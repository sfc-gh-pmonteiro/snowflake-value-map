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6858000" cy="9144000"/>
  <p:embeddedFontLst>
    <p:embeddedFont>
      <p:font typeface="Roboto"/>
      <p:regular r:id="rId78"/>
      <p:bold r:id="rId79"/>
      <p:italic r:id="rId80"/>
      <p:boldItalic r:id="rId81"/>
    </p:embeddedFont>
    <p:embeddedFont>
      <p:font typeface="Lobster"/>
      <p:regular r:id="rId82"/>
    </p:embeddedFont>
    <p:embeddedFont>
      <p:font typeface="Amatic SC"/>
      <p:regular r:id="rId83"/>
      <p:bold r:id="rId84"/>
    </p:embeddedFont>
    <p:embeddedFont>
      <p:font typeface="Lato"/>
      <p:regular r:id="rId85"/>
      <p:bold r:id="rId86"/>
      <p:italic r:id="rId87"/>
      <p:boldItalic r:id="rId88"/>
    </p:embeddedFont>
    <p:embeddedFont>
      <p:font typeface="Montserrat"/>
      <p:regular r:id="rId89"/>
      <p:bold r:id="rId90"/>
      <p:italic r:id="rId91"/>
      <p:boldItalic r:id="rId92"/>
    </p:embeddedFont>
    <p:embeddedFont>
      <p:font typeface="EB Garamond SemiBold"/>
      <p:regular r:id="rId93"/>
      <p:bold r:id="rId94"/>
      <p:italic r:id="rId95"/>
      <p:boldItalic r:id="rId96"/>
    </p:embeddedFont>
    <p:embeddedFont>
      <p:font typeface="Gothic A1"/>
      <p:regular r:id="rId97"/>
      <p:bold r:id="rId98"/>
    </p:embeddedFont>
    <p:embeddedFont>
      <p:font typeface="Roboto Light"/>
      <p:regular r:id="rId99"/>
      <p:bold r:id="rId100"/>
      <p:italic r:id="rId101"/>
      <p:boldItalic r:id="rId102"/>
    </p:embeddedFont>
    <p:embeddedFont>
      <p:font typeface="Arial Black"/>
      <p:regular r:id="rId103"/>
    </p:embeddedFont>
    <p:embeddedFont>
      <p:font typeface="Montserrat ExtraBold"/>
      <p:bold r:id="rId104"/>
      <p:boldItalic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DCF61B-479C-4FEB-BD4B-465A7ABD90D8}">
  <a:tblStyle styleId="{F4DCF61B-479C-4FEB-BD4B-465A7ABD90D8}" styleName="Table_0">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a:tcStyle>
        <a:fill>
          <a:solidFill>
            <a:srgbClr val="CBE5F6"/>
          </a:solidFill>
        </a:fill>
      </a:tcStyle>
    </a:band1H>
    <a:band2H>
      <a:tcTxStyle/>
    </a:band2H>
    <a:band1V>
      <a:tcTxStyle/>
      <a:tcStyle>
        <a:fill>
          <a:solidFill>
            <a:srgbClr val="CBE5F6"/>
          </a:solidFill>
        </a:fill>
      </a:tcStyle>
    </a:band1V>
    <a:band2V>
      <a:tcTxStyle/>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5" Type="http://schemas.openxmlformats.org/officeDocument/2006/relationships/font" Target="fonts/MontserratExtraBold-boldItalic.fntdata"/><Relationship Id="rId104" Type="http://schemas.openxmlformats.org/officeDocument/2006/relationships/font" Target="fonts/MontserratExtraBold-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ArialBlack-regular.fntdata"/><Relationship Id="rId102" Type="http://schemas.openxmlformats.org/officeDocument/2006/relationships/font" Target="fonts/RobotoLight-boldItalic.fntdata"/><Relationship Id="rId101" Type="http://schemas.openxmlformats.org/officeDocument/2006/relationships/font" Target="fonts/RobotoLight-italic.fntdata"/><Relationship Id="rId100" Type="http://schemas.openxmlformats.org/officeDocument/2006/relationships/font" Target="fonts/RobotoLight-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EBGaramondSemiBold-italic.fntdata"/><Relationship Id="rId94" Type="http://schemas.openxmlformats.org/officeDocument/2006/relationships/font" Target="fonts/EBGaramondSemiBold-bold.fntdata"/><Relationship Id="rId97" Type="http://schemas.openxmlformats.org/officeDocument/2006/relationships/font" Target="fonts/GothicA1-regular.fntdata"/><Relationship Id="rId96" Type="http://schemas.openxmlformats.org/officeDocument/2006/relationships/font" Target="fonts/EBGaramondSemiBold-boldItalic.fntdata"/><Relationship Id="rId11" Type="http://schemas.openxmlformats.org/officeDocument/2006/relationships/slide" Target="slides/slide5.xml"/><Relationship Id="rId99" Type="http://schemas.openxmlformats.org/officeDocument/2006/relationships/font" Target="fonts/RobotoLight-regular.fntdata"/><Relationship Id="rId10" Type="http://schemas.openxmlformats.org/officeDocument/2006/relationships/slide" Target="slides/slide4.xml"/><Relationship Id="rId98" Type="http://schemas.openxmlformats.org/officeDocument/2006/relationships/font" Target="fonts/GothicA1-bold.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Montserrat-italic.fntdata"/><Relationship Id="rId90" Type="http://schemas.openxmlformats.org/officeDocument/2006/relationships/font" Target="fonts/Montserrat-bold.fntdata"/><Relationship Id="rId93" Type="http://schemas.openxmlformats.org/officeDocument/2006/relationships/font" Target="fonts/EBGaramondSemiBold-regular.fntdata"/><Relationship Id="rId92" Type="http://schemas.openxmlformats.org/officeDocument/2006/relationships/font" Target="fonts/Montserra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AmaticSC-bold.fntdata"/><Relationship Id="rId83" Type="http://schemas.openxmlformats.org/officeDocument/2006/relationships/font" Target="fonts/AmaticSC-regular.fntdata"/><Relationship Id="rId86" Type="http://schemas.openxmlformats.org/officeDocument/2006/relationships/font" Target="fonts/Lato-bold.fntdata"/><Relationship Id="rId85" Type="http://schemas.openxmlformats.org/officeDocument/2006/relationships/font" Target="fonts/Lato-regular.fntdata"/><Relationship Id="rId88" Type="http://schemas.openxmlformats.org/officeDocument/2006/relationships/font" Target="fonts/Lato-boldItalic.fntdata"/><Relationship Id="rId87" Type="http://schemas.openxmlformats.org/officeDocument/2006/relationships/font" Target="fonts/Lato-italic.fntdata"/><Relationship Id="rId89" Type="http://schemas.openxmlformats.org/officeDocument/2006/relationships/font" Target="fonts/Montserrat-regular.fntdata"/><Relationship Id="rId80" Type="http://schemas.openxmlformats.org/officeDocument/2006/relationships/font" Target="fonts/Roboto-italic.fntdata"/><Relationship Id="rId82" Type="http://schemas.openxmlformats.org/officeDocument/2006/relationships/font" Target="fonts/Lobster-regular.fntdata"/><Relationship Id="rId81"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font" Target="fonts/Roboto-bold.fntdata"/><Relationship Id="rId78" Type="http://schemas.openxmlformats.org/officeDocument/2006/relationships/font" Target="fonts/Roboto-regular.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ed82e8067d_0_2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ed82e8067d_0_2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ed82e8067d_0_2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ed82e8067d_0_2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aca469e5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2aca469e5e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457200" rtl="0" algn="l">
              <a:spcBef>
                <a:spcPts val="1000"/>
              </a:spcBef>
              <a:spcAft>
                <a:spcPts val="0"/>
              </a:spcAft>
              <a:buClr>
                <a:schemeClr val="dk1"/>
              </a:buClr>
              <a:buSzPts val="1200"/>
              <a:buChar char="●"/>
            </a:pPr>
            <a:r>
              <a:rPr lang="en" sz="1200">
                <a:solidFill>
                  <a:srgbClr val="222222"/>
                </a:solidFill>
              </a:rPr>
              <a:t>If you are planning to share these slides externally (customers, partners, prospects, events, etc.):</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include this Safe Harbor and Disclaimers slide as the first or second slide of your presentation.</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ensure that the “© </a:t>
            </a:r>
            <a:r>
              <a:rPr lang="en" sz="1200">
                <a:solidFill>
                  <a:srgbClr val="222222"/>
                </a:solidFill>
              </a:rPr>
              <a:t>2026</a:t>
            </a:r>
            <a:r>
              <a:rPr lang="en" sz="1200">
                <a:solidFill>
                  <a:srgbClr val="222222"/>
                </a:solidFill>
              </a:rPr>
              <a:t> Snowflake Inc. All Rights Reserved” footer is at the bottom of each slide.</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ensure that all references to products and features that are not generally available are appropriately tagged as in development, in public preview, or in private preview within the slides.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ed82e8067d_0_2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ed82e8067d_0_2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ed82e8067d_0_2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ed82e8067d_0_2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ed82e8067d_0_2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ed82e8067d_0_2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ed82e8067d_0_2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ed82e8067d_0_2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ed82e8067d_0_2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ed82e8067d_0_2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ed82e8067d_0_2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ed82e8067d_0_2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ed82e8067d_0_2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ed82e8067d_0_2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ed82e8067d_0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ed82e8067d_0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ed82e8067d_0_5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ed82e8067d_0_5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ed82e8067d_0_2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ed82e8067d_0_2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ed82e8067d_0_2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ed82e8067d_0_2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ed82e8067d_0_2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ed82e8067d_0_2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ed82e8067d_0_2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ed82e8067d_0_2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ed82e8067d_0_5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ed82e8067d_0_5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ed82e8067d_0_5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ed82e8067d_0_5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ed82e8067d_0_3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ed82e8067d_0_3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ed82e8067d_0_2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ed82e8067d_0_2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ed82e8067d_0_2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ed82e8067d_0_2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ed82e8067d_0_2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ed82e8067d_0_2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ed82e8067d_0_3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ed82e8067d_0_3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ed82e8067d_0_3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ed82e8067d_0_3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ed82e8067d_0_3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1ed82e8067d_0_3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1ed82e8067d_0_3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1ed82e8067d_0_3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ed82e8067d_0_3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ed82e8067d_0_3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ed82e8067d_0_3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1ed82e8067d_0_3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ed82e8067d_0_3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ed82e8067d_0_3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ed82e8067d_0_3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ed82e8067d_0_3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1ed82e8067d_0_3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1ed82e8067d_0_3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ed82e8067d_0_3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ed82e8067d_0_3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ed82e8067d_0_3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ed82e8067d_0_3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ed82e8067d_0_3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ed82e8067d_0_3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1ed82e8067d_0_3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ed82e8067d_0_3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1ed82e8067d_0_3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1ed82e8067d_0_3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1ed82e8067d_0_3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1ed82e8067d_0_3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ed82e8067d_0_3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ed82e8067d_0_3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1ed82e8067d_0_3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ed82e8067d_0_3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1ed82e8067d_0_3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1ed82e8067d_0_3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1ed82e8067d_0_3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1ed82e8067d_0_3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1ed82e8067d_0_3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1ed82e8067d_0_3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1ed82e8067d_0_3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1ed82e8067d_0_3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1ed82e8067d_0_3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1ed82e8067d_0_3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1ed82e8067d_0_3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1ed82e8067d_0_3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1ed82e8067d_0_3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1ed82e8067d_0_3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ed82e8067d_0_3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ed82e8067d_0_3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1be1e5eed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3" name="Google Shape;833;g31be1e5ee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1ed82e8067d_0_3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1ed82e8067d_0_3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1ed82e8067d_0_3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1ed82e8067d_0_3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1ed82e8067d_0_3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1ed82e8067d_0_3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1ed82e8067d_0_3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1ed82e8067d_0_3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1ed82e8067d_0_3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1ed82e8067d_0_3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1ed82e8067d_0_3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1ed82e8067d_0_3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g1ed82e8067d_0_4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1" name="Google Shape;1821;g1ed82e8067d_0_4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1ed82e8067d_0_4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1ed82e8067d_0_4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1ed82e8067d_0_4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1ed82e8067d_0_4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1ed82e8067d_0_4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g1ed82e8067d_0_4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1ed82e8067d_0_4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6" name="Google Shape;1876;g1ed82e8067d_0_4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1ed82e8067d_0_4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1ed82e8067d_0_4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8" name="Shape 2668"/>
        <p:cNvGrpSpPr/>
        <p:nvPr/>
      </p:nvGrpSpPr>
      <p:grpSpPr>
        <a:xfrm>
          <a:off x="0" y="0"/>
          <a:ext cx="0" cy="0"/>
          <a:chOff x="0" y="0"/>
          <a:chExt cx="0" cy="0"/>
        </a:xfrm>
      </p:grpSpPr>
      <p:sp>
        <p:nvSpPr>
          <p:cNvPr id="2669" name="Google Shape;2669;g1ed82e8067d_0_4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0" name="Google Shape;2670;g1ed82e8067d_0_4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3" name="Shape 2673"/>
        <p:cNvGrpSpPr/>
        <p:nvPr/>
      </p:nvGrpSpPr>
      <p:grpSpPr>
        <a:xfrm>
          <a:off x="0" y="0"/>
          <a:ext cx="0" cy="0"/>
          <a:chOff x="0" y="0"/>
          <a:chExt cx="0" cy="0"/>
        </a:xfrm>
      </p:grpSpPr>
      <p:sp>
        <p:nvSpPr>
          <p:cNvPr id="2674" name="Google Shape;2674;g1ed82e8067d_0_4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5" name="Google Shape;2675;g1ed82e8067d_0_4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3" name="Shape 2693"/>
        <p:cNvGrpSpPr/>
        <p:nvPr/>
      </p:nvGrpSpPr>
      <p:grpSpPr>
        <a:xfrm>
          <a:off x="0" y="0"/>
          <a:ext cx="0" cy="0"/>
          <a:chOff x="0" y="0"/>
          <a:chExt cx="0" cy="0"/>
        </a:xfrm>
      </p:grpSpPr>
      <p:sp>
        <p:nvSpPr>
          <p:cNvPr id="2694" name="Google Shape;2694;g1ed82e8067d_0_4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5" name="Google Shape;2695;g1ed82e8067d_0_4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g1ed82e8067d_0_4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4" name="Google Shape;2704;g1ed82e8067d_0_4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7" name="Shape 2777"/>
        <p:cNvGrpSpPr/>
        <p:nvPr/>
      </p:nvGrpSpPr>
      <p:grpSpPr>
        <a:xfrm>
          <a:off x="0" y="0"/>
          <a:ext cx="0" cy="0"/>
          <a:chOff x="0" y="0"/>
          <a:chExt cx="0" cy="0"/>
        </a:xfrm>
      </p:grpSpPr>
      <p:sp>
        <p:nvSpPr>
          <p:cNvPr id="2778" name="Google Shape;2778;g1ed82e8067d_0_4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9" name="Google Shape;2779;g1ed82e8067d_0_4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7" name="Shape 2867"/>
        <p:cNvGrpSpPr/>
        <p:nvPr/>
      </p:nvGrpSpPr>
      <p:grpSpPr>
        <a:xfrm>
          <a:off x="0" y="0"/>
          <a:ext cx="0" cy="0"/>
          <a:chOff x="0" y="0"/>
          <a:chExt cx="0" cy="0"/>
        </a:xfrm>
      </p:grpSpPr>
      <p:sp>
        <p:nvSpPr>
          <p:cNvPr id="2868" name="Google Shape;2868;g1ed82e8067d_0_4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9" name="Google Shape;2869;g1ed82e8067d_0_4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6" name="Shape 3206"/>
        <p:cNvGrpSpPr/>
        <p:nvPr/>
      </p:nvGrpSpPr>
      <p:grpSpPr>
        <a:xfrm>
          <a:off x="0" y="0"/>
          <a:ext cx="0" cy="0"/>
          <a:chOff x="0" y="0"/>
          <a:chExt cx="0" cy="0"/>
        </a:xfrm>
      </p:grpSpPr>
      <p:sp>
        <p:nvSpPr>
          <p:cNvPr id="3207" name="Google Shape;3207;g1ed82e8067d_0_4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8" name="Google Shape;3208;g1ed82e8067d_0_4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9" name="Shape 3379"/>
        <p:cNvGrpSpPr/>
        <p:nvPr/>
      </p:nvGrpSpPr>
      <p:grpSpPr>
        <a:xfrm>
          <a:off x="0" y="0"/>
          <a:ext cx="0" cy="0"/>
          <a:chOff x="0" y="0"/>
          <a:chExt cx="0" cy="0"/>
        </a:xfrm>
      </p:grpSpPr>
      <p:sp>
        <p:nvSpPr>
          <p:cNvPr id="3380" name="Google Shape;3380;g1ed82e8067d_0_4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1" name="Google Shape;3381;g1ed82e8067d_0_4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5" name="Shape 3575"/>
        <p:cNvGrpSpPr/>
        <p:nvPr/>
      </p:nvGrpSpPr>
      <p:grpSpPr>
        <a:xfrm>
          <a:off x="0" y="0"/>
          <a:ext cx="0" cy="0"/>
          <a:chOff x="0" y="0"/>
          <a:chExt cx="0" cy="0"/>
        </a:xfrm>
      </p:grpSpPr>
      <p:sp>
        <p:nvSpPr>
          <p:cNvPr id="3576" name="Google Shape;3576;g1ed82e8067d_0_5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7" name="Google Shape;3577;g1ed82e8067d_0_5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0" name="Shape 3780"/>
        <p:cNvGrpSpPr/>
        <p:nvPr/>
      </p:nvGrpSpPr>
      <p:grpSpPr>
        <a:xfrm>
          <a:off x="0" y="0"/>
          <a:ext cx="0" cy="0"/>
          <a:chOff x="0" y="0"/>
          <a:chExt cx="0" cy="0"/>
        </a:xfrm>
      </p:grpSpPr>
      <p:sp>
        <p:nvSpPr>
          <p:cNvPr id="3781" name="Google Shape;3781;g1ed82e8067d_0_5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2" name="Google Shape;3782;g1ed82e8067d_0_5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4" name="Shape 3874"/>
        <p:cNvGrpSpPr/>
        <p:nvPr/>
      </p:nvGrpSpPr>
      <p:grpSpPr>
        <a:xfrm>
          <a:off x="0" y="0"/>
          <a:ext cx="0" cy="0"/>
          <a:chOff x="0" y="0"/>
          <a:chExt cx="0" cy="0"/>
        </a:xfrm>
      </p:grpSpPr>
      <p:sp>
        <p:nvSpPr>
          <p:cNvPr id="3875" name="Google Shape;3875;g1ed82e8067d_0_53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g1ed82e8067d_0_5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9.png"/><Relationship Id="rId3" Type="http://schemas.openxmlformats.org/officeDocument/2006/relationships/image" Target="../media/image8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9.png"/><Relationship Id="rId3" Type="http://schemas.openxmlformats.org/officeDocument/2006/relationships/image" Target="../media/image8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5.png"/><Relationship Id="rId3" Type="http://schemas.openxmlformats.org/officeDocument/2006/relationships/image" Target="../media/image73.png"/><Relationship Id="rId4" Type="http://schemas.openxmlformats.org/officeDocument/2006/relationships/image" Target="../media/image7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0" name="Shape 10"/>
        <p:cNvGrpSpPr/>
        <p:nvPr/>
      </p:nvGrpSpPr>
      <p:grpSpPr>
        <a:xfrm>
          <a:off x="0" y="0"/>
          <a:ext cx="0" cy="0"/>
          <a:chOff x="0" y="0"/>
          <a:chExt cx="0" cy="0"/>
        </a:xfrm>
      </p:grpSpPr>
      <p:sp>
        <p:nvSpPr>
          <p:cNvPr id="11" name="Google Shape;11;p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 name="Google Shape;13;p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4" name="Google Shape;14;p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 name="Google Shape;15;p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8" name="Shape 18"/>
        <p:cNvGrpSpPr/>
        <p:nvPr/>
      </p:nvGrpSpPr>
      <p:grpSpPr>
        <a:xfrm>
          <a:off x="0" y="0"/>
          <a:ext cx="0" cy="0"/>
          <a:chOff x="0" y="0"/>
          <a:chExt cx="0" cy="0"/>
        </a:xfrm>
      </p:grpSpPr>
      <p:sp>
        <p:nvSpPr>
          <p:cNvPr id="19" name="Google Shape;19;p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 name="Google Shape;21;p3"/>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2" name="Google Shape;22;p3"/>
          <p:cNvSpPr txBox="1"/>
          <p:nvPr>
            <p:ph idx="1" type="subTitle"/>
          </p:nvPr>
        </p:nvSpPr>
        <p:spPr>
          <a:xfrm>
            <a:off x="365760" y="1122367"/>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3" name="Google Shape;23;p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 name="Google Shape;24;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5" name="Google Shape;25;p3"/>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26" name="Shape 26"/>
        <p:cNvGrpSpPr/>
        <p:nvPr/>
      </p:nvGrpSpPr>
      <p:grpSpPr>
        <a:xfrm>
          <a:off x="0" y="0"/>
          <a:ext cx="0" cy="0"/>
          <a:chOff x="0" y="0"/>
          <a:chExt cx="0" cy="0"/>
        </a:xfrm>
      </p:grpSpPr>
      <p:grpSp>
        <p:nvGrpSpPr>
          <p:cNvPr id="27" name="Google Shape;27;p4"/>
          <p:cNvGrpSpPr/>
          <p:nvPr/>
        </p:nvGrpSpPr>
        <p:grpSpPr>
          <a:xfrm>
            <a:off x="3" y="3761952"/>
            <a:ext cx="9143997" cy="1371564"/>
            <a:chOff x="-10" y="3735321"/>
            <a:chExt cx="9139427" cy="1408177"/>
          </a:xfrm>
        </p:grpSpPr>
        <p:pic>
          <p:nvPicPr>
            <p:cNvPr id="28" name="Google Shape;28;p4"/>
            <p:cNvPicPr preferRelativeResize="0"/>
            <p:nvPr/>
          </p:nvPicPr>
          <p:blipFill rotWithShape="1">
            <a:blip r:embed="rId2">
              <a:alphaModFix amt="29000"/>
            </a:blip>
            <a:srcRect b="139" l="0" r="0" t="139"/>
            <a:stretch/>
          </p:blipFill>
          <p:spPr>
            <a:xfrm>
              <a:off x="-10" y="3735321"/>
              <a:ext cx="3044952" cy="1408177"/>
            </a:xfrm>
            <a:prstGeom prst="rect">
              <a:avLst/>
            </a:prstGeom>
            <a:noFill/>
            <a:ln>
              <a:noFill/>
            </a:ln>
          </p:spPr>
        </p:pic>
        <p:pic>
          <p:nvPicPr>
            <p:cNvPr id="29" name="Google Shape;29;p4"/>
            <p:cNvPicPr preferRelativeResize="0"/>
            <p:nvPr/>
          </p:nvPicPr>
          <p:blipFill rotWithShape="1">
            <a:blip r:embed="rId3">
              <a:alphaModFix amt="29000"/>
            </a:blip>
            <a:srcRect b="139" l="0" r="0" t="139"/>
            <a:stretch/>
          </p:blipFill>
          <p:spPr>
            <a:xfrm>
              <a:off x="3049515" y="3735321"/>
              <a:ext cx="3044952" cy="1408177"/>
            </a:xfrm>
            <a:prstGeom prst="rect">
              <a:avLst/>
            </a:prstGeom>
            <a:noFill/>
            <a:ln>
              <a:noFill/>
            </a:ln>
          </p:spPr>
        </p:pic>
        <p:pic>
          <p:nvPicPr>
            <p:cNvPr id="30" name="Google Shape;30;p4"/>
            <p:cNvPicPr preferRelativeResize="0"/>
            <p:nvPr/>
          </p:nvPicPr>
          <p:blipFill rotWithShape="1">
            <a:blip r:embed="rId4">
              <a:alphaModFix amt="29000"/>
            </a:blip>
            <a:srcRect b="139" l="0" r="0" t="139"/>
            <a:stretch/>
          </p:blipFill>
          <p:spPr>
            <a:xfrm>
              <a:off x="6094465" y="3735321"/>
              <a:ext cx="3044952" cy="1408177"/>
            </a:xfrm>
            <a:prstGeom prst="rect">
              <a:avLst/>
            </a:prstGeom>
            <a:noFill/>
            <a:ln>
              <a:noFill/>
            </a:ln>
          </p:spPr>
        </p:pic>
      </p:grpSp>
      <p:sp>
        <p:nvSpPr>
          <p:cNvPr id="31" name="Google Shape;31;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3" name="Google Shape;33;p4"/>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4" name="Google Shape;34;p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35" name="Google Shape;35;p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6" name="Google Shape;36;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7" name="Google Shape;37;p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8" name="Shape 38"/>
        <p:cNvGrpSpPr/>
        <p:nvPr/>
      </p:nvGrpSpPr>
      <p:grpSpPr>
        <a:xfrm>
          <a:off x="0" y="0"/>
          <a:ext cx="0" cy="0"/>
          <a:chOff x="0" y="0"/>
          <a:chExt cx="0" cy="0"/>
        </a:xfrm>
      </p:grpSpPr>
      <p:grpSp>
        <p:nvGrpSpPr>
          <p:cNvPr id="39" name="Google Shape;39;p5"/>
          <p:cNvGrpSpPr/>
          <p:nvPr/>
        </p:nvGrpSpPr>
        <p:grpSpPr>
          <a:xfrm>
            <a:off x="0" y="4370576"/>
            <a:ext cx="9144001" cy="772925"/>
            <a:chOff x="0" y="4370576"/>
            <a:chExt cx="9144001" cy="772925"/>
          </a:xfrm>
        </p:grpSpPr>
        <p:pic>
          <p:nvPicPr>
            <p:cNvPr id="40" name="Google Shape;40;p5"/>
            <p:cNvPicPr preferRelativeResize="0"/>
            <p:nvPr/>
          </p:nvPicPr>
          <p:blipFill rotWithShape="1">
            <a:blip r:embed="rId2">
              <a:alphaModFix amt="29000"/>
            </a:blip>
            <a:srcRect b="43663" l="0" r="0" t="140"/>
            <a:stretch/>
          </p:blipFill>
          <p:spPr>
            <a:xfrm>
              <a:off x="0" y="4370576"/>
              <a:ext cx="3046476" cy="772925"/>
            </a:xfrm>
            <a:prstGeom prst="rect">
              <a:avLst/>
            </a:prstGeom>
            <a:noFill/>
            <a:ln>
              <a:noFill/>
            </a:ln>
          </p:spPr>
        </p:pic>
        <p:pic>
          <p:nvPicPr>
            <p:cNvPr id="41" name="Google Shape;41;p5"/>
            <p:cNvPicPr preferRelativeResize="0"/>
            <p:nvPr/>
          </p:nvPicPr>
          <p:blipFill rotWithShape="1">
            <a:blip r:embed="rId3">
              <a:alphaModFix amt="29000"/>
            </a:blip>
            <a:srcRect b="43663" l="0" r="0" t="140"/>
            <a:stretch/>
          </p:blipFill>
          <p:spPr>
            <a:xfrm>
              <a:off x="3051050" y="4370576"/>
              <a:ext cx="3046476" cy="772925"/>
            </a:xfrm>
            <a:prstGeom prst="rect">
              <a:avLst/>
            </a:prstGeom>
            <a:noFill/>
            <a:ln>
              <a:noFill/>
            </a:ln>
          </p:spPr>
        </p:pic>
        <p:pic>
          <p:nvPicPr>
            <p:cNvPr id="42" name="Google Shape;42;p5"/>
            <p:cNvPicPr preferRelativeResize="0"/>
            <p:nvPr/>
          </p:nvPicPr>
          <p:blipFill rotWithShape="1">
            <a:blip r:embed="rId4">
              <a:alphaModFix amt="29000"/>
            </a:blip>
            <a:srcRect b="43663" l="0" r="0" t="140"/>
            <a:stretch/>
          </p:blipFill>
          <p:spPr>
            <a:xfrm>
              <a:off x="6097525" y="4370576"/>
              <a:ext cx="3046476" cy="772925"/>
            </a:xfrm>
            <a:prstGeom prst="rect">
              <a:avLst/>
            </a:prstGeom>
            <a:noFill/>
            <a:ln>
              <a:noFill/>
            </a:ln>
          </p:spPr>
        </p:pic>
      </p:grpSp>
      <p:sp>
        <p:nvSpPr>
          <p:cNvPr id="43" name="Google Shape;43;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5" name="Google Shape;45;p5"/>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6" name="Google Shape;46;p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7" name="Google Shape;47;p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 name="Google Shape;48;p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49" name="Google Shape;49;p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0" l="22839" r="0" t="0"/>
          <a:stretch/>
        </p:blipFill>
        <p:spPr>
          <a:xfrm flipH="1">
            <a:off x="7782375" y="2935675"/>
            <a:ext cx="1368150" cy="1931223"/>
          </a:xfrm>
          <a:prstGeom prst="rect">
            <a:avLst/>
          </a:prstGeom>
          <a:noFill/>
          <a:ln>
            <a:noFill/>
          </a:ln>
        </p:spPr>
      </p:pic>
      <p:sp>
        <p:nvSpPr>
          <p:cNvPr id="52" name="Google Shape;52;p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4" name="Google Shape;54;p6"/>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 name="Google Shape;55;p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6" name="Google Shape;56;p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 name="Google Shape;57;p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58" name="Google Shape;58;p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59" name="Shape 59"/>
        <p:cNvGrpSpPr/>
        <p:nvPr/>
      </p:nvGrpSpPr>
      <p:grpSpPr>
        <a:xfrm>
          <a:off x="0" y="0"/>
          <a:ext cx="0" cy="0"/>
          <a:chOff x="0" y="0"/>
          <a:chExt cx="0" cy="0"/>
        </a:xfrm>
      </p:grpSpPr>
      <p:sp>
        <p:nvSpPr>
          <p:cNvPr id="60" name="Google Shape;60;p7"/>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rtl="0" algn="l">
              <a:lnSpc>
                <a:spcPct val="115000"/>
              </a:lnSpc>
              <a:spcBef>
                <a:spcPts val="0"/>
              </a:spcBef>
              <a:spcAft>
                <a:spcPts val="0"/>
              </a:spcAft>
              <a:buSzPts val="1800"/>
              <a:buNone/>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61" name="Google Shape;61;p7"/>
          <p:cNvSpPr txBox="1"/>
          <p:nvPr>
            <p:ph type="title"/>
          </p:nvPr>
        </p:nvSpPr>
        <p:spPr>
          <a:xfrm>
            <a:off x="365750" y="274323"/>
            <a:ext cx="83211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 name="Google Shape;62;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 name="Google Shape;64;p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65" name="Google Shape;65;p7"/>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66" name="Google Shape;66;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67" name="Shape 67"/>
        <p:cNvGrpSpPr/>
        <p:nvPr/>
      </p:nvGrpSpPr>
      <p:grpSpPr>
        <a:xfrm>
          <a:off x="0" y="0"/>
          <a:ext cx="0" cy="0"/>
          <a:chOff x="0" y="0"/>
          <a:chExt cx="0" cy="0"/>
        </a:xfrm>
      </p:grpSpPr>
      <p:sp>
        <p:nvSpPr>
          <p:cNvPr id="68" name="Google Shape;68;p8"/>
          <p:cNvSpPr txBox="1"/>
          <p:nvPr>
            <p:ph type="title"/>
          </p:nvPr>
        </p:nvSpPr>
        <p:spPr>
          <a:xfrm>
            <a:off x="365750" y="274323"/>
            <a:ext cx="83484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 name="Google Shape;69;p8"/>
          <p:cNvSpPr txBox="1"/>
          <p:nvPr>
            <p:ph idx="1" type="body"/>
          </p:nvPr>
        </p:nvSpPr>
        <p:spPr>
          <a:xfrm>
            <a:off x="365750"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0" name="Google Shape;70;p8"/>
          <p:cNvSpPr txBox="1"/>
          <p:nvPr>
            <p:ph idx="2" type="body"/>
          </p:nvPr>
        </p:nvSpPr>
        <p:spPr>
          <a:xfrm>
            <a:off x="4617721"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1" name="Google Shape;71;p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3" name="Google Shape;73;p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74" name="Google Shape;74;p8"/>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75" name="Google Shape;75;p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76" name="Shape 76"/>
        <p:cNvGrpSpPr/>
        <p:nvPr/>
      </p:nvGrpSpPr>
      <p:grpSpPr>
        <a:xfrm>
          <a:off x="0" y="0"/>
          <a:ext cx="0" cy="0"/>
          <a:chOff x="0" y="0"/>
          <a:chExt cx="0" cy="0"/>
        </a:xfrm>
      </p:grpSpPr>
      <p:sp>
        <p:nvSpPr>
          <p:cNvPr id="77" name="Google Shape;77;p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78" name="Google Shape;78;p9"/>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79" name="Google Shape;79;p9"/>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0" name="Google Shape;80;p9"/>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1" name="Google Shape;81;p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3" name="Google Shape;83;p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84" name="Google Shape;84;p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5" name="Google Shape;85;p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86" name="Shape 86"/>
        <p:cNvGrpSpPr/>
        <p:nvPr/>
      </p:nvGrpSpPr>
      <p:grpSpPr>
        <a:xfrm>
          <a:off x="0" y="0"/>
          <a:ext cx="0" cy="0"/>
          <a:chOff x="0" y="0"/>
          <a:chExt cx="0" cy="0"/>
        </a:xfrm>
      </p:grpSpPr>
      <p:sp>
        <p:nvSpPr>
          <p:cNvPr id="87" name="Google Shape;87;p10"/>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8" name="Google Shape;88;p1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0"/>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0" name="Google Shape;90;p10"/>
          <p:cNvSpPr txBox="1"/>
          <p:nvPr>
            <p:ph idx="1" type="body"/>
          </p:nvPr>
        </p:nvSpPr>
        <p:spPr>
          <a:xfrm>
            <a:off x="36575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1" name="Google Shape;91;p10"/>
          <p:cNvSpPr txBox="1"/>
          <p:nvPr>
            <p:ph idx="2" type="body"/>
          </p:nvPr>
        </p:nvSpPr>
        <p:spPr>
          <a:xfrm>
            <a:off x="2459408"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2" name="Google Shape;92;p10"/>
          <p:cNvSpPr txBox="1"/>
          <p:nvPr>
            <p:ph idx="3" type="body"/>
          </p:nvPr>
        </p:nvSpPr>
        <p:spPr>
          <a:xfrm>
            <a:off x="4673192"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3" name="Google Shape;93;p10"/>
          <p:cNvSpPr txBox="1"/>
          <p:nvPr>
            <p:ph idx="4" type="body"/>
          </p:nvPr>
        </p:nvSpPr>
        <p:spPr>
          <a:xfrm>
            <a:off x="688700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4" name="Google Shape;94;p10"/>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95" name="Google Shape;95;p10"/>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6" name="Google Shape;96;p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7" name="Shape 97"/>
        <p:cNvGrpSpPr/>
        <p:nvPr/>
      </p:nvGrpSpPr>
      <p:grpSpPr>
        <a:xfrm>
          <a:off x="0" y="0"/>
          <a:ext cx="0" cy="0"/>
          <a:chOff x="0" y="0"/>
          <a:chExt cx="0" cy="0"/>
        </a:xfrm>
      </p:grpSpPr>
      <p:sp>
        <p:nvSpPr>
          <p:cNvPr id="98" name="Google Shape;98;p11"/>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8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100" name="Google Shape;100;p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2" name="Google Shape;102;p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03" name="Google Shape;103;p11"/>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104" name="Google Shape;104;p11"/>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05" name="Google Shape;105;p11"/>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06" name="Google Shape;106;p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1"/>
          <p:cNvPicPr preferRelativeResize="0"/>
          <p:nvPr/>
        </p:nvPicPr>
        <p:blipFill rotWithShape="1">
          <a:blip r:embed="rId2">
            <a:alphaModFix/>
          </a:blip>
          <a:srcRect b="0" l="16763" r="0" t="0"/>
          <a:stretch/>
        </p:blipFill>
        <p:spPr>
          <a:xfrm rot="10800000">
            <a:off x="7338076" y="640000"/>
            <a:ext cx="1805925" cy="2369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08" name="Shape 108"/>
        <p:cNvGrpSpPr/>
        <p:nvPr/>
      </p:nvGrpSpPr>
      <p:grpSpPr>
        <a:xfrm>
          <a:off x="0" y="0"/>
          <a:ext cx="0" cy="0"/>
          <a:chOff x="0" y="0"/>
          <a:chExt cx="0" cy="0"/>
        </a:xfrm>
      </p:grpSpPr>
      <p:sp>
        <p:nvSpPr>
          <p:cNvPr id="109" name="Google Shape;109;p12"/>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0000"/>
              </a:lnSpc>
              <a:spcBef>
                <a:spcPts val="0"/>
              </a:spcBef>
              <a:spcAft>
                <a:spcPts val="0"/>
              </a:spcAft>
              <a:buClr>
                <a:srgbClr val="FFFFFF"/>
              </a:buClr>
              <a:buSzPts val="2600"/>
              <a:buNone/>
              <a:defRPr b="1" i="0" sz="2600" cap="none">
                <a:solidFill>
                  <a:srgbClr val="FFFFFF"/>
                </a:solidFill>
              </a:defRPr>
            </a:lvl1pPr>
            <a:lvl2pPr indent="-342900" lvl="1" marL="914400" rtl="0">
              <a:lnSpc>
                <a:spcPct val="105000"/>
              </a:lnSpc>
              <a:spcBef>
                <a:spcPts val="0"/>
              </a:spcBef>
              <a:spcAft>
                <a:spcPts val="0"/>
              </a:spcAft>
              <a:buClr>
                <a:srgbClr val="FFFFFF"/>
              </a:buClr>
              <a:buSzPts val="1800"/>
              <a:buChar char="•"/>
              <a:defRPr b="1">
                <a:solidFill>
                  <a:srgbClr val="FFFFFF"/>
                </a:solidFill>
              </a:defRPr>
            </a:lvl2pPr>
            <a:lvl3pPr indent="-342900" lvl="2" marL="1371600" rtl="0">
              <a:lnSpc>
                <a:spcPct val="105000"/>
              </a:lnSpc>
              <a:spcBef>
                <a:spcPts val="1000"/>
              </a:spcBef>
              <a:spcAft>
                <a:spcPts val="0"/>
              </a:spcAft>
              <a:buClr>
                <a:srgbClr val="FFFFFF"/>
              </a:buClr>
              <a:buSzPts val="1800"/>
              <a:buChar char="•"/>
              <a:defRPr b="1" sz="1800">
                <a:solidFill>
                  <a:srgbClr val="FFFFFF"/>
                </a:solidFill>
              </a:defRPr>
            </a:lvl3pPr>
            <a:lvl4pPr indent="-317500" lvl="3" marL="1828800" rtl="0">
              <a:lnSpc>
                <a:spcPct val="105000"/>
              </a:lnSpc>
              <a:spcBef>
                <a:spcPts val="1000"/>
              </a:spcBef>
              <a:spcAft>
                <a:spcPts val="0"/>
              </a:spcAft>
              <a:buClr>
                <a:srgbClr val="FFFFFF"/>
              </a:buClr>
              <a:buSzPts val="1400"/>
              <a:buChar char="•"/>
              <a:defRPr b="1">
                <a:solidFill>
                  <a:srgbClr val="FFFFFF"/>
                </a:solidFill>
              </a:defRPr>
            </a:lvl4pPr>
            <a:lvl5pPr indent="-317500" lvl="4" marL="2286000" rtl="0">
              <a:lnSpc>
                <a:spcPct val="105000"/>
              </a:lnSpc>
              <a:spcBef>
                <a:spcPts val="1000"/>
              </a:spcBef>
              <a:spcAft>
                <a:spcPts val="0"/>
              </a:spcAft>
              <a:buClr>
                <a:srgbClr val="FFFFFF"/>
              </a:buClr>
              <a:buSzPts val="1400"/>
              <a:buChar char="•"/>
              <a:defRPr b="1">
                <a:solidFill>
                  <a:srgbClr val="FFFFFF"/>
                </a:solidFill>
              </a:defRPr>
            </a:lvl5pPr>
            <a:lvl6pPr indent="-317500" lvl="5" marL="2743200" rtl="0">
              <a:lnSpc>
                <a:spcPct val="105000"/>
              </a:lnSpc>
              <a:spcBef>
                <a:spcPts val="1000"/>
              </a:spcBef>
              <a:spcAft>
                <a:spcPts val="0"/>
              </a:spcAft>
              <a:buClr>
                <a:srgbClr val="FFFFFF"/>
              </a:buClr>
              <a:buSzPts val="1400"/>
              <a:buChar char="•"/>
              <a:defRPr b="1">
                <a:solidFill>
                  <a:srgbClr val="FFFFFF"/>
                </a:solidFill>
              </a:defRPr>
            </a:lvl6pPr>
            <a:lvl7pPr indent="-317500" lvl="6" marL="3200400" rtl="0">
              <a:lnSpc>
                <a:spcPct val="105000"/>
              </a:lnSpc>
              <a:spcBef>
                <a:spcPts val="1000"/>
              </a:spcBef>
              <a:spcAft>
                <a:spcPts val="0"/>
              </a:spcAft>
              <a:buClr>
                <a:srgbClr val="FFFFFF"/>
              </a:buClr>
              <a:buSzPts val="1400"/>
              <a:buChar char="•"/>
              <a:defRPr b="1">
                <a:solidFill>
                  <a:srgbClr val="FFFFFF"/>
                </a:solidFill>
              </a:defRPr>
            </a:lvl7pPr>
            <a:lvl8pPr indent="-317500" lvl="7" marL="3657600" rtl="0">
              <a:lnSpc>
                <a:spcPct val="105000"/>
              </a:lnSpc>
              <a:spcBef>
                <a:spcPts val="1000"/>
              </a:spcBef>
              <a:spcAft>
                <a:spcPts val="0"/>
              </a:spcAft>
              <a:buClr>
                <a:srgbClr val="FFFFFF"/>
              </a:buClr>
              <a:buSzPts val="1400"/>
              <a:buChar char="•"/>
              <a:defRPr b="1">
                <a:solidFill>
                  <a:srgbClr val="FFFFFF"/>
                </a:solidFill>
              </a:defRPr>
            </a:lvl8pPr>
            <a:lvl9pPr indent="-317500" lvl="8" marL="4114800" rtl="0">
              <a:lnSpc>
                <a:spcPct val="105000"/>
              </a:lnSpc>
              <a:spcBef>
                <a:spcPts val="1000"/>
              </a:spcBef>
              <a:spcAft>
                <a:spcPts val="1000"/>
              </a:spcAft>
              <a:buClr>
                <a:srgbClr val="FFFFFF"/>
              </a:buClr>
              <a:buSzPts val="1400"/>
              <a:buChar char="•"/>
              <a:defRPr b="1">
                <a:solidFill>
                  <a:srgbClr val="FFFFFF"/>
                </a:solidFill>
              </a:defRPr>
            </a:lvl9pPr>
          </a:lstStyle>
          <a:p/>
        </p:txBody>
      </p:sp>
      <p:sp>
        <p:nvSpPr>
          <p:cNvPr id="111" name="Google Shape;111;p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3" name="Google Shape;113;p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FFFFFF"/>
                </a:solidFill>
                <a:latin typeface="Arial"/>
                <a:ea typeface="Arial"/>
                <a:cs typeface="Arial"/>
                <a:sym typeface="Arial"/>
              </a:rPr>
              <a:t>© </a:t>
            </a:r>
            <a:r>
              <a:rPr lang="en" sz="600">
                <a:solidFill>
                  <a:srgbClr val="FFFFFF"/>
                </a:solidFill>
              </a:rPr>
              <a:t>2026</a:t>
            </a:r>
            <a:r>
              <a:rPr b="0" i="0" lang="en" sz="600">
                <a:solidFill>
                  <a:srgbClr val="FFFFFF"/>
                </a:solidFill>
                <a:latin typeface="Arial"/>
                <a:ea typeface="Arial"/>
                <a:cs typeface="Arial"/>
                <a:sym typeface="Arial"/>
              </a:rPr>
              <a:t> Snowflake Inc. All Rights Reserved</a:t>
            </a:r>
            <a:endParaRPr sz="600">
              <a:solidFill>
                <a:srgbClr val="FFFFFF"/>
              </a:solidFill>
              <a:latin typeface="Arial"/>
              <a:ea typeface="Arial"/>
              <a:cs typeface="Arial"/>
              <a:sym typeface="Arial"/>
            </a:endParaRPr>
          </a:p>
        </p:txBody>
      </p:sp>
      <p:sp>
        <p:nvSpPr>
          <p:cNvPr id="114" name="Google Shape;114;p12"/>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Clr>
                <a:srgbClr val="FFFFFF"/>
              </a:buClr>
              <a:buSzPts val="1200"/>
              <a:buChar char="•"/>
              <a:defRPr sz="1200">
                <a:solidFill>
                  <a:srgbClr val="FFFFFF"/>
                </a:solidFill>
              </a:defRPr>
            </a:lvl1pPr>
            <a:lvl2pPr indent="-304800" lvl="1" marL="914400" rtl="0">
              <a:spcBef>
                <a:spcPts val="1000"/>
              </a:spcBef>
              <a:spcAft>
                <a:spcPts val="0"/>
              </a:spcAft>
              <a:buClr>
                <a:srgbClr val="FFFFFF"/>
              </a:buClr>
              <a:buSzPts val="1200"/>
              <a:buChar char="•"/>
              <a:defRPr sz="1200">
                <a:solidFill>
                  <a:srgbClr val="FFFFFF"/>
                </a:solidFill>
              </a:defRPr>
            </a:lvl2pPr>
            <a:lvl3pPr indent="-304800" lvl="2" marL="1371600" rtl="0">
              <a:spcBef>
                <a:spcPts val="1000"/>
              </a:spcBef>
              <a:spcAft>
                <a:spcPts val="0"/>
              </a:spcAft>
              <a:buClr>
                <a:srgbClr val="FFFFFF"/>
              </a:buClr>
              <a:buSzPts val="1200"/>
              <a:buChar char="•"/>
              <a:defRPr sz="1200">
                <a:solidFill>
                  <a:srgbClr val="FFFFFF"/>
                </a:solidFill>
              </a:defRPr>
            </a:lvl3pPr>
            <a:lvl4pPr indent="-304800" lvl="3" marL="1828800" rtl="0">
              <a:spcBef>
                <a:spcPts val="1000"/>
              </a:spcBef>
              <a:spcAft>
                <a:spcPts val="0"/>
              </a:spcAft>
              <a:buClr>
                <a:srgbClr val="FFFFFF"/>
              </a:buClr>
              <a:buSzPts val="1200"/>
              <a:buChar char="•"/>
              <a:defRPr sz="1200">
                <a:solidFill>
                  <a:srgbClr val="FFFFFF"/>
                </a:solidFill>
              </a:defRPr>
            </a:lvl4pPr>
            <a:lvl5pPr indent="-304800" lvl="4" marL="2286000" rtl="0">
              <a:spcBef>
                <a:spcPts val="1000"/>
              </a:spcBef>
              <a:spcAft>
                <a:spcPts val="0"/>
              </a:spcAft>
              <a:buClr>
                <a:srgbClr val="FFFFFF"/>
              </a:buClr>
              <a:buSzPts val="1200"/>
              <a:buChar char="•"/>
              <a:defRPr sz="1200">
                <a:solidFill>
                  <a:srgbClr val="FFFFFF"/>
                </a:solidFill>
              </a:defRPr>
            </a:lvl5pPr>
            <a:lvl6pPr indent="-304800" lvl="5" marL="2743200" rtl="0">
              <a:spcBef>
                <a:spcPts val="1000"/>
              </a:spcBef>
              <a:spcAft>
                <a:spcPts val="0"/>
              </a:spcAft>
              <a:buClr>
                <a:srgbClr val="FFFFFF"/>
              </a:buClr>
              <a:buSzPts val="1200"/>
              <a:buChar char="•"/>
              <a:defRPr sz="1200">
                <a:solidFill>
                  <a:srgbClr val="FFFFFF"/>
                </a:solidFill>
              </a:defRPr>
            </a:lvl6pPr>
            <a:lvl7pPr indent="-304800" lvl="6" marL="3200400" rtl="0">
              <a:spcBef>
                <a:spcPts val="1000"/>
              </a:spcBef>
              <a:spcAft>
                <a:spcPts val="0"/>
              </a:spcAft>
              <a:buClr>
                <a:srgbClr val="FFFFFF"/>
              </a:buClr>
              <a:buSzPts val="1200"/>
              <a:buChar char="•"/>
              <a:defRPr sz="1200">
                <a:solidFill>
                  <a:srgbClr val="FFFFFF"/>
                </a:solidFill>
              </a:defRPr>
            </a:lvl7pPr>
            <a:lvl8pPr indent="-304800" lvl="7" marL="3657600" rtl="0">
              <a:spcBef>
                <a:spcPts val="1000"/>
              </a:spcBef>
              <a:spcAft>
                <a:spcPts val="0"/>
              </a:spcAft>
              <a:buClr>
                <a:srgbClr val="FFFFFF"/>
              </a:buClr>
              <a:buSzPts val="1200"/>
              <a:buChar char="•"/>
              <a:defRPr sz="1200">
                <a:solidFill>
                  <a:srgbClr val="FFFFFF"/>
                </a:solidFill>
              </a:defRPr>
            </a:lvl8pPr>
            <a:lvl9pPr indent="-304800" lvl="8" marL="4114800" rtl="0">
              <a:spcBef>
                <a:spcPts val="1000"/>
              </a:spcBef>
              <a:spcAft>
                <a:spcPts val="1000"/>
              </a:spcAft>
              <a:buClr>
                <a:srgbClr val="FFFFFF"/>
              </a:buClr>
              <a:buSzPts val="1200"/>
              <a:buChar char="•"/>
              <a:defRPr sz="1200">
                <a:solidFill>
                  <a:srgbClr val="FFFFFF"/>
                </a:solidFill>
              </a:defRPr>
            </a:lvl9pPr>
          </a:lstStyle>
          <a:p/>
        </p:txBody>
      </p:sp>
      <p:sp>
        <p:nvSpPr>
          <p:cNvPr id="115" name="Google Shape;115;p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16" name="Shape 116"/>
        <p:cNvGrpSpPr/>
        <p:nvPr/>
      </p:nvGrpSpPr>
      <p:grpSpPr>
        <a:xfrm>
          <a:off x="0" y="0"/>
          <a:ext cx="0" cy="0"/>
          <a:chOff x="0" y="0"/>
          <a:chExt cx="0" cy="0"/>
        </a:xfrm>
      </p:grpSpPr>
      <p:sp>
        <p:nvSpPr>
          <p:cNvPr id="117" name="Google Shape;117;p13"/>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Lato"/>
              <a:ea typeface="Lato"/>
              <a:cs typeface="Lato"/>
              <a:sym typeface="Lato"/>
            </a:endParaRPr>
          </a:p>
        </p:txBody>
      </p:sp>
      <p:sp>
        <p:nvSpPr>
          <p:cNvPr id="118" name="Google Shape;118;p13"/>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19" name="Google Shape;119;p13"/>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0" name="Google Shape;120;p13"/>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1" name="Google Shape;121;p13"/>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22" name="Google Shape;122;p13"/>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3" name="Google Shape;123;p13"/>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rtl="0" algn="l">
              <a:lnSpc>
                <a:spcPct val="105000"/>
              </a:lnSpc>
              <a:spcBef>
                <a:spcPts val="0"/>
              </a:spcBef>
              <a:spcAft>
                <a:spcPts val="0"/>
              </a:spcAft>
              <a:buClr>
                <a:srgbClr val="5B5B5B"/>
              </a:buClr>
              <a:buSzPts val="1600"/>
              <a:buNone/>
              <a:defRPr sz="1600">
                <a:solidFill>
                  <a:srgbClr val="5B5B5B"/>
                </a:solidFill>
              </a:defRPr>
            </a:lvl1pPr>
            <a:lvl2pPr indent="-342900" lvl="1" marL="914400" rtl="0" algn="l">
              <a:lnSpc>
                <a:spcPct val="105000"/>
              </a:lnSpc>
              <a:spcBef>
                <a:spcPts val="1000"/>
              </a:spcBef>
              <a:spcAft>
                <a:spcPts val="0"/>
              </a:spcAft>
              <a:buClr>
                <a:srgbClr val="5B5B5B"/>
              </a:buClr>
              <a:buSzPts val="1800"/>
              <a:buChar char="•"/>
              <a:defRPr>
                <a:solidFill>
                  <a:srgbClr val="5B5B5B"/>
                </a:solidFill>
              </a:defRPr>
            </a:lvl2pPr>
            <a:lvl3pPr indent="-342900" lvl="2" marL="1371600" rtl="0" algn="l">
              <a:lnSpc>
                <a:spcPct val="105000"/>
              </a:lnSpc>
              <a:spcBef>
                <a:spcPts val="1000"/>
              </a:spcBef>
              <a:spcAft>
                <a:spcPts val="0"/>
              </a:spcAft>
              <a:buClr>
                <a:srgbClr val="5B5B5B"/>
              </a:buClr>
              <a:buSzPts val="1800"/>
              <a:buChar char="•"/>
              <a:defRPr>
                <a:solidFill>
                  <a:srgbClr val="5B5B5B"/>
                </a:solidFill>
              </a:defRPr>
            </a:lvl3pPr>
            <a:lvl4pPr indent="-342900" lvl="3" marL="1828800" rtl="0" algn="l">
              <a:lnSpc>
                <a:spcPct val="105000"/>
              </a:lnSpc>
              <a:spcBef>
                <a:spcPts val="1000"/>
              </a:spcBef>
              <a:spcAft>
                <a:spcPts val="0"/>
              </a:spcAft>
              <a:buClr>
                <a:srgbClr val="5B5B5B"/>
              </a:buClr>
              <a:buSzPts val="1800"/>
              <a:buChar char="•"/>
              <a:defRPr>
                <a:solidFill>
                  <a:srgbClr val="5B5B5B"/>
                </a:solidFill>
              </a:defRPr>
            </a:lvl4pPr>
            <a:lvl5pPr indent="-342900" lvl="4" marL="2286000" rtl="0" algn="l">
              <a:lnSpc>
                <a:spcPct val="105000"/>
              </a:lnSpc>
              <a:spcBef>
                <a:spcPts val="1000"/>
              </a:spcBef>
              <a:spcAft>
                <a:spcPts val="0"/>
              </a:spcAft>
              <a:buClr>
                <a:srgbClr val="5B5B5B"/>
              </a:buClr>
              <a:buSzPts val="1800"/>
              <a:buChar char="•"/>
              <a:defRPr>
                <a:solidFill>
                  <a:srgbClr val="5B5B5B"/>
                </a:solidFill>
              </a:defRPr>
            </a:lvl5pPr>
            <a:lvl6pPr indent="-342900" lvl="5" marL="2743200" rtl="0" algn="l">
              <a:lnSpc>
                <a:spcPct val="105000"/>
              </a:lnSpc>
              <a:spcBef>
                <a:spcPts val="1000"/>
              </a:spcBef>
              <a:spcAft>
                <a:spcPts val="0"/>
              </a:spcAft>
              <a:buClr>
                <a:srgbClr val="5B5B5B"/>
              </a:buClr>
              <a:buSzPts val="1800"/>
              <a:buChar char="•"/>
              <a:defRPr>
                <a:solidFill>
                  <a:srgbClr val="5B5B5B"/>
                </a:solidFill>
              </a:defRPr>
            </a:lvl6pPr>
            <a:lvl7pPr indent="-342900" lvl="6" marL="3200400" rtl="0" algn="l">
              <a:lnSpc>
                <a:spcPct val="105000"/>
              </a:lnSpc>
              <a:spcBef>
                <a:spcPts val="1000"/>
              </a:spcBef>
              <a:spcAft>
                <a:spcPts val="0"/>
              </a:spcAft>
              <a:buClr>
                <a:srgbClr val="5B5B5B"/>
              </a:buClr>
              <a:buSzPts val="1800"/>
              <a:buChar char="•"/>
              <a:defRPr>
                <a:solidFill>
                  <a:srgbClr val="5B5B5B"/>
                </a:solidFill>
              </a:defRPr>
            </a:lvl7pPr>
            <a:lvl8pPr indent="-342900" lvl="7" marL="3657600" rtl="0" algn="l">
              <a:lnSpc>
                <a:spcPct val="105000"/>
              </a:lnSpc>
              <a:spcBef>
                <a:spcPts val="1000"/>
              </a:spcBef>
              <a:spcAft>
                <a:spcPts val="0"/>
              </a:spcAft>
              <a:buClr>
                <a:srgbClr val="5B5B5B"/>
              </a:buClr>
              <a:buSzPts val="1800"/>
              <a:buChar char="•"/>
              <a:defRPr>
                <a:solidFill>
                  <a:srgbClr val="5B5B5B"/>
                </a:solidFill>
              </a:defRPr>
            </a:lvl8pPr>
            <a:lvl9pPr indent="-342900" lvl="8" marL="4114800" rtl="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24" name="Google Shape;124;p13"/>
          <p:cNvSpPr txBox="1"/>
          <p:nvPr>
            <p:ph type="title"/>
          </p:nvPr>
        </p:nvSpPr>
        <p:spPr>
          <a:xfrm>
            <a:off x="365755" y="274320"/>
            <a:ext cx="39789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25" name="Google Shape;125;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7" name="Google Shape;127;p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pic>
        <p:nvPicPr>
          <p:cNvPr id="128" name="Google Shape;128;p13"/>
          <p:cNvPicPr preferRelativeResize="0"/>
          <p:nvPr/>
        </p:nvPicPr>
        <p:blipFill rotWithShape="1">
          <a:blip r:embed="rId2">
            <a:alphaModFix/>
          </a:blip>
          <a:srcRect b="9584" l="13584" r="0" t="0"/>
          <a:stretch/>
        </p:blipFill>
        <p:spPr>
          <a:xfrm>
            <a:off x="4572000" y="3214250"/>
            <a:ext cx="1693648" cy="1929252"/>
          </a:xfrm>
          <a:prstGeom prst="rect">
            <a:avLst/>
          </a:prstGeom>
          <a:noFill/>
          <a:ln>
            <a:noFill/>
          </a:ln>
        </p:spPr>
      </p:pic>
      <p:sp>
        <p:nvSpPr>
          <p:cNvPr id="129" name="Google Shape;129;p13"/>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30" name="Google Shape;130;p13"/>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SzPts val="1800"/>
              <a:buChar char="•"/>
              <a:defRPr i="0" sz="1800" u="none" cap="none" strike="noStrike">
                <a:solidFill>
                  <a:schemeClr val="lt1"/>
                </a:solidFill>
              </a:defRPr>
            </a:lvl1pPr>
            <a:lvl2pPr indent="-342900" lvl="1" marL="914400" marR="0" rtl="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rtl="0" algn="l">
              <a:lnSpc>
                <a:spcPct val="115000"/>
              </a:lnSpc>
              <a:spcBef>
                <a:spcPts val="1000"/>
              </a:spcBef>
              <a:spcAft>
                <a:spcPts val="0"/>
              </a:spcAft>
              <a:buSzPts val="1400"/>
              <a:buChar char="•"/>
              <a:defRPr i="0" u="none" cap="none" strike="noStrike">
                <a:solidFill>
                  <a:schemeClr val="lt1"/>
                </a:solidFill>
              </a:defRPr>
            </a:lvl3pPr>
            <a:lvl4pPr indent="-317500" lvl="3" marL="1828800" marR="0" rtl="0" algn="l">
              <a:lnSpc>
                <a:spcPct val="115000"/>
              </a:lnSpc>
              <a:spcBef>
                <a:spcPts val="1000"/>
              </a:spcBef>
              <a:spcAft>
                <a:spcPts val="0"/>
              </a:spcAft>
              <a:buSzPts val="1400"/>
              <a:buChar char="•"/>
              <a:defRPr i="0" u="none" cap="none" strike="noStrike">
                <a:solidFill>
                  <a:schemeClr val="lt1"/>
                </a:solidFill>
              </a:defRPr>
            </a:lvl4pPr>
            <a:lvl5pPr indent="-317500" lvl="4" marL="2286000" marR="0" rtl="0" algn="l">
              <a:lnSpc>
                <a:spcPct val="115000"/>
              </a:lnSpc>
              <a:spcBef>
                <a:spcPts val="1000"/>
              </a:spcBef>
              <a:spcAft>
                <a:spcPts val="0"/>
              </a:spcAft>
              <a:buSzPts val="1400"/>
              <a:buChar char="•"/>
              <a:defRPr i="0" u="none" cap="none" strike="noStrike">
                <a:solidFill>
                  <a:schemeClr val="lt1"/>
                </a:solidFill>
              </a:defRPr>
            </a:lvl5pPr>
            <a:lvl6pPr indent="-317500" lvl="5" marL="2743200" marR="0" rtl="0" algn="l">
              <a:lnSpc>
                <a:spcPct val="115000"/>
              </a:lnSpc>
              <a:spcBef>
                <a:spcPts val="1000"/>
              </a:spcBef>
              <a:spcAft>
                <a:spcPts val="0"/>
              </a:spcAft>
              <a:buSzPts val="1400"/>
              <a:buChar char="•"/>
              <a:defRPr i="0" u="none" cap="none" strike="noStrike">
                <a:solidFill>
                  <a:schemeClr val="lt1"/>
                </a:solidFill>
              </a:defRPr>
            </a:lvl6pPr>
            <a:lvl7pPr indent="-317500" lvl="6" marL="3200400" marR="0" rtl="0" algn="l">
              <a:lnSpc>
                <a:spcPct val="115000"/>
              </a:lnSpc>
              <a:spcBef>
                <a:spcPts val="1000"/>
              </a:spcBef>
              <a:spcAft>
                <a:spcPts val="0"/>
              </a:spcAft>
              <a:buSzPts val="1400"/>
              <a:buChar char="•"/>
              <a:defRPr i="0" u="none" cap="none" strike="noStrike">
                <a:solidFill>
                  <a:schemeClr val="lt1"/>
                </a:solidFill>
              </a:defRPr>
            </a:lvl7pPr>
            <a:lvl8pPr indent="-317500" lvl="7" marL="3657600" marR="0" rtl="0" algn="l">
              <a:lnSpc>
                <a:spcPct val="115000"/>
              </a:lnSpc>
              <a:spcBef>
                <a:spcPts val="1000"/>
              </a:spcBef>
              <a:spcAft>
                <a:spcPts val="0"/>
              </a:spcAft>
              <a:buSzPts val="1400"/>
              <a:buChar char="•"/>
              <a:defRPr i="0" u="none" cap="none" strike="noStrike">
                <a:solidFill>
                  <a:schemeClr val="lt1"/>
                </a:solidFill>
              </a:defRPr>
            </a:lvl8pPr>
            <a:lvl9pPr indent="-317500" lvl="8" marL="4114800" marR="0" rtl="0" algn="l">
              <a:lnSpc>
                <a:spcPct val="115000"/>
              </a:lnSpc>
              <a:spcBef>
                <a:spcPts val="1000"/>
              </a:spcBef>
              <a:spcAft>
                <a:spcPts val="1000"/>
              </a:spcAft>
              <a:buSzPts val="1400"/>
              <a:buChar char="•"/>
              <a:defRPr i="0" u="none" cap="none" strike="noStrike">
                <a:solidFill>
                  <a:schemeClr val="lt1"/>
                </a:solidFill>
              </a:defRPr>
            </a:lvl9pPr>
          </a:lstStyle>
          <a:p/>
        </p:txBody>
      </p:sp>
      <p:sp>
        <p:nvSpPr>
          <p:cNvPr id="131" name="Google Shape;131;p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2" name="Shape 132"/>
        <p:cNvGrpSpPr/>
        <p:nvPr/>
      </p:nvGrpSpPr>
      <p:grpSpPr>
        <a:xfrm>
          <a:off x="0" y="0"/>
          <a:ext cx="0" cy="0"/>
          <a:chOff x="0" y="0"/>
          <a:chExt cx="0" cy="0"/>
        </a:xfrm>
      </p:grpSpPr>
      <p:sp>
        <p:nvSpPr>
          <p:cNvPr id="133" name="Google Shape;133;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5" name="Google Shape;135;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136" name="Shape 136"/>
        <p:cNvGrpSpPr/>
        <p:nvPr/>
      </p:nvGrpSpPr>
      <p:grpSpPr>
        <a:xfrm>
          <a:off x="0" y="0"/>
          <a:ext cx="0" cy="0"/>
          <a:chOff x="0" y="0"/>
          <a:chExt cx="0" cy="0"/>
        </a:xfrm>
      </p:grpSpPr>
      <p:grpSp>
        <p:nvGrpSpPr>
          <p:cNvPr id="137" name="Google Shape;137;p15"/>
          <p:cNvGrpSpPr/>
          <p:nvPr/>
        </p:nvGrpSpPr>
        <p:grpSpPr>
          <a:xfrm>
            <a:off x="-10" y="3770439"/>
            <a:ext cx="9143997" cy="1371564"/>
            <a:chOff x="-10" y="3735321"/>
            <a:chExt cx="9139427" cy="1408177"/>
          </a:xfrm>
        </p:grpSpPr>
        <p:pic>
          <p:nvPicPr>
            <p:cNvPr id="138" name="Google Shape;138;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39" name="Google Shape;139;p15"/>
            <p:cNvPicPr preferRelativeResize="0"/>
            <p:nvPr/>
          </p:nvPicPr>
          <p:blipFill rotWithShape="1">
            <a:blip r:embed="rId3">
              <a:alphaModFix/>
            </a:blip>
            <a:srcRect b="139" l="0" r="0" t="139"/>
            <a:stretch/>
          </p:blipFill>
          <p:spPr>
            <a:xfrm>
              <a:off x="3049515" y="3735321"/>
              <a:ext cx="3044952" cy="1408177"/>
            </a:xfrm>
            <a:prstGeom prst="rect">
              <a:avLst/>
            </a:prstGeom>
            <a:noFill/>
            <a:ln>
              <a:noFill/>
            </a:ln>
          </p:spPr>
        </p:pic>
        <p:pic>
          <p:nvPicPr>
            <p:cNvPr id="140" name="Google Shape;140;p15"/>
            <p:cNvPicPr preferRelativeResize="0"/>
            <p:nvPr/>
          </p:nvPicPr>
          <p:blipFill rotWithShape="1">
            <a:blip r:embed="rId4">
              <a:alphaModFix/>
            </a:blip>
            <a:srcRect b="139" l="0" r="0" t="139"/>
            <a:stretch/>
          </p:blipFill>
          <p:spPr>
            <a:xfrm>
              <a:off x="6094465" y="3735321"/>
              <a:ext cx="3044952" cy="1408177"/>
            </a:xfrm>
            <a:prstGeom prst="rect">
              <a:avLst/>
            </a:prstGeom>
            <a:noFill/>
            <a:ln>
              <a:noFill/>
            </a:ln>
          </p:spPr>
        </p:pic>
      </p:grpSp>
      <p:grpSp>
        <p:nvGrpSpPr>
          <p:cNvPr id="141" name="Google Shape;141;p15"/>
          <p:cNvGrpSpPr/>
          <p:nvPr/>
        </p:nvGrpSpPr>
        <p:grpSpPr>
          <a:xfrm>
            <a:off x="-10" y="3770439"/>
            <a:ext cx="9143997" cy="1371564"/>
            <a:chOff x="-10" y="3735321"/>
            <a:chExt cx="9139427" cy="1408177"/>
          </a:xfrm>
        </p:grpSpPr>
        <p:pic>
          <p:nvPicPr>
            <p:cNvPr id="142" name="Google Shape;142;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3" name="Google Shape;143;p15"/>
            <p:cNvPicPr preferRelativeResize="0"/>
            <p:nvPr/>
          </p:nvPicPr>
          <p:blipFill rotWithShape="1">
            <a:blip r:embed="rId3">
              <a:alphaModFix/>
            </a:blip>
            <a:srcRect b="139" l="0" r="0" t="139"/>
            <a:stretch/>
          </p:blipFill>
          <p:spPr>
            <a:xfrm>
              <a:off x="3049515" y="3735321"/>
              <a:ext cx="3044952" cy="1408177"/>
            </a:xfrm>
            <a:prstGeom prst="rect">
              <a:avLst/>
            </a:prstGeom>
            <a:noFill/>
            <a:ln>
              <a:noFill/>
            </a:ln>
          </p:spPr>
        </p:pic>
        <p:pic>
          <p:nvPicPr>
            <p:cNvPr id="144" name="Google Shape;144;p15"/>
            <p:cNvPicPr preferRelativeResize="0"/>
            <p:nvPr/>
          </p:nvPicPr>
          <p:blipFill rotWithShape="1">
            <a:blip r:embed="rId4">
              <a:alphaModFix/>
            </a:blip>
            <a:srcRect b="139" l="0" r="0" t="139"/>
            <a:stretch/>
          </p:blipFill>
          <p:spPr>
            <a:xfrm>
              <a:off x="6094465" y="3735321"/>
              <a:ext cx="3044952" cy="1408177"/>
            </a:xfrm>
            <a:prstGeom prst="rect">
              <a:avLst/>
            </a:prstGeom>
            <a:noFill/>
            <a:ln>
              <a:noFill/>
            </a:ln>
          </p:spPr>
        </p:pic>
      </p:grpSp>
      <p:sp>
        <p:nvSpPr>
          <p:cNvPr id="145" name="Google Shape;145;p1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46" name="Google Shape;146;p15"/>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 name="Google Shape;147;p15"/>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8" name="Google Shape;148;p1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49" name="Google Shape;149;p15"/>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rtl="0">
              <a:lnSpc>
                <a:spcPct val="85000"/>
              </a:lnSpc>
              <a:spcBef>
                <a:spcPts val="0"/>
              </a:spcBef>
              <a:spcAft>
                <a:spcPts val="0"/>
              </a:spcAft>
              <a:buClr>
                <a:schemeClr val="dk1"/>
              </a:buClr>
              <a:buSzPts val="4400"/>
              <a:buNone/>
              <a:defRPr i="0" sz="4400" u="none" cap="none" strike="noStrike">
                <a:solidFill>
                  <a:schemeClr val="dk1"/>
                </a:solidFill>
              </a:defRPr>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50" name="Shape 150"/>
        <p:cNvGrpSpPr/>
        <p:nvPr/>
      </p:nvGrpSpPr>
      <p:grpSpPr>
        <a:xfrm>
          <a:off x="0" y="0"/>
          <a:ext cx="0" cy="0"/>
          <a:chOff x="0" y="0"/>
          <a:chExt cx="0" cy="0"/>
        </a:xfrm>
      </p:grpSpPr>
      <p:grpSp>
        <p:nvGrpSpPr>
          <p:cNvPr id="151" name="Google Shape;151;p16"/>
          <p:cNvGrpSpPr/>
          <p:nvPr/>
        </p:nvGrpSpPr>
        <p:grpSpPr>
          <a:xfrm>
            <a:off x="-2" y="2914850"/>
            <a:ext cx="9143627" cy="2228425"/>
            <a:chOff x="-834856" y="2711517"/>
            <a:chExt cx="9978858" cy="2431981"/>
          </a:xfrm>
        </p:grpSpPr>
        <p:pic>
          <p:nvPicPr>
            <p:cNvPr id="152" name="Google Shape;152;p16"/>
            <p:cNvPicPr preferRelativeResize="0"/>
            <p:nvPr/>
          </p:nvPicPr>
          <p:blipFill rotWithShape="1">
            <a:blip r:embed="rId2">
              <a:alphaModFix amt="85000"/>
            </a:blip>
            <a:srcRect b="30782" l="45992" r="0" t="24707"/>
            <a:stretch/>
          </p:blipFill>
          <p:spPr>
            <a:xfrm>
              <a:off x="-834856" y="2711517"/>
              <a:ext cx="3540541" cy="2431980"/>
            </a:xfrm>
            <a:prstGeom prst="rect">
              <a:avLst/>
            </a:prstGeom>
            <a:noFill/>
            <a:ln>
              <a:noFill/>
            </a:ln>
          </p:spPr>
        </p:pic>
        <p:pic>
          <p:nvPicPr>
            <p:cNvPr id="153" name="Google Shape;153;p16"/>
            <p:cNvPicPr preferRelativeResize="0"/>
            <p:nvPr/>
          </p:nvPicPr>
          <p:blipFill rotWithShape="1">
            <a:blip r:embed="rId3">
              <a:alphaModFix amt="85000"/>
            </a:blip>
            <a:srcRect b="30786" l="0" r="1931" t="25271"/>
            <a:stretch/>
          </p:blipFill>
          <p:spPr>
            <a:xfrm>
              <a:off x="2715550" y="2742300"/>
              <a:ext cx="6428452" cy="2401198"/>
            </a:xfrm>
            <a:prstGeom prst="rect">
              <a:avLst/>
            </a:prstGeom>
            <a:noFill/>
            <a:ln>
              <a:noFill/>
            </a:ln>
          </p:spPr>
        </p:pic>
      </p:grpSp>
      <p:sp>
        <p:nvSpPr>
          <p:cNvPr id="154" name="Google Shape;154;p1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55" name="Google Shape;155;p16"/>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156" name="Google Shape;156;p1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7" name="Google Shape;157;p1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8" name="Google Shape;158;p1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59" name="Shape 159"/>
        <p:cNvGrpSpPr/>
        <p:nvPr/>
      </p:nvGrpSpPr>
      <p:grpSpPr>
        <a:xfrm>
          <a:off x="0" y="0"/>
          <a:ext cx="0" cy="0"/>
          <a:chOff x="0" y="0"/>
          <a:chExt cx="0" cy="0"/>
        </a:xfrm>
      </p:grpSpPr>
      <p:grpSp>
        <p:nvGrpSpPr>
          <p:cNvPr id="160" name="Google Shape;160;p17"/>
          <p:cNvGrpSpPr/>
          <p:nvPr/>
        </p:nvGrpSpPr>
        <p:grpSpPr>
          <a:xfrm rot="-5400000">
            <a:off x="5223451" y="1196298"/>
            <a:ext cx="5164226" cy="2747927"/>
            <a:chOff x="1155183" y="3814094"/>
            <a:chExt cx="3118306" cy="1659276"/>
          </a:xfrm>
        </p:grpSpPr>
        <p:pic>
          <p:nvPicPr>
            <p:cNvPr id="161" name="Google Shape;161;p17"/>
            <p:cNvPicPr preferRelativeResize="0"/>
            <p:nvPr/>
          </p:nvPicPr>
          <p:blipFill rotWithShape="1">
            <a:blip r:embed="rId2">
              <a:alphaModFix/>
            </a:blip>
            <a:srcRect b="10228" l="37919" r="0" t="24705"/>
            <a:stretch/>
          </p:blipFill>
          <p:spPr>
            <a:xfrm>
              <a:off x="1155183" y="3814094"/>
              <a:ext cx="1891297" cy="1652133"/>
            </a:xfrm>
            <a:prstGeom prst="rect">
              <a:avLst/>
            </a:prstGeom>
            <a:noFill/>
            <a:ln>
              <a:noFill/>
            </a:ln>
          </p:spPr>
        </p:pic>
        <p:pic>
          <p:nvPicPr>
            <p:cNvPr id="162" name="Google Shape;162;p1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63" name="Google Shape;163;p1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64" name="Google Shape;164;p17"/>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rtl="0">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rtl="0">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rtl="0">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rtl="0">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rtl="0">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rtl="0">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165" name="Google Shape;165;p1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6" name="Google Shape;166;p1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7" name="Google Shape;167;p1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68" name="Shape 168"/>
        <p:cNvGrpSpPr/>
        <p:nvPr/>
      </p:nvGrpSpPr>
      <p:grpSpPr>
        <a:xfrm>
          <a:off x="0" y="0"/>
          <a:ext cx="0" cy="0"/>
          <a:chOff x="0" y="0"/>
          <a:chExt cx="0" cy="0"/>
        </a:xfrm>
      </p:grpSpPr>
      <p:sp>
        <p:nvSpPr>
          <p:cNvPr id="169" name="Google Shape;169;p1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70" name="Google Shape;170;p18"/>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rtl="0">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71" name="Google Shape;171;p1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2" name="Google Shape;172;p1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3" name="Google Shape;173;p1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74" name="Shape 174"/>
        <p:cNvGrpSpPr/>
        <p:nvPr/>
      </p:nvGrpSpPr>
      <p:grpSpPr>
        <a:xfrm>
          <a:off x="0" y="0"/>
          <a:ext cx="0" cy="0"/>
          <a:chOff x="0" y="0"/>
          <a:chExt cx="0" cy="0"/>
        </a:xfrm>
      </p:grpSpPr>
      <p:grpSp>
        <p:nvGrpSpPr>
          <p:cNvPr id="175" name="Google Shape;175;p19"/>
          <p:cNvGrpSpPr/>
          <p:nvPr/>
        </p:nvGrpSpPr>
        <p:grpSpPr>
          <a:xfrm rot="-5400000">
            <a:off x="3113903" y="1996926"/>
            <a:ext cx="5157146" cy="1163295"/>
            <a:chOff x="49487" y="3735321"/>
            <a:chExt cx="6094477" cy="1408177"/>
          </a:xfrm>
        </p:grpSpPr>
        <p:pic>
          <p:nvPicPr>
            <p:cNvPr id="176" name="Google Shape;176;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77" name="Google Shape;177;p19"/>
            <p:cNvPicPr preferRelativeResize="0"/>
            <p:nvPr/>
          </p:nvPicPr>
          <p:blipFill rotWithShape="1">
            <a:blip r:embed="rId3">
              <a:alphaModFix/>
            </a:blip>
            <a:srcRect b="139" l="0" r="0" t="139"/>
            <a:stretch/>
          </p:blipFill>
          <p:spPr>
            <a:xfrm>
              <a:off x="3099012" y="3735321"/>
              <a:ext cx="3044952" cy="1408177"/>
            </a:xfrm>
            <a:prstGeom prst="rect">
              <a:avLst/>
            </a:prstGeom>
            <a:noFill/>
            <a:ln>
              <a:noFill/>
            </a:ln>
          </p:spPr>
        </p:pic>
      </p:grpSp>
      <p:grpSp>
        <p:nvGrpSpPr>
          <p:cNvPr id="178" name="Google Shape;178;p19"/>
          <p:cNvGrpSpPr/>
          <p:nvPr/>
        </p:nvGrpSpPr>
        <p:grpSpPr>
          <a:xfrm rot="-5400000">
            <a:off x="3113903" y="1996926"/>
            <a:ext cx="5157146" cy="1163295"/>
            <a:chOff x="49487" y="3735321"/>
            <a:chExt cx="6094477" cy="1408177"/>
          </a:xfrm>
        </p:grpSpPr>
        <p:pic>
          <p:nvPicPr>
            <p:cNvPr id="179" name="Google Shape;179;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80" name="Google Shape;180;p19"/>
            <p:cNvPicPr preferRelativeResize="0"/>
            <p:nvPr/>
          </p:nvPicPr>
          <p:blipFill rotWithShape="1">
            <a:blip r:embed="rId3">
              <a:alphaModFix/>
            </a:blip>
            <a:srcRect b="139" l="0" r="0" t="139"/>
            <a:stretch/>
          </p:blipFill>
          <p:spPr>
            <a:xfrm>
              <a:off x="3099012" y="3735321"/>
              <a:ext cx="3044952" cy="1408177"/>
            </a:xfrm>
            <a:prstGeom prst="rect">
              <a:avLst/>
            </a:prstGeom>
            <a:noFill/>
            <a:ln>
              <a:noFill/>
            </a:ln>
          </p:spPr>
        </p:pic>
      </p:grpSp>
      <p:sp>
        <p:nvSpPr>
          <p:cNvPr id="181" name="Google Shape;181;p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1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83" name="Google Shape;183;p19"/>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4" name="Google Shape;184;p1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5" name="Google Shape;185;p1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6" name="Google Shape;186;p1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88" name="Shape 188"/>
        <p:cNvGrpSpPr/>
        <p:nvPr/>
      </p:nvGrpSpPr>
      <p:grpSpPr>
        <a:xfrm>
          <a:off x="0" y="0"/>
          <a:ext cx="0" cy="0"/>
          <a:chOff x="0" y="0"/>
          <a:chExt cx="0" cy="0"/>
        </a:xfrm>
      </p:grpSpPr>
      <p:sp>
        <p:nvSpPr>
          <p:cNvPr id="189" name="Google Shape;189;p2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190" name="Google Shape;190;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191" name="Google Shape;191;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92" name="Shape 192"/>
        <p:cNvGrpSpPr/>
        <p:nvPr/>
      </p:nvGrpSpPr>
      <p:grpSpPr>
        <a:xfrm>
          <a:off x="0" y="0"/>
          <a:ext cx="0" cy="0"/>
          <a:chOff x="0" y="0"/>
          <a:chExt cx="0" cy="0"/>
        </a:xfrm>
      </p:grpSpPr>
      <p:sp>
        <p:nvSpPr>
          <p:cNvPr id="193" name="Google Shape;193;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194" name="Google Shape;194;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195" name="Google Shape;195;p2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96" name="Google Shape;196;p2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97" name="Google Shape;197;p2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98" name="Shape 198"/>
        <p:cNvGrpSpPr/>
        <p:nvPr/>
      </p:nvGrpSpPr>
      <p:grpSpPr>
        <a:xfrm>
          <a:off x="0" y="0"/>
          <a:ext cx="0" cy="0"/>
          <a:chOff x="0" y="0"/>
          <a:chExt cx="0" cy="0"/>
        </a:xfrm>
      </p:grpSpPr>
      <p:grpSp>
        <p:nvGrpSpPr>
          <p:cNvPr id="199" name="Google Shape;199;p22"/>
          <p:cNvGrpSpPr/>
          <p:nvPr/>
        </p:nvGrpSpPr>
        <p:grpSpPr>
          <a:xfrm>
            <a:off x="-10" y="3770439"/>
            <a:ext cx="9143997" cy="1371564"/>
            <a:chOff x="-10" y="3735321"/>
            <a:chExt cx="9139427" cy="1408177"/>
          </a:xfrm>
        </p:grpSpPr>
        <p:pic>
          <p:nvPicPr>
            <p:cNvPr id="200" name="Google Shape;200;p2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201" name="Google Shape;201;p22"/>
            <p:cNvPicPr preferRelativeResize="0"/>
            <p:nvPr/>
          </p:nvPicPr>
          <p:blipFill rotWithShape="1">
            <a:blip r:embed="rId3">
              <a:alphaModFix amt="72000"/>
            </a:blip>
            <a:srcRect b="139" l="0" r="0" t="139"/>
            <a:stretch/>
          </p:blipFill>
          <p:spPr>
            <a:xfrm>
              <a:off x="3049515" y="3735321"/>
              <a:ext cx="3044952" cy="1408177"/>
            </a:xfrm>
            <a:prstGeom prst="rect">
              <a:avLst/>
            </a:prstGeom>
            <a:noFill/>
            <a:ln>
              <a:noFill/>
            </a:ln>
          </p:spPr>
        </p:pic>
        <p:pic>
          <p:nvPicPr>
            <p:cNvPr id="202" name="Google Shape;202;p22"/>
            <p:cNvPicPr preferRelativeResize="0"/>
            <p:nvPr/>
          </p:nvPicPr>
          <p:blipFill rotWithShape="1">
            <a:blip r:embed="rId4">
              <a:alphaModFix amt="72000"/>
            </a:blip>
            <a:srcRect b="139" l="0" r="0" t="139"/>
            <a:stretch/>
          </p:blipFill>
          <p:spPr>
            <a:xfrm>
              <a:off x="6094465" y="3735321"/>
              <a:ext cx="3044952" cy="1408177"/>
            </a:xfrm>
            <a:prstGeom prst="rect">
              <a:avLst/>
            </a:prstGeom>
            <a:noFill/>
            <a:ln>
              <a:noFill/>
            </a:ln>
          </p:spPr>
        </p:pic>
      </p:grpSp>
      <p:sp>
        <p:nvSpPr>
          <p:cNvPr id="203" name="Google Shape;203;p2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04" name="Google Shape;204;p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5" name="Google Shape;205;p2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206" name="Shape 206"/>
        <p:cNvGrpSpPr/>
        <p:nvPr/>
      </p:nvGrpSpPr>
      <p:grpSpPr>
        <a:xfrm>
          <a:off x="0" y="0"/>
          <a:ext cx="0" cy="0"/>
          <a:chOff x="0" y="0"/>
          <a:chExt cx="0" cy="0"/>
        </a:xfrm>
      </p:grpSpPr>
      <p:sp>
        <p:nvSpPr>
          <p:cNvPr id="207" name="Google Shape;207;p2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08" name="Google Shape;208;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09" name="Google Shape;209;p23"/>
          <p:cNvGrpSpPr/>
          <p:nvPr/>
        </p:nvGrpSpPr>
        <p:grpSpPr>
          <a:xfrm>
            <a:off x="4" y="1803975"/>
            <a:ext cx="9143996" cy="3339526"/>
            <a:chOff x="4" y="1803975"/>
            <a:chExt cx="9143996" cy="3339526"/>
          </a:xfrm>
        </p:grpSpPr>
        <p:pic>
          <p:nvPicPr>
            <p:cNvPr id="210" name="Google Shape;210;p23"/>
            <p:cNvPicPr preferRelativeResize="0"/>
            <p:nvPr/>
          </p:nvPicPr>
          <p:blipFill rotWithShape="1">
            <a:blip r:embed="rId2">
              <a:alphaModFix amt="57000"/>
            </a:blip>
            <a:srcRect b="34253" l="32605" r="0" t="0"/>
            <a:stretch/>
          </p:blipFill>
          <p:spPr>
            <a:xfrm flipH="1">
              <a:off x="5036874" y="1804050"/>
              <a:ext cx="4107126" cy="3339451"/>
            </a:xfrm>
            <a:prstGeom prst="rect">
              <a:avLst/>
            </a:prstGeom>
            <a:noFill/>
            <a:ln>
              <a:noFill/>
            </a:ln>
          </p:spPr>
        </p:pic>
        <p:pic>
          <p:nvPicPr>
            <p:cNvPr id="211" name="Google Shape;211;p23"/>
            <p:cNvPicPr preferRelativeResize="0"/>
            <p:nvPr/>
          </p:nvPicPr>
          <p:blipFill rotWithShape="1">
            <a:blip r:embed="rId3">
              <a:alphaModFix amt="57000"/>
            </a:blip>
            <a:srcRect b="34258" l="0" r="17498" t="0"/>
            <a:stretch/>
          </p:blipFill>
          <p:spPr>
            <a:xfrm flipH="1">
              <a:off x="4" y="1803975"/>
              <a:ext cx="5027748" cy="3339451"/>
            </a:xfrm>
            <a:prstGeom prst="rect">
              <a:avLst/>
            </a:prstGeom>
            <a:noFill/>
            <a:ln>
              <a:noFill/>
            </a:ln>
          </p:spPr>
        </p:pic>
      </p:grpSp>
      <p:sp>
        <p:nvSpPr>
          <p:cNvPr id="212" name="Google Shape;212;p2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13" name="Shape 213"/>
        <p:cNvGrpSpPr/>
        <p:nvPr/>
      </p:nvGrpSpPr>
      <p:grpSpPr>
        <a:xfrm>
          <a:off x="0" y="0"/>
          <a:ext cx="0" cy="0"/>
          <a:chOff x="0" y="0"/>
          <a:chExt cx="0" cy="0"/>
        </a:xfrm>
      </p:grpSpPr>
      <p:sp>
        <p:nvSpPr>
          <p:cNvPr id="214" name="Google Shape;214;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15" name="Google Shape;215;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16" name="Google Shape;216;p24"/>
          <p:cNvGrpSpPr/>
          <p:nvPr/>
        </p:nvGrpSpPr>
        <p:grpSpPr>
          <a:xfrm rot="-5400000">
            <a:off x="5223451" y="1196298"/>
            <a:ext cx="5164226" cy="2747927"/>
            <a:chOff x="1155183" y="3814094"/>
            <a:chExt cx="3118306" cy="1659276"/>
          </a:xfrm>
        </p:grpSpPr>
        <p:pic>
          <p:nvPicPr>
            <p:cNvPr id="217" name="Google Shape;217;p24"/>
            <p:cNvPicPr preferRelativeResize="0"/>
            <p:nvPr/>
          </p:nvPicPr>
          <p:blipFill rotWithShape="1">
            <a:blip r:embed="rId2">
              <a:alphaModFix amt="58000"/>
            </a:blip>
            <a:srcRect b="10228" l="37919" r="0" t="24705"/>
            <a:stretch/>
          </p:blipFill>
          <p:spPr>
            <a:xfrm>
              <a:off x="1155183" y="3814094"/>
              <a:ext cx="1891297" cy="1652133"/>
            </a:xfrm>
            <a:prstGeom prst="rect">
              <a:avLst/>
            </a:prstGeom>
            <a:noFill/>
            <a:ln>
              <a:noFill/>
            </a:ln>
          </p:spPr>
        </p:pic>
        <p:pic>
          <p:nvPicPr>
            <p:cNvPr id="218" name="Google Shape;218;p2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219" name="Google Shape;219;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220" name="Shape 220"/>
        <p:cNvGrpSpPr/>
        <p:nvPr/>
      </p:nvGrpSpPr>
      <p:grpSpPr>
        <a:xfrm>
          <a:off x="0" y="0"/>
          <a:ext cx="0" cy="0"/>
          <a:chOff x="0" y="0"/>
          <a:chExt cx="0" cy="0"/>
        </a:xfrm>
      </p:grpSpPr>
      <p:sp>
        <p:nvSpPr>
          <p:cNvPr id="221" name="Google Shape;221;p2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22" name="Google Shape;222;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23" name="Google Shape;22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4" name="Google Shape;224;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25" name="Google Shape;225;p25"/>
          <p:cNvGrpSpPr/>
          <p:nvPr/>
        </p:nvGrpSpPr>
        <p:grpSpPr>
          <a:xfrm>
            <a:off x="457209" y="474129"/>
            <a:ext cx="1177786" cy="857849"/>
            <a:chOff x="865451" y="2114550"/>
            <a:chExt cx="3399093" cy="2475755"/>
          </a:xfrm>
        </p:grpSpPr>
        <p:sp>
          <p:nvSpPr>
            <p:cNvPr id="226" name="Google Shape;226;p2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 name="Google Shape;227;p2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28" name="Google Shape;228;p25"/>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29" name="Shape 229"/>
        <p:cNvGrpSpPr/>
        <p:nvPr/>
      </p:nvGrpSpPr>
      <p:grpSpPr>
        <a:xfrm>
          <a:off x="0" y="0"/>
          <a:ext cx="0" cy="0"/>
          <a:chOff x="0" y="0"/>
          <a:chExt cx="0" cy="0"/>
        </a:xfrm>
      </p:grpSpPr>
      <p:sp>
        <p:nvSpPr>
          <p:cNvPr id="230" name="Google Shape;230;p2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dk1"/>
              </a:buClr>
              <a:buSzPts val="4200"/>
              <a:buNone/>
              <a:defRPr b="1" sz="4200" cap="none">
                <a:solidFill>
                  <a:schemeClr val="dk1"/>
                </a:solidFill>
              </a:defRPr>
            </a:lvl1pPr>
            <a:lvl2pPr indent="-342900" lvl="1" marL="914400" rtl="0">
              <a:lnSpc>
                <a:spcPct val="100000"/>
              </a:lnSpc>
              <a:spcBef>
                <a:spcPts val="1000"/>
              </a:spcBef>
              <a:spcAft>
                <a:spcPts val="0"/>
              </a:spcAft>
              <a:buClr>
                <a:schemeClr val="dk1"/>
              </a:buClr>
              <a:buSzPts val="1800"/>
              <a:buChar char="•"/>
              <a:defRPr>
                <a:solidFill>
                  <a:schemeClr val="dk1"/>
                </a:solidFill>
              </a:defRPr>
            </a:lvl2pPr>
            <a:lvl3pPr indent="-342900" lvl="2" marL="1371600" rtl="0">
              <a:lnSpc>
                <a:spcPct val="100000"/>
              </a:lnSpc>
              <a:spcBef>
                <a:spcPts val="1000"/>
              </a:spcBef>
              <a:spcAft>
                <a:spcPts val="0"/>
              </a:spcAft>
              <a:buClr>
                <a:schemeClr val="dk1"/>
              </a:buClr>
              <a:buSzPts val="1800"/>
              <a:buChar char="•"/>
              <a:defRPr>
                <a:solidFill>
                  <a:schemeClr val="dk1"/>
                </a:solidFill>
              </a:defRPr>
            </a:lvl3pPr>
            <a:lvl4pPr indent="-342900" lvl="3" marL="1828800" rtl="0">
              <a:lnSpc>
                <a:spcPct val="100000"/>
              </a:lnSpc>
              <a:spcBef>
                <a:spcPts val="1000"/>
              </a:spcBef>
              <a:spcAft>
                <a:spcPts val="0"/>
              </a:spcAft>
              <a:buClr>
                <a:schemeClr val="dk1"/>
              </a:buClr>
              <a:buSzPts val="1800"/>
              <a:buChar char="•"/>
              <a:defRPr>
                <a:solidFill>
                  <a:schemeClr val="dk1"/>
                </a:solidFill>
              </a:defRPr>
            </a:lvl4pPr>
            <a:lvl5pPr indent="-342900" lvl="4" marL="2286000" rtl="0">
              <a:lnSpc>
                <a:spcPct val="100000"/>
              </a:lnSpc>
              <a:spcBef>
                <a:spcPts val="1000"/>
              </a:spcBef>
              <a:spcAft>
                <a:spcPts val="0"/>
              </a:spcAft>
              <a:buClr>
                <a:schemeClr val="dk1"/>
              </a:buClr>
              <a:buSzPts val="1800"/>
              <a:buChar char="•"/>
              <a:defRPr>
                <a:solidFill>
                  <a:schemeClr val="dk1"/>
                </a:solidFill>
              </a:defRPr>
            </a:lvl5pPr>
            <a:lvl6pPr indent="-342900" lvl="5" marL="2743200" rtl="0">
              <a:lnSpc>
                <a:spcPct val="100000"/>
              </a:lnSpc>
              <a:spcBef>
                <a:spcPts val="1000"/>
              </a:spcBef>
              <a:spcAft>
                <a:spcPts val="0"/>
              </a:spcAft>
              <a:buClr>
                <a:schemeClr val="dk1"/>
              </a:buClr>
              <a:buSzPts val="1800"/>
              <a:buChar char="•"/>
              <a:defRPr>
                <a:solidFill>
                  <a:schemeClr val="dk1"/>
                </a:solidFill>
              </a:defRPr>
            </a:lvl6pPr>
            <a:lvl7pPr indent="-342900" lvl="6" marL="3200400" rtl="0">
              <a:lnSpc>
                <a:spcPct val="100000"/>
              </a:lnSpc>
              <a:spcBef>
                <a:spcPts val="1000"/>
              </a:spcBef>
              <a:spcAft>
                <a:spcPts val="0"/>
              </a:spcAft>
              <a:buClr>
                <a:schemeClr val="dk1"/>
              </a:buClr>
              <a:buSzPts val="1800"/>
              <a:buChar char="•"/>
              <a:defRPr>
                <a:solidFill>
                  <a:schemeClr val="dk1"/>
                </a:solidFill>
              </a:defRPr>
            </a:lvl7pPr>
            <a:lvl8pPr indent="-342900" lvl="7" marL="3657600" rtl="0">
              <a:lnSpc>
                <a:spcPct val="100000"/>
              </a:lnSpc>
              <a:spcBef>
                <a:spcPts val="1000"/>
              </a:spcBef>
              <a:spcAft>
                <a:spcPts val="0"/>
              </a:spcAft>
              <a:buClr>
                <a:schemeClr val="dk1"/>
              </a:buClr>
              <a:buSzPts val="1800"/>
              <a:buChar char="•"/>
              <a:defRPr>
                <a:solidFill>
                  <a:schemeClr val="dk1"/>
                </a:solidFill>
              </a:defRPr>
            </a:lvl8pPr>
            <a:lvl9pPr indent="-342900" lvl="8" marL="4114800" rtl="0">
              <a:lnSpc>
                <a:spcPct val="100000"/>
              </a:lnSpc>
              <a:spcBef>
                <a:spcPts val="1000"/>
              </a:spcBef>
              <a:spcAft>
                <a:spcPts val="1000"/>
              </a:spcAft>
              <a:buClr>
                <a:schemeClr val="dk1"/>
              </a:buClr>
              <a:buSzPts val="1800"/>
              <a:buChar char="•"/>
              <a:defRPr>
                <a:solidFill>
                  <a:schemeClr val="dk1"/>
                </a:solidFill>
              </a:defRPr>
            </a:lvl9pPr>
          </a:lstStyle>
          <a:p/>
        </p:txBody>
      </p:sp>
      <p:grpSp>
        <p:nvGrpSpPr>
          <p:cNvPr id="231" name="Google Shape;231;p26"/>
          <p:cNvGrpSpPr/>
          <p:nvPr/>
        </p:nvGrpSpPr>
        <p:grpSpPr>
          <a:xfrm>
            <a:off x="457209" y="474129"/>
            <a:ext cx="1177786" cy="857849"/>
            <a:chOff x="865451" y="2114550"/>
            <a:chExt cx="3399093" cy="2475755"/>
          </a:xfrm>
        </p:grpSpPr>
        <p:sp>
          <p:nvSpPr>
            <p:cNvPr id="232" name="Google Shape;232;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 name="Google Shape;233;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34" name="Google Shape;234;p26"/>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600"/>
              <a:buNone/>
              <a:defRPr b="1" sz="1600">
                <a:solidFill>
                  <a:srgbClr val="5B5B5B"/>
                </a:solidFill>
              </a:defRPr>
            </a:lvl1pPr>
            <a:lvl2pPr lvl="1" rtl="0">
              <a:spcBef>
                <a:spcPts val="1000"/>
              </a:spcBef>
              <a:spcAft>
                <a:spcPts val="0"/>
              </a:spcAft>
              <a:buClr>
                <a:srgbClr val="5B5B5B"/>
              </a:buClr>
              <a:buSzPts val="1800"/>
              <a:buNone/>
              <a:defRPr b="1">
                <a:solidFill>
                  <a:srgbClr val="5B5B5B"/>
                </a:solidFill>
              </a:defRPr>
            </a:lvl2pPr>
            <a:lvl3pPr lvl="2" rtl="0">
              <a:spcBef>
                <a:spcPts val="1000"/>
              </a:spcBef>
              <a:spcAft>
                <a:spcPts val="0"/>
              </a:spcAft>
              <a:buClr>
                <a:srgbClr val="5B5B5B"/>
              </a:buClr>
              <a:buSzPts val="1400"/>
              <a:buNone/>
              <a:defRPr b="1">
                <a:solidFill>
                  <a:srgbClr val="5B5B5B"/>
                </a:solidFill>
              </a:defRPr>
            </a:lvl3pPr>
            <a:lvl4pPr lvl="3" rtl="0">
              <a:spcBef>
                <a:spcPts val="1000"/>
              </a:spcBef>
              <a:spcAft>
                <a:spcPts val="0"/>
              </a:spcAft>
              <a:buClr>
                <a:srgbClr val="5B5B5B"/>
              </a:buClr>
              <a:buSzPts val="1400"/>
              <a:buNone/>
              <a:defRPr b="1">
                <a:solidFill>
                  <a:srgbClr val="5B5B5B"/>
                </a:solidFill>
              </a:defRPr>
            </a:lvl4pPr>
            <a:lvl5pPr lvl="4" rtl="0">
              <a:spcBef>
                <a:spcPts val="1000"/>
              </a:spcBef>
              <a:spcAft>
                <a:spcPts val="0"/>
              </a:spcAft>
              <a:buClr>
                <a:srgbClr val="5B5B5B"/>
              </a:buClr>
              <a:buSzPts val="1400"/>
              <a:buNone/>
              <a:defRPr b="1">
                <a:solidFill>
                  <a:srgbClr val="5B5B5B"/>
                </a:solidFill>
              </a:defRPr>
            </a:lvl5pPr>
            <a:lvl6pPr lvl="5" rtl="0">
              <a:spcBef>
                <a:spcPts val="1000"/>
              </a:spcBef>
              <a:spcAft>
                <a:spcPts val="0"/>
              </a:spcAft>
              <a:buClr>
                <a:srgbClr val="5B5B5B"/>
              </a:buClr>
              <a:buSzPts val="1400"/>
              <a:buNone/>
              <a:defRPr b="1">
                <a:solidFill>
                  <a:srgbClr val="5B5B5B"/>
                </a:solidFill>
              </a:defRPr>
            </a:lvl6pPr>
            <a:lvl7pPr lvl="6" rtl="0">
              <a:spcBef>
                <a:spcPts val="1000"/>
              </a:spcBef>
              <a:spcAft>
                <a:spcPts val="0"/>
              </a:spcAft>
              <a:buClr>
                <a:srgbClr val="5B5B5B"/>
              </a:buClr>
              <a:buSzPts val="1400"/>
              <a:buNone/>
              <a:defRPr b="1">
                <a:solidFill>
                  <a:srgbClr val="5B5B5B"/>
                </a:solidFill>
              </a:defRPr>
            </a:lvl7pPr>
            <a:lvl8pPr lvl="7" rtl="0">
              <a:spcBef>
                <a:spcPts val="1000"/>
              </a:spcBef>
              <a:spcAft>
                <a:spcPts val="0"/>
              </a:spcAft>
              <a:buClr>
                <a:srgbClr val="5B5B5B"/>
              </a:buClr>
              <a:buSzPts val="1400"/>
              <a:buNone/>
              <a:defRPr b="1">
                <a:solidFill>
                  <a:srgbClr val="5B5B5B"/>
                </a:solidFill>
              </a:defRPr>
            </a:lvl8pPr>
            <a:lvl9pPr lvl="8" rtl="0">
              <a:spcBef>
                <a:spcPts val="1000"/>
              </a:spcBef>
              <a:spcAft>
                <a:spcPts val="1000"/>
              </a:spcAft>
              <a:buClr>
                <a:srgbClr val="5B5B5B"/>
              </a:buClr>
              <a:buSzPts val="1400"/>
              <a:buNone/>
              <a:defRPr b="1">
                <a:solidFill>
                  <a:srgbClr val="5B5B5B"/>
                </a:solidFill>
              </a:defRPr>
            </a:lvl9pPr>
          </a:lstStyle>
          <a:p/>
        </p:txBody>
      </p:sp>
      <p:sp>
        <p:nvSpPr>
          <p:cNvPr id="235" name="Google Shape;235;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7" name="Google Shape;237;p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38" name="Shape 238"/>
        <p:cNvGrpSpPr/>
        <p:nvPr/>
      </p:nvGrpSpPr>
      <p:grpSpPr>
        <a:xfrm>
          <a:off x="0" y="0"/>
          <a:ext cx="0" cy="0"/>
          <a:chOff x="0" y="0"/>
          <a:chExt cx="0" cy="0"/>
        </a:xfrm>
      </p:grpSpPr>
      <p:sp>
        <p:nvSpPr>
          <p:cNvPr id="239" name="Google Shape;239;p2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40" name="Google Shape;240;p2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41" name="Google Shape;241;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2" name="Google Shape;242;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43" name="Google Shape;243;p27"/>
          <p:cNvGrpSpPr/>
          <p:nvPr/>
        </p:nvGrpSpPr>
        <p:grpSpPr>
          <a:xfrm>
            <a:off x="457209" y="474129"/>
            <a:ext cx="1177786" cy="857849"/>
            <a:chOff x="865451" y="2114550"/>
            <a:chExt cx="3399093" cy="2475755"/>
          </a:xfrm>
        </p:grpSpPr>
        <p:sp>
          <p:nvSpPr>
            <p:cNvPr id="244" name="Google Shape;244;p2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 name="Google Shape;245;p2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46" name="Google Shape;246;p27"/>
          <p:cNvSpPr txBox="1"/>
          <p:nvPr>
            <p:ph idx="2" type="subTitle"/>
          </p:nvPr>
        </p:nvSpPr>
        <p:spPr>
          <a:xfrm>
            <a:off x="3017525" y="3999997"/>
            <a:ext cx="4206300" cy="6864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247"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txBox="1"/>
          <p:nvPr>
            <p:ph type="title"/>
          </p:nvPr>
        </p:nvSpPr>
        <p:spPr>
          <a:xfrm>
            <a:off x="366550" y="274323"/>
            <a:ext cx="8348400" cy="3660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p:txBody>
      </p:sp>
      <p:sp>
        <p:nvSpPr>
          <p:cNvPr id="250" name="Google Shape;250;p2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2" name="Google Shape;252;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254" name="Shape 254"/>
        <p:cNvGrpSpPr/>
        <p:nvPr/>
      </p:nvGrpSpPr>
      <p:grpSpPr>
        <a:xfrm>
          <a:off x="0" y="0"/>
          <a:ext cx="0" cy="0"/>
          <a:chOff x="0" y="0"/>
          <a:chExt cx="0" cy="0"/>
        </a:xfrm>
      </p:grpSpPr>
      <p:sp>
        <p:nvSpPr>
          <p:cNvPr id="255" name="Google Shape;255;p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56" name="Google Shape;256;p2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7" name="Google Shape;257;p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58" name="Shape 258"/>
        <p:cNvGrpSpPr/>
        <p:nvPr/>
      </p:nvGrpSpPr>
      <p:grpSpPr>
        <a:xfrm>
          <a:off x="0" y="0"/>
          <a:ext cx="0" cy="0"/>
          <a:chOff x="0" y="0"/>
          <a:chExt cx="0" cy="0"/>
        </a:xfrm>
      </p:grpSpPr>
      <p:sp>
        <p:nvSpPr>
          <p:cNvPr id="259" name="Google Shape;259;p3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60" name="Google Shape;260;p3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61" name="Google Shape;261;p3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grpSp>
        <p:nvGrpSpPr>
          <p:cNvPr id="262" name="Google Shape;262;p30"/>
          <p:cNvGrpSpPr/>
          <p:nvPr/>
        </p:nvGrpSpPr>
        <p:grpSpPr>
          <a:xfrm>
            <a:off x="-10" y="3770439"/>
            <a:ext cx="9143997" cy="1371564"/>
            <a:chOff x="-10" y="3735321"/>
            <a:chExt cx="9139427" cy="1408177"/>
          </a:xfrm>
        </p:grpSpPr>
        <p:pic>
          <p:nvPicPr>
            <p:cNvPr id="263" name="Google Shape;263;p3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64" name="Google Shape;264;p30"/>
            <p:cNvPicPr preferRelativeResize="0"/>
            <p:nvPr/>
          </p:nvPicPr>
          <p:blipFill rotWithShape="1">
            <a:blip r:embed="rId3">
              <a:alphaModFix/>
            </a:blip>
            <a:srcRect b="139" l="0" r="0" t="139"/>
            <a:stretch/>
          </p:blipFill>
          <p:spPr>
            <a:xfrm>
              <a:off x="3049515" y="3735321"/>
              <a:ext cx="3044952" cy="1408177"/>
            </a:xfrm>
            <a:prstGeom prst="rect">
              <a:avLst/>
            </a:prstGeom>
            <a:noFill/>
            <a:ln>
              <a:noFill/>
            </a:ln>
          </p:spPr>
        </p:pic>
        <p:pic>
          <p:nvPicPr>
            <p:cNvPr id="265" name="Google Shape;265;p30"/>
            <p:cNvPicPr preferRelativeResize="0"/>
            <p:nvPr/>
          </p:nvPicPr>
          <p:blipFill rotWithShape="1">
            <a:blip r:embed="rId4">
              <a:alphaModFix/>
            </a:blip>
            <a:srcRect b="139" l="0" r="0" t="139"/>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rtl="0">
              <a:lnSpc>
                <a:spcPct val="85000"/>
              </a:lnSpc>
              <a:spcBef>
                <a:spcPts val="0"/>
              </a:spcBef>
              <a:spcAft>
                <a:spcPts val="0"/>
              </a:spcAft>
              <a:buClr>
                <a:schemeClr val="dk1"/>
              </a:buClr>
              <a:buSzPts val="2600"/>
              <a:buNone/>
              <a:defRPr b="1" i="0" sz="2600" u="none" cap="none" strike="noStrike">
                <a:solidFill>
                  <a:schemeClr val="dk1"/>
                </a:solidFill>
              </a:defRPr>
            </a:lvl1pPr>
            <a:lvl2pPr lvl="1" rtl="0">
              <a:lnSpc>
                <a:spcPct val="85000"/>
              </a:lnSpc>
              <a:spcBef>
                <a:spcPts val="1000"/>
              </a:spcBef>
              <a:spcAft>
                <a:spcPts val="0"/>
              </a:spcAft>
              <a:buSzPts val="1400"/>
              <a:buNone/>
              <a:defRPr b="1" sz="1800"/>
            </a:lvl2pPr>
            <a:lvl3pPr lvl="2" rtl="0">
              <a:lnSpc>
                <a:spcPct val="85000"/>
              </a:lnSpc>
              <a:spcBef>
                <a:spcPts val="1000"/>
              </a:spcBef>
              <a:spcAft>
                <a:spcPts val="0"/>
              </a:spcAft>
              <a:buSzPts val="1400"/>
              <a:buNone/>
              <a:defRPr b="1" sz="1800"/>
            </a:lvl3pPr>
            <a:lvl4pPr lvl="3" rtl="0">
              <a:lnSpc>
                <a:spcPct val="85000"/>
              </a:lnSpc>
              <a:spcBef>
                <a:spcPts val="1000"/>
              </a:spcBef>
              <a:spcAft>
                <a:spcPts val="0"/>
              </a:spcAft>
              <a:buSzPts val="1400"/>
              <a:buNone/>
              <a:defRPr b="1" sz="1800"/>
            </a:lvl4pPr>
            <a:lvl5pPr lvl="4" rtl="0">
              <a:lnSpc>
                <a:spcPct val="85000"/>
              </a:lnSpc>
              <a:spcBef>
                <a:spcPts val="1000"/>
              </a:spcBef>
              <a:spcAft>
                <a:spcPts val="0"/>
              </a:spcAft>
              <a:buSzPts val="1400"/>
              <a:buNone/>
              <a:defRPr b="1" sz="1800"/>
            </a:lvl5pPr>
            <a:lvl6pPr lvl="5" rtl="0">
              <a:lnSpc>
                <a:spcPct val="85000"/>
              </a:lnSpc>
              <a:spcBef>
                <a:spcPts val="1000"/>
              </a:spcBef>
              <a:spcAft>
                <a:spcPts val="0"/>
              </a:spcAft>
              <a:buSzPts val="1400"/>
              <a:buNone/>
              <a:defRPr b="1" sz="1800"/>
            </a:lvl6pPr>
            <a:lvl7pPr lvl="6" rtl="0">
              <a:lnSpc>
                <a:spcPct val="85000"/>
              </a:lnSpc>
              <a:spcBef>
                <a:spcPts val="1000"/>
              </a:spcBef>
              <a:spcAft>
                <a:spcPts val="0"/>
              </a:spcAft>
              <a:buSzPts val="1400"/>
              <a:buNone/>
              <a:defRPr b="1" sz="1800"/>
            </a:lvl7pPr>
            <a:lvl8pPr lvl="7" rtl="0">
              <a:lnSpc>
                <a:spcPct val="85000"/>
              </a:lnSpc>
              <a:spcBef>
                <a:spcPts val="1000"/>
              </a:spcBef>
              <a:spcAft>
                <a:spcPts val="0"/>
              </a:spcAft>
              <a:buSzPts val="1400"/>
              <a:buNone/>
              <a:defRPr b="1" sz="1800"/>
            </a:lvl8pPr>
            <a:lvl9pPr lvl="8" rtl="0">
              <a:lnSpc>
                <a:spcPct val="85000"/>
              </a:lnSpc>
              <a:spcBef>
                <a:spcPts val="1000"/>
              </a:spcBef>
              <a:spcAft>
                <a:spcPts val="1000"/>
              </a:spcAft>
              <a:buSzPts val="1400"/>
              <a:buNone/>
              <a:defRPr b="1" sz="1800"/>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C8C8C8"/>
                </a:solidFill>
              </a:rPr>
              <a:t>SNOWFLAKE GSLIDES THEME </a:t>
            </a:r>
            <a:r>
              <a:rPr lang="en" sz="800">
                <a:solidFill>
                  <a:srgbClr val="C8C8C8"/>
                </a:solidFill>
              </a:rPr>
              <a:t>2026.01</a:t>
            </a:r>
            <a:endParaRPr sz="800">
              <a:solidFill>
                <a:srgbClr val="C8C8C8"/>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hyperlink" Target="https://snowflake.enterprise.slack.com/archives/C02GUNZHY2E" TargetMode="External"/><Relationship Id="rId4" Type="http://schemas.openxmlformats.org/officeDocument/2006/relationships/hyperlink" Target="mailto:brand@snowflake.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41.png"/><Relationship Id="rId5" Type="http://schemas.openxmlformats.org/officeDocument/2006/relationships/image" Target="../media/image14.png"/><Relationship Id="rId6" Type="http://schemas.openxmlformats.org/officeDocument/2006/relationships/image" Target="../media/image23.png"/><Relationship Id="rId7"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hyperlink" Target="https://docs.google.com/presentation/d/1a8SBT4SRc8IUsYYiV3n81_y0HoHtYtJG1dK_Qwhr7w8/template/preview" TargetMode="External"/><Relationship Id="rId5" Type="http://schemas.openxmlformats.org/officeDocument/2006/relationships/hyperlink" Target="https://docs.google.com/presentation/d/1a8SBT4SRc8IUsYYiV3n81_y0HoHtYtJG1dK_Qwhr7w8/template/preview" TargetMode="External"/><Relationship Id="rId6"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apitalizemytitle.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ebaim.org/resources/contrastcheck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40.png"/><Relationship Id="rId5" Type="http://schemas.openxmlformats.org/officeDocument/2006/relationships/image" Target="../media/image6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3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7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3.xml"/><Relationship Id="rId3" Type="http://schemas.openxmlformats.org/officeDocument/2006/relationships/image" Target="../media/image3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 Id="rId3" Type="http://schemas.openxmlformats.org/officeDocument/2006/relationships/image" Target="../media/image39.jpg"/><Relationship Id="rId4" Type="http://schemas.openxmlformats.org/officeDocument/2006/relationships/image" Target="../media/image32.jpg"/><Relationship Id="rId5" Type="http://schemas.openxmlformats.org/officeDocument/2006/relationships/image" Target="../media/image36.jpg"/><Relationship Id="rId6" Type="http://schemas.openxmlformats.org/officeDocument/2006/relationships/image" Target="../media/image4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2.png"/><Relationship Id="rId4" Type="http://schemas.openxmlformats.org/officeDocument/2006/relationships/image" Target="../media/image46.png"/><Relationship Id="rId5"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58.png"/><Relationship Id="rId4" Type="http://schemas.openxmlformats.org/officeDocument/2006/relationships/image" Target="../media/image50.png"/><Relationship Id="rId9" Type="http://schemas.openxmlformats.org/officeDocument/2006/relationships/image" Target="../media/image57.png"/><Relationship Id="rId5" Type="http://schemas.openxmlformats.org/officeDocument/2006/relationships/image" Target="../media/image59.png"/><Relationship Id="rId6" Type="http://schemas.openxmlformats.org/officeDocument/2006/relationships/image" Target="../media/image53.png"/><Relationship Id="rId7" Type="http://schemas.openxmlformats.org/officeDocument/2006/relationships/image" Target="../media/image56.png"/><Relationship Id="rId8" Type="http://schemas.openxmlformats.org/officeDocument/2006/relationships/image" Target="../media/image60.png"/><Relationship Id="rId11" Type="http://schemas.openxmlformats.org/officeDocument/2006/relationships/image" Target="../media/image68.png"/><Relationship Id="rId10" Type="http://schemas.openxmlformats.org/officeDocument/2006/relationships/image" Target="../media/image66.png"/><Relationship Id="rId13" Type="http://schemas.openxmlformats.org/officeDocument/2006/relationships/image" Target="../media/image62.png"/><Relationship Id="rId12" Type="http://schemas.openxmlformats.org/officeDocument/2006/relationships/image" Target="../media/image67.png"/><Relationship Id="rId15" Type="http://schemas.openxmlformats.org/officeDocument/2006/relationships/image" Target="../media/image63.png"/><Relationship Id="rId14" Type="http://schemas.openxmlformats.org/officeDocument/2006/relationships/image" Target="../media/image61.png"/><Relationship Id="rId17" Type="http://schemas.openxmlformats.org/officeDocument/2006/relationships/image" Target="../media/image64.png"/><Relationship Id="rId16"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70.png"/><Relationship Id="rId4" Type="http://schemas.openxmlformats.org/officeDocument/2006/relationships/image" Target="../media/image7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1"/>
          <p:cNvSpPr txBox="1"/>
          <p:nvPr>
            <p:ph type="title"/>
          </p:nvPr>
        </p:nvSpPr>
        <p:spPr>
          <a:xfrm>
            <a:off x="366600" y="1188725"/>
            <a:ext cx="74088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SNOWFLAKE</a:t>
            </a:r>
            <a:r>
              <a:rPr lang="en"/>
              <a:t> </a:t>
            </a:r>
            <a:endParaRPr/>
          </a:p>
          <a:p>
            <a:pPr indent="0" lvl="0" marL="0" rtl="0" algn="l">
              <a:spcBef>
                <a:spcPts val="0"/>
              </a:spcBef>
              <a:spcAft>
                <a:spcPts val="0"/>
              </a:spcAft>
              <a:buNone/>
            </a:pPr>
            <a:r>
              <a:rPr lang="en"/>
              <a:t>TEMPLATE 2026</a:t>
            </a:r>
            <a:endParaRPr/>
          </a:p>
        </p:txBody>
      </p:sp>
      <p:sp>
        <p:nvSpPr>
          <p:cNvPr id="271" name="Google Shape;271;p31"/>
          <p:cNvSpPr txBox="1"/>
          <p:nvPr>
            <p:ph idx="2"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Layouts, Icons, and Frequently Used Slides</a:t>
            </a:r>
            <a:endParaRPr/>
          </a:p>
        </p:txBody>
      </p:sp>
      <p:sp>
        <p:nvSpPr>
          <p:cNvPr id="272" name="Google Shape;272;p31"/>
          <p:cNvSpPr txBox="1"/>
          <p:nvPr>
            <p:ph idx="3"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January</a:t>
            </a:r>
            <a:r>
              <a:rPr lang="en"/>
              <a:t>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idx="1" type="body"/>
          </p:nvPr>
        </p:nvSpPr>
        <p:spPr>
          <a:xfrm>
            <a:off x="365750" y="274320"/>
            <a:ext cx="1926000" cy="685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Template Contents</a:t>
            </a:r>
            <a:endParaRPr/>
          </a:p>
        </p:txBody>
      </p:sp>
      <p:sp>
        <p:nvSpPr>
          <p:cNvPr id="278" name="Google Shape;278;p32"/>
          <p:cNvSpPr txBox="1"/>
          <p:nvPr>
            <p:ph idx="2" type="body"/>
          </p:nvPr>
        </p:nvSpPr>
        <p:spPr>
          <a:xfrm>
            <a:off x="2961200" y="914400"/>
            <a:ext cx="5725500" cy="37719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Template Instructions</a:t>
            </a:r>
            <a:endParaRPr/>
          </a:p>
          <a:p>
            <a:pPr indent="0" lvl="0" marL="0" rtl="0" algn="l">
              <a:spcBef>
                <a:spcPts val="1000"/>
              </a:spcBef>
              <a:spcAft>
                <a:spcPts val="0"/>
              </a:spcAft>
              <a:buNone/>
            </a:pPr>
            <a:r>
              <a:rPr lang="en"/>
              <a:t>Layout, Design, Do’s and Don’ts</a:t>
            </a:r>
            <a:endParaRPr/>
          </a:p>
          <a:p>
            <a:pPr indent="0" lvl="0" marL="0" rtl="0" algn="l">
              <a:spcBef>
                <a:spcPts val="1000"/>
              </a:spcBef>
              <a:spcAft>
                <a:spcPts val="0"/>
              </a:spcAft>
              <a:buNone/>
            </a:pPr>
            <a:r>
              <a:rPr lang="en">
                <a:solidFill>
                  <a:schemeClr val="lt1"/>
                </a:solidFill>
              </a:rPr>
              <a:t>Sample Slides</a:t>
            </a:r>
            <a:endParaRPr>
              <a:solidFill>
                <a:schemeClr val="lt1"/>
              </a:solidFill>
            </a:endParaRPr>
          </a:p>
          <a:p>
            <a:pPr indent="-209550" lvl="0" marL="457200" rtl="0" algn="l">
              <a:spcBef>
                <a:spcPts val="1000"/>
              </a:spcBef>
              <a:spcAft>
                <a:spcPts val="0"/>
              </a:spcAft>
              <a:buSzPts val="1500"/>
              <a:buChar char="●"/>
            </a:pPr>
            <a:r>
              <a:rPr lang="en" sz="1500">
                <a:solidFill>
                  <a:schemeClr val="lt1"/>
                </a:solidFill>
              </a:rPr>
              <a:t>Cover Options</a:t>
            </a:r>
            <a:endParaRPr sz="1500">
              <a:solidFill>
                <a:schemeClr val="lt1"/>
              </a:solidFill>
            </a:endParaRPr>
          </a:p>
          <a:p>
            <a:pPr indent="-209550" lvl="0" marL="457200" rtl="0" algn="l">
              <a:spcBef>
                <a:spcPts val="0"/>
              </a:spcBef>
              <a:spcAft>
                <a:spcPts val="0"/>
              </a:spcAft>
              <a:buSzPts val="1500"/>
              <a:buChar char="●"/>
            </a:pPr>
            <a:r>
              <a:rPr lang="en" sz="1500"/>
              <a:t>Chapter Title Options</a:t>
            </a:r>
            <a:endParaRPr sz="1500"/>
          </a:p>
          <a:p>
            <a:pPr indent="-209550" lvl="0" marL="457200" rtl="0" algn="l">
              <a:spcBef>
                <a:spcPts val="0"/>
              </a:spcBef>
              <a:spcAft>
                <a:spcPts val="0"/>
              </a:spcAft>
              <a:buSzPts val="1500"/>
              <a:buChar char="●"/>
            </a:pPr>
            <a:r>
              <a:rPr lang="en" sz="1500"/>
              <a:t>Sample Text Slides</a:t>
            </a:r>
            <a:endParaRPr sz="1500"/>
          </a:p>
          <a:p>
            <a:pPr indent="-209550" lvl="0" marL="457200" rtl="0" algn="l">
              <a:spcBef>
                <a:spcPts val="0"/>
              </a:spcBef>
              <a:spcAft>
                <a:spcPts val="0"/>
              </a:spcAft>
              <a:buSzPts val="1500"/>
              <a:buChar char="●"/>
            </a:pPr>
            <a:r>
              <a:rPr lang="en" sz="1500"/>
              <a:t>Charts &amp; Tables</a:t>
            </a:r>
            <a:endParaRPr sz="1500"/>
          </a:p>
          <a:p>
            <a:pPr indent="0" lvl="0" marL="0" rtl="0" algn="l">
              <a:spcBef>
                <a:spcPts val="1000"/>
              </a:spcBef>
              <a:spcAft>
                <a:spcPts val="0"/>
              </a:spcAft>
              <a:buNone/>
            </a:pPr>
            <a:r>
              <a:rPr lang="en"/>
              <a:t>Platform Graphics</a:t>
            </a:r>
            <a:endParaRPr/>
          </a:p>
          <a:p>
            <a:pPr indent="0" lvl="0" marL="0" rtl="0" algn="l">
              <a:spcBef>
                <a:spcPts val="1000"/>
              </a:spcBef>
              <a:spcAft>
                <a:spcPts val="1000"/>
              </a:spcAft>
              <a:buNone/>
            </a:pPr>
            <a:r>
              <a:rPr lang="en"/>
              <a:t>Icons &amp; Logos</a:t>
            </a:r>
            <a:endParaRPr/>
          </a:p>
        </p:txBody>
      </p:sp>
      <p:sp>
        <p:nvSpPr>
          <p:cNvPr id="279" name="Google Shape;279;p32"/>
          <p:cNvSpPr/>
          <p:nvPr/>
        </p:nvSpPr>
        <p:spPr>
          <a:xfrm>
            <a:off x="2951126" y="213229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280" name="Google Shape;280;p32"/>
          <p:cNvSpPr/>
          <p:nvPr/>
        </p:nvSpPr>
        <p:spPr>
          <a:xfrm>
            <a:off x="2951126" y="3726992"/>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281" name="Google Shape;281;p32"/>
          <p:cNvSpPr/>
          <p:nvPr/>
        </p:nvSpPr>
        <p:spPr>
          <a:xfrm>
            <a:off x="2951126" y="1691284"/>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282" name="Google Shape;282;p3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83" name="Google Shape;283;p32"/>
          <p:cNvSpPr/>
          <p:nvPr/>
        </p:nvSpPr>
        <p:spPr>
          <a:xfrm>
            <a:off x="2951126" y="1250277"/>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284" name="Google Shape;284;p32"/>
          <p:cNvSpPr/>
          <p:nvPr/>
        </p:nvSpPr>
        <p:spPr>
          <a:xfrm>
            <a:off x="2951126" y="4171490"/>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285" name="Google Shape;285;p32"/>
          <p:cNvSpPr txBox="1"/>
          <p:nvPr/>
        </p:nvSpPr>
        <p:spPr>
          <a:xfrm>
            <a:off x="365750" y="1219275"/>
            <a:ext cx="1870200" cy="3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B5B5B"/>
                </a:solidFill>
              </a:rPr>
              <a:t>WELCOME TO YOUR </a:t>
            </a:r>
            <a:r>
              <a:rPr b="1" lang="en" sz="1100">
                <a:solidFill>
                  <a:srgbClr val="5B5B5B"/>
                </a:solidFill>
              </a:rPr>
              <a:t>2026</a:t>
            </a:r>
            <a:r>
              <a:rPr b="1" lang="en" sz="1100">
                <a:solidFill>
                  <a:srgbClr val="5B5B5B"/>
                </a:solidFill>
              </a:rPr>
              <a:t> TEMPLATE</a:t>
            </a:r>
            <a:endParaRPr b="1" sz="1100">
              <a:solidFill>
                <a:srgbClr val="5B5B5B"/>
              </a:solidFill>
            </a:endParaRPr>
          </a:p>
          <a:p>
            <a:pPr indent="0" lvl="0" marL="0" rtl="0" algn="l">
              <a:spcBef>
                <a:spcPts val="0"/>
              </a:spcBef>
              <a:spcAft>
                <a:spcPts val="0"/>
              </a:spcAft>
              <a:buNone/>
            </a:pPr>
            <a:r>
              <a:t/>
            </a:r>
            <a:endParaRPr sz="500">
              <a:solidFill>
                <a:srgbClr val="5B5B5B"/>
              </a:solidFill>
            </a:endParaRPr>
          </a:p>
          <a:p>
            <a:pPr indent="0" lvl="0" marL="0" rtl="0" algn="l">
              <a:spcBef>
                <a:spcPts val="0"/>
              </a:spcBef>
              <a:spcAft>
                <a:spcPts val="0"/>
              </a:spcAft>
              <a:buNone/>
            </a:pPr>
            <a:r>
              <a:rPr lang="en" sz="1000">
                <a:solidFill>
                  <a:srgbClr val="5B5B5B"/>
                </a:solidFill>
              </a:rPr>
              <a:t>The first two sections of this deck are for your enablement and information. Please follow the instructions to apply this template to existing decks, and always start new decks by pulling a fresh deck from the Template Gallery so you can take advantage of incremental updates released. </a:t>
            </a:r>
            <a:endParaRPr sz="1000">
              <a:solidFill>
                <a:srgbClr val="5B5B5B"/>
              </a:solidFill>
            </a:endParaRPr>
          </a:p>
          <a:p>
            <a:pPr indent="0" lvl="0" marL="0" rtl="0" algn="l">
              <a:spcBef>
                <a:spcPts val="0"/>
              </a:spcBef>
              <a:spcAft>
                <a:spcPts val="0"/>
              </a:spcAft>
              <a:buNone/>
            </a:pPr>
            <a:r>
              <a:t/>
            </a:r>
            <a:endParaRPr sz="1000">
              <a:solidFill>
                <a:srgbClr val="5B5B5B"/>
              </a:solidFill>
            </a:endParaRPr>
          </a:p>
          <a:p>
            <a:pPr indent="0" lvl="0" marL="0" rtl="0" algn="l">
              <a:spcBef>
                <a:spcPts val="0"/>
              </a:spcBef>
              <a:spcAft>
                <a:spcPts val="0"/>
              </a:spcAft>
              <a:buNone/>
            </a:pPr>
            <a:r>
              <a:rPr b="1" lang="en" sz="1000">
                <a:solidFill>
                  <a:srgbClr val="5B5B5B"/>
                </a:solidFill>
              </a:rPr>
              <a:t>Questions? </a:t>
            </a:r>
            <a:r>
              <a:rPr lang="en" sz="1000">
                <a:solidFill>
                  <a:srgbClr val="5B5B5B"/>
                </a:solidFill>
              </a:rPr>
              <a:t>Reach out to </a:t>
            </a:r>
            <a:r>
              <a:rPr lang="en" sz="1000" u="sng">
                <a:solidFill>
                  <a:schemeClr val="hlink"/>
                </a:solidFill>
                <a:hlinkClick r:id="rId3"/>
              </a:rPr>
              <a:t>#brand</a:t>
            </a:r>
            <a:r>
              <a:rPr lang="en" sz="1000">
                <a:solidFill>
                  <a:srgbClr val="5B5B5B"/>
                </a:solidFill>
              </a:rPr>
              <a:t> on slack or email </a:t>
            </a:r>
            <a:r>
              <a:rPr lang="en" sz="1000" u="sng">
                <a:solidFill>
                  <a:schemeClr val="hlink"/>
                </a:solidFill>
                <a:hlinkClick r:id="rId4"/>
              </a:rPr>
              <a:t>brand@snowflake.com</a:t>
            </a:r>
            <a:endParaRPr sz="100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91" name="Google Shape;291;p33"/>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SzPts val="2600"/>
              <a:buNone/>
            </a:pPr>
            <a:r>
              <a:rPr lang="en"/>
              <a:t>Safe Harbor and Disclaimers</a:t>
            </a:r>
            <a:endParaRPr/>
          </a:p>
        </p:txBody>
      </p:sp>
      <p:sp>
        <p:nvSpPr>
          <p:cNvPr id="292" name="Google Shape;292;p33"/>
          <p:cNvSpPr/>
          <p:nvPr/>
        </p:nvSpPr>
        <p:spPr>
          <a:xfrm>
            <a:off x="660474" y="4775950"/>
            <a:ext cx="6034500" cy="3165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a:t>
            </a:r>
            <a:r>
              <a:rPr lang="en" sz="600">
                <a:solidFill>
                  <a:srgbClr val="929292"/>
                </a:solidFill>
              </a:rPr>
              <a:t>2026</a:t>
            </a:r>
            <a:r>
              <a:rPr lang="en" sz="600">
                <a:solidFill>
                  <a:srgbClr val="929292"/>
                </a:solidFill>
              </a:rPr>
              <a:t>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sz="600">
              <a:solidFill>
                <a:srgbClr val="929292"/>
              </a:solidFill>
            </a:endParaRPr>
          </a:p>
        </p:txBody>
      </p:sp>
      <p:sp>
        <p:nvSpPr>
          <p:cNvPr id="293" name="Google Shape;293;p33"/>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5B5B5B"/>
              </a:buClr>
              <a:buSzPts val="1600"/>
              <a:buFont typeface="Arial"/>
              <a:buNone/>
            </a:pPr>
            <a:r>
              <a:rPr lang="en" sz="600">
                <a:solidFill>
                  <a:srgbClr val="919191"/>
                </a:solidFill>
                <a:latin typeface="Arial"/>
                <a:ea typeface="Arial"/>
                <a:cs typeface="Arial"/>
                <a:sym typeface="Arial"/>
              </a:rPr>
              <a:t>REV </a:t>
            </a:r>
            <a:r>
              <a:rPr lang="en" sz="600">
                <a:solidFill>
                  <a:srgbClr val="919191"/>
                </a:solidFill>
              </a:rPr>
              <a:t>12.16.25</a:t>
            </a:r>
            <a:endParaRPr/>
          </a:p>
        </p:txBody>
      </p:sp>
      <p:sp>
        <p:nvSpPr>
          <p:cNvPr id="294" name="Google Shape;294;p33"/>
          <p:cNvSpPr txBox="1"/>
          <p:nvPr/>
        </p:nvSpPr>
        <p:spPr>
          <a:xfrm>
            <a:off x="367900" y="873400"/>
            <a:ext cx="4372800" cy="375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700"/>
              </a:spcAft>
              <a:buNone/>
            </a:pPr>
            <a:r>
              <a:rPr lang="en" sz="800">
                <a:solidFill>
                  <a:srgbClr val="5B5B5B"/>
                </a:solidFil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sz="800">
              <a:solidFill>
                <a:srgbClr val="5B5B5B"/>
              </a:solidFill>
            </a:endParaRPr>
          </a:p>
        </p:txBody>
      </p:sp>
      <p:sp>
        <p:nvSpPr>
          <p:cNvPr id="295" name="Google Shape;295;p33"/>
          <p:cNvSpPr txBox="1"/>
          <p:nvPr/>
        </p:nvSpPr>
        <p:spPr>
          <a:xfrm>
            <a:off x="4845044" y="873400"/>
            <a:ext cx="3841800" cy="358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solidFill>
                  <a:srgbClr val="5B5B5B"/>
                </a:solidFil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sz="800">
              <a:solidFill>
                <a:srgbClr val="5B5B5B"/>
              </a:solidFill>
            </a:endParaRPr>
          </a:p>
          <a:p>
            <a:pPr indent="0" lvl="0" marL="0" rtl="0" algn="l">
              <a:lnSpc>
                <a:spcPct val="115000"/>
              </a:lnSpc>
              <a:spcBef>
                <a:spcPts val="700"/>
              </a:spcBef>
              <a:spcAft>
                <a:spcPts val="700"/>
              </a:spcAft>
              <a:buNone/>
            </a:pPr>
            <a:r>
              <a:rPr lang="en" sz="800">
                <a:solidFill>
                  <a:srgbClr val="5B5B5B"/>
                </a:solidFil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sz="800">
              <a:solidFill>
                <a:srgbClr val="5B5B5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lnSpc>
                <a:spcPct val="85000"/>
              </a:lnSpc>
              <a:spcBef>
                <a:spcPts val="0"/>
              </a:spcBef>
              <a:spcAft>
                <a:spcPts val="0"/>
              </a:spcAft>
              <a:buNone/>
            </a:pPr>
            <a:r>
              <a:rPr lang="en"/>
              <a:t>TEMPLATE</a:t>
            </a:r>
            <a:endParaRPr/>
          </a:p>
          <a:p>
            <a:pPr indent="0" lvl="0" marL="0" rtl="0" algn="l">
              <a:lnSpc>
                <a:spcPct val="85000"/>
              </a:lnSpc>
              <a:spcBef>
                <a:spcPts val="0"/>
              </a:spcBef>
              <a:spcAft>
                <a:spcPts val="0"/>
              </a:spcAft>
              <a:buNone/>
            </a:pPr>
            <a:r>
              <a:rPr lang="en">
                <a:solidFill>
                  <a:schemeClr val="accent1"/>
                </a:solidFill>
              </a:rPr>
              <a:t>INSTRUCTIONS</a:t>
            </a:r>
            <a:endParaRPr>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4" name="Shape 304"/>
        <p:cNvGrpSpPr/>
        <p:nvPr/>
      </p:nvGrpSpPr>
      <p:grpSpPr>
        <a:xfrm>
          <a:off x="0" y="0"/>
          <a:ext cx="0" cy="0"/>
          <a:chOff x="0" y="0"/>
          <a:chExt cx="0" cy="0"/>
        </a:xfrm>
      </p:grpSpPr>
      <p:pic>
        <p:nvPicPr>
          <p:cNvPr id="305" name="Google Shape;305;p35"/>
          <p:cNvPicPr preferRelativeResize="0"/>
          <p:nvPr/>
        </p:nvPicPr>
        <p:blipFill rotWithShape="1">
          <a:blip r:embed="rId3">
            <a:alphaModFix/>
          </a:blip>
          <a:srcRect b="0" l="0" r="25395" t="0"/>
          <a:stretch/>
        </p:blipFill>
        <p:spPr>
          <a:xfrm>
            <a:off x="3760125" y="904525"/>
            <a:ext cx="783400" cy="667775"/>
          </a:xfrm>
          <a:prstGeom prst="rect">
            <a:avLst/>
          </a:prstGeom>
          <a:noFill/>
          <a:ln>
            <a:noFill/>
          </a:ln>
        </p:spPr>
      </p:pic>
      <p:pic>
        <p:nvPicPr>
          <p:cNvPr id="306" name="Google Shape;306;p35"/>
          <p:cNvPicPr preferRelativeResize="0"/>
          <p:nvPr/>
        </p:nvPicPr>
        <p:blipFill rotWithShape="1">
          <a:blip r:embed="rId4">
            <a:alphaModFix/>
          </a:blip>
          <a:srcRect b="3408" l="0" r="20710" t="22489"/>
          <a:stretch/>
        </p:blipFill>
        <p:spPr>
          <a:xfrm>
            <a:off x="3760125" y="1572300"/>
            <a:ext cx="3017400" cy="1792925"/>
          </a:xfrm>
          <a:prstGeom prst="rect">
            <a:avLst/>
          </a:prstGeom>
          <a:noFill/>
          <a:ln cap="flat" cmpd="sng" w="9525">
            <a:solidFill>
              <a:srgbClr val="CCCCCC"/>
            </a:solidFill>
            <a:prstDash val="solid"/>
            <a:round/>
            <a:headEnd len="sm" w="sm" type="none"/>
            <a:tailEnd len="sm" w="sm" type="none"/>
          </a:ln>
        </p:spPr>
      </p:pic>
      <p:sp>
        <p:nvSpPr>
          <p:cNvPr id="307" name="Google Shape;307;p35"/>
          <p:cNvSpPr txBox="1"/>
          <p:nvPr/>
        </p:nvSpPr>
        <p:spPr>
          <a:xfrm>
            <a:off x="367900" y="868475"/>
            <a:ext cx="3307200" cy="191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262626"/>
                </a:solidFill>
              </a:rPr>
              <a:t>When creating a new deck, always start from the official Snowflake template in the Template Gallery.</a:t>
            </a:r>
            <a:endParaRPr b="1" sz="1000">
              <a:solidFill>
                <a:srgbClr val="262626"/>
              </a:solidFill>
            </a:endParaRPr>
          </a:p>
          <a:p>
            <a:pPr indent="-149225" lvl="0" marL="314325" rtl="0" algn="l">
              <a:lnSpc>
                <a:spcPct val="115000"/>
              </a:lnSpc>
              <a:spcBef>
                <a:spcPts val="1000"/>
              </a:spcBef>
              <a:spcAft>
                <a:spcPts val="0"/>
              </a:spcAft>
              <a:buClr>
                <a:srgbClr val="262626"/>
              </a:buClr>
              <a:buSzPts val="1000"/>
              <a:buAutoNum type="arabicPeriod"/>
            </a:pPr>
            <a:r>
              <a:rPr lang="en" sz="1000">
                <a:solidFill>
                  <a:srgbClr val="262626"/>
                </a:solidFill>
              </a:rPr>
              <a:t>Click </a:t>
            </a:r>
            <a:r>
              <a:rPr b="1" lang="en" sz="1000">
                <a:solidFill>
                  <a:schemeClr val="dk2"/>
                </a:solidFill>
              </a:rPr>
              <a:t>New</a:t>
            </a:r>
            <a:r>
              <a:rPr lang="en" sz="1000">
                <a:solidFill>
                  <a:srgbClr val="262626"/>
                </a:solidFill>
              </a:rPr>
              <a:t> in Google Drive’s upper left corner</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Choose </a:t>
            </a:r>
            <a:r>
              <a:rPr b="1" lang="en" sz="1000">
                <a:solidFill>
                  <a:schemeClr val="dk2"/>
                </a:solidFill>
              </a:rPr>
              <a:t>Google Slides</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Click </a:t>
            </a:r>
            <a:r>
              <a:rPr b="1" lang="en" sz="1000">
                <a:solidFill>
                  <a:schemeClr val="dk2"/>
                </a:solidFill>
              </a:rPr>
              <a:t>From a template</a:t>
            </a:r>
            <a:endParaRPr b="1"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Choose </a:t>
            </a:r>
            <a:r>
              <a:rPr b="1" lang="en" sz="1000">
                <a:solidFill>
                  <a:schemeClr val="dk2"/>
                </a:solidFill>
              </a:rPr>
              <a:t>Snowflake Template January </a:t>
            </a:r>
            <a:r>
              <a:rPr b="1" lang="en" sz="1000">
                <a:solidFill>
                  <a:schemeClr val="dk2"/>
                </a:solidFill>
              </a:rPr>
              <a:t>2026</a:t>
            </a:r>
            <a:r>
              <a:rPr b="1" lang="en" sz="1000">
                <a:solidFill>
                  <a:srgbClr val="262626"/>
                </a:solidFill>
              </a:rPr>
              <a:t> </a:t>
            </a:r>
            <a:br>
              <a:rPr b="1" lang="en" sz="1000">
                <a:solidFill>
                  <a:srgbClr val="262626"/>
                </a:solidFill>
              </a:rPr>
            </a:br>
            <a:r>
              <a:rPr lang="en" sz="1000">
                <a:solidFill>
                  <a:srgbClr val="262626"/>
                </a:solidFill>
              </a:rPr>
              <a:t>from the template gallery</a:t>
            </a:r>
            <a:endParaRPr sz="1000">
              <a:solidFill>
                <a:srgbClr val="262626"/>
              </a:solidFill>
            </a:endParaRPr>
          </a:p>
          <a:p>
            <a:pPr indent="0" lvl="0" marL="0" rtl="0" algn="l">
              <a:lnSpc>
                <a:spcPct val="115000"/>
              </a:lnSpc>
              <a:spcBef>
                <a:spcPts val="1000"/>
              </a:spcBef>
              <a:spcAft>
                <a:spcPts val="1000"/>
              </a:spcAft>
              <a:buNone/>
            </a:pPr>
            <a:r>
              <a:rPr lang="en" sz="1000">
                <a:solidFill>
                  <a:srgbClr val="262626"/>
                </a:solidFill>
              </a:rPr>
              <a:t>Or, if you’re already in Google Slides, go to </a:t>
            </a:r>
            <a:br>
              <a:rPr lang="en" sz="1000">
                <a:solidFill>
                  <a:srgbClr val="262626"/>
                </a:solidFill>
              </a:rPr>
            </a:br>
            <a:r>
              <a:rPr b="1" lang="en" sz="1000">
                <a:solidFill>
                  <a:schemeClr val="dk2"/>
                </a:solidFill>
              </a:rPr>
              <a:t>File</a:t>
            </a:r>
            <a:r>
              <a:rPr b="1" lang="en" sz="1000">
                <a:solidFill>
                  <a:srgbClr val="262626"/>
                </a:solidFill>
              </a:rPr>
              <a:t> </a:t>
            </a:r>
            <a:r>
              <a:rPr lang="en" sz="1000">
                <a:solidFill>
                  <a:srgbClr val="262626"/>
                </a:solidFill>
              </a:rPr>
              <a:t>&gt;</a:t>
            </a:r>
            <a:r>
              <a:rPr b="1" lang="en" sz="1000">
                <a:solidFill>
                  <a:srgbClr val="262626"/>
                </a:solidFill>
              </a:rPr>
              <a:t> </a:t>
            </a:r>
            <a:r>
              <a:rPr b="1" lang="en" sz="1000">
                <a:solidFill>
                  <a:schemeClr val="dk2"/>
                </a:solidFill>
              </a:rPr>
              <a:t>New</a:t>
            </a:r>
            <a:r>
              <a:rPr b="1" lang="en" sz="1000">
                <a:solidFill>
                  <a:srgbClr val="262626"/>
                </a:solidFill>
              </a:rPr>
              <a:t> </a:t>
            </a:r>
            <a:r>
              <a:rPr lang="en" sz="1000">
                <a:solidFill>
                  <a:srgbClr val="262626"/>
                </a:solidFill>
              </a:rPr>
              <a:t>&gt;</a:t>
            </a:r>
            <a:r>
              <a:rPr b="1" lang="en" sz="1000">
                <a:solidFill>
                  <a:srgbClr val="262626"/>
                </a:solidFill>
              </a:rPr>
              <a:t> </a:t>
            </a:r>
            <a:r>
              <a:rPr b="1" lang="en" sz="1000">
                <a:solidFill>
                  <a:schemeClr val="dk2"/>
                </a:solidFill>
              </a:rPr>
              <a:t>From template gallery</a:t>
            </a:r>
            <a:endParaRPr b="1" sz="1000">
              <a:solidFill>
                <a:schemeClr val="dk2"/>
              </a:solidFill>
            </a:endParaRPr>
          </a:p>
        </p:txBody>
      </p:sp>
      <p:grpSp>
        <p:nvGrpSpPr>
          <p:cNvPr id="308" name="Google Shape;308;p35"/>
          <p:cNvGrpSpPr/>
          <p:nvPr/>
        </p:nvGrpSpPr>
        <p:grpSpPr>
          <a:xfrm>
            <a:off x="7167191" y="1575991"/>
            <a:ext cx="1742278" cy="1793021"/>
            <a:chOff x="6701750" y="2961225"/>
            <a:chExt cx="1985050" cy="2023725"/>
          </a:xfrm>
        </p:grpSpPr>
        <p:pic>
          <p:nvPicPr>
            <p:cNvPr id="309" name="Google Shape;309;p35"/>
            <p:cNvPicPr preferRelativeResize="0"/>
            <p:nvPr/>
          </p:nvPicPr>
          <p:blipFill>
            <a:blip r:embed="rId5">
              <a:alphaModFix/>
            </a:blip>
            <a:stretch>
              <a:fillRect/>
            </a:stretch>
          </p:blipFill>
          <p:spPr>
            <a:xfrm>
              <a:off x="6701750" y="2961225"/>
              <a:ext cx="1985050" cy="2023725"/>
            </a:xfrm>
            <a:prstGeom prst="rect">
              <a:avLst/>
            </a:prstGeom>
            <a:noFill/>
            <a:ln cap="flat" cmpd="sng" w="9525">
              <a:solidFill>
                <a:srgbClr val="CCCCCC"/>
              </a:solidFill>
              <a:prstDash val="solid"/>
              <a:round/>
              <a:headEnd len="sm" w="sm" type="none"/>
              <a:tailEnd len="sm" w="sm" type="none"/>
            </a:ln>
          </p:spPr>
        </p:pic>
        <p:pic>
          <p:nvPicPr>
            <p:cNvPr id="310" name="Google Shape;310;p35"/>
            <p:cNvPicPr preferRelativeResize="0"/>
            <p:nvPr/>
          </p:nvPicPr>
          <p:blipFill>
            <a:blip r:embed="rId6">
              <a:alphaModFix/>
            </a:blip>
            <a:stretch>
              <a:fillRect/>
            </a:stretch>
          </p:blipFill>
          <p:spPr>
            <a:xfrm>
              <a:off x="7022497" y="3838000"/>
              <a:ext cx="1364025" cy="767500"/>
            </a:xfrm>
            <a:prstGeom prst="rect">
              <a:avLst/>
            </a:prstGeom>
            <a:noFill/>
            <a:ln>
              <a:noFill/>
            </a:ln>
          </p:spPr>
        </p:pic>
        <p:sp>
          <p:nvSpPr>
            <p:cNvPr id="311" name="Google Shape;311;p35"/>
            <p:cNvSpPr txBox="1"/>
            <p:nvPr/>
          </p:nvSpPr>
          <p:spPr>
            <a:xfrm>
              <a:off x="7034953" y="4649014"/>
              <a:ext cx="1269300" cy="224100"/>
            </a:xfrm>
            <a:prstGeom prst="rect">
              <a:avLst/>
            </a:prstGeom>
            <a:solidFill>
              <a:srgbClr val="F1F3F4"/>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600">
                  <a:solidFill>
                    <a:srgbClr val="5B5B5B"/>
                  </a:solidFill>
                  <a:latin typeface="Roboto"/>
                  <a:ea typeface="Roboto"/>
                  <a:cs typeface="Roboto"/>
                  <a:sym typeface="Roboto"/>
                </a:rPr>
                <a:t>SNOWFLAKE TEMPLATE JANUARY </a:t>
              </a:r>
              <a:r>
                <a:rPr b="1" lang="en" sz="600">
                  <a:solidFill>
                    <a:srgbClr val="5B5B5B"/>
                  </a:solidFill>
                  <a:latin typeface="Roboto"/>
                  <a:ea typeface="Roboto"/>
                  <a:cs typeface="Roboto"/>
                  <a:sym typeface="Roboto"/>
                </a:rPr>
                <a:t>2026</a:t>
              </a:r>
              <a:endParaRPr b="1" sz="600">
                <a:solidFill>
                  <a:srgbClr val="5B5B5B"/>
                </a:solidFill>
                <a:latin typeface="Roboto"/>
                <a:ea typeface="Roboto"/>
                <a:cs typeface="Roboto"/>
                <a:sym typeface="Roboto"/>
              </a:endParaRPr>
            </a:p>
          </p:txBody>
        </p:sp>
      </p:grpSp>
      <p:sp>
        <p:nvSpPr>
          <p:cNvPr id="312" name="Google Shape;312;p35"/>
          <p:cNvSpPr/>
          <p:nvPr/>
        </p:nvSpPr>
        <p:spPr>
          <a:xfrm>
            <a:off x="3760125" y="1158218"/>
            <a:ext cx="619200" cy="402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5"/>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Using This Template</a:t>
            </a:r>
            <a:endParaRPr/>
          </a:p>
        </p:txBody>
      </p:sp>
      <p:sp>
        <p:nvSpPr>
          <p:cNvPr id="314" name="Google Shape;314;p3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15" name="Google Shape;315;p35"/>
          <p:cNvSpPr/>
          <p:nvPr/>
        </p:nvSpPr>
        <p:spPr>
          <a:xfrm>
            <a:off x="7370150" y="2280775"/>
            <a:ext cx="1336800" cy="10521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5"/>
          <p:cNvSpPr/>
          <p:nvPr/>
        </p:nvSpPr>
        <p:spPr>
          <a:xfrm>
            <a:off x="3686975" y="1062000"/>
            <a:ext cx="183000" cy="183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Arial Black"/>
                <a:ea typeface="Arial Black"/>
                <a:cs typeface="Arial Black"/>
                <a:sym typeface="Arial Black"/>
              </a:rPr>
              <a:t>1</a:t>
            </a:r>
            <a:endParaRPr sz="1100">
              <a:solidFill>
                <a:schemeClr val="lt1"/>
              </a:solidFill>
              <a:latin typeface="Arial Black"/>
              <a:ea typeface="Arial Black"/>
              <a:cs typeface="Arial Black"/>
              <a:sym typeface="Arial Black"/>
            </a:endParaRPr>
          </a:p>
        </p:txBody>
      </p:sp>
      <p:sp>
        <p:nvSpPr>
          <p:cNvPr id="317" name="Google Shape;317;p35"/>
          <p:cNvSpPr/>
          <p:nvPr/>
        </p:nvSpPr>
        <p:spPr>
          <a:xfrm>
            <a:off x="3833625" y="2705975"/>
            <a:ext cx="1811700" cy="2004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5"/>
          <p:cNvSpPr/>
          <p:nvPr/>
        </p:nvSpPr>
        <p:spPr>
          <a:xfrm>
            <a:off x="5645325" y="2933800"/>
            <a:ext cx="1132200" cy="2004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
          <p:cNvSpPr/>
          <p:nvPr/>
        </p:nvSpPr>
        <p:spPr>
          <a:xfrm>
            <a:off x="3735825" y="2614900"/>
            <a:ext cx="183000" cy="183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Arial Black"/>
                <a:ea typeface="Arial Black"/>
                <a:cs typeface="Arial Black"/>
                <a:sym typeface="Arial Black"/>
              </a:rPr>
              <a:t>2</a:t>
            </a:r>
            <a:endParaRPr sz="1100">
              <a:solidFill>
                <a:schemeClr val="lt1"/>
              </a:solidFill>
              <a:latin typeface="Arial Black"/>
              <a:ea typeface="Arial Black"/>
              <a:cs typeface="Arial Black"/>
              <a:sym typeface="Arial Black"/>
            </a:endParaRPr>
          </a:p>
        </p:txBody>
      </p:sp>
      <p:sp>
        <p:nvSpPr>
          <p:cNvPr id="320" name="Google Shape;320;p35"/>
          <p:cNvSpPr/>
          <p:nvPr/>
        </p:nvSpPr>
        <p:spPr>
          <a:xfrm>
            <a:off x="5553327" y="3054078"/>
            <a:ext cx="183000" cy="183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Arial Black"/>
                <a:ea typeface="Arial Black"/>
                <a:cs typeface="Arial Black"/>
                <a:sym typeface="Arial Black"/>
              </a:rPr>
              <a:t>3</a:t>
            </a:r>
            <a:endParaRPr sz="1100">
              <a:solidFill>
                <a:schemeClr val="lt1"/>
              </a:solidFill>
              <a:latin typeface="Arial Black"/>
              <a:ea typeface="Arial Black"/>
              <a:cs typeface="Arial Black"/>
              <a:sym typeface="Arial Black"/>
            </a:endParaRPr>
          </a:p>
        </p:txBody>
      </p:sp>
      <p:sp>
        <p:nvSpPr>
          <p:cNvPr id="321" name="Google Shape;321;p35"/>
          <p:cNvSpPr/>
          <p:nvPr/>
        </p:nvSpPr>
        <p:spPr>
          <a:xfrm>
            <a:off x="7280150" y="2186934"/>
            <a:ext cx="183000" cy="183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Arial Black"/>
                <a:ea typeface="Arial Black"/>
                <a:cs typeface="Arial Black"/>
                <a:sym typeface="Arial Black"/>
              </a:rPr>
              <a:t>4</a:t>
            </a:r>
            <a:endParaRPr sz="1100">
              <a:solidFill>
                <a:schemeClr val="lt1"/>
              </a:solidFill>
              <a:latin typeface="Arial Black"/>
              <a:ea typeface="Arial Black"/>
              <a:cs typeface="Arial Black"/>
              <a:sym typeface="Arial Black"/>
            </a:endParaRPr>
          </a:p>
        </p:txBody>
      </p:sp>
      <p:pic>
        <p:nvPicPr>
          <p:cNvPr id="322" name="Google Shape;322;p35"/>
          <p:cNvPicPr preferRelativeResize="0"/>
          <p:nvPr/>
        </p:nvPicPr>
        <p:blipFill>
          <a:blip r:embed="rId7">
            <a:alphaModFix/>
          </a:blip>
          <a:stretch>
            <a:fillRect/>
          </a:stretch>
        </p:blipFill>
        <p:spPr>
          <a:xfrm>
            <a:off x="7455254" y="2344600"/>
            <a:ext cx="1187772" cy="667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6" name="Shape 326"/>
        <p:cNvGrpSpPr/>
        <p:nvPr/>
      </p:nvGrpSpPr>
      <p:grpSpPr>
        <a:xfrm>
          <a:off x="0" y="0"/>
          <a:ext cx="0" cy="0"/>
          <a:chOff x="0" y="0"/>
          <a:chExt cx="0" cy="0"/>
        </a:xfrm>
      </p:grpSpPr>
      <p:pic>
        <p:nvPicPr>
          <p:cNvPr id="327" name="Google Shape;327;p36"/>
          <p:cNvPicPr preferRelativeResize="0"/>
          <p:nvPr/>
        </p:nvPicPr>
        <p:blipFill>
          <a:blip r:embed="rId3">
            <a:alphaModFix/>
          </a:blip>
          <a:stretch>
            <a:fillRect/>
          </a:stretch>
        </p:blipFill>
        <p:spPr>
          <a:xfrm>
            <a:off x="3055791" y="909429"/>
            <a:ext cx="5986949" cy="3952302"/>
          </a:xfrm>
          <a:prstGeom prst="rect">
            <a:avLst/>
          </a:prstGeom>
          <a:noFill/>
          <a:ln cap="flat" cmpd="sng" w="9525">
            <a:solidFill>
              <a:srgbClr val="CCCCCC"/>
            </a:solidFill>
            <a:prstDash val="solid"/>
            <a:round/>
            <a:headEnd len="sm" w="sm" type="none"/>
            <a:tailEnd len="sm" w="sm" type="none"/>
          </a:ln>
        </p:spPr>
      </p:pic>
      <p:sp>
        <p:nvSpPr>
          <p:cNvPr id="328" name="Google Shape;328;p36"/>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Apply The Template to Existing Decks</a:t>
            </a:r>
            <a:endParaRPr/>
          </a:p>
        </p:txBody>
      </p:sp>
      <p:sp>
        <p:nvSpPr>
          <p:cNvPr id="329" name="Google Shape;329;p3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30" name="Google Shape;330;p36"/>
          <p:cNvSpPr txBox="1"/>
          <p:nvPr/>
        </p:nvSpPr>
        <p:spPr>
          <a:xfrm>
            <a:off x="367900" y="817900"/>
            <a:ext cx="2562300" cy="224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262626"/>
                </a:solidFill>
              </a:rPr>
              <a:t>Import the official theme to your existing decks. Resetting the theme is also useful to do after you have combined several slides from other sources, and need all slides to snap to the template. </a:t>
            </a:r>
            <a:endParaRPr sz="1000">
              <a:solidFill>
                <a:srgbClr val="262626"/>
              </a:solidFill>
            </a:endParaRPr>
          </a:p>
          <a:p>
            <a:pPr indent="-171450" lvl="0" marL="114300" rtl="0" algn="l">
              <a:lnSpc>
                <a:spcPct val="115000"/>
              </a:lnSpc>
              <a:spcBef>
                <a:spcPts val="0"/>
              </a:spcBef>
              <a:spcAft>
                <a:spcPts val="0"/>
              </a:spcAft>
              <a:buNone/>
            </a:pPr>
            <a:r>
              <a:t/>
            </a:r>
            <a:endParaRPr sz="1000">
              <a:solidFill>
                <a:srgbClr val="262626"/>
              </a:solidFill>
            </a:endParaRPr>
          </a:p>
          <a:p>
            <a:pPr indent="-171450" lvl="0" marL="114300" rtl="0" algn="l">
              <a:lnSpc>
                <a:spcPct val="115000"/>
              </a:lnSpc>
              <a:spcBef>
                <a:spcPts val="0"/>
              </a:spcBef>
              <a:spcAft>
                <a:spcPts val="0"/>
              </a:spcAft>
              <a:buNone/>
            </a:pPr>
            <a:r>
              <a:rPr lang="en" sz="1000">
                <a:solidFill>
                  <a:srgbClr val="262626"/>
                </a:solidFill>
              </a:rPr>
              <a:t>1.  Open your deck and shift+click to select all your slide thumbnails</a:t>
            </a:r>
            <a:endParaRPr sz="1000">
              <a:solidFill>
                <a:srgbClr val="262626"/>
              </a:solidFill>
            </a:endParaRPr>
          </a:p>
          <a:p>
            <a:pPr indent="-171450" lvl="0" marL="114300" rtl="0" algn="l">
              <a:lnSpc>
                <a:spcPct val="115000"/>
              </a:lnSpc>
              <a:spcBef>
                <a:spcPts val="0"/>
              </a:spcBef>
              <a:spcAft>
                <a:spcPts val="0"/>
              </a:spcAft>
              <a:buNone/>
            </a:pPr>
            <a:r>
              <a:rPr lang="en" sz="1000">
                <a:solidFill>
                  <a:srgbClr val="262626"/>
                </a:solidFill>
              </a:rPr>
              <a:t>2.  Open the </a:t>
            </a:r>
            <a:r>
              <a:rPr b="1" lang="en" sz="1000">
                <a:solidFill>
                  <a:schemeClr val="dk2"/>
                </a:solidFill>
              </a:rPr>
              <a:t>Theme</a:t>
            </a:r>
            <a:r>
              <a:rPr lang="en" sz="1000">
                <a:solidFill>
                  <a:srgbClr val="262626"/>
                </a:solidFill>
              </a:rPr>
              <a:t> palette</a:t>
            </a:r>
            <a:endParaRPr sz="1000">
              <a:solidFill>
                <a:srgbClr val="262626"/>
              </a:solidFill>
            </a:endParaRPr>
          </a:p>
          <a:p>
            <a:pPr indent="-171450" lvl="0" marL="114300" rtl="0" algn="l">
              <a:lnSpc>
                <a:spcPct val="115000"/>
              </a:lnSpc>
              <a:spcBef>
                <a:spcPts val="0"/>
              </a:spcBef>
              <a:spcAft>
                <a:spcPts val="0"/>
              </a:spcAft>
              <a:buNone/>
            </a:pPr>
            <a:r>
              <a:rPr lang="en" sz="1000">
                <a:solidFill>
                  <a:srgbClr val="262626"/>
                </a:solidFill>
              </a:rPr>
              <a:t>3.  Click </a:t>
            </a:r>
            <a:r>
              <a:rPr b="1" lang="en" sz="1000">
                <a:solidFill>
                  <a:schemeClr val="dk2"/>
                </a:solidFill>
              </a:rPr>
              <a:t>Import Theme</a:t>
            </a:r>
            <a:endParaRPr b="1" sz="1000">
              <a:solidFill>
                <a:schemeClr val="dk2"/>
              </a:solidFill>
            </a:endParaRPr>
          </a:p>
          <a:p>
            <a:pPr indent="-171450" lvl="0" marL="114300" rtl="0" algn="l">
              <a:lnSpc>
                <a:spcPct val="115000"/>
              </a:lnSpc>
              <a:spcBef>
                <a:spcPts val="0"/>
              </a:spcBef>
              <a:spcAft>
                <a:spcPts val="0"/>
              </a:spcAft>
              <a:buNone/>
            </a:pPr>
            <a:r>
              <a:t/>
            </a:r>
            <a:endParaRPr b="1" sz="1000">
              <a:solidFill>
                <a:schemeClr val="dk2"/>
              </a:solidFill>
            </a:endParaRPr>
          </a:p>
          <a:p>
            <a:pPr indent="-171450" lvl="0" marL="114300" rtl="0" algn="l">
              <a:lnSpc>
                <a:spcPct val="115000"/>
              </a:lnSpc>
              <a:spcBef>
                <a:spcPts val="0"/>
              </a:spcBef>
              <a:spcAft>
                <a:spcPts val="0"/>
              </a:spcAft>
              <a:buNone/>
            </a:pPr>
            <a:r>
              <a:rPr i="1" lang="en" sz="1000">
                <a:solidFill>
                  <a:srgbClr val="262626"/>
                </a:solidFill>
              </a:rPr>
              <a:t>(continued next slide)</a:t>
            </a:r>
            <a:endParaRPr i="1" sz="1000">
              <a:solidFill>
                <a:srgbClr val="262626"/>
              </a:solidFill>
            </a:endParaRPr>
          </a:p>
        </p:txBody>
      </p:sp>
      <p:sp>
        <p:nvSpPr>
          <p:cNvPr id="331" name="Google Shape;331;p36"/>
          <p:cNvSpPr/>
          <p:nvPr/>
        </p:nvSpPr>
        <p:spPr>
          <a:xfrm>
            <a:off x="3138950" y="1375375"/>
            <a:ext cx="950100" cy="32616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6"/>
          <p:cNvSpPr/>
          <p:nvPr/>
        </p:nvSpPr>
        <p:spPr>
          <a:xfrm>
            <a:off x="3048117" y="1223834"/>
            <a:ext cx="284700" cy="288300"/>
          </a:xfrm>
          <a:prstGeom prst="ellipse">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1100">
                <a:solidFill>
                  <a:schemeClr val="lt1"/>
                </a:solidFill>
                <a:latin typeface="Montserrat ExtraBold"/>
                <a:ea typeface="Montserrat ExtraBold"/>
                <a:cs typeface="Montserrat ExtraBold"/>
                <a:sym typeface="Montserrat ExtraBold"/>
              </a:rPr>
              <a:t>1</a:t>
            </a:r>
            <a:endParaRPr sz="1100">
              <a:solidFill>
                <a:schemeClr val="lt1"/>
              </a:solidFill>
              <a:latin typeface="Montserrat ExtraBold"/>
              <a:ea typeface="Montserrat ExtraBold"/>
              <a:cs typeface="Montserrat ExtraBold"/>
              <a:sym typeface="Montserrat ExtraBold"/>
            </a:endParaRPr>
          </a:p>
        </p:txBody>
      </p:sp>
      <p:sp>
        <p:nvSpPr>
          <p:cNvPr id="333" name="Google Shape;333;p36"/>
          <p:cNvSpPr/>
          <p:nvPr/>
        </p:nvSpPr>
        <p:spPr>
          <a:xfrm>
            <a:off x="6507653" y="1183526"/>
            <a:ext cx="332100" cy="2436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p:nvPr/>
        </p:nvSpPr>
        <p:spPr>
          <a:xfrm>
            <a:off x="6353012" y="986433"/>
            <a:ext cx="284700" cy="288300"/>
          </a:xfrm>
          <a:prstGeom prst="ellipse">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1100">
                <a:solidFill>
                  <a:schemeClr val="lt1"/>
                </a:solidFill>
                <a:latin typeface="Montserrat ExtraBold"/>
                <a:ea typeface="Montserrat ExtraBold"/>
                <a:cs typeface="Montserrat ExtraBold"/>
                <a:sym typeface="Montserrat ExtraBold"/>
              </a:rPr>
              <a:t>2</a:t>
            </a:r>
            <a:endParaRPr sz="1100">
              <a:solidFill>
                <a:schemeClr val="lt1"/>
              </a:solidFill>
              <a:latin typeface="Montserrat ExtraBold"/>
              <a:ea typeface="Montserrat ExtraBold"/>
              <a:cs typeface="Montserrat ExtraBold"/>
              <a:sym typeface="Montserrat ExtraBold"/>
            </a:endParaRPr>
          </a:p>
        </p:txBody>
      </p:sp>
      <p:sp>
        <p:nvSpPr>
          <p:cNvPr id="335" name="Google Shape;335;p36"/>
          <p:cNvSpPr/>
          <p:nvPr/>
        </p:nvSpPr>
        <p:spPr>
          <a:xfrm>
            <a:off x="7914787" y="4534425"/>
            <a:ext cx="802800" cy="2436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p:nvPr/>
        </p:nvSpPr>
        <p:spPr>
          <a:xfrm>
            <a:off x="7760112" y="4343944"/>
            <a:ext cx="284700" cy="288300"/>
          </a:xfrm>
          <a:prstGeom prst="ellipse">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1100">
                <a:solidFill>
                  <a:schemeClr val="lt1"/>
                </a:solidFill>
                <a:latin typeface="Montserrat ExtraBold"/>
                <a:ea typeface="Montserrat ExtraBold"/>
                <a:cs typeface="Montserrat ExtraBold"/>
                <a:sym typeface="Montserrat ExtraBold"/>
              </a:rPr>
              <a:t>3</a:t>
            </a:r>
            <a:endParaRPr sz="11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0" name="Shape 340"/>
        <p:cNvGrpSpPr/>
        <p:nvPr/>
      </p:nvGrpSpPr>
      <p:grpSpPr>
        <a:xfrm>
          <a:off x="0" y="0"/>
          <a:ext cx="0" cy="0"/>
          <a:chOff x="0" y="0"/>
          <a:chExt cx="0" cy="0"/>
        </a:xfrm>
      </p:grpSpPr>
      <p:sp>
        <p:nvSpPr>
          <p:cNvPr id="341" name="Google Shape;341;p3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Apply The Template to Existing Decks cont.</a:t>
            </a:r>
            <a:endParaRPr/>
          </a:p>
        </p:txBody>
      </p:sp>
      <p:sp>
        <p:nvSpPr>
          <p:cNvPr id="342" name="Google Shape;342;p3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grpSp>
        <p:nvGrpSpPr>
          <p:cNvPr id="343" name="Google Shape;343;p37"/>
          <p:cNvGrpSpPr/>
          <p:nvPr/>
        </p:nvGrpSpPr>
        <p:grpSpPr>
          <a:xfrm>
            <a:off x="128575" y="1736300"/>
            <a:ext cx="4267812" cy="2817406"/>
            <a:chOff x="128575" y="1888700"/>
            <a:chExt cx="4267812" cy="2817406"/>
          </a:xfrm>
        </p:grpSpPr>
        <p:pic>
          <p:nvPicPr>
            <p:cNvPr id="344" name="Google Shape;344;p37"/>
            <p:cNvPicPr preferRelativeResize="0"/>
            <p:nvPr/>
          </p:nvPicPr>
          <p:blipFill>
            <a:blip r:embed="rId3">
              <a:alphaModFix/>
            </a:blip>
            <a:stretch>
              <a:fillRect/>
            </a:stretch>
          </p:blipFill>
          <p:spPr>
            <a:xfrm>
              <a:off x="128575" y="1888700"/>
              <a:ext cx="4267812" cy="2817406"/>
            </a:xfrm>
            <a:prstGeom prst="rect">
              <a:avLst/>
            </a:prstGeom>
            <a:noFill/>
            <a:ln cap="flat" cmpd="sng" w="9525">
              <a:solidFill>
                <a:srgbClr val="CCCCCC"/>
              </a:solidFill>
              <a:prstDash val="solid"/>
              <a:round/>
              <a:headEnd len="sm" w="sm" type="none"/>
              <a:tailEnd len="sm" w="sm" type="none"/>
            </a:ln>
          </p:spPr>
        </p:pic>
        <p:sp>
          <p:nvSpPr>
            <p:cNvPr id="345" name="Google Shape;345;p37"/>
            <p:cNvSpPr/>
            <p:nvPr/>
          </p:nvSpPr>
          <p:spPr>
            <a:xfrm>
              <a:off x="647514" y="2805540"/>
              <a:ext cx="2011800" cy="13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46" name="Google Shape;346;p37"/>
          <p:cNvSpPr/>
          <p:nvPr/>
        </p:nvSpPr>
        <p:spPr>
          <a:xfrm>
            <a:off x="639233" y="2433475"/>
            <a:ext cx="3472200" cy="1932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7"/>
          <p:cNvSpPr/>
          <p:nvPr/>
        </p:nvSpPr>
        <p:spPr>
          <a:xfrm>
            <a:off x="531824" y="2305251"/>
            <a:ext cx="197700" cy="2088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Montserrat ExtraBold"/>
                <a:ea typeface="Montserrat ExtraBold"/>
                <a:cs typeface="Montserrat ExtraBold"/>
                <a:sym typeface="Montserrat ExtraBold"/>
              </a:rPr>
              <a:t>5</a:t>
            </a:r>
            <a:endParaRPr sz="1100">
              <a:solidFill>
                <a:schemeClr val="lt1"/>
              </a:solidFill>
              <a:latin typeface="Montserrat ExtraBold"/>
              <a:ea typeface="Montserrat ExtraBold"/>
              <a:cs typeface="Montserrat ExtraBold"/>
              <a:sym typeface="Montserrat ExtraBold"/>
            </a:endParaRPr>
          </a:p>
        </p:txBody>
      </p:sp>
      <p:sp>
        <p:nvSpPr>
          <p:cNvPr id="348" name="Google Shape;348;p37"/>
          <p:cNvSpPr/>
          <p:nvPr/>
        </p:nvSpPr>
        <p:spPr>
          <a:xfrm>
            <a:off x="3784780" y="4048101"/>
            <a:ext cx="326700" cy="1932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7"/>
          <p:cNvSpPr txBox="1"/>
          <p:nvPr/>
        </p:nvSpPr>
        <p:spPr>
          <a:xfrm>
            <a:off x="367900" y="817900"/>
            <a:ext cx="2721300" cy="868200"/>
          </a:xfrm>
          <a:prstGeom prst="rect">
            <a:avLst/>
          </a:prstGeom>
          <a:noFill/>
          <a:ln>
            <a:noFill/>
          </a:ln>
        </p:spPr>
        <p:txBody>
          <a:bodyPr anchorCtr="0" anchor="t" bIns="91425" lIns="91425" spcFirstLastPara="1" rIns="91425" wrap="square" tIns="91425">
            <a:noAutofit/>
          </a:bodyPr>
          <a:lstStyle/>
          <a:p>
            <a:pPr indent="-171450" lvl="0" marL="114300" rtl="0" algn="l">
              <a:lnSpc>
                <a:spcPct val="115000"/>
              </a:lnSpc>
              <a:spcBef>
                <a:spcPts val="0"/>
              </a:spcBef>
              <a:spcAft>
                <a:spcPts val="0"/>
              </a:spcAft>
              <a:buNone/>
            </a:pPr>
            <a:r>
              <a:rPr lang="en" sz="1000">
                <a:solidFill>
                  <a:srgbClr val="262626"/>
                </a:solidFill>
              </a:rPr>
              <a:t>4.  Search for this theme file:  </a:t>
            </a:r>
            <a:br>
              <a:rPr lang="en" sz="1000">
                <a:solidFill>
                  <a:srgbClr val="262626"/>
                </a:solidFill>
              </a:rPr>
            </a:br>
            <a:r>
              <a:rPr b="1" lang="en" sz="1000">
                <a:solidFill>
                  <a:srgbClr val="262626"/>
                </a:solidFill>
              </a:rPr>
              <a:t>“</a:t>
            </a:r>
            <a:r>
              <a:rPr b="1" lang="en" sz="1000">
                <a:solidFill>
                  <a:schemeClr val="dk2"/>
                </a:solidFill>
              </a:rPr>
              <a:t>Import the </a:t>
            </a:r>
            <a:r>
              <a:rPr b="1" lang="en" sz="1000">
                <a:solidFill>
                  <a:schemeClr val="dk2"/>
                </a:solidFill>
              </a:rPr>
              <a:t>2026</a:t>
            </a:r>
            <a:r>
              <a:rPr b="1" lang="en" sz="1000">
                <a:solidFill>
                  <a:schemeClr val="dk2"/>
                </a:solidFill>
              </a:rPr>
              <a:t> Google Slides Theme</a:t>
            </a:r>
            <a:r>
              <a:rPr b="1" lang="en" sz="1000">
                <a:solidFill>
                  <a:srgbClr val="262626"/>
                </a:solidFill>
              </a:rPr>
              <a:t>”</a:t>
            </a:r>
            <a:endParaRPr b="1" sz="1000">
              <a:solidFill>
                <a:srgbClr val="262626"/>
              </a:solidFill>
            </a:endParaRPr>
          </a:p>
          <a:p>
            <a:pPr indent="-171450" lvl="0" marL="114300" rtl="0" algn="l">
              <a:lnSpc>
                <a:spcPct val="115000"/>
              </a:lnSpc>
              <a:spcBef>
                <a:spcPts val="0"/>
              </a:spcBef>
              <a:spcAft>
                <a:spcPts val="0"/>
              </a:spcAft>
              <a:buNone/>
            </a:pPr>
            <a:r>
              <a:rPr lang="en" sz="1000">
                <a:solidFill>
                  <a:srgbClr val="262626"/>
                </a:solidFill>
              </a:rPr>
              <a:t>5.  Select the theme file, click</a:t>
            </a:r>
            <a:r>
              <a:rPr b="1" lang="en" sz="1000">
                <a:solidFill>
                  <a:srgbClr val="262626"/>
                </a:solidFill>
              </a:rPr>
              <a:t> </a:t>
            </a:r>
            <a:r>
              <a:rPr b="1" lang="en" sz="1000">
                <a:solidFill>
                  <a:schemeClr val="dk2"/>
                </a:solidFill>
              </a:rPr>
              <a:t>Insert</a:t>
            </a:r>
            <a:r>
              <a:rPr lang="en" sz="1000">
                <a:solidFill>
                  <a:srgbClr val="262626"/>
                </a:solidFill>
              </a:rPr>
              <a:t>, then confirm </a:t>
            </a:r>
            <a:r>
              <a:rPr b="1" lang="en" sz="1000">
                <a:solidFill>
                  <a:schemeClr val="dk2"/>
                </a:solidFill>
              </a:rPr>
              <a:t>Import Theme</a:t>
            </a:r>
            <a:endParaRPr b="1" sz="1000">
              <a:solidFill>
                <a:srgbClr val="262626"/>
              </a:solidFill>
            </a:endParaRPr>
          </a:p>
        </p:txBody>
      </p:sp>
      <p:sp>
        <p:nvSpPr>
          <p:cNvPr id="350" name="Google Shape;350;p37"/>
          <p:cNvSpPr txBox="1"/>
          <p:nvPr/>
        </p:nvSpPr>
        <p:spPr>
          <a:xfrm>
            <a:off x="4990013" y="817900"/>
            <a:ext cx="3578700" cy="868200"/>
          </a:xfrm>
          <a:prstGeom prst="rect">
            <a:avLst/>
          </a:prstGeom>
          <a:noFill/>
          <a:ln>
            <a:noFill/>
          </a:ln>
        </p:spPr>
        <p:txBody>
          <a:bodyPr anchorCtr="0" anchor="t" bIns="91425" lIns="91425" spcFirstLastPara="1" rIns="91425" wrap="square" tIns="91425">
            <a:noAutofit/>
          </a:bodyPr>
          <a:lstStyle/>
          <a:p>
            <a:pPr indent="-171450" lvl="0" marL="114300" rtl="0" algn="l">
              <a:lnSpc>
                <a:spcPct val="115000"/>
              </a:lnSpc>
              <a:spcBef>
                <a:spcPts val="0"/>
              </a:spcBef>
              <a:spcAft>
                <a:spcPts val="0"/>
              </a:spcAft>
              <a:buNone/>
            </a:pPr>
            <a:r>
              <a:rPr lang="en" sz="1000">
                <a:solidFill>
                  <a:srgbClr val="262626"/>
                </a:solidFill>
              </a:rPr>
              <a:t>6. Make sure that the </a:t>
            </a:r>
            <a:r>
              <a:rPr b="1" lang="en" sz="1000">
                <a:solidFill>
                  <a:srgbClr val="262626"/>
                </a:solidFill>
              </a:rPr>
              <a:t>only</a:t>
            </a:r>
            <a:r>
              <a:rPr lang="en" sz="1000">
                <a:solidFill>
                  <a:srgbClr val="262626"/>
                </a:solidFill>
              </a:rPr>
              <a:t> theme “In this presentation” is </a:t>
            </a:r>
            <a:r>
              <a:rPr b="1" lang="en" sz="1000">
                <a:solidFill>
                  <a:schemeClr val="dk2"/>
                </a:solidFill>
              </a:rPr>
              <a:t>Snowflake </a:t>
            </a:r>
            <a:r>
              <a:rPr b="1" lang="en" sz="1000">
                <a:solidFill>
                  <a:schemeClr val="dk2"/>
                </a:solidFill>
              </a:rPr>
              <a:t>2026</a:t>
            </a:r>
            <a:r>
              <a:rPr lang="en" sz="1000">
                <a:solidFill>
                  <a:srgbClr val="262626"/>
                </a:solidFill>
              </a:rPr>
              <a:t>. If you see other themes (even Snowflake themes!) select the slide thumbnails in the left column and then click Snowflake Corporate </a:t>
            </a:r>
            <a:r>
              <a:rPr lang="en" sz="1000">
                <a:solidFill>
                  <a:srgbClr val="262626"/>
                </a:solidFill>
              </a:rPr>
              <a:t>2026</a:t>
            </a:r>
            <a:r>
              <a:rPr lang="en" sz="1000">
                <a:solidFill>
                  <a:srgbClr val="262626"/>
                </a:solidFill>
              </a:rPr>
              <a:t>.</a:t>
            </a:r>
            <a:endParaRPr sz="1000">
              <a:solidFill>
                <a:srgbClr val="262626"/>
              </a:solidFill>
            </a:endParaRPr>
          </a:p>
        </p:txBody>
      </p:sp>
      <p:sp>
        <p:nvSpPr>
          <p:cNvPr id="351" name="Google Shape;351;p37"/>
          <p:cNvSpPr/>
          <p:nvPr/>
        </p:nvSpPr>
        <p:spPr>
          <a:xfrm>
            <a:off x="1359332" y="2084601"/>
            <a:ext cx="1264500" cy="1932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7"/>
          <p:cNvSpPr/>
          <p:nvPr/>
        </p:nvSpPr>
        <p:spPr>
          <a:xfrm>
            <a:off x="1251896" y="1956389"/>
            <a:ext cx="197700" cy="2088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lt1"/>
                </a:solidFill>
                <a:latin typeface="Montserrat ExtraBold"/>
                <a:ea typeface="Montserrat ExtraBold"/>
                <a:cs typeface="Montserrat ExtraBold"/>
                <a:sym typeface="Montserrat ExtraBold"/>
              </a:rPr>
              <a:t>4</a:t>
            </a:r>
            <a:endParaRPr sz="1100">
              <a:solidFill>
                <a:schemeClr val="lt1"/>
              </a:solidFill>
              <a:latin typeface="Montserrat ExtraBold"/>
              <a:ea typeface="Montserrat ExtraBold"/>
              <a:cs typeface="Montserrat ExtraBold"/>
              <a:sym typeface="Montserrat ExtraBold"/>
            </a:endParaRPr>
          </a:p>
        </p:txBody>
      </p:sp>
      <p:grpSp>
        <p:nvGrpSpPr>
          <p:cNvPr id="353" name="Google Shape;353;p37"/>
          <p:cNvGrpSpPr/>
          <p:nvPr/>
        </p:nvGrpSpPr>
        <p:grpSpPr>
          <a:xfrm>
            <a:off x="4721656" y="1736300"/>
            <a:ext cx="4267812" cy="2817450"/>
            <a:chOff x="4721656" y="1736300"/>
            <a:chExt cx="4267812" cy="2817450"/>
          </a:xfrm>
        </p:grpSpPr>
        <p:grpSp>
          <p:nvGrpSpPr>
            <p:cNvPr id="354" name="Google Shape;354;p37"/>
            <p:cNvGrpSpPr/>
            <p:nvPr/>
          </p:nvGrpSpPr>
          <p:grpSpPr>
            <a:xfrm>
              <a:off x="4721656" y="1736300"/>
              <a:ext cx="4267812" cy="2817450"/>
              <a:chOff x="4721656" y="1736300"/>
              <a:chExt cx="4267812" cy="2817450"/>
            </a:xfrm>
          </p:grpSpPr>
          <p:pic>
            <p:nvPicPr>
              <p:cNvPr id="355" name="Google Shape;355;p37"/>
              <p:cNvPicPr preferRelativeResize="0"/>
              <p:nvPr/>
            </p:nvPicPr>
            <p:blipFill>
              <a:blip r:embed="rId4">
                <a:alphaModFix/>
              </a:blip>
              <a:stretch>
                <a:fillRect/>
              </a:stretch>
            </p:blipFill>
            <p:spPr>
              <a:xfrm>
                <a:off x="4721656" y="1736300"/>
                <a:ext cx="4267812" cy="2817450"/>
              </a:xfrm>
              <a:prstGeom prst="rect">
                <a:avLst/>
              </a:prstGeom>
              <a:noFill/>
              <a:ln cap="flat" cmpd="sng" w="9525">
                <a:solidFill>
                  <a:srgbClr val="CCCCCC"/>
                </a:solidFill>
                <a:prstDash val="solid"/>
                <a:round/>
                <a:headEnd len="sm" w="sm" type="none"/>
                <a:tailEnd len="sm" w="sm" type="none"/>
              </a:ln>
            </p:spPr>
          </p:pic>
          <p:pic>
            <p:nvPicPr>
              <p:cNvPr id="356" name="Google Shape;356;p37"/>
              <p:cNvPicPr preferRelativeResize="0"/>
              <p:nvPr/>
            </p:nvPicPr>
            <p:blipFill rotWithShape="1">
              <a:blip r:embed="rId5">
                <a:alphaModFix/>
              </a:blip>
              <a:srcRect b="24647" l="18543" r="25534" t="27652"/>
              <a:stretch/>
            </p:blipFill>
            <p:spPr>
              <a:xfrm>
                <a:off x="5512100" y="2514050"/>
                <a:ext cx="2395725" cy="1349049"/>
              </a:xfrm>
              <a:prstGeom prst="rect">
                <a:avLst/>
              </a:prstGeom>
              <a:noFill/>
              <a:ln>
                <a:noFill/>
              </a:ln>
            </p:spPr>
          </p:pic>
          <p:pic>
            <p:nvPicPr>
              <p:cNvPr id="357" name="Google Shape;357;p37"/>
              <p:cNvPicPr preferRelativeResize="0"/>
              <p:nvPr/>
            </p:nvPicPr>
            <p:blipFill rotWithShape="1">
              <a:blip r:embed="rId5">
                <a:alphaModFix/>
              </a:blip>
              <a:srcRect b="28591" l="20338" r="29789" t="31553"/>
              <a:stretch/>
            </p:blipFill>
            <p:spPr>
              <a:xfrm>
                <a:off x="4874125" y="2190275"/>
                <a:ext cx="461025" cy="243201"/>
              </a:xfrm>
              <a:prstGeom prst="rect">
                <a:avLst/>
              </a:prstGeom>
              <a:noFill/>
              <a:ln>
                <a:noFill/>
              </a:ln>
            </p:spPr>
          </p:pic>
        </p:grpSp>
        <p:pic>
          <p:nvPicPr>
            <p:cNvPr id="358" name="Google Shape;358;p37"/>
            <p:cNvPicPr preferRelativeResize="0"/>
            <p:nvPr/>
          </p:nvPicPr>
          <p:blipFill rotWithShape="1">
            <a:blip r:embed="rId6">
              <a:alphaModFix/>
            </a:blip>
            <a:srcRect b="0" l="0" r="25975" t="0"/>
            <a:stretch/>
          </p:blipFill>
          <p:spPr>
            <a:xfrm>
              <a:off x="8033143" y="2760175"/>
              <a:ext cx="710225" cy="125875"/>
            </a:xfrm>
            <a:prstGeom prst="rect">
              <a:avLst/>
            </a:prstGeom>
            <a:noFill/>
            <a:ln>
              <a:noFill/>
            </a:ln>
          </p:spPr>
        </p:pic>
      </p:grpSp>
      <p:sp>
        <p:nvSpPr>
          <p:cNvPr id="359" name="Google Shape;359;p37"/>
          <p:cNvSpPr/>
          <p:nvPr/>
        </p:nvSpPr>
        <p:spPr>
          <a:xfrm>
            <a:off x="7948440" y="2126915"/>
            <a:ext cx="1000500" cy="800700"/>
          </a:xfrm>
          <a:prstGeom prst="rect">
            <a:avLst/>
          </a:prstGeom>
          <a:noFill/>
          <a:ln cap="flat" cmpd="sng" w="19050">
            <a:solidFill>
              <a:srgbClr val="D45B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7"/>
          <p:cNvSpPr/>
          <p:nvPr/>
        </p:nvSpPr>
        <p:spPr>
          <a:xfrm>
            <a:off x="7833377" y="1981487"/>
            <a:ext cx="197700" cy="208800"/>
          </a:xfrm>
          <a:prstGeom prst="ellipse">
            <a:avLst/>
          </a:prstGeom>
          <a:solidFill>
            <a:srgbClr val="D45B9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rgbClr val="FFFFFF"/>
                </a:solidFill>
                <a:latin typeface="Montserrat ExtraBold"/>
                <a:ea typeface="Montserrat ExtraBold"/>
                <a:cs typeface="Montserrat ExtraBold"/>
                <a:sym typeface="Montserrat ExtraBold"/>
              </a:rPr>
              <a:t>6</a:t>
            </a:r>
            <a:endParaRPr sz="1100">
              <a:solidFill>
                <a:srgbClr val="FFFFFF"/>
              </a:solidFill>
              <a:latin typeface="Montserrat ExtraBold"/>
              <a:ea typeface="Montserrat ExtraBold"/>
              <a:cs typeface="Montserrat ExtraBold"/>
              <a:sym typeface="Montserrat ExtraBold"/>
            </a:endParaRPr>
          </a:p>
        </p:txBody>
      </p:sp>
      <p:cxnSp>
        <p:nvCxnSpPr>
          <p:cNvPr id="361" name="Google Shape;361;p37"/>
          <p:cNvCxnSpPr/>
          <p:nvPr/>
        </p:nvCxnSpPr>
        <p:spPr>
          <a:xfrm>
            <a:off x="8029488" y="2865396"/>
            <a:ext cx="447900" cy="0"/>
          </a:xfrm>
          <a:prstGeom prst="straightConnector1">
            <a:avLst/>
          </a:prstGeom>
          <a:noFill/>
          <a:ln cap="flat" cmpd="sng" w="19050">
            <a:solidFill>
              <a:srgbClr val="D45B90"/>
            </a:solidFill>
            <a:prstDash val="solid"/>
            <a:round/>
            <a:headEnd len="sm" w="sm" type="none"/>
            <a:tailEnd len="sm" w="sm" type="none"/>
          </a:ln>
        </p:spPr>
      </p:cxnSp>
      <p:sp>
        <p:nvSpPr>
          <p:cNvPr id="362" name="Google Shape;362;p37"/>
          <p:cNvSpPr txBox="1"/>
          <p:nvPr/>
        </p:nvSpPr>
        <p:spPr>
          <a:xfrm>
            <a:off x="8031501" y="2784352"/>
            <a:ext cx="648000" cy="6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00">
                <a:solidFill>
                  <a:srgbClr val="5B5B5B"/>
                </a:solidFill>
                <a:latin typeface="Roboto"/>
                <a:ea typeface="Roboto"/>
                <a:cs typeface="Roboto"/>
                <a:sym typeface="Roboto"/>
              </a:rPr>
              <a:t>Snowflake </a:t>
            </a:r>
            <a:r>
              <a:rPr lang="en" sz="400">
                <a:solidFill>
                  <a:srgbClr val="5B5B5B"/>
                </a:solidFill>
                <a:latin typeface="Roboto"/>
                <a:ea typeface="Roboto"/>
                <a:cs typeface="Roboto"/>
                <a:sym typeface="Roboto"/>
              </a:rPr>
              <a:t>2026</a:t>
            </a:r>
            <a:r>
              <a:rPr lang="en" sz="400">
                <a:solidFill>
                  <a:srgbClr val="5B5B5B"/>
                </a:solidFill>
                <a:latin typeface="Roboto"/>
                <a:ea typeface="Roboto"/>
                <a:cs typeface="Roboto"/>
                <a:sym typeface="Roboto"/>
              </a:rPr>
              <a:t>.01</a:t>
            </a:r>
            <a:endParaRPr sz="400">
              <a:solidFill>
                <a:srgbClr val="5B5B5B"/>
              </a:solidFill>
              <a:latin typeface="Roboto"/>
              <a:ea typeface="Roboto"/>
              <a:cs typeface="Roboto"/>
              <a:sym typeface="Roboto"/>
            </a:endParaRPr>
          </a:p>
        </p:txBody>
      </p:sp>
      <p:sp>
        <p:nvSpPr>
          <p:cNvPr id="363" name="Google Shape;363;p37"/>
          <p:cNvSpPr txBox="1"/>
          <p:nvPr/>
        </p:nvSpPr>
        <p:spPr>
          <a:xfrm>
            <a:off x="1540096" y="2150274"/>
            <a:ext cx="979500" cy="92400"/>
          </a:xfrm>
          <a:prstGeom prst="rect">
            <a:avLst/>
          </a:prstGeom>
          <a:solidFill>
            <a:srgbClr val="F5F5F5"/>
          </a:solidFill>
          <a:ln>
            <a:noFill/>
          </a:ln>
        </p:spPr>
        <p:txBody>
          <a:bodyPr anchorCtr="0" anchor="t" bIns="0" lIns="0" spcFirstLastPara="1" rIns="0" wrap="square" tIns="0">
            <a:noAutofit/>
          </a:bodyPr>
          <a:lstStyle/>
          <a:p>
            <a:pPr indent="0" lvl="0" marL="0" rtl="0" algn="l">
              <a:spcBef>
                <a:spcPts val="0"/>
              </a:spcBef>
              <a:spcAft>
                <a:spcPts val="0"/>
              </a:spcAft>
              <a:buNone/>
            </a:pPr>
            <a:r>
              <a:rPr lang="en" sz="400">
                <a:solidFill>
                  <a:srgbClr val="5B5B5B"/>
                </a:solidFill>
                <a:latin typeface="Roboto"/>
                <a:ea typeface="Roboto"/>
                <a:cs typeface="Roboto"/>
                <a:sym typeface="Roboto"/>
              </a:rPr>
              <a:t>“import the </a:t>
            </a:r>
            <a:r>
              <a:rPr lang="en" sz="400">
                <a:solidFill>
                  <a:srgbClr val="5B5B5B"/>
                </a:solidFill>
                <a:latin typeface="Roboto"/>
                <a:ea typeface="Roboto"/>
                <a:cs typeface="Roboto"/>
                <a:sym typeface="Roboto"/>
              </a:rPr>
              <a:t>2026</a:t>
            </a:r>
            <a:r>
              <a:rPr lang="en" sz="400">
                <a:solidFill>
                  <a:srgbClr val="5B5B5B"/>
                </a:solidFill>
                <a:latin typeface="Roboto"/>
                <a:ea typeface="Roboto"/>
                <a:cs typeface="Roboto"/>
                <a:sym typeface="Roboto"/>
              </a:rPr>
              <a:t> google slides theme”</a:t>
            </a:r>
            <a:endParaRPr sz="400">
              <a:solidFill>
                <a:srgbClr val="5B5B5B"/>
              </a:solidFill>
              <a:latin typeface="Roboto"/>
              <a:ea typeface="Roboto"/>
              <a:cs typeface="Roboto"/>
              <a:sym typeface="Roboto"/>
            </a:endParaRPr>
          </a:p>
        </p:txBody>
      </p:sp>
      <p:sp>
        <p:nvSpPr>
          <p:cNvPr id="364" name="Google Shape;364;p37"/>
          <p:cNvSpPr txBox="1"/>
          <p:nvPr/>
        </p:nvSpPr>
        <p:spPr>
          <a:xfrm>
            <a:off x="789425" y="2505773"/>
            <a:ext cx="979500" cy="54300"/>
          </a:xfrm>
          <a:prstGeom prst="rect">
            <a:avLst/>
          </a:prstGeom>
          <a:solidFill>
            <a:srgbClr val="E7F0FE"/>
          </a:solidFill>
          <a:ln>
            <a:noFill/>
          </a:ln>
        </p:spPr>
        <p:txBody>
          <a:bodyPr anchorCtr="0" anchor="t" bIns="0" lIns="0" spcFirstLastPara="1" rIns="0" wrap="square" tIns="0">
            <a:noAutofit/>
          </a:bodyPr>
          <a:lstStyle/>
          <a:p>
            <a:pPr indent="0" lvl="0" marL="0" rtl="0" algn="l">
              <a:spcBef>
                <a:spcPts val="0"/>
              </a:spcBef>
              <a:spcAft>
                <a:spcPts val="0"/>
              </a:spcAft>
              <a:buNone/>
            </a:pPr>
            <a:r>
              <a:rPr lang="en" sz="350">
                <a:solidFill>
                  <a:srgbClr val="1C5DBE"/>
                </a:solidFill>
                <a:latin typeface="Roboto"/>
                <a:ea typeface="Roboto"/>
                <a:cs typeface="Roboto"/>
                <a:sym typeface="Roboto"/>
              </a:rPr>
              <a:t>Import the </a:t>
            </a:r>
            <a:r>
              <a:rPr lang="en" sz="350">
                <a:solidFill>
                  <a:srgbClr val="1C5DBE"/>
                </a:solidFill>
                <a:latin typeface="Roboto"/>
                <a:ea typeface="Roboto"/>
                <a:cs typeface="Roboto"/>
                <a:sym typeface="Roboto"/>
              </a:rPr>
              <a:t>2026</a:t>
            </a:r>
            <a:r>
              <a:rPr lang="en" sz="350">
                <a:solidFill>
                  <a:srgbClr val="1C5DBE"/>
                </a:solidFill>
                <a:latin typeface="Roboto"/>
                <a:ea typeface="Roboto"/>
                <a:cs typeface="Roboto"/>
                <a:sym typeface="Roboto"/>
              </a:rPr>
              <a:t> Google Slides Theme</a:t>
            </a:r>
            <a:endParaRPr sz="350">
              <a:solidFill>
                <a:srgbClr val="1C5DBE"/>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8" name="Shape 368"/>
        <p:cNvGrpSpPr/>
        <p:nvPr/>
      </p:nvGrpSpPr>
      <p:grpSpPr>
        <a:xfrm>
          <a:off x="0" y="0"/>
          <a:ext cx="0" cy="0"/>
          <a:chOff x="0" y="0"/>
          <a:chExt cx="0" cy="0"/>
        </a:xfrm>
      </p:grpSpPr>
      <p:sp>
        <p:nvSpPr>
          <p:cNvPr id="369" name="Google Shape;369;p38"/>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Importing Slides From PPT</a:t>
            </a:r>
            <a:endParaRPr/>
          </a:p>
        </p:txBody>
      </p:sp>
      <p:sp>
        <p:nvSpPr>
          <p:cNvPr id="370" name="Google Shape;370;p38"/>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71" name="Google Shape;371;p38"/>
          <p:cNvSpPr txBox="1"/>
          <p:nvPr/>
        </p:nvSpPr>
        <p:spPr>
          <a:xfrm>
            <a:off x="367900" y="1174625"/>
            <a:ext cx="39834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262626"/>
                </a:solidFill>
              </a:rPr>
              <a:t>PowerPoint and Google Slides are very different platforms,</a:t>
            </a:r>
            <a:r>
              <a:rPr lang="en" sz="1000">
                <a:solidFill>
                  <a:srgbClr val="262626"/>
                </a:solidFill>
              </a:rPr>
              <a:t> even though they serve a similar function. Transferring slides between the two is rarely seamless, and tends to result in broken layouts and jumbled templates (no, it’s not just you!) The best way to move content from one platform to the other is to start with a fresh file at your destination, and manually copy/paste elements from the slide surface into the destination’s placeholders. </a:t>
            </a:r>
            <a:endParaRPr sz="1000">
              <a:solidFill>
                <a:srgbClr val="262626"/>
              </a:solidFill>
            </a:endParaRPr>
          </a:p>
          <a:p>
            <a:pPr indent="0" lvl="0" marL="0" marR="0" rtl="0" algn="l">
              <a:lnSpc>
                <a:spcPct val="115000"/>
              </a:lnSpc>
              <a:spcBef>
                <a:spcPts val="1000"/>
              </a:spcBef>
              <a:spcAft>
                <a:spcPts val="0"/>
              </a:spcAft>
              <a:buNone/>
            </a:pPr>
            <a:r>
              <a:rPr b="1" lang="en" sz="1000">
                <a:solidFill>
                  <a:srgbClr val="262626"/>
                </a:solidFill>
              </a:rPr>
              <a:t>First, start with a fresh copy of this file from the Template Gallery (see previous slides). </a:t>
            </a:r>
            <a:endParaRPr b="1" sz="1000">
              <a:solidFill>
                <a:srgbClr val="262626"/>
              </a:solidFill>
            </a:endParaRPr>
          </a:p>
          <a:p>
            <a:pPr indent="-149225" lvl="0" marL="314325" rtl="0" algn="l">
              <a:lnSpc>
                <a:spcPct val="115000"/>
              </a:lnSpc>
              <a:spcBef>
                <a:spcPts val="1000"/>
              </a:spcBef>
              <a:spcAft>
                <a:spcPts val="0"/>
              </a:spcAft>
              <a:buClr>
                <a:srgbClr val="262626"/>
              </a:buClr>
              <a:buSzPts val="1000"/>
              <a:buAutoNum type="arabicPeriod"/>
            </a:pPr>
            <a:r>
              <a:rPr lang="en" sz="1000">
                <a:solidFill>
                  <a:srgbClr val="262626"/>
                </a:solidFill>
              </a:rPr>
              <a:t>Go to </a:t>
            </a:r>
            <a:r>
              <a:rPr b="1" lang="en" sz="1000">
                <a:solidFill>
                  <a:schemeClr val="dk2"/>
                </a:solidFill>
              </a:rPr>
              <a:t>File</a:t>
            </a:r>
            <a:r>
              <a:rPr lang="en" sz="1000">
                <a:solidFill>
                  <a:srgbClr val="262626"/>
                </a:solidFill>
              </a:rPr>
              <a:t> &gt; </a:t>
            </a:r>
            <a:r>
              <a:rPr b="1" lang="en" sz="1000">
                <a:solidFill>
                  <a:schemeClr val="dk2"/>
                </a:solidFill>
              </a:rPr>
              <a:t>Import Slides</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Click </a:t>
            </a:r>
            <a:r>
              <a:rPr b="1" lang="en" sz="1000">
                <a:solidFill>
                  <a:schemeClr val="dk2"/>
                </a:solidFill>
              </a:rPr>
              <a:t>Upload</a:t>
            </a:r>
            <a:r>
              <a:rPr lang="en" sz="1000">
                <a:solidFill>
                  <a:srgbClr val="262626"/>
                </a:solidFill>
              </a:rPr>
              <a:t> at the top, and upload your PPT file</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Select the slides you want</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b="1" lang="en" sz="1000">
                <a:solidFill>
                  <a:srgbClr val="262626"/>
                </a:solidFill>
              </a:rPr>
              <a:t>IMPORTANT:</a:t>
            </a:r>
            <a:r>
              <a:rPr lang="en" sz="1000">
                <a:solidFill>
                  <a:srgbClr val="262626"/>
                </a:solidFill>
              </a:rPr>
              <a:t>  make sure to </a:t>
            </a:r>
            <a:r>
              <a:rPr b="1" lang="en" sz="1000">
                <a:solidFill>
                  <a:schemeClr val="dk2"/>
                </a:solidFill>
              </a:rPr>
              <a:t>Uncheck</a:t>
            </a:r>
            <a:r>
              <a:rPr b="1" lang="en" sz="1000">
                <a:solidFill>
                  <a:srgbClr val="262626"/>
                </a:solidFill>
              </a:rPr>
              <a:t> “</a:t>
            </a:r>
            <a:r>
              <a:rPr lang="en" sz="1000">
                <a:solidFill>
                  <a:srgbClr val="262626"/>
                </a:solidFill>
              </a:rPr>
              <a:t>Keep original theme” to encourage your deck to take on the destination theme</a:t>
            </a:r>
            <a:endParaRPr sz="1000">
              <a:solidFill>
                <a:srgbClr val="262626"/>
              </a:solidFill>
            </a:endParaRPr>
          </a:p>
          <a:p>
            <a:pPr indent="-149225" lvl="0" marL="314325" rtl="0" algn="l">
              <a:lnSpc>
                <a:spcPct val="115000"/>
              </a:lnSpc>
              <a:spcBef>
                <a:spcPts val="0"/>
              </a:spcBef>
              <a:spcAft>
                <a:spcPts val="0"/>
              </a:spcAft>
              <a:buClr>
                <a:srgbClr val="262626"/>
              </a:buClr>
              <a:buSzPts val="1000"/>
              <a:buAutoNum type="arabicPeriod"/>
            </a:pPr>
            <a:r>
              <a:rPr lang="en" sz="1000">
                <a:solidFill>
                  <a:srgbClr val="262626"/>
                </a:solidFill>
              </a:rPr>
              <a:t>Click </a:t>
            </a:r>
            <a:r>
              <a:rPr b="1" lang="en" sz="1000">
                <a:solidFill>
                  <a:schemeClr val="dk2"/>
                </a:solidFill>
              </a:rPr>
              <a:t>Import Slides</a:t>
            </a:r>
            <a:endParaRPr b="1" sz="1000">
              <a:solidFill>
                <a:srgbClr val="262626"/>
              </a:solidFill>
            </a:endParaRPr>
          </a:p>
          <a:p>
            <a:pPr indent="0" lvl="0" marL="0" rtl="0" algn="l">
              <a:lnSpc>
                <a:spcPct val="115000"/>
              </a:lnSpc>
              <a:spcBef>
                <a:spcPts val="1000"/>
              </a:spcBef>
              <a:spcAft>
                <a:spcPts val="1000"/>
              </a:spcAft>
              <a:buNone/>
            </a:pPr>
            <a:br>
              <a:rPr b="1" lang="en" sz="1000">
                <a:solidFill>
                  <a:srgbClr val="262626"/>
                </a:solidFill>
              </a:rPr>
            </a:br>
            <a:endParaRPr sz="1000">
              <a:solidFill>
                <a:srgbClr val="262626"/>
              </a:solidFill>
            </a:endParaRPr>
          </a:p>
        </p:txBody>
      </p:sp>
      <p:grpSp>
        <p:nvGrpSpPr>
          <p:cNvPr id="372" name="Google Shape;372;p38"/>
          <p:cNvGrpSpPr/>
          <p:nvPr/>
        </p:nvGrpSpPr>
        <p:grpSpPr>
          <a:xfrm>
            <a:off x="4719740" y="1291755"/>
            <a:ext cx="3921299" cy="3127935"/>
            <a:chOff x="4698270" y="1073545"/>
            <a:chExt cx="3225548" cy="2572950"/>
          </a:xfrm>
        </p:grpSpPr>
        <p:pic>
          <p:nvPicPr>
            <p:cNvPr id="373" name="Google Shape;373;p38"/>
            <p:cNvPicPr preferRelativeResize="0"/>
            <p:nvPr/>
          </p:nvPicPr>
          <p:blipFill>
            <a:blip r:embed="rId3">
              <a:alphaModFix/>
            </a:blip>
            <a:stretch>
              <a:fillRect/>
            </a:stretch>
          </p:blipFill>
          <p:spPr>
            <a:xfrm>
              <a:off x="4698270" y="1073545"/>
              <a:ext cx="3225548" cy="2572950"/>
            </a:xfrm>
            <a:prstGeom prst="rect">
              <a:avLst/>
            </a:prstGeom>
            <a:noFill/>
            <a:ln cap="flat" cmpd="sng" w="9525">
              <a:solidFill>
                <a:srgbClr val="B7B7B7"/>
              </a:solidFill>
              <a:prstDash val="solid"/>
              <a:round/>
              <a:headEnd len="sm" w="sm" type="none"/>
              <a:tailEnd len="sm" w="sm" type="none"/>
            </a:ln>
          </p:spPr>
        </p:pic>
        <p:sp>
          <p:nvSpPr>
            <p:cNvPr id="374" name="Google Shape;374;p38"/>
            <p:cNvSpPr/>
            <p:nvPr/>
          </p:nvSpPr>
          <p:spPr>
            <a:xfrm>
              <a:off x="7195646" y="3282206"/>
              <a:ext cx="671400" cy="342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5" name="Google Shape;375;p38"/>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Spoiler: Microsoft and Google don’t always play nicely together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9" name="Shape 379"/>
        <p:cNvGrpSpPr/>
        <p:nvPr/>
      </p:nvGrpSpPr>
      <p:grpSpPr>
        <a:xfrm>
          <a:off x="0" y="0"/>
          <a:ext cx="0" cy="0"/>
          <a:chOff x="0" y="0"/>
          <a:chExt cx="0" cy="0"/>
        </a:xfrm>
      </p:grpSpPr>
      <p:sp>
        <p:nvSpPr>
          <p:cNvPr id="380" name="Google Shape;380;p39"/>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Bonus Tips and Tricks</a:t>
            </a:r>
            <a:endParaRPr/>
          </a:p>
        </p:txBody>
      </p:sp>
      <p:sp>
        <p:nvSpPr>
          <p:cNvPr id="381" name="Google Shape;381;p39"/>
          <p:cNvSpPr/>
          <p:nvPr/>
        </p:nvSpPr>
        <p:spPr>
          <a:xfrm>
            <a:off x="457200" y="1189300"/>
            <a:ext cx="2782500" cy="918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1200">
                <a:solidFill>
                  <a:schemeClr val="dk2"/>
                </a:solidFill>
              </a:rPr>
              <a:t>Mapping Slides to the Template</a:t>
            </a:r>
            <a:endParaRPr b="1" sz="1200">
              <a:solidFill>
                <a:schemeClr val="dk2"/>
              </a:solidFill>
            </a:endParaRPr>
          </a:p>
          <a:p>
            <a:pPr indent="0" lvl="0" marL="0" marR="0" rtl="0" algn="l">
              <a:lnSpc>
                <a:spcPct val="115000"/>
              </a:lnSpc>
              <a:spcBef>
                <a:spcPts val="0"/>
              </a:spcBef>
              <a:spcAft>
                <a:spcPts val="0"/>
              </a:spcAft>
              <a:buNone/>
            </a:pPr>
            <a:r>
              <a:rPr lang="en" sz="1000">
                <a:solidFill>
                  <a:srgbClr val="262626"/>
                </a:solidFill>
              </a:rPr>
              <a:t>Whenever you copy/paste slides from an old deck into a </a:t>
            </a:r>
            <a:r>
              <a:rPr lang="en" sz="1000">
                <a:solidFill>
                  <a:srgbClr val="262626"/>
                </a:solidFill>
              </a:rPr>
              <a:t>2026</a:t>
            </a:r>
            <a:r>
              <a:rPr lang="en" sz="1000">
                <a:solidFill>
                  <a:srgbClr val="262626"/>
                </a:solidFill>
              </a:rPr>
              <a:t> templated deck, be sure to select </a:t>
            </a:r>
            <a:r>
              <a:rPr b="1" lang="en" sz="1000">
                <a:solidFill>
                  <a:schemeClr val="dk2"/>
                </a:solidFill>
              </a:rPr>
              <a:t>Match styles in this presentation</a:t>
            </a:r>
            <a:r>
              <a:rPr lang="en" sz="1000">
                <a:solidFill>
                  <a:srgbClr val="262626"/>
                </a:solidFill>
              </a:rPr>
              <a:t> so your pasted slides map to the </a:t>
            </a:r>
            <a:r>
              <a:rPr lang="en" sz="1000">
                <a:solidFill>
                  <a:srgbClr val="262626"/>
                </a:solidFill>
              </a:rPr>
              <a:t>2026</a:t>
            </a:r>
            <a:r>
              <a:rPr lang="en" sz="1000">
                <a:solidFill>
                  <a:srgbClr val="262626"/>
                </a:solidFill>
              </a:rPr>
              <a:t> template.</a:t>
            </a:r>
            <a:endParaRPr sz="1000">
              <a:solidFill>
                <a:srgbClr val="262626"/>
              </a:solidFill>
            </a:endParaRPr>
          </a:p>
        </p:txBody>
      </p:sp>
      <p:pic>
        <p:nvPicPr>
          <p:cNvPr id="382" name="Google Shape;382;p39"/>
          <p:cNvPicPr preferRelativeResize="0"/>
          <p:nvPr/>
        </p:nvPicPr>
        <p:blipFill>
          <a:blip r:embed="rId3">
            <a:alphaModFix/>
          </a:blip>
          <a:stretch>
            <a:fillRect/>
          </a:stretch>
        </p:blipFill>
        <p:spPr>
          <a:xfrm>
            <a:off x="3298415" y="1189300"/>
            <a:ext cx="1569200" cy="1218850"/>
          </a:xfrm>
          <a:prstGeom prst="rect">
            <a:avLst/>
          </a:prstGeom>
          <a:noFill/>
          <a:ln>
            <a:noFill/>
          </a:ln>
        </p:spPr>
      </p:pic>
      <p:sp>
        <p:nvSpPr>
          <p:cNvPr id="383" name="Google Shape;383;p39"/>
          <p:cNvSpPr/>
          <p:nvPr/>
        </p:nvSpPr>
        <p:spPr>
          <a:xfrm>
            <a:off x="457200" y="2891975"/>
            <a:ext cx="2589900" cy="135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1200">
                <a:solidFill>
                  <a:schemeClr val="dk2"/>
                </a:solidFill>
              </a:rPr>
              <a:t>Create A New Deck Quickly</a:t>
            </a:r>
            <a:endParaRPr b="1" sz="1200">
              <a:solidFill>
                <a:schemeClr val="dk2"/>
              </a:solidFill>
            </a:endParaRPr>
          </a:p>
          <a:p>
            <a:pPr indent="0" lvl="0" marL="0" rtl="0" algn="l">
              <a:lnSpc>
                <a:spcPct val="115000"/>
              </a:lnSpc>
              <a:spcBef>
                <a:spcPts val="0"/>
              </a:spcBef>
              <a:spcAft>
                <a:spcPts val="0"/>
              </a:spcAft>
              <a:buNone/>
            </a:pPr>
            <a:r>
              <a:rPr lang="en" sz="1000">
                <a:solidFill>
                  <a:srgbClr val="262626"/>
                </a:solidFill>
              </a:rPr>
              <a:t>Want the template at your fingertips? Bookmark the link </a:t>
            </a:r>
            <a:r>
              <a:rPr lang="en" sz="1000">
                <a:solidFill>
                  <a:srgbClr val="262626"/>
                </a:solidFill>
              </a:rPr>
              <a:t>below</a:t>
            </a:r>
            <a:r>
              <a:rPr lang="en" sz="1000">
                <a:solidFill>
                  <a:srgbClr val="262626"/>
                </a:solidFill>
              </a:rPr>
              <a:t> to open a Template Preview then click “USE TEMPLATE” </a:t>
            </a:r>
            <a:r>
              <a:rPr b="1" lang="en" sz="900" u="sng">
                <a:solidFill>
                  <a:schemeClr val="hlink"/>
                </a:solidFill>
                <a:hlinkClick r:id="rId4"/>
              </a:rPr>
              <a:t>SNOWFLAKE TEMPLATE JANUARY </a:t>
            </a:r>
            <a:r>
              <a:rPr b="1" lang="en" sz="900" u="sng">
                <a:solidFill>
                  <a:schemeClr val="hlink"/>
                </a:solidFill>
                <a:hlinkClick r:id="rId5"/>
              </a:rPr>
              <a:t>2026</a:t>
            </a:r>
            <a:endParaRPr sz="1000">
              <a:solidFill>
                <a:srgbClr val="5B5B5B"/>
              </a:solidFill>
            </a:endParaRPr>
          </a:p>
        </p:txBody>
      </p:sp>
      <p:sp>
        <p:nvSpPr>
          <p:cNvPr id="384" name="Google Shape;384;p39"/>
          <p:cNvSpPr/>
          <p:nvPr/>
        </p:nvSpPr>
        <p:spPr>
          <a:xfrm>
            <a:off x="5562675" y="1189300"/>
            <a:ext cx="3093900" cy="95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1200">
                <a:solidFill>
                  <a:schemeClr val="dk2"/>
                </a:solidFill>
              </a:rPr>
              <a:t>Copy and Paste Styles </a:t>
            </a:r>
            <a:endParaRPr b="1" sz="1200">
              <a:solidFill>
                <a:schemeClr val="dk2"/>
              </a:solidFill>
            </a:endParaRPr>
          </a:p>
          <a:p>
            <a:pPr indent="0" lvl="0" marL="0" marR="0" rtl="0" algn="l">
              <a:lnSpc>
                <a:spcPct val="115000"/>
              </a:lnSpc>
              <a:spcBef>
                <a:spcPts val="0"/>
              </a:spcBef>
              <a:spcAft>
                <a:spcPts val="0"/>
              </a:spcAft>
              <a:buNone/>
            </a:pPr>
            <a:r>
              <a:rPr lang="en" sz="1000">
                <a:solidFill>
                  <a:srgbClr val="262626"/>
                </a:solidFill>
              </a:rPr>
              <a:t>Use keyboard shortcuts to copy the style of one object to another object. Works for text and objects! </a:t>
            </a:r>
            <a:endParaRPr sz="1000">
              <a:solidFill>
                <a:srgbClr val="262626"/>
              </a:solidFill>
            </a:endParaRPr>
          </a:p>
          <a:p>
            <a:pPr indent="0" lvl="0" marL="0" marR="0" rtl="0" algn="l">
              <a:lnSpc>
                <a:spcPct val="115000"/>
              </a:lnSpc>
              <a:spcBef>
                <a:spcPts val="0"/>
              </a:spcBef>
              <a:spcAft>
                <a:spcPts val="0"/>
              </a:spcAft>
              <a:buNone/>
            </a:pPr>
            <a:r>
              <a:t/>
            </a:r>
            <a:endParaRPr sz="500">
              <a:solidFill>
                <a:srgbClr val="262626"/>
              </a:solidFill>
            </a:endParaRPr>
          </a:p>
          <a:p>
            <a:pPr indent="0" lvl="0" marL="0" marR="0" rtl="0" algn="l">
              <a:lnSpc>
                <a:spcPct val="115000"/>
              </a:lnSpc>
              <a:spcBef>
                <a:spcPts val="0"/>
              </a:spcBef>
              <a:spcAft>
                <a:spcPts val="0"/>
              </a:spcAft>
              <a:buNone/>
            </a:pPr>
            <a:r>
              <a:rPr lang="en" sz="1000">
                <a:solidFill>
                  <a:srgbClr val="262626"/>
                </a:solidFill>
              </a:rPr>
              <a:t>Select source object and </a:t>
            </a:r>
            <a:r>
              <a:rPr b="1" lang="en" sz="1000">
                <a:solidFill>
                  <a:schemeClr val="dk2"/>
                </a:solidFill>
              </a:rPr>
              <a:t>copy style</a:t>
            </a:r>
            <a:br>
              <a:rPr lang="en" sz="1000">
                <a:solidFill>
                  <a:srgbClr val="262626"/>
                </a:solidFill>
              </a:rPr>
            </a:br>
            <a:r>
              <a:rPr lang="en" sz="1000">
                <a:solidFill>
                  <a:srgbClr val="262626"/>
                </a:solidFill>
              </a:rPr>
              <a:t>Select target object(s) and </a:t>
            </a:r>
            <a:r>
              <a:rPr b="1" lang="en" sz="1000">
                <a:solidFill>
                  <a:schemeClr val="dk2"/>
                </a:solidFill>
              </a:rPr>
              <a:t>paste style</a:t>
            </a:r>
            <a:endParaRPr sz="1000">
              <a:solidFill>
                <a:srgbClr val="5B5B5B"/>
              </a:solidFill>
            </a:endParaRPr>
          </a:p>
        </p:txBody>
      </p:sp>
      <p:sp>
        <p:nvSpPr>
          <p:cNvPr id="385" name="Google Shape;385;p39"/>
          <p:cNvSpPr/>
          <p:nvPr/>
        </p:nvSpPr>
        <p:spPr>
          <a:xfrm>
            <a:off x="5562675" y="2263825"/>
            <a:ext cx="1631100" cy="54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000">
                <a:solidFill>
                  <a:srgbClr val="262626"/>
                </a:solidFill>
              </a:rPr>
              <a:t>On Mac</a:t>
            </a:r>
            <a:endParaRPr b="1" sz="1000">
              <a:solidFill>
                <a:srgbClr val="262626"/>
              </a:solidFill>
            </a:endParaRPr>
          </a:p>
          <a:p>
            <a:pPr indent="0" lvl="0" marL="0" rtl="0" algn="l">
              <a:lnSpc>
                <a:spcPct val="115000"/>
              </a:lnSpc>
              <a:spcBef>
                <a:spcPts val="0"/>
              </a:spcBef>
              <a:spcAft>
                <a:spcPts val="0"/>
              </a:spcAft>
              <a:buNone/>
            </a:pPr>
            <a:r>
              <a:rPr lang="en" sz="1000">
                <a:solidFill>
                  <a:srgbClr val="262626"/>
                </a:solidFill>
              </a:rPr>
              <a:t>Copy style:  </a:t>
            </a:r>
            <a:r>
              <a:rPr b="1" lang="en" sz="1000">
                <a:solidFill>
                  <a:schemeClr val="dk2"/>
                </a:solidFill>
              </a:rPr>
              <a:t>cmd</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opt</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C</a:t>
            </a:r>
            <a:endParaRPr b="1" sz="1000">
              <a:solidFill>
                <a:srgbClr val="262626"/>
              </a:solidFill>
            </a:endParaRPr>
          </a:p>
          <a:p>
            <a:pPr indent="0" lvl="0" marL="0" rtl="0" algn="l">
              <a:lnSpc>
                <a:spcPct val="115000"/>
              </a:lnSpc>
              <a:spcBef>
                <a:spcPts val="0"/>
              </a:spcBef>
              <a:spcAft>
                <a:spcPts val="0"/>
              </a:spcAft>
              <a:buNone/>
            </a:pPr>
            <a:r>
              <a:rPr lang="en" sz="1000">
                <a:solidFill>
                  <a:srgbClr val="262626"/>
                </a:solidFill>
              </a:rPr>
              <a:t>Paste style:  </a:t>
            </a:r>
            <a:r>
              <a:rPr b="1" lang="en" sz="1000">
                <a:solidFill>
                  <a:schemeClr val="dk2"/>
                </a:solidFill>
              </a:rPr>
              <a:t>cmd</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opt</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V</a:t>
            </a:r>
            <a:endParaRPr b="1" sz="1200">
              <a:solidFill>
                <a:srgbClr val="262626"/>
              </a:solidFill>
            </a:endParaRPr>
          </a:p>
        </p:txBody>
      </p:sp>
      <p:sp>
        <p:nvSpPr>
          <p:cNvPr id="386" name="Google Shape;386;p39"/>
          <p:cNvSpPr/>
          <p:nvPr/>
        </p:nvSpPr>
        <p:spPr>
          <a:xfrm>
            <a:off x="7294096" y="2263825"/>
            <a:ext cx="1701600" cy="54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000">
                <a:solidFill>
                  <a:srgbClr val="262626"/>
                </a:solidFill>
              </a:rPr>
              <a:t>On PC</a:t>
            </a:r>
            <a:endParaRPr b="1" sz="1000">
              <a:solidFill>
                <a:srgbClr val="262626"/>
              </a:solidFill>
            </a:endParaRPr>
          </a:p>
          <a:p>
            <a:pPr indent="0" lvl="0" marL="0" rtl="0" algn="l">
              <a:lnSpc>
                <a:spcPct val="115000"/>
              </a:lnSpc>
              <a:spcBef>
                <a:spcPts val="0"/>
              </a:spcBef>
              <a:spcAft>
                <a:spcPts val="0"/>
              </a:spcAft>
              <a:buNone/>
            </a:pPr>
            <a:r>
              <a:rPr lang="en" sz="1000">
                <a:solidFill>
                  <a:srgbClr val="262626"/>
                </a:solidFill>
              </a:rPr>
              <a:t>Copy style:  </a:t>
            </a:r>
            <a:r>
              <a:rPr b="1" lang="en" sz="1000">
                <a:solidFill>
                  <a:schemeClr val="dk2"/>
                </a:solidFill>
              </a:rPr>
              <a:t>ctrl</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alt</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C</a:t>
            </a:r>
            <a:endParaRPr sz="1000">
              <a:solidFill>
                <a:srgbClr val="262626"/>
              </a:solidFill>
            </a:endParaRPr>
          </a:p>
          <a:p>
            <a:pPr indent="0" lvl="0" marL="0" rtl="0" algn="l">
              <a:lnSpc>
                <a:spcPct val="115000"/>
              </a:lnSpc>
              <a:spcBef>
                <a:spcPts val="0"/>
              </a:spcBef>
              <a:spcAft>
                <a:spcPts val="0"/>
              </a:spcAft>
              <a:buNone/>
            </a:pPr>
            <a:r>
              <a:rPr lang="en" sz="1000">
                <a:solidFill>
                  <a:srgbClr val="262626"/>
                </a:solidFill>
              </a:rPr>
              <a:t>Copy style:  </a:t>
            </a:r>
            <a:r>
              <a:rPr b="1" lang="en" sz="1000">
                <a:solidFill>
                  <a:schemeClr val="dk2"/>
                </a:solidFill>
              </a:rPr>
              <a:t>ctrl</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alt</a:t>
            </a:r>
            <a:r>
              <a:rPr b="1" lang="en" sz="1000">
                <a:solidFill>
                  <a:srgbClr val="262626"/>
                </a:solidFill>
              </a:rPr>
              <a:t> </a:t>
            </a:r>
            <a:r>
              <a:rPr lang="en" sz="1000">
                <a:solidFill>
                  <a:srgbClr val="262626"/>
                </a:solidFill>
              </a:rPr>
              <a:t>+</a:t>
            </a:r>
            <a:r>
              <a:rPr b="1" lang="en" sz="1000">
                <a:solidFill>
                  <a:srgbClr val="262626"/>
                </a:solidFill>
              </a:rPr>
              <a:t> </a:t>
            </a:r>
            <a:r>
              <a:rPr b="1" lang="en" sz="1000">
                <a:solidFill>
                  <a:schemeClr val="dk2"/>
                </a:solidFill>
              </a:rPr>
              <a:t>V</a:t>
            </a:r>
            <a:endParaRPr sz="1000">
              <a:solidFill>
                <a:srgbClr val="262626"/>
              </a:solidFill>
            </a:endParaRPr>
          </a:p>
        </p:txBody>
      </p:sp>
      <p:pic>
        <p:nvPicPr>
          <p:cNvPr id="387" name="Google Shape;387;p39"/>
          <p:cNvPicPr preferRelativeResize="0"/>
          <p:nvPr/>
        </p:nvPicPr>
        <p:blipFill>
          <a:blip r:embed="rId6">
            <a:alphaModFix/>
          </a:blip>
          <a:stretch>
            <a:fillRect/>
          </a:stretch>
        </p:blipFill>
        <p:spPr>
          <a:xfrm>
            <a:off x="3075026" y="3066275"/>
            <a:ext cx="2171531" cy="1354801"/>
          </a:xfrm>
          <a:prstGeom prst="rect">
            <a:avLst/>
          </a:prstGeom>
          <a:noFill/>
          <a:ln>
            <a:noFill/>
          </a:ln>
        </p:spPr>
      </p:pic>
      <p:grpSp>
        <p:nvGrpSpPr>
          <p:cNvPr id="388" name="Google Shape;388;p39"/>
          <p:cNvGrpSpPr/>
          <p:nvPr/>
        </p:nvGrpSpPr>
        <p:grpSpPr>
          <a:xfrm>
            <a:off x="4757350" y="3713050"/>
            <a:ext cx="918000" cy="918000"/>
            <a:chOff x="5896625" y="3291575"/>
            <a:chExt cx="918000" cy="918000"/>
          </a:xfrm>
        </p:grpSpPr>
        <p:pic>
          <p:nvPicPr>
            <p:cNvPr id="389" name="Google Shape;389;p39"/>
            <p:cNvPicPr preferRelativeResize="0"/>
            <p:nvPr/>
          </p:nvPicPr>
          <p:blipFill rotWithShape="1">
            <a:blip r:embed="rId6">
              <a:alphaModFix/>
            </a:blip>
            <a:srcRect b="77870" l="87941" r="4711" t="10348"/>
            <a:stretch/>
          </p:blipFill>
          <p:spPr>
            <a:xfrm>
              <a:off x="5896625" y="3291575"/>
              <a:ext cx="918000" cy="918000"/>
            </a:xfrm>
            <a:prstGeom prst="ellipse">
              <a:avLst/>
            </a:prstGeom>
            <a:noFill/>
            <a:ln>
              <a:noFill/>
            </a:ln>
          </p:spPr>
        </p:pic>
        <p:sp>
          <p:nvSpPr>
            <p:cNvPr id="390" name="Google Shape;390;p39"/>
            <p:cNvSpPr/>
            <p:nvPr/>
          </p:nvSpPr>
          <p:spPr>
            <a:xfrm>
              <a:off x="5896625" y="3291575"/>
              <a:ext cx="918000" cy="918000"/>
            </a:xfrm>
            <a:prstGeom prst="ellipse">
              <a:avLst/>
            </a:prstGeom>
            <a:solidFill>
              <a:srgbClr val="000000">
                <a:alpha val="51270"/>
              </a:srgbClr>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1" name="Google Shape;391;p39"/>
            <p:cNvPicPr preferRelativeResize="0"/>
            <p:nvPr/>
          </p:nvPicPr>
          <p:blipFill rotWithShape="1">
            <a:blip r:embed="rId6">
              <a:alphaModFix/>
            </a:blip>
            <a:srcRect b="82407" l="88280" r="5031" t="14671"/>
            <a:stretch/>
          </p:blipFill>
          <p:spPr>
            <a:xfrm>
              <a:off x="5939025" y="3628425"/>
              <a:ext cx="835800" cy="227400"/>
            </a:xfrm>
            <a:prstGeom prst="roundRect">
              <a:avLst>
                <a:gd fmla="val 3936" name="adj"/>
              </a:avLst>
            </a:prstGeom>
            <a:noFill/>
            <a:ln>
              <a:noFill/>
            </a:ln>
          </p:spPr>
        </p:pic>
      </p:grpSp>
      <p:sp>
        <p:nvSpPr>
          <p:cNvPr id="392" name="Google Shape;392;p39"/>
          <p:cNvSpPr/>
          <p:nvPr/>
        </p:nvSpPr>
        <p:spPr>
          <a:xfrm>
            <a:off x="4980525" y="3199900"/>
            <a:ext cx="168300" cy="1683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3" name="Google Shape;393;p39"/>
          <p:cNvCxnSpPr>
            <a:stCxn id="392" idx="2"/>
            <a:endCxn id="390" idx="1"/>
          </p:cNvCxnSpPr>
          <p:nvPr/>
        </p:nvCxnSpPr>
        <p:spPr>
          <a:xfrm flipH="1">
            <a:off x="4891725" y="3284050"/>
            <a:ext cx="88800" cy="563400"/>
          </a:xfrm>
          <a:prstGeom prst="straightConnector1">
            <a:avLst/>
          </a:prstGeom>
          <a:noFill/>
          <a:ln cap="flat" cmpd="sng" w="19050">
            <a:solidFill>
              <a:schemeClr val="accent6"/>
            </a:solidFill>
            <a:prstDash val="solid"/>
            <a:round/>
            <a:headEnd len="sm" w="sm" type="none"/>
            <a:tailEnd len="sm" w="sm" type="none"/>
          </a:ln>
        </p:spPr>
      </p:cxnSp>
      <p:cxnSp>
        <p:nvCxnSpPr>
          <p:cNvPr id="394" name="Google Shape;394;p39"/>
          <p:cNvCxnSpPr>
            <a:stCxn id="392" idx="6"/>
            <a:endCxn id="390" idx="7"/>
          </p:cNvCxnSpPr>
          <p:nvPr/>
        </p:nvCxnSpPr>
        <p:spPr>
          <a:xfrm>
            <a:off x="5148825" y="3284050"/>
            <a:ext cx="392100" cy="563400"/>
          </a:xfrm>
          <a:prstGeom prst="straightConnector1">
            <a:avLst/>
          </a:prstGeom>
          <a:noFill/>
          <a:ln cap="flat" cmpd="sng" w="19050">
            <a:solidFill>
              <a:schemeClr val="accent6"/>
            </a:solidFill>
            <a:prstDash val="solid"/>
            <a:round/>
            <a:headEnd len="sm" w="sm" type="none"/>
            <a:tailEnd len="sm" w="sm" type="none"/>
          </a:ln>
        </p:spPr>
      </p:cxnSp>
      <p:sp>
        <p:nvSpPr>
          <p:cNvPr id="395" name="Google Shape;395;p39"/>
          <p:cNvSpPr txBox="1"/>
          <p:nvPr/>
        </p:nvSpPr>
        <p:spPr>
          <a:xfrm>
            <a:off x="3441400" y="3642050"/>
            <a:ext cx="868500" cy="186000"/>
          </a:xfrm>
          <a:prstGeom prst="rect">
            <a:avLst/>
          </a:prstGeom>
          <a:solidFill>
            <a:srgbClr val="28B5E8"/>
          </a:solid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800">
                <a:solidFill>
                  <a:srgbClr val="FFFFFF"/>
                </a:solidFill>
              </a:rPr>
              <a:t>SNOWFLAKE</a:t>
            </a:r>
            <a:endParaRPr b="1" sz="800">
              <a:solidFill>
                <a:srgbClr val="FFFFFF"/>
              </a:solidFill>
            </a:endParaRPr>
          </a:p>
          <a:p>
            <a:pPr indent="0" lvl="0" marL="0" rtl="0" algn="l">
              <a:lnSpc>
                <a:spcPct val="80000"/>
              </a:lnSpc>
              <a:spcBef>
                <a:spcPts val="0"/>
              </a:spcBef>
              <a:spcAft>
                <a:spcPts val="0"/>
              </a:spcAft>
              <a:buNone/>
            </a:pPr>
            <a:r>
              <a:rPr b="1" lang="en" sz="800">
                <a:solidFill>
                  <a:srgbClr val="262626"/>
                </a:solidFill>
              </a:rPr>
              <a:t>TEMPLATE </a:t>
            </a:r>
            <a:r>
              <a:rPr b="1" lang="en" sz="800">
                <a:solidFill>
                  <a:srgbClr val="262626"/>
                </a:solidFill>
              </a:rPr>
              <a:t>2026</a:t>
            </a:r>
            <a:endParaRPr b="1" sz="800">
              <a:solidFill>
                <a:srgbClr val="262626"/>
              </a:solidFill>
            </a:endParaRPr>
          </a:p>
        </p:txBody>
      </p:sp>
      <p:sp>
        <p:nvSpPr>
          <p:cNvPr id="396" name="Google Shape;396;p39"/>
          <p:cNvSpPr txBox="1"/>
          <p:nvPr/>
        </p:nvSpPr>
        <p:spPr>
          <a:xfrm>
            <a:off x="3441400" y="4072900"/>
            <a:ext cx="356100" cy="39000"/>
          </a:xfrm>
          <a:prstGeom prst="rect">
            <a:avLst/>
          </a:prstGeom>
          <a:solidFill>
            <a:srgbClr val="28B5E8"/>
          </a:solid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250">
                <a:solidFill>
                  <a:srgbClr val="262626"/>
                </a:solidFill>
              </a:rPr>
              <a:t>January </a:t>
            </a:r>
            <a:r>
              <a:rPr b="1" lang="en" sz="250">
                <a:solidFill>
                  <a:srgbClr val="262626"/>
                </a:solidFill>
              </a:rPr>
              <a:t>2026</a:t>
            </a:r>
            <a:endParaRPr b="1" sz="250">
              <a:solidFill>
                <a:srgbClr val="26262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0"/>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lnSpc>
                <a:spcPct val="85000"/>
              </a:lnSpc>
              <a:spcBef>
                <a:spcPts val="0"/>
              </a:spcBef>
              <a:spcAft>
                <a:spcPts val="0"/>
              </a:spcAft>
              <a:buNone/>
            </a:pPr>
            <a:r>
              <a:rPr lang="en">
                <a:solidFill>
                  <a:schemeClr val="accent1"/>
                </a:solidFill>
              </a:rPr>
              <a:t>LAYOUT, DESIGN, </a:t>
            </a:r>
            <a:endParaRPr/>
          </a:p>
          <a:p>
            <a:pPr indent="0" lvl="0" marL="0" rtl="0" algn="l">
              <a:lnSpc>
                <a:spcPct val="85000"/>
              </a:lnSpc>
              <a:spcBef>
                <a:spcPts val="0"/>
              </a:spcBef>
              <a:spcAft>
                <a:spcPts val="0"/>
              </a:spcAft>
              <a:buNone/>
            </a:pPr>
            <a:r>
              <a:rPr lang="en"/>
              <a:t>DO’S &amp; DON’TS</a:t>
            </a:r>
            <a:endParaRPr/>
          </a:p>
          <a:p>
            <a:pPr indent="0" lvl="0" marL="0" rtl="0" algn="l">
              <a:lnSpc>
                <a:spcPct val="85000"/>
              </a:lnSpc>
              <a:spcBef>
                <a:spcPts val="0"/>
              </a:spcBef>
              <a:spcAft>
                <a:spcPts val="0"/>
              </a:spcAft>
              <a:buNone/>
            </a:pPr>
            <a:r>
              <a:t/>
            </a:r>
            <a:endParaRPr/>
          </a:p>
        </p:txBody>
      </p:sp>
      <p:sp>
        <p:nvSpPr>
          <p:cNvPr id="402" name="Google Shape;402;p40"/>
          <p:cNvSpPr txBox="1"/>
          <p:nvPr/>
        </p:nvSpPr>
        <p:spPr>
          <a:xfrm>
            <a:off x="457200" y="2924029"/>
            <a:ext cx="5997000" cy="16389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None/>
            </a:pPr>
            <a:r>
              <a:rPr lang="en">
                <a:solidFill>
                  <a:srgbClr val="FFFFFF"/>
                </a:solidFill>
              </a:rPr>
              <a:t>The design of this template keeps your deck clean and airy. Avoid a cluttered presentation and aim for a clear, concise, visually-engaging story. </a:t>
            </a:r>
            <a:r>
              <a:rPr b="1" lang="en">
                <a:solidFill>
                  <a:srgbClr val="FFFFFF"/>
                </a:solidFill>
              </a:rPr>
              <a:t>Remember:  one key message per slide.</a:t>
            </a:r>
            <a:endParaRPr b="1">
              <a:solidFill>
                <a:srgbClr val="FFFFFF"/>
              </a:solidFill>
            </a:endParaRPr>
          </a:p>
          <a:p>
            <a:pPr indent="0" lvl="0" marL="0" rtl="0" algn="l">
              <a:lnSpc>
                <a:spcPct val="115000"/>
              </a:lnSpc>
              <a:spcBef>
                <a:spcPts val="0"/>
              </a:spcBef>
              <a:spcAft>
                <a:spcPts val="0"/>
              </a:spcAft>
              <a:buNone/>
            </a:pPr>
            <a:r>
              <a:t/>
            </a:r>
            <a:endParaRPr b="1">
              <a:solidFill>
                <a:srgbClr val="FFFFFF"/>
              </a:solidFill>
            </a:endParaRPr>
          </a:p>
          <a:p>
            <a:pPr indent="0" lvl="0" marL="0" rtl="0" algn="l">
              <a:lnSpc>
                <a:spcPct val="115000"/>
              </a:lnSpc>
              <a:spcBef>
                <a:spcPts val="0"/>
              </a:spcBef>
              <a:spcAft>
                <a:spcPts val="0"/>
              </a:spcAft>
              <a:buNone/>
            </a:pPr>
            <a:r>
              <a:rPr lang="en">
                <a:solidFill>
                  <a:srgbClr val="FFFFFF"/>
                </a:solidFill>
              </a:rPr>
              <a:t>Embrace empty white space, simple design, more imagery,</a:t>
            </a:r>
            <a:br>
              <a:rPr lang="en">
                <a:solidFill>
                  <a:srgbClr val="FFFFFF"/>
                </a:solidFill>
              </a:rPr>
            </a:br>
            <a:r>
              <a:rPr lang="en">
                <a:solidFill>
                  <a:srgbClr val="FFFFFF"/>
                </a:solidFill>
              </a:rPr>
              <a:t>and less text. This makes content easier to digest.</a:t>
            </a:r>
            <a:endParaRPr>
              <a:solidFill>
                <a:srgbClr val="FFFFFF"/>
              </a:solidFill>
            </a:endParaRPr>
          </a:p>
          <a:p>
            <a:pPr indent="0" lvl="0" marL="0" rtl="0" algn="l">
              <a:spcBef>
                <a:spcPts val="0"/>
              </a:spcBef>
              <a:spcAft>
                <a:spcPts val="0"/>
              </a:spcAft>
              <a:buNone/>
            </a:pPr>
            <a:r>
              <a:t/>
            </a:r>
            <a:endParaRPr sz="1800">
              <a:solidFill>
                <a:srgbClr val="5B5B5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6" name="Shape 406"/>
        <p:cNvGrpSpPr/>
        <p:nvPr/>
      </p:nvGrpSpPr>
      <p:grpSpPr>
        <a:xfrm>
          <a:off x="0" y="0"/>
          <a:ext cx="0" cy="0"/>
          <a:chOff x="0" y="0"/>
          <a:chExt cx="0" cy="0"/>
        </a:xfrm>
      </p:grpSpPr>
      <p:pic>
        <p:nvPicPr>
          <p:cNvPr id="407" name="Google Shape;407;p41"/>
          <p:cNvPicPr preferRelativeResize="0"/>
          <p:nvPr/>
        </p:nvPicPr>
        <p:blipFill>
          <a:blip r:embed="rId3">
            <a:alphaModFix/>
          </a:blip>
          <a:stretch>
            <a:fillRect/>
          </a:stretch>
        </p:blipFill>
        <p:spPr>
          <a:xfrm>
            <a:off x="7585750" y="883925"/>
            <a:ext cx="1323600" cy="2755853"/>
          </a:xfrm>
          <a:prstGeom prst="rect">
            <a:avLst/>
          </a:prstGeom>
          <a:noFill/>
          <a:ln>
            <a:noFill/>
          </a:ln>
        </p:spPr>
      </p:pic>
      <p:sp>
        <p:nvSpPr>
          <p:cNvPr id="408" name="Google Shape;408;p41"/>
          <p:cNvSpPr txBox="1"/>
          <p:nvPr/>
        </p:nvSpPr>
        <p:spPr>
          <a:xfrm>
            <a:off x="7569575" y="3676031"/>
            <a:ext cx="1323600" cy="869700"/>
          </a:xfrm>
          <a:prstGeom prst="rect">
            <a:avLst/>
          </a:prstGeom>
          <a:noFill/>
          <a:ln>
            <a:noFill/>
          </a:ln>
        </p:spPr>
        <p:txBody>
          <a:bodyPr anchorCtr="0" anchor="t" bIns="91425" lIns="45700" spcFirstLastPara="1" rIns="45700" wrap="square" tIns="91425">
            <a:spAutoFit/>
          </a:bodyPr>
          <a:lstStyle/>
          <a:p>
            <a:pPr indent="0" lvl="0" marL="0" rtl="0" algn="l">
              <a:lnSpc>
                <a:spcPct val="115000"/>
              </a:lnSpc>
              <a:spcBef>
                <a:spcPts val="0"/>
              </a:spcBef>
              <a:spcAft>
                <a:spcPts val="0"/>
              </a:spcAft>
              <a:buClr>
                <a:srgbClr val="3C4043"/>
              </a:buClr>
              <a:buSzPts val="1100"/>
              <a:buFont typeface="Arial"/>
              <a:buNone/>
            </a:pPr>
            <a:r>
              <a:rPr b="1" lang="en" sz="1000">
                <a:solidFill>
                  <a:schemeClr val="accent2"/>
                </a:solidFill>
              </a:rPr>
              <a:t>Snowflake</a:t>
            </a:r>
            <a:r>
              <a:rPr lang="en" sz="1000">
                <a:solidFill>
                  <a:schemeClr val="accent2"/>
                </a:solidFill>
              </a:rPr>
              <a:t> </a:t>
            </a:r>
            <a:r>
              <a:rPr b="1" lang="en" sz="1000">
                <a:solidFill>
                  <a:schemeClr val="accent2"/>
                </a:solidFill>
              </a:rPr>
              <a:t>Colors</a:t>
            </a:r>
            <a:r>
              <a:rPr lang="en" sz="1000">
                <a:solidFill>
                  <a:schemeClr val="accent2"/>
                </a:solidFill>
              </a:rPr>
              <a:t> </a:t>
            </a:r>
            <a:r>
              <a:rPr lang="en" sz="1000">
                <a:solidFill>
                  <a:srgbClr val="5B5B5B"/>
                </a:solidFill>
              </a:rPr>
              <a:t>can be selected in the color palette pull-down.</a:t>
            </a:r>
            <a:endParaRPr b="1" i="1" sz="1000">
              <a:solidFill>
                <a:schemeClr val="accent2"/>
              </a:solidFill>
            </a:endParaRPr>
          </a:p>
        </p:txBody>
      </p:sp>
      <p:sp>
        <p:nvSpPr>
          <p:cNvPr id="409" name="Google Shape;409;p41"/>
          <p:cNvSpPr/>
          <p:nvPr/>
        </p:nvSpPr>
        <p:spPr>
          <a:xfrm>
            <a:off x="7585700" y="1276971"/>
            <a:ext cx="1323600" cy="356100"/>
          </a:xfrm>
          <a:prstGeom prst="rect">
            <a:avLst/>
          </a:prstGeom>
          <a:noFill/>
          <a:ln cap="flat" cmpd="sng" w="19050">
            <a:solidFill>
              <a:schemeClr val="accent6"/>
            </a:solidFill>
            <a:prstDash val="solid"/>
            <a:round/>
            <a:headEnd len="sm" w="sm" type="none"/>
            <a:tailEnd len="sm" w="sm" type="none"/>
          </a:ln>
        </p:spPr>
        <p:txBody>
          <a:bodyPr anchorCtr="0" anchor="ctr" bIns="57125" lIns="57125" spcFirstLastPara="1" rIns="57125" wrap="square" tIns="57125">
            <a:noAutofit/>
          </a:bodyPr>
          <a:lstStyle/>
          <a:p>
            <a:pPr indent="0" lvl="0" marL="0" marR="0" rtl="0" algn="ctr">
              <a:lnSpc>
                <a:spcPct val="100000"/>
              </a:lnSpc>
              <a:spcBef>
                <a:spcPts val="0"/>
              </a:spcBef>
              <a:spcAft>
                <a:spcPts val="0"/>
              </a:spcAft>
              <a:buClr>
                <a:srgbClr val="FFFFFF"/>
              </a:buClr>
              <a:buSzPts val="500"/>
              <a:buFont typeface="Roboto"/>
              <a:buNone/>
            </a:pPr>
            <a:r>
              <a:t/>
            </a:r>
            <a:endParaRPr sz="500">
              <a:solidFill>
                <a:srgbClr val="FFFFFF"/>
              </a:solidFill>
              <a:latin typeface="Roboto"/>
              <a:ea typeface="Roboto"/>
              <a:cs typeface="Roboto"/>
              <a:sym typeface="Roboto"/>
            </a:endParaRPr>
          </a:p>
        </p:txBody>
      </p:sp>
      <p:sp>
        <p:nvSpPr>
          <p:cNvPr id="410" name="Google Shape;410;p41"/>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Template Colors</a:t>
            </a:r>
            <a:endParaRPr/>
          </a:p>
        </p:txBody>
      </p:sp>
      <p:sp>
        <p:nvSpPr>
          <p:cNvPr id="411" name="Google Shape;411;p41"/>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2" name="Google Shape;412;p4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Use only the Theme Colors in the pulldown palette and Medium Gray</a:t>
            </a:r>
            <a:endParaRPr/>
          </a:p>
        </p:txBody>
      </p:sp>
      <p:sp>
        <p:nvSpPr>
          <p:cNvPr id="413" name="Google Shape;413;p41"/>
          <p:cNvSpPr/>
          <p:nvPr/>
        </p:nvSpPr>
        <p:spPr>
          <a:xfrm>
            <a:off x="4076850" y="2857800"/>
            <a:ext cx="712200" cy="624900"/>
          </a:xfrm>
          <a:prstGeom prst="rect">
            <a:avLst/>
          </a:prstGeom>
          <a:solidFill>
            <a:schemeClr val="accent3"/>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252525"/>
                </a:solidFill>
                <a:latin typeface="Arial"/>
                <a:ea typeface="Arial"/>
                <a:cs typeface="Arial"/>
                <a:sym typeface="Arial"/>
              </a:rPr>
              <a:t>STAR </a:t>
            </a:r>
            <a:br>
              <a:rPr b="1" i="0" lang="en" sz="800" u="none" cap="none" strike="noStrike">
                <a:solidFill>
                  <a:srgbClr val="252525"/>
                </a:solidFill>
                <a:latin typeface="Arial"/>
                <a:ea typeface="Arial"/>
                <a:cs typeface="Arial"/>
                <a:sym typeface="Arial"/>
              </a:rPr>
            </a:br>
            <a:r>
              <a:rPr b="1" i="0" lang="en" sz="800" u="none" cap="none" strike="noStrike">
                <a:solidFill>
                  <a:srgbClr val="252525"/>
                </a:solidFill>
                <a:latin typeface="Arial"/>
                <a:ea typeface="Arial"/>
                <a:cs typeface="Arial"/>
                <a:sym typeface="Arial"/>
              </a:rPr>
              <a:t>BLUE</a:t>
            </a:r>
            <a:endParaRPr b="1" i="0" sz="800" u="none" cap="none" strike="noStrike">
              <a:solidFill>
                <a:srgbClr val="252525"/>
              </a:solidFill>
              <a:latin typeface="Arial"/>
              <a:ea typeface="Arial"/>
              <a:cs typeface="Arial"/>
              <a:sym typeface="Arial"/>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252525"/>
                </a:solidFill>
                <a:latin typeface="Arial"/>
                <a:ea typeface="Arial"/>
                <a:cs typeface="Arial"/>
                <a:sym typeface="Arial"/>
              </a:rPr>
              <a:t>#75CDD7</a:t>
            </a:r>
            <a:endParaRPr b="1" i="0" sz="2400" u="none" cap="none" strike="noStrike">
              <a:solidFill>
                <a:srgbClr val="252525"/>
              </a:solidFill>
              <a:latin typeface="Arial"/>
              <a:ea typeface="Arial"/>
              <a:cs typeface="Arial"/>
              <a:sym typeface="Arial"/>
            </a:endParaRPr>
          </a:p>
        </p:txBody>
      </p:sp>
      <p:sp>
        <p:nvSpPr>
          <p:cNvPr id="414" name="Google Shape;414;p41"/>
          <p:cNvSpPr/>
          <p:nvPr/>
        </p:nvSpPr>
        <p:spPr>
          <a:xfrm>
            <a:off x="4789071" y="2857800"/>
            <a:ext cx="712200" cy="624900"/>
          </a:xfrm>
          <a:prstGeom prst="rect">
            <a:avLst/>
          </a:prstGeom>
          <a:solidFill>
            <a:schemeClr val="accent4"/>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252525"/>
              </a:buClr>
              <a:buSzPts val="800"/>
              <a:buFont typeface="Arial"/>
              <a:buNone/>
            </a:pPr>
            <a:r>
              <a:rPr b="1" i="0" lang="en" sz="800" u="none" cap="none" strike="noStrike">
                <a:solidFill>
                  <a:srgbClr val="252525"/>
                </a:solidFill>
                <a:latin typeface="Arial"/>
                <a:ea typeface="Arial"/>
                <a:cs typeface="Arial"/>
                <a:sym typeface="Arial"/>
              </a:rPr>
              <a:t>VALENCIA </a:t>
            </a:r>
            <a:br>
              <a:rPr b="1" i="0" lang="en" sz="800" u="none" cap="none" strike="noStrike">
                <a:solidFill>
                  <a:srgbClr val="252525"/>
                </a:solidFill>
                <a:latin typeface="Arial"/>
                <a:ea typeface="Arial"/>
                <a:cs typeface="Arial"/>
                <a:sym typeface="Arial"/>
              </a:rPr>
            </a:br>
            <a:r>
              <a:rPr b="1" i="0" lang="en" sz="800" u="none" cap="none" strike="noStrike">
                <a:solidFill>
                  <a:srgbClr val="252525"/>
                </a:solidFill>
                <a:latin typeface="Arial"/>
                <a:ea typeface="Arial"/>
                <a:cs typeface="Arial"/>
                <a:sym typeface="Arial"/>
              </a:rPr>
              <a:t>ORANGE</a:t>
            </a:r>
            <a:endParaRPr b="1" i="0" sz="800" u="none" cap="none" strike="noStrike">
              <a:solidFill>
                <a:srgbClr val="252525"/>
              </a:solidFill>
              <a:latin typeface="Arial"/>
              <a:ea typeface="Arial"/>
              <a:cs typeface="Arial"/>
              <a:sym typeface="Arial"/>
            </a:endParaRPr>
          </a:p>
          <a:p>
            <a:pPr indent="0" lvl="0" marL="0" marR="0" rtl="0" algn="l">
              <a:spcBef>
                <a:spcPts val="0"/>
              </a:spcBef>
              <a:spcAft>
                <a:spcPts val="0"/>
              </a:spcAft>
              <a:buClr>
                <a:srgbClr val="252525"/>
              </a:buClr>
              <a:buSzPts val="800"/>
              <a:buFont typeface="Arial"/>
              <a:buNone/>
            </a:pPr>
            <a:r>
              <a:rPr b="1" i="0" lang="en" sz="800" u="none" cap="none" strike="noStrike">
                <a:solidFill>
                  <a:srgbClr val="252525"/>
                </a:solidFill>
                <a:latin typeface="Arial"/>
                <a:ea typeface="Arial"/>
                <a:cs typeface="Arial"/>
                <a:sym typeface="Arial"/>
              </a:rPr>
              <a:t>#FF9F36</a:t>
            </a:r>
            <a:endParaRPr b="1" i="0" sz="800" u="none" cap="none" strike="noStrike">
              <a:solidFill>
                <a:srgbClr val="252525"/>
              </a:solidFill>
              <a:latin typeface="Arial"/>
              <a:ea typeface="Arial"/>
              <a:cs typeface="Arial"/>
              <a:sym typeface="Arial"/>
            </a:endParaRPr>
          </a:p>
          <a:p>
            <a:pPr indent="0" lvl="0" marL="0" marR="0" rtl="0" algn="l">
              <a:spcBef>
                <a:spcPts val="0"/>
              </a:spcBef>
              <a:spcAft>
                <a:spcPts val="0"/>
              </a:spcAft>
              <a:buClr>
                <a:srgbClr val="252525"/>
              </a:buClr>
              <a:buSzPts val="800"/>
              <a:buFont typeface="Arial"/>
              <a:buNone/>
            </a:pPr>
            <a:r>
              <a:t/>
            </a:r>
            <a:endParaRPr b="1" i="0" sz="800" u="none" cap="none" strike="noStrike">
              <a:solidFill>
                <a:srgbClr val="252525"/>
              </a:solidFill>
              <a:latin typeface="Arial"/>
              <a:ea typeface="Arial"/>
              <a:cs typeface="Arial"/>
              <a:sym typeface="Arial"/>
            </a:endParaRPr>
          </a:p>
        </p:txBody>
      </p:sp>
      <p:sp>
        <p:nvSpPr>
          <p:cNvPr id="415" name="Google Shape;415;p41"/>
          <p:cNvSpPr/>
          <p:nvPr/>
        </p:nvSpPr>
        <p:spPr>
          <a:xfrm>
            <a:off x="6212011" y="2857800"/>
            <a:ext cx="712200" cy="624900"/>
          </a:xfrm>
          <a:prstGeom prst="rect">
            <a:avLst/>
          </a:prstGeom>
          <a:solidFill>
            <a:schemeClr val="accent5"/>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PURPLE </a:t>
            </a:r>
            <a:br>
              <a:rPr b="1" i="0" lang="en" sz="800" u="none" cap="none" strike="noStrike">
                <a:solidFill>
                  <a:srgbClr val="FFFFFF"/>
                </a:solidFill>
                <a:latin typeface="Arial"/>
                <a:ea typeface="Arial"/>
                <a:cs typeface="Arial"/>
                <a:sym typeface="Arial"/>
              </a:rPr>
            </a:br>
            <a:r>
              <a:rPr b="1" i="0" lang="en" sz="800" u="none" cap="none" strike="noStrike">
                <a:solidFill>
                  <a:srgbClr val="FFFFFF"/>
                </a:solidFill>
                <a:latin typeface="Arial"/>
                <a:ea typeface="Arial"/>
                <a:cs typeface="Arial"/>
                <a:sym typeface="Arial"/>
              </a:rPr>
              <a:t>MOON</a:t>
            </a:r>
            <a:endParaRPr b="1" i="0" sz="8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#7254A3</a:t>
            </a:r>
            <a:endParaRPr b="1" i="0" sz="2400" u="none" cap="none" strike="noStrike">
              <a:solidFill>
                <a:srgbClr val="FFFFFF"/>
              </a:solidFill>
              <a:latin typeface="Arial"/>
              <a:ea typeface="Arial"/>
              <a:cs typeface="Arial"/>
              <a:sym typeface="Arial"/>
            </a:endParaRPr>
          </a:p>
        </p:txBody>
      </p:sp>
      <p:sp>
        <p:nvSpPr>
          <p:cNvPr id="416" name="Google Shape;416;p41"/>
          <p:cNvSpPr/>
          <p:nvPr/>
        </p:nvSpPr>
        <p:spPr>
          <a:xfrm>
            <a:off x="5499782" y="2857800"/>
            <a:ext cx="712200" cy="624900"/>
          </a:xfrm>
          <a:prstGeom prst="rect">
            <a:avLst/>
          </a:prstGeom>
          <a:solidFill>
            <a:schemeClr val="accent6"/>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252525"/>
              </a:buClr>
              <a:buSzPts val="800"/>
              <a:buFont typeface="Arial"/>
              <a:buNone/>
            </a:pPr>
            <a:r>
              <a:rPr b="1" i="0" lang="en" sz="800" u="none" cap="none" strike="noStrike">
                <a:solidFill>
                  <a:srgbClr val="252525"/>
                </a:solidFill>
                <a:latin typeface="Arial"/>
                <a:ea typeface="Arial"/>
                <a:cs typeface="Arial"/>
                <a:sym typeface="Arial"/>
              </a:rPr>
              <a:t>FIRST</a:t>
            </a:r>
            <a:br>
              <a:rPr b="1" i="0" lang="en" sz="800" u="none" cap="none" strike="noStrike">
                <a:solidFill>
                  <a:srgbClr val="252525"/>
                </a:solidFill>
                <a:latin typeface="Arial"/>
                <a:ea typeface="Arial"/>
                <a:cs typeface="Arial"/>
                <a:sym typeface="Arial"/>
              </a:rPr>
            </a:br>
            <a:r>
              <a:rPr b="1" i="0" lang="en" sz="800" u="none" cap="none" strike="noStrike">
                <a:solidFill>
                  <a:srgbClr val="252525"/>
                </a:solidFill>
                <a:latin typeface="Arial"/>
                <a:ea typeface="Arial"/>
                <a:cs typeface="Arial"/>
                <a:sym typeface="Arial"/>
              </a:rPr>
              <a:t>LIGHT</a:t>
            </a:r>
            <a:endParaRPr b="1" i="0" sz="800" u="none" cap="none" strike="noStrike">
              <a:solidFill>
                <a:srgbClr val="252525"/>
              </a:solidFill>
              <a:latin typeface="Arial"/>
              <a:ea typeface="Arial"/>
              <a:cs typeface="Arial"/>
              <a:sym typeface="Arial"/>
            </a:endParaRPr>
          </a:p>
          <a:p>
            <a:pPr indent="0" lvl="0" marL="0" marR="0" rtl="0" algn="l">
              <a:spcBef>
                <a:spcPts val="0"/>
              </a:spcBef>
              <a:spcAft>
                <a:spcPts val="0"/>
              </a:spcAft>
              <a:buClr>
                <a:srgbClr val="252525"/>
              </a:buClr>
              <a:buSzPts val="800"/>
              <a:buFont typeface="Arial"/>
              <a:buNone/>
            </a:pPr>
            <a:r>
              <a:rPr b="1" i="0" lang="en" sz="800" u="none" cap="none" strike="noStrike">
                <a:solidFill>
                  <a:srgbClr val="252525"/>
                </a:solidFill>
                <a:latin typeface="Arial"/>
                <a:ea typeface="Arial"/>
                <a:cs typeface="Arial"/>
                <a:sym typeface="Arial"/>
              </a:rPr>
              <a:t>#D45B90</a:t>
            </a:r>
            <a:endParaRPr b="1" i="0" sz="800" u="none" cap="none" strike="noStrike">
              <a:solidFill>
                <a:srgbClr val="252525"/>
              </a:solidFill>
              <a:latin typeface="Arial"/>
              <a:ea typeface="Arial"/>
              <a:cs typeface="Arial"/>
              <a:sym typeface="Arial"/>
            </a:endParaRPr>
          </a:p>
        </p:txBody>
      </p:sp>
      <p:sp>
        <p:nvSpPr>
          <p:cNvPr id="417" name="Google Shape;417;p41"/>
          <p:cNvSpPr/>
          <p:nvPr/>
        </p:nvSpPr>
        <p:spPr>
          <a:xfrm>
            <a:off x="1630280" y="2857000"/>
            <a:ext cx="1171200" cy="6171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MID</a:t>
            </a:r>
            <a:r>
              <a:rPr b="1" lang="en" sz="800">
                <a:solidFill>
                  <a:srgbClr val="FFFFFF"/>
                </a:solidFill>
              </a:rPr>
              <a:t>-</a:t>
            </a:r>
            <a:r>
              <a:rPr b="1" i="0" lang="en" sz="800" u="none" cap="none" strike="noStrike">
                <a:solidFill>
                  <a:srgbClr val="FFFFFF"/>
                </a:solidFill>
                <a:latin typeface="Arial"/>
                <a:ea typeface="Arial"/>
                <a:cs typeface="Arial"/>
                <a:sym typeface="Arial"/>
              </a:rPr>
              <a:t>BLUE</a:t>
            </a:r>
            <a:endParaRPr b="1" i="0" sz="8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a:t>
            </a:r>
            <a:r>
              <a:rPr b="1" lang="en" sz="800">
                <a:solidFill>
                  <a:srgbClr val="FFFFFF"/>
                </a:solidFill>
              </a:rPr>
              <a:t>11567F</a:t>
            </a:r>
            <a:endParaRPr b="1" i="0" sz="2400" u="none" cap="none" strike="noStrike">
              <a:solidFill>
                <a:srgbClr val="FFFFFF"/>
              </a:solidFill>
              <a:latin typeface="Arial"/>
              <a:ea typeface="Arial"/>
              <a:cs typeface="Arial"/>
              <a:sym typeface="Arial"/>
            </a:endParaRPr>
          </a:p>
        </p:txBody>
      </p:sp>
      <p:sp>
        <p:nvSpPr>
          <p:cNvPr id="418" name="Google Shape;418;p41"/>
          <p:cNvSpPr/>
          <p:nvPr/>
        </p:nvSpPr>
        <p:spPr>
          <a:xfrm>
            <a:off x="459250" y="1360627"/>
            <a:ext cx="6464700" cy="1388700"/>
          </a:xfrm>
          <a:prstGeom prst="rect">
            <a:avLst/>
          </a:prstGeom>
          <a:solidFill>
            <a:schemeClr val="accent1"/>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252525"/>
                </a:solidFill>
                <a:latin typeface="Arial"/>
                <a:ea typeface="Arial"/>
                <a:cs typeface="Arial"/>
                <a:sym typeface="Arial"/>
              </a:rPr>
              <a:t>SNOWFLAKE BLUE</a:t>
            </a:r>
            <a:endParaRPr b="1" i="0" sz="800" u="none" cap="none" strike="noStrike">
              <a:solidFill>
                <a:srgbClr val="252525"/>
              </a:solidFill>
              <a:latin typeface="Arial"/>
              <a:ea typeface="Arial"/>
              <a:cs typeface="Arial"/>
              <a:sym typeface="Arial"/>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252525"/>
                </a:solidFill>
                <a:latin typeface="Arial"/>
                <a:ea typeface="Arial"/>
                <a:cs typeface="Arial"/>
                <a:sym typeface="Arial"/>
              </a:rPr>
              <a:t>#29B5E8</a:t>
            </a:r>
            <a:endParaRPr b="1" i="0" sz="800" u="none" cap="none" strike="noStrike">
              <a:solidFill>
                <a:srgbClr val="252525"/>
              </a:solidFill>
              <a:latin typeface="Arial"/>
              <a:ea typeface="Arial"/>
              <a:cs typeface="Arial"/>
              <a:sym typeface="Arial"/>
            </a:endParaRPr>
          </a:p>
        </p:txBody>
      </p:sp>
      <p:sp>
        <p:nvSpPr>
          <p:cNvPr id="419" name="Google Shape;419;p41"/>
          <p:cNvSpPr/>
          <p:nvPr/>
        </p:nvSpPr>
        <p:spPr>
          <a:xfrm>
            <a:off x="2801320" y="2857000"/>
            <a:ext cx="1171200" cy="617100"/>
          </a:xfrm>
          <a:prstGeom prst="rect">
            <a:avLst/>
          </a:prstGeom>
          <a:solidFill>
            <a:srgbClr val="5B5B5B"/>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MEDIUM GRAY</a:t>
            </a:r>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#5B5B5B</a:t>
            </a:r>
            <a:endParaRPr b="1" i="0" sz="2400" u="none" cap="none" strike="noStrike">
              <a:solidFill>
                <a:srgbClr val="FFFFFF"/>
              </a:solidFill>
              <a:latin typeface="Arial"/>
              <a:ea typeface="Arial"/>
              <a:cs typeface="Arial"/>
              <a:sym typeface="Arial"/>
            </a:endParaRPr>
          </a:p>
        </p:txBody>
      </p:sp>
      <p:sp>
        <p:nvSpPr>
          <p:cNvPr id="420" name="Google Shape;420;p41"/>
          <p:cNvSpPr/>
          <p:nvPr/>
        </p:nvSpPr>
        <p:spPr>
          <a:xfrm>
            <a:off x="459250" y="2857000"/>
            <a:ext cx="1171200" cy="617100"/>
          </a:xfrm>
          <a:prstGeom prst="rect">
            <a:avLst/>
          </a:prstGeom>
          <a:solidFill>
            <a:schemeClr val="dk1"/>
          </a:solid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MIDNIGHT</a:t>
            </a:r>
            <a:endParaRPr b="1" i="0" sz="8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000000"/>
              </a:buClr>
              <a:buSzPts val="1100"/>
              <a:buFont typeface="Arial"/>
              <a:buNone/>
            </a:pPr>
            <a:r>
              <a:rPr b="1" i="0" lang="en" sz="800" u="none" cap="none" strike="noStrike">
                <a:solidFill>
                  <a:srgbClr val="FFFFFF"/>
                </a:solidFill>
                <a:latin typeface="Arial"/>
                <a:ea typeface="Arial"/>
                <a:cs typeface="Arial"/>
                <a:sym typeface="Arial"/>
              </a:rPr>
              <a:t>#000000</a:t>
            </a:r>
            <a:endParaRPr b="1" i="0" sz="2400" u="none" cap="none" strike="noStrike">
              <a:solidFill>
                <a:srgbClr val="252525"/>
              </a:solidFill>
              <a:latin typeface="Arial"/>
              <a:ea typeface="Arial"/>
              <a:cs typeface="Arial"/>
              <a:sym typeface="Arial"/>
            </a:endParaRPr>
          </a:p>
        </p:txBody>
      </p:sp>
      <p:sp>
        <p:nvSpPr>
          <p:cNvPr id="421" name="Google Shape;421;p41"/>
          <p:cNvSpPr txBox="1"/>
          <p:nvPr/>
        </p:nvSpPr>
        <p:spPr>
          <a:xfrm>
            <a:off x="459250" y="3581669"/>
            <a:ext cx="801900" cy="228900"/>
          </a:xfrm>
          <a:prstGeom prst="rect">
            <a:avLst/>
          </a:prstGeom>
          <a:noFill/>
          <a:ln>
            <a:noFill/>
          </a:ln>
        </p:spPr>
        <p:txBody>
          <a:bodyPr anchorCtr="0" anchor="t" bIns="0" lIns="45700" spcFirstLastPara="1" rIns="45700" wrap="square" tIns="0">
            <a:no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5B5B5B"/>
                </a:solidFill>
                <a:latin typeface="Arial"/>
                <a:ea typeface="Arial"/>
                <a:cs typeface="Arial"/>
                <a:sym typeface="Arial"/>
              </a:rPr>
              <a:t>Titles</a:t>
            </a:r>
            <a:endParaRPr b="0" i="0" sz="1000" u="none" cap="none" strike="noStrike">
              <a:solidFill>
                <a:srgbClr val="5B5B5B"/>
              </a:solidFill>
              <a:latin typeface="Arial"/>
              <a:ea typeface="Arial"/>
              <a:cs typeface="Arial"/>
              <a:sym typeface="Arial"/>
            </a:endParaRPr>
          </a:p>
        </p:txBody>
      </p:sp>
      <p:sp>
        <p:nvSpPr>
          <p:cNvPr id="422" name="Google Shape;422;p41"/>
          <p:cNvSpPr txBox="1"/>
          <p:nvPr/>
        </p:nvSpPr>
        <p:spPr>
          <a:xfrm>
            <a:off x="2801465" y="3581669"/>
            <a:ext cx="964500" cy="326700"/>
          </a:xfrm>
          <a:prstGeom prst="rect">
            <a:avLst/>
          </a:prstGeom>
          <a:noFill/>
          <a:ln>
            <a:noFill/>
          </a:ln>
        </p:spPr>
        <p:txBody>
          <a:bodyPr anchorCtr="0" anchor="t" bIns="0" lIns="45700" spcFirstLastPara="1" rIns="45700" wrap="square" tIns="0">
            <a:no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5B5B5B"/>
                </a:solidFill>
                <a:latin typeface="Arial"/>
                <a:ea typeface="Arial"/>
                <a:cs typeface="Arial"/>
                <a:sym typeface="Arial"/>
              </a:rPr>
              <a:t>Subheads and Body Copy</a:t>
            </a:r>
            <a:endParaRPr b="0" i="0" sz="1000" u="none" cap="none" strike="noStrike">
              <a:solidFill>
                <a:srgbClr val="5B5B5B"/>
              </a:solidFill>
              <a:latin typeface="Arial"/>
              <a:ea typeface="Arial"/>
              <a:cs typeface="Arial"/>
              <a:sym typeface="Arial"/>
            </a:endParaRPr>
          </a:p>
        </p:txBody>
      </p:sp>
      <p:sp>
        <p:nvSpPr>
          <p:cNvPr id="423" name="Google Shape;423;p41"/>
          <p:cNvSpPr txBox="1"/>
          <p:nvPr/>
        </p:nvSpPr>
        <p:spPr>
          <a:xfrm>
            <a:off x="1630441" y="3581669"/>
            <a:ext cx="834900" cy="326700"/>
          </a:xfrm>
          <a:prstGeom prst="rect">
            <a:avLst/>
          </a:prstGeom>
          <a:noFill/>
          <a:ln>
            <a:noFill/>
          </a:ln>
        </p:spPr>
        <p:txBody>
          <a:bodyPr anchorCtr="0" anchor="t" bIns="0" lIns="45700" spcFirstLastPara="1" rIns="45700" wrap="square" tIns="0">
            <a:no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5B5B5B"/>
                </a:solidFill>
                <a:latin typeface="Arial"/>
                <a:ea typeface="Arial"/>
                <a:cs typeface="Arial"/>
                <a:sym typeface="Arial"/>
              </a:rPr>
              <a:t>Accent and Sections</a:t>
            </a:r>
            <a:endParaRPr b="0" i="0" sz="1000" u="none" cap="none" strike="noStrike">
              <a:solidFill>
                <a:srgbClr val="5B5B5B"/>
              </a:solidFill>
              <a:latin typeface="Arial"/>
              <a:ea typeface="Arial"/>
              <a:cs typeface="Arial"/>
              <a:sym typeface="Arial"/>
            </a:endParaRPr>
          </a:p>
        </p:txBody>
      </p:sp>
      <p:sp>
        <p:nvSpPr>
          <p:cNvPr id="424" name="Google Shape;424;p41"/>
          <p:cNvSpPr txBox="1"/>
          <p:nvPr/>
        </p:nvSpPr>
        <p:spPr>
          <a:xfrm>
            <a:off x="4135819" y="3581669"/>
            <a:ext cx="2754600" cy="326700"/>
          </a:xfrm>
          <a:prstGeom prst="rect">
            <a:avLst/>
          </a:prstGeom>
          <a:noFill/>
          <a:ln>
            <a:noFill/>
          </a:ln>
        </p:spPr>
        <p:txBody>
          <a:bodyPr anchorCtr="0" anchor="t" bIns="0" lIns="45700" spcFirstLastPara="1" rIns="45700" wrap="square" tIns="0">
            <a:noAutofit/>
          </a:bodyPr>
          <a:lstStyle/>
          <a:p>
            <a:pPr indent="0" lvl="0" marL="0" marR="0" rtl="0" algn="ctr">
              <a:lnSpc>
                <a:spcPct val="115000"/>
              </a:lnSpc>
              <a:spcBef>
                <a:spcPts val="0"/>
              </a:spcBef>
              <a:spcAft>
                <a:spcPts val="0"/>
              </a:spcAft>
              <a:buClr>
                <a:srgbClr val="5B5B5B"/>
              </a:buClr>
              <a:buSzPts val="1000"/>
              <a:buFont typeface="Arial"/>
              <a:buNone/>
            </a:pPr>
            <a:r>
              <a:rPr lang="en" sz="1000">
                <a:solidFill>
                  <a:srgbClr val="5B5B5B"/>
                </a:solidFill>
              </a:rPr>
              <a:t>Most slides won’t need these secondary colors. Use very sparingly, if at all.</a:t>
            </a:r>
            <a:endParaRPr b="0" i="0" sz="1000" u="none" cap="none" strike="noStrike">
              <a:solidFill>
                <a:srgbClr val="5B5B5B"/>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8" name="Shape 428"/>
        <p:cNvGrpSpPr/>
        <p:nvPr/>
      </p:nvGrpSpPr>
      <p:grpSpPr>
        <a:xfrm>
          <a:off x="0" y="0"/>
          <a:ext cx="0" cy="0"/>
          <a:chOff x="0" y="0"/>
          <a:chExt cx="0" cy="0"/>
        </a:xfrm>
      </p:grpSpPr>
      <p:pic>
        <p:nvPicPr>
          <p:cNvPr id="429" name="Google Shape;429;p42"/>
          <p:cNvPicPr preferRelativeResize="0"/>
          <p:nvPr/>
        </p:nvPicPr>
        <p:blipFill>
          <a:blip r:embed="rId3">
            <a:alphaModFix/>
          </a:blip>
          <a:stretch>
            <a:fillRect/>
          </a:stretch>
        </p:blipFill>
        <p:spPr>
          <a:xfrm>
            <a:off x="4479400" y="923700"/>
            <a:ext cx="2936724" cy="1651908"/>
          </a:xfrm>
          <a:prstGeom prst="rect">
            <a:avLst/>
          </a:prstGeom>
          <a:noFill/>
          <a:ln>
            <a:noFill/>
          </a:ln>
        </p:spPr>
      </p:pic>
      <p:pic>
        <p:nvPicPr>
          <p:cNvPr id="430" name="Google Shape;430;p42"/>
          <p:cNvPicPr preferRelativeResize="0"/>
          <p:nvPr/>
        </p:nvPicPr>
        <p:blipFill>
          <a:blip r:embed="rId4">
            <a:alphaModFix/>
          </a:blip>
          <a:stretch>
            <a:fillRect/>
          </a:stretch>
        </p:blipFill>
        <p:spPr>
          <a:xfrm>
            <a:off x="5190075" y="2134050"/>
            <a:ext cx="2918543" cy="1641675"/>
          </a:xfrm>
          <a:prstGeom prst="rect">
            <a:avLst/>
          </a:prstGeom>
          <a:noFill/>
          <a:ln>
            <a:noFill/>
          </a:ln>
        </p:spPr>
      </p:pic>
      <p:sp>
        <p:nvSpPr>
          <p:cNvPr id="431" name="Google Shape;431;p4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Template Typography</a:t>
            </a:r>
            <a:endParaRPr/>
          </a:p>
        </p:txBody>
      </p:sp>
      <p:sp>
        <p:nvSpPr>
          <p:cNvPr id="432" name="Google Shape;432;p42"/>
          <p:cNvSpPr txBox="1"/>
          <p:nvPr/>
        </p:nvSpPr>
        <p:spPr>
          <a:xfrm>
            <a:off x="457200" y="1972650"/>
            <a:ext cx="3755100" cy="19095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0"/>
              </a:spcAft>
              <a:buNone/>
            </a:pPr>
            <a:r>
              <a:rPr b="1" lang="en" sz="1000">
                <a:solidFill>
                  <a:schemeClr val="dk2"/>
                </a:solidFill>
              </a:rPr>
              <a:t>ARIAL BOLD</a:t>
            </a:r>
            <a:endParaRPr sz="1600">
              <a:solidFill>
                <a:schemeClr val="dk1"/>
              </a:solidFill>
            </a:endParaRPr>
          </a:p>
          <a:p>
            <a:pPr indent="0" lvl="0" marL="0" rtl="0" algn="l">
              <a:lnSpc>
                <a:spcPct val="115000"/>
              </a:lnSpc>
              <a:spcBef>
                <a:spcPts val="0"/>
              </a:spcBef>
              <a:spcAft>
                <a:spcPts val="0"/>
              </a:spcAft>
              <a:buClr>
                <a:srgbClr val="3C4043"/>
              </a:buClr>
              <a:buSzPts val="1100"/>
              <a:buFont typeface="Arial"/>
              <a:buNone/>
            </a:pPr>
            <a:r>
              <a:rPr b="1" lang="en" sz="1200">
                <a:solidFill>
                  <a:schemeClr val="dk1"/>
                </a:solidFill>
              </a:rPr>
              <a:t>ABCDEFGHIJKLMNOPQRSTUVWXYZ</a:t>
            </a:r>
            <a:endParaRPr b="1" sz="1200">
              <a:solidFill>
                <a:schemeClr val="dk1"/>
              </a:solidFill>
            </a:endParaRPr>
          </a:p>
          <a:p>
            <a:pPr indent="0" lvl="0" marL="0" rtl="0" algn="l">
              <a:lnSpc>
                <a:spcPct val="115000"/>
              </a:lnSpc>
              <a:spcBef>
                <a:spcPts val="0"/>
              </a:spcBef>
              <a:spcAft>
                <a:spcPts val="0"/>
              </a:spcAft>
              <a:buClr>
                <a:srgbClr val="3C4043"/>
              </a:buClr>
              <a:buSzPts val="1100"/>
              <a:buFont typeface="Arial"/>
              <a:buNone/>
            </a:pPr>
            <a:r>
              <a:rPr b="1" lang="en" sz="1200">
                <a:solidFill>
                  <a:schemeClr val="dk1"/>
                </a:solidFill>
              </a:rPr>
              <a:t>abcdefghijklmnopqrstuvwxyz</a:t>
            </a:r>
            <a:endParaRPr b="1" sz="1200">
              <a:solidFill>
                <a:schemeClr val="dk1"/>
              </a:solidFill>
            </a:endParaRPr>
          </a:p>
          <a:p>
            <a:pPr indent="0" lvl="0" marL="0" rtl="0" algn="l">
              <a:lnSpc>
                <a:spcPct val="115000"/>
              </a:lnSpc>
              <a:spcBef>
                <a:spcPts val="0"/>
              </a:spcBef>
              <a:spcAft>
                <a:spcPts val="0"/>
              </a:spcAft>
              <a:buClr>
                <a:srgbClr val="3C4043"/>
              </a:buClr>
              <a:buSzPts val="1100"/>
              <a:buFont typeface="Arial"/>
              <a:buNone/>
            </a:pPr>
            <a:r>
              <a:rPr b="1" lang="en" sz="1200">
                <a:solidFill>
                  <a:schemeClr val="dk1"/>
                </a:solidFill>
              </a:rPr>
              <a:t>1234567890!@#$%^&amp;*()_+</a:t>
            </a:r>
            <a:endParaRPr b="1" sz="1200">
              <a:solidFill>
                <a:schemeClr val="dk1"/>
              </a:solidFill>
            </a:endParaRPr>
          </a:p>
          <a:p>
            <a:pPr indent="0" lvl="0" marL="0" rtl="0" algn="l">
              <a:lnSpc>
                <a:spcPct val="115000"/>
              </a:lnSpc>
              <a:spcBef>
                <a:spcPts val="0"/>
              </a:spcBef>
              <a:spcAft>
                <a:spcPts val="0"/>
              </a:spcAft>
              <a:buClr>
                <a:srgbClr val="3C4043"/>
              </a:buClr>
              <a:buSzPts val="1100"/>
              <a:buFont typeface="Arial"/>
              <a:buNone/>
            </a:pPr>
            <a:r>
              <a:t/>
            </a:r>
            <a:endParaRPr sz="700">
              <a:solidFill>
                <a:schemeClr val="dk1"/>
              </a:solidFill>
            </a:endParaRPr>
          </a:p>
          <a:p>
            <a:pPr indent="0" lvl="0" marL="0" rtl="0" algn="l">
              <a:lnSpc>
                <a:spcPct val="115000"/>
              </a:lnSpc>
              <a:spcBef>
                <a:spcPts val="0"/>
              </a:spcBef>
              <a:spcAft>
                <a:spcPts val="0"/>
              </a:spcAft>
              <a:buNone/>
            </a:pPr>
            <a:r>
              <a:rPr b="1" lang="en" sz="1000">
                <a:solidFill>
                  <a:schemeClr val="dk2"/>
                </a:solidFill>
              </a:rPr>
              <a:t>ARIAL</a:t>
            </a:r>
            <a:endParaRPr sz="1600">
              <a:solidFill>
                <a:schemeClr val="dk1"/>
              </a:solidFill>
            </a:endParaRPr>
          </a:p>
          <a:p>
            <a:pPr indent="0" lvl="0" marL="0" rtl="0" algn="l">
              <a:lnSpc>
                <a:spcPct val="115000"/>
              </a:lnSpc>
              <a:spcBef>
                <a:spcPts val="0"/>
              </a:spcBef>
              <a:spcAft>
                <a:spcPts val="0"/>
              </a:spcAft>
              <a:buClr>
                <a:srgbClr val="3C4043"/>
              </a:buClr>
              <a:buSzPts val="1100"/>
              <a:buFont typeface="Arial"/>
              <a:buNone/>
            </a:pPr>
            <a:r>
              <a:rPr lang="en" sz="1200">
                <a:solidFill>
                  <a:schemeClr val="dk1"/>
                </a:solidFill>
              </a:rPr>
              <a:t>ABCDEFGHIJKLMNOPQRSTUVWXYZ</a:t>
            </a:r>
            <a:endParaRPr sz="1200">
              <a:solidFill>
                <a:schemeClr val="dk1"/>
              </a:solidFill>
            </a:endParaRPr>
          </a:p>
          <a:p>
            <a:pPr indent="0" lvl="0" marL="0" rtl="0" algn="l">
              <a:lnSpc>
                <a:spcPct val="115000"/>
              </a:lnSpc>
              <a:spcBef>
                <a:spcPts val="0"/>
              </a:spcBef>
              <a:spcAft>
                <a:spcPts val="0"/>
              </a:spcAft>
              <a:buClr>
                <a:srgbClr val="3C4043"/>
              </a:buClr>
              <a:buSzPts val="1100"/>
              <a:buFont typeface="Arial"/>
              <a:buNone/>
            </a:pPr>
            <a:r>
              <a:rPr lang="en" sz="1200">
                <a:solidFill>
                  <a:schemeClr val="dk1"/>
                </a:solidFill>
              </a:rPr>
              <a:t>abcdefghijklmnopqrstuvwxyz</a:t>
            </a:r>
            <a:endParaRPr sz="1200">
              <a:solidFill>
                <a:schemeClr val="dk1"/>
              </a:solidFill>
            </a:endParaRPr>
          </a:p>
          <a:p>
            <a:pPr indent="0" lvl="0" marL="0" rtl="0" algn="l">
              <a:lnSpc>
                <a:spcPct val="115000"/>
              </a:lnSpc>
              <a:spcBef>
                <a:spcPts val="0"/>
              </a:spcBef>
              <a:spcAft>
                <a:spcPts val="0"/>
              </a:spcAft>
              <a:buClr>
                <a:srgbClr val="3C4043"/>
              </a:buClr>
              <a:buSzPts val="1100"/>
              <a:buFont typeface="Arial"/>
              <a:buNone/>
            </a:pPr>
            <a:r>
              <a:rPr lang="en" sz="1200">
                <a:solidFill>
                  <a:schemeClr val="dk1"/>
                </a:solidFill>
              </a:rPr>
              <a:t>1234567890!@#$%^&amp;*()_+</a:t>
            </a:r>
            <a:endParaRPr sz="1200">
              <a:solidFill>
                <a:schemeClr val="dk1"/>
              </a:solidFill>
            </a:endParaRPr>
          </a:p>
        </p:txBody>
      </p:sp>
      <p:pic>
        <p:nvPicPr>
          <p:cNvPr id="433" name="Google Shape;433;p42"/>
          <p:cNvPicPr preferRelativeResize="0"/>
          <p:nvPr/>
        </p:nvPicPr>
        <p:blipFill>
          <a:blip r:embed="rId5">
            <a:alphaModFix/>
          </a:blip>
          <a:stretch>
            <a:fillRect/>
          </a:stretch>
        </p:blipFill>
        <p:spPr>
          <a:xfrm>
            <a:off x="5900740" y="3344392"/>
            <a:ext cx="3047409" cy="1641683"/>
          </a:xfrm>
          <a:prstGeom prst="rect">
            <a:avLst/>
          </a:prstGeom>
          <a:noFill/>
          <a:ln cap="flat" cmpd="sng" w="9525">
            <a:solidFill>
              <a:srgbClr val="CCCCCC"/>
            </a:solidFill>
            <a:prstDash val="solid"/>
            <a:round/>
            <a:headEnd len="sm" w="sm" type="none"/>
            <a:tailEnd len="sm" w="sm" type="none"/>
          </a:ln>
        </p:spPr>
      </p:pic>
      <p:sp>
        <p:nvSpPr>
          <p:cNvPr id="434" name="Google Shape;434;p42"/>
          <p:cNvSpPr txBox="1"/>
          <p:nvPr/>
        </p:nvSpPr>
        <p:spPr>
          <a:xfrm>
            <a:off x="457200" y="1076100"/>
            <a:ext cx="3803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Clr>
                <a:srgbClr val="3C4043"/>
              </a:buClr>
              <a:buSzPts val="1100"/>
              <a:buFont typeface="Arial"/>
              <a:buNone/>
            </a:pPr>
            <a:r>
              <a:rPr lang="en" sz="1000">
                <a:solidFill>
                  <a:srgbClr val="262626"/>
                </a:solidFill>
              </a:rPr>
              <a:t>Arial is Snowflake’s fallback type family for environments where our custom brand fonts are not practical.</a:t>
            </a:r>
            <a:endParaRPr sz="1000">
              <a:solidFill>
                <a:srgbClr val="262626"/>
              </a:solidFill>
            </a:endParaRPr>
          </a:p>
        </p:txBody>
      </p:sp>
      <p:sp>
        <p:nvSpPr>
          <p:cNvPr id="435" name="Google Shape;435;p4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Use Arial and follow these styles</a:t>
            </a:r>
            <a:endParaRPr/>
          </a:p>
        </p:txBody>
      </p:sp>
      <p:sp>
        <p:nvSpPr>
          <p:cNvPr id="436" name="Google Shape;436;p42"/>
          <p:cNvSpPr txBox="1"/>
          <p:nvPr/>
        </p:nvSpPr>
        <p:spPr>
          <a:xfrm>
            <a:off x="7492325" y="805175"/>
            <a:ext cx="1455900" cy="11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3C4043"/>
              </a:buClr>
              <a:buSzPts val="1100"/>
              <a:buFont typeface="Arial"/>
              <a:buNone/>
            </a:pPr>
            <a:r>
              <a:rPr b="1" lang="en" sz="900">
                <a:solidFill>
                  <a:schemeClr val="dk1"/>
                </a:solidFill>
              </a:rPr>
              <a:t>NOTE: </a:t>
            </a:r>
            <a:br>
              <a:rPr lang="en" sz="900">
                <a:solidFill>
                  <a:schemeClr val="dk1"/>
                </a:solidFill>
              </a:rPr>
            </a:br>
            <a:r>
              <a:rPr lang="en" sz="900">
                <a:solidFill>
                  <a:schemeClr val="dk1"/>
                </a:solidFill>
              </a:rPr>
              <a:t>Use all caps on chapter and titles, and please see following slide for color styling notes. </a:t>
            </a:r>
            <a:endParaRPr sz="900">
              <a:solidFill>
                <a:srgbClr val="5B5B5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0" name="Shape 440"/>
        <p:cNvGrpSpPr/>
        <p:nvPr/>
      </p:nvGrpSpPr>
      <p:grpSpPr>
        <a:xfrm>
          <a:off x="0" y="0"/>
          <a:ext cx="0" cy="0"/>
          <a:chOff x="0" y="0"/>
          <a:chExt cx="0" cy="0"/>
        </a:xfrm>
      </p:grpSpPr>
      <p:pic>
        <p:nvPicPr>
          <p:cNvPr id="441" name="Google Shape;441;p43"/>
          <p:cNvPicPr preferRelativeResize="0"/>
          <p:nvPr/>
        </p:nvPicPr>
        <p:blipFill>
          <a:blip r:embed="rId3">
            <a:alphaModFix/>
          </a:blip>
          <a:stretch>
            <a:fillRect/>
          </a:stretch>
        </p:blipFill>
        <p:spPr>
          <a:xfrm>
            <a:off x="5872100" y="168775"/>
            <a:ext cx="2811377" cy="1581405"/>
          </a:xfrm>
          <a:prstGeom prst="rect">
            <a:avLst/>
          </a:prstGeom>
          <a:noFill/>
          <a:ln>
            <a:noFill/>
          </a:ln>
        </p:spPr>
      </p:pic>
      <p:pic>
        <p:nvPicPr>
          <p:cNvPr id="442" name="Google Shape;442;p43"/>
          <p:cNvPicPr preferRelativeResize="0"/>
          <p:nvPr/>
        </p:nvPicPr>
        <p:blipFill>
          <a:blip r:embed="rId4">
            <a:alphaModFix/>
          </a:blip>
          <a:stretch>
            <a:fillRect/>
          </a:stretch>
        </p:blipFill>
        <p:spPr>
          <a:xfrm>
            <a:off x="5872100" y="1876375"/>
            <a:ext cx="2811377" cy="1581391"/>
          </a:xfrm>
          <a:prstGeom prst="rect">
            <a:avLst/>
          </a:prstGeom>
          <a:noFill/>
          <a:ln>
            <a:noFill/>
          </a:ln>
        </p:spPr>
      </p:pic>
      <p:pic>
        <p:nvPicPr>
          <p:cNvPr id="443" name="Google Shape;443;p43"/>
          <p:cNvPicPr preferRelativeResize="0"/>
          <p:nvPr/>
        </p:nvPicPr>
        <p:blipFill>
          <a:blip r:embed="rId5">
            <a:alphaModFix/>
          </a:blip>
          <a:stretch>
            <a:fillRect/>
          </a:stretch>
        </p:blipFill>
        <p:spPr>
          <a:xfrm>
            <a:off x="7422755" y="3622276"/>
            <a:ext cx="1545948" cy="869610"/>
          </a:xfrm>
          <a:prstGeom prst="rect">
            <a:avLst/>
          </a:prstGeom>
          <a:noFill/>
          <a:ln>
            <a:noFill/>
          </a:ln>
        </p:spPr>
      </p:pic>
      <p:pic>
        <p:nvPicPr>
          <p:cNvPr id="444" name="Google Shape;444;p43"/>
          <p:cNvPicPr preferRelativeResize="0"/>
          <p:nvPr/>
        </p:nvPicPr>
        <p:blipFill>
          <a:blip r:embed="rId6">
            <a:alphaModFix/>
          </a:blip>
          <a:stretch>
            <a:fillRect/>
          </a:stretch>
        </p:blipFill>
        <p:spPr>
          <a:xfrm>
            <a:off x="5605475" y="3622275"/>
            <a:ext cx="1545948" cy="869610"/>
          </a:xfrm>
          <a:prstGeom prst="rect">
            <a:avLst/>
          </a:prstGeom>
          <a:noFill/>
          <a:ln>
            <a:noFill/>
          </a:ln>
        </p:spPr>
      </p:pic>
      <p:sp>
        <p:nvSpPr>
          <p:cNvPr id="445" name="Google Shape;445;p43"/>
          <p:cNvSpPr txBox="1"/>
          <p:nvPr/>
        </p:nvSpPr>
        <p:spPr>
          <a:xfrm>
            <a:off x="365750" y="1207953"/>
            <a:ext cx="4180500" cy="340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accent2"/>
                </a:solidFill>
              </a:rPr>
              <a:t>Do Use Short Titles Set in All Caps</a:t>
            </a:r>
            <a:br>
              <a:rPr lang="en" sz="1000">
                <a:solidFill>
                  <a:srgbClr val="5B5B5B"/>
                </a:solidFill>
              </a:rPr>
            </a:br>
            <a:r>
              <a:rPr lang="en" sz="1000">
                <a:solidFill>
                  <a:srgbClr val="262626"/>
                </a:solidFill>
              </a:rPr>
              <a:t>Snowflake uses uppercase headlines as part of our unique brand identity. While an effective treatment for advertising and brand assets, long titles can be difficult to read because all words have a uniform rectangular shape. </a:t>
            </a:r>
            <a:r>
              <a:rPr b="1" lang="en" sz="1000">
                <a:solidFill>
                  <a:srgbClr val="262626"/>
                </a:solidFill>
              </a:rPr>
              <a:t>Keep your titles short and sweet. </a:t>
            </a:r>
            <a:r>
              <a:rPr lang="en" sz="1000">
                <a:solidFill>
                  <a:srgbClr val="262626"/>
                </a:solidFill>
              </a:rPr>
              <a:t>If you need more detail, use a sub-head.</a:t>
            </a:r>
            <a:endParaRPr sz="1000">
              <a:solidFill>
                <a:srgbClr val="262626"/>
              </a:solidFill>
            </a:endParaRPr>
          </a:p>
          <a:p>
            <a:pPr indent="0" lvl="0" marL="0" rtl="0" algn="l">
              <a:lnSpc>
                <a:spcPct val="110000"/>
              </a:lnSpc>
              <a:spcBef>
                <a:spcPts val="1000"/>
              </a:spcBef>
              <a:spcAft>
                <a:spcPts val="0"/>
              </a:spcAft>
              <a:buNone/>
            </a:pPr>
            <a:r>
              <a:rPr b="1" lang="en" sz="1200">
                <a:solidFill>
                  <a:schemeClr val="accent2"/>
                </a:solidFill>
              </a:rPr>
              <a:t>Do Use Colorstack Styling on Titles Only</a:t>
            </a:r>
            <a:br>
              <a:rPr b="1" lang="en" sz="1200">
                <a:solidFill>
                  <a:schemeClr val="accent2"/>
                </a:solidFill>
              </a:rPr>
            </a:br>
            <a:r>
              <a:rPr lang="en" sz="1000">
                <a:solidFill>
                  <a:srgbClr val="262626"/>
                </a:solidFill>
              </a:rPr>
              <a:t>Infuse our brand by stacking contrasting colors in your title. Which text should be white, you ask? Whichever is the main focus. And whenever possible the word “Snowflake” should be white. </a:t>
            </a:r>
            <a:endParaRPr sz="1000">
              <a:solidFill>
                <a:srgbClr val="262626"/>
              </a:solidFill>
            </a:endParaRPr>
          </a:p>
          <a:p>
            <a:pPr indent="-149225" lvl="0" marL="228600" rtl="0" algn="l">
              <a:lnSpc>
                <a:spcPct val="110000"/>
              </a:lnSpc>
              <a:spcBef>
                <a:spcPts val="1000"/>
              </a:spcBef>
              <a:spcAft>
                <a:spcPts val="0"/>
              </a:spcAft>
              <a:buClr>
                <a:schemeClr val="accent1"/>
              </a:buClr>
              <a:buSzPts val="1000"/>
              <a:buChar char="●"/>
            </a:pPr>
            <a:r>
              <a:rPr lang="en" sz="1000">
                <a:solidFill>
                  <a:srgbClr val="262626"/>
                </a:solidFill>
              </a:rPr>
              <a:t>Use ALL CAPS Arial Bold, 44pt for your deck and chapter titles Colorstack your titles for a distinct Snowflake look:</a:t>
            </a:r>
            <a:endParaRPr sz="1000">
              <a:solidFill>
                <a:srgbClr val="262626"/>
              </a:solidFill>
            </a:endParaRPr>
          </a:p>
          <a:p>
            <a:pPr indent="-109220" lvl="1" marL="438912" rtl="0" algn="l">
              <a:lnSpc>
                <a:spcPct val="110000"/>
              </a:lnSpc>
              <a:spcBef>
                <a:spcPts val="0"/>
              </a:spcBef>
              <a:spcAft>
                <a:spcPts val="0"/>
              </a:spcAft>
              <a:buClr>
                <a:schemeClr val="accent1"/>
              </a:buClr>
              <a:buSzPts val="1000"/>
              <a:buChar char="•"/>
            </a:pPr>
            <a:r>
              <a:rPr lang="en" sz="1000">
                <a:solidFill>
                  <a:srgbClr val="262626"/>
                </a:solidFill>
              </a:rPr>
              <a:t>On Snowflake Blue:  use black and white text</a:t>
            </a:r>
            <a:endParaRPr sz="1000">
              <a:solidFill>
                <a:srgbClr val="262626"/>
              </a:solidFill>
            </a:endParaRPr>
          </a:p>
          <a:p>
            <a:pPr indent="-109220" lvl="1" marL="438912" rtl="0" algn="l">
              <a:lnSpc>
                <a:spcPct val="110000"/>
              </a:lnSpc>
              <a:spcBef>
                <a:spcPts val="0"/>
              </a:spcBef>
              <a:spcAft>
                <a:spcPts val="0"/>
              </a:spcAft>
              <a:buClr>
                <a:schemeClr val="accent1"/>
              </a:buClr>
              <a:buSzPts val="1000"/>
              <a:buChar char="•"/>
            </a:pPr>
            <a:r>
              <a:rPr lang="en" sz="1000">
                <a:solidFill>
                  <a:srgbClr val="262626"/>
                </a:solidFill>
              </a:rPr>
              <a:t>On Mid-blue:  use Snowflake Blue and white</a:t>
            </a:r>
            <a:endParaRPr sz="1000">
              <a:solidFill>
                <a:srgbClr val="262626"/>
              </a:solidFill>
            </a:endParaRPr>
          </a:p>
          <a:p>
            <a:pPr indent="-149225" lvl="0" marL="228600" rtl="0" algn="l">
              <a:lnSpc>
                <a:spcPct val="110000"/>
              </a:lnSpc>
              <a:spcBef>
                <a:spcPts val="0"/>
              </a:spcBef>
              <a:spcAft>
                <a:spcPts val="0"/>
              </a:spcAft>
              <a:buClr>
                <a:schemeClr val="accent1"/>
              </a:buClr>
              <a:buSzPts val="1000"/>
              <a:buChar char="●"/>
            </a:pPr>
            <a:r>
              <a:rPr b="1" lang="en" sz="1000">
                <a:solidFill>
                  <a:srgbClr val="262626"/>
                </a:solidFill>
              </a:rPr>
              <a:t>Do not </a:t>
            </a:r>
            <a:r>
              <a:rPr lang="en" sz="1000">
                <a:solidFill>
                  <a:srgbClr val="262626"/>
                </a:solidFill>
              </a:rPr>
              <a:t>use all caps elsewhere in your deck, like slide titles</a:t>
            </a:r>
            <a:endParaRPr sz="1000">
              <a:solidFill>
                <a:srgbClr val="262626"/>
              </a:solidFill>
            </a:endParaRPr>
          </a:p>
          <a:p>
            <a:pPr indent="-149225" lvl="0" marL="228600" rtl="0" algn="l">
              <a:lnSpc>
                <a:spcPct val="110000"/>
              </a:lnSpc>
              <a:spcBef>
                <a:spcPts val="0"/>
              </a:spcBef>
              <a:spcAft>
                <a:spcPts val="0"/>
              </a:spcAft>
              <a:buClr>
                <a:schemeClr val="accent1"/>
              </a:buClr>
              <a:buSzPts val="1000"/>
              <a:buChar char="●"/>
            </a:pPr>
            <a:r>
              <a:rPr b="1" lang="en" sz="1000">
                <a:solidFill>
                  <a:srgbClr val="262626"/>
                </a:solidFill>
              </a:rPr>
              <a:t>Do not</a:t>
            </a:r>
            <a:r>
              <a:rPr lang="en" sz="1000">
                <a:solidFill>
                  <a:srgbClr val="262626"/>
                </a:solidFill>
              </a:rPr>
              <a:t> use alternate colors</a:t>
            </a:r>
            <a:endParaRPr sz="1000">
              <a:solidFill>
                <a:srgbClr val="262626"/>
              </a:solidFill>
            </a:endParaRPr>
          </a:p>
          <a:p>
            <a:pPr indent="-149225" lvl="0" marL="228600" rtl="0" algn="l">
              <a:lnSpc>
                <a:spcPct val="110000"/>
              </a:lnSpc>
              <a:spcBef>
                <a:spcPts val="0"/>
              </a:spcBef>
              <a:spcAft>
                <a:spcPts val="0"/>
              </a:spcAft>
              <a:buClr>
                <a:schemeClr val="accent1"/>
              </a:buClr>
              <a:buSzPts val="1000"/>
              <a:buChar char="●"/>
            </a:pPr>
            <a:r>
              <a:rPr b="1" lang="en" sz="1000">
                <a:solidFill>
                  <a:srgbClr val="262626"/>
                </a:solidFill>
              </a:rPr>
              <a:t>Do not</a:t>
            </a:r>
            <a:r>
              <a:rPr lang="en" sz="1000">
                <a:solidFill>
                  <a:srgbClr val="262626"/>
                </a:solidFill>
              </a:rPr>
              <a:t> cherry-pick or split highlighted text across lines</a:t>
            </a:r>
            <a:endParaRPr sz="1000">
              <a:solidFill>
                <a:srgbClr val="262626"/>
              </a:solidFill>
            </a:endParaRPr>
          </a:p>
        </p:txBody>
      </p:sp>
      <p:sp>
        <p:nvSpPr>
          <p:cNvPr id="446" name="Google Shape;446;p43"/>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Do’s and Don’ts:  Typography </a:t>
            </a:r>
            <a:br>
              <a:rPr lang="en"/>
            </a:br>
            <a:r>
              <a:rPr lang="en"/>
              <a:t>for Cover and Chapter Titles</a:t>
            </a:r>
            <a:endParaRPr/>
          </a:p>
        </p:txBody>
      </p:sp>
      <p:sp>
        <p:nvSpPr>
          <p:cNvPr id="447" name="Google Shape;447;p43"/>
          <p:cNvSpPr/>
          <p:nvPr/>
        </p:nvSpPr>
        <p:spPr>
          <a:xfrm>
            <a:off x="5605475" y="4570399"/>
            <a:ext cx="1628400" cy="20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 sz="1000" u="none" cap="none" strike="noStrike">
                <a:solidFill>
                  <a:srgbClr val="A20000"/>
                </a:solidFill>
                <a:latin typeface="Arial"/>
                <a:ea typeface="Arial"/>
                <a:cs typeface="Arial"/>
                <a:sym typeface="Arial"/>
              </a:rPr>
              <a:t>Do not</a:t>
            </a:r>
            <a:r>
              <a:rPr b="0" i="0" lang="en" sz="1000" u="none" cap="none" strike="noStrike">
                <a:solidFill>
                  <a:srgbClr val="A20000"/>
                </a:solidFill>
                <a:latin typeface="Arial"/>
                <a:ea typeface="Arial"/>
                <a:cs typeface="Arial"/>
                <a:sym typeface="Arial"/>
              </a:rPr>
              <a:t> </a:t>
            </a:r>
            <a:r>
              <a:rPr b="0" i="0" lang="en" sz="1000" u="none" cap="none" strike="noStrike">
                <a:solidFill>
                  <a:srgbClr val="5B5B5B"/>
                </a:solidFill>
                <a:latin typeface="Arial"/>
                <a:ea typeface="Arial"/>
                <a:cs typeface="Arial"/>
                <a:sym typeface="Arial"/>
              </a:rPr>
              <a:t>use alternate colors</a:t>
            </a:r>
            <a:endParaRPr b="1" i="0" sz="1000" u="none" cap="none" strike="noStrike">
              <a:solidFill>
                <a:srgbClr val="5B5B5B"/>
              </a:solidFill>
              <a:latin typeface="Arial"/>
              <a:ea typeface="Arial"/>
              <a:cs typeface="Arial"/>
              <a:sym typeface="Arial"/>
            </a:endParaRPr>
          </a:p>
        </p:txBody>
      </p:sp>
      <p:cxnSp>
        <p:nvCxnSpPr>
          <p:cNvPr id="448" name="Google Shape;448;p43"/>
          <p:cNvCxnSpPr/>
          <p:nvPr/>
        </p:nvCxnSpPr>
        <p:spPr>
          <a:xfrm>
            <a:off x="5628537" y="3644249"/>
            <a:ext cx="1500000" cy="825000"/>
          </a:xfrm>
          <a:prstGeom prst="straightConnector1">
            <a:avLst/>
          </a:prstGeom>
          <a:noFill/>
          <a:ln cap="rnd" cmpd="sng" w="34925">
            <a:solidFill>
              <a:srgbClr val="FF0000">
                <a:alpha val="47840"/>
              </a:srgbClr>
            </a:solidFill>
            <a:prstDash val="solid"/>
            <a:round/>
            <a:headEnd len="sm" w="sm" type="none"/>
            <a:tailEnd len="sm" w="sm" type="none"/>
          </a:ln>
        </p:spPr>
      </p:cxnSp>
      <p:sp>
        <p:nvSpPr>
          <p:cNvPr id="449" name="Google Shape;449;p43"/>
          <p:cNvSpPr/>
          <p:nvPr/>
        </p:nvSpPr>
        <p:spPr>
          <a:xfrm>
            <a:off x="7422738" y="4570402"/>
            <a:ext cx="1628400" cy="41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1000" u="none" cap="none" strike="noStrike">
                <a:solidFill>
                  <a:srgbClr val="A20000"/>
                </a:solidFill>
                <a:latin typeface="Arial"/>
                <a:ea typeface="Arial"/>
                <a:cs typeface="Arial"/>
                <a:sym typeface="Arial"/>
              </a:rPr>
              <a:t>Do not</a:t>
            </a:r>
            <a:r>
              <a:rPr b="0" i="0" lang="en" sz="1000" u="none" cap="none" strike="noStrike">
                <a:solidFill>
                  <a:srgbClr val="A20000"/>
                </a:solidFill>
                <a:latin typeface="Arial"/>
                <a:ea typeface="Arial"/>
                <a:cs typeface="Arial"/>
                <a:sym typeface="Arial"/>
              </a:rPr>
              <a:t> </a:t>
            </a:r>
            <a:r>
              <a:rPr b="0" i="0" lang="en" sz="1000" u="none" cap="none" strike="noStrike">
                <a:solidFill>
                  <a:srgbClr val="5B5B5B"/>
                </a:solidFill>
                <a:latin typeface="Arial"/>
                <a:ea typeface="Arial"/>
                <a:cs typeface="Arial"/>
                <a:sym typeface="Arial"/>
              </a:rPr>
              <a:t>cherry-pick or split highlighted text across lines</a:t>
            </a:r>
            <a:endParaRPr/>
          </a:p>
        </p:txBody>
      </p:sp>
      <p:cxnSp>
        <p:nvCxnSpPr>
          <p:cNvPr id="450" name="Google Shape;450;p43"/>
          <p:cNvCxnSpPr/>
          <p:nvPr/>
        </p:nvCxnSpPr>
        <p:spPr>
          <a:xfrm>
            <a:off x="7445791" y="3644249"/>
            <a:ext cx="1500000" cy="825000"/>
          </a:xfrm>
          <a:prstGeom prst="straightConnector1">
            <a:avLst/>
          </a:prstGeom>
          <a:noFill/>
          <a:ln cap="rnd" cmpd="sng" w="34925">
            <a:solidFill>
              <a:srgbClr val="FF0000">
                <a:alpha val="47840"/>
              </a:srgbClr>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54" name="Shape 454"/>
        <p:cNvGrpSpPr/>
        <p:nvPr/>
      </p:nvGrpSpPr>
      <p:grpSpPr>
        <a:xfrm>
          <a:off x="0" y="0"/>
          <a:ext cx="0" cy="0"/>
          <a:chOff x="0" y="0"/>
          <a:chExt cx="0" cy="0"/>
        </a:xfrm>
      </p:grpSpPr>
      <p:sp>
        <p:nvSpPr>
          <p:cNvPr id="455" name="Google Shape;455;p44"/>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Do’s and Don’ts:  Typography and Readability</a:t>
            </a:r>
            <a:endParaRPr/>
          </a:p>
        </p:txBody>
      </p:sp>
      <p:pic>
        <p:nvPicPr>
          <p:cNvPr id="456" name="Google Shape;456;p44"/>
          <p:cNvPicPr preferRelativeResize="0"/>
          <p:nvPr/>
        </p:nvPicPr>
        <p:blipFill rotWithShape="1">
          <a:blip r:embed="rId3">
            <a:alphaModFix/>
          </a:blip>
          <a:srcRect b="24249" l="0" r="0" t="3579"/>
          <a:stretch/>
        </p:blipFill>
        <p:spPr>
          <a:xfrm>
            <a:off x="457200" y="2421371"/>
            <a:ext cx="1757450" cy="1716154"/>
          </a:xfrm>
          <a:prstGeom prst="rect">
            <a:avLst/>
          </a:prstGeom>
          <a:noFill/>
          <a:ln cap="flat" cmpd="sng" w="9525">
            <a:solidFill>
              <a:srgbClr val="CCCCCC"/>
            </a:solidFill>
            <a:prstDash val="solid"/>
            <a:round/>
            <a:headEnd len="sm" w="sm" type="none"/>
            <a:tailEnd len="sm" w="sm" type="none"/>
          </a:ln>
        </p:spPr>
      </p:pic>
      <p:sp>
        <p:nvSpPr>
          <p:cNvPr id="457" name="Google Shape;457;p44"/>
          <p:cNvSpPr txBox="1"/>
          <p:nvPr>
            <p:ph idx="4294967295" type="body"/>
          </p:nvPr>
        </p:nvSpPr>
        <p:spPr>
          <a:xfrm>
            <a:off x="365750" y="1219200"/>
            <a:ext cx="2494500" cy="1082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b="1" lang="en" sz="1200">
                <a:solidFill>
                  <a:schemeClr val="dk2"/>
                </a:solidFill>
              </a:rPr>
              <a:t>Text Spacing</a:t>
            </a:r>
            <a:br>
              <a:rPr lang="en" sz="1200">
                <a:solidFill>
                  <a:schemeClr val="dk1"/>
                </a:solidFill>
              </a:rPr>
            </a:br>
            <a:r>
              <a:rPr lang="en" sz="1000">
                <a:solidFill>
                  <a:srgbClr val="262626"/>
                </a:solidFill>
              </a:rPr>
              <a:t>Body copy in this new template has been set to Custom Line spacing of 1.15 with 0 Before and 10 After. If creating a new text box, follow these values.</a:t>
            </a:r>
            <a:endParaRPr sz="1200">
              <a:solidFill>
                <a:srgbClr val="262626"/>
              </a:solidFill>
            </a:endParaRPr>
          </a:p>
        </p:txBody>
      </p:sp>
      <p:sp>
        <p:nvSpPr>
          <p:cNvPr id="458" name="Google Shape;458;p44"/>
          <p:cNvSpPr txBox="1"/>
          <p:nvPr>
            <p:ph idx="4294967295" type="body"/>
          </p:nvPr>
        </p:nvSpPr>
        <p:spPr>
          <a:xfrm>
            <a:off x="3499850" y="1219200"/>
            <a:ext cx="2202900" cy="2294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Bullets</a:t>
            </a:r>
            <a:br>
              <a:rPr lang="en" sz="1200">
                <a:solidFill>
                  <a:schemeClr val="dk1"/>
                </a:solidFill>
              </a:rPr>
            </a:br>
            <a:r>
              <a:rPr lang="en" sz="1000">
                <a:solidFill>
                  <a:srgbClr val="262626"/>
                </a:solidFill>
              </a:rPr>
              <a:t>When practical, try using short paragraphs without bullets. You save space and gain readability.</a:t>
            </a:r>
            <a:endParaRPr sz="1000">
              <a:solidFill>
                <a:srgbClr val="262626"/>
              </a:solidFill>
            </a:endParaRPr>
          </a:p>
          <a:p>
            <a:pPr indent="0" lvl="0" marL="0" rtl="0" algn="l">
              <a:spcBef>
                <a:spcPts val="1000"/>
              </a:spcBef>
              <a:spcAft>
                <a:spcPts val="0"/>
              </a:spcAft>
              <a:buNone/>
            </a:pPr>
            <a:r>
              <a:rPr b="1" lang="en" sz="1200">
                <a:solidFill>
                  <a:schemeClr val="dk2"/>
                </a:solidFill>
              </a:rPr>
              <a:t>Sub-bullets</a:t>
            </a:r>
            <a:br>
              <a:rPr lang="en" sz="1200">
                <a:solidFill>
                  <a:schemeClr val="dk1"/>
                </a:solidFill>
              </a:rPr>
            </a:br>
            <a:r>
              <a:rPr lang="en" sz="1000">
                <a:solidFill>
                  <a:srgbClr val="262626"/>
                </a:solidFill>
              </a:rPr>
              <a:t>Avoid excessive detail and multiple levels of sub-bullets.</a:t>
            </a:r>
            <a:endParaRPr sz="1000">
              <a:solidFill>
                <a:srgbClr val="262626"/>
              </a:solidFill>
            </a:endParaRPr>
          </a:p>
          <a:p>
            <a:pPr indent="0" lvl="0" marL="0" rtl="0" algn="l">
              <a:spcBef>
                <a:spcPts val="1000"/>
              </a:spcBef>
              <a:spcAft>
                <a:spcPts val="1000"/>
              </a:spcAft>
              <a:buNone/>
            </a:pPr>
            <a:r>
              <a:rPr b="1" lang="en" sz="1200">
                <a:solidFill>
                  <a:schemeClr val="dk2"/>
                </a:solidFill>
              </a:rPr>
              <a:t>Underlined Text</a:t>
            </a:r>
            <a:br>
              <a:rPr lang="en" sz="1200">
                <a:solidFill>
                  <a:schemeClr val="dk1"/>
                </a:solidFill>
              </a:rPr>
            </a:br>
            <a:r>
              <a:rPr lang="en" sz="1000">
                <a:solidFill>
                  <a:srgbClr val="262626"/>
                </a:solidFill>
              </a:rPr>
              <a:t>Avoid underlining, and only use for web links.</a:t>
            </a:r>
            <a:endParaRPr sz="1000">
              <a:solidFill>
                <a:srgbClr val="262626"/>
              </a:solidFill>
            </a:endParaRPr>
          </a:p>
        </p:txBody>
      </p:sp>
      <p:sp>
        <p:nvSpPr>
          <p:cNvPr id="459" name="Google Shape;459;p44"/>
          <p:cNvSpPr txBox="1"/>
          <p:nvPr>
            <p:ph idx="4294967295" type="body"/>
          </p:nvPr>
        </p:nvSpPr>
        <p:spPr>
          <a:xfrm>
            <a:off x="6342350" y="1219200"/>
            <a:ext cx="2465100" cy="1918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Pasting Text</a:t>
            </a:r>
            <a:br>
              <a:rPr lang="en" sz="1200">
                <a:solidFill>
                  <a:schemeClr val="dk1"/>
                </a:solidFill>
              </a:rPr>
            </a:br>
            <a:r>
              <a:rPr lang="en" sz="1000">
                <a:solidFill>
                  <a:srgbClr val="262626"/>
                </a:solidFill>
              </a:rPr>
              <a:t>When copying text from other sources, paste “without formatting” to match this template. </a:t>
            </a:r>
            <a:endParaRPr sz="1000">
              <a:solidFill>
                <a:srgbClr val="262626"/>
              </a:solidFill>
            </a:endParaRPr>
          </a:p>
          <a:p>
            <a:pPr indent="0" lvl="0" marL="0" rtl="0" algn="l">
              <a:spcBef>
                <a:spcPts val="1000"/>
              </a:spcBef>
              <a:spcAft>
                <a:spcPts val="1000"/>
              </a:spcAft>
              <a:buNone/>
            </a:pPr>
            <a:r>
              <a:rPr lang="en" sz="1000">
                <a:solidFill>
                  <a:srgbClr val="262626"/>
                </a:solidFill>
              </a:rPr>
              <a:t>You can do this either from the menu under</a:t>
            </a:r>
            <a:r>
              <a:rPr lang="en" sz="1000">
                <a:solidFill>
                  <a:schemeClr val="dk1"/>
                </a:solidFill>
              </a:rPr>
              <a:t> </a:t>
            </a:r>
            <a:r>
              <a:rPr b="1" lang="en" sz="1000">
                <a:solidFill>
                  <a:schemeClr val="accent2"/>
                </a:solidFill>
              </a:rPr>
              <a:t>Edit</a:t>
            </a:r>
            <a:r>
              <a:rPr lang="en" sz="1000">
                <a:solidFill>
                  <a:schemeClr val="dk1"/>
                </a:solidFill>
              </a:rPr>
              <a:t> </a:t>
            </a:r>
            <a:r>
              <a:rPr lang="en" sz="1000">
                <a:solidFill>
                  <a:srgbClr val="262626"/>
                </a:solidFill>
              </a:rPr>
              <a:t>&gt;</a:t>
            </a:r>
            <a:r>
              <a:rPr lang="en" sz="1000">
                <a:solidFill>
                  <a:srgbClr val="5B5B5B"/>
                </a:solidFill>
              </a:rPr>
              <a:t> </a:t>
            </a:r>
            <a:r>
              <a:rPr b="1" lang="en" sz="1000">
                <a:solidFill>
                  <a:schemeClr val="accent2"/>
                </a:solidFill>
              </a:rPr>
              <a:t>Paste without formatting</a:t>
            </a:r>
            <a:r>
              <a:rPr lang="en" sz="1000"/>
              <a:t> </a:t>
            </a:r>
            <a:r>
              <a:rPr lang="en" sz="1000">
                <a:solidFill>
                  <a:srgbClr val="262626"/>
                </a:solidFill>
              </a:rPr>
              <a:t>or use keyboard shortcuts:</a:t>
            </a:r>
            <a:br>
              <a:rPr lang="en" sz="1000">
                <a:solidFill>
                  <a:srgbClr val="262626"/>
                </a:solidFill>
              </a:rPr>
            </a:br>
            <a:r>
              <a:rPr lang="en" sz="1000">
                <a:solidFill>
                  <a:srgbClr val="262626"/>
                </a:solidFill>
              </a:rPr>
              <a:t>Mac:  </a:t>
            </a:r>
            <a:r>
              <a:rPr b="1" lang="en" sz="1000">
                <a:solidFill>
                  <a:schemeClr val="accent2"/>
                </a:solidFill>
              </a:rPr>
              <a:t>Cmd</a:t>
            </a:r>
            <a:r>
              <a:rPr b="1" lang="en" sz="1000">
                <a:solidFill>
                  <a:schemeClr val="accent6"/>
                </a:solidFill>
              </a:rPr>
              <a:t> </a:t>
            </a:r>
            <a:r>
              <a:rPr lang="en" sz="1000">
                <a:solidFill>
                  <a:srgbClr val="262626"/>
                </a:solidFill>
              </a:rPr>
              <a:t>+</a:t>
            </a:r>
            <a:r>
              <a:rPr b="1" lang="en" sz="1000">
                <a:solidFill>
                  <a:schemeClr val="accent6"/>
                </a:solidFill>
              </a:rPr>
              <a:t> </a:t>
            </a:r>
            <a:r>
              <a:rPr b="1" lang="en" sz="1000">
                <a:solidFill>
                  <a:schemeClr val="accent2"/>
                </a:solidFill>
              </a:rPr>
              <a:t>Shift</a:t>
            </a:r>
            <a:r>
              <a:rPr b="1" lang="en" sz="1000">
                <a:solidFill>
                  <a:schemeClr val="accent6"/>
                </a:solidFill>
              </a:rPr>
              <a:t> </a:t>
            </a:r>
            <a:r>
              <a:rPr lang="en" sz="1000">
                <a:solidFill>
                  <a:srgbClr val="262626"/>
                </a:solidFill>
              </a:rPr>
              <a:t>+ </a:t>
            </a:r>
            <a:r>
              <a:rPr b="1" lang="en" sz="1000">
                <a:solidFill>
                  <a:schemeClr val="accent2"/>
                </a:solidFill>
              </a:rPr>
              <a:t>V</a:t>
            </a:r>
            <a:br>
              <a:rPr lang="en" sz="1000"/>
            </a:br>
            <a:r>
              <a:rPr lang="en" sz="1000">
                <a:solidFill>
                  <a:srgbClr val="262626"/>
                </a:solidFill>
              </a:rPr>
              <a:t>PC:  </a:t>
            </a:r>
            <a:r>
              <a:rPr b="1" lang="en" sz="1000">
                <a:solidFill>
                  <a:schemeClr val="accent2"/>
                </a:solidFill>
              </a:rPr>
              <a:t>Ctrl</a:t>
            </a:r>
            <a:r>
              <a:rPr lang="en" sz="1000">
                <a:solidFill>
                  <a:srgbClr val="262626"/>
                </a:solidFill>
              </a:rPr>
              <a:t> + </a:t>
            </a:r>
            <a:r>
              <a:rPr b="1" lang="en" sz="1000">
                <a:solidFill>
                  <a:schemeClr val="dk2"/>
                </a:solidFill>
              </a:rPr>
              <a:t>Shift</a:t>
            </a:r>
            <a:r>
              <a:rPr lang="en" sz="1000">
                <a:solidFill>
                  <a:srgbClr val="262626"/>
                </a:solidFill>
              </a:rPr>
              <a:t> + </a:t>
            </a:r>
            <a:r>
              <a:rPr b="1" lang="en" sz="1000">
                <a:solidFill>
                  <a:schemeClr val="dk2"/>
                </a:solidFill>
              </a:rPr>
              <a:t>V</a:t>
            </a:r>
            <a:endParaRPr sz="1000"/>
          </a:p>
        </p:txBody>
      </p:sp>
      <p:sp>
        <p:nvSpPr>
          <p:cNvPr id="460" name="Google Shape;460;p44"/>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61" name="Google Shape;461;p4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“Legible” is a low bar. With good typography, your content is more “Readable”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65" name="Shape 465"/>
        <p:cNvGrpSpPr/>
        <p:nvPr/>
      </p:nvGrpSpPr>
      <p:grpSpPr>
        <a:xfrm>
          <a:off x="0" y="0"/>
          <a:ext cx="0" cy="0"/>
          <a:chOff x="0" y="0"/>
          <a:chExt cx="0" cy="0"/>
        </a:xfrm>
      </p:grpSpPr>
      <p:sp>
        <p:nvSpPr>
          <p:cNvPr id="466" name="Google Shape;466;p45"/>
          <p:cNvSpPr txBox="1"/>
          <p:nvPr/>
        </p:nvSpPr>
        <p:spPr>
          <a:xfrm>
            <a:off x="5842600" y="1026650"/>
            <a:ext cx="2450700" cy="207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2"/>
                </a:solidFill>
              </a:rPr>
              <a:t>For Narrow Columns</a:t>
            </a:r>
            <a:br>
              <a:rPr b="1" lang="en" sz="1200">
                <a:solidFill>
                  <a:srgbClr val="BDC1C6"/>
                </a:solidFill>
              </a:rPr>
            </a:br>
            <a:r>
              <a:rPr lang="en" sz="1000">
                <a:solidFill>
                  <a:srgbClr val="262626"/>
                </a:solidFill>
              </a:rPr>
              <a:t>Aim for 15-40 characters, including spaces. This column is 30 characters.</a:t>
            </a:r>
            <a:endParaRPr sz="1000">
              <a:solidFill>
                <a:srgbClr val="262626"/>
              </a:solidFill>
            </a:endParaRPr>
          </a:p>
          <a:p>
            <a:pPr indent="0" lvl="0" marL="0" rtl="0" algn="l">
              <a:lnSpc>
                <a:spcPct val="115000"/>
              </a:lnSpc>
              <a:spcBef>
                <a:spcPts val="1000"/>
              </a:spcBef>
              <a:spcAft>
                <a:spcPts val="1000"/>
              </a:spcAft>
              <a:buNone/>
            </a:pPr>
            <a:r>
              <a:rPr lang="en" sz="1000">
                <a:solidFill>
                  <a:srgbClr val="262626"/>
                </a:solidFill>
              </a:rPr>
              <a:t>123456789&gt;123456789&gt;123567890&gt;</a:t>
            </a:r>
            <a:endParaRPr sz="1000">
              <a:solidFill>
                <a:srgbClr val="262626"/>
              </a:solidFill>
            </a:endParaRPr>
          </a:p>
        </p:txBody>
      </p:sp>
      <p:sp>
        <p:nvSpPr>
          <p:cNvPr id="467" name="Google Shape;467;p45"/>
          <p:cNvSpPr txBox="1"/>
          <p:nvPr/>
        </p:nvSpPr>
        <p:spPr>
          <a:xfrm>
            <a:off x="365750" y="1026650"/>
            <a:ext cx="4562400" cy="353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accent2"/>
                </a:solidFill>
              </a:rPr>
              <a:t>Line Length</a:t>
            </a:r>
            <a:br>
              <a:rPr b="1" lang="en" sz="1200">
                <a:solidFill>
                  <a:srgbClr val="BDC1C6"/>
                </a:solidFill>
              </a:rPr>
            </a:br>
            <a:r>
              <a:rPr lang="en" sz="1000">
                <a:solidFill>
                  <a:srgbClr val="262626"/>
                </a:solidFill>
              </a:rPr>
              <a:t>Shorter column widths aid the reader. Best practices for an average line of text is 40-60 characters, including spaces.</a:t>
            </a:r>
            <a:endParaRPr sz="1000">
              <a:solidFill>
                <a:srgbClr val="262626"/>
              </a:solidFill>
            </a:endParaRPr>
          </a:p>
          <a:p>
            <a:pPr indent="0" lvl="0" marL="0" rtl="0" algn="l">
              <a:lnSpc>
                <a:spcPct val="110000"/>
              </a:lnSpc>
              <a:spcBef>
                <a:spcPts val="1000"/>
              </a:spcBef>
              <a:spcAft>
                <a:spcPts val="0"/>
              </a:spcAft>
              <a:buNone/>
            </a:pPr>
            <a:r>
              <a:rPr lang="en" sz="1000">
                <a:solidFill>
                  <a:srgbClr val="262626"/>
                </a:solidFill>
              </a:rPr>
              <a:t>The character count in this column is 59.</a:t>
            </a:r>
            <a:br>
              <a:rPr lang="en" sz="1000">
                <a:solidFill>
                  <a:srgbClr val="262626"/>
                </a:solidFill>
              </a:rPr>
            </a:br>
            <a:r>
              <a:rPr lang="en" sz="1000">
                <a:solidFill>
                  <a:srgbClr val="262626"/>
                </a:solidFill>
              </a:rPr>
              <a:t>123456789&gt;123456789&gt;123456789&gt;123456789&gt;123456789&gt;123456789</a:t>
            </a:r>
            <a:endParaRPr sz="1000">
              <a:solidFill>
                <a:srgbClr val="262626"/>
              </a:solidFill>
            </a:endParaRPr>
          </a:p>
          <a:p>
            <a:pPr indent="0" lvl="0" marL="0" rtl="0" algn="l">
              <a:lnSpc>
                <a:spcPct val="110000"/>
              </a:lnSpc>
              <a:spcBef>
                <a:spcPts val="1000"/>
              </a:spcBef>
              <a:spcAft>
                <a:spcPts val="0"/>
              </a:spcAft>
              <a:buNone/>
            </a:pPr>
            <a:br>
              <a:rPr lang="en" sz="1000">
                <a:solidFill>
                  <a:srgbClr val="262626"/>
                </a:solidFill>
              </a:rPr>
            </a:br>
            <a:endParaRPr sz="1000">
              <a:solidFill>
                <a:srgbClr val="262626"/>
              </a:solidFill>
            </a:endParaRPr>
          </a:p>
          <a:p>
            <a:pPr indent="0" lvl="0" marL="0" rtl="0" algn="l">
              <a:lnSpc>
                <a:spcPct val="110000"/>
              </a:lnSpc>
              <a:spcBef>
                <a:spcPts val="1000"/>
              </a:spcBef>
              <a:spcAft>
                <a:spcPts val="0"/>
              </a:spcAft>
              <a:buNone/>
            </a:pPr>
            <a:r>
              <a:rPr b="1" lang="en" sz="1200">
                <a:solidFill>
                  <a:schemeClr val="accent2"/>
                </a:solidFill>
              </a:rPr>
              <a:t>Set Slide Titles In Title Case</a:t>
            </a:r>
            <a:br>
              <a:rPr b="1" lang="en" sz="1200">
                <a:solidFill>
                  <a:schemeClr val="accent2"/>
                </a:solidFill>
              </a:rPr>
            </a:br>
            <a:r>
              <a:rPr lang="en" sz="1000">
                <a:solidFill>
                  <a:srgbClr val="262626"/>
                </a:solidFill>
              </a:rPr>
              <a:t>Use AP style and capitalize the first letter of each word of 4 letters or more, as well as “To” and “In”. For details, check </a:t>
            </a:r>
            <a:r>
              <a:rPr lang="en" sz="1000" u="sng">
                <a:solidFill>
                  <a:schemeClr val="hlink"/>
                </a:solidFill>
                <a:hlinkClick r:id="rId3"/>
              </a:rPr>
              <a:t>capitalizemytitle.com</a:t>
            </a:r>
            <a:r>
              <a:rPr lang="en" sz="1000">
                <a:solidFill>
                  <a:srgbClr val="262626"/>
                </a:solidFill>
              </a:rPr>
              <a:t>. Only your deck cover slide and section/chapter titles should be set in all caps (see styling notes on following slides). </a:t>
            </a:r>
            <a:br>
              <a:rPr lang="en" sz="1000">
                <a:solidFill>
                  <a:srgbClr val="262626"/>
                </a:solidFill>
              </a:rPr>
            </a:br>
            <a:endParaRPr sz="1000">
              <a:solidFill>
                <a:srgbClr val="262626"/>
              </a:solidFill>
            </a:endParaRPr>
          </a:p>
          <a:p>
            <a:pPr indent="0" lvl="0" marL="0" rtl="0" algn="l">
              <a:lnSpc>
                <a:spcPct val="110000"/>
              </a:lnSpc>
              <a:spcBef>
                <a:spcPts val="1000"/>
              </a:spcBef>
              <a:spcAft>
                <a:spcPts val="1000"/>
              </a:spcAft>
              <a:buNone/>
            </a:pPr>
            <a:r>
              <a:rPr b="1" lang="en" sz="1200">
                <a:solidFill>
                  <a:schemeClr val="accent2"/>
                </a:solidFill>
              </a:rPr>
              <a:t>Use Left-Aligned Text</a:t>
            </a:r>
            <a:br>
              <a:rPr b="1" lang="en" sz="1200">
                <a:solidFill>
                  <a:schemeClr val="accent2"/>
                </a:solidFill>
              </a:rPr>
            </a:br>
            <a:r>
              <a:rPr lang="en" sz="1000">
                <a:solidFill>
                  <a:srgbClr val="262626"/>
                </a:solidFill>
              </a:rPr>
              <a:t>Set your text left-aligned, even on slide titles. A consistent left margin helps your audience read your content. </a:t>
            </a:r>
            <a:endParaRPr sz="1000">
              <a:solidFill>
                <a:srgbClr val="262626"/>
              </a:solidFill>
            </a:endParaRPr>
          </a:p>
        </p:txBody>
      </p:sp>
      <p:cxnSp>
        <p:nvCxnSpPr>
          <p:cNvPr id="468" name="Google Shape;468;p45"/>
          <p:cNvCxnSpPr/>
          <p:nvPr/>
        </p:nvCxnSpPr>
        <p:spPr>
          <a:xfrm>
            <a:off x="461621" y="2264625"/>
            <a:ext cx="4163700" cy="0"/>
          </a:xfrm>
          <a:prstGeom prst="straightConnector1">
            <a:avLst/>
          </a:prstGeom>
          <a:noFill/>
          <a:ln cap="flat" cmpd="sng" w="9525">
            <a:solidFill>
              <a:srgbClr val="3C4043"/>
            </a:solidFill>
            <a:prstDash val="solid"/>
            <a:round/>
            <a:headEnd len="med" w="med" type="triangle"/>
            <a:tailEnd len="med" w="med" type="triangle"/>
          </a:ln>
        </p:spPr>
      </p:cxnSp>
      <p:cxnSp>
        <p:nvCxnSpPr>
          <p:cNvPr id="469" name="Google Shape;469;p45"/>
          <p:cNvCxnSpPr/>
          <p:nvPr/>
        </p:nvCxnSpPr>
        <p:spPr>
          <a:xfrm>
            <a:off x="461258" y="2175600"/>
            <a:ext cx="0" cy="184500"/>
          </a:xfrm>
          <a:prstGeom prst="straightConnector1">
            <a:avLst/>
          </a:prstGeom>
          <a:noFill/>
          <a:ln cap="flat" cmpd="sng" w="19050">
            <a:solidFill>
              <a:schemeClr val="accent6"/>
            </a:solidFill>
            <a:prstDash val="solid"/>
            <a:round/>
            <a:headEnd len="med" w="med" type="none"/>
            <a:tailEnd len="med" w="med" type="none"/>
          </a:ln>
        </p:spPr>
      </p:cxnSp>
      <p:cxnSp>
        <p:nvCxnSpPr>
          <p:cNvPr id="470" name="Google Shape;470;p45"/>
          <p:cNvCxnSpPr/>
          <p:nvPr/>
        </p:nvCxnSpPr>
        <p:spPr>
          <a:xfrm>
            <a:off x="4643023" y="2175600"/>
            <a:ext cx="0" cy="184500"/>
          </a:xfrm>
          <a:prstGeom prst="straightConnector1">
            <a:avLst/>
          </a:prstGeom>
          <a:noFill/>
          <a:ln cap="flat" cmpd="sng" w="19050">
            <a:solidFill>
              <a:schemeClr val="accent6"/>
            </a:solidFill>
            <a:prstDash val="solid"/>
            <a:round/>
            <a:headEnd len="med" w="med" type="none"/>
            <a:tailEnd len="med" w="med" type="none"/>
          </a:ln>
        </p:spPr>
      </p:cxnSp>
      <p:cxnSp>
        <p:nvCxnSpPr>
          <p:cNvPr id="471" name="Google Shape;471;p45"/>
          <p:cNvCxnSpPr/>
          <p:nvPr/>
        </p:nvCxnSpPr>
        <p:spPr>
          <a:xfrm>
            <a:off x="5943692" y="2267859"/>
            <a:ext cx="2117400" cy="0"/>
          </a:xfrm>
          <a:prstGeom prst="straightConnector1">
            <a:avLst/>
          </a:prstGeom>
          <a:noFill/>
          <a:ln cap="flat" cmpd="sng" w="9525">
            <a:solidFill>
              <a:srgbClr val="3C4043"/>
            </a:solidFill>
            <a:prstDash val="solid"/>
            <a:round/>
            <a:headEnd len="med" w="med" type="triangle"/>
            <a:tailEnd len="med" w="med" type="triangle"/>
          </a:ln>
        </p:spPr>
      </p:cxnSp>
      <p:cxnSp>
        <p:nvCxnSpPr>
          <p:cNvPr id="472" name="Google Shape;472;p45"/>
          <p:cNvCxnSpPr/>
          <p:nvPr/>
        </p:nvCxnSpPr>
        <p:spPr>
          <a:xfrm>
            <a:off x="5943692" y="2175609"/>
            <a:ext cx="0" cy="184500"/>
          </a:xfrm>
          <a:prstGeom prst="straightConnector1">
            <a:avLst/>
          </a:prstGeom>
          <a:noFill/>
          <a:ln cap="flat" cmpd="sng" w="19050">
            <a:solidFill>
              <a:schemeClr val="accent6"/>
            </a:solidFill>
            <a:prstDash val="solid"/>
            <a:round/>
            <a:headEnd len="med" w="med" type="none"/>
            <a:tailEnd len="med" w="med" type="none"/>
          </a:ln>
        </p:spPr>
      </p:cxnSp>
      <p:cxnSp>
        <p:nvCxnSpPr>
          <p:cNvPr id="473" name="Google Shape;473;p45"/>
          <p:cNvCxnSpPr/>
          <p:nvPr/>
        </p:nvCxnSpPr>
        <p:spPr>
          <a:xfrm>
            <a:off x="8069867" y="2175609"/>
            <a:ext cx="0" cy="184500"/>
          </a:xfrm>
          <a:prstGeom prst="straightConnector1">
            <a:avLst/>
          </a:prstGeom>
          <a:noFill/>
          <a:ln cap="flat" cmpd="sng" w="19050">
            <a:solidFill>
              <a:schemeClr val="accent6"/>
            </a:solidFill>
            <a:prstDash val="solid"/>
            <a:round/>
            <a:headEnd len="med" w="med" type="none"/>
            <a:tailEnd len="med" w="med" type="none"/>
          </a:ln>
        </p:spPr>
      </p:cxnSp>
      <p:sp>
        <p:nvSpPr>
          <p:cNvPr id="474" name="Google Shape;474;p45"/>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Do’s and Don’ts:  Typography and Readability cont.</a:t>
            </a:r>
            <a:endParaRPr/>
          </a:p>
        </p:txBody>
      </p:sp>
      <p:sp>
        <p:nvSpPr>
          <p:cNvPr id="475" name="Google Shape;475;p4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79" name="Shape 479"/>
        <p:cNvGrpSpPr/>
        <p:nvPr/>
      </p:nvGrpSpPr>
      <p:grpSpPr>
        <a:xfrm>
          <a:off x="0" y="0"/>
          <a:ext cx="0" cy="0"/>
          <a:chOff x="0" y="0"/>
          <a:chExt cx="0" cy="0"/>
        </a:xfrm>
      </p:grpSpPr>
      <p:sp>
        <p:nvSpPr>
          <p:cNvPr id="480" name="Google Shape;480;p46"/>
          <p:cNvSpPr/>
          <p:nvPr/>
        </p:nvSpPr>
        <p:spPr>
          <a:xfrm>
            <a:off x="4714175" y="3175725"/>
            <a:ext cx="3961500" cy="1460100"/>
          </a:xfrm>
          <a:prstGeom prst="rect">
            <a:avLst/>
          </a:prstGeom>
          <a:solidFill>
            <a:schemeClr val="lt1"/>
          </a:solidFill>
          <a:ln cap="flat" cmpd="sng" w="9525">
            <a:solidFill>
              <a:srgbClr val="B7B7B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FFFFFF"/>
              </a:solidFill>
              <a:latin typeface="Arial"/>
              <a:ea typeface="Arial"/>
              <a:cs typeface="Arial"/>
              <a:sym typeface="Arial"/>
            </a:endParaRPr>
          </a:p>
        </p:txBody>
      </p:sp>
      <p:sp>
        <p:nvSpPr>
          <p:cNvPr id="481" name="Google Shape;481;p46"/>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Do’s and Don’ts:  Text Contrast and Accessibility</a:t>
            </a:r>
            <a:endParaRPr/>
          </a:p>
        </p:txBody>
      </p:sp>
      <p:sp>
        <p:nvSpPr>
          <p:cNvPr id="482" name="Google Shape;482;p4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83" name="Google Shape;483;p46"/>
          <p:cNvSpPr/>
          <p:nvPr/>
        </p:nvSpPr>
        <p:spPr>
          <a:xfrm>
            <a:off x="2009865" y="1618665"/>
            <a:ext cx="1565400" cy="424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1400" u="none" cap="none" strike="noStrike">
                <a:solidFill>
                  <a:srgbClr val="252525"/>
                </a:solidFill>
                <a:latin typeface="Arial"/>
                <a:ea typeface="Arial"/>
                <a:cs typeface="Arial"/>
                <a:sym typeface="Arial"/>
              </a:rPr>
              <a:t>Black text</a:t>
            </a:r>
            <a:endParaRPr b="1" i="0" sz="1400" u="none" cap="none" strike="noStrike">
              <a:solidFill>
                <a:srgbClr val="252525"/>
              </a:solidFill>
              <a:latin typeface="Arial"/>
              <a:ea typeface="Arial"/>
              <a:cs typeface="Arial"/>
              <a:sym typeface="Arial"/>
            </a:endParaRPr>
          </a:p>
        </p:txBody>
      </p:sp>
      <p:sp>
        <p:nvSpPr>
          <p:cNvPr id="484" name="Google Shape;484;p46"/>
          <p:cNvSpPr/>
          <p:nvPr/>
        </p:nvSpPr>
        <p:spPr>
          <a:xfrm>
            <a:off x="3707622" y="1618665"/>
            <a:ext cx="1569900" cy="424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400"/>
              <a:buFont typeface="Arial"/>
              <a:buNone/>
            </a:pPr>
            <a:r>
              <a:rPr b="1" i="0" lang="en" sz="1400" u="none" cap="none" strike="noStrike">
                <a:solidFill>
                  <a:srgbClr val="252525"/>
                </a:solidFill>
                <a:latin typeface="Arial"/>
                <a:ea typeface="Arial"/>
                <a:cs typeface="Arial"/>
                <a:sym typeface="Arial"/>
              </a:rPr>
              <a:t>Black text</a:t>
            </a:r>
            <a:endParaRPr b="1" i="0" sz="1400" u="none" cap="none" strike="noStrike">
              <a:solidFill>
                <a:srgbClr val="252525"/>
              </a:solidFill>
              <a:latin typeface="Arial"/>
              <a:ea typeface="Arial"/>
              <a:cs typeface="Arial"/>
              <a:sym typeface="Arial"/>
            </a:endParaRPr>
          </a:p>
        </p:txBody>
      </p:sp>
      <p:sp>
        <p:nvSpPr>
          <p:cNvPr id="485" name="Google Shape;485;p46"/>
          <p:cNvSpPr/>
          <p:nvPr/>
        </p:nvSpPr>
        <p:spPr>
          <a:xfrm>
            <a:off x="5410143" y="1618665"/>
            <a:ext cx="1569900" cy="424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400"/>
              <a:buFont typeface="Arial"/>
              <a:buNone/>
            </a:pPr>
            <a:r>
              <a:rPr b="1" i="0" lang="en" sz="1400" u="none" cap="none" strike="noStrike">
                <a:solidFill>
                  <a:srgbClr val="252525"/>
                </a:solidFill>
                <a:latin typeface="Arial"/>
                <a:ea typeface="Arial"/>
                <a:cs typeface="Arial"/>
                <a:sym typeface="Arial"/>
              </a:rPr>
              <a:t>Black text</a:t>
            </a:r>
            <a:endParaRPr b="1" i="0" sz="1400" u="none" cap="none" strike="noStrike">
              <a:solidFill>
                <a:srgbClr val="252525"/>
              </a:solidFill>
              <a:latin typeface="Arial"/>
              <a:ea typeface="Arial"/>
              <a:cs typeface="Arial"/>
              <a:sym typeface="Arial"/>
            </a:endParaRPr>
          </a:p>
        </p:txBody>
      </p:sp>
      <p:sp>
        <p:nvSpPr>
          <p:cNvPr id="486" name="Google Shape;486;p46"/>
          <p:cNvSpPr/>
          <p:nvPr/>
        </p:nvSpPr>
        <p:spPr>
          <a:xfrm>
            <a:off x="7112664" y="1618665"/>
            <a:ext cx="1569900" cy="4242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400"/>
              <a:buFont typeface="Arial"/>
              <a:buNone/>
            </a:pPr>
            <a:r>
              <a:rPr b="1" i="0" lang="en" sz="1400" u="none" cap="none" strike="noStrike">
                <a:solidFill>
                  <a:srgbClr val="252525"/>
                </a:solidFill>
                <a:latin typeface="Arial"/>
                <a:ea typeface="Arial"/>
                <a:cs typeface="Arial"/>
                <a:sym typeface="Arial"/>
              </a:rPr>
              <a:t>Black text</a:t>
            </a:r>
            <a:endParaRPr b="1" i="0" sz="1400" u="none" cap="none" strike="noStrike">
              <a:solidFill>
                <a:srgbClr val="252525"/>
              </a:solidFill>
              <a:latin typeface="Arial"/>
              <a:ea typeface="Arial"/>
              <a:cs typeface="Arial"/>
              <a:sym typeface="Arial"/>
            </a:endParaRPr>
          </a:p>
        </p:txBody>
      </p:sp>
      <p:sp>
        <p:nvSpPr>
          <p:cNvPr id="487" name="Google Shape;487;p46"/>
          <p:cNvSpPr/>
          <p:nvPr/>
        </p:nvSpPr>
        <p:spPr>
          <a:xfrm>
            <a:off x="7112664" y="2191000"/>
            <a:ext cx="1563000" cy="420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FFFFFF"/>
              </a:buClr>
              <a:buSzPts val="1400"/>
              <a:buFont typeface="Arial"/>
              <a:buNone/>
            </a:pPr>
            <a:r>
              <a:rPr b="1" i="0" lang="en" sz="1400" u="none" cap="none" strike="noStrike">
                <a:solidFill>
                  <a:srgbClr val="FFFFFF"/>
                </a:solidFill>
                <a:latin typeface="Arial"/>
                <a:ea typeface="Arial"/>
                <a:cs typeface="Arial"/>
                <a:sym typeface="Arial"/>
              </a:rPr>
              <a:t>White text</a:t>
            </a:r>
            <a:endParaRPr b="1" i="0" sz="1400" u="none" cap="none" strike="noStrike">
              <a:solidFill>
                <a:srgbClr val="FFFFFF"/>
              </a:solidFill>
              <a:latin typeface="Arial"/>
              <a:ea typeface="Arial"/>
              <a:cs typeface="Arial"/>
              <a:sym typeface="Arial"/>
            </a:endParaRPr>
          </a:p>
        </p:txBody>
      </p:sp>
      <p:sp>
        <p:nvSpPr>
          <p:cNvPr id="488" name="Google Shape;488;p46"/>
          <p:cNvSpPr/>
          <p:nvPr/>
        </p:nvSpPr>
        <p:spPr>
          <a:xfrm>
            <a:off x="3707622" y="2191007"/>
            <a:ext cx="1565400" cy="420600"/>
          </a:xfrm>
          <a:prstGeom prst="rect">
            <a:avLst/>
          </a:prstGeom>
          <a:solidFill>
            <a:srgbClr val="5B5B5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FFFFFF"/>
              </a:buClr>
              <a:buSzPts val="1400"/>
              <a:buFont typeface="Arial"/>
              <a:buNone/>
            </a:pPr>
            <a:r>
              <a:rPr b="1" i="0" lang="en" sz="1400" u="none" cap="none" strike="noStrike">
                <a:solidFill>
                  <a:srgbClr val="FFFFFF"/>
                </a:solidFill>
                <a:latin typeface="Arial"/>
                <a:ea typeface="Arial"/>
                <a:cs typeface="Arial"/>
                <a:sym typeface="Arial"/>
              </a:rPr>
              <a:t>White text</a:t>
            </a:r>
            <a:endParaRPr b="1" i="0" sz="1400" u="none" cap="none" strike="noStrike">
              <a:solidFill>
                <a:srgbClr val="FFFFFF"/>
              </a:solidFill>
              <a:latin typeface="Arial"/>
              <a:ea typeface="Arial"/>
              <a:cs typeface="Arial"/>
              <a:sym typeface="Arial"/>
            </a:endParaRPr>
          </a:p>
        </p:txBody>
      </p:sp>
      <p:sp>
        <p:nvSpPr>
          <p:cNvPr id="489" name="Google Shape;489;p46"/>
          <p:cNvSpPr/>
          <p:nvPr/>
        </p:nvSpPr>
        <p:spPr>
          <a:xfrm>
            <a:off x="5410143" y="2191000"/>
            <a:ext cx="1565400" cy="420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FFFFFF"/>
              </a:buClr>
              <a:buSzPts val="1400"/>
              <a:buFont typeface="Arial"/>
              <a:buNone/>
            </a:pPr>
            <a:r>
              <a:rPr b="1" i="0" lang="en" sz="1400" u="none" cap="none" strike="noStrike">
                <a:solidFill>
                  <a:srgbClr val="FFFFFF"/>
                </a:solidFill>
                <a:latin typeface="Arial"/>
                <a:ea typeface="Arial"/>
                <a:cs typeface="Arial"/>
                <a:sym typeface="Arial"/>
              </a:rPr>
              <a:t>White text</a:t>
            </a:r>
            <a:endParaRPr b="1" i="0" sz="1400" u="none" cap="none" strike="noStrike">
              <a:solidFill>
                <a:srgbClr val="FFFFFF"/>
              </a:solidFill>
              <a:latin typeface="Arial"/>
              <a:ea typeface="Arial"/>
              <a:cs typeface="Arial"/>
              <a:sym typeface="Arial"/>
            </a:endParaRPr>
          </a:p>
        </p:txBody>
      </p:sp>
      <p:sp>
        <p:nvSpPr>
          <p:cNvPr id="490" name="Google Shape;490;p46"/>
          <p:cNvSpPr/>
          <p:nvPr/>
        </p:nvSpPr>
        <p:spPr>
          <a:xfrm>
            <a:off x="2009865" y="2191007"/>
            <a:ext cx="1565400" cy="420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1400" u="none" cap="none" strike="noStrike">
                <a:solidFill>
                  <a:srgbClr val="FFFFFF"/>
                </a:solidFill>
                <a:latin typeface="Arial"/>
                <a:ea typeface="Arial"/>
                <a:cs typeface="Arial"/>
                <a:sym typeface="Arial"/>
              </a:rPr>
              <a:t>White text</a:t>
            </a:r>
            <a:endParaRPr b="1" i="0" sz="1400" u="none" cap="none" strike="noStrike">
              <a:solidFill>
                <a:srgbClr val="252525"/>
              </a:solidFill>
              <a:latin typeface="Arial"/>
              <a:ea typeface="Arial"/>
              <a:cs typeface="Arial"/>
              <a:sym typeface="Arial"/>
            </a:endParaRPr>
          </a:p>
        </p:txBody>
      </p:sp>
      <p:sp>
        <p:nvSpPr>
          <p:cNvPr id="491" name="Google Shape;491;p46"/>
          <p:cNvSpPr txBox="1"/>
          <p:nvPr/>
        </p:nvSpPr>
        <p:spPr>
          <a:xfrm>
            <a:off x="367900" y="1618665"/>
            <a:ext cx="1717500" cy="423300"/>
          </a:xfrm>
          <a:prstGeom prst="rect">
            <a:avLst/>
          </a:prstGeom>
          <a:noFill/>
          <a:ln>
            <a:noFill/>
          </a:ln>
        </p:spPr>
        <p:txBody>
          <a:bodyPr anchorCtr="0" anchor="t" bIns="91425" lIns="91425" spcFirstLastPara="1" rIns="91425" wrap="square" tIns="0">
            <a:sp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262626"/>
                </a:solidFill>
                <a:latin typeface="Arial"/>
                <a:ea typeface="Arial"/>
                <a:cs typeface="Arial"/>
                <a:sym typeface="Arial"/>
              </a:rPr>
              <a:t>Use </a:t>
            </a:r>
            <a:r>
              <a:rPr b="1" i="0" lang="en" sz="1000" u="none" cap="none" strike="noStrike">
                <a:solidFill>
                  <a:srgbClr val="262626"/>
                </a:solidFill>
                <a:latin typeface="Arial"/>
                <a:ea typeface="Arial"/>
                <a:cs typeface="Arial"/>
                <a:sym typeface="Arial"/>
              </a:rPr>
              <a:t>Black Text </a:t>
            </a:r>
            <a:r>
              <a:rPr b="0" i="0" lang="en" sz="1000" u="none" cap="none" strike="noStrike">
                <a:solidFill>
                  <a:srgbClr val="262626"/>
                </a:solidFill>
                <a:latin typeface="Arial"/>
                <a:ea typeface="Arial"/>
                <a:cs typeface="Arial"/>
                <a:sym typeface="Arial"/>
              </a:rPr>
              <a:t>on these background colors:</a:t>
            </a:r>
            <a:endParaRPr>
              <a:solidFill>
                <a:srgbClr val="262626"/>
              </a:solidFill>
            </a:endParaRPr>
          </a:p>
        </p:txBody>
      </p:sp>
      <p:sp>
        <p:nvSpPr>
          <p:cNvPr id="492" name="Google Shape;492;p46"/>
          <p:cNvSpPr txBox="1"/>
          <p:nvPr/>
        </p:nvSpPr>
        <p:spPr>
          <a:xfrm>
            <a:off x="367900" y="2191000"/>
            <a:ext cx="1632900" cy="423300"/>
          </a:xfrm>
          <a:prstGeom prst="rect">
            <a:avLst/>
          </a:prstGeom>
          <a:noFill/>
          <a:ln>
            <a:noFill/>
          </a:ln>
        </p:spPr>
        <p:txBody>
          <a:bodyPr anchorCtr="0" anchor="t" bIns="91425" lIns="91425" spcFirstLastPara="1" rIns="91425" wrap="square" tIns="0">
            <a:sp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262626"/>
                </a:solidFill>
                <a:latin typeface="Arial"/>
                <a:ea typeface="Arial"/>
                <a:cs typeface="Arial"/>
                <a:sym typeface="Arial"/>
              </a:rPr>
              <a:t>Use </a:t>
            </a:r>
            <a:r>
              <a:rPr b="1" i="0" lang="en" sz="1000" u="none" cap="none" strike="noStrike">
                <a:solidFill>
                  <a:srgbClr val="262626"/>
                </a:solidFill>
                <a:latin typeface="Arial"/>
                <a:ea typeface="Arial"/>
                <a:cs typeface="Arial"/>
                <a:sym typeface="Arial"/>
              </a:rPr>
              <a:t>White Text </a:t>
            </a:r>
            <a:r>
              <a:rPr b="0" i="0" lang="en" sz="1000" u="none" cap="none" strike="noStrike">
                <a:solidFill>
                  <a:srgbClr val="262626"/>
                </a:solidFill>
                <a:latin typeface="Arial"/>
                <a:ea typeface="Arial"/>
                <a:cs typeface="Arial"/>
                <a:sym typeface="Arial"/>
              </a:rPr>
              <a:t>on these background colors:</a:t>
            </a:r>
            <a:endParaRPr>
              <a:solidFill>
                <a:srgbClr val="262626"/>
              </a:solidFill>
            </a:endParaRPr>
          </a:p>
        </p:txBody>
      </p:sp>
      <p:sp>
        <p:nvSpPr>
          <p:cNvPr id="493" name="Google Shape;493;p46"/>
          <p:cNvSpPr txBox="1"/>
          <p:nvPr/>
        </p:nvSpPr>
        <p:spPr>
          <a:xfrm>
            <a:off x="367900" y="681541"/>
            <a:ext cx="45501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262626"/>
                </a:solidFill>
                <a:latin typeface="Arial"/>
                <a:ea typeface="Arial"/>
                <a:cs typeface="Arial"/>
                <a:sym typeface="Arial"/>
              </a:rPr>
              <a:t>Ensuring sufficient contrast on your text means that people with disabilities can access your content, with the added benefit of improving the experience for other groups as well. Everyone appreciates clear and easy-to-read text!</a:t>
            </a:r>
            <a:endParaRPr>
              <a:solidFill>
                <a:srgbClr val="262626"/>
              </a:solidFill>
            </a:endParaRPr>
          </a:p>
        </p:txBody>
      </p:sp>
      <p:sp>
        <p:nvSpPr>
          <p:cNvPr id="494" name="Google Shape;494;p46"/>
          <p:cNvSpPr txBox="1"/>
          <p:nvPr/>
        </p:nvSpPr>
        <p:spPr>
          <a:xfrm>
            <a:off x="4917990" y="681541"/>
            <a:ext cx="34434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5B5B5B"/>
              </a:buClr>
              <a:buSzPts val="1000"/>
              <a:buFont typeface="Arial"/>
              <a:buNone/>
            </a:pPr>
            <a:r>
              <a:rPr b="0" i="0" lang="en" sz="1000" u="none" cap="none" strike="noStrike">
                <a:solidFill>
                  <a:srgbClr val="262626"/>
                </a:solidFill>
                <a:latin typeface="Arial"/>
                <a:ea typeface="Arial"/>
                <a:cs typeface="Arial"/>
                <a:sym typeface="Arial"/>
              </a:rPr>
              <a:t>Accessibility is important to Snowflake. If you aren’t sure how your color combinations will perform, use this tool: </a:t>
            </a:r>
            <a:r>
              <a:rPr b="0" i="0" lang="en" sz="1000" u="sng" cap="none" strike="noStrike">
                <a:solidFill>
                  <a:schemeClr val="accent1"/>
                </a:solidFill>
                <a:latin typeface="Arial"/>
                <a:ea typeface="Arial"/>
                <a:cs typeface="Arial"/>
                <a:sym typeface="Arial"/>
                <a:hlinkClick r:id="rId3">
                  <a:extLst>
                    <a:ext uri="{A12FA001-AC4F-418D-AE19-62706E023703}">
                      <ahyp:hlinkClr val="tx"/>
                    </a:ext>
                  </a:extLst>
                </a:hlinkClick>
              </a:rPr>
              <a:t>webaim.org/resources/contrastchecker</a:t>
            </a:r>
            <a:endParaRPr b="0" i="0" sz="1200" u="none" cap="none" strike="noStrike">
              <a:solidFill>
                <a:schemeClr val="accent1"/>
              </a:solidFill>
              <a:latin typeface="Arial"/>
              <a:ea typeface="Arial"/>
              <a:cs typeface="Arial"/>
              <a:sym typeface="Arial"/>
            </a:endParaRPr>
          </a:p>
        </p:txBody>
      </p:sp>
      <p:sp>
        <p:nvSpPr>
          <p:cNvPr id="495" name="Google Shape;495;p46"/>
          <p:cNvSpPr/>
          <p:nvPr/>
        </p:nvSpPr>
        <p:spPr>
          <a:xfrm>
            <a:off x="367900" y="2906503"/>
            <a:ext cx="3589500" cy="269400"/>
          </a:xfrm>
          <a:prstGeom prst="rect">
            <a:avLst/>
          </a:prstGeom>
          <a:noFill/>
          <a:ln>
            <a:noFill/>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0" i="0" lang="en" sz="1000" u="none" cap="none" strike="noStrike">
                <a:solidFill>
                  <a:srgbClr val="262626"/>
                </a:solidFill>
                <a:latin typeface="Arial"/>
                <a:ea typeface="Arial"/>
                <a:cs typeface="Arial"/>
                <a:sym typeface="Arial"/>
              </a:rPr>
              <a:t>When using </a:t>
            </a:r>
            <a:r>
              <a:rPr b="1" i="0" lang="en" sz="1000" u="none" cap="none" strike="noStrike">
                <a:solidFill>
                  <a:srgbClr val="262626"/>
                </a:solidFill>
                <a:latin typeface="Arial"/>
                <a:ea typeface="Arial"/>
                <a:cs typeface="Arial"/>
                <a:sym typeface="Arial"/>
              </a:rPr>
              <a:t>Snowflake Blue</a:t>
            </a:r>
            <a:r>
              <a:rPr b="0" i="0" lang="en" sz="1000" u="none" cap="none" strike="noStrike">
                <a:solidFill>
                  <a:srgbClr val="262626"/>
                </a:solidFill>
                <a:latin typeface="Arial"/>
                <a:ea typeface="Arial"/>
                <a:cs typeface="Arial"/>
                <a:sym typeface="Arial"/>
              </a:rPr>
              <a:t>, make your </a:t>
            </a:r>
            <a:r>
              <a:rPr lang="en" sz="1000">
                <a:solidFill>
                  <a:srgbClr val="262626"/>
                </a:solidFill>
              </a:rPr>
              <a:t>text</a:t>
            </a:r>
            <a:r>
              <a:rPr b="0" i="0" lang="en" sz="1000" u="none" cap="none" strike="noStrike">
                <a:solidFill>
                  <a:srgbClr val="262626"/>
                </a:solidFill>
                <a:latin typeface="Arial"/>
                <a:ea typeface="Arial"/>
                <a:cs typeface="Arial"/>
                <a:sym typeface="Arial"/>
              </a:rPr>
              <a:t> at least 28pt.</a:t>
            </a:r>
            <a:endParaRPr b="0" i="0" sz="1000" u="none" cap="none" strike="noStrike">
              <a:solidFill>
                <a:srgbClr val="262626"/>
              </a:solidFill>
              <a:latin typeface="Arial"/>
              <a:ea typeface="Arial"/>
              <a:cs typeface="Arial"/>
              <a:sym typeface="Arial"/>
            </a:endParaRPr>
          </a:p>
        </p:txBody>
      </p:sp>
      <p:sp>
        <p:nvSpPr>
          <p:cNvPr id="496" name="Google Shape;496;p46"/>
          <p:cNvSpPr/>
          <p:nvPr/>
        </p:nvSpPr>
        <p:spPr>
          <a:xfrm>
            <a:off x="4746781" y="3332107"/>
            <a:ext cx="3768600" cy="144000"/>
          </a:xfrm>
          <a:prstGeom prst="rect">
            <a:avLst/>
          </a:prstGeom>
          <a:noFill/>
          <a:ln>
            <a:noFill/>
          </a:ln>
        </p:spPr>
        <p:txBody>
          <a:bodyPr anchorCtr="0" anchor="t" bIns="0" lIns="91425" spcFirstLastPara="1" rIns="91425" wrap="square" tIns="0">
            <a:noAutofit/>
          </a:bodyPr>
          <a:lstStyle/>
          <a:p>
            <a:pPr indent="0" lvl="0" marL="0" marR="0" rtl="0" algn="l">
              <a:spcBef>
                <a:spcPts val="0"/>
              </a:spcBef>
              <a:spcAft>
                <a:spcPts val="0"/>
              </a:spcAft>
              <a:buClr>
                <a:srgbClr val="000000"/>
              </a:buClr>
              <a:buSzPts val="1100"/>
              <a:buFont typeface="Arial"/>
              <a:buNone/>
            </a:pPr>
            <a:r>
              <a:rPr b="1" lang="en" sz="1000">
                <a:solidFill>
                  <a:srgbClr val="A20000"/>
                </a:solidFill>
              </a:rPr>
              <a:t>Do not</a:t>
            </a:r>
            <a:r>
              <a:rPr b="0" i="0" lang="en" sz="1000" u="none" cap="none" strike="noStrike">
                <a:solidFill>
                  <a:srgbClr val="262626"/>
                </a:solidFill>
                <a:latin typeface="Arial"/>
                <a:ea typeface="Arial"/>
                <a:cs typeface="Arial"/>
                <a:sym typeface="Arial"/>
              </a:rPr>
              <a:t> use white text on these background colors:</a:t>
            </a:r>
            <a:endParaRPr b="1" i="0" sz="1000" u="none" cap="none" strike="noStrike">
              <a:solidFill>
                <a:srgbClr val="262626"/>
              </a:solidFill>
              <a:latin typeface="Arial"/>
              <a:ea typeface="Arial"/>
              <a:cs typeface="Arial"/>
              <a:sym typeface="Arial"/>
            </a:endParaRPr>
          </a:p>
        </p:txBody>
      </p:sp>
      <p:sp>
        <p:nvSpPr>
          <p:cNvPr id="497" name="Google Shape;497;p46"/>
          <p:cNvSpPr/>
          <p:nvPr/>
        </p:nvSpPr>
        <p:spPr>
          <a:xfrm>
            <a:off x="468301" y="3175725"/>
            <a:ext cx="1601400" cy="766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2800" u="none" cap="none" strike="noStrike">
                <a:solidFill>
                  <a:srgbClr val="FFFFFF"/>
                </a:solidFill>
                <a:latin typeface="Arial"/>
                <a:ea typeface="Arial"/>
                <a:cs typeface="Arial"/>
                <a:sym typeface="Arial"/>
              </a:rPr>
              <a:t>28pt </a:t>
            </a:r>
            <a:endParaRPr b="1" i="0" sz="2800" u="none" cap="none" strike="noStrike">
              <a:solidFill>
                <a:srgbClr val="FFFFFF"/>
              </a:solidFill>
              <a:latin typeface="Arial"/>
              <a:ea typeface="Arial"/>
              <a:cs typeface="Arial"/>
              <a:sym typeface="Arial"/>
            </a:endParaRPr>
          </a:p>
        </p:txBody>
      </p:sp>
      <p:sp>
        <p:nvSpPr>
          <p:cNvPr id="498" name="Google Shape;498;p46"/>
          <p:cNvSpPr/>
          <p:nvPr/>
        </p:nvSpPr>
        <p:spPr>
          <a:xfrm>
            <a:off x="2159232" y="3175725"/>
            <a:ext cx="1601400" cy="766500"/>
          </a:xfrm>
          <a:prstGeom prst="rect">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100"/>
              <a:buFont typeface="Arial"/>
              <a:buNone/>
            </a:pPr>
            <a:r>
              <a:rPr b="1" i="0" lang="en" sz="2800" u="none" cap="none" strike="noStrike">
                <a:solidFill>
                  <a:srgbClr val="28B5E8"/>
                </a:solidFill>
                <a:latin typeface="Arial"/>
                <a:ea typeface="Arial"/>
                <a:cs typeface="Arial"/>
                <a:sym typeface="Arial"/>
              </a:rPr>
              <a:t>28pt</a:t>
            </a:r>
            <a:endParaRPr b="1" i="0" sz="2800" u="none" cap="none" strike="noStrike">
              <a:solidFill>
                <a:srgbClr val="28B5E8"/>
              </a:solidFill>
              <a:latin typeface="Arial"/>
              <a:ea typeface="Arial"/>
              <a:cs typeface="Arial"/>
              <a:sym typeface="Arial"/>
            </a:endParaRPr>
          </a:p>
        </p:txBody>
      </p:sp>
      <p:sp>
        <p:nvSpPr>
          <p:cNvPr id="499" name="Google Shape;499;p46"/>
          <p:cNvSpPr/>
          <p:nvPr/>
        </p:nvSpPr>
        <p:spPr>
          <a:xfrm>
            <a:off x="4746781" y="3999961"/>
            <a:ext cx="3768600" cy="144000"/>
          </a:xfrm>
          <a:prstGeom prst="rect">
            <a:avLst/>
          </a:prstGeom>
          <a:noFill/>
          <a:ln>
            <a:noFill/>
          </a:ln>
        </p:spPr>
        <p:txBody>
          <a:bodyPr anchorCtr="0" anchor="t" bIns="0" lIns="91425" spcFirstLastPara="1" rIns="91425" wrap="square" tIns="0">
            <a:noAutofit/>
          </a:bodyPr>
          <a:lstStyle/>
          <a:p>
            <a:pPr indent="0" lvl="0" marL="0" marR="0" rtl="0" algn="l">
              <a:spcBef>
                <a:spcPts val="0"/>
              </a:spcBef>
              <a:spcAft>
                <a:spcPts val="0"/>
              </a:spcAft>
              <a:buClr>
                <a:srgbClr val="000000"/>
              </a:buClr>
              <a:buSzPts val="1100"/>
              <a:buFont typeface="Arial"/>
              <a:buNone/>
            </a:pPr>
            <a:r>
              <a:rPr b="1" lang="en" sz="1000">
                <a:solidFill>
                  <a:srgbClr val="A20000"/>
                </a:solidFill>
              </a:rPr>
              <a:t>Do not</a:t>
            </a:r>
            <a:r>
              <a:rPr b="0" i="0" lang="en" sz="1000" u="none" cap="none" strike="noStrike">
                <a:solidFill>
                  <a:srgbClr val="262626"/>
                </a:solidFill>
                <a:latin typeface="Arial"/>
                <a:ea typeface="Arial"/>
                <a:cs typeface="Arial"/>
                <a:sym typeface="Arial"/>
              </a:rPr>
              <a:t> use these colors for text:</a:t>
            </a:r>
            <a:endParaRPr b="1" i="0" sz="1000" u="none" cap="none" strike="noStrike">
              <a:solidFill>
                <a:srgbClr val="262626"/>
              </a:solidFill>
              <a:latin typeface="Arial"/>
              <a:ea typeface="Arial"/>
              <a:cs typeface="Arial"/>
              <a:sym typeface="Arial"/>
            </a:endParaRPr>
          </a:p>
        </p:txBody>
      </p:sp>
      <p:sp>
        <p:nvSpPr>
          <p:cNvPr id="500" name="Google Shape;500;p46"/>
          <p:cNvSpPr/>
          <p:nvPr/>
        </p:nvSpPr>
        <p:spPr>
          <a:xfrm>
            <a:off x="372417" y="3999961"/>
            <a:ext cx="3335100" cy="120900"/>
          </a:xfrm>
          <a:prstGeom prst="rect">
            <a:avLst/>
          </a:prstGeom>
          <a:noFill/>
          <a:ln>
            <a:noFill/>
          </a:ln>
        </p:spPr>
        <p:txBody>
          <a:bodyPr anchorCtr="0" anchor="t" bIns="0" lIns="91425" spcFirstLastPara="1" rIns="91425" wrap="square" tIns="0">
            <a:noAutofit/>
          </a:bodyPr>
          <a:lstStyle/>
          <a:p>
            <a:pPr indent="0" lvl="0" marL="0" marR="0" rtl="0" algn="l">
              <a:spcBef>
                <a:spcPts val="0"/>
              </a:spcBef>
              <a:spcAft>
                <a:spcPts val="0"/>
              </a:spcAft>
              <a:buClr>
                <a:srgbClr val="000000"/>
              </a:buClr>
              <a:buSzPts val="1100"/>
              <a:buFont typeface="Arial"/>
              <a:buNone/>
            </a:pPr>
            <a:r>
              <a:rPr b="1" lang="en" sz="1000">
                <a:solidFill>
                  <a:srgbClr val="A20000"/>
                </a:solidFill>
              </a:rPr>
              <a:t>Do not</a:t>
            </a:r>
            <a:r>
              <a:rPr b="0" i="0" lang="en" sz="1000" u="none" cap="none" strike="noStrike">
                <a:solidFill>
                  <a:srgbClr val="262626"/>
                </a:solidFill>
                <a:latin typeface="Arial"/>
                <a:ea typeface="Arial"/>
                <a:cs typeface="Arial"/>
                <a:sym typeface="Arial"/>
              </a:rPr>
              <a:t> use Snowflake Blue for text smaller than 28pt:</a:t>
            </a:r>
            <a:endParaRPr b="1" i="0" sz="1000" u="none" cap="none" strike="noStrike">
              <a:solidFill>
                <a:srgbClr val="262626"/>
              </a:solidFill>
              <a:latin typeface="Arial"/>
              <a:ea typeface="Arial"/>
              <a:cs typeface="Arial"/>
              <a:sym typeface="Arial"/>
            </a:endParaRPr>
          </a:p>
        </p:txBody>
      </p:sp>
      <p:grpSp>
        <p:nvGrpSpPr>
          <p:cNvPr id="501" name="Google Shape;501;p46"/>
          <p:cNvGrpSpPr/>
          <p:nvPr/>
        </p:nvGrpSpPr>
        <p:grpSpPr>
          <a:xfrm>
            <a:off x="4855815" y="3549930"/>
            <a:ext cx="1161900" cy="241800"/>
            <a:chOff x="4855815" y="3462248"/>
            <a:chExt cx="1161900" cy="241800"/>
          </a:xfrm>
        </p:grpSpPr>
        <p:sp>
          <p:nvSpPr>
            <p:cNvPr id="502" name="Google Shape;502;p46"/>
            <p:cNvSpPr/>
            <p:nvPr/>
          </p:nvSpPr>
          <p:spPr>
            <a:xfrm>
              <a:off x="4855815" y="3462248"/>
              <a:ext cx="1161900" cy="241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100"/>
                <a:buFont typeface="Arial"/>
                <a:buNone/>
              </a:pPr>
              <a:r>
                <a:rPr b="1" i="0" lang="en" sz="900" u="none" cap="none" strike="noStrike">
                  <a:solidFill>
                    <a:srgbClr val="FFFFFF"/>
                  </a:solidFill>
                  <a:latin typeface="Arial"/>
                  <a:ea typeface="Arial"/>
                  <a:cs typeface="Arial"/>
                  <a:sym typeface="Arial"/>
                </a:rPr>
                <a:t>Hard to read</a:t>
              </a:r>
              <a:endParaRPr b="1" i="0" sz="900" u="none" cap="none" strike="noStrike">
                <a:solidFill>
                  <a:srgbClr val="FFFFFF"/>
                </a:solidFill>
                <a:latin typeface="Arial"/>
                <a:ea typeface="Arial"/>
                <a:cs typeface="Arial"/>
                <a:sym typeface="Arial"/>
              </a:endParaRPr>
            </a:p>
          </p:txBody>
        </p:sp>
        <p:cxnSp>
          <p:nvCxnSpPr>
            <p:cNvPr id="503" name="Google Shape;503;p46"/>
            <p:cNvCxnSpPr/>
            <p:nvPr/>
          </p:nvCxnSpPr>
          <p:spPr>
            <a:xfrm>
              <a:off x="4856543" y="3470637"/>
              <a:ext cx="11559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04" name="Google Shape;504;p46"/>
          <p:cNvGrpSpPr/>
          <p:nvPr/>
        </p:nvGrpSpPr>
        <p:grpSpPr>
          <a:xfrm>
            <a:off x="4856543" y="4255364"/>
            <a:ext cx="1157445" cy="228000"/>
            <a:chOff x="4856543" y="4061211"/>
            <a:chExt cx="1157445" cy="228000"/>
          </a:xfrm>
        </p:grpSpPr>
        <p:sp>
          <p:nvSpPr>
            <p:cNvPr id="505" name="Google Shape;505;p46"/>
            <p:cNvSpPr/>
            <p:nvPr/>
          </p:nvSpPr>
          <p:spPr>
            <a:xfrm>
              <a:off x="4857488" y="4096994"/>
              <a:ext cx="1156500" cy="152100"/>
            </a:xfrm>
            <a:prstGeom prst="rect">
              <a:avLst/>
            </a:prstGeom>
            <a:noFill/>
            <a:ln>
              <a:noFill/>
            </a:ln>
          </p:spPr>
          <p:txBody>
            <a:bodyPr anchorCtr="0" anchor="t" bIns="0" lIns="91425" spcFirstLastPara="1" rIns="0" wrap="square" tIns="0">
              <a:noAutofit/>
            </a:bodyPr>
            <a:lstStyle/>
            <a:p>
              <a:pPr indent="0" lvl="0" marL="0" marR="0" rtl="0" algn="ctr">
                <a:spcBef>
                  <a:spcPts val="0"/>
                </a:spcBef>
                <a:spcAft>
                  <a:spcPts val="0"/>
                </a:spcAft>
                <a:buClr>
                  <a:srgbClr val="000000"/>
                </a:buClr>
                <a:buSzPts val="1100"/>
                <a:buFont typeface="Arial"/>
                <a:buNone/>
              </a:pPr>
              <a:r>
                <a:rPr b="1" i="0" lang="en" sz="900" u="none" cap="none" strike="noStrike">
                  <a:solidFill>
                    <a:schemeClr val="accent3"/>
                  </a:solidFill>
                  <a:latin typeface="Arial"/>
                  <a:ea typeface="Arial"/>
                  <a:cs typeface="Arial"/>
                  <a:sym typeface="Arial"/>
                </a:rPr>
                <a:t>Hard to read</a:t>
              </a:r>
              <a:endParaRPr b="1" i="0" sz="2800" u="none" cap="none" strike="noStrike">
                <a:solidFill>
                  <a:schemeClr val="accent3"/>
                </a:solidFill>
                <a:latin typeface="Arial"/>
                <a:ea typeface="Arial"/>
                <a:cs typeface="Arial"/>
                <a:sym typeface="Arial"/>
              </a:endParaRPr>
            </a:p>
          </p:txBody>
        </p:sp>
        <p:cxnSp>
          <p:nvCxnSpPr>
            <p:cNvPr id="506" name="Google Shape;506;p46"/>
            <p:cNvCxnSpPr/>
            <p:nvPr/>
          </p:nvCxnSpPr>
          <p:spPr>
            <a:xfrm>
              <a:off x="4856543" y="4061211"/>
              <a:ext cx="11559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07" name="Google Shape;507;p46"/>
          <p:cNvGrpSpPr/>
          <p:nvPr/>
        </p:nvGrpSpPr>
        <p:grpSpPr>
          <a:xfrm>
            <a:off x="6173478" y="3549930"/>
            <a:ext cx="1161900" cy="241800"/>
            <a:chOff x="6173478" y="3462248"/>
            <a:chExt cx="1161900" cy="241800"/>
          </a:xfrm>
        </p:grpSpPr>
        <p:sp>
          <p:nvSpPr>
            <p:cNvPr id="508" name="Google Shape;508;p46"/>
            <p:cNvSpPr/>
            <p:nvPr/>
          </p:nvSpPr>
          <p:spPr>
            <a:xfrm>
              <a:off x="6173478" y="3462248"/>
              <a:ext cx="1161900" cy="2418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100"/>
                <a:buFont typeface="Arial"/>
                <a:buNone/>
              </a:pPr>
              <a:r>
                <a:rPr b="1" i="0" lang="en" sz="900" u="none" cap="none" strike="noStrike">
                  <a:solidFill>
                    <a:srgbClr val="FFFFFF"/>
                  </a:solidFill>
                  <a:latin typeface="Arial"/>
                  <a:ea typeface="Arial"/>
                  <a:cs typeface="Arial"/>
                  <a:sym typeface="Arial"/>
                </a:rPr>
                <a:t>Hard to read</a:t>
              </a:r>
              <a:endParaRPr b="1" i="0" sz="900" u="none" cap="none" strike="noStrike">
                <a:solidFill>
                  <a:srgbClr val="FFFFFF"/>
                </a:solidFill>
                <a:latin typeface="Arial"/>
                <a:ea typeface="Arial"/>
                <a:cs typeface="Arial"/>
                <a:sym typeface="Arial"/>
              </a:endParaRPr>
            </a:p>
          </p:txBody>
        </p:sp>
        <p:cxnSp>
          <p:nvCxnSpPr>
            <p:cNvPr id="509" name="Google Shape;509;p46"/>
            <p:cNvCxnSpPr/>
            <p:nvPr/>
          </p:nvCxnSpPr>
          <p:spPr>
            <a:xfrm>
              <a:off x="6178597" y="3470637"/>
              <a:ext cx="11559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10" name="Google Shape;510;p46"/>
          <p:cNvGrpSpPr/>
          <p:nvPr/>
        </p:nvGrpSpPr>
        <p:grpSpPr>
          <a:xfrm>
            <a:off x="6178212" y="4255364"/>
            <a:ext cx="1156500" cy="228000"/>
            <a:chOff x="6178212" y="4061211"/>
            <a:chExt cx="1156500" cy="228000"/>
          </a:xfrm>
        </p:grpSpPr>
        <p:sp>
          <p:nvSpPr>
            <p:cNvPr id="511" name="Google Shape;511;p46"/>
            <p:cNvSpPr/>
            <p:nvPr/>
          </p:nvSpPr>
          <p:spPr>
            <a:xfrm>
              <a:off x="6178212" y="4096994"/>
              <a:ext cx="1156500" cy="152100"/>
            </a:xfrm>
            <a:prstGeom prst="rect">
              <a:avLst/>
            </a:prstGeom>
            <a:noFill/>
            <a:ln>
              <a:noFill/>
            </a:ln>
          </p:spPr>
          <p:txBody>
            <a:bodyPr anchorCtr="0" anchor="t" bIns="0" lIns="91425" spcFirstLastPara="1" rIns="0" wrap="square" tIns="0">
              <a:noAutofit/>
            </a:bodyPr>
            <a:lstStyle/>
            <a:p>
              <a:pPr indent="0" lvl="0" marL="0" marR="0" rtl="0" algn="ctr">
                <a:spcBef>
                  <a:spcPts val="0"/>
                </a:spcBef>
                <a:spcAft>
                  <a:spcPts val="0"/>
                </a:spcAft>
                <a:buNone/>
              </a:pPr>
              <a:r>
                <a:rPr b="1" i="0" lang="en" sz="900" u="none" cap="none" strike="noStrike">
                  <a:solidFill>
                    <a:schemeClr val="accent4"/>
                  </a:solidFill>
                  <a:latin typeface="Arial"/>
                  <a:ea typeface="Arial"/>
                  <a:cs typeface="Arial"/>
                  <a:sym typeface="Arial"/>
                </a:rPr>
                <a:t>Hard to read</a:t>
              </a:r>
              <a:endParaRPr b="1" i="0" sz="900" u="none" cap="none" strike="noStrike">
                <a:solidFill>
                  <a:schemeClr val="accent4"/>
                </a:solidFill>
                <a:latin typeface="Arial"/>
                <a:ea typeface="Arial"/>
                <a:cs typeface="Arial"/>
                <a:sym typeface="Arial"/>
              </a:endParaRPr>
            </a:p>
          </p:txBody>
        </p:sp>
        <p:cxnSp>
          <p:nvCxnSpPr>
            <p:cNvPr id="512" name="Google Shape;512;p46"/>
            <p:cNvCxnSpPr/>
            <p:nvPr/>
          </p:nvCxnSpPr>
          <p:spPr>
            <a:xfrm>
              <a:off x="6178597" y="4061211"/>
              <a:ext cx="11559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13" name="Google Shape;513;p46"/>
          <p:cNvGrpSpPr/>
          <p:nvPr/>
        </p:nvGrpSpPr>
        <p:grpSpPr>
          <a:xfrm>
            <a:off x="7409891" y="4255364"/>
            <a:ext cx="1181994" cy="228000"/>
            <a:chOff x="7409891" y="4061211"/>
            <a:chExt cx="1181994" cy="228000"/>
          </a:xfrm>
        </p:grpSpPr>
        <p:sp>
          <p:nvSpPr>
            <p:cNvPr id="514" name="Google Shape;514;p46"/>
            <p:cNvSpPr/>
            <p:nvPr/>
          </p:nvSpPr>
          <p:spPr>
            <a:xfrm>
              <a:off x="7435385" y="4096994"/>
              <a:ext cx="1156500" cy="152100"/>
            </a:xfrm>
            <a:prstGeom prst="rect">
              <a:avLst/>
            </a:prstGeom>
            <a:noFill/>
            <a:ln>
              <a:noFill/>
            </a:ln>
          </p:spPr>
          <p:txBody>
            <a:bodyPr anchorCtr="0" anchor="t" bIns="0" lIns="91425" spcFirstLastPara="1" rIns="0" wrap="square" tIns="0">
              <a:noAutofit/>
            </a:bodyPr>
            <a:lstStyle/>
            <a:p>
              <a:pPr indent="0" lvl="0" marL="0" marR="0" rtl="0" algn="ctr">
                <a:spcBef>
                  <a:spcPts val="0"/>
                </a:spcBef>
                <a:spcAft>
                  <a:spcPts val="0"/>
                </a:spcAft>
                <a:buNone/>
              </a:pPr>
              <a:r>
                <a:rPr b="1" i="0" lang="en" sz="900" u="none" cap="none" strike="noStrike">
                  <a:solidFill>
                    <a:schemeClr val="accent6"/>
                  </a:solidFill>
                  <a:latin typeface="Arial"/>
                  <a:ea typeface="Arial"/>
                  <a:cs typeface="Arial"/>
                  <a:sym typeface="Arial"/>
                </a:rPr>
                <a:t>Hard to read</a:t>
              </a:r>
              <a:endParaRPr b="1" i="0" sz="900" u="none" cap="none" strike="noStrike">
                <a:solidFill>
                  <a:schemeClr val="accent6"/>
                </a:solidFill>
                <a:latin typeface="Arial"/>
                <a:ea typeface="Arial"/>
                <a:cs typeface="Arial"/>
                <a:sym typeface="Arial"/>
              </a:endParaRPr>
            </a:p>
          </p:txBody>
        </p:sp>
        <p:cxnSp>
          <p:nvCxnSpPr>
            <p:cNvPr id="515" name="Google Shape;515;p46"/>
            <p:cNvCxnSpPr/>
            <p:nvPr/>
          </p:nvCxnSpPr>
          <p:spPr>
            <a:xfrm>
              <a:off x="7409891" y="4061211"/>
              <a:ext cx="11559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16" name="Google Shape;516;p46"/>
          <p:cNvGrpSpPr/>
          <p:nvPr/>
        </p:nvGrpSpPr>
        <p:grpSpPr>
          <a:xfrm>
            <a:off x="2159283" y="4255364"/>
            <a:ext cx="1601399" cy="241800"/>
            <a:chOff x="2186816" y="4061655"/>
            <a:chExt cx="1546200" cy="241800"/>
          </a:xfrm>
        </p:grpSpPr>
        <p:sp>
          <p:nvSpPr>
            <p:cNvPr id="517" name="Google Shape;517;p46"/>
            <p:cNvSpPr/>
            <p:nvPr/>
          </p:nvSpPr>
          <p:spPr>
            <a:xfrm>
              <a:off x="2186816" y="4061655"/>
              <a:ext cx="1546200" cy="241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Hard to read</a:t>
              </a:r>
              <a:endParaRPr b="1" i="0" sz="1100" u="none" cap="none" strike="noStrike">
                <a:solidFill>
                  <a:srgbClr val="FFFFFF"/>
                </a:solidFill>
                <a:latin typeface="Arial"/>
                <a:ea typeface="Arial"/>
                <a:cs typeface="Arial"/>
                <a:sym typeface="Arial"/>
              </a:endParaRPr>
            </a:p>
          </p:txBody>
        </p:sp>
        <p:cxnSp>
          <p:nvCxnSpPr>
            <p:cNvPr id="518" name="Google Shape;518;p46"/>
            <p:cNvCxnSpPr/>
            <p:nvPr/>
          </p:nvCxnSpPr>
          <p:spPr>
            <a:xfrm>
              <a:off x="2190705" y="4070044"/>
              <a:ext cx="1538400" cy="228000"/>
            </a:xfrm>
            <a:prstGeom prst="straightConnector1">
              <a:avLst/>
            </a:prstGeom>
            <a:noFill/>
            <a:ln cap="flat" cmpd="sng" w="15875">
              <a:solidFill>
                <a:srgbClr val="FF0000">
                  <a:alpha val="47840"/>
                </a:srgbClr>
              </a:solidFill>
              <a:prstDash val="solid"/>
              <a:round/>
              <a:headEnd len="sm" w="sm" type="none"/>
              <a:tailEnd len="sm" w="sm" type="none"/>
            </a:ln>
          </p:spPr>
        </p:cxnSp>
      </p:grpSp>
      <p:grpSp>
        <p:nvGrpSpPr>
          <p:cNvPr id="519" name="Google Shape;519;p46"/>
          <p:cNvGrpSpPr/>
          <p:nvPr/>
        </p:nvGrpSpPr>
        <p:grpSpPr>
          <a:xfrm>
            <a:off x="468301" y="4255364"/>
            <a:ext cx="1539873" cy="228000"/>
            <a:chOff x="468301" y="4066293"/>
            <a:chExt cx="1539873" cy="228000"/>
          </a:xfrm>
        </p:grpSpPr>
        <p:sp>
          <p:nvSpPr>
            <p:cNvPr id="520" name="Google Shape;520;p46"/>
            <p:cNvSpPr/>
            <p:nvPr/>
          </p:nvSpPr>
          <p:spPr>
            <a:xfrm>
              <a:off x="469174" y="4102076"/>
              <a:ext cx="1539000" cy="152100"/>
            </a:xfrm>
            <a:prstGeom prst="rect">
              <a:avLst/>
            </a:prstGeom>
            <a:noFill/>
            <a:ln>
              <a:noFill/>
            </a:ln>
          </p:spPr>
          <p:txBody>
            <a:bodyPr anchorCtr="0" anchor="t" bIns="0" lIns="91425" spcFirstLastPara="1" rIns="0" wrap="square" tIns="0">
              <a:noAutofit/>
            </a:bodyPr>
            <a:lstStyle/>
            <a:p>
              <a:pPr indent="0" lvl="0" marL="0" marR="0" rtl="0" algn="ctr">
                <a:spcBef>
                  <a:spcPts val="0"/>
                </a:spcBef>
                <a:spcAft>
                  <a:spcPts val="0"/>
                </a:spcAft>
                <a:buClr>
                  <a:srgbClr val="000000"/>
                </a:buClr>
                <a:buSzPts val="1100"/>
                <a:buFont typeface="Arial"/>
                <a:buNone/>
              </a:pPr>
              <a:r>
                <a:rPr b="1" i="0" lang="en" sz="1100" u="none" cap="none" strike="noStrike">
                  <a:solidFill>
                    <a:schemeClr val="accent1"/>
                  </a:solidFill>
                  <a:latin typeface="Arial"/>
                  <a:ea typeface="Arial"/>
                  <a:cs typeface="Arial"/>
                  <a:sym typeface="Arial"/>
                </a:rPr>
                <a:t>Hard to read</a:t>
              </a:r>
              <a:endParaRPr b="1" i="0" sz="1100" u="none" cap="none" strike="noStrike">
                <a:solidFill>
                  <a:schemeClr val="accent1"/>
                </a:solidFill>
                <a:latin typeface="Arial"/>
                <a:ea typeface="Arial"/>
                <a:cs typeface="Arial"/>
                <a:sym typeface="Arial"/>
              </a:endParaRPr>
            </a:p>
          </p:txBody>
        </p:sp>
        <p:cxnSp>
          <p:nvCxnSpPr>
            <p:cNvPr id="521" name="Google Shape;521;p46"/>
            <p:cNvCxnSpPr/>
            <p:nvPr/>
          </p:nvCxnSpPr>
          <p:spPr>
            <a:xfrm>
              <a:off x="468301" y="4066293"/>
              <a:ext cx="1538400" cy="228000"/>
            </a:xfrm>
            <a:prstGeom prst="straightConnector1">
              <a:avLst/>
            </a:prstGeom>
            <a:noFill/>
            <a:ln cap="flat" cmpd="sng" w="15875">
              <a:solidFill>
                <a:srgbClr val="FF0000">
                  <a:alpha val="47840"/>
                </a:srgbClr>
              </a:solidFill>
              <a:prstDash val="solid"/>
              <a:round/>
              <a:headEnd len="sm" w="sm" type="none"/>
              <a:tailEnd len="sm" w="sm"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25" name="Shape 525"/>
        <p:cNvGrpSpPr/>
        <p:nvPr/>
      </p:nvGrpSpPr>
      <p:grpSpPr>
        <a:xfrm>
          <a:off x="0" y="0"/>
          <a:ext cx="0" cy="0"/>
          <a:chOff x="0" y="0"/>
          <a:chExt cx="0" cy="0"/>
        </a:xfrm>
      </p:grpSpPr>
      <p:pic>
        <p:nvPicPr>
          <p:cNvPr id="526" name="Google Shape;526;p47"/>
          <p:cNvPicPr preferRelativeResize="0"/>
          <p:nvPr/>
        </p:nvPicPr>
        <p:blipFill>
          <a:blip r:embed="rId3">
            <a:alphaModFix/>
          </a:blip>
          <a:stretch>
            <a:fillRect/>
          </a:stretch>
        </p:blipFill>
        <p:spPr>
          <a:xfrm>
            <a:off x="773950" y="940650"/>
            <a:ext cx="2011802" cy="1131638"/>
          </a:xfrm>
          <a:prstGeom prst="rect">
            <a:avLst/>
          </a:prstGeom>
          <a:noFill/>
          <a:ln>
            <a:noFill/>
          </a:ln>
        </p:spPr>
      </p:pic>
      <p:sp>
        <p:nvSpPr>
          <p:cNvPr id="527" name="Google Shape;527;p4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Do’s</a:t>
            </a:r>
            <a:endParaRPr/>
          </a:p>
        </p:txBody>
      </p:sp>
      <p:sp>
        <p:nvSpPr>
          <p:cNvPr id="528" name="Google Shape;528;p47"/>
          <p:cNvSpPr txBox="1"/>
          <p:nvPr/>
        </p:nvSpPr>
        <p:spPr>
          <a:xfrm>
            <a:off x="720525" y="2149825"/>
            <a:ext cx="2118600" cy="6540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 use Snowflake template and master slides</a:t>
            </a:r>
            <a:endParaRPr i="0" sz="1200" u="none" cap="none" strike="noStrike">
              <a:solidFill>
                <a:srgbClr val="4E4E4E"/>
              </a:solidFill>
            </a:endParaRPr>
          </a:p>
        </p:txBody>
      </p:sp>
      <p:sp>
        <p:nvSpPr>
          <p:cNvPr id="529" name="Google Shape;529;p47"/>
          <p:cNvSpPr txBox="1"/>
          <p:nvPr/>
        </p:nvSpPr>
        <p:spPr>
          <a:xfrm>
            <a:off x="3283000" y="2149825"/>
            <a:ext cx="2514600" cy="5487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 use approved fonts</a:t>
            </a:r>
            <a:endParaRPr i="0" sz="1200" u="none" cap="none" strike="noStrike">
              <a:solidFill>
                <a:srgbClr val="4E4E4E"/>
              </a:solidFill>
            </a:endParaRPr>
          </a:p>
        </p:txBody>
      </p:sp>
      <p:sp>
        <p:nvSpPr>
          <p:cNvPr id="530" name="Google Shape;530;p47"/>
          <p:cNvSpPr txBox="1"/>
          <p:nvPr/>
        </p:nvSpPr>
        <p:spPr>
          <a:xfrm>
            <a:off x="3283000" y="4074425"/>
            <a:ext cx="2514600" cy="548700"/>
          </a:xfrm>
          <a:prstGeom prst="rect">
            <a:avLst/>
          </a:prstGeom>
          <a:noFill/>
          <a:ln>
            <a:noFill/>
          </a:ln>
        </p:spPr>
        <p:txBody>
          <a:bodyPr anchorCtr="0" anchor="t" bIns="34275" lIns="68575" spcFirstLastPara="1" rIns="68575" wrap="square" tIns="34275">
            <a:noAutofit/>
          </a:bodyPr>
          <a:lstStyle/>
          <a:p>
            <a:pPr indent="0" lvl="0" marL="0" rtl="0" algn="ctr">
              <a:lnSpc>
                <a:spcPct val="115000"/>
              </a:lnSpc>
              <a:spcBef>
                <a:spcPts val="1000"/>
              </a:spcBef>
              <a:spcAft>
                <a:spcPts val="0"/>
              </a:spcAft>
              <a:buNone/>
            </a:pPr>
            <a:r>
              <a:rPr lang="en" sz="1200">
                <a:solidFill>
                  <a:srgbClr val="4E4E4E"/>
                </a:solidFill>
              </a:rPr>
              <a:t>Do keep slides simple </a:t>
            </a:r>
            <a:br>
              <a:rPr lang="en" sz="1200">
                <a:solidFill>
                  <a:srgbClr val="4E4E4E"/>
                </a:solidFill>
              </a:rPr>
            </a:br>
            <a:r>
              <a:rPr lang="en" sz="1200">
                <a:solidFill>
                  <a:srgbClr val="4E4E4E"/>
                </a:solidFill>
              </a:rPr>
              <a:t>and uncluttered</a:t>
            </a:r>
            <a:endParaRPr i="0" sz="1200" u="none" cap="none" strike="noStrike">
              <a:solidFill>
                <a:srgbClr val="4E4E4E"/>
              </a:solidFill>
            </a:endParaRPr>
          </a:p>
        </p:txBody>
      </p:sp>
      <p:sp>
        <p:nvSpPr>
          <p:cNvPr id="531" name="Google Shape;531;p47"/>
          <p:cNvSpPr txBox="1"/>
          <p:nvPr/>
        </p:nvSpPr>
        <p:spPr>
          <a:xfrm>
            <a:off x="3669125" y="1038848"/>
            <a:ext cx="1886400" cy="9549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None/>
            </a:pPr>
            <a:r>
              <a:rPr b="1" lang="en" sz="1800">
                <a:solidFill>
                  <a:schemeClr val="dk1"/>
                </a:solidFill>
              </a:rPr>
              <a:t>Arial Bold</a:t>
            </a:r>
            <a:endParaRPr b="1" sz="1800">
              <a:solidFill>
                <a:schemeClr val="dk1"/>
              </a:solidFill>
            </a:endParaRPr>
          </a:p>
          <a:p>
            <a:pPr indent="0" lvl="0" marL="0" marR="0" rtl="0" algn="l">
              <a:lnSpc>
                <a:spcPct val="115000"/>
              </a:lnSpc>
              <a:spcBef>
                <a:spcPts val="0"/>
              </a:spcBef>
              <a:spcAft>
                <a:spcPts val="0"/>
              </a:spcAft>
              <a:buNone/>
            </a:pPr>
            <a:r>
              <a:rPr lang="en" sz="1300">
                <a:solidFill>
                  <a:schemeClr val="dk1"/>
                </a:solidFill>
              </a:rPr>
              <a:t>Arial</a:t>
            </a:r>
            <a:endParaRPr sz="1300">
              <a:solidFill>
                <a:schemeClr val="dk1"/>
              </a:solidFill>
            </a:endParaRPr>
          </a:p>
        </p:txBody>
      </p:sp>
      <p:pic>
        <p:nvPicPr>
          <p:cNvPr id="532" name="Google Shape;532;p47"/>
          <p:cNvPicPr preferRelativeResize="0"/>
          <p:nvPr/>
        </p:nvPicPr>
        <p:blipFill rotWithShape="1">
          <a:blip r:embed="rId4">
            <a:alphaModFix/>
          </a:blip>
          <a:srcRect b="19" l="0" r="0" t="19"/>
          <a:stretch/>
        </p:blipFill>
        <p:spPr>
          <a:xfrm>
            <a:off x="3525925" y="2854609"/>
            <a:ext cx="1973033" cy="1110302"/>
          </a:xfrm>
          <a:prstGeom prst="rect">
            <a:avLst/>
          </a:prstGeom>
          <a:noFill/>
          <a:ln>
            <a:noFill/>
          </a:ln>
          <a:effectLst>
            <a:outerShdw blurRad="57150" rotWithShape="0" algn="bl" dir="5400000" dist="19050">
              <a:srgbClr val="666666">
                <a:alpha val="50000"/>
              </a:srgbClr>
            </a:outerShdw>
          </a:effectLst>
        </p:spPr>
      </p:pic>
      <p:sp>
        <p:nvSpPr>
          <p:cNvPr id="533" name="Google Shape;533;p47"/>
          <p:cNvSpPr txBox="1"/>
          <p:nvPr/>
        </p:nvSpPr>
        <p:spPr>
          <a:xfrm>
            <a:off x="522550" y="4074425"/>
            <a:ext cx="2514600" cy="6540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 use color background and</a:t>
            </a:r>
            <a:endParaRPr sz="1200">
              <a:solidFill>
                <a:srgbClr val="4E4E4E"/>
              </a:solidFill>
            </a:endParaRPr>
          </a:p>
          <a:p>
            <a:pPr indent="0" lvl="0" marL="0" marR="0" rtl="0" algn="ctr">
              <a:lnSpc>
                <a:spcPct val="115000"/>
              </a:lnSpc>
              <a:spcBef>
                <a:spcPts val="0"/>
              </a:spcBef>
              <a:spcAft>
                <a:spcPts val="0"/>
              </a:spcAft>
              <a:buNone/>
            </a:pPr>
            <a:r>
              <a:rPr lang="en" sz="1200">
                <a:solidFill>
                  <a:srgbClr val="4E4E4E"/>
                </a:solidFill>
              </a:rPr>
              <a:t>text color with high contrast</a:t>
            </a:r>
            <a:endParaRPr i="0" sz="1200" u="none" cap="none" strike="noStrike">
              <a:solidFill>
                <a:srgbClr val="4E4E4E"/>
              </a:solidFill>
            </a:endParaRPr>
          </a:p>
        </p:txBody>
      </p:sp>
      <p:sp>
        <p:nvSpPr>
          <p:cNvPr id="534" name="Google Shape;534;p47"/>
          <p:cNvSpPr txBox="1"/>
          <p:nvPr/>
        </p:nvSpPr>
        <p:spPr>
          <a:xfrm>
            <a:off x="6157750" y="2149825"/>
            <a:ext cx="2286000" cy="5487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 use Snowflake brand colors</a:t>
            </a:r>
            <a:endParaRPr i="0" sz="1200" u="none" cap="none" strike="noStrike">
              <a:solidFill>
                <a:srgbClr val="4E4E4E"/>
              </a:solidFill>
            </a:endParaRPr>
          </a:p>
        </p:txBody>
      </p:sp>
      <p:sp>
        <p:nvSpPr>
          <p:cNvPr id="535" name="Google Shape;535;p47"/>
          <p:cNvSpPr txBox="1"/>
          <p:nvPr/>
        </p:nvSpPr>
        <p:spPr>
          <a:xfrm>
            <a:off x="6043450" y="4074425"/>
            <a:ext cx="2514600" cy="548700"/>
          </a:xfrm>
          <a:prstGeom prst="rect">
            <a:avLst/>
          </a:prstGeom>
          <a:noFill/>
          <a:ln>
            <a:noFill/>
          </a:ln>
        </p:spPr>
        <p:txBody>
          <a:bodyPr anchorCtr="0" anchor="t" bIns="34275" lIns="68575" spcFirstLastPara="1" rIns="68575" wrap="square" tIns="34275">
            <a:noAutofit/>
          </a:bodyPr>
          <a:lstStyle/>
          <a:p>
            <a:pPr indent="0" lvl="0" marL="0" rtl="0" algn="ctr">
              <a:lnSpc>
                <a:spcPct val="115000"/>
              </a:lnSpc>
              <a:spcBef>
                <a:spcPts val="1000"/>
              </a:spcBef>
              <a:spcAft>
                <a:spcPts val="0"/>
              </a:spcAft>
              <a:buNone/>
            </a:pPr>
            <a:r>
              <a:rPr lang="en" sz="1200">
                <a:solidFill>
                  <a:srgbClr val="4E4E4E"/>
                </a:solidFill>
              </a:rPr>
              <a:t>Do use high quality images</a:t>
            </a:r>
            <a:endParaRPr i="0" sz="1200" u="none" cap="none" strike="noStrike">
              <a:solidFill>
                <a:srgbClr val="4E4E4E"/>
              </a:solidFill>
            </a:endParaRPr>
          </a:p>
        </p:txBody>
      </p:sp>
      <p:sp>
        <p:nvSpPr>
          <p:cNvPr id="536" name="Google Shape;536;p47"/>
          <p:cNvSpPr/>
          <p:nvPr/>
        </p:nvSpPr>
        <p:spPr>
          <a:xfrm>
            <a:off x="773950" y="2858510"/>
            <a:ext cx="2011800" cy="110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rPr>
              <a:t>Know Your Data</a:t>
            </a:r>
            <a:endParaRPr b="1" sz="1600">
              <a:solidFill>
                <a:schemeClr val="lt1"/>
              </a:solidFill>
            </a:endParaRPr>
          </a:p>
        </p:txBody>
      </p:sp>
      <p:sp>
        <p:nvSpPr>
          <p:cNvPr id="537" name="Google Shape;537;p47"/>
          <p:cNvSpPr/>
          <p:nvPr/>
        </p:nvSpPr>
        <p:spPr>
          <a:xfrm>
            <a:off x="6393025" y="1328200"/>
            <a:ext cx="376200" cy="376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7"/>
          <p:cNvSpPr/>
          <p:nvPr/>
        </p:nvSpPr>
        <p:spPr>
          <a:xfrm>
            <a:off x="6860567" y="1328200"/>
            <a:ext cx="376200" cy="376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7"/>
          <p:cNvSpPr/>
          <p:nvPr/>
        </p:nvSpPr>
        <p:spPr>
          <a:xfrm>
            <a:off x="7328109" y="1328200"/>
            <a:ext cx="376200" cy="376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0" name="Google Shape;540;p47"/>
          <p:cNvPicPr preferRelativeResize="0"/>
          <p:nvPr/>
        </p:nvPicPr>
        <p:blipFill rotWithShape="1">
          <a:blip r:embed="rId5">
            <a:alphaModFix/>
          </a:blip>
          <a:srcRect b="10071" l="5221" r="5221" t="10063"/>
          <a:stretch/>
        </p:blipFill>
        <p:spPr>
          <a:xfrm>
            <a:off x="6294850" y="2865175"/>
            <a:ext cx="2011802" cy="1106401"/>
          </a:xfrm>
          <a:prstGeom prst="rect">
            <a:avLst/>
          </a:prstGeom>
          <a:noFill/>
          <a:ln>
            <a:noFill/>
          </a:ln>
        </p:spPr>
      </p:pic>
      <p:sp>
        <p:nvSpPr>
          <p:cNvPr id="541" name="Google Shape;541;p47"/>
          <p:cNvSpPr/>
          <p:nvPr/>
        </p:nvSpPr>
        <p:spPr>
          <a:xfrm>
            <a:off x="7795659" y="1328200"/>
            <a:ext cx="376200" cy="376200"/>
          </a:xfrm>
          <a:prstGeom prst="ellipse">
            <a:avLst/>
          </a:prstGeom>
          <a:solidFill>
            <a:schemeClr val="lt1"/>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7"/>
          <p:cNvSpPr txBox="1"/>
          <p:nvPr/>
        </p:nvSpPr>
        <p:spPr>
          <a:xfrm>
            <a:off x="872372" y="1356173"/>
            <a:ext cx="1249800" cy="265500"/>
          </a:xfrm>
          <a:prstGeom prst="rect">
            <a:avLst/>
          </a:prstGeom>
          <a:solidFill>
            <a:srgbClr val="28B5E8"/>
          </a:solid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1000">
                <a:solidFill>
                  <a:srgbClr val="FFFFFF"/>
                </a:solidFill>
              </a:rPr>
              <a:t>SNOWFLAKE</a:t>
            </a:r>
            <a:endParaRPr b="1" sz="1000">
              <a:solidFill>
                <a:srgbClr val="FFFFFF"/>
              </a:solidFill>
            </a:endParaRPr>
          </a:p>
          <a:p>
            <a:pPr indent="0" lvl="0" marL="0" rtl="0" algn="l">
              <a:lnSpc>
                <a:spcPct val="80000"/>
              </a:lnSpc>
              <a:spcBef>
                <a:spcPts val="0"/>
              </a:spcBef>
              <a:spcAft>
                <a:spcPts val="0"/>
              </a:spcAft>
              <a:buNone/>
            </a:pPr>
            <a:r>
              <a:rPr b="1" lang="en" sz="1000">
                <a:solidFill>
                  <a:srgbClr val="262626"/>
                </a:solidFill>
              </a:rPr>
              <a:t>TEMPLATE 2026</a:t>
            </a:r>
            <a:endParaRPr b="1" sz="1000">
              <a:solidFill>
                <a:srgbClr val="262626"/>
              </a:solidFill>
            </a:endParaRPr>
          </a:p>
        </p:txBody>
      </p:sp>
      <p:sp>
        <p:nvSpPr>
          <p:cNvPr id="543" name="Google Shape;543;p47"/>
          <p:cNvSpPr txBox="1"/>
          <p:nvPr/>
        </p:nvSpPr>
        <p:spPr>
          <a:xfrm>
            <a:off x="872375" y="1901675"/>
            <a:ext cx="1044000" cy="92100"/>
          </a:xfrm>
          <a:prstGeom prst="rect">
            <a:avLst/>
          </a:prstGeom>
          <a:solidFill>
            <a:srgbClr val="28B5E8"/>
          </a:solid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300">
                <a:solidFill>
                  <a:schemeClr val="dk1"/>
                </a:solidFill>
              </a:rPr>
              <a:t>January 2026</a:t>
            </a:r>
            <a:endParaRPr b="1" sz="3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47" name="Shape 547"/>
        <p:cNvGrpSpPr/>
        <p:nvPr/>
      </p:nvGrpSpPr>
      <p:grpSpPr>
        <a:xfrm>
          <a:off x="0" y="0"/>
          <a:ext cx="0" cy="0"/>
          <a:chOff x="0" y="0"/>
          <a:chExt cx="0" cy="0"/>
        </a:xfrm>
      </p:grpSpPr>
      <p:sp>
        <p:nvSpPr>
          <p:cNvPr id="548" name="Google Shape;548;p48"/>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Don’ts</a:t>
            </a:r>
            <a:endParaRPr/>
          </a:p>
        </p:txBody>
      </p:sp>
      <p:sp>
        <p:nvSpPr>
          <p:cNvPr id="549" name="Google Shape;549;p48"/>
          <p:cNvSpPr txBox="1"/>
          <p:nvPr/>
        </p:nvSpPr>
        <p:spPr>
          <a:xfrm>
            <a:off x="522550" y="2149825"/>
            <a:ext cx="2514600" cy="6540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Don’t use non-brand colors</a:t>
            </a:r>
            <a:endParaRPr i="0" sz="1200" u="none" cap="none" strike="noStrike">
              <a:solidFill>
                <a:srgbClr val="4E4E4E"/>
              </a:solidFill>
            </a:endParaRPr>
          </a:p>
        </p:txBody>
      </p:sp>
      <p:sp>
        <p:nvSpPr>
          <p:cNvPr id="550" name="Google Shape;550;p48"/>
          <p:cNvSpPr txBox="1"/>
          <p:nvPr/>
        </p:nvSpPr>
        <p:spPr>
          <a:xfrm>
            <a:off x="3283000" y="2149825"/>
            <a:ext cx="2514600" cy="5487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Don’t use non-brand fonts </a:t>
            </a:r>
            <a:endParaRPr i="0" sz="1200" u="none" cap="none" strike="noStrike">
              <a:solidFill>
                <a:srgbClr val="4E4E4E"/>
              </a:solidFill>
            </a:endParaRPr>
          </a:p>
        </p:txBody>
      </p:sp>
      <p:sp>
        <p:nvSpPr>
          <p:cNvPr id="551" name="Google Shape;551;p48"/>
          <p:cNvSpPr txBox="1"/>
          <p:nvPr/>
        </p:nvSpPr>
        <p:spPr>
          <a:xfrm>
            <a:off x="3283000" y="4120975"/>
            <a:ext cx="2514600" cy="548700"/>
          </a:xfrm>
          <a:prstGeom prst="rect">
            <a:avLst/>
          </a:prstGeom>
          <a:noFill/>
          <a:ln>
            <a:noFill/>
          </a:ln>
        </p:spPr>
        <p:txBody>
          <a:bodyPr anchorCtr="0" anchor="t" bIns="34275" lIns="68575" spcFirstLastPara="1" rIns="68575" wrap="square" tIns="34275">
            <a:noAutofit/>
          </a:bodyPr>
          <a:lstStyle/>
          <a:p>
            <a:pPr indent="0" lvl="0" marL="0" rtl="0" algn="ctr">
              <a:lnSpc>
                <a:spcPct val="115000"/>
              </a:lnSpc>
              <a:spcBef>
                <a:spcPts val="1000"/>
              </a:spcBef>
              <a:spcAft>
                <a:spcPts val="0"/>
              </a:spcAft>
              <a:buNone/>
            </a:pPr>
            <a:r>
              <a:rPr lang="en" sz="1200">
                <a:solidFill>
                  <a:srgbClr val="4E4E4E"/>
                </a:solidFill>
              </a:rPr>
              <a:t>Don’t clutter your slides</a:t>
            </a:r>
            <a:endParaRPr i="0" sz="1200" u="none" cap="none" strike="noStrike">
              <a:solidFill>
                <a:srgbClr val="4E4E4E"/>
              </a:solidFill>
            </a:endParaRPr>
          </a:p>
        </p:txBody>
      </p:sp>
      <p:sp>
        <p:nvSpPr>
          <p:cNvPr id="552" name="Google Shape;552;p48"/>
          <p:cNvSpPr/>
          <p:nvPr/>
        </p:nvSpPr>
        <p:spPr>
          <a:xfrm>
            <a:off x="928250" y="1220646"/>
            <a:ext cx="488700" cy="488700"/>
          </a:xfrm>
          <a:prstGeom prst="ellipse">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8"/>
          <p:cNvSpPr/>
          <p:nvPr/>
        </p:nvSpPr>
        <p:spPr>
          <a:xfrm>
            <a:off x="1535500" y="1220646"/>
            <a:ext cx="488700" cy="488700"/>
          </a:xfrm>
          <a:prstGeom prst="ellipse">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8"/>
          <p:cNvSpPr/>
          <p:nvPr/>
        </p:nvSpPr>
        <p:spPr>
          <a:xfrm>
            <a:off x="2142750" y="1220646"/>
            <a:ext cx="488700" cy="488700"/>
          </a:xfrm>
          <a:prstGeom prst="ellipse">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8"/>
          <p:cNvSpPr txBox="1"/>
          <p:nvPr/>
        </p:nvSpPr>
        <p:spPr>
          <a:xfrm>
            <a:off x="3397300" y="1065263"/>
            <a:ext cx="2286000" cy="9393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1800">
                <a:solidFill>
                  <a:schemeClr val="dk1"/>
                </a:solidFill>
                <a:latin typeface="Impact"/>
                <a:ea typeface="Impact"/>
                <a:cs typeface="Impact"/>
                <a:sym typeface="Impact"/>
              </a:rPr>
              <a:t>IMPACT, </a:t>
            </a:r>
            <a:r>
              <a:rPr lang="en" sz="1800">
                <a:solidFill>
                  <a:schemeClr val="dk1"/>
                </a:solidFill>
                <a:latin typeface="EB Garamond SemiBold"/>
                <a:ea typeface="EB Garamond SemiBold"/>
                <a:cs typeface="EB Garamond SemiBold"/>
                <a:sym typeface="EB Garamond SemiBold"/>
              </a:rPr>
              <a:t>Garamond, </a:t>
            </a:r>
            <a:endParaRPr sz="1800">
              <a:solidFill>
                <a:schemeClr val="dk1"/>
              </a:solidFill>
              <a:latin typeface="EB Garamond SemiBold"/>
              <a:ea typeface="EB Garamond SemiBold"/>
              <a:cs typeface="EB Garamond SemiBold"/>
              <a:sym typeface="EB Garamond SemiBold"/>
            </a:endParaRPr>
          </a:p>
          <a:p>
            <a:pPr indent="0" lvl="0" marL="0" marR="0" rtl="0" algn="ctr">
              <a:lnSpc>
                <a:spcPct val="100000"/>
              </a:lnSpc>
              <a:spcBef>
                <a:spcPts val="0"/>
              </a:spcBef>
              <a:spcAft>
                <a:spcPts val="0"/>
              </a:spcAft>
              <a:buNone/>
            </a:pPr>
            <a:r>
              <a:rPr lang="en" sz="1800">
                <a:solidFill>
                  <a:schemeClr val="dk1"/>
                </a:solidFill>
                <a:latin typeface="Calibri"/>
                <a:ea typeface="Calibri"/>
                <a:cs typeface="Calibri"/>
                <a:sym typeface="Calibri"/>
              </a:rPr>
              <a:t>Calibri, </a:t>
            </a:r>
            <a:r>
              <a:rPr lang="en" sz="1800">
                <a:solidFill>
                  <a:schemeClr val="dk1"/>
                </a:solidFill>
                <a:latin typeface="Lobster"/>
                <a:ea typeface="Lobster"/>
                <a:cs typeface="Lobster"/>
                <a:sym typeface="Lobster"/>
              </a:rPr>
              <a:t>Lobster, </a:t>
            </a:r>
            <a:r>
              <a:rPr lang="en" sz="1800">
                <a:solidFill>
                  <a:schemeClr val="dk1"/>
                </a:solidFill>
                <a:latin typeface="Amatic SC"/>
                <a:ea typeface="Amatic SC"/>
                <a:cs typeface="Amatic SC"/>
                <a:sym typeface="Amatic SC"/>
              </a:rPr>
              <a:t>AMATIC, </a:t>
            </a:r>
            <a:r>
              <a:rPr lang="en" sz="1800">
                <a:solidFill>
                  <a:schemeClr val="dk1"/>
                </a:solidFill>
                <a:latin typeface="Trebuchet MS"/>
                <a:ea typeface="Trebuchet MS"/>
                <a:cs typeface="Trebuchet MS"/>
                <a:sym typeface="Trebuchet MS"/>
              </a:rPr>
              <a:t>Trebuchet, </a:t>
            </a:r>
            <a:r>
              <a:rPr lang="en" sz="1800">
                <a:solidFill>
                  <a:schemeClr val="dk1"/>
                </a:solidFill>
                <a:latin typeface="Roboto Light"/>
                <a:ea typeface="Roboto Light"/>
                <a:cs typeface="Roboto Light"/>
                <a:sym typeface="Roboto Light"/>
              </a:rPr>
              <a:t>Roboto </a:t>
            </a:r>
            <a:endParaRPr sz="1000">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None/>
            </a:pPr>
            <a:r>
              <a:rPr lang="en" sz="1000">
                <a:solidFill>
                  <a:schemeClr val="dk1"/>
                </a:solidFill>
                <a:latin typeface="Lato"/>
                <a:ea typeface="Lato"/>
                <a:cs typeface="Lato"/>
                <a:sym typeface="Lato"/>
              </a:rPr>
              <a:t>ETC.</a:t>
            </a:r>
            <a:endParaRPr sz="1000">
              <a:solidFill>
                <a:schemeClr val="dk1"/>
              </a:solidFill>
              <a:latin typeface="Lato"/>
              <a:ea typeface="Lato"/>
              <a:cs typeface="Lato"/>
              <a:sym typeface="Lato"/>
            </a:endParaRPr>
          </a:p>
        </p:txBody>
      </p:sp>
      <p:pic>
        <p:nvPicPr>
          <p:cNvPr id="556" name="Google Shape;556;p48"/>
          <p:cNvPicPr preferRelativeResize="0"/>
          <p:nvPr/>
        </p:nvPicPr>
        <p:blipFill rotWithShape="1">
          <a:blip r:embed="rId3">
            <a:alphaModFix/>
          </a:blip>
          <a:srcRect b="0" l="19" r="19" t="0"/>
          <a:stretch/>
        </p:blipFill>
        <p:spPr>
          <a:xfrm>
            <a:off x="3525925" y="2854609"/>
            <a:ext cx="1973033" cy="1110300"/>
          </a:xfrm>
          <a:prstGeom prst="rect">
            <a:avLst/>
          </a:prstGeom>
          <a:noFill/>
          <a:ln>
            <a:noFill/>
          </a:ln>
          <a:effectLst>
            <a:outerShdw blurRad="57150" rotWithShape="0" algn="bl" dir="5400000" dist="19050">
              <a:srgbClr val="666666">
                <a:alpha val="50000"/>
              </a:srgbClr>
            </a:outerShdw>
          </a:effectLst>
        </p:spPr>
      </p:pic>
      <p:sp>
        <p:nvSpPr>
          <p:cNvPr id="557" name="Google Shape;557;p48"/>
          <p:cNvSpPr txBox="1"/>
          <p:nvPr/>
        </p:nvSpPr>
        <p:spPr>
          <a:xfrm>
            <a:off x="522550" y="4074425"/>
            <a:ext cx="2514600" cy="6540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Don’t use low-contrast text/background combinations</a:t>
            </a:r>
            <a:endParaRPr i="0" sz="1200" u="none" cap="none" strike="noStrike">
              <a:solidFill>
                <a:srgbClr val="4E4E4E"/>
              </a:solidFill>
            </a:endParaRPr>
          </a:p>
        </p:txBody>
      </p:sp>
      <p:sp>
        <p:nvSpPr>
          <p:cNvPr id="558" name="Google Shape;558;p48"/>
          <p:cNvSpPr txBox="1"/>
          <p:nvPr/>
        </p:nvSpPr>
        <p:spPr>
          <a:xfrm>
            <a:off x="6157750" y="4120975"/>
            <a:ext cx="2286000" cy="5487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 sz="1200">
                <a:solidFill>
                  <a:srgbClr val="4E4E4E"/>
                </a:solidFill>
              </a:rPr>
              <a:t>Don’t use low quality or pixelated images</a:t>
            </a:r>
            <a:endParaRPr i="0" sz="1200" u="none" cap="none" strike="noStrike">
              <a:solidFill>
                <a:srgbClr val="4E4E4E"/>
              </a:solidFill>
            </a:endParaRPr>
          </a:p>
        </p:txBody>
      </p:sp>
      <p:sp>
        <p:nvSpPr>
          <p:cNvPr id="559" name="Google Shape;559;p48"/>
          <p:cNvSpPr txBox="1"/>
          <p:nvPr/>
        </p:nvSpPr>
        <p:spPr>
          <a:xfrm>
            <a:off x="6043450" y="2149825"/>
            <a:ext cx="2514600" cy="548700"/>
          </a:xfrm>
          <a:prstGeom prst="rect">
            <a:avLst/>
          </a:prstGeom>
          <a:noFill/>
          <a:ln>
            <a:noFill/>
          </a:ln>
        </p:spPr>
        <p:txBody>
          <a:bodyPr anchorCtr="0" anchor="t" bIns="34275" lIns="68575" spcFirstLastPara="1" rIns="68575" wrap="square" tIns="34275">
            <a:noAutofit/>
          </a:bodyPr>
          <a:lstStyle/>
          <a:p>
            <a:pPr indent="0" lvl="0" marL="0" rtl="0" algn="ctr">
              <a:lnSpc>
                <a:spcPct val="115000"/>
              </a:lnSpc>
              <a:spcBef>
                <a:spcPts val="1000"/>
              </a:spcBef>
              <a:spcAft>
                <a:spcPts val="0"/>
              </a:spcAft>
              <a:buNone/>
            </a:pPr>
            <a:r>
              <a:rPr lang="en" sz="1200">
                <a:solidFill>
                  <a:srgbClr val="4E4E4E"/>
                </a:solidFill>
              </a:rPr>
              <a:t>Don’t make text too small</a:t>
            </a:r>
            <a:endParaRPr i="0" sz="1200" u="none" cap="none" strike="noStrike">
              <a:solidFill>
                <a:srgbClr val="4E4E4E"/>
              </a:solidFill>
            </a:endParaRPr>
          </a:p>
        </p:txBody>
      </p:sp>
      <p:sp>
        <p:nvSpPr>
          <p:cNvPr id="560" name="Google Shape;560;p48"/>
          <p:cNvSpPr/>
          <p:nvPr/>
        </p:nvSpPr>
        <p:spPr>
          <a:xfrm>
            <a:off x="773950" y="2856563"/>
            <a:ext cx="2011800" cy="1106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accent2"/>
                </a:solidFill>
              </a:rPr>
              <a:t>Know Your Data</a:t>
            </a:r>
            <a:endParaRPr b="1" sz="1600">
              <a:solidFill>
                <a:schemeClr val="accent2"/>
              </a:solidFill>
            </a:endParaRPr>
          </a:p>
        </p:txBody>
      </p:sp>
      <p:pic>
        <p:nvPicPr>
          <p:cNvPr id="561" name="Google Shape;561;p48"/>
          <p:cNvPicPr preferRelativeResize="0"/>
          <p:nvPr/>
        </p:nvPicPr>
        <p:blipFill rotWithShape="1">
          <a:blip r:embed="rId4">
            <a:alphaModFix/>
          </a:blip>
          <a:srcRect b="10967" l="5993" r="6001" t="10967"/>
          <a:stretch/>
        </p:blipFill>
        <p:spPr>
          <a:xfrm>
            <a:off x="6294850" y="2865175"/>
            <a:ext cx="2011800" cy="1106400"/>
          </a:xfrm>
          <a:prstGeom prst="rect">
            <a:avLst/>
          </a:prstGeom>
          <a:noFill/>
          <a:ln>
            <a:noFill/>
          </a:ln>
        </p:spPr>
      </p:pic>
      <p:sp>
        <p:nvSpPr>
          <p:cNvPr id="562" name="Google Shape;562;p48"/>
          <p:cNvSpPr/>
          <p:nvPr/>
        </p:nvSpPr>
        <p:spPr>
          <a:xfrm>
            <a:off x="6294850" y="903783"/>
            <a:ext cx="2011800" cy="1106400"/>
          </a:xfrm>
          <a:prstGeom prst="rect">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accent2"/>
                </a:solidFill>
              </a:rPr>
              <a:t>Know Your Data</a:t>
            </a:r>
            <a:endParaRPr b="1" sz="600">
              <a:solidFill>
                <a:schemeClr val="accent2"/>
              </a:solidFill>
            </a:endParaRPr>
          </a:p>
          <a:p>
            <a:pPr indent="0" lvl="0" marL="0" rtl="0" algn="ctr">
              <a:spcBef>
                <a:spcPts val="300"/>
              </a:spcBef>
              <a:spcAft>
                <a:spcPts val="0"/>
              </a:spcAft>
              <a:buNone/>
            </a:pPr>
            <a:r>
              <a:rPr lang="en" sz="600">
                <a:solidFill>
                  <a:srgbClr val="5B5B5B"/>
                </a:solidFill>
              </a:rPr>
              <a:t>Understand, classify, and track data</a:t>
            </a:r>
            <a:endParaRPr sz="600">
              <a:solidFill>
                <a:srgbClr val="5B5B5B"/>
              </a:solidFill>
            </a:endParaRPr>
          </a:p>
          <a:p>
            <a:pPr indent="0" lvl="0" marL="0" rtl="0" algn="ctr">
              <a:spcBef>
                <a:spcPts val="0"/>
              </a:spcBef>
              <a:spcAft>
                <a:spcPts val="0"/>
              </a:spcAft>
              <a:buNone/>
            </a:pPr>
            <a:r>
              <a:rPr lang="en" sz="600">
                <a:solidFill>
                  <a:srgbClr val="5B5B5B"/>
                </a:solidFill>
              </a:rPr>
              <a:t>and its usage</a:t>
            </a:r>
            <a:endParaRPr sz="600">
              <a:solidFill>
                <a:srgbClr val="5B5B5B"/>
              </a:solidFill>
            </a:endParaRPr>
          </a:p>
        </p:txBody>
      </p:sp>
      <p:cxnSp>
        <p:nvCxnSpPr>
          <p:cNvPr id="563" name="Google Shape;563;p48"/>
          <p:cNvCxnSpPr/>
          <p:nvPr/>
        </p:nvCxnSpPr>
        <p:spPr>
          <a:xfrm flipH="1" rot="10800000">
            <a:off x="703450" y="1057213"/>
            <a:ext cx="2152800" cy="812700"/>
          </a:xfrm>
          <a:prstGeom prst="straightConnector1">
            <a:avLst/>
          </a:prstGeom>
          <a:noFill/>
          <a:ln cap="flat" cmpd="sng" w="19050">
            <a:solidFill>
              <a:srgbClr val="CC0000"/>
            </a:solidFill>
            <a:prstDash val="solid"/>
            <a:round/>
            <a:headEnd len="med" w="med" type="none"/>
            <a:tailEnd len="med" w="med" type="none"/>
          </a:ln>
        </p:spPr>
      </p:cxnSp>
      <p:cxnSp>
        <p:nvCxnSpPr>
          <p:cNvPr id="564" name="Google Shape;564;p48"/>
          <p:cNvCxnSpPr/>
          <p:nvPr/>
        </p:nvCxnSpPr>
        <p:spPr>
          <a:xfrm flipH="1" rot="10800000">
            <a:off x="3386750" y="1057213"/>
            <a:ext cx="2152800" cy="812700"/>
          </a:xfrm>
          <a:prstGeom prst="straightConnector1">
            <a:avLst/>
          </a:prstGeom>
          <a:noFill/>
          <a:ln cap="flat" cmpd="sng" w="19050">
            <a:solidFill>
              <a:srgbClr val="CC0000"/>
            </a:solidFill>
            <a:prstDash val="solid"/>
            <a:round/>
            <a:headEnd len="med" w="med" type="none"/>
            <a:tailEnd len="med" w="med" type="none"/>
          </a:ln>
        </p:spPr>
      </p:cxnSp>
      <p:cxnSp>
        <p:nvCxnSpPr>
          <p:cNvPr id="565" name="Google Shape;565;p48"/>
          <p:cNvCxnSpPr/>
          <p:nvPr/>
        </p:nvCxnSpPr>
        <p:spPr>
          <a:xfrm flipH="1" rot="10800000">
            <a:off x="6224350" y="1057213"/>
            <a:ext cx="2152800" cy="812700"/>
          </a:xfrm>
          <a:prstGeom prst="straightConnector1">
            <a:avLst/>
          </a:prstGeom>
          <a:noFill/>
          <a:ln cap="flat" cmpd="sng" w="19050">
            <a:solidFill>
              <a:srgbClr val="CC0000"/>
            </a:solidFill>
            <a:prstDash val="solid"/>
            <a:round/>
            <a:headEnd len="med" w="med" type="none"/>
            <a:tailEnd len="med" w="med" type="none"/>
          </a:ln>
        </p:spPr>
      </p:cxnSp>
      <p:cxnSp>
        <p:nvCxnSpPr>
          <p:cNvPr id="566" name="Google Shape;566;p48"/>
          <p:cNvCxnSpPr/>
          <p:nvPr/>
        </p:nvCxnSpPr>
        <p:spPr>
          <a:xfrm flipH="1" rot="10800000">
            <a:off x="703450" y="3066500"/>
            <a:ext cx="2152800" cy="812700"/>
          </a:xfrm>
          <a:prstGeom prst="straightConnector1">
            <a:avLst/>
          </a:prstGeom>
          <a:noFill/>
          <a:ln cap="flat" cmpd="sng" w="19050">
            <a:solidFill>
              <a:srgbClr val="CC0000"/>
            </a:solidFill>
            <a:prstDash val="solid"/>
            <a:round/>
            <a:headEnd len="med" w="med" type="none"/>
            <a:tailEnd len="med" w="med" type="none"/>
          </a:ln>
        </p:spPr>
      </p:cxnSp>
      <p:cxnSp>
        <p:nvCxnSpPr>
          <p:cNvPr id="567" name="Google Shape;567;p48"/>
          <p:cNvCxnSpPr/>
          <p:nvPr/>
        </p:nvCxnSpPr>
        <p:spPr>
          <a:xfrm flipH="1" rot="10800000">
            <a:off x="3436038" y="3066500"/>
            <a:ext cx="2152800" cy="812700"/>
          </a:xfrm>
          <a:prstGeom prst="straightConnector1">
            <a:avLst/>
          </a:prstGeom>
          <a:noFill/>
          <a:ln cap="flat" cmpd="sng" w="19050">
            <a:solidFill>
              <a:srgbClr val="CC0000"/>
            </a:solidFill>
            <a:prstDash val="solid"/>
            <a:round/>
            <a:headEnd len="med" w="med" type="none"/>
            <a:tailEnd len="med" w="med" type="none"/>
          </a:ln>
        </p:spPr>
      </p:cxnSp>
      <p:cxnSp>
        <p:nvCxnSpPr>
          <p:cNvPr id="568" name="Google Shape;568;p48"/>
          <p:cNvCxnSpPr/>
          <p:nvPr/>
        </p:nvCxnSpPr>
        <p:spPr>
          <a:xfrm flipH="1" rot="10800000">
            <a:off x="6239138" y="3066500"/>
            <a:ext cx="2152800" cy="812700"/>
          </a:xfrm>
          <a:prstGeom prst="straightConnector1">
            <a:avLst/>
          </a:prstGeom>
          <a:noFill/>
          <a:ln cap="flat" cmpd="sng" w="19050">
            <a:solidFill>
              <a:srgbClr val="CC0000"/>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9"/>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SAMPLE</a:t>
            </a:r>
            <a:endParaRPr/>
          </a:p>
          <a:p>
            <a:pPr indent="0" lvl="0" marL="0" rtl="0" algn="l">
              <a:spcBef>
                <a:spcPts val="800"/>
              </a:spcBef>
              <a:spcAft>
                <a:spcPts val="800"/>
              </a:spcAft>
              <a:buNone/>
            </a:pPr>
            <a:r>
              <a:rPr lang="en">
                <a:solidFill>
                  <a:schemeClr val="accent1"/>
                </a:solidFill>
              </a:rPr>
              <a:t>SLIDES</a:t>
            </a:r>
            <a:endParaRPr>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0"/>
          <p:cNvSpPr txBox="1"/>
          <p:nvPr>
            <p:ph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Subtitle in Arial Bold, 18pt</a:t>
            </a:r>
            <a:endParaRPr/>
          </a:p>
        </p:txBody>
      </p:sp>
      <p:sp>
        <p:nvSpPr>
          <p:cNvPr id="579" name="Google Shape;579;p50"/>
          <p:cNvSpPr txBox="1"/>
          <p:nvPr>
            <p:ph idx="2"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First Lastname  |  Date</a:t>
            </a:r>
            <a:endParaRPr/>
          </a:p>
        </p:txBody>
      </p:sp>
      <p:sp>
        <p:nvSpPr>
          <p:cNvPr id="580" name="Google Shape;580;p50"/>
          <p:cNvSpPr txBox="1"/>
          <p:nvPr>
            <p:ph idx="3" type="title"/>
          </p:nvPr>
        </p:nvSpPr>
        <p:spPr>
          <a:xfrm>
            <a:off x="366600" y="1188725"/>
            <a:ext cx="74109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TITLE IN ARIAL BOLD,</a:t>
            </a:r>
            <a:br>
              <a:rPr lang="en">
                <a:solidFill>
                  <a:schemeClr val="lt1"/>
                </a:solidFill>
              </a:rPr>
            </a:br>
            <a:r>
              <a:rPr lang="en"/>
              <a:t>44PT ALL CAPS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1"/>
          <p:cNvSpPr txBox="1"/>
          <p:nvPr>
            <p:ph idx="2"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cover slide</a:t>
            </a:r>
            <a:endParaRPr/>
          </a:p>
        </p:txBody>
      </p:sp>
      <p:sp>
        <p:nvSpPr>
          <p:cNvPr id="586" name="Google Shape;586;p51"/>
          <p:cNvSpPr txBox="1"/>
          <p:nvPr>
            <p:ph type="title"/>
          </p:nvPr>
        </p:nvSpPr>
        <p:spPr>
          <a:xfrm>
            <a:off x="366600" y="1188725"/>
            <a:ext cx="74088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TITLE IN ARIAL BOLD, </a:t>
            </a:r>
            <a:br>
              <a:rPr lang="en">
                <a:solidFill>
                  <a:schemeClr val="lt1"/>
                </a:solidFill>
              </a:rPr>
            </a:br>
            <a:r>
              <a:rPr lang="en"/>
              <a:t>44PT ALL CAPS</a:t>
            </a:r>
            <a:endParaRPr>
              <a:solidFill>
                <a:schemeClr val="lt1"/>
              </a:solidFill>
            </a:endParaRPr>
          </a:p>
        </p:txBody>
      </p:sp>
      <p:sp>
        <p:nvSpPr>
          <p:cNvPr id="587" name="Google Shape;587;p51"/>
          <p:cNvSpPr txBox="1"/>
          <p:nvPr>
            <p:ph idx="3"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First Lastname  |  Date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91" name="Shape 591"/>
        <p:cNvGrpSpPr/>
        <p:nvPr/>
      </p:nvGrpSpPr>
      <p:grpSpPr>
        <a:xfrm>
          <a:off x="0" y="0"/>
          <a:ext cx="0" cy="0"/>
          <a:chOff x="0" y="0"/>
          <a:chExt cx="0" cy="0"/>
        </a:xfrm>
      </p:grpSpPr>
      <p:sp>
        <p:nvSpPr>
          <p:cNvPr id="592" name="Google Shape;592;p52"/>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593" name="Google Shape;593;p52"/>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4" name="Google Shape;594;p52"/>
          <p:cNvPicPr preferRelativeResize="0"/>
          <p:nvPr/>
        </p:nvPicPr>
        <p:blipFill>
          <a:blip r:embed="rId3">
            <a:alphaModFix/>
          </a:blip>
          <a:stretch>
            <a:fillRect/>
          </a:stretch>
        </p:blipFill>
        <p:spPr>
          <a:xfrm>
            <a:off x="6581958" y="2011971"/>
            <a:ext cx="2103120" cy="747971"/>
          </a:xfrm>
          <a:prstGeom prst="rect">
            <a:avLst/>
          </a:prstGeom>
          <a:noFill/>
          <a:ln>
            <a:noFill/>
          </a:ln>
        </p:spPr>
      </p:pic>
      <p:sp>
        <p:nvSpPr>
          <p:cNvPr id="595" name="Google Shape;595;p52"/>
          <p:cNvSpPr txBox="1"/>
          <p:nvPr>
            <p:ph type="title"/>
          </p:nvPr>
        </p:nvSpPr>
        <p:spPr>
          <a:xfrm>
            <a:off x="366600" y="1188725"/>
            <a:ext cx="57309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COVER SLIDE </a:t>
            </a:r>
            <a:br>
              <a:rPr lang="en">
                <a:solidFill>
                  <a:schemeClr val="lt1"/>
                </a:solidFill>
              </a:rPr>
            </a:br>
            <a:r>
              <a:rPr lang="en"/>
              <a:t>WITH C</a:t>
            </a:r>
            <a:r>
              <a:rPr lang="en"/>
              <a:t>USTOMER LOGO</a:t>
            </a:r>
            <a:endParaRPr/>
          </a:p>
        </p:txBody>
      </p:sp>
      <p:sp>
        <p:nvSpPr>
          <p:cNvPr id="596" name="Google Shape;596;p52"/>
          <p:cNvSpPr txBox="1"/>
          <p:nvPr>
            <p:ph idx="2"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000"/>
              </a:spcAft>
              <a:buNone/>
            </a:pPr>
            <a:r>
              <a:rPr lang="en"/>
              <a:t>Useful for customized sales presentations</a:t>
            </a:r>
            <a:endParaRPr/>
          </a:p>
        </p:txBody>
      </p:sp>
      <p:sp>
        <p:nvSpPr>
          <p:cNvPr id="597" name="Google Shape;597;p52"/>
          <p:cNvSpPr txBox="1"/>
          <p:nvPr>
            <p:ph idx="3" type="title"/>
          </p:nvPr>
        </p:nvSpPr>
        <p:spPr>
          <a:xfrm>
            <a:off x="366600" y="4359693"/>
            <a:ext cx="4205400" cy="378600"/>
          </a:xfrm>
          <a:prstGeom prst="rect">
            <a:avLst/>
          </a:prstGeom>
        </p:spPr>
        <p:txBody>
          <a:bodyPr anchorCtr="0" anchor="b" bIns="91425" lIns="91425" spcFirstLastPara="1" rIns="91425" wrap="square" tIns="91425">
            <a:spAutoFit/>
          </a:bodyPr>
          <a:lstStyle/>
          <a:p>
            <a:pPr indent="0" lvl="0" marL="0" rtl="0" algn="l">
              <a:spcBef>
                <a:spcPts val="0"/>
              </a:spcBef>
              <a:spcAft>
                <a:spcPts val="1000"/>
              </a:spcAft>
              <a:buNone/>
            </a:pPr>
            <a:r>
              <a:rPr lang="en"/>
              <a:t>First Lastname  |  Date</a:t>
            </a:r>
            <a:endParaRPr/>
          </a:p>
        </p:txBody>
      </p:sp>
      <p:sp>
        <p:nvSpPr>
          <p:cNvPr id="598" name="Google Shape;598;p5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3"/>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CH. TITLE, ALL CAPS</a:t>
            </a:r>
            <a:endParaRPr/>
          </a:p>
          <a:p>
            <a:pPr indent="0" lvl="0" marL="0" rtl="0" algn="l">
              <a:spcBef>
                <a:spcPts val="800"/>
              </a:spcBef>
              <a:spcAft>
                <a:spcPts val="800"/>
              </a:spcAft>
              <a:buNone/>
            </a:pPr>
            <a:r>
              <a:rPr lang="en">
                <a:solidFill>
                  <a:schemeClr val="accent1"/>
                </a:solidFill>
              </a:rPr>
              <a:t>OPTION 1</a:t>
            </a:r>
            <a:endParaRPr>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4"/>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CH. TITLE, ALL CAPS</a:t>
            </a:r>
            <a:endParaRPr/>
          </a:p>
          <a:p>
            <a:pPr indent="0" lvl="0" marL="0" rtl="0" algn="l">
              <a:spcBef>
                <a:spcPts val="800"/>
              </a:spcBef>
              <a:spcAft>
                <a:spcPts val="800"/>
              </a:spcAft>
              <a:buNone/>
            </a:pPr>
            <a:r>
              <a:rPr lang="en">
                <a:solidFill>
                  <a:schemeClr val="accent1"/>
                </a:solidFill>
              </a:rPr>
              <a:t>OPTION 2</a:t>
            </a:r>
            <a:endParaRPr>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5"/>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CH. TITLE, ALL CAPS</a:t>
            </a:r>
            <a:endParaRPr/>
          </a:p>
          <a:p>
            <a:pPr indent="0" lvl="0" marL="0" rtl="0" algn="l">
              <a:spcBef>
                <a:spcPts val="800"/>
              </a:spcBef>
              <a:spcAft>
                <a:spcPts val="800"/>
              </a:spcAft>
              <a:buNone/>
            </a:pPr>
            <a:r>
              <a:rPr lang="en">
                <a:solidFill>
                  <a:schemeClr val="accent1"/>
                </a:solidFill>
              </a:rPr>
              <a:t>OPTION 3</a:t>
            </a:r>
            <a:endParaRPr>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56"/>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CH. TITLE, ALL CAPS</a:t>
            </a:r>
            <a:endParaRPr/>
          </a:p>
          <a:p>
            <a:pPr indent="0" lvl="0" marL="0" rtl="0" algn="l">
              <a:spcBef>
                <a:spcPts val="800"/>
              </a:spcBef>
              <a:spcAft>
                <a:spcPts val="800"/>
              </a:spcAft>
              <a:buNone/>
            </a:pPr>
            <a:r>
              <a:rPr lang="en">
                <a:solidFill>
                  <a:schemeClr val="accent1"/>
                </a:solidFill>
              </a:rPr>
              <a:t>OPTION 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7"/>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CH. TITLE, ALL CAPS</a:t>
            </a:r>
            <a:endParaRPr/>
          </a:p>
          <a:p>
            <a:pPr indent="0" lvl="0" marL="0" rtl="0" algn="l">
              <a:spcBef>
                <a:spcPts val="800"/>
              </a:spcBef>
              <a:spcAft>
                <a:spcPts val="800"/>
              </a:spcAft>
              <a:buNone/>
            </a:pPr>
            <a:r>
              <a:rPr lang="en">
                <a:solidFill>
                  <a:schemeClr val="accent1"/>
                </a:solidFill>
              </a:rPr>
              <a:t>OPTION 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58"/>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29" name="Google Shape;629;p58"/>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Multi-use Slide 01</a:t>
            </a:r>
            <a:endParaRPr/>
          </a:p>
        </p:txBody>
      </p:sp>
      <p:sp>
        <p:nvSpPr>
          <p:cNvPr id="630" name="Google Shape;630;p58"/>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9"/>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36" name="Google Shape;636;p59"/>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Multi-use Slide for When Your Title Is So Long It Spills Over to the Second Line</a:t>
            </a:r>
            <a:endParaRPr/>
          </a:p>
        </p:txBody>
      </p:sp>
      <p:sp>
        <p:nvSpPr>
          <p:cNvPr id="637" name="Google Shape;637;p59"/>
          <p:cNvSpPr txBox="1"/>
          <p:nvPr>
            <p:ph idx="1" type="subTitle"/>
          </p:nvPr>
        </p:nvSpPr>
        <p:spPr>
          <a:xfrm>
            <a:off x="365760" y="1122367"/>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 (but do you really need all this text up here?)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0"/>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43" name="Google Shape;643;p60"/>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Multi-use Slide w/ Dotted Lines Wave 1</a:t>
            </a:r>
            <a:endParaRPr/>
          </a:p>
        </p:txBody>
      </p:sp>
      <p:sp>
        <p:nvSpPr>
          <p:cNvPr id="644" name="Google Shape;644;p6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1"/>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50" name="Google Shape;650;p61"/>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Multi-use Slide w/ Dotted Lines Wave 2</a:t>
            </a:r>
            <a:endParaRPr/>
          </a:p>
        </p:txBody>
      </p:sp>
      <p:sp>
        <p:nvSpPr>
          <p:cNvPr id="651" name="Google Shape;651;p6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2"/>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57" name="Google Shape;657;p62"/>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Multi-use Slide w/ Dotted Arrows</a:t>
            </a:r>
            <a:endParaRPr/>
          </a:p>
        </p:txBody>
      </p:sp>
      <p:sp>
        <p:nvSpPr>
          <p:cNvPr id="658" name="Google Shape;658;p6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3"/>
          <p:cNvSpPr txBox="1"/>
          <p:nvPr>
            <p:ph idx="1" type="body"/>
          </p:nvPr>
        </p:nvSpPr>
        <p:spPr>
          <a:xfrm>
            <a:off x="365750" y="1371600"/>
            <a:ext cx="6261300" cy="141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Lorem ipsum dolor sit amet, consectetur adipiscing elit, sed do eiusmod tempor incididunt ut labore et dolore magna aliqua. Ut enim ad minim veniam, quis nostrud exercitation ullamco laboris.</a:t>
            </a:r>
            <a:endParaRPr b="1">
              <a:solidFill>
                <a:schemeClr val="accent2"/>
              </a:solidFill>
            </a:endParaRPr>
          </a:p>
        </p:txBody>
      </p:sp>
      <p:sp>
        <p:nvSpPr>
          <p:cNvPr id="664" name="Google Shape;664;p63"/>
          <p:cNvSpPr txBox="1"/>
          <p:nvPr>
            <p:ph type="title"/>
          </p:nvPr>
        </p:nvSpPr>
        <p:spPr>
          <a:xfrm>
            <a:off x="365750" y="274323"/>
            <a:ext cx="83211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One Column Layout</a:t>
            </a:r>
            <a:endParaRPr/>
          </a:p>
        </p:txBody>
      </p:sp>
      <p:sp>
        <p:nvSpPr>
          <p:cNvPr id="665" name="Google Shape;665;p63"/>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66" name="Google Shape;666;p63"/>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4"/>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Two Column Layout</a:t>
            </a:r>
            <a:endParaRPr/>
          </a:p>
        </p:txBody>
      </p:sp>
      <p:sp>
        <p:nvSpPr>
          <p:cNvPr id="672" name="Google Shape;672;p64"/>
          <p:cNvSpPr txBox="1"/>
          <p:nvPr>
            <p:ph idx="1" type="body"/>
          </p:nvPr>
        </p:nvSpPr>
        <p:spPr>
          <a:xfrm>
            <a:off x="365750"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Lorem ipsum dolor sit amet, consectur adipiscing elit, sed do eiusmod tempor incididunt ut labore et dolore magna.</a:t>
            </a:r>
            <a:endParaRPr b="1">
              <a:solidFill>
                <a:schemeClr val="dk2"/>
              </a:solidFill>
            </a:endParaRPr>
          </a:p>
        </p:txBody>
      </p:sp>
      <p:sp>
        <p:nvSpPr>
          <p:cNvPr id="673" name="Google Shape;673;p64"/>
          <p:cNvSpPr txBox="1"/>
          <p:nvPr>
            <p:ph idx="2" type="body"/>
          </p:nvPr>
        </p:nvSpPr>
        <p:spPr>
          <a:xfrm>
            <a:off x="4617721"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Lorem ipsum dolor sit amet, consectur adipiscing elit, sed do eiusmod tempor incididunt ut labore et dolore magna.</a:t>
            </a:r>
            <a:endParaRPr b="1">
              <a:solidFill>
                <a:schemeClr val="dk2"/>
              </a:solidFill>
            </a:endParaRPr>
          </a:p>
        </p:txBody>
      </p:sp>
      <p:sp>
        <p:nvSpPr>
          <p:cNvPr id="674" name="Google Shape;674;p64"/>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75" name="Google Shape;675;p64"/>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5"/>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Two Column Layout w/ Paragraph Titles</a:t>
            </a:r>
            <a:endParaRPr/>
          </a:p>
        </p:txBody>
      </p:sp>
      <p:sp>
        <p:nvSpPr>
          <p:cNvPr id="681" name="Google Shape;681;p65"/>
          <p:cNvSpPr txBox="1"/>
          <p:nvPr>
            <p:ph idx="1" type="body"/>
          </p:nvPr>
        </p:nvSpPr>
        <p:spPr>
          <a:xfrm>
            <a:off x="365750"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Lorem ipsum dolor sit amet, consectur adipiscing elit, sed do eiusmod tempor incididunt ut labore et dolore magna.</a:t>
            </a:r>
            <a:endParaRPr b="1">
              <a:solidFill>
                <a:schemeClr val="dk2"/>
              </a:solidFill>
            </a:endParaRPr>
          </a:p>
        </p:txBody>
      </p:sp>
      <p:sp>
        <p:nvSpPr>
          <p:cNvPr id="682" name="Google Shape;682;p65"/>
          <p:cNvSpPr txBox="1"/>
          <p:nvPr>
            <p:ph idx="2" type="body"/>
          </p:nvPr>
        </p:nvSpPr>
        <p:spPr>
          <a:xfrm>
            <a:off x="4617721"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Lorem ipsum dolor sit amet, consectur adipiscing elit, sed do eiusmod tempor incididunt ut labore et dolore magna.</a:t>
            </a:r>
            <a:endParaRPr b="1">
              <a:solidFill>
                <a:schemeClr val="dk2"/>
              </a:solidFill>
            </a:endParaRPr>
          </a:p>
        </p:txBody>
      </p:sp>
      <p:sp>
        <p:nvSpPr>
          <p:cNvPr id="683" name="Google Shape;683;p65"/>
          <p:cNvSpPr txBox="1"/>
          <p:nvPr/>
        </p:nvSpPr>
        <p:spPr>
          <a:xfrm>
            <a:off x="365750"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684" name="Google Shape;684;p65"/>
          <p:cNvSpPr txBox="1"/>
          <p:nvPr/>
        </p:nvSpPr>
        <p:spPr>
          <a:xfrm>
            <a:off x="4617718"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685" name="Google Shape;685;p6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86" name="Google Shape;686;p65"/>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rgbClr val="5B5B5B"/>
                </a:solidFill>
              </a:rPr>
              <a:t>Subtitle if needed</a:t>
            </a:r>
            <a:endParaRPr>
              <a:solidFill>
                <a:srgbClr val="5B5B5B"/>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6"/>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Three Column Layout</a:t>
            </a:r>
            <a:endParaRPr/>
          </a:p>
        </p:txBody>
      </p:sp>
      <p:sp>
        <p:nvSpPr>
          <p:cNvPr id="692" name="Google Shape;692;p66"/>
          <p:cNvSpPr txBox="1"/>
          <p:nvPr>
            <p:ph idx="1" type="body"/>
          </p:nvPr>
        </p:nvSpPr>
        <p:spPr>
          <a:xfrm>
            <a:off x="365750"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Lorem ipsum dolor sit amet, adipiscing elit, eiusmod tempor sed incididunt ut labore et dolore magna.</a:t>
            </a:r>
            <a:endParaRPr b="1" sz="1800">
              <a:solidFill>
                <a:schemeClr val="dk2"/>
              </a:solidFill>
            </a:endParaRPr>
          </a:p>
        </p:txBody>
      </p:sp>
      <p:sp>
        <p:nvSpPr>
          <p:cNvPr id="693" name="Google Shape;693;p66"/>
          <p:cNvSpPr txBox="1"/>
          <p:nvPr>
            <p:ph idx="2" type="body"/>
          </p:nvPr>
        </p:nvSpPr>
        <p:spPr>
          <a:xfrm>
            <a:off x="3169031"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Lorem ipsum dolor sit amet, adipiscing elit, eiusmod tempor sed incididunt ut labore et dolore magna.</a:t>
            </a:r>
            <a:endParaRPr b="1" sz="1800">
              <a:solidFill>
                <a:schemeClr val="accent2"/>
              </a:solidFill>
            </a:endParaRPr>
          </a:p>
        </p:txBody>
      </p:sp>
      <p:sp>
        <p:nvSpPr>
          <p:cNvPr id="694" name="Google Shape;694;p66"/>
          <p:cNvSpPr txBox="1"/>
          <p:nvPr>
            <p:ph idx="3" type="body"/>
          </p:nvPr>
        </p:nvSpPr>
        <p:spPr>
          <a:xfrm>
            <a:off x="6127925"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Lorem ipsum dolor sit amet, adipiscing elit, eiusmod tempor sed incididunt ut labore et dolore magna.</a:t>
            </a:r>
            <a:endParaRPr sz="1800"/>
          </a:p>
        </p:txBody>
      </p:sp>
      <p:sp>
        <p:nvSpPr>
          <p:cNvPr id="695" name="Google Shape;695;p66"/>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96" name="Google Shape;696;p66"/>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7"/>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Three Column Layout w/ Paragraph Titles</a:t>
            </a:r>
            <a:endParaRPr/>
          </a:p>
        </p:txBody>
      </p:sp>
      <p:sp>
        <p:nvSpPr>
          <p:cNvPr id="702" name="Google Shape;702;p67"/>
          <p:cNvSpPr txBox="1"/>
          <p:nvPr>
            <p:ph idx="1" type="body"/>
          </p:nvPr>
        </p:nvSpPr>
        <p:spPr>
          <a:xfrm>
            <a:off x="365750"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Lorem ipsum dolor sit amet, adipiscing elit, eiusmod tempor sed incididunt ut labore et dolore magna.</a:t>
            </a:r>
            <a:endParaRPr b="1" sz="1800">
              <a:solidFill>
                <a:schemeClr val="dk2"/>
              </a:solidFill>
            </a:endParaRPr>
          </a:p>
        </p:txBody>
      </p:sp>
      <p:sp>
        <p:nvSpPr>
          <p:cNvPr id="703" name="Google Shape;703;p67"/>
          <p:cNvSpPr txBox="1"/>
          <p:nvPr>
            <p:ph idx="2" type="body"/>
          </p:nvPr>
        </p:nvSpPr>
        <p:spPr>
          <a:xfrm>
            <a:off x="3169031"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Lorem ipsum dolor sit amet, adipiscing elit, eiusmo</a:t>
            </a:r>
            <a:r>
              <a:rPr lang="en" sz="1800">
                <a:solidFill>
                  <a:srgbClr val="5B5B5B"/>
                </a:solidFill>
              </a:rPr>
              <a:t>d tempor </a:t>
            </a:r>
            <a:r>
              <a:rPr lang="en" sz="1800"/>
              <a:t>sed incididunt ut labore et dolore magna.</a:t>
            </a:r>
            <a:endParaRPr b="1" sz="1800">
              <a:solidFill>
                <a:schemeClr val="accent2"/>
              </a:solidFill>
            </a:endParaRPr>
          </a:p>
        </p:txBody>
      </p:sp>
      <p:sp>
        <p:nvSpPr>
          <p:cNvPr id="704" name="Google Shape;704;p67"/>
          <p:cNvSpPr txBox="1"/>
          <p:nvPr>
            <p:ph idx="3" type="body"/>
          </p:nvPr>
        </p:nvSpPr>
        <p:spPr>
          <a:xfrm>
            <a:off x="6127925"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Lorem ipsum dolor sit amet, adipiscing elit, eiusmod tempor sed incididunt ut labore et dolore magna.</a:t>
            </a:r>
            <a:endParaRPr sz="1800"/>
          </a:p>
        </p:txBody>
      </p:sp>
      <p:sp>
        <p:nvSpPr>
          <p:cNvPr id="705" name="Google Shape;705;p67"/>
          <p:cNvSpPr txBox="1"/>
          <p:nvPr/>
        </p:nvSpPr>
        <p:spPr>
          <a:xfrm>
            <a:off x="365750"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706" name="Google Shape;706;p67"/>
          <p:cNvSpPr txBox="1"/>
          <p:nvPr/>
        </p:nvSpPr>
        <p:spPr>
          <a:xfrm>
            <a:off x="3169025" y="1371600"/>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707" name="Google Shape;707;p67"/>
          <p:cNvSpPr txBox="1"/>
          <p:nvPr/>
        </p:nvSpPr>
        <p:spPr>
          <a:xfrm>
            <a:off x="6127925"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708" name="Google Shape;708;p67"/>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09" name="Google Shape;709;p67"/>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68"/>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Three Column Layout w/ </a:t>
            </a:r>
            <a:r>
              <a:rPr lang="en"/>
              <a:t>Icons</a:t>
            </a:r>
            <a:endParaRPr/>
          </a:p>
        </p:txBody>
      </p:sp>
      <p:sp>
        <p:nvSpPr>
          <p:cNvPr id="715" name="Google Shape;715;p68"/>
          <p:cNvSpPr txBox="1"/>
          <p:nvPr>
            <p:ph idx="1" type="body"/>
          </p:nvPr>
        </p:nvSpPr>
        <p:spPr>
          <a:xfrm>
            <a:off x="365750"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Lorem ipsum dolor sit amet, adipiscing elit, eiusmod sed incididunt ut labore et dolore.</a:t>
            </a:r>
            <a:endParaRPr b="1" sz="1800">
              <a:solidFill>
                <a:schemeClr val="dk2"/>
              </a:solidFill>
            </a:endParaRPr>
          </a:p>
        </p:txBody>
      </p:sp>
      <p:sp>
        <p:nvSpPr>
          <p:cNvPr id="716" name="Google Shape;716;p68"/>
          <p:cNvSpPr txBox="1"/>
          <p:nvPr>
            <p:ph idx="2" type="body"/>
          </p:nvPr>
        </p:nvSpPr>
        <p:spPr>
          <a:xfrm>
            <a:off x="3169031" y="1371600"/>
            <a:ext cx="2697600" cy="243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Lorem ipsum dolor sit amet, e</a:t>
            </a:r>
            <a:r>
              <a:rPr lang="en" sz="1800">
                <a:solidFill>
                  <a:srgbClr val="5B5B5B"/>
                </a:solidFill>
              </a:rPr>
              <a:t>iusmod te</a:t>
            </a:r>
            <a:r>
              <a:rPr lang="en" sz="1800"/>
              <a:t>mpor sed et dolore magna.</a:t>
            </a:r>
            <a:endParaRPr b="1" sz="1800">
              <a:solidFill>
                <a:schemeClr val="accent2"/>
              </a:solidFill>
            </a:endParaRPr>
          </a:p>
        </p:txBody>
      </p:sp>
      <p:sp>
        <p:nvSpPr>
          <p:cNvPr id="717" name="Google Shape;717;p68"/>
          <p:cNvSpPr txBox="1"/>
          <p:nvPr>
            <p:ph idx="3" type="body"/>
          </p:nvPr>
        </p:nvSpPr>
        <p:spPr>
          <a:xfrm>
            <a:off x="6127925"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Lorem ipsum dolor sit amet, adipiscing elit, eiusmod tempor sed incididunt et magna.</a:t>
            </a:r>
            <a:endParaRPr sz="1800"/>
          </a:p>
        </p:txBody>
      </p:sp>
      <p:sp>
        <p:nvSpPr>
          <p:cNvPr id="718" name="Google Shape;718;p68"/>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19" name="Google Shape;719;p68"/>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
        <p:nvSpPr>
          <p:cNvPr id="720" name="Google Shape;720;p68"/>
          <p:cNvSpPr/>
          <p:nvPr/>
        </p:nvSpPr>
        <p:spPr>
          <a:xfrm>
            <a:off x="544112" y="1459375"/>
            <a:ext cx="794356" cy="702366"/>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1" name="Google Shape;721;p68"/>
          <p:cNvSpPr/>
          <p:nvPr/>
        </p:nvSpPr>
        <p:spPr>
          <a:xfrm>
            <a:off x="3169019" y="1499060"/>
            <a:ext cx="900104" cy="62360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2" name="Google Shape;722;p68"/>
          <p:cNvSpPr/>
          <p:nvPr/>
        </p:nvSpPr>
        <p:spPr>
          <a:xfrm>
            <a:off x="6127923" y="1399669"/>
            <a:ext cx="726739" cy="823117"/>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3" name="Google Shape;723;p68"/>
          <p:cNvSpPr txBox="1"/>
          <p:nvPr/>
        </p:nvSpPr>
        <p:spPr>
          <a:xfrm>
            <a:off x="365750"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724" name="Google Shape;724;p68"/>
          <p:cNvSpPr txBox="1"/>
          <p:nvPr/>
        </p:nvSpPr>
        <p:spPr>
          <a:xfrm>
            <a:off x="3169025" y="2266016"/>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
        <p:nvSpPr>
          <p:cNvPr id="725" name="Google Shape;725;p68"/>
          <p:cNvSpPr txBox="1"/>
          <p:nvPr/>
        </p:nvSpPr>
        <p:spPr>
          <a:xfrm>
            <a:off x="6127925"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Paragraph Title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9"/>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Four Column Layout w/ Big Numbers</a:t>
            </a:r>
            <a:endParaRPr/>
          </a:p>
        </p:txBody>
      </p:sp>
      <p:sp>
        <p:nvSpPr>
          <p:cNvPr id="731" name="Google Shape;731;p69"/>
          <p:cNvSpPr txBox="1"/>
          <p:nvPr>
            <p:ph idx="1" type="body"/>
          </p:nvPr>
        </p:nvSpPr>
        <p:spPr>
          <a:xfrm>
            <a:off x="36575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32" name="Google Shape;732;p69"/>
          <p:cNvSpPr txBox="1"/>
          <p:nvPr>
            <p:ph idx="2" type="body"/>
          </p:nvPr>
        </p:nvSpPr>
        <p:spPr>
          <a:xfrm>
            <a:off x="2459408"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33" name="Google Shape;733;p69"/>
          <p:cNvSpPr txBox="1"/>
          <p:nvPr>
            <p:ph idx="3" type="body"/>
          </p:nvPr>
        </p:nvSpPr>
        <p:spPr>
          <a:xfrm>
            <a:off x="4673192"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34" name="Google Shape;734;p69"/>
          <p:cNvSpPr txBox="1"/>
          <p:nvPr>
            <p:ph idx="4" type="body"/>
          </p:nvPr>
        </p:nvSpPr>
        <p:spPr>
          <a:xfrm>
            <a:off x="688700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35" name="Google Shape;735;p69"/>
          <p:cNvSpPr txBox="1"/>
          <p:nvPr/>
        </p:nvSpPr>
        <p:spPr>
          <a:xfrm>
            <a:off x="365760" y="1307100"/>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67%</a:t>
            </a:r>
            <a:endParaRPr b="1" sz="4400">
              <a:solidFill>
                <a:schemeClr val="accent1"/>
              </a:solidFill>
              <a:latin typeface="Arial Black"/>
              <a:ea typeface="Arial Black"/>
              <a:cs typeface="Arial Black"/>
              <a:sym typeface="Arial Black"/>
            </a:endParaRPr>
          </a:p>
        </p:txBody>
      </p:sp>
      <p:sp>
        <p:nvSpPr>
          <p:cNvPr id="736" name="Google Shape;736;p69"/>
          <p:cNvSpPr txBox="1"/>
          <p:nvPr/>
        </p:nvSpPr>
        <p:spPr>
          <a:xfrm>
            <a:off x="2459426"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&gt;10M</a:t>
            </a:r>
            <a:endParaRPr b="1" sz="4400">
              <a:solidFill>
                <a:schemeClr val="accent1"/>
              </a:solidFill>
              <a:latin typeface="Arial Black"/>
              <a:ea typeface="Arial Black"/>
              <a:cs typeface="Arial Black"/>
              <a:sym typeface="Arial Black"/>
            </a:endParaRPr>
          </a:p>
        </p:txBody>
      </p:sp>
      <p:sp>
        <p:nvSpPr>
          <p:cNvPr id="737" name="Google Shape;737;p69"/>
          <p:cNvSpPr txBox="1"/>
          <p:nvPr/>
        </p:nvSpPr>
        <p:spPr>
          <a:xfrm>
            <a:off x="4673201"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+55%</a:t>
            </a:r>
            <a:endParaRPr b="1" sz="4400">
              <a:solidFill>
                <a:schemeClr val="accent1"/>
              </a:solidFill>
              <a:latin typeface="Arial Black"/>
              <a:ea typeface="Arial Black"/>
              <a:cs typeface="Arial Black"/>
              <a:sym typeface="Arial Black"/>
            </a:endParaRPr>
          </a:p>
        </p:txBody>
      </p:sp>
      <p:sp>
        <p:nvSpPr>
          <p:cNvPr id="738" name="Google Shape;738;p69"/>
          <p:cNvSpPr txBox="1"/>
          <p:nvPr/>
        </p:nvSpPr>
        <p:spPr>
          <a:xfrm>
            <a:off x="6886969" y="1289975"/>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110B</a:t>
            </a:r>
            <a:endParaRPr b="1" sz="4400">
              <a:solidFill>
                <a:schemeClr val="accent1"/>
              </a:solidFill>
              <a:latin typeface="Arial Black"/>
              <a:ea typeface="Arial Black"/>
              <a:cs typeface="Arial Black"/>
              <a:sym typeface="Arial Black"/>
            </a:endParaRPr>
          </a:p>
        </p:txBody>
      </p:sp>
      <p:sp>
        <p:nvSpPr>
          <p:cNvPr id="739" name="Google Shape;739;p69"/>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40" name="Google Shape;740;p69"/>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0"/>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Four Column Layout w/ Icons</a:t>
            </a:r>
            <a:endParaRPr/>
          </a:p>
        </p:txBody>
      </p:sp>
      <p:sp>
        <p:nvSpPr>
          <p:cNvPr id="746" name="Google Shape;746;p70"/>
          <p:cNvSpPr txBox="1"/>
          <p:nvPr>
            <p:ph idx="1" type="body"/>
          </p:nvPr>
        </p:nvSpPr>
        <p:spPr>
          <a:xfrm>
            <a:off x="36575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47" name="Google Shape;747;p70"/>
          <p:cNvSpPr txBox="1"/>
          <p:nvPr>
            <p:ph idx="2" type="body"/>
          </p:nvPr>
        </p:nvSpPr>
        <p:spPr>
          <a:xfrm>
            <a:off x="2459408"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48" name="Google Shape;748;p70"/>
          <p:cNvSpPr txBox="1"/>
          <p:nvPr>
            <p:ph idx="3" type="body"/>
          </p:nvPr>
        </p:nvSpPr>
        <p:spPr>
          <a:xfrm>
            <a:off x="4673192"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49" name="Google Shape;749;p70"/>
          <p:cNvSpPr txBox="1"/>
          <p:nvPr>
            <p:ph idx="4" type="body"/>
          </p:nvPr>
        </p:nvSpPr>
        <p:spPr>
          <a:xfrm>
            <a:off x="688700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Lorem ipsum dolor sit amet, consectetur adipiscing elit, sed do eiusmod tempor ed incididunt ut labore et dolore magna aliqua. </a:t>
            </a:r>
            <a:endParaRPr/>
          </a:p>
        </p:txBody>
      </p:sp>
      <p:sp>
        <p:nvSpPr>
          <p:cNvPr id="750" name="Google Shape;750;p70"/>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51" name="Google Shape;751;p70"/>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
        <p:nvSpPr>
          <p:cNvPr id="752" name="Google Shape;752;p70"/>
          <p:cNvSpPr/>
          <p:nvPr/>
        </p:nvSpPr>
        <p:spPr>
          <a:xfrm>
            <a:off x="544112" y="1443998"/>
            <a:ext cx="615626" cy="546779"/>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3" name="Google Shape;753;p70"/>
          <p:cNvSpPr/>
          <p:nvPr/>
        </p:nvSpPr>
        <p:spPr>
          <a:xfrm>
            <a:off x="2505882" y="1474874"/>
            <a:ext cx="699034" cy="48502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4" name="Google Shape;754;p70"/>
          <p:cNvSpPr/>
          <p:nvPr/>
        </p:nvSpPr>
        <p:spPr>
          <a:xfrm>
            <a:off x="7071573" y="1466005"/>
            <a:ext cx="536083" cy="50276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5" name="Google Shape;755;p70"/>
          <p:cNvSpPr txBox="1"/>
          <p:nvPr/>
        </p:nvSpPr>
        <p:spPr>
          <a:xfrm>
            <a:off x="365750" y="2041975"/>
            <a:ext cx="1737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Education</a:t>
            </a:r>
            <a:endParaRPr/>
          </a:p>
        </p:txBody>
      </p:sp>
      <p:sp>
        <p:nvSpPr>
          <p:cNvPr id="756" name="Google Shape;756;p70"/>
          <p:cNvSpPr txBox="1"/>
          <p:nvPr/>
        </p:nvSpPr>
        <p:spPr>
          <a:xfrm>
            <a:off x="2459408" y="2041975"/>
            <a:ext cx="1782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Mining</a:t>
            </a:r>
            <a:endParaRPr/>
          </a:p>
        </p:txBody>
      </p:sp>
      <p:sp>
        <p:nvSpPr>
          <p:cNvPr id="757" name="Google Shape;757;p70"/>
          <p:cNvSpPr txBox="1"/>
          <p:nvPr/>
        </p:nvSpPr>
        <p:spPr>
          <a:xfrm>
            <a:off x="4673192"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Data Providers</a:t>
            </a:r>
            <a:endParaRPr/>
          </a:p>
        </p:txBody>
      </p:sp>
      <p:sp>
        <p:nvSpPr>
          <p:cNvPr id="758" name="Google Shape;758;p70"/>
          <p:cNvSpPr/>
          <p:nvPr/>
        </p:nvSpPr>
        <p:spPr>
          <a:xfrm>
            <a:off x="4849511" y="1397548"/>
            <a:ext cx="565241" cy="639680"/>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9" name="Google Shape;759;p70"/>
          <p:cNvSpPr txBox="1"/>
          <p:nvPr/>
        </p:nvSpPr>
        <p:spPr>
          <a:xfrm>
            <a:off x="6887000"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Banking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71"/>
          <p:cNvSpPr txBox="1"/>
          <p:nvPr>
            <p:ph idx="1" type="body"/>
          </p:nvPr>
        </p:nvSpPr>
        <p:spPr>
          <a:xfrm>
            <a:off x="365750" y="634350"/>
            <a:ext cx="38274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One side for graphic, the other for text</a:t>
            </a:r>
            <a:endParaRPr/>
          </a:p>
        </p:txBody>
      </p:sp>
      <p:sp>
        <p:nvSpPr>
          <p:cNvPr id="765" name="Google Shape;765;p71"/>
          <p:cNvSpPr txBox="1"/>
          <p:nvPr>
            <p:ph type="title"/>
          </p:nvPr>
        </p:nvSpPr>
        <p:spPr>
          <a:xfrm>
            <a:off x="365755" y="274320"/>
            <a:ext cx="39789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Split Slide</a:t>
            </a:r>
            <a:endParaRPr/>
          </a:p>
        </p:txBody>
      </p:sp>
      <p:sp>
        <p:nvSpPr>
          <p:cNvPr id="766" name="Google Shape;766;p71"/>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767" name="Google Shape;767;p71"/>
          <p:cNvPicPr preferRelativeResize="0"/>
          <p:nvPr/>
        </p:nvPicPr>
        <p:blipFill rotWithShape="1">
          <a:blip r:embed="rId3">
            <a:alphaModFix/>
          </a:blip>
          <a:srcRect b="2014" l="5693" r="8953" t="5134"/>
          <a:stretch/>
        </p:blipFill>
        <p:spPr>
          <a:xfrm>
            <a:off x="459719" y="1438636"/>
            <a:ext cx="3790956" cy="2792040"/>
          </a:xfrm>
          <a:prstGeom prst="rect">
            <a:avLst/>
          </a:prstGeom>
          <a:noFill/>
          <a:ln>
            <a:noFill/>
          </a:ln>
        </p:spPr>
      </p:pic>
      <p:sp>
        <p:nvSpPr>
          <p:cNvPr id="768" name="Google Shape;768;p71"/>
          <p:cNvSpPr txBox="1"/>
          <p:nvPr>
            <p:ph idx="2" type="body"/>
          </p:nvPr>
        </p:nvSpPr>
        <p:spPr>
          <a:xfrm>
            <a:off x="4937760" y="1280150"/>
            <a:ext cx="3566400" cy="1864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Lorem ipsum dolor sit amet adipiscing elit eiusmod tempor incididunt ut labore</a:t>
            </a:r>
            <a:endParaRPr/>
          </a:p>
          <a:p>
            <a:pPr indent="-342900" lvl="0" marL="457200" rtl="0" algn="l">
              <a:spcBef>
                <a:spcPts val="1000"/>
              </a:spcBef>
              <a:spcAft>
                <a:spcPts val="0"/>
              </a:spcAft>
              <a:buSzPts val="1800"/>
              <a:buChar char="•"/>
            </a:pPr>
            <a:r>
              <a:rPr lang="en"/>
              <a:t>Labore et dolore magna teneranum</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72"/>
          <p:cNvSpPr txBox="1"/>
          <p:nvPr>
            <p:ph idx="1" type="body"/>
          </p:nvPr>
        </p:nvSpPr>
        <p:spPr>
          <a:xfrm>
            <a:off x="365750" y="1331975"/>
            <a:ext cx="7484400" cy="2597100"/>
          </a:xfrm>
          <a:prstGeom prst="rect">
            <a:avLst/>
          </a:prstGeom>
        </p:spPr>
        <p:txBody>
          <a:bodyPr anchorCtr="0" anchor="ctr" bIns="45700" lIns="91425" spcFirstLastPara="1" rIns="91425" wrap="square" tIns="45700">
            <a:normAutofit/>
          </a:bodyPr>
          <a:lstStyle/>
          <a:p>
            <a:pPr indent="0" lvl="0" marL="0" rtl="0" algn="l">
              <a:spcBef>
                <a:spcPts val="0"/>
              </a:spcBef>
              <a:spcAft>
                <a:spcPts val="1000"/>
              </a:spcAft>
              <a:buNone/>
            </a:pPr>
            <a:r>
              <a:rPr lang="en"/>
              <a:t>The wisdom of the wise, and the experience of ages, may be preserved by quotation.</a:t>
            </a:r>
            <a:endParaRPr/>
          </a:p>
        </p:txBody>
      </p:sp>
      <p:sp>
        <p:nvSpPr>
          <p:cNvPr id="774" name="Google Shape;774;p72"/>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75" name="Google Shape;775;p72"/>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Name  |  Title</a:t>
            </a:r>
            <a:br>
              <a:rPr lang="en"/>
            </a:br>
            <a:r>
              <a:rPr b="0" lang="en"/>
              <a:t>Company Name</a:t>
            </a:r>
            <a:endParaRPr b="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73"/>
          <p:cNvSpPr txBox="1"/>
          <p:nvPr>
            <p:ph idx="1" type="body"/>
          </p:nvPr>
        </p:nvSpPr>
        <p:spPr>
          <a:xfrm>
            <a:off x="365750" y="1331975"/>
            <a:ext cx="6076500" cy="2597100"/>
          </a:xfrm>
          <a:prstGeom prst="rect">
            <a:avLst/>
          </a:prstGeom>
        </p:spPr>
        <p:txBody>
          <a:bodyPr anchorCtr="0" anchor="ctr" bIns="45700" lIns="91425" spcFirstLastPara="1" rIns="91425" wrap="square" tIns="45700">
            <a:normAutofit lnSpcReduction="10000"/>
          </a:bodyPr>
          <a:lstStyle/>
          <a:p>
            <a:pPr indent="0" lvl="0" marL="0" rtl="0" algn="l">
              <a:spcBef>
                <a:spcPts val="0"/>
              </a:spcBef>
              <a:spcAft>
                <a:spcPts val="1000"/>
              </a:spcAft>
              <a:buNone/>
            </a:pPr>
            <a:r>
              <a:rPr lang="en"/>
              <a:t>Quotation lorem ipsum dolor sit amet, elit consectetur adipiscing.</a:t>
            </a:r>
            <a:endParaRPr/>
          </a:p>
        </p:txBody>
      </p:sp>
      <p:sp>
        <p:nvSpPr>
          <p:cNvPr id="781" name="Google Shape;781;p73"/>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82" name="Google Shape;782;p73"/>
          <p:cNvSpPr txBox="1"/>
          <p:nvPr>
            <p:ph idx="2" type="subTitle"/>
          </p:nvPr>
        </p:nvSpPr>
        <p:spPr>
          <a:xfrm>
            <a:off x="3017525" y="3999997"/>
            <a:ext cx="4206300" cy="686400"/>
          </a:xfrm>
          <a:prstGeom prst="rect">
            <a:avLst/>
          </a:prstGeom>
        </p:spPr>
        <p:txBody>
          <a:bodyPr anchorCtr="0" anchor="b" bIns="91425" lIns="91425" spcFirstLastPara="1" rIns="91425" wrap="square" tIns="91425">
            <a:noAutofit/>
          </a:bodyPr>
          <a:lstStyle/>
          <a:p>
            <a:pPr indent="0" lvl="0" marL="0" rtl="0" algn="r">
              <a:spcBef>
                <a:spcPts val="0"/>
              </a:spcBef>
              <a:spcAft>
                <a:spcPts val="1000"/>
              </a:spcAft>
              <a:buNone/>
            </a:pPr>
            <a:r>
              <a:rPr lang="en"/>
              <a:t>Name  |  Title</a:t>
            </a:r>
            <a:br>
              <a:rPr lang="en"/>
            </a:br>
            <a:r>
              <a:rPr b="0" lang="en"/>
              <a:t>Company Name</a:t>
            </a:r>
            <a:endParaRPr b="0"/>
          </a:p>
        </p:txBody>
      </p:sp>
      <p:pic>
        <p:nvPicPr>
          <p:cNvPr id="783" name="Google Shape;783;p73"/>
          <p:cNvPicPr preferRelativeResize="0"/>
          <p:nvPr/>
        </p:nvPicPr>
        <p:blipFill rotWithShape="1">
          <a:blip r:embed="rId3">
            <a:alphaModFix/>
          </a:blip>
          <a:srcRect b="9199" l="24234" r="16568" t="3433"/>
          <a:stretch/>
        </p:blipFill>
        <p:spPr>
          <a:xfrm>
            <a:off x="7341793" y="3349407"/>
            <a:ext cx="1280100" cy="1280100"/>
          </a:xfrm>
          <a:prstGeom prst="ellipse">
            <a:avLst/>
          </a:prstGeom>
          <a:noFill/>
          <a:ln cap="flat" cmpd="sng" w="38100">
            <a:solidFill>
              <a:srgbClr val="29B5E8"/>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74"/>
          <p:cNvSpPr txBox="1"/>
          <p:nvPr>
            <p:ph idx="1" type="body"/>
          </p:nvPr>
        </p:nvSpPr>
        <p:spPr>
          <a:xfrm>
            <a:off x="365750" y="1331975"/>
            <a:ext cx="7484400" cy="2597100"/>
          </a:xfrm>
          <a:prstGeom prst="rect">
            <a:avLst/>
          </a:prstGeom>
        </p:spPr>
        <p:txBody>
          <a:bodyPr anchorCtr="0" anchor="ctr" bIns="45700" lIns="91425" spcFirstLastPara="1" rIns="91425" wrap="square" tIns="45700">
            <a:normAutofit/>
          </a:bodyPr>
          <a:lstStyle/>
          <a:p>
            <a:pPr indent="0" lvl="0" marL="0" rtl="0" algn="l">
              <a:spcBef>
                <a:spcPts val="0"/>
              </a:spcBef>
              <a:spcAft>
                <a:spcPts val="1000"/>
              </a:spcAft>
              <a:buNone/>
            </a:pPr>
            <a:r>
              <a:rPr lang="en"/>
              <a:t>The wisdom of the wise, and the experience of ages, may be preserved by quotation.</a:t>
            </a:r>
            <a:endParaRPr/>
          </a:p>
        </p:txBody>
      </p:sp>
      <p:sp>
        <p:nvSpPr>
          <p:cNvPr id="789" name="Google Shape;789;p74"/>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Name  |  Title</a:t>
            </a:r>
            <a:br>
              <a:rPr lang="en"/>
            </a:br>
            <a:r>
              <a:rPr b="0" lang="en"/>
              <a:t>Company Name</a:t>
            </a:r>
            <a:endParaRPr b="0"/>
          </a:p>
        </p:txBody>
      </p:sp>
      <p:sp>
        <p:nvSpPr>
          <p:cNvPr id="790" name="Google Shape;790;p74"/>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5"/>
          <p:cNvSpPr txBox="1"/>
          <p:nvPr>
            <p:ph idx="1" type="body"/>
          </p:nvPr>
        </p:nvSpPr>
        <p:spPr>
          <a:xfrm>
            <a:off x="365750" y="274320"/>
            <a:ext cx="1926000" cy="685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Agenda</a:t>
            </a:r>
            <a:endParaRPr/>
          </a:p>
        </p:txBody>
      </p:sp>
      <p:sp>
        <p:nvSpPr>
          <p:cNvPr id="796" name="Google Shape;796;p75"/>
          <p:cNvSpPr txBox="1"/>
          <p:nvPr>
            <p:ph idx="2" type="body"/>
          </p:nvPr>
        </p:nvSpPr>
        <p:spPr>
          <a:xfrm>
            <a:off x="2961200" y="914400"/>
            <a:ext cx="5725500" cy="37719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Lorem Ipsum</a:t>
            </a:r>
            <a:endParaRPr/>
          </a:p>
          <a:p>
            <a:pPr indent="0" lvl="0" marL="0" rtl="0" algn="l">
              <a:spcBef>
                <a:spcPts val="1000"/>
              </a:spcBef>
              <a:spcAft>
                <a:spcPts val="0"/>
              </a:spcAft>
              <a:buNone/>
            </a:pPr>
            <a:r>
              <a:rPr lang="en">
                <a:solidFill>
                  <a:schemeClr val="lt1"/>
                </a:solidFill>
              </a:rPr>
              <a:t>Lorem Ipsum</a:t>
            </a:r>
            <a:endParaRPr/>
          </a:p>
          <a:p>
            <a:pPr indent="0" lvl="0" marL="0" rtl="0" algn="l">
              <a:spcBef>
                <a:spcPts val="1000"/>
              </a:spcBef>
              <a:spcAft>
                <a:spcPts val="0"/>
              </a:spcAft>
              <a:buNone/>
            </a:pPr>
            <a:r>
              <a:rPr lang="en">
                <a:solidFill>
                  <a:schemeClr val="lt1"/>
                </a:solidFill>
              </a:rPr>
              <a:t>Lorem Ipsum</a:t>
            </a:r>
            <a:endParaRPr>
              <a:solidFill>
                <a:schemeClr val="lt1"/>
              </a:solidFill>
            </a:endParaRPr>
          </a:p>
          <a:p>
            <a:pPr indent="0" lvl="0" marL="0" rtl="0" algn="l">
              <a:spcBef>
                <a:spcPts val="1000"/>
              </a:spcBef>
              <a:spcAft>
                <a:spcPts val="0"/>
              </a:spcAft>
              <a:buNone/>
            </a:pPr>
            <a:r>
              <a:rPr lang="en">
                <a:solidFill>
                  <a:schemeClr val="lt1"/>
                </a:solidFill>
              </a:rPr>
              <a:t>Lorem Ipsum</a:t>
            </a:r>
            <a:endParaRPr>
              <a:solidFill>
                <a:schemeClr val="lt1"/>
              </a:solidFill>
            </a:endParaRPr>
          </a:p>
          <a:p>
            <a:pPr indent="0" lvl="0" marL="0" rtl="0" algn="l">
              <a:spcBef>
                <a:spcPts val="1000"/>
              </a:spcBef>
              <a:spcAft>
                <a:spcPts val="0"/>
              </a:spcAft>
              <a:buNone/>
            </a:pPr>
            <a:r>
              <a:rPr lang="en">
                <a:solidFill>
                  <a:schemeClr val="lt1"/>
                </a:solidFill>
              </a:rPr>
              <a:t>Lorem Ipsum</a:t>
            </a:r>
            <a:endParaRPr>
              <a:solidFill>
                <a:schemeClr val="lt1"/>
              </a:solidFill>
            </a:endParaRPr>
          </a:p>
          <a:p>
            <a:pPr indent="0" lvl="0" marL="0" rtl="0" algn="l">
              <a:spcBef>
                <a:spcPts val="1000"/>
              </a:spcBef>
              <a:spcAft>
                <a:spcPts val="0"/>
              </a:spcAft>
              <a:buNone/>
            </a:pPr>
            <a:r>
              <a:rPr lang="en">
                <a:solidFill>
                  <a:schemeClr val="lt1"/>
                </a:solidFill>
              </a:rPr>
              <a:t>Lorem Ipsum</a:t>
            </a:r>
            <a:endParaRPr>
              <a:solidFill>
                <a:schemeClr val="lt1"/>
              </a:solidFill>
            </a:endParaRPr>
          </a:p>
          <a:p>
            <a:pPr indent="0" lvl="0" marL="0" rtl="0" algn="l">
              <a:spcBef>
                <a:spcPts val="1000"/>
              </a:spcBef>
              <a:spcAft>
                <a:spcPts val="1000"/>
              </a:spcAft>
              <a:buNone/>
            </a:pPr>
            <a:r>
              <a:rPr lang="en">
                <a:solidFill>
                  <a:schemeClr val="lt1"/>
                </a:solidFill>
              </a:rPr>
              <a:t>Lorem Ipsum</a:t>
            </a:r>
            <a:endParaRPr>
              <a:solidFill>
                <a:schemeClr val="lt1"/>
              </a:solidFill>
            </a:endParaRPr>
          </a:p>
        </p:txBody>
      </p:sp>
      <p:sp>
        <p:nvSpPr>
          <p:cNvPr id="797" name="Google Shape;797;p75"/>
          <p:cNvSpPr/>
          <p:nvPr/>
        </p:nvSpPr>
        <p:spPr>
          <a:xfrm>
            <a:off x="2951126" y="1830810"/>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798" name="Google Shape;798;p75"/>
          <p:cNvSpPr/>
          <p:nvPr/>
        </p:nvSpPr>
        <p:spPr>
          <a:xfrm>
            <a:off x="2951126" y="2273898"/>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799" name="Google Shape;799;p75"/>
          <p:cNvSpPr/>
          <p:nvPr/>
        </p:nvSpPr>
        <p:spPr>
          <a:xfrm>
            <a:off x="2951126" y="2716987"/>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800" name="Google Shape;800;p75"/>
          <p:cNvSpPr/>
          <p:nvPr/>
        </p:nvSpPr>
        <p:spPr>
          <a:xfrm>
            <a:off x="2951126" y="316007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801" name="Google Shape;801;p75"/>
          <p:cNvSpPr/>
          <p:nvPr/>
        </p:nvSpPr>
        <p:spPr>
          <a:xfrm>
            <a:off x="2951126" y="3603165"/>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802" name="Google Shape;802;p75"/>
          <p:cNvSpPr/>
          <p:nvPr/>
        </p:nvSpPr>
        <p:spPr>
          <a:xfrm>
            <a:off x="2951126" y="4046253"/>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803" name="Google Shape;803;p75"/>
          <p:cNvSpPr/>
          <p:nvPr/>
        </p:nvSpPr>
        <p:spPr>
          <a:xfrm>
            <a:off x="2951126" y="138772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804" name="Google Shape;804;p75"/>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76"/>
          <p:cNvSpPr txBox="1"/>
          <p:nvPr>
            <p:ph idx="1" type="body"/>
          </p:nvPr>
        </p:nvSpPr>
        <p:spPr>
          <a:xfrm>
            <a:off x="365750" y="274320"/>
            <a:ext cx="1926000" cy="685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Agenda</a:t>
            </a:r>
            <a:endParaRPr/>
          </a:p>
        </p:txBody>
      </p:sp>
      <p:sp>
        <p:nvSpPr>
          <p:cNvPr id="810" name="Google Shape;810;p76"/>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solidFill>
                  <a:schemeClr val="lt1"/>
                </a:solidFill>
              </a:rPr>
              <a:t>Lorem Ipsum</a:t>
            </a:r>
            <a:endParaRPr>
              <a:solidFill>
                <a:schemeClr val="lt1"/>
              </a:solidFill>
            </a:endParaRPr>
          </a:p>
          <a:p>
            <a:pPr indent="-342900" lvl="0" marL="457200" rtl="0" algn="l">
              <a:spcBef>
                <a:spcPts val="1000"/>
              </a:spcBef>
              <a:spcAft>
                <a:spcPts val="0"/>
              </a:spcAft>
              <a:buSzPts val="1800"/>
              <a:buChar char="•"/>
            </a:pPr>
            <a:r>
              <a:rPr lang="en">
                <a:solidFill>
                  <a:schemeClr val="lt1"/>
                </a:solidFill>
              </a:rPr>
              <a:t>Lorem Ipsum</a:t>
            </a:r>
            <a:endParaRPr>
              <a:solidFill>
                <a:schemeClr val="lt1"/>
              </a:solidFill>
            </a:endParaRPr>
          </a:p>
          <a:p>
            <a:pPr indent="-342900" lvl="0" marL="457200" rtl="0" algn="l">
              <a:spcBef>
                <a:spcPts val="1000"/>
              </a:spcBef>
              <a:spcAft>
                <a:spcPts val="0"/>
              </a:spcAft>
              <a:buSzPts val="1800"/>
              <a:buChar char="•"/>
            </a:pPr>
            <a:r>
              <a:rPr lang="en">
                <a:solidFill>
                  <a:schemeClr val="lt1"/>
                </a:solidFill>
              </a:rPr>
              <a:t>Lorem Ipsum</a:t>
            </a:r>
            <a:endParaRPr>
              <a:solidFill>
                <a:schemeClr val="lt1"/>
              </a:solidFill>
            </a:endParaRPr>
          </a:p>
          <a:p>
            <a:pPr indent="-342900" lvl="0" marL="457200" rtl="0" algn="l">
              <a:spcBef>
                <a:spcPts val="1000"/>
              </a:spcBef>
              <a:spcAft>
                <a:spcPts val="0"/>
              </a:spcAft>
              <a:buSzPts val="1800"/>
              <a:buChar char="•"/>
            </a:pPr>
            <a:r>
              <a:rPr lang="en">
                <a:solidFill>
                  <a:schemeClr val="lt1"/>
                </a:solidFill>
              </a:rPr>
              <a:t>Lorem Ipsum</a:t>
            </a:r>
            <a:endParaRPr>
              <a:solidFill>
                <a:schemeClr val="lt1"/>
              </a:solidFill>
            </a:endParaRPr>
          </a:p>
          <a:p>
            <a:pPr indent="-342900" lvl="0" marL="457200" rtl="0" algn="l">
              <a:spcBef>
                <a:spcPts val="1000"/>
              </a:spcBef>
              <a:spcAft>
                <a:spcPts val="0"/>
              </a:spcAft>
              <a:buSzPts val="1800"/>
              <a:buChar char="•"/>
            </a:pPr>
            <a:r>
              <a:rPr lang="en">
                <a:solidFill>
                  <a:schemeClr val="lt1"/>
                </a:solidFill>
              </a:rPr>
              <a:t>Lorem Ipsum</a:t>
            </a:r>
            <a:endParaRPr>
              <a:solidFill>
                <a:schemeClr val="lt1"/>
              </a:solidFill>
            </a:endParaRPr>
          </a:p>
          <a:p>
            <a:pPr indent="-342900" lvl="0" marL="457200" rtl="0" algn="l">
              <a:spcBef>
                <a:spcPts val="1000"/>
              </a:spcBef>
              <a:spcAft>
                <a:spcPts val="1000"/>
              </a:spcAft>
              <a:buSzPts val="1800"/>
              <a:buChar char="•"/>
            </a:pPr>
            <a:r>
              <a:rPr lang="en">
                <a:solidFill>
                  <a:schemeClr val="lt1"/>
                </a:solidFill>
              </a:rPr>
              <a:t>Lorem Ipsum</a:t>
            </a:r>
            <a:endParaRPr>
              <a:solidFill>
                <a:schemeClr val="lt1"/>
              </a:solidFill>
            </a:endParaRPr>
          </a:p>
        </p:txBody>
      </p:sp>
      <p:sp>
        <p:nvSpPr>
          <p:cNvPr id="811" name="Google Shape;811;p76"/>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7"/>
          <p:cNvSpPr txBox="1"/>
          <p:nvPr>
            <p:ph type="title"/>
          </p:nvPr>
        </p:nvSpPr>
        <p:spPr>
          <a:xfrm>
            <a:off x="3665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Speaker Headshots</a:t>
            </a:r>
            <a:endParaRPr/>
          </a:p>
        </p:txBody>
      </p:sp>
      <p:pic>
        <p:nvPicPr>
          <p:cNvPr id="817" name="Google Shape;817;p77"/>
          <p:cNvPicPr preferRelativeResize="0"/>
          <p:nvPr/>
        </p:nvPicPr>
        <p:blipFill rotWithShape="1">
          <a:blip r:embed="rId3">
            <a:alphaModFix/>
          </a:blip>
          <a:srcRect b="0" l="16125" r="16118" t="0"/>
          <a:stretch/>
        </p:blipFill>
        <p:spPr>
          <a:xfrm>
            <a:off x="505556" y="1843777"/>
            <a:ext cx="1463100" cy="1463100"/>
          </a:xfrm>
          <a:prstGeom prst="ellipse">
            <a:avLst/>
          </a:prstGeom>
          <a:noFill/>
          <a:ln cap="flat" cmpd="sng" w="38100">
            <a:solidFill>
              <a:srgbClr val="29B5E8"/>
            </a:solidFill>
            <a:prstDash val="solid"/>
            <a:round/>
            <a:headEnd len="sm" w="sm" type="none"/>
            <a:tailEnd len="sm" w="sm" type="none"/>
          </a:ln>
        </p:spPr>
      </p:pic>
      <p:pic>
        <p:nvPicPr>
          <p:cNvPr id="818" name="Google Shape;818;p77"/>
          <p:cNvPicPr preferRelativeResize="0"/>
          <p:nvPr/>
        </p:nvPicPr>
        <p:blipFill rotWithShape="1">
          <a:blip r:embed="rId4">
            <a:alphaModFix/>
          </a:blip>
          <a:srcRect b="9199" l="24234" r="16568" t="3433"/>
          <a:stretch/>
        </p:blipFill>
        <p:spPr>
          <a:xfrm>
            <a:off x="2729101" y="1843777"/>
            <a:ext cx="1463100" cy="1463100"/>
          </a:xfrm>
          <a:prstGeom prst="ellipse">
            <a:avLst/>
          </a:prstGeom>
          <a:noFill/>
          <a:ln cap="flat" cmpd="sng" w="38100">
            <a:solidFill>
              <a:srgbClr val="29B5E8"/>
            </a:solidFill>
            <a:prstDash val="solid"/>
            <a:round/>
            <a:headEnd len="sm" w="sm" type="none"/>
            <a:tailEnd len="sm" w="sm" type="none"/>
          </a:ln>
        </p:spPr>
      </p:pic>
      <p:pic>
        <p:nvPicPr>
          <p:cNvPr id="819" name="Google Shape;819;p77"/>
          <p:cNvPicPr preferRelativeResize="0"/>
          <p:nvPr/>
        </p:nvPicPr>
        <p:blipFill rotWithShape="1">
          <a:blip r:embed="rId5">
            <a:alphaModFix/>
          </a:blip>
          <a:srcRect b="13220" l="22739" r="18937" t="705"/>
          <a:stretch/>
        </p:blipFill>
        <p:spPr>
          <a:xfrm>
            <a:off x="4952647" y="1843777"/>
            <a:ext cx="1463100" cy="1463100"/>
          </a:xfrm>
          <a:prstGeom prst="ellipse">
            <a:avLst/>
          </a:prstGeom>
          <a:noFill/>
          <a:ln cap="flat" cmpd="sng" w="38100">
            <a:solidFill>
              <a:srgbClr val="29B5E8"/>
            </a:solidFill>
            <a:prstDash val="solid"/>
            <a:round/>
            <a:headEnd len="sm" w="sm" type="none"/>
            <a:tailEnd len="sm" w="sm" type="none"/>
          </a:ln>
        </p:spPr>
      </p:pic>
      <p:pic>
        <p:nvPicPr>
          <p:cNvPr id="820" name="Google Shape;820;p77"/>
          <p:cNvPicPr preferRelativeResize="0"/>
          <p:nvPr/>
        </p:nvPicPr>
        <p:blipFill rotWithShape="1">
          <a:blip r:embed="rId6">
            <a:alphaModFix/>
          </a:blip>
          <a:srcRect b="7851" l="19033" r="19822" t="1904"/>
          <a:stretch/>
        </p:blipFill>
        <p:spPr>
          <a:xfrm>
            <a:off x="7176192" y="1843777"/>
            <a:ext cx="1463100" cy="1463100"/>
          </a:xfrm>
          <a:prstGeom prst="ellipse">
            <a:avLst/>
          </a:prstGeom>
          <a:noFill/>
          <a:ln cap="flat" cmpd="sng" w="38100">
            <a:solidFill>
              <a:srgbClr val="29B5E8"/>
            </a:solidFill>
            <a:prstDash val="solid"/>
            <a:round/>
            <a:headEnd len="sm" w="sm" type="none"/>
            <a:tailEnd len="sm" w="sm" type="none"/>
          </a:ln>
        </p:spPr>
      </p:pic>
      <p:sp>
        <p:nvSpPr>
          <p:cNvPr id="821" name="Google Shape;821;p77"/>
          <p:cNvSpPr txBox="1"/>
          <p:nvPr/>
        </p:nvSpPr>
        <p:spPr>
          <a:xfrm>
            <a:off x="365750" y="3383280"/>
            <a:ext cx="1602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rgbClr val="FFFFFF"/>
                </a:solidFill>
              </a:rPr>
              <a:t>Firstname Lastname</a:t>
            </a:r>
            <a:endParaRPr b="1" sz="1100">
              <a:solidFill>
                <a:srgbClr val="FFFFFF"/>
              </a:solidFill>
            </a:endParaRPr>
          </a:p>
        </p:txBody>
      </p:sp>
      <p:sp>
        <p:nvSpPr>
          <p:cNvPr id="822" name="Google Shape;822;p77"/>
          <p:cNvSpPr txBox="1"/>
          <p:nvPr/>
        </p:nvSpPr>
        <p:spPr>
          <a:xfrm>
            <a:off x="365750" y="3607305"/>
            <a:ext cx="1602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rPr>
              <a:t>Title</a:t>
            </a:r>
            <a:endParaRPr sz="1100">
              <a:solidFill>
                <a:srgbClr val="FFFFFF"/>
              </a:solidFill>
            </a:endParaRPr>
          </a:p>
          <a:p>
            <a:pPr indent="0" lvl="0" marL="0" rtl="0" algn="ctr">
              <a:spcBef>
                <a:spcPts val="0"/>
              </a:spcBef>
              <a:spcAft>
                <a:spcPts val="0"/>
              </a:spcAft>
              <a:buNone/>
            </a:pPr>
            <a:r>
              <a:rPr lang="en" sz="1100">
                <a:solidFill>
                  <a:srgbClr val="FFFFFF"/>
                </a:solidFill>
              </a:rPr>
              <a:t>Company</a:t>
            </a:r>
            <a:endParaRPr sz="1100">
              <a:solidFill>
                <a:srgbClr val="FFFFFF"/>
              </a:solidFill>
            </a:endParaRPr>
          </a:p>
        </p:txBody>
      </p:sp>
      <p:sp>
        <p:nvSpPr>
          <p:cNvPr id="823" name="Google Shape;823;p77"/>
          <p:cNvSpPr txBox="1"/>
          <p:nvPr/>
        </p:nvSpPr>
        <p:spPr>
          <a:xfrm>
            <a:off x="2676415" y="3383280"/>
            <a:ext cx="1602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rgbClr val="FFFFFF"/>
                </a:solidFill>
              </a:rPr>
              <a:t>Firstname Lastname</a:t>
            </a:r>
            <a:endParaRPr b="1" sz="1100">
              <a:solidFill>
                <a:srgbClr val="FFFFFF"/>
              </a:solidFill>
            </a:endParaRPr>
          </a:p>
        </p:txBody>
      </p:sp>
      <p:sp>
        <p:nvSpPr>
          <p:cNvPr id="824" name="Google Shape;824;p77"/>
          <p:cNvSpPr txBox="1"/>
          <p:nvPr/>
        </p:nvSpPr>
        <p:spPr>
          <a:xfrm>
            <a:off x="2676415" y="3607305"/>
            <a:ext cx="1602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rPr>
              <a:t>Title</a:t>
            </a:r>
            <a:endParaRPr sz="1100">
              <a:solidFill>
                <a:srgbClr val="FFFFFF"/>
              </a:solidFill>
            </a:endParaRPr>
          </a:p>
          <a:p>
            <a:pPr indent="0" lvl="0" marL="0" rtl="0" algn="ctr">
              <a:spcBef>
                <a:spcPts val="0"/>
              </a:spcBef>
              <a:spcAft>
                <a:spcPts val="0"/>
              </a:spcAft>
              <a:buNone/>
            </a:pPr>
            <a:r>
              <a:rPr lang="en" sz="1100">
                <a:solidFill>
                  <a:srgbClr val="FFFFFF"/>
                </a:solidFill>
              </a:rPr>
              <a:t>Company</a:t>
            </a:r>
            <a:endParaRPr sz="1100">
              <a:solidFill>
                <a:srgbClr val="FFFFFF"/>
              </a:solidFill>
            </a:endParaRPr>
          </a:p>
        </p:txBody>
      </p:sp>
      <p:sp>
        <p:nvSpPr>
          <p:cNvPr id="825" name="Google Shape;825;p77"/>
          <p:cNvSpPr txBox="1"/>
          <p:nvPr/>
        </p:nvSpPr>
        <p:spPr>
          <a:xfrm>
            <a:off x="4888155" y="3383280"/>
            <a:ext cx="1602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rgbClr val="FFFFFF"/>
                </a:solidFill>
              </a:rPr>
              <a:t>Firstname Lastname</a:t>
            </a:r>
            <a:endParaRPr b="1" sz="1100">
              <a:solidFill>
                <a:srgbClr val="FFFFFF"/>
              </a:solidFill>
            </a:endParaRPr>
          </a:p>
        </p:txBody>
      </p:sp>
      <p:sp>
        <p:nvSpPr>
          <p:cNvPr id="826" name="Google Shape;826;p77"/>
          <p:cNvSpPr txBox="1"/>
          <p:nvPr/>
        </p:nvSpPr>
        <p:spPr>
          <a:xfrm>
            <a:off x="4888155" y="3607305"/>
            <a:ext cx="1602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rPr>
              <a:t>Title</a:t>
            </a:r>
            <a:endParaRPr sz="1100">
              <a:solidFill>
                <a:srgbClr val="FFFFFF"/>
              </a:solidFill>
            </a:endParaRPr>
          </a:p>
          <a:p>
            <a:pPr indent="0" lvl="0" marL="0" rtl="0" algn="ctr">
              <a:spcBef>
                <a:spcPts val="0"/>
              </a:spcBef>
              <a:spcAft>
                <a:spcPts val="0"/>
              </a:spcAft>
              <a:buNone/>
            </a:pPr>
            <a:r>
              <a:rPr lang="en" sz="1100">
                <a:solidFill>
                  <a:srgbClr val="FFFFFF"/>
                </a:solidFill>
              </a:rPr>
              <a:t>Company</a:t>
            </a:r>
            <a:endParaRPr sz="1100">
              <a:solidFill>
                <a:srgbClr val="FFFFFF"/>
              </a:solidFill>
            </a:endParaRPr>
          </a:p>
        </p:txBody>
      </p:sp>
      <p:sp>
        <p:nvSpPr>
          <p:cNvPr id="827" name="Google Shape;827;p77"/>
          <p:cNvSpPr txBox="1"/>
          <p:nvPr/>
        </p:nvSpPr>
        <p:spPr>
          <a:xfrm>
            <a:off x="7135214" y="3383280"/>
            <a:ext cx="1602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rgbClr val="FFFFFF"/>
                </a:solidFill>
              </a:rPr>
              <a:t>Firstname Lastname</a:t>
            </a:r>
            <a:endParaRPr b="1" sz="1100">
              <a:solidFill>
                <a:srgbClr val="FFFFFF"/>
              </a:solidFill>
            </a:endParaRPr>
          </a:p>
        </p:txBody>
      </p:sp>
      <p:sp>
        <p:nvSpPr>
          <p:cNvPr id="828" name="Google Shape;828;p77"/>
          <p:cNvSpPr txBox="1"/>
          <p:nvPr/>
        </p:nvSpPr>
        <p:spPr>
          <a:xfrm>
            <a:off x="7135214" y="3607305"/>
            <a:ext cx="1602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rPr>
              <a:t>Title</a:t>
            </a:r>
            <a:endParaRPr sz="1100">
              <a:solidFill>
                <a:srgbClr val="FFFFFF"/>
              </a:solidFill>
            </a:endParaRPr>
          </a:p>
          <a:p>
            <a:pPr indent="0" lvl="0" marL="0" rtl="0" algn="ctr">
              <a:spcBef>
                <a:spcPts val="0"/>
              </a:spcBef>
              <a:spcAft>
                <a:spcPts val="0"/>
              </a:spcAft>
              <a:buNone/>
            </a:pPr>
            <a:r>
              <a:rPr lang="en" sz="1100">
                <a:solidFill>
                  <a:srgbClr val="FFFFFF"/>
                </a:solidFill>
              </a:rPr>
              <a:t>Company</a:t>
            </a:r>
            <a:endParaRPr sz="1100">
              <a:solidFill>
                <a:srgbClr val="FFFFFF"/>
              </a:solidFill>
            </a:endParaRPr>
          </a:p>
        </p:txBody>
      </p:sp>
      <p:sp>
        <p:nvSpPr>
          <p:cNvPr id="829" name="Google Shape;829;p7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30" name="Google Shape;830;p77"/>
          <p:cNvSpPr/>
          <p:nvPr/>
        </p:nvSpPr>
        <p:spPr>
          <a:xfrm>
            <a:off x="3726600" y="0"/>
            <a:ext cx="5417400" cy="11265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rgbClr val="FFFFFF"/>
                </a:solidFill>
              </a:rPr>
              <a:t>INSTRUCTIONS:</a:t>
            </a:r>
            <a:r>
              <a:rPr lang="en" sz="1100">
                <a:solidFill>
                  <a:srgbClr val="FFFFFF"/>
                </a:solidFill>
              </a:rPr>
              <a:t> To change the photos, right click on the one you want to replace,  select “Replace image” &gt; “Upload from Computer” and navigate your files to choose the headshot you’ve previously downloaded to your computer. </a:t>
            </a:r>
            <a:endParaRPr sz="1100">
              <a:solidFill>
                <a:srgbClr val="FFFFFF"/>
              </a:solidFill>
            </a:endParaRPr>
          </a:p>
          <a:p>
            <a:pPr indent="0" lvl="0" marL="0" rtl="0" algn="l">
              <a:lnSpc>
                <a:spcPct val="110000"/>
              </a:lnSpc>
              <a:spcBef>
                <a:spcPts val="0"/>
              </a:spcBef>
              <a:spcAft>
                <a:spcPts val="0"/>
              </a:spcAft>
              <a:buNone/>
            </a:pPr>
            <a:r>
              <a:rPr b="1" lang="en" sz="2000">
                <a:solidFill>
                  <a:srgbClr val="FFFFFF"/>
                </a:solidFill>
              </a:rPr>
              <a:t>DELETE THIS BOX AFTER.</a:t>
            </a:r>
            <a:endParaRPr sz="2300">
              <a:solidFill>
                <a:srgbClr val="FFFFF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grpSp>
        <p:nvGrpSpPr>
          <p:cNvPr id="835" name="Google Shape;835;p78"/>
          <p:cNvGrpSpPr/>
          <p:nvPr/>
        </p:nvGrpSpPr>
        <p:grpSpPr>
          <a:xfrm>
            <a:off x="453589" y="640207"/>
            <a:ext cx="8156679" cy="3968098"/>
            <a:chOff x="240025" y="1120750"/>
            <a:chExt cx="7139950" cy="3473475"/>
          </a:xfrm>
        </p:grpSpPr>
        <p:sp>
          <p:nvSpPr>
            <p:cNvPr id="836" name="Google Shape;836;p78"/>
            <p:cNvSpPr/>
            <p:nvPr/>
          </p:nvSpPr>
          <p:spPr>
            <a:xfrm>
              <a:off x="4485775" y="2511600"/>
              <a:ext cx="59775" cy="55625"/>
            </a:xfrm>
            <a:custGeom>
              <a:rect b="b" l="l" r="r" t="t"/>
              <a:pathLst>
                <a:path extrusionOk="0" h="2225" w="2391">
                  <a:moveTo>
                    <a:pt x="1176" y="1"/>
                  </a:moveTo>
                  <a:lnTo>
                    <a:pt x="499" y="231"/>
                  </a:lnTo>
                  <a:lnTo>
                    <a:pt x="0" y="563"/>
                  </a:lnTo>
                  <a:lnTo>
                    <a:pt x="90" y="1112"/>
                  </a:lnTo>
                  <a:lnTo>
                    <a:pt x="626" y="1112"/>
                  </a:lnTo>
                  <a:lnTo>
                    <a:pt x="652" y="1125"/>
                  </a:lnTo>
                  <a:lnTo>
                    <a:pt x="844" y="1355"/>
                  </a:lnTo>
                  <a:lnTo>
                    <a:pt x="933" y="1458"/>
                  </a:lnTo>
                  <a:lnTo>
                    <a:pt x="1214" y="1406"/>
                  </a:lnTo>
                  <a:lnTo>
                    <a:pt x="1240" y="1419"/>
                  </a:lnTo>
                  <a:lnTo>
                    <a:pt x="1495" y="1598"/>
                  </a:lnTo>
                  <a:lnTo>
                    <a:pt x="1904" y="1815"/>
                  </a:lnTo>
                  <a:lnTo>
                    <a:pt x="1917" y="1828"/>
                  </a:lnTo>
                  <a:lnTo>
                    <a:pt x="2122" y="2224"/>
                  </a:lnTo>
                  <a:lnTo>
                    <a:pt x="2134" y="2224"/>
                  </a:lnTo>
                  <a:lnTo>
                    <a:pt x="2390" y="2173"/>
                  </a:lnTo>
                  <a:lnTo>
                    <a:pt x="2019" y="1611"/>
                  </a:lnTo>
                  <a:lnTo>
                    <a:pt x="1738" y="1419"/>
                  </a:lnTo>
                  <a:lnTo>
                    <a:pt x="1725" y="1394"/>
                  </a:lnTo>
                  <a:lnTo>
                    <a:pt x="1738" y="1368"/>
                  </a:lnTo>
                  <a:lnTo>
                    <a:pt x="1866" y="1240"/>
                  </a:lnTo>
                  <a:lnTo>
                    <a:pt x="1866" y="1061"/>
                  </a:lnTo>
                  <a:lnTo>
                    <a:pt x="1598" y="1342"/>
                  </a:lnTo>
                  <a:lnTo>
                    <a:pt x="1406" y="1189"/>
                  </a:lnTo>
                  <a:lnTo>
                    <a:pt x="1304" y="934"/>
                  </a:lnTo>
                  <a:lnTo>
                    <a:pt x="1406" y="857"/>
                  </a:lnTo>
                  <a:lnTo>
                    <a:pt x="1598" y="1010"/>
                  </a:lnTo>
                  <a:lnTo>
                    <a:pt x="1725" y="959"/>
                  </a:lnTo>
                  <a:lnTo>
                    <a:pt x="1649" y="959"/>
                  </a:lnTo>
                  <a:lnTo>
                    <a:pt x="1623" y="946"/>
                  </a:lnTo>
                  <a:lnTo>
                    <a:pt x="1380" y="665"/>
                  </a:lnTo>
                  <a:lnTo>
                    <a:pt x="1368" y="640"/>
                  </a:lnTo>
                  <a:lnTo>
                    <a:pt x="1380" y="614"/>
                  </a:lnTo>
                  <a:lnTo>
                    <a:pt x="1572" y="473"/>
                  </a:lnTo>
                  <a:lnTo>
                    <a:pt x="1559" y="320"/>
                  </a:lnTo>
                  <a:lnTo>
                    <a:pt x="1189" y="282"/>
                  </a:lnTo>
                  <a:lnTo>
                    <a:pt x="1176" y="269"/>
                  </a:lnTo>
                  <a:lnTo>
                    <a:pt x="1163" y="256"/>
                  </a:lnTo>
                  <a:lnTo>
                    <a:pt x="1163" y="243"/>
                  </a:lnTo>
                  <a:lnTo>
                    <a:pt x="1163" y="218"/>
                  </a:lnTo>
                  <a:lnTo>
                    <a:pt x="1240" y="128"/>
                  </a:lnTo>
                  <a:lnTo>
                    <a:pt x="117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8"/>
            <p:cNvSpPr/>
            <p:nvPr/>
          </p:nvSpPr>
          <p:spPr>
            <a:xfrm>
              <a:off x="4991250" y="2468775"/>
              <a:ext cx="203550" cy="90775"/>
            </a:xfrm>
            <a:custGeom>
              <a:rect b="b" l="l" r="r" t="t"/>
              <a:pathLst>
                <a:path extrusionOk="0" h="3631" w="8142">
                  <a:moveTo>
                    <a:pt x="7042" y="602"/>
                  </a:moveTo>
                  <a:lnTo>
                    <a:pt x="7170" y="691"/>
                  </a:lnTo>
                  <a:lnTo>
                    <a:pt x="6736" y="1075"/>
                  </a:lnTo>
                  <a:lnTo>
                    <a:pt x="6327" y="1126"/>
                  </a:lnTo>
                  <a:lnTo>
                    <a:pt x="5956" y="998"/>
                  </a:lnTo>
                  <a:lnTo>
                    <a:pt x="5700" y="998"/>
                  </a:lnTo>
                  <a:lnTo>
                    <a:pt x="5662" y="870"/>
                  </a:lnTo>
                  <a:lnTo>
                    <a:pt x="5905" y="793"/>
                  </a:lnTo>
                  <a:lnTo>
                    <a:pt x="6045" y="602"/>
                  </a:lnTo>
                  <a:lnTo>
                    <a:pt x="6263" y="602"/>
                  </a:lnTo>
                  <a:lnTo>
                    <a:pt x="6557" y="717"/>
                  </a:lnTo>
                  <a:lnTo>
                    <a:pt x="7042" y="602"/>
                  </a:lnTo>
                  <a:close/>
                  <a:moveTo>
                    <a:pt x="3911" y="1"/>
                  </a:moveTo>
                  <a:lnTo>
                    <a:pt x="3323" y="308"/>
                  </a:lnTo>
                  <a:lnTo>
                    <a:pt x="3323" y="704"/>
                  </a:lnTo>
                  <a:lnTo>
                    <a:pt x="2620" y="474"/>
                  </a:lnTo>
                  <a:lnTo>
                    <a:pt x="1585" y="474"/>
                  </a:lnTo>
                  <a:lnTo>
                    <a:pt x="1393" y="832"/>
                  </a:lnTo>
                  <a:lnTo>
                    <a:pt x="1227" y="972"/>
                  </a:lnTo>
                  <a:lnTo>
                    <a:pt x="1432" y="1241"/>
                  </a:lnTo>
                  <a:lnTo>
                    <a:pt x="1086" y="1611"/>
                  </a:lnTo>
                  <a:lnTo>
                    <a:pt x="1189" y="1829"/>
                  </a:lnTo>
                  <a:lnTo>
                    <a:pt x="1393" y="2046"/>
                  </a:lnTo>
                  <a:lnTo>
                    <a:pt x="1853" y="1931"/>
                  </a:lnTo>
                  <a:lnTo>
                    <a:pt x="2071" y="1662"/>
                  </a:lnTo>
                  <a:lnTo>
                    <a:pt x="2339" y="1944"/>
                  </a:lnTo>
                  <a:lnTo>
                    <a:pt x="3221" y="2353"/>
                  </a:lnTo>
                  <a:lnTo>
                    <a:pt x="2646" y="2455"/>
                  </a:lnTo>
                  <a:lnTo>
                    <a:pt x="2211" y="2864"/>
                  </a:lnTo>
                  <a:lnTo>
                    <a:pt x="1713" y="2762"/>
                  </a:lnTo>
                  <a:lnTo>
                    <a:pt x="1240" y="2864"/>
                  </a:lnTo>
                  <a:lnTo>
                    <a:pt x="856" y="2966"/>
                  </a:lnTo>
                  <a:lnTo>
                    <a:pt x="153" y="3081"/>
                  </a:lnTo>
                  <a:lnTo>
                    <a:pt x="0" y="3452"/>
                  </a:lnTo>
                  <a:lnTo>
                    <a:pt x="307" y="3554"/>
                  </a:lnTo>
                  <a:lnTo>
                    <a:pt x="652" y="3554"/>
                  </a:lnTo>
                  <a:lnTo>
                    <a:pt x="971" y="3375"/>
                  </a:lnTo>
                  <a:lnTo>
                    <a:pt x="1150" y="3541"/>
                  </a:lnTo>
                  <a:lnTo>
                    <a:pt x="1419" y="3388"/>
                  </a:lnTo>
                  <a:lnTo>
                    <a:pt x="1789" y="3464"/>
                  </a:lnTo>
                  <a:lnTo>
                    <a:pt x="1789" y="3631"/>
                  </a:lnTo>
                  <a:lnTo>
                    <a:pt x="2275" y="3362"/>
                  </a:lnTo>
                  <a:lnTo>
                    <a:pt x="2927" y="3401"/>
                  </a:lnTo>
                  <a:lnTo>
                    <a:pt x="3106" y="3286"/>
                  </a:lnTo>
                  <a:lnTo>
                    <a:pt x="3093" y="2966"/>
                  </a:lnTo>
                  <a:lnTo>
                    <a:pt x="3770" y="2493"/>
                  </a:lnTo>
                  <a:lnTo>
                    <a:pt x="4064" y="2493"/>
                  </a:lnTo>
                  <a:lnTo>
                    <a:pt x="4512" y="2276"/>
                  </a:lnTo>
                  <a:lnTo>
                    <a:pt x="4691" y="2570"/>
                  </a:lnTo>
                  <a:lnTo>
                    <a:pt x="5125" y="2468"/>
                  </a:lnTo>
                  <a:lnTo>
                    <a:pt x="5521" y="1841"/>
                  </a:lnTo>
                  <a:lnTo>
                    <a:pt x="6505" y="1841"/>
                  </a:lnTo>
                  <a:lnTo>
                    <a:pt x="6838" y="1420"/>
                  </a:lnTo>
                  <a:lnTo>
                    <a:pt x="8141" y="959"/>
                  </a:lnTo>
                  <a:lnTo>
                    <a:pt x="8116" y="781"/>
                  </a:lnTo>
                  <a:lnTo>
                    <a:pt x="7720" y="576"/>
                  </a:lnTo>
                  <a:lnTo>
                    <a:pt x="6838" y="282"/>
                  </a:lnTo>
                  <a:lnTo>
                    <a:pt x="5815" y="346"/>
                  </a:lnTo>
                  <a:lnTo>
                    <a:pt x="5483" y="487"/>
                  </a:lnTo>
                  <a:lnTo>
                    <a:pt x="5189" y="244"/>
                  </a:lnTo>
                  <a:lnTo>
                    <a:pt x="4844" y="487"/>
                  </a:lnTo>
                  <a:lnTo>
                    <a:pt x="4371" y="193"/>
                  </a:lnTo>
                  <a:lnTo>
                    <a:pt x="391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78"/>
            <p:cNvSpPr/>
            <p:nvPr/>
          </p:nvSpPr>
          <p:spPr>
            <a:xfrm>
              <a:off x="4138775" y="2494025"/>
              <a:ext cx="369375" cy="141250"/>
            </a:xfrm>
            <a:custGeom>
              <a:rect b="b" l="l" r="r" t="t"/>
              <a:pathLst>
                <a:path extrusionOk="0" h="5650" w="14775">
                  <a:moveTo>
                    <a:pt x="13548" y="3157"/>
                  </a:moveTo>
                  <a:lnTo>
                    <a:pt x="13803" y="3234"/>
                  </a:lnTo>
                  <a:lnTo>
                    <a:pt x="13701" y="3324"/>
                  </a:lnTo>
                  <a:lnTo>
                    <a:pt x="13701" y="3490"/>
                  </a:lnTo>
                  <a:lnTo>
                    <a:pt x="13803" y="3490"/>
                  </a:lnTo>
                  <a:lnTo>
                    <a:pt x="13752" y="3554"/>
                  </a:lnTo>
                  <a:lnTo>
                    <a:pt x="13509" y="3669"/>
                  </a:lnTo>
                  <a:lnTo>
                    <a:pt x="13407" y="3541"/>
                  </a:lnTo>
                  <a:lnTo>
                    <a:pt x="12973" y="3541"/>
                  </a:lnTo>
                  <a:lnTo>
                    <a:pt x="13024" y="3439"/>
                  </a:lnTo>
                  <a:lnTo>
                    <a:pt x="13548" y="3157"/>
                  </a:lnTo>
                  <a:close/>
                  <a:moveTo>
                    <a:pt x="5790" y="1"/>
                  </a:moveTo>
                  <a:lnTo>
                    <a:pt x="5292" y="243"/>
                  </a:lnTo>
                  <a:lnTo>
                    <a:pt x="5202" y="192"/>
                  </a:lnTo>
                  <a:lnTo>
                    <a:pt x="4256" y="640"/>
                  </a:lnTo>
                  <a:lnTo>
                    <a:pt x="4218" y="844"/>
                  </a:lnTo>
                  <a:lnTo>
                    <a:pt x="3668" y="857"/>
                  </a:lnTo>
                  <a:lnTo>
                    <a:pt x="3413" y="819"/>
                  </a:lnTo>
                  <a:lnTo>
                    <a:pt x="3093" y="844"/>
                  </a:lnTo>
                  <a:lnTo>
                    <a:pt x="2454" y="793"/>
                  </a:lnTo>
                  <a:lnTo>
                    <a:pt x="2326" y="678"/>
                  </a:lnTo>
                  <a:lnTo>
                    <a:pt x="2160" y="716"/>
                  </a:lnTo>
                  <a:lnTo>
                    <a:pt x="1892" y="691"/>
                  </a:lnTo>
                  <a:lnTo>
                    <a:pt x="1841" y="767"/>
                  </a:lnTo>
                  <a:lnTo>
                    <a:pt x="1917" y="946"/>
                  </a:lnTo>
                  <a:lnTo>
                    <a:pt x="2390" y="1061"/>
                  </a:lnTo>
                  <a:lnTo>
                    <a:pt x="2659" y="1164"/>
                  </a:lnTo>
                  <a:lnTo>
                    <a:pt x="2978" y="1253"/>
                  </a:lnTo>
                  <a:lnTo>
                    <a:pt x="2902" y="1304"/>
                  </a:lnTo>
                  <a:lnTo>
                    <a:pt x="2250" y="1381"/>
                  </a:lnTo>
                  <a:lnTo>
                    <a:pt x="2135" y="1534"/>
                  </a:lnTo>
                  <a:lnTo>
                    <a:pt x="2237" y="1598"/>
                  </a:lnTo>
                  <a:lnTo>
                    <a:pt x="1790" y="1662"/>
                  </a:lnTo>
                  <a:lnTo>
                    <a:pt x="1572" y="1547"/>
                  </a:lnTo>
                  <a:lnTo>
                    <a:pt x="1470" y="1521"/>
                  </a:lnTo>
                  <a:lnTo>
                    <a:pt x="1278" y="1573"/>
                  </a:lnTo>
                  <a:lnTo>
                    <a:pt x="1023" y="1585"/>
                  </a:lnTo>
                  <a:lnTo>
                    <a:pt x="869" y="1509"/>
                  </a:lnTo>
                  <a:lnTo>
                    <a:pt x="703" y="1547"/>
                  </a:lnTo>
                  <a:lnTo>
                    <a:pt x="563" y="1560"/>
                  </a:lnTo>
                  <a:lnTo>
                    <a:pt x="77" y="1905"/>
                  </a:lnTo>
                  <a:lnTo>
                    <a:pt x="13" y="2276"/>
                  </a:lnTo>
                  <a:lnTo>
                    <a:pt x="0" y="2391"/>
                  </a:lnTo>
                  <a:lnTo>
                    <a:pt x="550" y="2391"/>
                  </a:lnTo>
                  <a:lnTo>
                    <a:pt x="639" y="2480"/>
                  </a:lnTo>
                  <a:lnTo>
                    <a:pt x="371" y="2672"/>
                  </a:lnTo>
                  <a:lnTo>
                    <a:pt x="639" y="2736"/>
                  </a:lnTo>
                  <a:lnTo>
                    <a:pt x="665" y="2915"/>
                  </a:lnTo>
                  <a:lnTo>
                    <a:pt x="818" y="2978"/>
                  </a:lnTo>
                  <a:lnTo>
                    <a:pt x="767" y="3119"/>
                  </a:lnTo>
                  <a:lnTo>
                    <a:pt x="627" y="3170"/>
                  </a:lnTo>
                  <a:lnTo>
                    <a:pt x="639" y="3336"/>
                  </a:lnTo>
                  <a:lnTo>
                    <a:pt x="550" y="3451"/>
                  </a:lnTo>
                  <a:lnTo>
                    <a:pt x="639" y="3630"/>
                  </a:lnTo>
                  <a:lnTo>
                    <a:pt x="895" y="3758"/>
                  </a:lnTo>
                  <a:lnTo>
                    <a:pt x="895" y="4142"/>
                  </a:lnTo>
                  <a:lnTo>
                    <a:pt x="831" y="4295"/>
                  </a:lnTo>
                  <a:lnTo>
                    <a:pt x="869" y="4372"/>
                  </a:lnTo>
                  <a:lnTo>
                    <a:pt x="1048" y="4384"/>
                  </a:lnTo>
                  <a:lnTo>
                    <a:pt x="1202" y="4550"/>
                  </a:lnTo>
                  <a:lnTo>
                    <a:pt x="1010" y="4602"/>
                  </a:lnTo>
                  <a:lnTo>
                    <a:pt x="1036" y="4666"/>
                  </a:lnTo>
                  <a:lnTo>
                    <a:pt x="1266" y="4666"/>
                  </a:lnTo>
                  <a:lnTo>
                    <a:pt x="1445" y="4742"/>
                  </a:lnTo>
                  <a:lnTo>
                    <a:pt x="1675" y="4717"/>
                  </a:lnTo>
                  <a:lnTo>
                    <a:pt x="1611" y="4819"/>
                  </a:lnTo>
                  <a:lnTo>
                    <a:pt x="1841" y="4908"/>
                  </a:lnTo>
                  <a:lnTo>
                    <a:pt x="2071" y="4921"/>
                  </a:lnTo>
                  <a:lnTo>
                    <a:pt x="2096" y="4998"/>
                  </a:lnTo>
                  <a:lnTo>
                    <a:pt x="2365" y="4998"/>
                  </a:lnTo>
                  <a:lnTo>
                    <a:pt x="2582" y="5458"/>
                  </a:lnTo>
                  <a:lnTo>
                    <a:pt x="2889" y="5509"/>
                  </a:lnTo>
                  <a:lnTo>
                    <a:pt x="3362" y="5381"/>
                  </a:lnTo>
                  <a:lnTo>
                    <a:pt x="3502" y="5445"/>
                  </a:lnTo>
                  <a:lnTo>
                    <a:pt x="3643" y="4883"/>
                  </a:lnTo>
                  <a:lnTo>
                    <a:pt x="4346" y="4959"/>
                  </a:lnTo>
                  <a:lnTo>
                    <a:pt x="4870" y="5164"/>
                  </a:lnTo>
                  <a:lnTo>
                    <a:pt x="5228" y="5573"/>
                  </a:lnTo>
                  <a:lnTo>
                    <a:pt x="6148" y="5432"/>
                  </a:lnTo>
                  <a:lnTo>
                    <a:pt x="6442" y="5151"/>
                  </a:lnTo>
                  <a:lnTo>
                    <a:pt x="6608" y="4832"/>
                  </a:lnTo>
                  <a:lnTo>
                    <a:pt x="7042" y="4857"/>
                  </a:lnTo>
                  <a:lnTo>
                    <a:pt x="7132" y="5049"/>
                  </a:lnTo>
                  <a:lnTo>
                    <a:pt x="7592" y="5049"/>
                  </a:lnTo>
                  <a:lnTo>
                    <a:pt x="7822" y="4832"/>
                  </a:lnTo>
                  <a:lnTo>
                    <a:pt x="8039" y="4883"/>
                  </a:lnTo>
                  <a:lnTo>
                    <a:pt x="8039" y="5151"/>
                  </a:lnTo>
                  <a:lnTo>
                    <a:pt x="7822" y="5292"/>
                  </a:lnTo>
                  <a:lnTo>
                    <a:pt x="7899" y="5650"/>
                  </a:lnTo>
                  <a:lnTo>
                    <a:pt x="8103" y="5483"/>
                  </a:lnTo>
                  <a:lnTo>
                    <a:pt x="8333" y="5343"/>
                  </a:lnTo>
                  <a:lnTo>
                    <a:pt x="8257" y="5049"/>
                  </a:lnTo>
                  <a:lnTo>
                    <a:pt x="8257" y="5023"/>
                  </a:lnTo>
                  <a:lnTo>
                    <a:pt x="8333" y="4832"/>
                  </a:lnTo>
                  <a:lnTo>
                    <a:pt x="8359" y="4819"/>
                  </a:lnTo>
                  <a:lnTo>
                    <a:pt x="8384" y="4819"/>
                  </a:lnTo>
                  <a:lnTo>
                    <a:pt x="9075" y="5023"/>
                  </a:lnTo>
                  <a:lnTo>
                    <a:pt x="9650" y="4691"/>
                  </a:lnTo>
                  <a:lnTo>
                    <a:pt x="9662" y="4678"/>
                  </a:lnTo>
                  <a:lnTo>
                    <a:pt x="9688" y="4691"/>
                  </a:lnTo>
                  <a:lnTo>
                    <a:pt x="10238" y="4972"/>
                  </a:lnTo>
                  <a:lnTo>
                    <a:pt x="10659" y="4806"/>
                  </a:lnTo>
                  <a:lnTo>
                    <a:pt x="10685" y="4806"/>
                  </a:lnTo>
                  <a:lnTo>
                    <a:pt x="11081" y="4883"/>
                  </a:lnTo>
                  <a:lnTo>
                    <a:pt x="11631" y="4614"/>
                  </a:lnTo>
                  <a:lnTo>
                    <a:pt x="12219" y="4614"/>
                  </a:lnTo>
                  <a:lnTo>
                    <a:pt x="12819" y="4448"/>
                  </a:lnTo>
                  <a:lnTo>
                    <a:pt x="12845" y="4448"/>
                  </a:lnTo>
                  <a:lnTo>
                    <a:pt x="12858" y="4461"/>
                  </a:lnTo>
                  <a:lnTo>
                    <a:pt x="12934" y="4563"/>
                  </a:lnTo>
                  <a:lnTo>
                    <a:pt x="13292" y="4346"/>
                  </a:lnTo>
                  <a:lnTo>
                    <a:pt x="13318" y="4346"/>
                  </a:lnTo>
                  <a:lnTo>
                    <a:pt x="13740" y="4435"/>
                  </a:lnTo>
                  <a:lnTo>
                    <a:pt x="14289" y="4346"/>
                  </a:lnTo>
                  <a:lnTo>
                    <a:pt x="14302" y="4346"/>
                  </a:lnTo>
                  <a:lnTo>
                    <a:pt x="14327" y="4359"/>
                  </a:lnTo>
                  <a:lnTo>
                    <a:pt x="14430" y="4729"/>
                  </a:lnTo>
                  <a:lnTo>
                    <a:pt x="14775" y="4512"/>
                  </a:lnTo>
                  <a:lnTo>
                    <a:pt x="14609" y="4103"/>
                  </a:lnTo>
                  <a:lnTo>
                    <a:pt x="14366" y="3950"/>
                  </a:lnTo>
                  <a:lnTo>
                    <a:pt x="14353" y="3937"/>
                  </a:lnTo>
                  <a:lnTo>
                    <a:pt x="14353" y="3911"/>
                  </a:lnTo>
                  <a:lnTo>
                    <a:pt x="14430" y="3630"/>
                  </a:lnTo>
                  <a:lnTo>
                    <a:pt x="14442" y="3618"/>
                  </a:lnTo>
                  <a:lnTo>
                    <a:pt x="14583" y="3554"/>
                  </a:lnTo>
                  <a:lnTo>
                    <a:pt x="14481" y="3362"/>
                  </a:lnTo>
                  <a:lnTo>
                    <a:pt x="14481" y="3349"/>
                  </a:lnTo>
                  <a:lnTo>
                    <a:pt x="14442" y="3055"/>
                  </a:lnTo>
                  <a:lnTo>
                    <a:pt x="14085" y="2710"/>
                  </a:lnTo>
                  <a:lnTo>
                    <a:pt x="14072" y="2672"/>
                  </a:lnTo>
                  <a:lnTo>
                    <a:pt x="14085" y="2646"/>
                  </a:lnTo>
                  <a:lnTo>
                    <a:pt x="14276" y="2493"/>
                  </a:lnTo>
                  <a:lnTo>
                    <a:pt x="14289" y="2480"/>
                  </a:lnTo>
                  <a:lnTo>
                    <a:pt x="14545" y="2429"/>
                  </a:lnTo>
                  <a:lnTo>
                    <a:pt x="14660" y="2084"/>
                  </a:lnTo>
                  <a:lnTo>
                    <a:pt x="14481" y="1879"/>
                  </a:lnTo>
                  <a:lnTo>
                    <a:pt x="13944" y="1879"/>
                  </a:lnTo>
                  <a:lnTo>
                    <a:pt x="13918" y="1867"/>
                  </a:lnTo>
                  <a:lnTo>
                    <a:pt x="13906" y="1854"/>
                  </a:lnTo>
                  <a:lnTo>
                    <a:pt x="13803" y="1253"/>
                  </a:lnTo>
                  <a:lnTo>
                    <a:pt x="13803" y="1240"/>
                  </a:lnTo>
                  <a:lnTo>
                    <a:pt x="13816" y="1215"/>
                  </a:lnTo>
                  <a:lnTo>
                    <a:pt x="14161" y="997"/>
                  </a:lnTo>
                  <a:lnTo>
                    <a:pt x="13982" y="870"/>
                  </a:lnTo>
                  <a:lnTo>
                    <a:pt x="13624" y="870"/>
                  </a:lnTo>
                  <a:lnTo>
                    <a:pt x="13318" y="576"/>
                  </a:lnTo>
                  <a:lnTo>
                    <a:pt x="13100" y="652"/>
                  </a:lnTo>
                  <a:lnTo>
                    <a:pt x="13075" y="665"/>
                  </a:lnTo>
                  <a:lnTo>
                    <a:pt x="12807" y="563"/>
                  </a:lnTo>
                  <a:lnTo>
                    <a:pt x="12513" y="563"/>
                  </a:lnTo>
                  <a:lnTo>
                    <a:pt x="12206" y="499"/>
                  </a:lnTo>
                  <a:lnTo>
                    <a:pt x="12065" y="742"/>
                  </a:lnTo>
                  <a:lnTo>
                    <a:pt x="11695" y="819"/>
                  </a:lnTo>
                  <a:lnTo>
                    <a:pt x="11592" y="959"/>
                  </a:lnTo>
                  <a:lnTo>
                    <a:pt x="11516" y="997"/>
                  </a:lnTo>
                  <a:lnTo>
                    <a:pt x="11362" y="1049"/>
                  </a:lnTo>
                  <a:lnTo>
                    <a:pt x="11132" y="1113"/>
                  </a:lnTo>
                  <a:lnTo>
                    <a:pt x="10685" y="997"/>
                  </a:lnTo>
                  <a:lnTo>
                    <a:pt x="10135" y="997"/>
                  </a:lnTo>
                  <a:lnTo>
                    <a:pt x="9445" y="1087"/>
                  </a:lnTo>
                  <a:lnTo>
                    <a:pt x="9266" y="908"/>
                  </a:lnTo>
                  <a:lnTo>
                    <a:pt x="9075" y="946"/>
                  </a:lnTo>
                  <a:lnTo>
                    <a:pt x="8870" y="844"/>
                  </a:lnTo>
                  <a:lnTo>
                    <a:pt x="8666" y="844"/>
                  </a:lnTo>
                  <a:lnTo>
                    <a:pt x="8525" y="627"/>
                  </a:lnTo>
                  <a:lnTo>
                    <a:pt x="8257" y="742"/>
                  </a:lnTo>
                  <a:lnTo>
                    <a:pt x="8027" y="563"/>
                  </a:lnTo>
                  <a:lnTo>
                    <a:pt x="7924" y="333"/>
                  </a:lnTo>
                  <a:lnTo>
                    <a:pt x="7669" y="333"/>
                  </a:lnTo>
                  <a:lnTo>
                    <a:pt x="7477" y="371"/>
                  </a:lnTo>
                  <a:lnTo>
                    <a:pt x="7209" y="141"/>
                  </a:lnTo>
                  <a:lnTo>
                    <a:pt x="7273" y="65"/>
                  </a:lnTo>
                  <a:lnTo>
                    <a:pt x="7106" y="1"/>
                  </a:lnTo>
                  <a:lnTo>
                    <a:pt x="6902" y="128"/>
                  </a:lnTo>
                  <a:lnTo>
                    <a:pt x="57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8"/>
            <p:cNvSpPr/>
            <p:nvPr/>
          </p:nvSpPr>
          <p:spPr>
            <a:xfrm>
              <a:off x="4516750" y="2499450"/>
              <a:ext cx="104200" cy="80550"/>
            </a:xfrm>
            <a:custGeom>
              <a:rect b="b" l="l" r="r" t="t"/>
              <a:pathLst>
                <a:path extrusionOk="0" h="3222" w="4168">
                  <a:moveTo>
                    <a:pt x="2761" y="1"/>
                  </a:moveTo>
                  <a:lnTo>
                    <a:pt x="2659" y="244"/>
                  </a:lnTo>
                  <a:lnTo>
                    <a:pt x="2646" y="269"/>
                  </a:lnTo>
                  <a:lnTo>
                    <a:pt x="2634" y="269"/>
                  </a:lnTo>
                  <a:lnTo>
                    <a:pt x="2276" y="346"/>
                  </a:lnTo>
                  <a:lnTo>
                    <a:pt x="2225" y="538"/>
                  </a:lnTo>
                  <a:lnTo>
                    <a:pt x="2212" y="550"/>
                  </a:lnTo>
                  <a:lnTo>
                    <a:pt x="2199" y="563"/>
                  </a:lnTo>
                  <a:lnTo>
                    <a:pt x="1841" y="589"/>
                  </a:lnTo>
                  <a:lnTo>
                    <a:pt x="1803" y="576"/>
                  </a:lnTo>
                  <a:lnTo>
                    <a:pt x="1522" y="295"/>
                  </a:lnTo>
                  <a:lnTo>
                    <a:pt x="1304" y="154"/>
                  </a:lnTo>
                  <a:lnTo>
                    <a:pt x="1253" y="218"/>
                  </a:lnTo>
                  <a:lnTo>
                    <a:pt x="1253" y="755"/>
                  </a:lnTo>
                  <a:lnTo>
                    <a:pt x="1241" y="780"/>
                  </a:lnTo>
                  <a:lnTo>
                    <a:pt x="1215" y="793"/>
                  </a:lnTo>
                  <a:lnTo>
                    <a:pt x="819" y="704"/>
                  </a:lnTo>
                  <a:lnTo>
                    <a:pt x="806" y="704"/>
                  </a:lnTo>
                  <a:lnTo>
                    <a:pt x="180" y="410"/>
                  </a:lnTo>
                  <a:lnTo>
                    <a:pt x="1" y="461"/>
                  </a:lnTo>
                  <a:lnTo>
                    <a:pt x="78" y="602"/>
                  </a:lnTo>
                  <a:lnTo>
                    <a:pt x="78" y="614"/>
                  </a:lnTo>
                  <a:lnTo>
                    <a:pt x="65" y="640"/>
                  </a:lnTo>
                  <a:lnTo>
                    <a:pt x="26" y="704"/>
                  </a:lnTo>
                  <a:lnTo>
                    <a:pt x="346" y="729"/>
                  </a:lnTo>
                  <a:lnTo>
                    <a:pt x="371" y="742"/>
                  </a:lnTo>
                  <a:lnTo>
                    <a:pt x="384" y="768"/>
                  </a:lnTo>
                  <a:lnTo>
                    <a:pt x="410" y="959"/>
                  </a:lnTo>
                  <a:lnTo>
                    <a:pt x="410" y="985"/>
                  </a:lnTo>
                  <a:lnTo>
                    <a:pt x="397" y="998"/>
                  </a:lnTo>
                  <a:lnTo>
                    <a:pt x="218" y="1138"/>
                  </a:lnTo>
                  <a:lnTo>
                    <a:pt x="423" y="1368"/>
                  </a:lnTo>
                  <a:lnTo>
                    <a:pt x="665" y="1368"/>
                  </a:lnTo>
                  <a:lnTo>
                    <a:pt x="691" y="1381"/>
                  </a:lnTo>
                  <a:lnTo>
                    <a:pt x="704" y="1407"/>
                  </a:lnTo>
                  <a:lnTo>
                    <a:pt x="704" y="1739"/>
                  </a:lnTo>
                  <a:lnTo>
                    <a:pt x="691" y="1765"/>
                  </a:lnTo>
                  <a:lnTo>
                    <a:pt x="576" y="1880"/>
                  </a:lnTo>
                  <a:lnTo>
                    <a:pt x="832" y="2046"/>
                  </a:lnTo>
                  <a:lnTo>
                    <a:pt x="832" y="2059"/>
                  </a:lnTo>
                  <a:lnTo>
                    <a:pt x="1215" y="2646"/>
                  </a:lnTo>
                  <a:lnTo>
                    <a:pt x="1279" y="2646"/>
                  </a:lnTo>
                  <a:lnTo>
                    <a:pt x="1637" y="2301"/>
                  </a:lnTo>
                  <a:lnTo>
                    <a:pt x="1662" y="2289"/>
                  </a:lnTo>
                  <a:lnTo>
                    <a:pt x="1713" y="2289"/>
                  </a:lnTo>
                  <a:lnTo>
                    <a:pt x="2007" y="2174"/>
                  </a:lnTo>
                  <a:lnTo>
                    <a:pt x="2020" y="2174"/>
                  </a:lnTo>
                  <a:lnTo>
                    <a:pt x="2097" y="2186"/>
                  </a:lnTo>
                  <a:lnTo>
                    <a:pt x="2237" y="2084"/>
                  </a:lnTo>
                  <a:lnTo>
                    <a:pt x="2455" y="2084"/>
                  </a:lnTo>
                  <a:lnTo>
                    <a:pt x="2480" y="2097"/>
                  </a:lnTo>
                  <a:lnTo>
                    <a:pt x="2493" y="2122"/>
                  </a:lnTo>
                  <a:lnTo>
                    <a:pt x="2493" y="2327"/>
                  </a:lnTo>
                  <a:lnTo>
                    <a:pt x="2480" y="2352"/>
                  </a:lnTo>
                  <a:lnTo>
                    <a:pt x="2391" y="2429"/>
                  </a:lnTo>
                  <a:lnTo>
                    <a:pt x="2416" y="2557"/>
                  </a:lnTo>
                  <a:lnTo>
                    <a:pt x="2404" y="2583"/>
                  </a:lnTo>
                  <a:lnTo>
                    <a:pt x="2340" y="2749"/>
                  </a:lnTo>
                  <a:lnTo>
                    <a:pt x="2365" y="2889"/>
                  </a:lnTo>
                  <a:lnTo>
                    <a:pt x="2570" y="3004"/>
                  </a:lnTo>
                  <a:lnTo>
                    <a:pt x="2787" y="3222"/>
                  </a:lnTo>
                  <a:lnTo>
                    <a:pt x="3017" y="3183"/>
                  </a:lnTo>
                  <a:lnTo>
                    <a:pt x="3004" y="2646"/>
                  </a:lnTo>
                  <a:lnTo>
                    <a:pt x="3030" y="2531"/>
                  </a:lnTo>
                  <a:lnTo>
                    <a:pt x="3196" y="2646"/>
                  </a:lnTo>
                  <a:lnTo>
                    <a:pt x="3400" y="2250"/>
                  </a:lnTo>
                  <a:lnTo>
                    <a:pt x="3400" y="1982"/>
                  </a:lnTo>
                  <a:lnTo>
                    <a:pt x="3503" y="1790"/>
                  </a:lnTo>
                  <a:lnTo>
                    <a:pt x="3477" y="1598"/>
                  </a:lnTo>
                  <a:lnTo>
                    <a:pt x="3682" y="1445"/>
                  </a:lnTo>
                  <a:lnTo>
                    <a:pt x="3976" y="1356"/>
                  </a:lnTo>
                  <a:lnTo>
                    <a:pt x="4167" y="1356"/>
                  </a:lnTo>
                  <a:lnTo>
                    <a:pt x="4129" y="1202"/>
                  </a:lnTo>
                  <a:lnTo>
                    <a:pt x="3822" y="1202"/>
                  </a:lnTo>
                  <a:lnTo>
                    <a:pt x="3464" y="1074"/>
                  </a:lnTo>
                  <a:lnTo>
                    <a:pt x="276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8"/>
            <p:cNvSpPr/>
            <p:nvPr/>
          </p:nvSpPr>
          <p:spPr>
            <a:xfrm>
              <a:off x="4510375" y="2548675"/>
              <a:ext cx="26525" cy="19825"/>
            </a:xfrm>
            <a:custGeom>
              <a:rect b="b" l="l" r="r" t="t"/>
              <a:pathLst>
                <a:path extrusionOk="0" h="793" w="1061">
                  <a:moveTo>
                    <a:pt x="230" y="0"/>
                  </a:moveTo>
                  <a:lnTo>
                    <a:pt x="0" y="38"/>
                  </a:lnTo>
                  <a:lnTo>
                    <a:pt x="371" y="511"/>
                  </a:lnTo>
                  <a:lnTo>
                    <a:pt x="780" y="792"/>
                  </a:lnTo>
                  <a:lnTo>
                    <a:pt x="1061" y="754"/>
                  </a:lnTo>
                  <a:lnTo>
                    <a:pt x="869" y="396"/>
                  </a:lnTo>
                  <a:lnTo>
                    <a:pt x="473" y="179"/>
                  </a:lnTo>
                  <a:lnTo>
                    <a:pt x="473" y="166"/>
                  </a:lnTo>
                  <a:lnTo>
                    <a:pt x="2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8"/>
            <p:cNvSpPr/>
            <p:nvPr/>
          </p:nvSpPr>
          <p:spPr>
            <a:xfrm>
              <a:off x="4627000" y="2849650"/>
              <a:ext cx="16950" cy="33575"/>
            </a:xfrm>
            <a:custGeom>
              <a:rect b="b" l="l" r="r" t="t"/>
              <a:pathLst>
                <a:path extrusionOk="0" h="1343" w="678">
                  <a:moveTo>
                    <a:pt x="486" y="0"/>
                  </a:moveTo>
                  <a:lnTo>
                    <a:pt x="294" y="64"/>
                  </a:lnTo>
                  <a:lnTo>
                    <a:pt x="205" y="358"/>
                  </a:lnTo>
                  <a:lnTo>
                    <a:pt x="0" y="678"/>
                  </a:lnTo>
                  <a:lnTo>
                    <a:pt x="77" y="1125"/>
                  </a:lnTo>
                  <a:lnTo>
                    <a:pt x="205" y="1253"/>
                  </a:lnTo>
                  <a:lnTo>
                    <a:pt x="447" y="1342"/>
                  </a:lnTo>
                  <a:lnTo>
                    <a:pt x="678" y="1036"/>
                  </a:lnTo>
                  <a:lnTo>
                    <a:pt x="614" y="614"/>
                  </a:lnTo>
                  <a:lnTo>
                    <a:pt x="678" y="243"/>
                  </a:lnTo>
                  <a:lnTo>
                    <a:pt x="550" y="103"/>
                  </a:lnTo>
                  <a:lnTo>
                    <a:pt x="48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8"/>
            <p:cNvSpPr/>
            <p:nvPr/>
          </p:nvSpPr>
          <p:spPr>
            <a:xfrm>
              <a:off x="4625400" y="2839425"/>
              <a:ext cx="3850" cy="12800"/>
            </a:xfrm>
            <a:custGeom>
              <a:rect b="b" l="l" r="r" t="t"/>
              <a:pathLst>
                <a:path extrusionOk="0" h="512" w="154">
                  <a:moveTo>
                    <a:pt x="64" y="0"/>
                  </a:moveTo>
                  <a:lnTo>
                    <a:pt x="0" y="77"/>
                  </a:lnTo>
                  <a:lnTo>
                    <a:pt x="0" y="294"/>
                  </a:lnTo>
                  <a:lnTo>
                    <a:pt x="64" y="512"/>
                  </a:lnTo>
                  <a:lnTo>
                    <a:pt x="154" y="409"/>
                  </a:lnTo>
                  <a:lnTo>
                    <a:pt x="154" y="21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8"/>
            <p:cNvSpPr/>
            <p:nvPr/>
          </p:nvSpPr>
          <p:spPr>
            <a:xfrm>
              <a:off x="4307475" y="2721850"/>
              <a:ext cx="417000" cy="326875"/>
            </a:xfrm>
            <a:custGeom>
              <a:rect b="b" l="l" r="r" t="t"/>
              <a:pathLst>
                <a:path extrusionOk="0" h="13075" w="16680">
                  <a:moveTo>
                    <a:pt x="3707" y="0"/>
                  </a:moveTo>
                  <a:lnTo>
                    <a:pt x="3681" y="51"/>
                  </a:lnTo>
                  <a:lnTo>
                    <a:pt x="3656" y="64"/>
                  </a:lnTo>
                  <a:lnTo>
                    <a:pt x="2058" y="460"/>
                  </a:lnTo>
                  <a:lnTo>
                    <a:pt x="2122" y="690"/>
                  </a:lnTo>
                  <a:lnTo>
                    <a:pt x="2352" y="908"/>
                  </a:lnTo>
                  <a:lnTo>
                    <a:pt x="2787" y="1304"/>
                  </a:lnTo>
                  <a:lnTo>
                    <a:pt x="2799" y="1317"/>
                  </a:lnTo>
                  <a:lnTo>
                    <a:pt x="2787" y="1342"/>
                  </a:lnTo>
                  <a:lnTo>
                    <a:pt x="2416" y="1904"/>
                  </a:lnTo>
                  <a:lnTo>
                    <a:pt x="2403" y="1917"/>
                  </a:lnTo>
                  <a:lnTo>
                    <a:pt x="1930" y="1917"/>
                  </a:lnTo>
                  <a:lnTo>
                    <a:pt x="1521" y="2313"/>
                  </a:lnTo>
                  <a:lnTo>
                    <a:pt x="1509" y="2326"/>
                  </a:lnTo>
                  <a:lnTo>
                    <a:pt x="1023" y="2531"/>
                  </a:lnTo>
                  <a:lnTo>
                    <a:pt x="997" y="2531"/>
                  </a:lnTo>
                  <a:lnTo>
                    <a:pt x="294" y="2339"/>
                  </a:lnTo>
                  <a:lnTo>
                    <a:pt x="269" y="2428"/>
                  </a:lnTo>
                  <a:lnTo>
                    <a:pt x="282" y="2569"/>
                  </a:lnTo>
                  <a:lnTo>
                    <a:pt x="205" y="2761"/>
                  </a:lnTo>
                  <a:lnTo>
                    <a:pt x="243" y="3119"/>
                  </a:lnTo>
                  <a:lnTo>
                    <a:pt x="0" y="3400"/>
                  </a:lnTo>
                  <a:lnTo>
                    <a:pt x="422" y="3438"/>
                  </a:lnTo>
                  <a:lnTo>
                    <a:pt x="652" y="3668"/>
                  </a:lnTo>
                  <a:lnTo>
                    <a:pt x="1534" y="5061"/>
                  </a:lnTo>
                  <a:lnTo>
                    <a:pt x="1700" y="5304"/>
                  </a:lnTo>
                  <a:lnTo>
                    <a:pt x="1700" y="5470"/>
                  </a:lnTo>
                  <a:lnTo>
                    <a:pt x="1892" y="5496"/>
                  </a:lnTo>
                  <a:lnTo>
                    <a:pt x="2109" y="5905"/>
                  </a:lnTo>
                  <a:lnTo>
                    <a:pt x="2071" y="6263"/>
                  </a:lnTo>
                  <a:lnTo>
                    <a:pt x="2339" y="6582"/>
                  </a:lnTo>
                  <a:lnTo>
                    <a:pt x="2902" y="6914"/>
                  </a:lnTo>
                  <a:lnTo>
                    <a:pt x="3669" y="8269"/>
                  </a:lnTo>
                  <a:lnTo>
                    <a:pt x="3477" y="8870"/>
                  </a:lnTo>
                  <a:lnTo>
                    <a:pt x="4116" y="10058"/>
                  </a:lnTo>
                  <a:lnTo>
                    <a:pt x="4691" y="10225"/>
                  </a:lnTo>
                  <a:lnTo>
                    <a:pt x="5304" y="11247"/>
                  </a:lnTo>
                  <a:lnTo>
                    <a:pt x="5547" y="11771"/>
                  </a:lnTo>
                  <a:lnTo>
                    <a:pt x="6174" y="12448"/>
                  </a:lnTo>
                  <a:lnTo>
                    <a:pt x="6225" y="12615"/>
                  </a:lnTo>
                  <a:lnTo>
                    <a:pt x="6506" y="12972"/>
                  </a:lnTo>
                  <a:lnTo>
                    <a:pt x="6519" y="13075"/>
                  </a:lnTo>
                  <a:lnTo>
                    <a:pt x="6736" y="12883"/>
                  </a:lnTo>
                  <a:lnTo>
                    <a:pt x="6736" y="12257"/>
                  </a:lnTo>
                  <a:lnTo>
                    <a:pt x="6749" y="12231"/>
                  </a:lnTo>
                  <a:lnTo>
                    <a:pt x="6761" y="12218"/>
                  </a:lnTo>
                  <a:lnTo>
                    <a:pt x="7004" y="12167"/>
                  </a:lnTo>
                  <a:lnTo>
                    <a:pt x="7030" y="12180"/>
                  </a:lnTo>
                  <a:lnTo>
                    <a:pt x="7260" y="12346"/>
                  </a:lnTo>
                  <a:lnTo>
                    <a:pt x="8231" y="12244"/>
                  </a:lnTo>
                  <a:lnTo>
                    <a:pt x="8244" y="12244"/>
                  </a:lnTo>
                  <a:lnTo>
                    <a:pt x="9177" y="12474"/>
                  </a:lnTo>
                  <a:lnTo>
                    <a:pt x="9688" y="12474"/>
                  </a:lnTo>
                  <a:lnTo>
                    <a:pt x="9701" y="12487"/>
                  </a:lnTo>
                  <a:lnTo>
                    <a:pt x="9816" y="12691"/>
                  </a:lnTo>
                  <a:lnTo>
                    <a:pt x="10225" y="12525"/>
                  </a:lnTo>
                  <a:lnTo>
                    <a:pt x="10340" y="12206"/>
                  </a:lnTo>
                  <a:lnTo>
                    <a:pt x="10353" y="12193"/>
                  </a:lnTo>
                  <a:lnTo>
                    <a:pt x="10711" y="11771"/>
                  </a:lnTo>
                  <a:lnTo>
                    <a:pt x="10711" y="11758"/>
                  </a:lnTo>
                  <a:lnTo>
                    <a:pt x="11247" y="11439"/>
                  </a:lnTo>
                  <a:lnTo>
                    <a:pt x="11260" y="11439"/>
                  </a:lnTo>
                  <a:lnTo>
                    <a:pt x="13740" y="11055"/>
                  </a:lnTo>
                  <a:lnTo>
                    <a:pt x="16155" y="10135"/>
                  </a:lnTo>
                  <a:lnTo>
                    <a:pt x="16679" y="8614"/>
                  </a:lnTo>
                  <a:lnTo>
                    <a:pt x="16283" y="8077"/>
                  </a:lnTo>
                  <a:lnTo>
                    <a:pt x="15478" y="8077"/>
                  </a:lnTo>
                  <a:lnTo>
                    <a:pt x="15235" y="7924"/>
                  </a:lnTo>
                  <a:lnTo>
                    <a:pt x="14302" y="7924"/>
                  </a:lnTo>
                  <a:lnTo>
                    <a:pt x="14276" y="7911"/>
                  </a:lnTo>
                  <a:lnTo>
                    <a:pt x="14264" y="7899"/>
                  </a:lnTo>
                  <a:lnTo>
                    <a:pt x="13714" y="6991"/>
                  </a:lnTo>
                  <a:lnTo>
                    <a:pt x="13752" y="6978"/>
                  </a:lnTo>
                  <a:lnTo>
                    <a:pt x="13292" y="6684"/>
                  </a:lnTo>
                  <a:lnTo>
                    <a:pt x="13075" y="6518"/>
                  </a:lnTo>
                  <a:lnTo>
                    <a:pt x="12628" y="6186"/>
                  </a:lnTo>
                  <a:lnTo>
                    <a:pt x="12551" y="5649"/>
                  </a:lnTo>
                  <a:lnTo>
                    <a:pt x="12679" y="5381"/>
                  </a:lnTo>
                  <a:lnTo>
                    <a:pt x="12359" y="5010"/>
                  </a:lnTo>
                  <a:lnTo>
                    <a:pt x="12027" y="4422"/>
                  </a:lnTo>
                  <a:lnTo>
                    <a:pt x="11593" y="3988"/>
                  </a:lnTo>
                  <a:lnTo>
                    <a:pt x="11363" y="3860"/>
                  </a:lnTo>
                  <a:lnTo>
                    <a:pt x="11286" y="3643"/>
                  </a:lnTo>
                  <a:lnTo>
                    <a:pt x="10992" y="3080"/>
                  </a:lnTo>
                  <a:lnTo>
                    <a:pt x="10493" y="3080"/>
                  </a:lnTo>
                  <a:lnTo>
                    <a:pt x="10468" y="3067"/>
                  </a:lnTo>
                  <a:lnTo>
                    <a:pt x="10110" y="2659"/>
                  </a:lnTo>
                  <a:lnTo>
                    <a:pt x="9752" y="2659"/>
                  </a:lnTo>
                  <a:lnTo>
                    <a:pt x="9739" y="2646"/>
                  </a:lnTo>
                  <a:lnTo>
                    <a:pt x="9509" y="2531"/>
                  </a:lnTo>
                  <a:lnTo>
                    <a:pt x="9190" y="2646"/>
                  </a:lnTo>
                  <a:lnTo>
                    <a:pt x="9164" y="2646"/>
                  </a:lnTo>
                  <a:lnTo>
                    <a:pt x="8883" y="2531"/>
                  </a:lnTo>
                  <a:lnTo>
                    <a:pt x="8321" y="2531"/>
                  </a:lnTo>
                  <a:lnTo>
                    <a:pt x="7733" y="2352"/>
                  </a:lnTo>
                  <a:lnTo>
                    <a:pt x="7720" y="2352"/>
                  </a:lnTo>
                  <a:lnTo>
                    <a:pt x="6161" y="1061"/>
                  </a:lnTo>
                  <a:lnTo>
                    <a:pt x="5573" y="678"/>
                  </a:lnTo>
                  <a:lnTo>
                    <a:pt x="4448" y="90"/>
                  </a:lnTo>
                  <a:lnTo>
                    <a:pt x="37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8"/>
            <p:cNvSpPr/>
            <p:nvPr/>
          </p:nvSpPr>
          <p:spPr>
            <a:xfrm>
              <a:off x="4391200" y="2604250"/>
              <a:ext cx="190775" cy="182150"/>
            </a:xfrm>
            <a:custGeom>
              <a:rect b="b" l="l" r="r" t="t"/>
              <a:pathLst>
                <a:path extrusionOk="0" h="7286" w="7631">
                  <a:moveTo>
                    <a:pt x="3604" y="2877"/>
                  </a:moveTo>
                  <a:lnTo>
                    <a:pt x="3668" y="3119"/>
                  </a:lnTo>
                  <a:lnTo>
                    <a:pt x="3821" y="3119"/>
                  </a:lnTo>
                  <a:lnTo>
                    <a:pt x="3821" y="3260"/>
                  </a:lnTo>
                  <a:lnTo>
                    <a:pt x="3706" y="3349"/>
                  </a:lnTo>
                  <a:lnTo>
                    <a:pt x="3527" y="3170"/>
                  </a:lnTo>
                  <a:lnTo>
                    <a:pt x="3604" y="2877"/>
                  </a:lnTo>
                  <a:close/>
                  <a:moveTo>
                    <a:pt x="4051" y="4014"/>
                  </a:moveTo>
                  <a:lnTo>
                    <a:pt x="3949" y="4206"/>
                  </a:lnTo>
                  <a:lnTo>
                    <a:pt x="4294" y="4206"/>
                  </a:lnTo>
                  <a:lnTo>
                    <a:pt x="4064" y="4397"/>
                  </a:lnTo>
                  <a:lnTo>
                    <a:pt x="3821" y="4282"/>
                  </a:lnTo>
                  <a:lnTo>
                    <a:pt x="3821" y="4014"/>
                  </a:lnTo>
                  <a:close/>
                  <a:moveTo>
                    <a:pt x="3221" y="1"/>
                  </a:moveTo>
                  <a:lnTo>
                    <a:pt x="2863" y="231"/>
                  </a:lnTo>
                  <a:lnTo>
                    <a:pt x="2812" y="397"/>
                  </a:lnTo>
                  <a:lnTo>
                    <a:pt x="2799" y="423"/>
                  </a:lnTo>
                  <a:lnTo>
                    <a:pt x="2441" y="691"/>
                  </a:lnTo>
                  <a:lnTo>
                    <a:pt x="2416" y="704"/>
                  </a:lnTo>
                  <a:lnTo>
                    <a:pt x="2262" y="704"/>
                  </a:lnTo>
                  <a:lnTo>
                    <a:pt x="1917" y="1011"/>
                  </a:lnTo>
                  <a:lnTo>
                    <a:pt x="2122" y="1381"/>
                  </a:lnTo>
                  <a:lnTo>
                    <a:pt x="2122" y="1394"/>
                  </a:lnTo>
                  <a:lnTo>
                    <a:pt x="2109" y="1420"/>
                  </a:lnTo>
                  <a:lnTo>
                    <a:pt x="2019" y="1547"/>
                  </a:lnTo>
                  <a:lnTo>
                    <a:pt x="1904" y="1956"/>
                  </a:lnTo>
                  <a:lnTo>
                    <a:pt x="1904" y="2468"/>
                  </a:lnTo>
                  <a:lnTo>
                    <a:pt x="1904" y="2493"/>
                  </a:lnTo>
                  <a:lnTo>
                    <a:pt x="1674" y="2800"/>
                  </a:lnTo>
                  <a:lnTo>
                    <a:pt x="1662" y="2813"/>
                  </a:lnTo>
                  <a:lnTo>
                    <a:pt x="51" y="3490"/>
                  </a:lnTo>
                  <a:lnTo>
                    <a:pt x="0" y="3528"/>
                  </a:lnTo>
                  <a:lnTo>
                    <a:pt x="268" y="4295"/>
                  </a:lnTo>
                  <a:lnTo>
                    <a:pt x="268" y="4321"/>
                  </a:lnTo>
                  <a:lnTo>
                    <a:pt x="256" y="4334"/>
                  </a:lnTo>
                  <a:lnTo>
                    <a:pt x="205" y="4397"/>
                  </a:lnTo>
                  <a:lnTo>
                    <a:pt x="205" y="4436"/>
                  </a:lnTo>
                  <a:lnTo>
                    <a:pt x="409" y="4436"/>
                  </a:lnTo>
                  <a:lnTo>
                    <a:pt x="435" y="4449"/>
                  </a:lnTo>
                  <a:lnTo>
                    <a:pt x="435" y="4474"/>
                  </a:lnTo>
                  <a:lnTo>
                    <a:pt x="435" y="4551"/>
                  </a:lnTo>
                  <a:lnTo>
                    <a:pt x="435" y="4564"/>
                  </a:lnTo>
                  <a:lnTo>
                    <a:pt x="396" y="4627"/>
                  </a:lnTo>
                  <a:lnTo>
                    <a:pt x="1112" y="4730"/>
                  </a:lnTo>
                  <a:lnTo>
                    <a:pt x="1125" y="4730"/>
                  </a:lnTo>
                  <a:lnTo>
                    <a:pt x="2262" y="5318"/>
                  </a:lnTo>
                  <a:lnTo>
                    <a:pt x="2262" y="5330"/>
                  </a:lnTo>
                  <a:lnTo>
                    <a:pt x="2850" y="5701"/>
                  </a:lnTo>
                  <a:lnTo>
                    <a:pt x="4409" y="6992"/>
                  </a:lnTo>
                  <a:lnTo>
                    <a:pt x="4984" y="7158"/>
                  </a:lnTo>
                  <a:lnTo>
                    <a:pt x="5547" y="7158"/>
                  </a:lnTo>
                  <a:lnTo>
                    <a:pt x="5560" y="7171"/>
                  </a:lnTo>
                  <a:lnTo>
                    <a:pt x="5828" y="7286"/>
                  </a:lnTo>
                  <a:lnTo>
                    <a:pt x="6148" y="7171"/>
                  </a:lnTo>
                  <a:lnTo>
                    <a:pt x="6173" y="7171"/>
                  </a:lnTo>
                  <a:lnTo>
                    <a:pt x="6211" y="7184"/>
                  </a:lnTo>
                  <a:lnTo>
                    <a:pt x="6365" y="6813"/>
                  </a:lnTo>
                  <a:lnTo>
                    <a:pt x="6365" y="6800"/>
                  </a:lnTo>
                  <a:lnTo>
                    <a:pt x="6646" y="6468"/>
                  </a:lnTo>
                  <a:lnTo>
                    <a:pt x="6672" y="6455"/>
                  </a:lnTo>
                  <a:lnTo>
                    <a:pt x="6965" y="6378"/>
                  </a:lnTo>
                  <a:lnTo>
                    <a:pt x="6978" y="6378"/>
                  </a:lnTo>
                  <a:lnTo>
                    <a:pt x="7311" y="6455"/>
                  </a:lnTo>
                  <a:lnTo>
                    <a:pt x="7323" y="6468"/>
                  </a:lnTo>
                  <a:lnTo>
                    <a:pt x="7336" y="6481"/>
                  </a:lnTo>
                  <a:lnTo>
                    <a:pt x="7387" y="6634"/>
                  </a:lnTo>
                  <a:lnTo>
                    <a:pt x="7489" y="6621"/>
                  </a:lnTo>
                  <a:lnTo>
                    <a:pt x="7477" y="6570"/>
                  </a:lnTo>
                  <a:lnTo>
                    <a:pt x="7617" y="6519"/>
                  </a:lnTo>
                  <a:lnTo>
                    <a:pt x="7630" y="6519"/>
                  </a:lnTo>
                  <a:lnTo>
                    <a:pt x="7566" y="6442"/>
                  </a:lnTo>
                  <a:lnTo>
                    <a:pt x="7323" y="6123"/>
                  </a:lnTo>
                  <a:lnTo>
                    <a:pt x="7311" y="6097"/>
                  </a:lnTo>
                  <a:lnTo>
                    <a:pt x="7311" y="5714"/>
                  </a:lnTo>
                  <a:lnTo>
                    <a:pt x="6991" y="5714"/>
                  </a:lnTo>
                  <a:lnTo>
                    <a:pt x="6965" y="5701"/>
                  </a:lnTo>
                  <a:lnTo>
                    <a:pt x="6953" y="5675"/>
                  </a:lnTo>
                  <a:lnTo>
                    <a:pt x="6953" y="5177"/>
                  </a:lnTo>
                  <a:lnTo>
                    <a:pt x="6965" y="5151"/>
                  </a:lnTo>
                  <a:lnTo>
                    <a:pt x="6978" y="5139"/>
                  </a:lnTo>
                  <a:lnTo>
                    <a:pt x="7170" y="5036"/>
                  </a:lnTo>
                  <a:lnTo>
                    <a:pt x="7119" y="4883"/>
                  </a:lnTo>
                  <a:lnTo>
                    <a:pt x="6620" y="4385"/>
                  </a:lnTo>
                  <a:lnTo>
                    <a:pt x="5892" y="3873"/>
                  </a:lnTo>
                  <a:lnTo>
                    <a:pt x="5636" y="3822"/>
                  </a:lnTo>
                  <a:lnTo>
                    <a:pt x="5624" y="3822"/>
                  </a:lnTo>
                  <a:lnTo>
                    <a:pt x="5611" y="3797"/>
                  </a:lnTo>
                  <a:lnTo>
                    <a:pt x="5611" y="3426"/>
                  </a:lnTo>
                  <a:lnTo>
                    <a:pt x="5483" y="3349"/>
                  </a:lnTo>
                  <a:lnTo>
                    <a:pt x="5470" y="3337"/>
                  </a:lnTo>
                  <a:lnTo>
                    <a:pt x="5393" y="3183"/>
                  </a:lnTo>
                  <a:lnTo>
                    <a:pt x="5202" y="2966"/>
                  </a:lnTo>
                  <a:lnTo>
                    <a:pt x="5189" y="2953"/>
                  </a:lnTo>
                  <a:lnTo>
                    <a:pt x="5189" y="2928"/>
                  </a:lnTo>
                  <a:lnTo>
                    <a:pt x="5432" y="2327"/>
                  </a:lnTo>
                  <a:lnTo>
                    <a:pt x="5445" y="2314"/>
                  </a:lnTo>
                  <a:lnTo>
                    <a:pt x="5777" y="2007"/>
                  </a:lnTo>
                  <a:lnTo>
                    <a:pt x="5841" y="1829"/>
                  </a:lnTo>
                  <a:lnTo>
                    <a:pt x="5751" y="1637"/>
                  </a:lnTo>
                  <a:lnTo>
                    <a:pt x="5751" y="1611"/>
                  </a:lnTo>
                  <a:lnTo>
                    <a:pt x="5751" y="1598"/>
                  </a:lnTo>
                  <a:lnTo>
                    <a:pt x="5879" y="1445"/>
                  </a:lnTo>
                  <a:lnTo>
                    <a:pt x="5777" y="1356"/>
                  </a:lnTo>
                  <a:lnTo>
                    <a:pt x="5508" y="1356"/>
                  </a:lnTo>
                  <a:lnTo>
                    <a:pt x="5483" y="1343"/>
                  </a:lnTo>
                  <a:lnTo>
                    <a:pt x="5202" y="1100"/>
                  </a:lnTo>
                  <a:lnTo>
                    <a:pt x="5189" y="1074"/>
                  </a:lnTo>
                  <a:lnTo>
                    <a:pt x="5189" y="678"/>
                  </a:lnTo>
                  <a:lnTo>
                    <a:pt x="4895" y="525"/>
                  </a:lnTo>
                  <a:lnTo>
                    <a:pt x="4869" y="512"/>
                  </a:lnTo>
                  <a:lnTo>
                    <a:pt x="4703" y="167"/>
                  </a:lnTo>
                  <a:lnTo>
                    <a:pt x="4333" y="410"/>
                  </a:lnTo>
                  <a:lnTo>
                    <a:pt x="4294" y="410"/>
                  </a:lnTo>
                  <a:lnTo>
                    <a:pt x="4282" y="397"/>
                  </a:lnTo>
                  <a:lnTo>
                    <a:pt x="4282" y="384"/>
                  </a:lnTo>
                  <a:lnTo>
                    <a:pt x="4167" y="1"/>
                  </a:lnTo>
                  <a:lnTo>
                    <a:pt x="3643" y="90"/>
                  </a:lnTo>
                  <a:lnTo>
                    <a:pt x="3630" y="90"/>
                  </a:lnTo>
                  <a:lnTo>
                    <a:pt x="32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8"/>
            <p:cNvSpPr/>
            <p:nvPr/>
          </p:nvSpPr>
          <p:spPr>
            <a:xfrm>
              <a:off x="6191975" y="2608100"/>
              <a:ext cx="3225" cy="3225"/>
            </a:xfrm>
            <a:custGeom>
              <a:rect b="b" l="l" r="r" t="t"/>
              <a:pathLst>
                <a:path extrusionOk="0" h="129" w="129">
                  <a:moveTo>
                    <a:pt x="26" y="0"/>
                  </a:moveTo>
                  <a:lnTo>
                    <a:pt x="1" y="128"/>
                  </a:lnTo>
                  <a:lnTo>
                    <a:pt x="103" y="128"/>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8"/>
            <p:cNvSpPr/>
            <p:nvPr/>
          </p:nvSpPr>
          <p:spPr>
            <a:xfrm>
              <a:off x="4651925" y="2846775"/>
              <a:ext cx="89150" cy="75425"/>
            </a:xfrm>
            <a:custGeom>
              <a:rect b="b" l="l" r="r" t="t"/>
              <a:pathLst>
                <a:path extrusionOk="0" h="3017" w="3566">
                  <a:moveTo>
                    <a:pt x="3361" y="0"/>
                  </a:moveTo>
                  <a:lnTo>
                    <a:pt x="3234" y="230"/>
                  </a:lnTo>
                  <a:lnTo>
                    <a:pt x="3093" y="448"/>
                  </a:lnTo>
                  <a:lnTo>
                    <a:pt x="2825" y="652"/>
                  </a:lnTo>
                  <a:lnTo>
                    <a:pt x="2403" y="1151"/>
                  </a:lnTo>
                  <a:lnTo>
                    <a:pt x="1892" y="1687"/>
                  </a:lnTo>
                  <a:lnTo>
                    <a:pt x="1201" y="1981"/>
                  </a:lnTo>
                  <a:lnTo>
                    <a:pt x="294" y="1828"/>
                  </a:lnTo>
                  <a:lnTo>
                    <a:pt x="0" y="1956"/>
                  </a:lnTo>
                  <a:lnTo>
                    <a:pt x="537" y="2850"/>
                  </a:lnTo>
                  <a:lnTo>
                    <a:pt x="1470" y="2850"/>
                  </a:lnTo>
                  <a:lnTo>
                    <a:pt x="1495" y="2863"/>
                  </a:lnTo>
                  <a:lnTo>
                    <a:pt x="1738" y="3017"/>
                  </a:lnTo>
                  <a:lnTo>
                    <a:pt x="2492" y="3017"/>
                  </a:lnTo>
                  <a:lnTo>
                    <a:pt x="2582" y="2620"/>
                  </a:lnTo>
                  <a:lnTo>
                    <a:pt x="2582" y="2608"/>
                  </a:lnTo>
                  <a:lnTo>
                    <a:pt x="2812" y="2199"/>
                  </a:lnTo>
                  <a:lnTo>
                    <a:pt x="2812" y="1981"/>
                  </a:lnTo>
                  <a:lnTo>
                    <a:pt x="2825" y="1956"/>
                  </a:lnTo>
                  <a:lnTo>
                    <a:pt x="2837" y="1943"/>
                  </a:lnTo>
                  <a:lnTo>
                    <a:pt x="3131" y="1879"/>
                  </a:lnTo>
                  <a:lnTo>
                    <a:pt x="3131" y="1777"/>
                  </a:lnTo>
                  <a:lnTo>
                    <a:pt x="3055" y="1777"/>
                  </a:lnTo>
                  <a:lnTo>
                    <a:pt x="3016" y="1764"/>
                  </a:lnTo>
                  <a:lnTo>
                    <a:pt x="3016" y="1726"/>
                  </a:lnTo>
                  <a:lnTo>
                    <a:pt x="3080" y="1163"/>
                  </a:lnTo>
                  <a:lnTo>
                    <a:pt x="3093" y="1138"/>
                  </a:lnTo>
                  <a:lnTo>
                    <a:pt x="3144" y="1074"/>
                  </a:lnTo>
                  <a:lnTo>
                    <a:pt x="3157" y="1074"/>
                  </a:lnTo>
                  <a:lnTo>
                    <a:pt x="3170" y="1061"/>
                  </a:lnTo>
                  <a:lnTo>
                    <a:pt x="3182" y="1074"/>
                  </a:lnTo>
                  <a:lnTo>
                    <a:pt x="3195" y="1087"/>
                  </a:lnTo>
                  <a:lnTo>
                    <a:pt x="3310" y="1266"/>
                  </a:lnTo>
                  <a:lnTo>
                    <a:pt x="3566" y="1202"/>
                  </a:lnTo>
                  <a:lnTo>
                    <a:pt x="3489" y="908"/>
                  </a:lnTo>
                  <a:lnTo>
                    <a:pt x="3528" y="665"/>
                  </a:lnTo>
                  <a:lnTo>
                    <a:pt x="3349" y="486"/>
                  </a:lnTo>
                  <a:lnTo>
                    <a:pt x="3528" y="282"/>
                  </a:lnTo>
                  <a:lnTo>
                    <a:pt x="35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8"/>
            <p:cNvSpPr/>
            <p:nvPr/>
          </p:nvSpPr>
          <p:spPr>
            <a:xfrm>
              <a:off x="6069600" y="2469750"/>
              <a:ext cx="133600" cy="131025"/>
            </a:xfrm>
            <a:custGeom>
              <a:rect b="b" l="l" r="r" t="t"/>
              <a:pathLst>
                <a:path extrusionOk="0" h="5241" w="5344">
                  <a:moveTo>
                    <a:pt x="4551" y="0"/>
                  </a:moveTo>
                  <a:lnTo>
                    <a:pt x="4500" y="230"/>
                  </a:lnTo>
                  <a:lnTo>
                    <a:pt x="4359" y="652"/>
                  </a:lnTo>
                  <a:lnTo>
                    <a:pt x="4346" y="678"/>
                  </a:lnTo>
                  <a:lnTo>
                    <a:pt x="4116" y="678"/>
                  </a:lnTo>
                  <a:lnTo>
                    <a:pt x="3848" y="1138"/>
                  </a:lnTo>
                  <a:lnTo>
                    <a:pt x="3835" y="1151"/>
                  </a:lnTo>
                  <a:lnTo>
                    <a:pt x="2992" y="1151"/>
                  </a:lnTo>
                  <a:lnTo>
                    <a:pt x="3094" y="1253"/>
                  </a:lnTo>
                  <a:lnTo>
                    <a:pt x="3107" y="1278"/>
                  </a:lnTo>
                  <a:lnTo>
                    <a:pt x="3170" y="1738"/>
                  </a:lnTo>
                  <a:lnTo>
                    <a:pt x="3170" y="1751"/>
                  </a:lnTo>
                  <a:lnTo>
                    <a:pt x="3170" y="1764"/>
                  </a:lnTo>
                  <a:lnTo>
                    <a:pt x="3145" y="1777"/>
                  </a:lnTo>
                  <a:lnTo>
                    <a:pt x="3132" y="1777"/>
                  </a:lnTo>
                  <a:lnTo>
                    <a:pt x="2544" y="1649"/>
                  </a:lnTo>
                  <a:lnTo>
                    <a:pt x="2531" y="1649"/>
                  </a:lnTo>
                  <a:lnTo>
                    <a:pt x="2084" y="1214"/>
                  </a:lnTo>
                  <a:lnTo>
                    <a:pt x="1918" y="1368"/>
                  </a:lnTo>
                  <a:lnTo>
                    <a:pt x="1918" y="1649"/>
                  </a:lnTo>
                  <a:lnTo>
                    <a:pt x="1918" y="1675"/>
                  </a:lnTo>
                  <a:lnTo>
                    <a:pt x="1509" y="2237"/>
                  </a:lnTo>
                  <a:lnTo>
                    <a:pt x="1496" y="2250"/>
                  </a:lnTo>
                  <a:lnTo>
                    <a:pt x="1228" y="2250"/>
                  </a:lnTo>
                  <a:lnTo>
                    <a:pt x="1062" y="2467"/>
                  </a:lnTo>
                  <a:lnTo>
                    <a:pt x="1049" y="2492"/>
                  </a:lnTo>
                  <a:lnTo>
                    <a:pt x="717" y="2556"/>
                  </a:lnTo>
                  <a:lnTo>
                    <a:pt x="269" y="2914"/>
                  </a:lnTo>
                  <a:lnTo>
                    <a:pt x="269" y="2927"/>
                  </a:lnTo>
                  <a:lnTo>
                    <a:pt x="78" y="2991"/>
                  </a:lnTo>
                  <a:lnTo>
                    <a:pt x="1" y="3234"/>
                  </a:lnTo>
                  <a:lnTo>
                    <a:pt x="282" y="3425"/>
                  </a:lnTo>
                  <a:lnTo>
                    <a:pt x="435" y="3413"/>
                  </a:lnTo>
                  <a:lnTo>
                    <a:pt x="614" y="3451"/>
                  </a:lnTo>
                  <a:lnTo>
                    <a:pt x="819" y="3566"/>
                  </a:lnTo>
                  <a:lnTo>
                    <a:pt x="947" y="3732"/>
                  </a:lnTo>
                  <a:lnTo>
                    <a:pt x="780" y="3911"/>
                  </a:lnTo>
                  <a:lnTo>
                    <a:pt x="857" y="4154"/>
                  </a:lnTo>
                  <a:lnTo>
                    <a:pt x="947" y="4256"/>
                  </a:lnTo>
                  <a:lnTo>
                    <a:pt x="806" y="4371"/>
                  </a:lnTo>
                  <a:lnTo>
                    <a:pt x="499" y="4473"/>
                  </a:lnTo>
                  <a:lnTo>
                    <a:pt x="397" y="4589"/>
                  </a:lnTo>
                  <a:lnTo>
                    <a:pt x="448" y="4767"/>
                  </a:lnTo>
                  <a:lnTo>
                    <a:pt x="474" y="4844"/>
                  </a:lnTo>
                  <a:lnTo>
                    <a:pt x="640" y="4844"/>
                  </a:lnTo>
                  <a:lnTo>
                    <a:pt x="665" y="4895"/>
                  </a:lnTo>
                  <a:lnTo>
                    <a:pt x="665" y="4934"/>
                  </a:lnTo>
                  <a:lnTo>
                    <a:pt x="665" y="4959"/>
                  </a:lnTo>
                  <a:lnTo>
                    <a:pt x="589" y="5049"/>
                  </a:lnTo>
                  <a:lnTo>
                    <a:pt x="806" y="5049"/>
                  </a:lnTo>
                  <a:lnTo>
                    <a:pt x="883" y="5240"/>
                  </a:lnTo>
                  <a:lnTo>
                    <a:pt x="959" y="5215"/>
                  </a:lnTo>
                  <a:lnTo>
                    <a:pt x="1036" y="5100"/>
                  </a:lnTo>
                  <a:lnTo>
                    <a:pt x="1138" y="4972"/>
                  </a:lnTo>
                  <a:lnTo>
                    <a:pt x="1304" y="5049"/>
                  </a:lnTo>
                  <a:lnTo>
                    <a:pt x="1432" y="5176"/>
                  </a:lnTo>
                  <a:lnTo>
                    <a:pt x="1624" y="5113"/>
                  </a:lnTo>
                  <a:lnTo>
                    <a:pt x="1726" y="5176"/>
                  </a:lnTo>
                  <a:lnTo>
                    <a:pt x="1995" y="4882"/>
                  </a:lnTo>
                  <a:lnTo>
                    <a:pt x="1995" y="4870"/>
                  </a:lnTo>
                  <a:lnTo>
                    <a:pt x="2378" y="4563"/>
                  </a:lnTo>
                  <a:lnTo>
                    <a:pt x="2404" y="4550"/>
                  </a:lnTo>
                  <a:lnTo>
                    <a:pt x="2966" y="4550"/>
                  </a:lnTo>
                  <a:lnTo>
                    <a:pt x="3375" y="4243"/>
                  </a:lnTo>
                  <a:lnTo>
                    <a:pt x="3362" y="4231"/>
                  </a:lnTo>
                  <a:lnTo>
                    <a:pt x="3298" y="4243"/>
                  </a:lnTo>
                  <a:lnTo>
                    <a:pt x="3107" y="4026"/>
                  </a:lnTo>
                  <a:lnTo>
                    <a:pt x="2685" y="3886"/>
                  </a:lnTo>
                  <a:lnTo>
                    <a:pt x="2570" y="3451"/>
                  </a:lnTo>
                  <a:lnTo>
                    <a:pt x="2455" y="3362"/>
                  </a:lnTo>
                  <a:lnTo>
                    <a:pt x="2608" y="3221"/>
                  </a:lnTo>
                  <a:lnTo>
                    <a:pt x="2646" y="3259"/>
                  </a:lnTo>
                  <a:lnTo>
                    <a:pt x="2685" y="3285"/>
                  </a:lnTo>
                  <a:lnTo>
                    <a:pt x="2698" y="3298"/>
                  </a:lnTo>
                  <a:lnTo>
                    <a:pt x="2710" y="3285"/>
                  </a:lnTo>
                  <a:lnTo>
                    <a:pt x="2749" y="3259"/>
                  </a:lnTo>
                  <a:lnTo>
                    <a:pt x="2825" y="3221"/>
                  </a:lnTo>
                  <a:lnTo>
                    <a:pt x="2928" y="3195"/>
                  </a:lnTo>
                  <a:lnTo>
                    <a:pt x="3107" y="3183"/>
                  </a:lnTo>
                  <a:lnTo>
                    <a:pt x="3260" y="3068"/>
                  </a:lnTo>
                  <a:lnTo>
                    <a:pt x="3554" y="2825"/>
                  </a:lnTo>
                  <a:lnTo>
                    <a:pt x="3784" y="2812"/>
                  </a:lnTo>
                  <a:lnTo>
                    <a:pt x="3809" y="2671"/>
                  </a:lnTo>
                  <a:lnTo>
                    <a:pt x="3912" y="2569"/>
                  </a:lnTo>
                  <a:lnTo>
                    <a:pt x="4129" y="2556"/>
                  </a:lnTo>
                  <a:lnTo>
                    <a:pt x="4423" y="2250"/>
                  </a:lnTo>
                  <a:lnTo>
                    <a:pt x="4397" y="2058"/>
                  </a:lnTo>
                  <a:lnTo>
                    <a:pt x="4564" y="2020"/>
                  </a:lnTo>
                  <a:lnTo>
                    <a:pt x="4564" y="1764"/>
                  </a:lnTo>
                  <a:lnTo>
                    <a:pt x="4359" y="1751"/>
                  </a:lnTo>
                  <a:lnTo>
                    <a:pt x="4346" y="1534"/>
                  </a:lnTo>
                  <a:lnTo>
                    <a:pt x="4576" y="1355"/>
                  </a:lnTo>
                  <a:lnTo>
                    <a:pt x="4883" y="984"/>
                  </a:lnTo>
                  <a:lnTo>
                    <a:pt x="5241" y="997"/>
                  </a:lnTo>
                  <a:lnTo>
                    <a:pt x="5343" y="857"/>
                  </a:lnTo>
                  <a:lnTo>
                    <a:pt x="5266" y="614"/>
                  </a:lnTo>
                  <a:lnTo>
                    <a:pt x="5254" y="486"/>
                  </a:lnTo>
                  <a:lnTo>
                    <a:pt x="5241" y="486"/>
                  </a:lnTo>
                  <a:lnTo>
                    <a:pt x="4896" y="473"/>
                  </a:lnTo>
                  <a:lnTo>
                    <a:pt x="4870" y="460"/>
                  </a:lnTo>
                  <a:lnTo>
                    <a:pt x="4857" y="448"/>
                  </a:lnTo>
                  <a:lnTo>
                    <a:pt x="4806" y="243"/>
                  </a:lnTo>
                  <a:lnTo>
                    <a:pt x="45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78"/>
            <p:cNvSpPr/>
            <p:nvPr/>
          </p:nvSpPr>
          <p:spPr>
            <a:xfrm>
              <a:off x="6193900" y="2710650"/>
              <a:ext cx="4825" cy="3550"/>
            </a:xfrm>
            <a:custGeom>
              <a:rect b="b" l="l" r="r" t="t"/>
              <a:pathLst>
                <a:path extrusionOk="0" h="142" w="193">
                  <a:moveTo>
                    <a:pt x="141" y="1"/>
                  </a:moveTo>
                  <a:lnTo>
                    <a:pt x="52" y="26"/>
                  </a:lnTo>
                  <a:lnTo>
                    <a:pt x="1" y="78"/>
                  </a:lnTo>
                  <a:lnTo>
                    <a:pt x="26" y="141"/>
                  </a:lnTo>
                  <a:lnTo>
                    <a:pt x="154" y="129"/>
                  </a:lnTo>
                  <a:lnTo>
                    <a:pt x="192" y="3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78"/>
            <p:cNvSpPr/>
            <p:nvPr/>
          </p:nvSpPr>
          <p:spPr>
            <a:xfrm>
              <a:off x="6188150" y="2709375"/>
              <a:ext cx="5450" cy="8325"/>
            </a:xfrm>
            <a:custGeom>
              <a:rect b="b" l="l" r="r" t="t"/>
              <a:pathLst>
                <a:path extrusionOk="0" h="333" w="218">
                  <a:moveTo>
                    <a:pt x="90" y="1"/>
                  </a:moveTo>
                  <a:lnTo>
                    <a:pt x="0" y="192"/>
                  </a:lnTo>
                  <a:lnTo>
                    <a:pt x="26" y="244"/>
                  </a:lnTo>
                  <a:lnTo>
                    <a:pt x="39" y="333"/>
                  </a:lnTo>
                  <a:lnTo>
                    <a:pt x="90" y="307"/>
                  </a:lnTo>
                  <a:lnTo>
                    <a:pt x="192" y="205"/>
                  </a:lnTo>
                  <a:lnTo>
                    <a:pt x="218" y="39"/>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8"/>
            <p:cNvSpPr/>
            <p:nvPr/>
          </p:nvSpPr>
          <p:spPr>
            <a:xfrm>
              <a:off x="5190950" y="2757625"/>
              <a:ext cx="164875" cy="86925"/>
            </a:xfrm>
            <a:custGeom>
              <a:rect b="b" l="l" r="r" t="t"/>
              <a:pathLst>
                <a:path extrusionOk="0" h="3477" w="6595">
                  <a:moveTo>
                    <a:pt x="1444" y="1"/>
                  </a:moveTo>
                  <a:lnTo>
                    <a:pt x="971" y="358"/>
                  </a:lnTo>
                  <a:lnTo>
                    <a:pt x="933" y="358"/>
                  </a:lnTo>
                  <a:lnTo>
                    <a:pt x="780" y="243"/>
                  </a:lnTo>
                  <a:lnTo>
                    <a:pt x="473" y="448"/>
                  </a:lnTo>
                  <a:lnTo>
                    <a:pt x="383" y="665"/>
                  </a:lnTo>
                  <a:lnTo>
                    <a:pt x="294" y="831"/>
                  </a:lnTo>
                  <a:lnTo>
                    <a:pt x="281" y="831"/>
                  </a:lnTo>
                  <a:lnTo>
                    <a:pt x="153" y="1036"/>
                  </a:lnTo>
                  <a:lnTo>
                    <a:pt x="0" y="1266"/>
                  </a:lnTo>
                  <a:lnTo>
                    <a:pt x="486" y="1419"/>
                  </a:lnTo>
                  <a:lnTo>
                    <a:pt x="511" y="1419"/>
                  </a:lnTo>
                  <a:lnTo>
                    <a:pt x="703" y="1649"/>
                  </a:lnTo>
                  <a:lnTo>
                    <a:pt x="895" y="1649"/>
                  </a:lnTo>
                  <a:lnTo>
                    <a:pt x="907" y="1662"/>
                  </a:lnTo>
                  <a:lnTo>
                    <a:pt x="1150" y="1854"/>
                  </a:lnTo>
                  <a:lnTo>
                    <a:pt x="1163" y="1854"/>
                  </a:lnTo>
                  <a:lnTo>
                    <a:pt x="1393" y="2071"/>
                  </a:lnTo>
                  <a:lnTo>
                    <a:pt x="1636" y="2071"/>
                  </a:lnTo>
                  <a:lnTo>
                    <a:pt x="2045" y="2339"/>
                  </a:lnTo>
                  <a:lnTo>
                    <a:pt x="2058" y="2352"/>
                  </a:lnTo>
                  <a:lnTo>
                    <a:pt x="2326" y="2557"/>
                  </a:lnTo>
                  <a:lnTo>
                    <a:pt x="2505" y="2557"/>
                  </a:lnTo>
                  <a:lnTo>
                    <a:pt x="2658" y="2429"/>
                  </a:lnTo>
                  <a:lnTo>
                    <a:pt x="2684" y="2416"/>
                  </a:lnTo>
                  <a:lnTo>
                    <a:pt x="2697" y="2429"/>
                  </a:lnTo>
                  <a:lnTo>
                    <a:pt x="2952" y="2544"/>
                  </a:lnTo>
                  <a:lnTo>
                    <a:pt x="3119" y="2352"/>
                  </a:lnTo>
                  <a:lnTo>
                    <a:pt x="3144" y="2339"/>
                  </a:lnTo>
                  <a:lnTo>
                    <a:pt x="3157" y="2339"/>
                  </a:lnTo>
                  <a:lnTo>
                    <a:pt x="3745" y="2557"/>
                  </a:lnTo>
                  <a:lnTo>
                    <a:pt x="3758" y="2569"/>
                  </a:lnTo>
                  <a:lnTo>
                    <a:pt x="3770" y="2582"/>
                  </a:lnTo>
                  <a:lnTo>
                    <a:pt x="3770" y="2902"/>
                  </a:lnTo>
                  <a:lnTo>
                    <a:pt x="4205" y="3055"/>
                  </a:lnTo>
                  <a:lnTo>
                    <a:pt x="4358" y="2915"/>
                  </a:lnTo>
                  <a:lnTo>
                    <a:pt x="4384" y="2902"/>
                  </a:lnTo>
                  <a:lnTo>
                    <a:pt x="4409" y="2915"/>
                  </a:lnTo>
                  <a:lnTo>
                    <a:pt x="4729" y="3208"/>
                  </a:lnTo>
                  <a:lnTo>
                    <a:pt x="5087" y="3208"/>
                  </a:lnTo>
                  <a:lnTo>
                    <a:pt x="5112" y="3221"/>
                  </a:lnTo>
                  <a:lnTo>
                    <a:pt x="5381" y="3375"/>
                  </a:lnTo>
                  <a:lnTo>
                    <a:pt x="5611" y="3375"/>
                  </a:lnTo>
                  <a:lnTo>
                    <a:pt x="5802" y="3477"/>
                  </a:lnTo>
                  <a:lnTo>
                    <a:pt x="6326" y="3324"/>
                  </a:lnTo>
                  <a:lnTo>
                    <a:pt x="6595" y="3157"/>
                  </a:lnTo>
                  <a:lnTo>
                    <a:pt x="6314" y="2851"/>
                  </a:lnTo>
                  <a:lnTo>
                    <a:pt x="6301" y="2838"/>
                  </a:lnTo>
                  <a:lnTo>
                    <a:pt x="6301" y="2825"/>
                  </a:lnTo>
                  <a:lnTo>
                    <a:pt x="6480" y="2212"/>
                  </a:lnTo>
                  <a:lnTo>
                    <a:pt x="6403" y="2263"/>
                  </a:lnTo>
                  <a:lnTo>
                    <a:pt x="6378" y="2263"/>
                  </a:lnTo>
                  <a:lnTo>
                    <a:pt x="5726" y="2173"/>
                  </a:lnTo>
                  <a:lnTo>
                    <a:pt x="5266" y="2084"/>
                  </a:lnTo>
                  <a:lnTo>
                    <a:pt x="5266" y="2224"/>
                  </a:lnTo>
                  <a:lnTo>
                    <a:pt x="5266" y="2250"/>
                  </a:lnTo>
                  <a:lnTo>
                    <a:pt x="5253" y="2263"/>
                  </a:lnTo>
                  <a:lnTo>
                    <a:pt x="5227" y="2263"/>
                  </a:lnTo>
                  <a:lnTo>
                    <a:pt x="4997" y="2173"/>
                  </a:lnTo>
                  <a:lnTo>
                    <a:pt x="4844" y="2173"/>
                  </a:lnTo>
                  <a:lnTo>
                    <a:pt x="4818" y="2160"/>
                  </a:lnTo>
                  <a:lnTo>
                    <a:pt x="4601" y="1905"/>
                  </a:lnTo>
                  <a:lnTo>
                    <a:pt x="4307" y="1905"/>
                  </a:lnTo>
                  <a:lnTo>
                    <a:pt x="4294" y="1892"/>
                  </a:lnTo>
                  <a:lnTo>
                    <a:pt x="4282" y="1879"/>
                  </a:lnTo>
                  <a:lnTo>
                    <a:pt x="4205" y="1726"/>
                  </a:lnTo>
                  <a:lnTo>
                    <a:pt x="4051" y="1624"/>
                  </a:lnTo>
                  <a:lnTo>
                    <a:pt x="3783" y="1688"/>
                  </a:lnTo>
                  <a:lnTo>
                    <a:pt x="3758" y="1688"/>
                  </a:lnTo>
                  <a:lnTo>
                    <a:pt x="3502" y="1509"/>
                  </a:lnTo>
                  <a:lnTo>
                    <a:pt x="3502" y="1496"/>
                  </a:lnTo>
                  <a:lnTo>
                    <a:pt x="3259" y="1036"/>
                  </a:lnTo>
                  <a:lnTo>
                    <a:pt x="2786" y="1036"/>
                  </a:lnTo>
                  <a:lnTo>
                    <a:pt x="2761" y="1023"/>
                  </a:lnTo>
                  <a:lnTo>
                    <a:pt x="2748" y="1010"/>
                  </a:lnTo>
                  <a:lnTo>
                    <a:pt x="2582" y="678"/>
                  </a:lnTo>
                  <a:lnTo>
                    <a:pt x="2352" y="678"/>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78"/>
            <p:cNvSpPr/>
            <p:nvPr/>
          </p:nvSpPr>
          <p:spPr>
            <a:xfrm>
              <a:off x="4823825" y="2580925"/>
              <a:ext cx="210250" cy="194625"/>
            </a:xfrm>
            <a:custGeom>
              <a:rect b="b" l="l" r="r" t="t"/>
              <a:pathLst>
                <a:path extrusionOk="0" h="7785" w="8410">
                  <a:moveTo>
                    <a:pt x="7771" y="1"/>
                  </a:moveTo>
                  <a:lnTo>
                    <a:pt x="7400" y="397"/>
                  </a:lnTo>
                  <a:lnTo>
                    <a:pt x="7400" y="806"/>
                  </a:lnTo>
                  <a:lnTo>
                    <a:pt x="6927" y="742"/>
                  </a:lnTo>
                  <a:lnTo>
                    <a:pt x="6735" y="1228"/>
                  </a:lnTo>
                  <a:lnTo>
                    <a:pt x="6569" y="1228"/>
                  </a:lnTo>
                  <a:lnTo>
                    <a:pt x="6352" y="985"/>
                  </a:lnTo>
                  <a:lnTo>
                    <a:pt x="5700" y="1317"/>
                  </a:lnTo>
                  <a:lnTo>
                    <a:pt x="5393" y="1087"/>
                  </a:lnTo>
                  <a:lnTo>
                    <a:pt x="4959" y="1087"/>
                  </a:lnTo>
                  <a:lnTo>
                    <a:pt x="4716" y="972"/>
                  </a:lnTo>
                  <a:lnTo>
                    <a:pt x="4345" y="972"/>
                  </a:lnTo>
                  <a:lnTo>
                    <a:pt x="3911" y="768"/>
                  </a:lnTo>
                  <a:lnTo>
                    <a:pt x="3655" y="959"/>
                  </a:lnTo>
                  <a:lnTo>
                    <a:pt x="3655" y="1087"/>
                  </a:lnTo>
                  <a:lnTo>
                    <a:pt x="3208" y="1087"/>
                  </a:lnTo>
                  <a:lnTo>
                    <a:pt x="3003" y="1969"/>
                  </a:lnTo>
                  <a:lnTo>
                    <a:pt x="2186" y="2212"/>
                  </a:lnTo>
                  <a:lnTo>
                    <a:pt x="1853" y="2404"/>
                  </a:lnTo>
                  <a:lnTo>
                    <a:pt x="1853" y="2685"/>
                  </a:lnTo>
                  <a:lnTo>
                    <a:pt x="1265" y="2966"/>
                  </a:lnTo>
                  <a:lnTo>
                    <a:pt x="818" y="2710"/>
                  </a:lnTo>
                  <a:lnTo>
                    <a:pt x="588" y="2698"/>
                  </a:lnTo>
                  <a:lnTo>
                    <a:pt x="460" y="2672"/>
                  </a:lnTo>
                  <a:lnTo>
                    <a:pt x="371" y="3337"/>
                  </a:lnTo>
                  <a:lnTo>
                    <a:pt x="51" y="3477"/>
                  </a:lnTo>
                  <a:lnTo>
                    <a:pt x="141" y="3733"/>
                  </a:lnTo>
                  <a:lnTo>
                    <a:pt x="0" y="4027"/>
                  </a:lnTo>
                  <a:lnTo>
                    <a:pt x="166" y="4436"/>
                  </a:lnTo>
                  <a:lnTo>
                    <a:pt x="0" y="4730"/>
                  </a:lnTo>
                  <a:lnTo>
                    <a:pt x="205" y="5036"/>
                  </a:lnTo>
                  <a:lnTo>
                    <a:pt x="205" y="6021"/>
                  </a:lnTo>
                  <a:lnTo>
                    <a:pt x="371" y="6136"/>
                  </a:lnTo>
                  <a:lnTo>
                    <a:pt x="754" y="6263"/>
                  </a:lnTo>
                  <a:lnTo>
                    <a:pt x="856" y="6391"/>
                  </a:lnTo>
                  <a:lnTo>
                    <a:pt x="665" y="6557"/>
                  </a:lnTo>
                  <a:lnTo>
                    <a:pt x="959" y="6723"/>
                  </a:lnTo>
                  <a:lnTo>
                    <a:pt x="959" y="6787"/>
                  </a:lnTo>
                  <a:lnTo>
                    <a:pt x="243" y="7299"/>
                  </a:lnTo>
                  <a:lnTo>
                    <a:pt x="435" y="7669"/>
                  </a:lnTo>
                  <a:lnTo>
                    <a:pt x="818" y="7772"/>
                  </a:lnTo>
                  <a:lnTo>
                    <a:pt x="2122" y="7784"/>
                  </a:lnTo>
                  <a:lnTo>
                    <a:pt x="3796" y="7337"/>
                  </a:lnTo>
                  <a:lnTo>
                    <a:pt x="3809" y="6621"/>
                  </a:lnTo>
                  <a:lnTo>
                    <a:pt x="4179" y="6263"/>
                  </a:lnTo>
                  <a:lnTo>
                    <a:pt x="4933" y="6289"/>
                  </a:lnTo>
                  <a:lnTo>
                    <a:pt x="4972" y="5931"/>
                  </a:lnTo>
                  <a:lnTo>
                    <a:pt x="5419" y="5714"/>
                  </a:lnTo>
                  <a:lnTo>
                    <a:pt x="5866" y="5854"/>
                  </a:lnTo>
                  <a:lnTo>
                    <a:pt x="6160" y="5714"/>
                  </a:lnTo>
                  <a:lnTo>
                    <a:pt x="6135" y="5113"/>
                  </a:lnTo>
                  <a:lnTo>
                    <a:pt x="6505" y="4666"/>
                  </a:lnTo>
                  <a:lnTo>
                    <a:pt x="6838" y="4564"/>
                  </a:lnTo>
                  <a:lnTo>
                    <a:pt x="6812" y="4142"/>
                  </a:lnTo>
                  <a:lnTo>
                    <a:pt x="6544" y="3950"/>
                  </a:lnTo>
                  <a:lnTo>
                    <a:pt x="6787" y="3695"/>
                  </a:lnTo>
                  <a:lnTo>
                    <a:pt x="7349" y="3707"/>
                  </a:lnTo>
                  <a:lnTo>
                    <a:pt x="7579" y="3605"/>
                  </a:lnTo>
                  <a:lnTo>
                    <a:pt x="7464" y="3298"/>
                  </a:lnTo>
                  <a:lnTo>
                    <a:pt x="7924" y="2940"/>
                  </a:lnTo>
                  <a:lnTo>
                    <a:pt x="8026" y="2519"/>
                  </a:lnTo>
                  <a:lnTo>
                    <a:pt x="7668" y="1982"/>
                  </a:lnTo>
                  <a:lnTo>
                    <a:pt x="8410" y="1471"/>
                  </a:lnTo>
                  <a:lnTo>
                    <a:pt x="8410" y="653"/>
                  </a:lnTo>
                  <a:lnTo>
                    <a:pt x="8282" y="550"/>
                  </a:lnTo>
                  <a:lnTo>
                    <a:pt x="8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8"/>
            <p:cNvSpPr/>
            <p:nvPr/>
          </p:nvSpPr>
          <p:spPr>
            <a:xfrm>
              <a:off x="4658300" y="2480600"/>
              <a:ext cx="277050" cy="172250"/>
            </a:xfrm>
            <a:custGeom>
              <a:rect b="b" l="l" r="r" t="t"/>
              <a:pathLst>
                <a:path extrusionOk="0" h="6890" w="11082">
                  <a:moveTo>
                    <a:pt x="4538" y="1"/>
                  </a:moveTo>
                  <a:lnTo>
                    <a:pt x="4717" y="423"/>
                  </a:lnTo>
                  <a:lnTo>
                    <a:pt x="4372" y="218"/>
                  </a:lnTo>
                  <a:lnTo>
                    <a:pt x="4231" y="346"/>
                  </a:lnTo>
                  <a:lnTo>
                    <a:pt x="4231" y="525"/>
                  </a:lnTo>
                  <a:lnTo>
                    <a:pt x="4321" y="538"/>
                  </a:lnTo>
                  <a:lnTo>
                    <a:pt x="4308" y="717"/>
                  </a:lnTo>
                  <a:lnTo>
                    <a:pt x="4499" y="998"/>
                  </a:lnTo>
                  <a:lnTo>
                    <a:pt x="4499" y="1074"/>
                  </a:lnTo>
                  <a:lnTo>
                    <a:pt x="4167" y="1215"/>
                  </a:lnTo>
                  <a:lnTo>
                    <a:pt x="3912" y="832"/>
                  </a:lnTo>
                  <a:lnTo>
                    <a:pt x="3963" y="538"/>
                  </a:lnTo>
                  <a:lnTo>
                    <a:pt x="3771" y="384"/>
                  </a:lnTo>
                  <a:lnTo>
                    <a:pt x="3579" y="768"/>
                  </a:lnTo>
                  <a:lnTo>
                    <a:pt x="3669" y="1241"/>
                  </a:lnTo>
                  <a:lnTo>
                    <a:pt x="3554" y="1534"/>
                  </a:lnTo>
                  <a:lnTo>
                    <a:pt x="2736" y="1368"/>
                  </a:lnTo>
                  <a:lnTo>
                    <a:pt x="2403" y="1547"/>
                  </a:lnTo>
                  <a:lnTo>
                    <a:pt x="2046" y="1023"/>
                  </a:lnTo>
                  <a:lnTo>
                    <a:pt x="1432" y="474"/>
                  </a:lnTo>
                  <a:lnTo>
                    <a:pt x="895" y="448"/>
                  </a:lnTo>
                  <a:lnTo>
                    <a:pt x="397" y="576"/>
                  </a:lnTo>
                  <a:lnTo>
                    <a:pt x="1" y="934"/>
                  </a:lnTo>
                  <a:lnTo>
                    <a:pt x="39" y="1241"/>
                  </a:lnTo>
                  <a:lnTo>
                    <a:pt x="269" y="1368"/>
                  </a:lnTo>
                  <a:lnTo>
                    <a:pt x="346" y="1241"/>
                  </a:lnTo>
                  <a:lnTo>
                    <a:pt x="384" y="755"/>
                  </a:lnTo>
                  <a:lnTo>
                    <a:pt x="704" y="665"/>
                  </a:lnTo>
                  <a:lnTo>
                    <a:pt x="1061" y="589"/>
                  </a:lnTo>
                  <a:lnTo>
                    <a:pt x="1202" y="1036"/>
                  </a:lnTo>
                  <a:lnTo>
                    <a:pt x="1432" y="1343"/>
                  </a:lnTo>
                  <a:lnTo>
                    <a:pt x="1777" y="1496"/>
                  </a:lnTo>
                  <a:lnTo>
                    <a:pt x="1764" y="1726"/>
                  </a:lnTo>
                  <a:lnTo>
                    <a:pt x="1522" y="1777"/>
                  </a:lnTo>
                  <a:lnTo>
                    <a:pt x="1419" y="1803"/>
                  </a:lnTo>
                  <a:lnTo>
                    <a:pt x="1343" y="1828"/>
                  </a:lnTo>
                  <a:lnTo>
                    <a:pt x="1304" y="1854"/>
                  </a:lnTo>
                  <a:lnTo>
                    <a:pt x="1266" y="1880"/>
                  </a:lnTo>
                  <a:lnTo>
                    <a:pt x="1087" y="1880"/>
                  </a:lnTo>
                  <a:lnTo>
                    <a:pt x="972" y="1701"/>
                  </a:lnTo>
                  <a:lnTo>
                    <a:pt x="716" y="1688"/>
                  </a:lnTo>
                  <a:lnTo>
                    <a:pt x="499" y="1662"/>
                  </a:lnTo>
                  <a:lnTo>
                    <a:pt x="333" y="1407"/>
                  </a:lnTo>
                  <a:lnTo>
                    <a:pt x="359" y="1816"/>
                  </a:lnTo>
                  <a:lnTo>
                    <a:pt x="295" y="1982"/>
                  </a:lnTo>
                  <a:lnTo>
                    <a:pt x="141" y="2097"/>
                  </a:lnTo>
                  <a:lnTo>
                    <a:pt x="128" y="2429"/>
                  </a:lnTo>
                  <a:lnTo>
                    <a:pt x="422" y="2557"/>
                  </a:lnTo>
                  <a:lnTo>
                    <a:pt x="793" y="2685"/>
                  </a:lnTo>
                  <a:lnTo>
                    <a:pt x="831" y="2876"/>
                  </a:lnTo>
                  <a:lnTo>
                    <a:pt x="652" y="3030"/>
                  </a:lnTo>
                  <a:lnTo>
                    <a:pt x="486" y="3119"/>
                  </a:lnTo>
                  <a:lnTo>
                    <a:pt x="512" y="3273"/>
                  </a:lnTo>
                  <a:lnTo>
                    <a:pt x="972" y="3311"/>
                  </a:lnTo>
                  <a:lnTo>
                    <a:pt x="1125" y="3515"/>
                  </a:lnTo>
                  <a:lnTo>
                    <a:pt x="1061" y="3924"/>
                  </a:lnTo>
                  <a:lnTo>
                    <a:pt x="1087" y="4410"/>
                  </a:lnTo>
                  <a:lnTo>
                    <a:pt x="1164" y="4551"/>
                  </a:lnTo>
                  <a:lnTo>
                    <a:pt x="1330" y="4909"/>
                  </a:lnTo>
                  <a:lnTo>
                    <a:pt x="1892" y="4845"/>
                  </a:lnTo>
                  <a:lnTo>
                    <a:pt x="1892" y="4500"/>
                  </a:lnTo>
                  <a:lnTo>
                    <a:pt x="2685" y="4193"/>
                  </a:lnTo>
                  <a:lnTo>
                    <a:pt x="3081" y="4321"/>
                  </a:lnTo>
                  <a:lnTo>
                    <a:pt x="3477" y="4103"/>
                  </a:lnTo>
                  <a:lnTo>
                    <a:pt x="3950" y="4116"/>
                  </a:lnTo>
                  <a:lnTo>
                    <a:pt x="4154" y="4359"/>
                  </a:lnTo>
                  <a:lnTo>
                    <a:pt x="4896" y="4576"/>
                  </a:lnTo>
                  <a:lnTo>
                    <a:pt x="5138" y="4576"/>
                  </a:lnTo>
                  <a:lnTo>
                    <a:pt x="5624" y="4742"/>
                  </a:lnTo>
                  <a:lnTo>
                    <a:pt x="5803" y="5126"/>
                  </a:lnTo>
                  <a:lnTo>
                    <a:pt x="6123" y="5190"/>
                  </a:lnTo>
                  <a:lnTo>
                    <a:pt x="6391" y="5496"/>
                  </a:lnTo>
                  <a:lnTo>
                    <a:pt x="7043" y="5496"/>
                  </a:lnTo>
                  <a:lnTo>
                    <a:pt x="7107" y="6493"/>
                  </a:lnTo>
                  <a:lnTo>
                    <a:pt x="7094" y="6608"/>
                  </a:lnTo>
                  <a:lnTo>
                    <a:pt x="7222" y="6647"/>
                  </a:lnTo>
                  <a:lnTo>
                    <a:pt x="7452" y="6647"/>
                  </a:lnTo>
                  <a:lnTo>
                    <a:pt x="7886" y="6890"/>
                  </a:lnTo>
                  <a:lnTo>
                    <a:pt x="8398" y="6659"/>
                  </a:lnTo>
                  <a:lnTo>
                    <a:pt x="8398" y="6378"/>
                  </a:lnTo>
                  <a:lnTo>
                    <a:pt x="8781" y="6148"/>
                  </a:lnTo>
                  <a:lnTo>
                    <a:pt x="9561" y="5918"/>
                  </a:lnTo>
                  <a:lnTo>
                    <a:pt x="9778" y="5024"/>
                  </a:lnTo>
                  <a:lnTo>
                    <a:pt x="10200" y="5024"/>
                  </a:lnTo>
                  <a:lnTo>
                    <a:pt x="10200" y="4934"/>
                  </a:lnTo>
                  <a:lnTo>
                    <a:pt x="10519" y="4691"/>
                  </a:lnTo>
                  <a:lnTo>
                    <a:pt x="10992" y="4909"/>
                  </a:lnTo>
                  <a:lnTo>
                    <a:pt x="11081" y="4909"/>
                  </a:lnTo>
                  <a:lnTo>
                    <a:pt x="11081" y="4410"/>
                  </a:lnTo>
                  <a:lnTo>
                    <a:pt x="10570" y="4180"/>
                  </a:lnTo>
                  <a:lnTo>
                    <a:pt x="10110" y="4180"/>
                  </a:lnTo>
                  <a:lnTo>
                    <a:pt x="9612" y="3835"/>
                  </a:lnTo>
                  <a:lnTo>
                    <a:pt x="8193" y="2902"/>
                  </a:lnTo>
                  <a:lnTo>
                    <a:pt x="7720" y="2710"/>
                  </a:lnTo>
                  <a:lnTo>
                    <a:pt x="7861" y="2135"/>
                  </a:lnTo>
                  <a:lnTo>
                    <a:pt x="7580" y="2046"/>
                  </a:lnTo>
                  <a:lnTo>
                    <a:pt x="7580" y="1675"/>
                  </a:lnTo>
                  <a:lnTo>
                    <a:pt x="7235" y="1432"/>
                  </a:lnTo>
                  <a:lnTo>
                    <a:pt x="6902" y="1534"/>
                  </a:lnTo>
                  <a:lnTo>
                    <a:pt x="6544" y="1432"/>
                  </a:lnTo>
                  <a:lnTo>
                    <a:pt x="6199" y="1432"/>
                  </a:lnTo>
                  <a:lnTo>
                    <a:pt x="5944" y="1266"/>
                  </a:lnTo>
                  <a:lnTo>
                    <a:pt x="5944" y="768"/>
                  </a:lnTo>
                  <a:lnTo>
                    <a:pt x="5854" y="474"/>
                  </a:lnTo>
                  <a:lnTo>
                    <a:pt x="5650" y="371"/>
                  </a:lnTo>
                  <a:lnTo>
                    <a:pt x="5381" y="371"/>
                  </a:lnTo>
                  <a:lnTo>
                    <a:pt x="5279" y="256"/>
                  </a:lnTo>
                  <a:lnTo>
                    <a:pt x="5138" y="256"/>
                  </a:lnTo>
                  <a:lnTo>
                    <a:pt x="4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8"/>
            <p:cNvSpPr/>
            <p:nvPr/>
          </p:nvSpPr>
          <p:spPr>
            <a:xfrm>
              <a:off x="4946825" y="2525350"/>
              <a:ext cx="143800" cy="91075"/>
            </a:xfrm>
            <a:custGeom>
              <a:rect b="b" l="l" r="r" t="t"/>
              <a:pathLst>
                <a:path extrusionOk="0" h="3643" w="5752">
                  <a:moveTo>
                    <a:pt x="2365" y="0"/>
                  </a:moveTo>
                  <a:lnTo>
                    <a:pt x="2071" y="102"/>
                  </a:lnTo>
                  <a:lnTo>
                    <a:pt x="1841" y="358"/>
                  </a:lnTo>
                  <a:lnTo>
                    <a:pt x="1573" y="614"/>
                  </a:lnTo>
                  <a:lnTo>
                    <a:pt x="1215" y="690"/>
                  </a:lnTo>
                  <a:lnTo>
                    <a:pt x="1317" y="933"/>
                  </a:lnTo>
                  <a:lnTo>
                    <a:pt x="1036" y="959"/>
                  </a:lnTo>
                  <a:lnTo>
                    <a:pt x="1125" y="1253"/>
                  </a:lnTo>
                  <a:lnTo>
                    <a:pt x="154" y="1253"/>
                  </a:lnTo>
                  <a:lnTo>
                    <a:pt x="1" y="1432"/>
                  </a:lnTo>
                  <a:lnTo>
                    <a:pt x="128" y="1687"/>
                  </a:lnTo>
                  <a:lnTo>
                    <a:pt x="691" y="1687"/>
                  </a:lnTo>
                  <a:lnTo>
                    <a:pt x="729" y="2160"/>
                  </a:lnTo>
                  <a:lnTo>
                    <a:pt x="870" y="2237"/>
                  </a:lnTo>
                  <a:lnTo>
                    <a:pt x="1049" y="2607"/>
                  </a:lnTo>
                  <a:lnTo>
                    <a:pt x="767" y="2850"/>
                  </a:lnTo>
                  <a:lnTo>
                    <a:pt x="729" y="3400"/>
                  </a:lnTo>
                  <a:lnTo>
                    <a:pt x="793" y="3451"/>
                  </a:lnTo>
                  <a:lnTo>
                    <a:pt x="1445" y="3106"/>
                  </a:lnTo>
                  <a:lnTo>
                    <a:pt x="1675" y="3374"/>
                  </a:lnTo>
                  <a:lnTo>
                    <a:pt x="1764" y="3374"/>
                  </a:lnTo>
                  <a:lnTo>
                    <a:pt x="1956" y="2889"/>
                  </a:lnTo>
                  <a:lnTo>
                    <a:pt x="2403" y="2940"/>
                  </a:lnTo>
                  <a:lnTo>
                    <a:pt x="2403" y="2582"/>
                  </a:lnTo>
                  <a:lnTo>
                    <a:pt x="2825" y="2147"/>
                  </a:lnTo>
                  <a:lnTo>
                    <a:pt x="3311" y="2147"/>
                  </a:lnTo>
                  <a:lnTo>
                    <a:pt x="3426" y="2735"/>
                  </a:lnTo>
                  <a:lnTo>
                    <a:pt x="3566" y="2825"/>
                  </a:lnTo>
                  <a:lnTo>
                    <a:pt x="3566" y="3643"/>
                  </a:lnTo>
                  <a:lnTo>
                    <a:pt x="4461" y="3515"/>
                  </a:lnTo>
                  <a:lnTo>
                    <a:pt x="5177" y="3515"/>
                  </a:lnTo>
                  <a:lnTo>
                    <a:pt x="5381" y="3361"/>
                  </a:lnTo>
                  <a:lnTo>
                    <a:pt x="5343" y="3055"/>
                  </a:lnTo>
                  <a:lnTo>
                    <a:pt x="5752" y="3055"/>
                  </a:lnTo>
                  <a:lnTo>
                    <a:pt x="5624" y="2812"/>
                  </a:lnTo>
                  <a:lnTo>
                    <a:pt x="5714" y="2595"/>
                  </a:lnTo>
                  <a:lnTo>
                    <a:pt x="5547" y="2441"/>
                  </a:lnTo>
                  <a:lnTo>
                    <a:pt x="5560" y="2186"/>
                  </a:lnTo>
                  <a:lnTo>
                    <a:pt x="5202" y="1968"/>
                  </a:lnTo>
                  <a:lnTo>
                    <a:pt x="4959" y="1994"/>
                  </a:lnTo>
                  <a:lnTo>
                    <a:pt x="4551" y="1240"/>
                  </a:lnTo>
                  <a:lnTo>
                    <a:pt x="4602" y="1201"/>
                  </a:lnTo>
                  <a:lnTo>
                    <a:pt x="4065" y="1176"/>
                  </a:lnTo>
                  <a:lnTo>
                    <a:pt x="3490" y="1483"/>
                  </a:lnTo>
                  <a:lnTo>
                    <a:pt x="3490" y="1265"/>
                  </a:lnTo>
                  <a:lnTo>
                    <a:pt x="3209" y="1201"/>
                  </a:lnTo>
                  <a:lnTo>
                    <a:pt x="2915" y="1368"/>
                  </a:lnTo>
                  <a:lnTo>
                    <a:pt x="2736" y="1201"/>
                  </a:lnTo>
                  <a:lnTo>
                    <a:pt x="2454" y="1368"/>
                  </a:lnTo>
                  <a:lnTo>
                    <a:pt x="2071" y="1368"/>
                  </a:lnTo>
                  <a:lnTo>
                    <a:pt x="1662" y="1240"/>
                  </a:lnTo>
                  <a:lnTo>
                    <a:pt x="1879" y="741"/>
                  </a:lnTo>
                  <a:lnTo>
                    <a:pt x="2339" y="677"/>
                  </a:lnTo>
                  <a:lnTo>
                    <a:pt x="2531" y="307"/>
                  </a:lnTo>
                  <a:lnTo>
                    <a:pt x="2633" y="166"/>
                  </a:lnTo>
                  <a:lnTo>
                    <a:pt x="23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8"/>
            <p:cNvSpPr/>
            <p:nvPr/>
          </p:nvSpPr>
          <p:spPr>
            <a:xfrm>
              <a:off x="4727650" y="2412875"/>
              <a:ext cx="337750" cy="196200"/>
            </a:xfrm>
            <a:custGeom>
              <a:rect b="b" l="l" r="r" t="t"/>
              <a:pathLst>
                <a:path extrusionOk="0" h="7848" w="13510">
                  <a:moveTo>
                    <a:pt x="2032" y="0"/>
                  </a:moveTo>
                  <a:lnTo>
                    <a:pt x="0" y="563"/>
                  </a:lnTo>
                  <a:lnTo>
                    <a:pt x="0" y="4013"/>
                  </a:lnTo>
                  <a:lnTo>
                    <a:pt x="741" y="4167"/>
                  </a:lnTo>
                  <a:lnTo>
                    <a:pt x="818" y="3950"/>
                  </a:lnTo>
                  <a:lnTo>
                    <a:pt x="716" y="3464"/>
                  </a:lnTo>
                  <a:lnTo>
                    <a:pt x="971" y="2978"/>
                  </a:lnTo>
                  <a:lnTo>
                    <a:pt x="1265" y="3208"/>
                  </a:lnTo>
                  <a:lnTo>
                    <a:pt x="1393" y="3208"/>
                  </a:lnTo>
                  <a:lnTo>
                    <a:pt x="1393" y="3017"/>
                  </a:lnTo>
                  <a:lnTo>
                    <a:pt x="1598" y="2838"/>
                  </a:lnTo>
                  <a:lnTo>
                    <a:pt x="1789" y="2953"/>
                  </a:lnTo>
                  <a:lnTo>
                    <a:pt x="1649" y="2633"/>
                  </a:lnTo>
                  <a:lnTo>
                    <a:pt x="2160" y="2633"/>
                  </a:lnTo>
                  <a:lnTo>
                    <a:pt x="2390" y="2889"/>
                  </a:lnTo>
                  <a:lnTo>
                    <a:pt x="2543" y="2889"/>
                  </a:lnTo>
                  <a:lnTo>
                    <a:pt x="2646" y="3004"/>
                  </a:lnTo>
                  <a:lnTo>
                    <a:pt x="2901" y="3004"/>
                  </a:lnTo>
                  <a:lnTo>
                    <a:pt x="3144" y="3119"/>
                  </a:lnTo>
                  <a:lnTo>
                    <a:pt x="3246" y="3464"/>
                  </a:lnTo>
                  <a:lnTo>
                    <a:pt x="3246" y="3937"/>
                  </a:lnTo>
                  <a:lnTo>
                    <a:pt x="3451" y="4065"/>
                  </a:lnTo>
                  <a:lnTo>
                    <a:pt x="3796" y="4065"/>
                  </a:lnTo>
                  <a:lnTo>
                    <a:pt x="4128" y="4167"/>
                  </a:lnTo>
                  <a:lnTo>
                    <a:pt x="4473" y="4065"/>
                  </a:lnTo>
                  <a:lnTo>
                    <a:pt x="4882" y="4346"/>
                  </a:lnTo>
                  <a:lnTo>
                    <a:pt x="4882" y="4704"/>
                  </a:lnTo>
                  <a:lnTo>
                    <a:pt x="5176" y="4793"/>
                  </a:lnTo>
                  <a:lnTo>
                    <a:pt x="5036" y="5381"/>
                  </a:lnTo>
                  <a:lnTo>
                    <a:pt x="5457" y="5547"/>
                  </a:lnTo>
                  <a:lnTo>
                    <a:pt x="6876" y="6480"/>
                  </a:lnTo>
                  <a:lnTo>
                    <a:pt x="7362" y="6812"/>
                  </a:lnTo>
                  <a:lnTo>
                    <a:pt x="7822" y="6812"/>
                  </a:lnTo>
                  <a:lnTo>
                    <a:pt x="8384" y="7068"/>
                  </a:lnTo>
                  <a:lnTo>
                    <a:pt x="8384" y="7618"/>
                  </a:lnTo>
                  <a:lnTo>
                    <a:pt x="8576" y="7618"/>
                  </a:lnTo>
                  <a:lnTo>
                    <a:pt x="8819" y="7733"/>
                  </a:lnTo>
                  <a:lnTo>
                    <a:pt x="9266" y="7733"/>
                  </a:lnTo>
                  <a:lnTo>
                    <a:pt x="9419" y="7848"/>
                  </a:lnTo>
                  <a:lnTo>
                    <a:pt x="9458" y="7311"/>
                  </a:lnTo>
                  <a:lnTo>
                    <a:pt x="9713" y="7094"/>
                  </a:lnTo>
                  <a:lnTo>
                    <a:pt x="9586" y="6787"/>
                  </a:lnTo>
                  <a:lnTo>
                    <a:pt x="9419" y="6710"/>
                  </a:lnTo>
                  <a:lnTo>
                    <a:pt x="9394" y="6263"/>
                  </a:lnTo>
                  <a:lnTo>
                    <a:pt x="8844" y="6263"/>
                  </a:lnTo>
                  <a:lnTo>
                    <a:pt x="8678" y="5918"/>
                  </a:lnTo>
                  <a:lnTo>
                    <a:pt x="8895" y="5675"/>
                  </a:lnTo>
                  <a:lnTo>
                    <a:pt x="9790" y="5675"/>
                  </a:lnTo>
                  <a:lnTo>
                    <a:pt x="9701" y="5394"/>
                  </a:lnTo>
                  <a:lnTo>
                    <a:pt x="9982" y="5368"/>
                  </a:lnTo>
                  <a:lnTo>
                    <a:pt x="9880" y="5138"/>
                  </a:lnTo>
                  <a:lnTo>
                    <a:pt x="10301" y="5036"/>
                  </a:lnTo>
                  <a:lnTo>
                    <a:pt x="10557" y="4806"/>
                  </a:lnTo>
                  <a:lnTo>
                    <a:pt x="10787" y="4537"/>
                  </a:lnTo>
                  <a:lnTo>
                    <a:pt x="11132" y="4422"/>
                  </a:lnTo>
                  <a:lnTo>
                    <a:pt x="11515" y="4640"/>
                  </a:lnTo>
                  <a:lnTo>
                    <a:pt x="11349" y="4844"/>
                  </a:lnTo>
                  <a:lnTo>
                    <a:pt x="11196" y="5164"/>
                  </a:lnTo>
                  <a:lnTo>
                    <a:pt x="11388" y="5125"/>
                  </a:lnTo>
                  <a:lnTo>
                    <a:pt x="11771" y="5023"/>
                  </a:lnTo>
                  <a:lnTo>
                    <a:pt x="12257" y="4921"/>
                  </a:lnTo>
                  <a:lnTo>
                    <a:pt x="12730" y="5023"/>
                  </a:lnTo>
                  <a:lnTo>
                    <a:pt x="13151" y="4614"/>
                  </a:lnTo>
                  <a:lnTo>
                    <a:pt x="13509" y="4550"/>
                  </a:lnTo>
                  <a:lnTo>
                    <a:pt x="12845" y="4231"/>
                  </a:lnTo>
                  <a:lnTo>
                    <a:pt x="12615" y="4013"/>
                  </a:lnTo>
                  <a:lnTo>
                    <a:pt x="12448" y="4243"/>
                  </a:lnTo>
                  <a:lnTo>
                    <a:pt x="11912" y="4371"/>
                  </a:lnTo>
                  <a:lnTo>
                    <a:pt x="11669" y="4103"/>
                  </a:lnTo>
                  <a:lnTo>
                    <a:pt x="11541" y="3822"/>
                  </a:lnTo>
                  <a:lnTo>
                    <a:pt x="11886" y="3464"/>
                  </a:lnTo>
                  <a:lnTo>
                    <a:pt x="11720" y="3259"/>
                  </a:lnTo>
                  <a:lnTo>
                    <a:pt x="11196" y="3745"/>
                  </a:lnTo>
                  <a:lnTo>
                    <a:pt x="10634" y="3988"/>
                  </a:lnTo>
                  <a:lnTo>
                    <a:pt x="10161" y="4371"/>
                  </a:lnTo>
                  <a:lnTo>
                    <a:pt x="10058" y="4691"/>
                  </a:lnTo>
                  <a:lnTo>
                    <a:pt x="9701" y="4691"/>
                  </a:lnTo>
                  <a:lnTo>
                    <a:pt x="9509" y="4243"/>
                  </a:lnTo>
                  <a:lnTo>
                    <a:pt x="8576" y="4243"/>
                  </a:lnTo>
                  <a:lnTo>
                    <a:pt x="8307" y="4065"/>
                  </a:lnTo>
                  <a:lnTo>
                    <a:pt x="8231" y="3489"/>
                  </a:lnTo>
                  <a:lnTo>
                    <a:pt x="7911" y="3272"/>
                  </a:lnTo>
                  <a:lnTo>
                    <a:pt x="7758" y="3144"/>
                  </a:lnTo>
                  <a:lnTo>
                    <a:pt x="8001" y="3017"/>
                  </a:lnTo>
                  <a:lnTo>
                    <a:pt x="8001" y="2467"/>
                  </a:lnTo>
                  <a:lnTo>
                    <a:pt x="7732" y="2493"/>
                  </a:lnTo>
                  <a:lnTo>
                    <a:pt x="7566" y="2288"/>
                  </a:lnTo>
                  <a:lnTo>
                    <a:pt x="7285" y="1905"/>
                  </a:lnTo>
                  <a:lnTo>
                    <a:pt x="6978" y="1738"/>
                  </a:lnTo>
                  <a:lnTo>
                    <a:pt x="6684" y="2045"/>
                  </a:lnTo>
                  <a:lnTo>
                    <a:pt x="5930" y="1905"/>
                  </a:lnTo>
                  <a:lnTo>
                    <a:pt x="4780" y="1905"/>
                  </a:lnTo>
                  <a:lnTo>
                    <a:pt x="4384" y="1623"/>
                  </a:lnTo>
                  <a:lnTo>
                    <a:pt x="3988" y="1151"/>
                  </a:lnTo>
                  <a:lnTo>
                    <a:pt x="3451" y="844"/>
                  </a:lnTo>
                  <a:lnTo>
                    <a:pt x="3451" y="895"/>
                  </a:lnTo>
                  <a:lnTo>
                    <a:pt x="3387" y="1023"/>
                  </a:lnTo>
                  <a:lnTo>
                    <a:pt x="3451" y="1189"/>
                  </a:lnTo>
                  <a:lnTo>
                    <a:pt x="3119" y="1419"/>
                  </a:lnTo>
                  <a:lnTo>
                    <a:pt x="3055" y="1278"/>
                  </a:lnTo>
                  <a:lnTo>
                    <a:pt x="2863" y="1023"/>
                  </a:lnTo>
                  <a:lnTo>
                    <a:pt x="2863" y="780"/>
                  </a:lnTo>
                  <a:lnTo>
                    <a:pt x="2965" y="639"/>
                  </a:lnTo>
                  <a:lnTo>
                    <a:pt x="2965" y="550"/>
                  </a:lnTo>
                  <a:lnTo>
                    <a:pt x="2480" y="269"/>
                  </a:lnTo>
                  <a:lnTo>
                    <a:pt x="2454" y="601"/>
                  </a:lnTo>
                  <a:lnTo>
                    <a:pt x="2441" y="946"/>
                  </a:lnTo>
                  <a:lnTo>
                    <a:pt x="2416" y="984"/>
                  </a:lnTo>
                  <a:lnTo>
                    <a:pt x="2364" y="1061"/>
                  </a:lnTo>
                  <a:lnTo>
                    <a:pt x="2275" y="1163"/>
                  </a:lnTo>
                  <a:lnTo>
                    <a:pt x="2173" y="1176"/>
                  </a:lnTo>
                  <a:lnTo>
                    <a:pt x="2109" y="1163"/>
                  </a:lnTo>
                  <a:lnTo>
                    <a:pt x="2083" y="1151"/>
                  </a:lnTo>
                  <a:lnTo>
                    <a:pt x="2083" y="1138"/>
                  </a:lnTo>
                  <a:lnTo>
                    <a:pt x="2058" y="921"/>
                  </a:lnTo>
                  <a:lnTo>
                    <a:pt x="2045" y="780"/>
                  </a:lnTo>
                  <a:lnTo>
                    <a:pt x="2045" y="690"/>
                  </a:lnTo>
                  <a:lnTo>
                    <a:pt x="2122" y="575"/>
                  </a:lnTo>
                  <a:lnTo>
                    <a:pt x="2173" y="460"/>
                  </a:lnTo>
                  <a:lnTo>
                    <a:pt x="2262" y="141"/>
                  </a:lnTo>
                  <a:lnTo>
                    <a:pt x="203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8"/>
            <p:cNvSpPr/>
            <p:nvPr/>
          </p:nvSpPr>
          <p:spPr>
            <a:xfrm>
              <a:off x="3663000" y="2486050"/>
              <a:ext cx="8650" cy="7675"/>
            </a:xfrm>
            <a:custGeom>
              <a:rect b="b" l="l" r="r" t="t"/>
              <a:pathLst>
                <a:path extrusionOk="0" h="307" w="346">
                  <a:moveTo>
                    <a:pt x="1" y="0"/>
                  </a:moveTo>
                  <a:lnTo>
                    <a:pt x="65" y="256"/>
                  </a:lnTo>
                  <a:lnTo>
                    <a:pt x="193" y="307"/>
                  </a:lnTo>
                  <a:lnTo>
                    <a:pt x="346" y="230"/>
                  </a:lnTo>
                  <a:lnTo>
                    <a:pt x="244" y="77"/>
                  </a:lnTo>
                  <a:lnTo>
                    <a:pt x="65" y="26"/>
                  </a:lnTo>
                  <a:lnTo>
                    <a:pt x="52"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8"/>
            <p:cNvSpPr/>
            <p:nvPr/>
          </p:nvSpPr>
          <p:spPr>
            <a:xfrm>
              <a:off x="3282475" y="2810350"/>
              <a:ext cx="243475" cy="263625"/>
            </a:xfrm>
            <a:custGeom>
              <a:rect b="b" l="l" r="r" t="t"/>
              <a:pathLst>
                <a:path extrusionOk="0" h="10545" w="9739">
                  <a:moveTo>
                    <a:pt x="7285" y="0"/>
                  </a:moveTo>
                  <a:lnTo>
                    <a:pt x="7183" y="972"/>
                  </a:lnTo>
                  <a:lnTo>
                    <a:pt x="7170" y="1010"/>
                  </a:lnTo>
                  <a:lnTo>
                    <a:pt x="7132" y="1023"/>
                  </a:lnTo>
                  <a:lnTo>
                    <a:pt x="4678" y="997"/>
                  </a:lnTo>
                  <a:lnTo>
                    <a:pt x="4371" y="2914"/>
                  </a:lnTo>
                  <a:lnTo>
                    <a:pt x="4358" y="2940"/>
                  </a:lnTo>
                  <a:lnTo>
                    <a:pt x="4320" y="2953"/>
                  </a:lnTo>
                  <a:lnTo>
                    <a:pt x="3655" y="3093"/>
                  </a:lnTo>
                  <a:lnTo>
                    <a:pt x="3144" y="3362"/>
                  </a:lnTo>
                  <a:lnTo>
                    <a:pt x="3042" y="3822"/>
                  </a:lnTo>
                  <a:lnTo>
                    <a:pt x="3029" y="4652"/>
                  </a:lnTo>
                  <a:lnTo>
                    <a:pt x="3029" y="4665"/>
                  </a:lnTo>
                  <a:lnTo>
                    <a:pt x="3016" y="4691"/>
                  </a:lnTo>
                  <a:lnTo>
                    <a:pt x="2991" y="4691"/>
                  </a:lnTo>
                  <a:lnTo>
                    <a:pt x="2978" y="4704"/>
                  </a:lnTo>
                  <a:lnTo>
                    <a:pt x="256" y="4550"/>
                  </a:lnTo>
                  <a:lnTo>
                    <a:pt x="115" y="4908"/>
                  </a:lnTo>
                  <a:lnTo>
                    <a:pt x="217" y="4934"/>
                  </a:lnTo>
                  <a:lnTo>
                    <a:pt x="345" y="5036"/>
                  </a:lnTo>
                  <a:lnTo>
                    <a:pt x="550" y="5470"/>
                  </a:lnTo>
                  <a:lnTo>
                    <a:pt x="639" y="5994"/>
                  </a:lnTo>
                  <a:lnTo>
                    <a:pt x="486" y="6161"/>
                  </a:lnTo>
                  <a:lnTo>
                    <a:pt x="486" y="6314"/>
                  </a:lnTo>
                  <a:lnTo>
                    <a:pt x="422" y="6493"/>
                  </a:lnTo>
                  <a:lnTo>
                    <a:pt x="588" y="7221"/>
                  </a:lnTo>
                  <a:lnTo>
                    <a:pt x="294" y="8231"/>
                  </a:lnTo>
                  <a:lnTo>
                    <a:pt x="179" y="8410"/>
                  </a:lnTo>
                  <a:lnTo>
                    <a:pt x="102" y="8525"/>
                  </a:lnTo>
                  <a:lnTo>
                    <a:pt x="77" y="8602"/>
                  </a:lnTo>
                  <a:lnTo>
                    <a:pt x="0" y="9011"/>
                  </a:lnTo>
                  <a:lnTo>
                    <a:pt x="166" y="8755"/>
                  </a:lnTo>
                  <a:lnTo>
                    <a:pt x="192" y="8742"/>
                  </a:lnTo>
                  <a:lnTo>
                    <a:pt x="205" y="8730"/>
                  </a:lnTo>
                  <a:lnTo>
                    <a:pt x="230" y="8730"/>
                  </a:lnTo>
                  <a:lnTo>
                    <a:pt x="243" y="8742"/>
                  </a:lnTo>
                  <a:lnTo>
                    <a:pt x="409" y="8832"/>
                  </a:lnTo>
                  <a:lnTo>
                    <a:pt x="1010" y="8845"/>
                  </a:lnTo>
                  <a:lnTo>
                    <a:pt x="1253" y="8742"/>
                  </a:lnTo>
                  <a:lnTo>
                    <a:pt x="1291" y="8742"/>
                  </a:lnTo>
                  <a:lnTo>
                    <a:pt x="1457" y="8819"/>
                  </a:lnTo>
                  <a:lnTo>
                    <a:pt x="1751" y="8819"/>
                  </a:lnTo>
                  <a:lnTo>
                    <a:pt x="1777" y="8832"/>
                  </a:lnTo>
                  <a:lnTo>
                    <a:pt x="1789" y="8845"/>
                  </a:lnTo>
                  <a:lnTo>
                    <a:pt x="1994" y="9202"/>
                  </a:lnTo>
                  <a:lnTo>
                    <a:pt x="2365" y="9215"/>
                  </a:lnTo>
                  <a:lnTo>
                    <a:pt x="2403" y="9228"/>
                  </a:lnTo>
                  <a:lnTo>
                    <a:pt x="2416" y="9254"/>
                  </a:lnTo>
                  <a:lnTo>
                    <a:pt x="2543" y="9739"/>
                  </a:lnTo>
                  <a:lnTo>
                    <a:pt x="3323" y="10544"/>
                  </a:lnTo>
                  <a:lnTo>
                    <a:pt x="3451" y="10365"/>
                  </a:lnTo>
                  <a:lnTo>
                    <a:pt x="3464" y="10123"/>
                  </a:lnTo>
                  <a:lnTo>
                    <a:pt x="3464" y="10084"/>
                  </a:lnTo>
                  <a:lnTo>
                    <a:pt x="3489" y="10071"/>
                  </a:lnTo>
                  <a:lnTo>
                    <a:pt x="3988" y="9841"/>
                  </a:lnTo>
                  <a:lnTo>
                    <a:pt x="4013" y="9829"/>
                  </a:lnTo>
                  <a:lnTo>
                    <a:pt x="4052" y="9854"/>
                  </a:lnTo>
                  <a:lnTo>
                    <a:pt x="4397" y="10238"/>
                  </a:lnTo>
                  <a:lnTo>
                    <a:pt x="4499" y="10071"/>
                  </a:lnTo>
                  <a:lnTo>
                    <a:pt x="4524" y="10046"/>
                  </a:lnTo>
                  <a:lnTo>
                    <a:pt x="4550" y="10046"/>
                  </a:lnTo>
                  <a:lnTo>
                    <a:pt x="5176" y="10148"/>
                  </a:lnTo>
                  <a:lnTo>
                    <a:pt x="5534" y="9944"/>
                  </a:lnTo>
                  <a:lnTo>
                    <a:pt x="5560" y="9931"/>
                  </a:lnTo>
                  <a:lnTo>
                    <a:pt x="5573" y="9944"/>
                  </a:lnTo>
                  <a:lnTo>
                    <a:pt x="5803" y="10020"/>
                  </a:lnTo>
                  <a:lnTo>
                    <a:pt x="8576" y="10161"/>
                  </a:lnTo>
                  <a:lnTo>
                    <a:pt x="8883" y="9739"/>
                  </a:lnTo>
                  <a:lnTo>
                    <a:pt x="8653" y="9535"/>
                  </a:lnTo>
                  <a:lnTo>
                    <a:pt x="8640" y="9522"/>
                  </a:lnTo>
                  <a:lnTo>
                    <a:pt x="8627" y="9496"/>
                  </a:lnTo>
                  <a:lnTo>
                    <a:pt x="8525" y="2084"/>
                  </a:lnTo>
                  <a:lnTo>
                    <a:pt x="8525" y="2058"/>
                  </a:lnTo>
                  <a:lnTo>
                    <a:pt x="8538" y="2045"/>
                  </a:lnTo>
                  <a:lnTo>
                    <a:pt x="8550" y="2032"/>
                  </a:lnTo>
                  <a:lnTo>
                    <a:pt x="8576" y="2020"/>
                  </a:lnTo>
                  <a:lnTo>
                    <a:pt x="9739" y="2032"/>
                  </a:lnTo>
                  <a:lnTo>
                    <a:pt x="728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8"/>
            <p:cNvSpPr/>
            <p:nvPr/>
          </p:nvSpPr>
          <p:spPr>
            <a:xfrm>
              <a:off x="3366825" y="2863700"/>
              <a:ext cx="329750" cy="313475"/>
            </a:xfrm>
            <a:custGeom>
              <a:rect b="b" l="l" r="r" t="t"/>
              <a:pathLst>
                <a:path extrusionOk="0" h="12539" w="13190">
                  <a:moveTo>
                    <a:pt x="5253" y="1"/>
                  </a:moveTo>
                  <a:lnTo>
                    <a:pt x="5368" y="7337"/>
                  </a:lnTo>
                  <a:lnTo>
                    <a:pt x="5624" y="7567"/>
                  </a:lnTo>
                  <a:lnTo>
                    <a:pt x="5649" y="7592"/>
                  </a:lnTo>
                  <a:lnTo>
                    <a:pt x="5637" y="7631"/>
                  </a:lnTo>
                  <a:lnTo>
                    <a:pt x="5266" y="8116"/>
                  </a:lnTo>
                  <a:lnTo>
                    <a:pt x="5253" y="8142"/>
                  </a:lnTo>
                  <a:lnTo>
                    <a:pt x="5228" y="8142"/>
                  </a:lnTo>
                  <a:lnTo>
                    <a:pt x="2416" y="8001"/>
                  </a:lnTo>
                  <a:lnTo>
                    <a:pt x="2403" y="7989"/>
                  </a:lnTo>
                  <a:lnTo>
                    <a:pt x="2186" y="7912"/>
                  </a:lnTo>
                  <a:lnTo>
                    <a:pt x="1841" y="8116"/>
                  </a:lnTo>
                  <a:lnTo>
                    <a:pt x="1802" y="8116"/>
                  </a:lnTo>
                  <a:lnTo>
                    <a:pt x="1202" y="8027"/>
                  </a:lnTo>
                  <a:lnTo>
                    <a:pt x="1074" y="8219"/>
                  </a:lnTo>
                  <a:lnTo>
                    <a:pt x="1061" y="8231"/>
                  </a:lnTo>
                  <a:lnTo>
                    <a:pt x="1035" y="8244"/>
                  </a:lnTo>
                  <a:lnTo>
                    <a:pt x="1010" y="8244"/>
                  </a:lnTo>
                  <a:lnTo>
                    <a:pt x="984" y="8219"/>
                  </a:lnTo>
                  <a:lnTo>
                    <a:pt x="614" y="7822"/>
                  </a:lnTo>
                  <a:lnTo>
                    <a:pt x="192" y="8014"/>
                  </a:lnTo>
                  <a:lnTo>
                    <a:pt x="192" y="8244"/>
                  </a:lnTo>
                  <a:lnTo>
                    <a:pt x="179" y="8283"/>
                  </a:lnTo>
                  <a:lnTo>
                    <a:pt x="0" y="8513"/>
                  </a:lnTo>
                  <a:lnTo>
                    <a:pt x="0" y="8870"/>
                  </a:lnTo>
                  <a:lnTo>
                    <a:pt x="64" y="9407"/>
                  </a:lnTo>
                  <a:lnTo>
                    <a:pt x="345" y="9561"/>
                  </a:lnTo>
                  <a:lnTo>
                    <a:pt x="358" y="9586"/>
                  </a:lnTo>
                  <a:lnTo>
                    <a:pt x="371" y="9599"/>
                  </a:lnTo>
                  <a:lnTo>
                    <a:pt x="460" y="9970"/>
                  </a:lnTo>
                  <a:lnTo>
                    <a:pt x="460" y="10008"/>
                  </a:lnTo>
                  <a:lnTo>
                    <a:pt x="269" y="10391"/>
                  </a:lnTo>
                  <a:lnTo>
                    <a:pt x="396" y="10698"/>
                  </a:lnTo>
                  <a:lnTo>
                    <a:pt x="626" y="10698"/>
                  </a:lnTo>
                  <a:lnTo>
                    <a:pt x="652" y="10711"/>
                  </a:lnTo>
                  <a:lnTo>
                    <a:pt x="665" y="10724"/>
                  </a:lnTo>
                  <a:lnTo>
                    <a:pt x="780" y="10839"/>
                  </a:lnTo>
                  <a:lnTo>
                    <a:pt x="1074" y="10660"/>
                  </a:lnTo>
                  <a:lnTo>
                    <a:pt x="1112" y="10647"/>
                  </a:lnTo>
                  <a:lnTo>
                    <a:pt x="1138" y="10660"/>
                  </a:lnTo>
                  <a:lnTo>
                    <a:pt x="1406" y="10826"/>
                  </a:lnTo>
                  <a:lnTo>
                    <a:pt x="1905" y="10557"/>
                  </a:lnTo>
                  <a:lnTo>
                    <a:pt x="1930" y="10545"/>
                  </a:lnTo>
                  <a:lnTo>
                    <a:pt x="2122" y="10557"/>
                  </a:lnTo>
                  <a:lnTo>
                    <a:pt x="2147" y="10557"/>
                  </a:lnTo>
                  <a:lnTo>
                    <a:pt x="2160" y="10570"/>
                  </a:lnTo>
                  <a:lnTo>
                    <a:pt x="2173" y="10583"/>
                  </a:lnTo>
                  <a:lnTo>
                    <a:pt x="2173" y="10609"/>
                  </a:lnTo>
                  <a:lnTo>
                    <a:pt x="2173" y="10813"/>
                  </a:lnTo>
                  <a:lnTo>
                    <a:pt x="2377" y="10992"/>
                  </a:lnTo>
                  <a:lnTo>
                    <a:pt x="2390" y="11005"/>
                  </a:lnTo>
                  <a:lnTo>
                    <a:pt x="2390" y="11030"/>
                  </a:lnTo>
                  <a:lnTo>
                    <a:pt x="2339" y="11337"/>
                  </a:lnTo>
                  <a:lnTo>
                    <a:pt x="2582" y="11542"/>
                  </a:lnTo>
                  <a:lnTo>
                    <a:pt x="2595" y="11567"/>
                  </a:lnTo>
                  <a:lnTo>
                    <a:pt x="2595" y="11605"/>
                  </a:lnTo>
                  <a:lnTo>
                    <a:pt x="2480" y="11874"/>
                  </a:lnTo>
                  <a:lnTo>
                    <a:pt x="2518" y="11887"/>
                  </a:lnTo>
                  <a:lnTo>
                    <a:pt x="2735" y="11874"/>
                  </a:lnTo>
                  <a:lnTo>
                    <a:pt x="2761" y="11874"/>
                  </a:lnTo>
                  <a:lnTo>
                    <a:pt x="2786" y="11887"/>
                  </a:lnTo>
                  <a:lnTo>
                    <a:pt x="2799" y="11912"/>
                  </a:lnTo>
                  <a:lnTo>
                    <a:pt x="2799" y="11925"/>
                  </a:lnTo>
                  <a:lnTo>
                    <a:pt x="2799" y="12078"/>
                  </a:lnTo>
                  <a:lnTo>
                    <a:pt x="3093" y="12155"/>
                  </a:lnTo>
                  <a:lnTo>
                    <a:pt x="3131" y="12181"/>
                  </a:lnTo>
                  <a:lnTo>
                    <a:pt x="3131" y="12206"/>
                  </a:lnTo>
                  <a:lnTo>
                    <a:pt x="3131" y="12321"/>
                  </a:lnTo>
                  <a:lnTo>
                    <a:pt x="3438" y="12334"/>
                  </a:lnTo>
                  <a:lnTo>
                    <a:pt x="3451" y="12334"/>
                  </a:lnTo>
                  <a:lnTo>
                    <a:pt x="3477" y="12347"/>
                  </a:lnTo>
                  <a:lnTo>
                    <a:pt x="3681" y="12538"/>
                  </a:lnTo>
                  <a:lnTo>
                    <a:pt x="4052" y="12219"/>
                  </a:lnTo>
                  <a:lnTo>
                    <a:pt x="4090" y="12206"/>
                  </a:lnTo>
                  <a:lnTo>
                    <a:pt x="4307" y="12206"/>
                  </a:lnTo>
                  <a:lnTo>
                    <a:pt x="4333" y="12219"/>
                  </a:lnTo>
                  <a:lnTo>
                    <a:pt x="4652" y="12538"/>
                  </a:lnTo>
                  <a:lnTo>
                    <a:pt x="4793" y="12372"/>
                  </a:lnTo>
                  <a:lnTo>
                    <a:pt x="4819" y="12347"/>
                  </a:lnTo>
                  <a:lnTo>
                    <a:pt x="5010" y="12347"/>
                  </a:lnTo>
                  <a:lnTo>
                    <a:pt x="5010" y="11963"/>
                  </a:lnTo>
                  <a:lnTo>
                    <a:pt x="5023" y="11925"/>
                  </a:lnTo>
                  <a:lnTo>
                    <a:pt x="5176" y="11721"/>
                  </a:lnTo>
                  <a:lnTo>
                    <a:pt x="5279" y="11145"/>
                  </a:lnTo>
                  <a:lnTo>
                    <a:pt x="5291" y="11120"/>
                  </a:lnTo>
                  <a:lnTo>
                    <a:pt x="5317" y="11107"/>
                  </a:lnTo>
                  <a:lnTo>
                    <a:pt x="5713" y="10941"/>
                  </a:lnTo>
                  <a:lnTo>
                    <a:pt x="5713" y="10570"/>
                  </a:lnTo>
                  <a:lnTo>
                    <a:pt x="5713" y="10545"/>
                  </a:lnTo>
                  <a:lnTo>
                    <a:pt x="5726" y="10532"/>
                  </a:lnTo>
                  <a:lnTo>
                    <a:pt x="5752" y="10519"/>
                  </a:lnTo>
                  <a:lnTo>
                    <a:pt x="5956" y="10519"/>
                  </a:lnTo>
                  <a:lnTo>
                    <a:pt x="6301" y="9906"/>
                  </a:lnTo>
                  <a:lnTo>
                    <a:pt x="6339" y="9893"/>
                  </a:lnTo>
                  <a:lnTo>
                    <a:pt x="6378" y="9893"/>
                  </a:lnTo>
                  <a:lnTo>
                    <a:pt x="6697" y="10008"/>
                  </a:lnTo>
                  <a:lnTo>
                    <a:pt x="6812" y="9842"/>
                  </a:lnTo>
                  <a:lnTo>
                    <a:pt x="6838" y="9816"/>
                  </a:lnTo>
                  <a:lnTo>
                    <a:pt x="7221" y="9714"/>
                  </a:lnTo>
                  <a:lnTo>
                    <a:pt x="8819" y="8640"/>
                  </a:lnTo>
                  <a:lnTo>
                    <a:pt x="8857" y="8628"/>
                  </a:lnTo>
                  <a:lnTo>
                    <a:pt x="9905" y="8653"/>
                  </a:lnTo>
                  <a:lnTo>
                    <a:pt x="10608" y="8717"/>
                  </a:lnTo>
                  <a:lnTo>
                    <a:pt x="11324" y="8461"/>
                  </a:lnTo>
                  <a:lnTo>
                    <a:pt x="11337" y="8461"/>
                  </a:lnTo>
                  <a:lnTo>
                    <a:pt x="12244" y="8474"/>
                  </a:lnTo>
                  <a:lnTo>
                    <a:pt x="12257" y="8193"/>
                  </a:lnTo>
                  <a:lnTo>
                    <a:pt x="12257" y="8168"/>
                  </a:lnTo>
                  <a:lnTo>
                    <a:pt x="12270" y="8155"/>
                  </a:lnTo>
                  <a:lnTo>
                    <a:pt x="12282" y="8142"/>
                  </a:lnTo>
                  <a:lnTo>
                    <a:pt x="12691" y="8142"/>
                  </a:lnTo>
                  <a:lnTo>
                    <a:pt x="13100" y="6966"/>
                  </a:lnTo>
                  <a:lnTo>
                    <a:pt x="13190" y="5420"/>
                  </a:lnTo>
                  <a:lnTo>
                    <a:pt x="12385" y="5407"/>
                  </a:lnTo>
                  <a:lnTo>
                    <a:pt x="12346" y="5394"/>
                  </a:lnTo>
                  <a:lnTo>
                    <a:pt x="12334" y="5369"/>
                  </a:lnTo>
                  <a:lnTo>
                    <a:pt x="12231" y="4768"/>
                  </a:lnTo>
                  <a:lnTo>
                    <a:pt x="11733" y="4384"/>
                  </a:lnTo>
                  <a:lnTo>
                    <a:pt x="11426" y="4282"/>
                  </a:lnTo>
                  <a:lnTo>
                    <a:pt x="11401" y="4269"/>
                  </a:lnTo>
                  <a:lnTo>
                    <a:pt x="10838" y="3630"/>
                  </a:lnTo>
                  <a:lnTo>
                    <a:pt x="6493" y="14"/>
                  </a:lnTo>
                  <a:lnTo>
                    <a:pt x="52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8"/>
            <p:cNvSpPr/>
            <p:nvPr/>
          </p:nvSpPr>
          <p:spPr>
            <a:xfrm>
              <a:off x="3494625" y="3082250"/>
              <a:ext cx="153075" cy="110575"/>
            </a:xfrm>
            <a:custGeom>
              <a:rect b="b" l="l" r="r" t="t"/>
              <a:pathLst>
                <a:path extrusionOk="0" h="4423" w="6123">
                  <a:moveTo>
                    <a:pt x="3758" y="1"/>
                  </a:moveTo>
                  <a:lnTo>
                    <a:pt x="2173" y="1061"/>
                  </a:lnTo>
                  <a:lnTo>
                    <a:pt x="2148" y="1074"/>
                  </a:lnTo>
                  <a:lnTo>
                    <a:pt x="1777" y="1176"/>
                  </a:lnTo>
                  <a:lnTo>
                    <a:pt x="1649" y="1355"/>
                  </a:lnTo>
                  <a:lnTo>
                    <a:pt x="1624" y="1381"/>
                  </a:lnTo>
                  <a:lnTo>
                    <a:pt x="1585" y="1381"/>
                  </a:lnTo>
                  <a:lnTo>
                    <a:pt x="1266" y="1266"/>
                  </a:lnTo>
                  <a:lnTo>
                    <a:pt x="921" y="1854"/>
                  </a:lnTo>
                  <a:lnTo>
                    <a:pt x="908" y="1879"/>
                  </a:lnTo>
                  <a:lnTo>
                    <a:pt x="716" y="1879"/>
                  </a:lnTo>
                  <a:lnTo>
                    <a:pt x="703" y="2237"/>
                  </a:lnTo>
                  <a:lnTo>
                    <a:pt x="703" y="2263"/>
                  </a:lnTo>
                  <a:lnTo>
                    <a:pt x="678" y="2288"/>
                  </a:lnTo>
                  <a:lnTo>
                    <a:pt x="269" y="2442"/>
                  </a:lnTo>
                  <a:lnTo>
                    <a:pt x="167" y="3004"/>
                  </a:lnTo>
                  <a:lnTo>
                    <a:pt x="167" y="3030"/>
                  </a:lnTo>
                  <a:lnTo>
                    <a:pt x="13" y="3234"/>
                  </a:lnTo>
                  <a:lnTo>
                    <a:pt x="0" y="3656"/>
                  </a:lnTo>
                  <a:lnTo>
                    <a:pt x="0" y="3669"/>
                  </a:lnTo>
                  <a:lnTo>
                    <a:pt x="0" y="3733"/>
                  </a:lnTo>
                  <a:lnTo>
                    <a:pt x="141" y="3758"/>
                  </a:lnTo>
                  <a:lnTo>
                    <a:pt x="167" y="3771"/>
                  </a:lnTo>
                  <a:lnTo>
                    <a:pt x="767" y="4423"/>
                  </a:lnTo>
                  <a:lnTo>
                    <a:pt x="870" y="4282"/>
                  </a:lnTo>
                  <a:lnTo>
                    <a:pt x="882" y="4257"/>
                  </a:lnTo>
                  <a:lnTo>
                    <a:pt x="1253" y="4257"/>
                  </a:lnTo>
                  <a:lnTo>
                    <a:pt x="1483" y="4090"/>
                  </a:lnTo>
                  <a:lnTo>
                    <a:pt x="1521" y="4078"/>
                  </a:lnTo>
                  <a:lnTo>
                    <a:pt x="1547" y="4090"/>
                  </a:lnTo>
                  <a:lnTo>
                    <a:pt x="1943" y="4333"/>
                  </a:lnTo>
                  <a:lnTo>
                    <a:pt x="2135" y="3911"/>
                  </a:lnTo>
                  <a:lnTo>
                    <a:pt x="1930" y="3439"/>
                  </a:lnTo>
                  <a:lnTo>
                    <a:pt x="1930" y="3400"/>
                  </a:lnTo>
                  <a:lnTo>
                    <a:pt x="1956" y="3362"/>
                  </a:lnTo>
                  <a:lnTo>
                    <a:pt x="2186" y="3221"/>
                  </a:lnTo>
                  <a:lnTo>
                    <a:pt x="2224" y="3209"/>
                  </a:lnTo>
                  <a:lnTo>
                    <a:pt x="3694" y="3311"/>
                  </a:lnTo>
                  <a:lnTo>
                    <a:pt x="3963" y="3106"/>
                  </a:lnTo>
                  <a:lnTo>
                    <a:pt x="3988" y="3094"/>
                  </a:lnTo>
                  <a:lnTo>
                    <a:pt x="4295" y="3094"/>
                  </a:lnTo>
                  <a:lnTo>
                    <a:pt x="4844" y="3349"/>
                  </a:lnTo>
                  <a:lnTo>
                    <a:pt x="5151" y="3400"/>
                  </a:lnTo>
                  <a:lnTo>
                    <a:pt x="5445" y="3017"/>
                  </a:lnTo>
                  <a:lnTo>
                    <a:pt x="5458" y="3004"/>
                  </a:lnTo>
                  <a:lnTo>
                    <a:pt x="6059" y="3004"/>
                  </a:lnTo>
                  <a:lnTo>
                    <a:pt x="6110" y="2697"/>
                  </a:lnTo>
                  <a:lnTo>
                    <a:pt x="6122" y="2033"/>
                  </a:lnTo>
                  <a:lnTo>
                    <a:pt x="5841" y="1956"/>
                  </a:lnTo>
                  <a:lnTo>
                    <a:pt x="5828" y="1956"/>
                  </a:lnTo>
                  <a:lnTo>
                    <a:pt x="5356" y="1752"/>
                  </a:lnTo>
                  <a:lnTo>
                    <a:pt x="5343" y="1739"/>
                  </a:lnTo>
                  <a:lnTo>
                    <a:pt x="5330" y="1713"/>
                  </a:lnTo>
                  <a:lnTo>
                    <a:pt x="5241" y="1279"/>
                  </a:lnTo>
                  <a:lnTo>
                    <a:pt x="4883" y="1113"/>
                  </a:lnTo>
                  <a:lnTo>
                    <a:pt x="4857" y="1087"/>
                  </a:lnTo>
                  <a:lnTo>
                    <a:pt x="4563" y="499"/>
                  </a:lnTo>
                  <a:lnTo>
                    <a:pt x="4563" y="474"/>
                  </a:lnTo>
                  <a:lnTo>
                    <a:pt x="4563" y="448"/>
                  </a:lnTo>
                  <a:lnTo>
                    <a:pt x="4717" y="26"/>
                  </a:lnTo>
                  <a:lnTo>
                    <a:pt x="37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8"/>
            <p:cNvSpPr/>
            <p:nvPr/>
          </p:nvSpPr>
          <p:spPr>
            <a:xfrm>
              <a:off x="3611575" y="2912900"/>
              <a:ext cx="319225" cy="238725"/>
            </a:xfrm>
            <a:custGeom>
              <a:rect b="b" l="l" r="r" t="t"/>
              <a:pathLst>
                <a:path extrusionOk="0" h="9549" w="12769">
                  <a:moveTo>
                    <a:pt x="9586" y="1"/>
                  </a:moveTo>
                  <a:lnTo>
                    <a:pt x="4972" y="2864"/>
                  </a:lnTo>
                  <a:lnTo>
                    <a:pt x="4755" y="3196"/>
                  </a:lnTo>
                  <a:lnTo>
                    <a:pt x="4729" y="3209"/>
                  </a:lnTo>
                  <a:lnTo>
                    <a:pt x="4704" y="3222"/>
                  </a:lnTo>
                  <a:lnTo>
                    <a:pt x="4448" y="3196"/>
                  </a:lnTo>
                  <a:lnTo>
                    <a:pt x="3515" y="3426"/>
                  </a:lnTo>
                  <a:lnTo>
                    <a:pt x="3425" y="5011"/>
                  </a:lnTo>
                  <a:lnTo>
                    <a:pt x="3413" y="5024"/>
                  </a:lnTo>
                  <a:lnTo>
                    <a:pt x="3004" y="6251"/>
                  </a:lnTo>
                  <a:lnTo>
                    <a:pt x="2978" y="6276"/>
                  </a:lnTo>
                  <a:lnTo>
                    <a:pt x="2940" y="6289"/>
                  </a:lnTo>
                  <a:lnTo>
                    <a:pt x="2569" y="6276"/>
                  </a:lnTo>
                  <a:lnTo>
                    <a:pt x="2569" y="6557"/>
                  </a:lnTo>
                  <a:lnTo>
                    <a:pt x="2569" y="6583"/>
                  </a:lnTo>
                  <a:lnTo>
                    <a:pt x="2556" y="6596"/>
                  </a:lnTo>
                  <a:lnTo>
                    <a:pt x="2531" y="6608"/>
                  </a:lnTo>
                  <a:lnTo>
                    <a:pt x="2518" y="6608"/>
                  </a:lnTo>
                  <a:lnTo>
                    <a:pt x="1559" y="6596"/>
                  </a:lnTo>
                  <a:lnTo>
                    <a:pt x="844" y="6851"/>
                  </a:lnTo>
                  <a:lnTo>
                    <a:pt x="818" y="6851"/>
                  </a:lnTo>
                  <a:lnTo>
                    <a:pt x="154" y="6800"/>
                  </a:lnTo>
                  <a:lnTo>
                    <a:pt x="0" y="7235"/>
                  </a:lnTo>
                  <a:lnTo>
                    <a:pt x="281" y="7797"/>
                  </a:lnTo>
                  <a:lnTo>
                    <a:pt x="639" y="7976"/>
                  </a:lnTo>
                  <a:lnTo>
                    <a:pt x="652" y="7989"/>
                  </a:lnTo>
                  <a:lnTo>
                    <a:pt x="665" y="8014"/>
                  </a:lnTo>
                  <a:lnTo>
                    <a:pt x="754" y="8436"/>
                  </a:lnTo>
                  <a:lnTo>
                    <a:pt x="1202" y="8628"/>
                  </a:lnTo>
                  <a:lnTo>
                    <a:pt x="1508" y="8717"/>
                  </a:lnTo>
                  <a:lnTo>
                    <a:pt x="1534" y="8743"/>
                  </a:lnTo>
                  <a:lnTo>
                    <a:pt x="1547" y="8768"/>
                  </a:lnTo>
                  <a:lnTo>
                    <a:pt x="1547" y="9369"/>
                  </a:lnTo>
                  <a:lnTo>
                    <a:pt x="2032" y="9024"/>
                  </a:lnTo>
                  <a:lnTo>
                    <a:pt x="2071" y="9011"/>
                  </a:lnTo>
                  <a:lnTo>
                    <a:pt x="2096" y="9024"/>
                  </a:lnTo>
                  <a:lnTo>
                    <a:pt x="2429" y="9254"/>
                  </a:lnTo>
                  <a:lnTo>
                    <a:pt x="2441" y="9280"/>
                  </a:lnTo>
                  <a:lnTo>
                    <a:pt x="2544" y="9548"/>
                  </a:lnTo>
                  <a:lnTo>
                    <a:pt x="2710" y="8909"/>
                  </a:lnTo>
                  <a:lnTo>
                    <a:pt x="2722" y="8883"/>
                  </a:lnTo>
                  <a:lnTo>
                    <a:pt x="3004" y="8628"/>
                  </a:lnTo>
                  <a:lnTo>
                    <a:pt x="3119" y="8104"/>
                  </a:lnTo>
                  <a:lnTo>
                    <a:pt x="3131" y="8078"/>
                  </a:lnTo>
                  <a:lnTo>
                    <a:pt x="3157" y="8065"/>
                  </a:lnTo>
                  <a:lnTo>
                    <a:pt x="3489" y="7887"/>
                  </a:lnTo>
                  <a:lnTo>
                    <a:pt x="3515" y="7887"/>
                  </a:lnTo>
                  <a:lnTo>
                    <a:pt x="3911" y="7938"/>
                  </a:lnTo>
                  <a:lnTo>
                    <a:pt x="4320" y="7835"/>
                  </a:lnTo>
                  <a:lnTo>
                    <a:pt x="4358" y="7835"/>
                  </a:lnTo>
                  <a:lnTo>
                    <a:pt x="4537" y="7938"/>
                  </a:lnTo>
                  <a:lnTo>
                    <a:pt x="4985" y="8117"/>
                  </a:lnTo>
                  <a:lnTo>
                    <a:pt x="5010" y="8142"/>
                  </a:lnTo>
                  <a:lnTo>
                    <a:pt x="5330" y="8500"/>
                  </a:lnTo>
                  <a:lnTo>
                    <a:pt x="6237" y="8359"/>
                  </a:lnTo>
                  <a:lnTo>
                    <a:pt x="6263" y="8359"/>
                  </a:lnTo>
                  <a:lnTo>
                    <a:pt x="6276" y="8372"/>
                  </a:lnTo>
                  <a:lnTo>
                    <a:pt x="6736" y="8743"/>
                  </a:lnTo>
                  <a:lnTo>
                    <a:pt x="7502" y="8679"/>
                  </a:lnTo>
                  <a:lnTo>
                    <a:pt x="7835" y="8411"/>
                  </a:lnTo>
                  <a:lnTo>
                    <a:pt x="7873" y="8398"/>
                  </a:lnTo>
                  <a:lnTo>
                    <a:pt x="9343" y="8423"/>
                  </a:lnTo>
                  <a:lnTo>
                    <a:pt x="9368" y="8436"/>
                  </a:lnTo>
                  <a:lnTo>
                    <a:pt x="9509" y="8538"/>
                  </a:lnTo>
                  <a:lnTo>
                    <a:pt x="9803" y="8513"/>
                  </a:lnTo>
                  <a:lnTo>
                    <a:pt x="10059" y="8168"/>
                  </a:lnTo>
                  <a:lnTo>
                    <a:pt x="10084" y="8155"/>
                  </a:lnTo>
                  <a:lnTo>
                    <a:pt x="10480" y="8027"/>
                  </a:lnTo>
                  <a:lnTo>
                    <a:pt x="10365" y="7708"/>
                  </a:lnTo>
                  <a:lnTo>
                    <a:pt x="10365" y="7682"/>
                  </a:lnTo>
                  <a:lnTo>
                    <a:pt x="10378" y="7656"/>
                  </a:lnTo>
                  <a:lnTo>
                    <a:pt x="10710" y="7350"/>
                  </a:lnTo>
                  <a:lnTo>
                    <a:pt x="10736" y="6877"/>
                  </a:lnTo>
                  <a:lnTo>
                    <a:pt x="10736" y="6851"/>
                  </a:lnTo>
                  <a:lnTo>
                    <a:pt x="10762" y="6826"/>
                  </a:lnTo>
                  <a:lnTo>
                    <a:pt x="12155" y="5701"/>
                  </a:lnTo>
                  <a:lnTo>
                    <a:pt x="12436" y="2979"/>
                  </a:lnTo>
                  <a:lnTo>
                    <a:pt x="12449" y="2940"/>
                  </a:lnTo>
                  <a:lnTo>
                    <a:pt x="12768" y="2544"/>
                  </a:lnTo>
                  <a:lnTo>
                    <a:pt x="11950" y="1701"/>
                  </a:lnTo>
                  <a:lnTo>
                    <a:pt x="11937" y="1688"/>
                  </a:lnTo>
                  <a:lnTo>
                    <a:pt x="11937" y="1662"/>
                  </a:lnTo>
                  <a:lnTo>
                    <a:pt x="11950" y="257"/>
                  </a:lnTo>
                  <a:lnTo>
                    <a:pt x="11107" y="499"/>
                  </a:lnTo>
                  <a:lnTo>
                    <a:pt x="11068" y="499"/>
                  </a:lnTo>
                  <a:lnTo>
                    <a:pt x="10110" y="116"/>
                  </a:lnTo>
                  <a:lnTo>
                    <a:pt x="95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8"/>
            <p:cNvSpPr/>
            <p:nvPr/>
          </p:nvSpPr>
          <p:spPr>
            <a:xfrm>
              <a:off x="6023925" y="3244575"/>
              <a:ext cx="11200" cy="8325"/>
            </a:xfrm>
            <a:custGeom>
              <a:rect b="b" l="l" r="r" t="t"/>
              <a:pathLst>
                <a:path extrusionOk="0" h="333" w="448">
                  <a:moveTo>
                    <a:pt x="243" y="0"/>
                  </a:moveTo>
                  <a:lnTo>
                    <a:pt x="128" y="102"/>
                  </a:lnTo>
                  <a:lnTo>
                    <a:pt x="0" y="102"/>
                  </a:lnTo>
                  <a:lnTo>
                    <a:pt x="13" y="166"/>
                  </a:lnTo>
                  <a:lnTo>
                    <a:pt x="141" y="332"/>
                  </a:lnTo>
                  <a:lnTo>
                    <a:pt x="294" y="281"/>
                  </a:lnTo>
                  <a:lnTo>
                    <a:pt x="396" y="166"/>
                  </a:lnTo>
                  <a:lnTo>
                    <a:pt x="448" y="128"/>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8"/>
            <p:cNvSpPr/>
            <p:nvPr/>
          </p:nvSpPr>
          <p:spPr>
            <a:xfrm>
              <a:off x="3873575" y="2913875"/>
              <a:ext cx="212825" cy="341900"/>
            </a:xfrm>
            <a:custGeom>
              <a:rect b="b" l="l" r="r" t="t"/>
              <a:pathLst>
                <a:path extrusionOk="0" h="13676" w="8513">
                  <a:moveTo>
                    <a:pt x="2237" y="0"/>
                  </a:moveTo>
                  <a:lnTo>
                    <a:pt x="1585" y="192"/>
                  </a:lnTo>
                  <a:lnTo>
                    <a:pt x="1560" y="1598"/>
                  </a:lnTo>
                  <a:lnTo>
                    <a:pt x="2403" y="2454"/>
                  </a:lnTo>
                  <a:lnTo>
                    <a:pt x="2416" y="2492"/>
                  </a:lnTo>
                  <a:lnTo>
                    <a:pt x="2403" y="2531"/>
                  </a:lnTo>
                  <a:lnTo>
                    <a:pt x="2058" y="2965"/>
                  </a:lnTo>
                  <a:lnTo>
                    <a:pt x="1777" y="5688"/>
                  </a:lnTo>
                  <a:lnTo>
                    <a:pt x="1777" y="5713"/>
                  </a:lnTo>
                  <a:lnTo>
                    <a:pt x="1764" y="5726"/>
                  </a:lnTo>
                  <a:lnTo>
                    <a:pt x="358" y="6863"/>
                  </a:lnTo>
                  <a:lnTo>
                    <a:pt x="345" y="7336"/>
                  </a:lnTo>
                  <a:lnTo>
                    <a:pt x="333" y="7349"/>
                  </a:lnTo>
                  <a:lnTo>
                    <a:pt x="320" y="7375"/>
                  </a:lnTo>
                  <a:lnTo>
                    <a:pt x="0" y="7669"/>
                  </a:lnTo>
                  <a:lnTo>
                    <a:pt x="115" y="7988"/>
                  </a:lnTo>
                  <a:lnTo>
                    <a:pt x="703" y="8269"/>
                  </a:lnTo>
                  <a:lnTo>
                    <a:pt x="857" y="8269"/>
                  </a:lnTo>
                  <a:lnTo>
                    <a:pt x="882" y="8282"/>
                  </a:lnTo>
                  <a:lnTo>
                    <a:pt x="895" y="8295"/>
                  </a:lnTo>
                  <a:lnTo>
                    <a:pt x="1061" y="8499"/>
                  </a:lnTo>
                  <a:lnTo>
                    <a:pt x="1074" y="8525"/>
                  </a:lnTo>
                  <a:lnTo>
                    <a:pt x="1125" y="8959"/>
                  </a:lnTo>
                  <a:lnTo>
                    <a:pt x="1547" y="9535"/>
                  </a:lnTo>
                  <a:lnTo>
                    <a:pt x="1547" y="9573"/>
                  </a:lnTo>
                  <a:lnTo>
                    <a:pt x="1508" y="10084"/>
                  </a:lnTo>
                  <a:lnTo>
                    <a:pt x="1892" y="11286"/>
                  </a:lnTo>
                  <a:lnTo>
                    <a:pt x="1892" y="11311"/>
                  </a:lnTo>
                  <a:lnTo>
                    <a:pt x="1879" y="11337"/>
                  </a:lnTo>
                  <a:lnTo>
                    <a:pt x="1854" y="11362"/>
                  </a:lnTo>
                  <a:lnTo>
                    <a:pt x="1828" y="11349"/>
                  </a:lnTo>
                  <a:lnTo>
                    <a:pt x="1189" y="11158"/>
                  </a:lnTo>
                  <a:lnTo>
                    <a:pt x="780" y="11337"/>
                  </a:lnTo>
                  <a:lnTo>
                    <a:pt x="716" y="11541"/>
                  </a:lnTo>
                  <a:lnTo>
                    <a:pt x="1227" y="12308"/>
                  </a:lnTo>
                  <a:lnTo>
                    <a:pt x="1662" y="12627"/>
                  </a:lnTo>
                  <a:lnTo>
                    <a:pt x="1675" y="12640"/>
                  </a:lnTo>
                  <a:lnTo>
                    <a:pt x="1930" y="13011"/>
                  </a:lnTo>
                  <a:lnTo>
                    <a:pt x="1930" y="13024"/>
                  </a:lnTo>
                  <a:lnTo>
                    <a:pt x="1930" y="13049"/>
                  </a:lnTo>
                  <a:lnTo>
                    <a:pt x="1777" y="13624"/>
                  </a:lnTo>
                  <a:lnTo>
                    <a:pt x="2020" y="13675"/>
                  </a:lnTo>
                  <a:lnTo>
                    <a:pt x="2173" y="13407"/>
                  </a:lnTo>
                  <a:lnTo>
                    <a:pt x="2186" y="13382"/>
                  </a:lnTo>
                  <a:lnTo>
                    <a:pt x="2314" y="13318"/>
                  </a:lnTo>
                  <a:lnTo>
                    <a:pt x="2339" y="13305"/>
                  </a:lnTo>
                  <a:lnTo>
                    <a:pt x="2378" y="13318"/>
                  </a:lnTo>
                  <a:lnTo>
                    <a:pt x="2659" y="13573"/>
                  </a:lnTo>
                  <a:lnTo>
                    <a:pt x="2825" y="13343"/>
                  </a:lnTo>
                  <a:lnTo>
                    <a:pt x="2838" y="13330"/>
                  </a:lnTo>
                  <a:lnTo>
                    <a:pt x="4537" y="12512"/>
                  </a:lnTo>
                  <a:lnTo>
                    <a:pt x="4729" y="12270"/>
                  </a:lnTo>
                  <a:lnTo>
                    <a:pt x="4742" y="12257"/>
                  </a:lnTo>
                  <a:lnTo>
                    <a:pt x="5125" y="11963"/>
                  </a:lnTo>
                  <a:lnTo>
                    <a:pt x="5164" y="11950"/>
                  </a:lnTo>
                  <a:lnTo>
                    <a:pt x="5854" y="11963"/>
                  </a:lnTo>
                  <a:lnTo>
                    <a:pt x="6288" y="11554"/>
                  </a:lnTo>
                  <a:lnTo>
                    <a:pt x="6327" y="11541"/>
                  </a:lnTo>
                  <a:lnTo>
                    <a:pt x="6570" y="11503"/>
                  </a:lnTo>
                  <a:lnTo>
                    <a:pt x="6736" y="11273"/>
                  </a:lnTo>
                  <a:lnTo>
                    <a:pt x="6749" y="11247"/>
                  </a:lnTo>
                  <a:lnTo>
                    <a:pt x="7030" y="11247"/>
                  </a:lnTo>
                  <a:lnTo>
                    <a:pt x="7221" y="10825"/>
                  </a:lnTo>
                  <a:lnTo>
                    <a:pt x="7234" y="10800"/>
                  </a:lnTo>
                  <a:lnTo>
                    <a:pt x="7656" y="10800"/>
                  </a:lnTo>
                  <a:lnTo>
                    <a:pt x="7528" y="10110"/>
                  </a:lnTo>
                  <a:lnTo>
                    <a:pt x="7311" y="9956"/>
                  </a:lnTo>
                  <a:lnTo>
                    <a:pt x="7298" y="9944"/>
                  </a:lnTo>
                  <a:lnTo>
                    <a:pt x="7094" y="9471"/>
                  </a:lnTo>
                  <a:lnTo>
                    <a:pt x="7094" y="9458"/>
                  </a:lnTo>
                  <a:lnTo>
                    <a:pt x="7017" y="8832"/>
                  </a:lnTo>
                  <a:lnTo>
                    <a:pt x="6787" y="8832"/>
                  </a:lnTo>
                  <a:lnTo>
                    <a:pt x="6774" y="8819"/>
                  </a:lnTo>
                  <a:lnTo>
                    <a:pt x="6761" y="8806"/>
                  </a:lnTo>
                  <a:lnTo>
                    <a:pt x="6749" y="8781"/>
                  </a:lnTo>
                  <a:lnTo>
                    <a:pt x="6761" y="8512"/>
                  </a:lnTo>
                  <a:lnTo>
                    <a:pt x="6761" y="8487"/>
                  </a:lnTo>
                  <a:lnTo>
                    <a:pt x="6774" y="8474"/>
                  </a:lnTo>
                  <a:lnTo>
                    <a:pt x="7043" y="8269"/>
                  </a:lnTo>
                  <a:lnTo>
                    <a:pt x="7043" y="7963"/>
                  </a:lnTo>
                  <a:lnTo>
                    <a:pt x="7043" y="7937"/>
                  </a:lnTo>
                  <a:lnTo>
                    <a:pt x="7068" y="7911"/>
                  </a:lnTo>
                  <a:lnTo>
                    <a:pt x="7209" y="7835"/>
                  </a:lnTo>
                  <a:lnTo>
                    <a:pt x="7209" y="7336"/>
                  </a:lnTo>
                  <a:lnTo>
                    <a:pt x="7221" y="7311"/>
                  </a:lnTo>
                  <a:lnTo>
                    <a:pt x="7234" y="7298"/>
                  </a:lnTo>
                  <a:lnTo>
                    <a:pt x="7656" y="6863"/>
                  </a:lnTo>
                  <a:lnTo>
                    <a:pt x="7669" y="6608"/>
                  </a:lnTo>
                  <a:lnTo>
                    <a:pt x="7682" y="6569"/>
                  </a:lnTo>
                  <a:lnTo>
                    <a:pt x="7707" y="6557"/>
                  </a:lnTo>
                  <a:lnTo>
                    <a:pt x="8474" y="6391"/>
                  </a:lnTo>
                  <a:lnTo>
                    <a:pt x="8512" y="3272"/>
                  </a:lnTo>
                  <a:lnTo>
                    <a:pt x="22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78"/>
            <p:cNvSpPr/>
            <p:nvPr/>
          </p:nvSpPr>
          <p:spPr>
            <a:xfrm>
              <a:off x="3443825" y="2467500"/>
              <a:ext cx="71925" cy="131025"/>
            </a:xfrm>
            <a:custGeom>
              <a:rect b="b" l="l" r="r" t="t"/>
              <a:pathLst>
                <a:path extrusionOk="0" h="5241" w="2877">
                  <a:moveTo>
                    <a:pt x="1534" y="1"/>
                  </a:moveTo>
                  <a:lnTo>
                    <a:pt x="1253" y="129"/>
                  </a:lnTo>
                  <a:lnTo>
                    <a:pt x="1048" y="205"/>
                  </a:lnTo>
                  <a:lnTo>
                    <a:pt x="1048" y="231"/>
                  </a:lnTo>
                  <a:lnTo>
                    <a:pt x="1023" y="256"/>
                  </a:lnTo>
                  <a:lnTo>
                    <a:pt x="1023" y="295"/>
                  </a:lnTo>
                  <a:lnTo>
                    <a:pt x="1023" y="333"/>
                  </a:lnTo>
                  <a:lnTo>
                    <a:pt x="1023" y="448"/>
                  </a:lnTo>
                  <a:lnTo>
                    <a:pt x="1010" y="576"/>
                  </a:lnTo>
                  <a:lnTo>
                    <a:pt x="997" y="704"/>
                  </a:lnTo>
                  <a:lnTo>
                    <a:pt x="933" y="972"/>
                  </a:lnTo>
                  <a:lnTo>
                    <a:pt x="908" y="1113"/>
                  </a:lnTo>
                  <a:lnTo>
                    <a:pt x="882" y="1177"/>
                  </a:lnTo>
                  <a:lnTo>
                    <a:pt x="869" y="1241"/>
                  </a:lnTo>
                  <a:lnTo>
                    <a:pt x="933" y="1266"/>
                  </a:lnTo>
                  <a:lnTo>
                    <a:pt x="946" y="1292"/>
                  </a:lnTo>
                  <a:lnTo>
                    <a:pt x="959" y="1330"/>
                  </a:lnTo>
                  <a:lnTo>
                    <a:pt x="946" y="1368"/>
                  </a:lnTo>
                  <a:lnTo>
                    <a:pt x="921" y="1407"/>
                  </a:lnTo>
                  <a:lnTo>
                    <a:pt x="882" y="1483"/>
                  </a:lnTo>
                  <a:lnTo>
                    <a:pt x="818" y="1560"/>
                  </a:lnTo>
                  <a:lnTo>
                    <a:pt x="754" y="1650"/>
                  </a:lnTo>
                  <a:lnTo>
                    <a:pt x="691" y="1726"/>
                  </a:lnTo>
                  <a:lnTo>
                    <a:pt x="639" y="1803"/>
                  </a:lnTo>
                  <a:lnTo>
                    <a:pt x="550" y="1956"/>
                  </a:lnTo>
                  <a:lnTo>
                    <a:pt x="460" y="2122"/>
                  </a:lnTo>
                  <a:lnTo>
                    <a:pt x="409" y="2212"/>
                  </a:lnTo>
                  <a:lnTo>
                    <a:pt x="371" y="2301"/>
                  </a:lnTo>
                  <a:lnTo>
                    <a:pt x="333" y="2391"/>
                  </a:lnTo>
                  <a:lnTo>
                    <a:pt x="282" y="2467"/>
                  </a:lnTo>
                  <a:lnTo>
                    <a:pt x="269" y="2506"/>
                  </a:lnTo>
                  <a:lnTo>
                    <a:pt x="243" y="2531"/>
                  </a:lnTo>
                  <a:lnTo>
                    <a:pt x="205" y="2557"/>
                  </a:lnTo>
                  <a:lnTo>
                    <a:pt x="192" y="2557"/>
                  </a:lnTo>
                  <a:lnTo>
                    <a:pt x="179" y="2570"/>
                  </a:lnTo>
                  <a:lnTo>
                    <a:pt x="167" y="2595"/>
                  </a:lnTo>
                  <a:lnTo>
                    <a:pt x="167" y="2634"/>
                  </a:lnTo>
                  <a:lnTo>
                    <a:pt x="179" y="2685"/>
                  </a:lnTo>
                  <a:lnTo>
                    <a:pt x="179" y="2723"/>
                  </a:lnTo>
                  <a:lnTo>
                    <a:pt x="167" y="2761"/>
                  </a:lnTo>
                  <a:lnTo>
                    <a:pt x="128" y="2825"/>
                  </a:lnTo>
                  <a:lnTo>
                    <a:pt x="51" y="2940"/>
                  </a:lnTo>
                  <a:lnTo>
                    <a:pt x="13" y="3017"/>
                  </a:lnTo>
                  <a:lnTo>
                    <a:pt x="0" y="3068"/>
                  </a:lnTo>
                  <a:lnTo>
                    <a:pt x="0" y="3119"/>
                  </a:lnTo>
                  <a:lnTo>
                    <a:pt x="13" y="3145"/>
                  </a:lnTo>
                  <a:lnTo>
                    <a:pt x="39" y="3158"/>
                  </a:lnTo>
                  <a:lnTo>
                    <a:pt x="77" y="3158"/>
                  </a:lnTo>
                  <a:lnTo>
                    <a:pt x="192" y="3132"/>
                  </a:lnTo>
                  <a:lnTo>
                    <a:pt x="269" y="3119"/>
                  </a:lnTo>
                  <a:lnTo>
                    <a:pt x="307" y="3132"/>
                  </a:lnTo>
                  <a:lnTo>
                    <a:pt x="320" y="3145"/>
                  </a:lnTo>
                  <a:lnTo>
                    <a:pt x="320" y="3158"/>
                  </a:lnTo>
                  <a:lnTo>
                    <a:pt x="307" y="3183"/>
                  </a:lnTo>
                  <a:lnTo>
                    <a:pt x="294" y="3209"/>
                  </a:lnTo>
                  <a:lnTo>
                    <a:pt x="256" y="3222"/>
                  </a:lnTo>
                  <a:lnTo>
                    <a:pt x="205" y="3234"/>
                  </a:lnTo>
                  <a:lnTo>
                    <a:pt x="141" y="3234"/>
                  </a:lnTo>
                  <a:lnTo>
                    <a:pt x="103" y="3247"/>
                  </a:lnTo>
                  <a:lnTo>
                    <a:pt x="77" y="3260"/>
                  </a:lnTo>
                  <a:lnTo>
                    <a:pt x="64" y="3285"/>
                  </a:lnTo>
                  <a:lnTo>
                    <a:pt x="51" y="3337"/>
                  </a:lnTo>
                  <a:lnTo>
                    <a:pt x="39" y="3400"/>
                  </a:lnTo>
                  <a:lnTo>
                    <a:pt x="51" y="3452"/>
                  </a:lnTo>
                  <a:lnTo>
                    <a:pt x="64" y="3503"/>
                  </a:lnTo>
                  <a:lnTo>
                    <a:pt x="77" y="3515"/>
                  </a:lnTo>
                  <a:lnTo>
                    <a:pt x="103" y="3528"/>
                  </a:lnTo>
                  <a:lnTo>
                    <a:pt x="154" y="3541"/>
                  </a:lnTo>
                  <a:lnTo>
                    <a:pt x="269" y="3554"/>
                  </a:lnTo>
                  <a:lnTo>
                    <a:pt x="320" y="3541"/>
                  </a:lnTo>
                  <a:lnTo>
                    <a:pt x="345" y="3515"/>
                  </a:lnTo>
                  <a:lnTo>
                    <a:pt x="371" y="3490"/>
                  </a:lnTo>
                  <a:lnTo>
                    <a:pt x="384" y="3477"/>
                  </a:lnTo>
                  <a:lnTo>
                    <a:pt x="409" y="3477"/>
                  </a:lnTo>
                  <a:lnTo>
                    <a:pt x="448" y="3490"/>
                  </a:lnTo>
                  <a:lnTo>
                    <a:pt x="512" y="3503"/>
                  </a:lnTo>
                  <a:lnTo>
                    <a:pt x="550" y="3541"/>
                  </a:lnTo>
                  <a:lnTo>
                    <a:pt x="576" y="3579"/>
                  </a:lnTo>
                  <a:lnTo>
                    <a:pt x="588" y="3605"/>
                  </a:lnTo>
                  <a:lnTo>
                    <a:pt x="576" y="3618"/>
                  </a:lnTo>
                  <a:lnTo>
                    <a:pt x="550" y="3643"/>
                  </a:lnTo>
                  <a:lnTo>
                    <a:pt x="512" y="3643"/>
                  </a:lnTo>
                  <a:lnTo>
                    <a:pt x="473" y="3630"/>
                  </a:lnTo>
                  <a:lnTo>
                    <a:pt x="435" y="3618"/>
                  </a:lnTo>
                  <a:lnTo>
                    <a:pt x="397" y="3605"/>
                  </a:lnTo>
                  <a:lnTo>
                    <a:pt x="384" y="3605"/>
                  </a:lnTo>
                  <a:lnTo>
                    <a:pt x="371" y="3656"/>
                  </a:lnTo>
                  <a:lnTo>
                    <a:pt x="397" y="3758"/>
                  </a:lnTo>
                  <a:lnTo>
                    <a:pt x="397" y="3809"/>
                  </a:lnTo>
                  <a:lnTo>
                    <a:pt x="397" y="3861"/>
                  </a:lnTo>
                  <a:lnTo>
                    <a:pt x="371" y="3899"/>
                  </a:lnTo>
                  <a:lnTo>
                    <a:pt x="333" y="3937"/>
                  </a:lnTo>
                  <a:lnTo>
                    <a:pt x="294" y="3976"/>
                  </a:lnTo>
                  <a:lnTo>
                    <a:pt x="269" y="4014"/>
                  </a:lnTo>
                  <a:lnTo>
                    <a:pt x="256" y="4078"/>
                  </a:lnTo>
                  <a:lnTo>
                    <a:pt x="256" y="4142"/>
                  </a:lnTo>
                  <a:lnTo>
                    <a:pt x="269" y="4257"/>
                  </a:lnTo>
                  <a:lnTo>
                    <a:pt x="269" y="4308"/>
                  </a:lnTo>
                  <a:lnTo>
                    <a:pt x="243" y="4359"/>
                  </a:lnTo>
                  <a:lnTo>
                    <a:pt x="205" y="4448"/>
                  </a:lnTo>
                  <a:lnTo>
                    <a:pt x="154" y="4538"/>
                  </a:lnTo>
                  <a:lnTo>
                    <a:pt x="115" y="4640"/>
                  </a:lnTo>
                  <a:lnTo>
                    <a:pt x="77" y="4730"/>
                  </a:lnTo>
                  <a:lnTo>
                    <a:pt x="13" y="4909"/>
                  </a:lnTo>
                  <a:lnTo>
                    <a:pt x="0" y="4947"/>
                  </a:lnTo>
                  <a:lnTo>
                    <a:pt x="13" y="4985"/>
                  </a:lnTo>
                  <a:lnTo>
                    <a:pt x="39" y="5011"/>
                  </a:lnTo>
                  <a:lnTo>
                    <a:pt x="77" y="5011"/>
                  </a:lnTo>
                  <a:lnTo>
                    <a:pt x="205" y="4985"/>
                  </a:lnTo>
                  <a:lnTo>
                    <a:pt x="320" y="4972"/>
                  </a:lnTo>
                  <a:lnTo>
                    <a:pt x="448" y="4960"/>
                  </a:lnTo>
                  <a:lnTo>
                    <a:pt x="499" y="4972"/>
                  </a:lnTo>
                  <a:lnTo>
                    <a:pt x="563" y="4985"/>
                  </a:lnTo>
                  <a:lnTo>
                    <a:pt x="665" y="5049"/>
                  </a:lnTo>
                  <a:lnTo>
                    <a:pt x="767" y="5126"/>
                  </a:lnTo>
                  <a:lnTo>
                    <a:pt x="831" y="5190"/>
                  </a:lnTo>
                  <a:lnTo>
                    <a:pt x="869" y="5215"/>
                  </a:lnTo>
                  <a:lnTo>
                    <a:pt x="921" y="5241"/>
                  </a:lnTo>
                  <a:lnTo>
                    <a:pt x="959" y="5241"/>
                  </a:lnTo>
                  <a:lnTo>
                    <a:pt x="997" y="5228"/>
                  </a:lnTo>
                  <a:lnTo>
                    <a:pt x="1061" y="5203"/>
                  </a:lnTo>
                  <a:lnTo>
                    <a:pt x="1278" y="5087"/>
                  </a:lnTo>
                  <a:lnTo>
                    <a:pt x="1253" y="4691"/>
                  </a:lnTo>
                  <a:lnTo>
                    <a:pt x="1253" y="4666"/>
                  </a:lnTo>
                  <a:lnTo>
                    <a:pt x="1560" y="4308"/>
                  </a:lnTo>
                  <a:lnTo>
                    <a:pt x="1572" y="4308"/>
                  </a:lnTo>
                  <a:lnTo>
                    <a:pt x="1726" y="4295"/>
                  </a:lnTo>
                  <a:lnTo>
                    <a:pt x="1802" y="4193"/>
                  </a:lnTo>
                  <a:lnTo>
                    <a:pt x="1649" y="4065"/>
                  </a:lnTo>
                  <a:lnTo>
                    <a:pt x="1636" y="4052"/>
                  </a:lnTo>
                  <a:lnTo>
                    <a:pt x="1624" y="3605"/>
                  </a:lnTo>
                  <a:lnTo>
                    <a:pt x="1624" y="3592"/>
                  </a:lnTo>
                  <a:lnTo>
                    <a:pt x="1841" y="3273"/>
                  </a:lnTo>
                  <a:lnTo>
                    <a:pt x="1739" y="3119"/>
                  </a:lnTo>
                  <a:lnTo>
                    <a:pt x="1739" y="3106"/>
                  </a:lnTo>
                  <a:lnTo>
                    <a:pt x="1700" y="2659"/>
                  </a:lnTo>
                  <a:lnTo>
                    <a:pt x="1713" y="2621"/>
                  </a:lnTo>
                  <a:lnTo>
                    <a:pt x="1905" y="2595"/>
                  </a:lnTo>
                  <a:lnTo>
                    <a:pt x="2096" y="2340"/>
                  </a:lnTo>
                  <a:lnTo>
                    <a:pt x="2135" y="2020"/>
                  </a:lnTo>
                  <a:lnTo>
                    <a:pt x="2160" y="1995"/>
                  </a:lnTo>
                  <a:lnTo>
                    <a:pt x="2288" y="1943"/>
                  </a:lnTo>
                  <a:lnTo>
                    <a:pt x="2339" y="1292"/>
                  </a:lnTo>
                  <a:lnTo>
                    <a:pt x="2352" y="1279"/>
                  </a:lnTo>
                  <a:lnTo>
                    <a:pt x="2799" y="1062"/>
                  </a:lnTo>
                  <a:lnTo>
                    <a:pt x="2876" y="908"/>
                  </a:lnTo>
                  <a:lnTo>
                    <a:pt x="2672" y="768"/>
                  </a:lnTo>
                  <a:lnTo>
                    <a:pt x="2659" y="742"/>
                  </a:lnTo>
                  <a:lnTo>
                    <a:pt x="2646" y="486"/>
                  </a:lnTo>
                  <a:lnTo>
                    <a:pt x="2365" y="410"/>
                  </a:lnTo>
                  <a:lnTo>
                    <a:pt x="2071" y="435"/>
                  </a:lnTo>
                  <a:lnTo>
                    <a:pt x="2045" y="435"/>
                  </a:lnTo>
                  <a:lnTo>
                    <a:pt x="1917" y="295"/>
                  </a:lnTo>
                  <a:lnTo>
                    <a:pt x="1726" y="346"/>
                  </a:lnTo>
                  <a:lnTo>
                    <a:pt x="1700" y="346"/>
                  </a:lnTo>
                  <a:lnTo>
                    <a:pt x="1547" y="244"/>
                  </a:lnTo>
                  <a:lnTo>
                    <a:pt x="1534" y="231"/>
                  </a:lnTo>
                  <a:lnTo>
                    <a:pt x="15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8"/>
            <p:cNvSpPr/>
            <p:nvPr/>
          </p:nvSpPr>
          <p:spPr>
            <a:xfrm>
              <a:off x="3465225" y="2618950"/>
              <a:ext cx="384100" cy="377700"/>
            </a:xfrm>
            <a:custGeom>
              <a:rect b="b" l="l" r="r" t="t"/>
              <a:pathLst>
                <a:path extrusionOk="0" h="15108" w="15364">
                  <a:moveTo>
                    <a:pt x="12027" y="1"/>
                  </a:moveTo>
                  <a:lnTo>
                    <a:pt x="11963" y="180"/>
                  </a:lnTo>
                  <a:lnTo>
                    <a:pt x="11682" y="231"/>
                  </a:lnTo>
                  <a:lnTo>
                    <a:pt x="11209" y="384"/>
                  </a:lnTo>
                  <a:lnTo>
                    <a:pt x="11069" y="384"/>
                  </a:lnTo>
                  <a:lnTo>
                    <a:pt x="10954" y="180"/>
                  </a:lnTo>
                  <a:lnTo>
                    <a:pt x="10481" y="180"/>
                  </a:lnTo>
                  <a:lnTo>
                    <a:pt x="10404" y="77"/>
                  </a:lnTo>
                  <a:lnTo>
                    <a:pt x="10212" y="77"/>
                  </a:lnTo>
                  <a:lnTo>
                    <a:pt x="10072" y="193"/>
                  </a:lnTo>
                  <a:lnTo>
                    <a:pt x="9599" y="180"/>
                  </a:lnTo>
                  <a:lnTo>
                    <a:pt x="9471" y="320"/>
                  </a:lnTo>
                  <a:lnTo>
                    <a:pt x="8525" y="397"/>
                  </a:lnTo>
                  <a:lnTo>
                    <a:pt x="8538" y="308"/>
                  </a:lnTo>
                  <a:lnTo>
                    <a:pt x="8180" y="308"/>
                  </a:lnTo>
                  <a:lnTo>
                    <a:pt x="7413" y="768"/>
                  </a:lnTo>
                  <a:lnTo>
                    <a:pt x="7222" y="819"/>
                  </a:lnTo>
                  <a:lnTo>
                    <a:pt x="7043" y="717"/>
                  </a:lnTo>
                  <a:lnTo>
                    <a:pt x="6889" y="895"/>
                  </a:lnTo>
                  <a:lnTo>
                    <a:pt x="6493" y="806"/>
                  </a:lnTo>
                  <a:lnTo>
                    <a:pt x="6302" y="1177"/>
                  </a:lnTo>
                  <a:lnTo>
                    <a:pt x="5829" y="1202"/>
                  </a:lnTo>
                  <a:lnTo>
                    <a:pt x="5778" y="1202"/>
                  </a:lnTo>
                  <a:lnTo>
                    <a:pt x="5867" y="1471"/>
                  </a:lnTo>
                  <a:lnTo>
                    <a:pt x="6059" y="1777"/>
                  </a:lnTo>
                  <a:lnTo>
                    <a:pt x="6071" y="1803"/>
                  </a:lnTo>
                  <a:lnTo>
                    <a:pt x="6071" y="2148"/>
                  </a:lnTo>
                  <a:lnTo>
                    <a:pt x="5931" y="3081"/>
                  </a:lnTo>
                  <a:lnTo>
                    <a:pt x="6148" y="3413"/>
                  </a:lnTo>
                  <a:lnTo>
                    <a:pt x="6314" y="3541"/>
                  </a:lnTo>
                  <a:lnTo>
                    <a:pt x="6340" y="3554"/>
                  </a:lnTo>
                  <a:lnTo>
                    <a:pt x="6340" y="3579"/>
                  </a:lnTo>
                  <a:lnTo>
                    <a:pt x="6340" y="3592"/>
                  </a:lnTo>
                  <a:lnTo>
                    <a:pt x="6327" y="3618"/>
                  </a:lnTo>
                  <a:lnTo>
                    <a:pt x="5995" y="3988"/>
                  </a:lnTo>
                  <a:lnTo>
                    <a:pt x="5969" y="4001"/>
                  </a:lnTo>
                  <a:lnTo>
                    <a:pt x="5522" y="4001"/>
                  </a:lnTo>
                  <a:lnTo>
                    <a:pt x="4666" y="4346"/>
                  </a:lnTo>
                  <a:lnTo>
                    <a:pt x="4666" y="4525"/>
                  </a:lnTo>
                  <a:lnTo>
                    <a:pt x="4653" y="4551"/>
                  </a:lnTo>
                  <a:lnTo>
                    <a:pt x="4640" y="4576"/>
                  </a:lnTo>
                  <a:lnTo>
                    <a:pt x="3541" y="5202"/>
                  </a:lnTo>
                  <a:lnTo>
                    <a:pt x="2250" y="5714"/>
                  </a:lnTo>
                  <a:lnTo>
                    <a:pt x="2212" y="5714"/>
                  </a:lnTo>
                  <a:lnTo>
                    <a:pt x="1931" y="5624"/>
                  </a:lnTo>
                  <a:lnTo>
                    <a:pt x="1726" y="5790"/>
                  </a:lnTo>
                  <a:lnTo>
                    <a:pt x="1701" y="5803"/>
                  </a:lnTo>
                  <a:lnTo>
                    <a:pt x="1662" y="5790"/>
                  </a:lnTo>
                  <a:lnTo>
                    <a:pt x="1496" y="5714"/>
                  </a:lnTo>
                  <a:lnTo>
                    <a:pt x="1074" y="5790"/>
                  </a:lnTo>
                  <a:lnTo>
                    <a:pt x="116" y="6417"/>
                  </a:lnTo>
                  <a:lnTo>
                    <a:pt x="1" y="7529"/>
                  </a:lnTo>
                  <a:lnTo>
                    <a:pt x="6979" y="13344"/>
                  </a:lnTo>
                  <a:lnTo>
                    <a:pt x="6992" y="13344"/>
                  </a:lnTo>
                  <a:lnTo>
                    <a:pt x="7541" y="13970"/>
                  </a:lnTo>
                  <a:lnTo>
                    <a:pt x="7835" y="14085"/>
                  </a:lnTo>
                  <a:lnTo>
                    <a:pt x="7848" y="14085"/>
                  </a:lnTo>
                  <a:lnTo>
                    <a:pt x="8372" y="14494"/>
                  </a:lnTo>
                  <a:lnTo>
                    <a:pt x="8398" y="14520"/>
                  </a:lnTo>
                  <a:lnTo>
                    <a:pt x="8487" y="15095"/>
                  </a:lnTo>
                  <a:lnTo>
                    <a:pt x="9267" y="15107"/>
                  </a:lnTo>
                  <a:lnTo>
                    <a:pt x="10289" y="14852"/>
                  </a:lnTo>
                  <a:lnTo>
                    <a:pt x="10302" y="14852"/>
                  </a:lnTo>
                  <a:lnTo>
                    <a:pt x="10532" y="14865"/>
                  </a:lnTo>
                  <a:lnTo>
                    <a:pt x="10736" y="14558"/>
                  </a:lnTo>
                  <a:lnTo>
                    <a:pt x="10749" y="14532"/>
                  </a:lnTo>
                  <a:lnTo>
                    <a:pt x="15363" y="11682"/>
                  </a:lnTo>
                  <a:lnTo>
                    <a:pt x="15286" y="11324"/>
                  </a:lnTo>
                  <a:lnTo>
                    <a:pt x="15005" y="11145"/>
                  </a:lnTo>
                  <a:lnTo>
                    <a:pt x="14992" y="11133"/>
                  </a:lnTo>
                  <a:lnTo>
                    <a:pt x="14980" y="11120"/>
                  </a:lnTo>
                  <a:lnTo>
                    <a:pt x="14941" y="10941"/>
                  </a:lnTo>
                  <a:lnTo>
                    <a:pt x="14558" y="10915"/>
                  </a:lnTo>
                  <a:lnTo>
                    <a:pt x="14520" y="10903"/>
                  </a:lnTo>
                  <a:lnTo>
                    <a:pt x="14162" y="10583"/>
                  </a:lnTo>
                  <a:lnTo>
                    <a:pt x="14136" y="10558"/>
                  </a:lnTo>
                  <a:lnTo>
                    <a:pt x="14136" y="10532"/>
                  </a:lnTo>
                  <a:lnTo>
                    <a:pt x="14226" y="10161"/>
                  </a:lnTo>
                  <a:lnTo>
                    <a:pt x="13420" y="9305"/>
                  </a:lnTo>
                  <a:lnTo>
                    <a:pt x="13408" y="9292"/>
                  </a:lnTo>
                  <a:lnTo>
                    <a:pt x="13408" y="9267"/>
                  </a:lnTo>
                  <a:lnTo>
                    <a:pt x="13408" y="9254"/>
                  </a:lnTo>
                  <a:lnTo>
                    <a:pt x="13420" y="9241"/>
                  </a:lnTo>
                  <a:lnTo>
                    <a:pt x="13970" y="8679"/>
                  </a:lnTo>
                  <a:lnTo>
                    <a:pt x="14047" y="8231"/>
                  </a:lnTo>
                  <a:lnTo>
                    <a:pt x="14047" y="8219"/>
                  </a:lnTo>
                  <a:lnTo>
                    <a:pt x="14187" y="7976"/>
                  </a:lnTo>
                  <a:lnTo>
                    <a:pt x="14200" y="7823"/>
                  </a:lnTo>
                  <a:lnTo>
                    <a:pt x="13829" y="7247"/>
                  </a:lnTo>
                  <a:lnTo>
                    <a:pt x="13817" y="7209"/>
                  </a:lnTo>
                  <a:lnTo>
                    <a:pt x="13919" y="6263"/>
                  </a:lnTo>
                  <a:lnTo>
                    <a:pt x="13791" y="6020"/>
                  </a:lnTo>
                  <a:lnTo>
                    <a:pt x="13778" y="6008"/>
                  </a:lnTo>
                  <a:lnTo>
                    <a:pt x="13561" y="4410"/>
                  </a:lnTo>
                  <a:lnTo>
                    <a:pt x="13126" y="4001"/>
                  </a:lnTo>
                  <a:lnTo>
                    <a:pt x="13114" y="3976"/>
                  </a:lnTo>
                  <a:lnTo>
                    <a:pt x="13114" y="3963"/>
                  </a:lnTo>
                  <a:lnTo>
                    <a:pt x="13114" y="3605"/>
                  </a:lnTo>
                  <a:lnTo>
                    <a:pt x="12692" y="3413"/>
                  </a:lnTo>
                  <a:lnTo>
                    <a:pt x="12666" y="3400"/>
                  </a:lnTo>
                  <a:lnTo>
                    <a:pt x="12666" y="3375"/>
                  </a:lnTo>
                  <a:lnTo>
                    <a:pt x="12487" y="2876"/>
                  </a:lnTo>
                  <a:lnTo>
                    <a:pt x="12475" y="2851"/>
                  </a:lnTo>
                  <a:lnTo>
                    <a:pt x="12487" y="2838"/>
                  </a:lnTo>
                  <a:lnTo>
                    <a:pt x="12884" y="2084"/>
                  </a:lnTo>
                  <a:lnTo>
                    <a:pt x="12909" y="2058"/>
                  </a:lnTo>
                  <a:lnTo>
                    <a:pt x="13165" y="1918"/>
                  </a:lnTo>
                  <a:lnTo>
                    <a:pt x="13165" y="1496"/>
                  </a:lnTo>
                  <a:lnTo>
                    <a:pt x="13178" y="1471"/>
                  </a:lnTo>
                  <a:lnTo>
                    <a:pt x="13331" y="1202"/>
                  </a:lnTo>
                  <a:lnTo>
                    <a:pt x="13267" y="780"/>
                  </a:lnTo>
                  <a:lnTo>
                    <a:pt x="13254" y="768"/>
                  </a:lnTo>
                  <a:lnTo>
                    <a:pt x="13241" y="461"/>
                  </a:lnTo>
                  <a:lnTo>
                    <a:pt x="13254" y="448"/>
                  </a:lnTo>
                  <a:lnTo>
                    <a:pt x="13254" y="423"/>
                  </a:lnTo>
                  <a:lnTo>
                    <a:pt x="13433" y="231"/>
                  </a:lnTo>
                  <a:lnTo>
                    <a:pt x="13433" y="218"/>
                  </a:lnTo>
                  <a:lnTo>
                    <a:pt x="13382" y="205"/>
                  </a:lnTo>
                  <a:lnTo>
                    <a:pt x="13203" y="244"/>
                  </a:lnTo>
                  <a:lnTo>
                    <a:pt x="12896" y="193"/>
                  </a:lnTo>
                  <a:lnTo>
                    <a:pt x="12654" y="65"/>
                  </a:lnTo>
                  <a:lnTo>
                    <a:pt x="12487" y="154"/>
                  </a:lnTo>
                  <a:lnTo>
                    <a:pt x="12321" y="154"/>
                  </a:lnTo>
                  <a:lnTo>
                    <a:pt x="121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78"/>
            <p:cNvSpPr/>
            <p:nvPr/>
          </p:nvSpPr>
          <p:spPr>
            <a:xfrm>
              <a:off x="3464900" y="2425975"/>
              <a:ext cx="233925" cy="206750"/>
            </a:xfrm>
            <a:custGeom>
              <a:rect b="b" l="l" r="r" t="t"/>
              <a:pathLst>
                <a:path extrusionOk="0" h="8270" w="9357">
                  <a:moveTo>
                    <a:pt x="1215" y="0"/>
                  </a:moveTo>
                  <a:lnTo>
                    <a:pt x="1202" y="26"/>
                  </a:lnTo>
                  <a:lnTo>
                    <a:pt x="1177" y="51"/>
                  </a:lnTo>
                  <a:lnTo>
                    <a:pt x="1126" y="77"/>
                  </a:lnTo>
                  <a:lnTo>
                    <a:pt x="1011" y="115"/>
                  </a:lnTo>
                  <a:lnTo>
                    <a:pt x="959" y="141"/>
                  </a:lnTo>
                  <a:lnTo>
                    <a:pt x="921" y="154"/>
                  </a:lnTo>
                  <a:lnTo>
                    <a:pt x="908" y="179"/>
                  </a:lnTo>
                  <a:lnTo>
                    <a:pt x="908" y="218"/>
                  </a:lnTo>
                  <a:lnTo>
                    <a:pt x="921" y="256"/>
                  </a:lnTo>
                  <a:lnTo>
                    <a:pt x="921" y="333"/>
                  </a:lnTo>
                  <a:lnTo>
                    <a:pt x="908" y="435"/>
                  </a:lnTo>
                  <a:lnTo>
                    <a:pt x="908" y="460"/>
                  </a:lnTo>
                  <a:lnTo>
                    <a:pt x="896" y="486"/>
                  </a:lnTo>
                  <a:lnTo>
                    <a:pt x="870" y="486"/>
                  </a:lnTo>
                  <a:lnTo>
                    <a:pt x="844" y="473"/>
                  </a:lnTo>
                  <a:lnTo>
                    <a:pt x="806" y="448"/>
                  </a:lnTo>
                  <a:lnTo>
                    <a:pt x="755" y="409"/>
                  </a:lnTo>
                  <a:lnTo>
                    <a:pt x="717" y="384"/>
                  </a:lnTo>
                  <a:lnTo>
                    <a:pt x="678" y="371"/>
                  </a:lnTo>
                  <a:lnTo>
                    <a:pt x="576" y="358"/>
                  </a:lnTo>
                  <a:lnTo>
                    <a:pt x="474" y="371"/>
                  </a:lnTo>
                  <a:lnTo>
                    <a:pt x="384" y="384"/>
                  </a:lnTo>
                  <a:lnTo>
                    <a:pt x="308" y="384"/>
                  </a:lnTo>
                  <a:lnTo>
                    <a:pt x="282" y="397"/>
                  </a:lnTo>
                  <a:lnTo>
                    <a:pt x="244" y="409"/>
                  </a:lnTo>
                  <a:lnTo>
                    <a:pt x="231" y="422"/>
                  </a:lnTo>
                  <a:lnTo>
                    <a:pt x="231" y="448"/>
                  </a:lnTo>
                  <a:lnTo>
                    <a:pt x="218" y="486"/>
                  </a:lnTo>
                  <a:lnTo>
                    <a:pt x="180" y="524"/>
                  </a:lnTo>
                  <a:lnTo>
                    <a:pt x="154" y="563"/>
                  </a:lnTo>
                  <a:lnTo>
                    <a:pt x="65" y="614"/>
                  </a:lnTo>
                  <a:lnTo>
                    <a:pt x="26" y="639"/>
                  </a:lnTo>
                  <a:lnTo>
                    <a:pt x="1" y="652"/>
                  </a:lnTo>
                  <a:lnTo>
                    <a:pt x="1" y="678"/>
                  </a:lnTo>
                  <a:lnTo>
                    <a:pt x="14" y="703"/>
                  </a:lnTo>
                  <a:lnTo>
                    <a:pt x="39" y="716"/>
                  </a:lnTo>
                  <a:lnTo>
                    <a:pt x="90" y="754"/>
                  </a:lnTo>
                  <a:lnTo>
                    <a:pt x="116" y="780"/>
                  </a:lnTo>
                  <a:lnTo>
                    <a:pt x="141" y="806"/>
                  </a:lnTo>
                  <a:lnTo>
                    <a:pt x="167" y="831"/>
                  </a:lnTo>
                  <a:lnTo>
                    <a:pt x="193" y="844"/>
                  </a:lnTo>
                  <a:lnTo>
                    <a:pt x="269" y="831"/>
                  </a:lnTo>
                  <a:lnTo>
                    <a:pt x="295" y="818"/>
                  </a:lnTo>
                  <a:lnTo>
                    <a:pt x="308" y="831"/>
                  </a:lnTo>
                  <a:lnTo>
                    <a:pt x="320" y="844"/>
                  </a:lnTo>
                  <a:lnTo>
                    <a:pt x="308" y="882"/>
                  </a:lnTo>
                  <a:lnTo>
                    <a:pt x="282" y="895"/>
                  </a:lnTo>
                  <a:lnTo>
                    <a:pt x="205" y="972"/>
                  </a:lnTo>
                  <a:lnTo>
                    <a:pt x="180" y="997"/>
                  </a:lnTo>
                  <a:lnTo>
                    <a:pt x="167" y="1036"/>
                  </a:lnTo>
                  <a:lnTo>
                    <a:pt x="154" y="1087"/>
                  </a:lnTo>
                  <a:lnTo>
                    <a:pt x="167" y="1138"/>
                  </a:lnTo>
                  <a:lnTo>
                    <a:pt x="193" y="1125"/>
                  </a:lnTo>
                  <a:lnTo>
                    <a:pt x="205" y="1112"/>
                  </a:lnTo>
                  <a:lnTo>
                    <a:pt x="282" y="1061"/>
                  </a:lnTo>
                  <a:lnTo>
                    <a:pt x="333" y="1010"/>
                  </a:lnTo>
                  <a:lnTo>
                    <a:pt x="359" y="1010"/>
                  </a:lnTo>
                  <a:lnTo>
                    <a:pt x="384" y="1036"/>
                  </a:lnTo>
                  <a:lnTo>
                    <a:pt x="384" y="1061"/>
                  </a:lnTo>
                  <a:lnTo>
                    <a:pt x="384" y="1087"/>
                  </a:lnTo>
                  <a:lnTo>
                    <a:pt x="308" y="1138"/>
                  </a:lnTo>
                  <a:lnTo>
                    <a:pt x="282" y="1163"/>
                  </a:lnTo>
                  <a:lnTo>
                    <a:pt x="257" y="1202"/>
                  </a:lnTo>
                  <a:lnTo>
                    <a:pt x="257" y="1227"/>
                  </a:lnTo>
                  <a:lnTo>
                    <a:pt x="269" y="1240"/>
                  </a:lnTo>
                  <a:lnTo>
                    <a:pt x="295" y="1253"/>
                  </a:lnTo>
                  <a:lnTo>
                    <a:pt x="320" y="1253"/>
                  </a:lnTo>
                  <a:lnTo>
                    <a:pt x="423" y="1240"/>
                  </a:lnTo>
                  <a:lnTo>
                    <a:pt x="435" y="1291"/>
                  </a:lnTo>
                  <a:lnTo>
                    <a:pt x="423" y="1317"/>
                  </a:lnTo>
                  <a:lnTo>
                    <a:pt x="410" y="1330"/>
                  </a:lnTo>
                  <a:lnTo>
                    <a:pt x="372" y="1355"/>
                  </a:lnTo>
                  <a:lnTo>
                    <a:pt x="320" y="1381"/>
                  </a:lnTo>
                  <a:lnTo>
                    <a:pt x="282" y="1419"/>
                  </a:lnTo>
                  <a:lnTo>
                    <a:pt x="269" y="1457"/>
                  </a:lnTo>
                  <a:lnTo>
                    <a:pt x="257" y="1483"/>
                  </a:lnTo>
                  <a:lnTo>
                    <a:pt x="269" y="1496"/>
                  </a:lnTo>
                  <a:lnTo>
                    <a:pt x="346" y="1496"/>
                  </a:lnTo>
                  <a:lnTo>
                    <a:pt x="359" y="1547"/>
                  </a:lnTo>
                  <a:lnTo>
                    <a:pt x="346" y="1560"/>
                  </a:lnTo>
                  <a:lnTo>
                    <a:pt x="333" y="1585"/>
                  </a:lnTo>
                  <a:lnTo>
                    <a:pt x="269" y="1611"/>
                  </a:lnTo>
                  <a:lnTo>
                    <a:pt x="193" y="1636"/>
                  </a:lnTo>
                  <a:lnTo>
                    <a:pt x="167" y="1636"/>
                  </a:lnTo>
                  <a:lnTo>
                    <a:pt x="154" y="1649"/>
                  </a:lnTo>
                  <a:lnTo>
                    <a:pt x="141" y="1649"/>
                  </a:lnTo>
                  <a:lnTo>
                    <a:pt x="141" y="1687"/>
                  </a:lnTo>
                  <a:lnTo>
                    <a:pt x="154" y="1713"/>
                  </a:lnTo>
                  <a:lnTo>
                    <a:pt x="167" y="1790"/>
                  </a:lnTo>
                  <a:lnTo>
                    <a:pt x="167" y="1802"/>
                  </a:lnTo>
                  <a:lnTo>
                    <a:pt x="180" y="1828"/>
                  </a:lnTo>
                  <a:lnTo>
                    <a:pt x="397" y="1738"/>
                  </a:lnTo>
                  <a:lnTo>
                    <a:pt x="717" y="1598"/>
                  </a:lnTo>
                  <a:lnTo>
                    <a:pt x="755" y="1623"/>
                  </a:lnTo>
                  <a:lnTo>
                    <a:pt x="742" y="1879"/>
                  </a:lnTo>
                  <a:lnTo>
                    <a:pt x="870" y="1956"/>
                  </a:lnTo>
                  <a:lnTo>
                    <a:pt x="1087" y="1905"/>
                  </a:lnTo>
                  <a:lnTo>
                    <a:pt x="1113" y="1917"/>
                  </a:lnTo>
                  <a:lnTo>
                    <a:pt x="1241" y="2045"/>
                  </a:lnTo>
                  <a:lnTo>
                    <a:pt x="1522" y="2020"/>
                  </a:lnTo>
                  <a:lnTo>
                    <a:pt x="1841" y="2096"/>
                  </a:lnTo>
                  <a:lnTo>
                    <a:pt x="1854" y="2122"/>
                  </a:lnTo>
                  <a:lnTo>
                    <a:pt x="1867" y="2390"/>
                  </a:lnTo>
                  <a:lnTo>
                    <a:pt x="2084" y="2544"/>
                  </a:lnTo>
                  <a:lnTo>
                    <a:pt x="2097" y="2569"/>
                  </a:lnTo>
                  <a:lnTo>
                    <a:pt x="2007" y="2761"/>
                  </a:lnTo>
                  <a:lnTo>
                    <a:pt x="1995" y="2774"/>
                  </a:lnTo>
                  <a:lnTo>
                    <a:pt x="1547" y="2978"/>
                  </a:lnTo>
                  <a:lnTo>
                    <a:pt x="1496" y="3630"/>
                  </a:lnTo>
                  <a:lnTo>
                    <a:pt x="1471" y="3643"/>
                  </a:lnTo>
                  <a:lnTo>
                    <a:pt x="1343" y="3694"/>
                  </a:lnTo>
                  <a:lnTo>
                    <a:pt x="1305" y="4013"/>
                  </a:lnTo>
                  <a:lnTo>
                    <a:pt x="1292" y="4013"/>
                  </a:lnTo>
                  <a:lnTo>
                    <a:pt x="1100" y="4295"/>
                  </a:lnTo>
                  <a:lnTo>
                    <a:pt x="1087" y="4295"/>
                  </a:lnTo>
                  <a:lnTo>
                    <a:pt x="908" y="4333"/>
                  </a:lnTo>
                  <a:lnTo>
                    <a:pt x="947" y="4755"/>
                  </a:lnTo>
                  <a:lnTo>
                    <a:pt x="1049" y="4921"/>
                  </a:lnTo>
                  <a:lnTo>
                    <a:pt x="1049" y="4946"/>
                  </a:lnTo>
                  <a:lnTo>
                    <a:pt x="832" y="5266"/>
                  </a:lnTo>
                  <a:lnTo>
                    <a:pt x="844" y="5700"/>
                  </a:lnTo>
                  <a:lnTo>
                    <a:pt x="1011" y="5828"/>
                  </a:lnTo>
                  <a:lnTo>
                    <a:pt x="1011" y="5867"/>
                  </a:lnTo>
                  <a:lnTo>
                    <a:pt x="921" y="5994"/>
                  </a:lnTo>
                  <a:lnTo>
                    <a:pt x="908" y="6007"/>
                  </a:lnTo>
                  <a:lnTo>
                    <a:pt x="742" y="6007"/>
                  </a:lnTo>
                  <a:lnTo>
                    <a:pt x="461" y="6352"/>
                  </a:lnTo>
                  <a:lnTo>
                    <a:pt x="487" y="6736"/>
                  </a:lnTo>
                  <a:lnTo>
                    <a:pt x="538" y="6723"/>
                  </a:lnTo>
                  <a:lnTo>
                    <a:pt x="602" y="6748"/>
                  </a:lnTo>
                  <a:lnTo>
                    <a:pt x="704" y="6800"/>
                  </a:lnTo>
                  <a:lnTo>
                    <a:pt x="806" y="6851"/>
                  </a:lnTo>
                  <a:lnTo>
                    <a:pt x="959" y="6979"/>
                  </a:lnTo>
                  <a:lnTo>
                    <a:pt x="1023" y="7055"/>
                  </a:lnTo>
                  <a:lnTo>
                    <a:pt x="1087" y="7132"/>
                  </a:lnTo>
                  <a:lnTo>
                    <a:pt x="1177" y="7285"/>
                  </a:lnTo>
                  <a:lnTo>
                    <a:pt x="1189" y="7298"/>
                  </a:lnTo>
                  <a:lnTo>
                    <a:pt x="1215" y="7311"/>
                  </a:lnTo>
                  <a:lnTo>
                    <a:pt x="1253" y="7311"/>
                  </a:lnTo>
                  <a:lnTo>
                    <a:pt x="1292" y="7298"/>
                  </a:lnTo>
                  <a:lnTo>
                    <a:pt x="1343" y="7285"/>
                  </a:lnTo>
                  <a:lnTo>
                    <a:pt x="1356" y="7324"/>
                  </a:lnTo>
                  <a:lnTo>
                    <a:pt x="1343" y="7336"/>
                  </a:lnTo>
                  <a:lnTo>
                    <a:pt x="1330" y="7349"/>
                  </a:lnTo>
                  <a:lnTo>
                    <a:pt x="1305" y="7375"/>
                  </a:lnTo>
                  <a:lnTo>
                    <a:pt x="1253" y="7400"/>
                  </a:lnTo>
                  <a:lnTo>
                    <a:pt x="1241" y="7439"/>
                  </a:lnTo>
                  <a:lnTo>
                    <a:pt x="1228" y="7477"/>
                  </a:lnTo>
                  <a:lnTo>
                    <a:pt x="1241" y="7528"/>
                  </a:lnTo>
                  <a:lnTo>
                    <a:pt x="1305" y="7541"/>
                  </a:lnTo>
                  <a:lnTo>
                    <a:pt x="1330" y="7541"/>
                  </a:lnTo>
                  <a:lnTo>
                    <a:pt x="1356" y="7566"/>
                  </a:lnTo>
                  <a:lnTo>
                    <a:pt x="1394" y="7630"/>
                  </a:lnTo>
                  <a:lnTo>
                    <a:pt x="1407" y="7669"/>
                  </a:lnTo>
                  <a:lnTo>
                    <a:pt x="1407" y="7694"/>
                  </a:lnTo>
                  <a:lnTo>
                    <a:pt x="1381" y="7707"/>
                  </a:lnTo>
                  <a:lnTo>
                    <a:pt x="1356" y="7707"/>
                  </a:lnTo>
                  <a:lnTo>
                    <a:pt x="1317" y="7669"/>
                  </a:lnTo>
                  <a:lnTo>
                    <a:pt x="1292" y="7643"/>
                  </a:lnTo>
                  <a:lnTo>
                    <a:pt x="1266" y="7630"/>
                  </a:lnTo>
                  <a:lnTo>
                    <a:pt x="1253" y="7643"/>
                  </a:lnTo>
                  <a:lnTo>
                    <a:pt x="1228" y="7669"/>
                  </a:lnTo>
                  <a:lnTo>
                    <a:pt x="1228" y="7694"/>
                  </a:lnTo>
                  <a:lnTo>
                    <a:pt x="1241" y="7720"/>
                  </a:lnTo>
                  <a:lnTo>
                    <a:pt x="1292" y="7745"/>
                  </a:lnTo>
                  <a:lnTo>
                    <a:pt x="1330" y="7784"/>
                  </a:lnTo>
                  <a:lnTo>
                    <a:pt x="1368" y="7835"/>
                  </a:lnTo>
                  <a:lnTo>
                    <a:pt x="1394" y="7886"/>
                  </a:lnTo>
                  <a:lnTo>
                    <a:pt x="1407" y="7950"/>
                  </a:lnTo>
                  <a:lnTo>
                    <a:pt x="1420" y="8065"/>
                  </a:lnTo>
                  <a:lnTo>
                    <a:pt x="1496" y="8052"/>
                  </a:lnTo>
                  <a:lnTo>
                    <a:pt x="1560" y="8052"/>
                  </a:lnTo>
                  <a:lnTo>
                    <a:pt x="1586" y="8065"/>
                  </a:lnTo>
                  <a:lnTo>
                    <a:pt x="1611" y="8090"/>
                  </a:lnTo>
                  <a:lnTo>
                    <a:pt x="1650" y="8154"/>
                  </a:lnTo>
                  <a:lnTo>
                    <a:pt x="1701" y="8205"/>
                  </a:lnTo>
                  <a:lnTo>
                    <a:pt x="1765" y="8244"/>
                  </a:lnTo>
                  <a:lnTo>
                    <a:pt x="1829" y="8269"/>
                  </a:lnTo>
                  <a:lnTo>
                    <a:pt x="1867" y="8269"/>
                  </a:lnTo>
                  <a:lnTo>
                    <a:pt x="1905" y="8257"/>
                  </a:lnTo>
                  <a:lnTo>
                    <a:pt x="1944" y="8231"/>
                  </a:lnTo>
                  <a:lnTo>
                    <a:pt x="1982" y="8205"/>
                  </a:lnTo>
                  <a:lnTo>
                    <a:pt x="2046" y="8193"/>
                  </a:lnTo>
                  <a:lnTo>
                    <a:pt x="2071" y="8180"/>
                  </a:lnTo>
                  <a:lnTo>
                    <a:pt x="2097" y="8167"/>
                  </a:lnTo>
                  <a:lnTo>
                    <a:pt x="2135" y="8116"/>
                  </a:lnTo>
                  <a:lnTo>
                    <a:pt x="2174" y="8065"/>
                  </a:lnTo>
                  <a:lnTo>
                    <a:pt x="2238" y="8014"/>
                  </a:lnTo>
                  <a:lnTo>
                    <a:pt x="2314" y="7963"/>
                  </a:lnTo>
                  <a:lnTo>
                    <a:pt x="2404" y="7937"/>
                  </a:lnTo>
                  <a:lnTo>
                    <a:pt x="2493" y="7912"/>
                  </a:lnTo>
                  <a:lnTo>
                    <a:pt x="2595" y="7912"/>
                  </a:lnTo>
                  <a:lnTo>
                    <a:pt x="2608" y="7899"/>
                  </a:lnTo>
                  <a:lnTo>
                    <a:pt x="2621" y="7873"/>
                  </a:lnTo>
                  <a:lnTo>
                    <a:pt x="2621" y="7848"/>
                  </a:lnTo>
                  <a:lnTo>
                    <a:pt x="2634" y="7835"/>
                  </a:lnTo>
                  <a:lnTo>
                    <a:pt x="2672" y="7822"/>
                  </a:lnTo>
                  <a:lnTo>
                    <a:pt x="2710" y="7809"/>
                  </a:lnTo>
                  <a:lnTo>
                    <a:pt x="2787" y="7809"/>
                  </a:lnTo>
                  <a:lnTo>
                    <a:pt x="2940" y="7796"/>
                  </a:lnTo>
                  <a:lnTo>
                    <a:pt x="2992" y="7796"/>
                  </a:lnTo>
                  <a:lnTo>
                    <a:pt x="3043" y="7809"/>
                  </a:lnTo>
                  <a:lnTo>
                    <a:pt x="3132" y="7860"/>
                  </a:lnTo>
                  <a:lnTo>
                    <a:pt x="3222" y="7886"/>
                  </a:lnTo>
                  <a:lnTo>
                    <a:pt x="3324" y="7899"/>
                  </a:lnTo>
                  <a:lnTo>
                    <a:pt x="3401" y="7924"/>
                  </a:lnTo>
                  <a:lnTo>
                    <a:pt x="3439" y="7950"/>
                  </a:lnTo>
                  <a:lnTo>
                    <a:pt x="3477" y="7975"/>
                  </a:lnTo>
                  <a:lnTo>
                    <a:pt x="3516" y="8001"/>
                  </a:lnTo>
                  <a:lnTo>
                    <a:pt x="3567" y="8014"/>
                  </a:lnTo>
                  <a:lnTo>
                    <a:pt x="3618" y="8027"/>
                  </a:lnTo>
                  <a:lnTo>
                    <a:pt x="3669" y="8014"/>
                  </a:lnTo>
                  <a:lnTo>
                    <a:pt x="3886" y="7988"/>
                  </a:lnTo>
                  <a:lnTo>
                    <a:pt x="3937" y="7975"/>
                  </a:lnTo>
                  <a:lnTo>
                    <a:pt x="3988" y="7988"/>
                  </a:lnTo>
                  <a:lnTo>
                    <a:pt x="4014" y="8001"/>
                  </a:lnTo>
                  <a:lnTo>
                    <a:pt x="4052" y="8027"/>
                  </a:lnTo>
                  <a:lnTo>
                    <a:pt x="4091" y="8090"/>
                  </a:lnTo>
                  <a:lnTo>
                    <a:pt x="4116" y="8103"/>
                  </a:lnTo>
                  <a:lnTo>
                    <a:pt x="4142" y="8116"/>
                  </a:lnTo>
                  <a:lnTo>
                    <a:pt x="4193" y="8116"/>
                  </a:lnTo>
                  <a:lnTo>
                    <a:pt x="4219" y="8065"/>
                  </a:lnTo>
                  <a:lnTo>
                    <a:pt x="4257" y="8039"/>
                  </a:lnTo>
                  <a:lnTo>
                    <a:pt x="4295" y="8014"/>
                  </a:lnTo>
                  <a:lnTo>
                    <a:pt x="4359" y="8014"/>
                  </a:lnTo>
                  <a:lnTo>
                    <a:pt x="4461" y="8001"/>
                  </a:lnTo>
                  <a:lnTo>
                    <a:pt x="4500" y="8001"/>
                  </a:lnTo>
                  <a:lnTo>
                    <a:pt x="4525" y="8027"/>
                  </a:lnTo>
                  <a:lnTo>
                    <a:pt x="4538" y="8039"/>
                  </a:lnTo>
                  <a:lnTo>
                    <a:pt x="4551" y="8090"/>
                  </a:lnTo>
                  <a:lnTo>
                    <a:pt x="4564" y="8129"/>
                  </a:lnTo>
                  <a:lnTo>
                    <a:pt x="4576" y="8142"/>
                  </a:lnTo>
                  <a:lnTo>
                    <a:pt x="4589" y="8154"/>
                  </a:lnTo>
                  <a:lnTo>
                    <a:pt x="4640" y="8154"/>
                  </a:lnTo>
                  <a:lnTo>
                    <a:pt x="4679" y="8129"/>
                  </a:lnTo>
                  <a:lnTo>
                    <a:pt x="4704" y="8103"/>
                  </a:lnTo>
                  <a:lnTo>
                    <a:pt x="4730" y="8039"/>
                  </a:lnTo>
                  <a:lnTo>
                    <a:pt x="4743" y="8014"/>
                  </a:lnTo>
                  <a:lnTo>
                    <a:pt x="4781" y="7988"/>
                  </a:lnTo>
                  <a:lnTo>
                    <a:pt x="4819" y="7963"/>
                  </a:lnTo>
                  <a:lnTo>
                    <a:pt x="4845" y="7924"/>
                  </a:lnTo>
                  <a:lnTo>
                    <a:pt x="4870" y="7886"/>
                  </a:lnTo>
                  <a:lnTo>
                    <a:pt x="4883" y="7848"/>
                  </a:lnTo>
                  <a:lnTo>
                    <a:pt x="4896" y="7771"/>
                  </a:lnTo>
                  <a:lnTo>
                    <a:pt x="4921" y="7720"/>
                  </a:lnTo>
                  <a:lnTo>
                    <a:pt x="4973" y="7681"/>
                  </a:lnTo>
                  <a:lnTo>
                    <a:pt x="5075" y="7618"/>
                  </a:lnTo>
                  <a:lnTo>
                    <a:pt x="5241" y="7503"/>
                  </a:lnTo>
                  <a:lnTo>
                    <a:pt x="5292" y="7477"/>
                  </a:lnTo>
                  <a:lnTo>
                    <a:pt x="5356" y="7451"/>
                  </a:lnTo>
                  <a:lnTo>
                    <a:pt x="5484" y="7426"/>
                  </a:lnTo>
                  <a:lnTo>
                    <a:pt x="5752" y="7400"/>
                  </a:lnTo>
                  <a:lnTo>
                    <a:pt x="5803" y="7388"/>
                  </a:lnTo>
                  <a:lnTo>
                    <a:pt x="5854" y="7375"/>
                  </a:lnTo>
                  <a:lnTo>
                    <a:pt x="5906" y="7349"/>
                  </a:lnTo>
                  <a:lnTo>
                    <a:pt x="5918" y="7336"/>
                  </a:lnTo>
                  <a:lnTo>
                    <a:pt x="5918" y="7311"/>
                  </a:lnTo>
                  <a:lnTo>
                    <a:pt x="5906" y="7285"/>
                  </a:lnTo>
                  <a:lnTo>
                    <a:pt x="5893" y="7272"/>
                  </a:lnTo>
                  <a:lnTo>
                    <a:pt x="5854" y="7247"/>
                  </a:lnTo>
                  <a:lnTo>
                    <a:pt x="5816" y="7221"/>
                  </a:lnTo>
                  <a:lnTo>
                    <a:pt x="5803" y="7209"/>
                  </a:lnTo>
                  <a:lnTo>
                    <a:pt x="5803" y="7183"/>
                  </a:lnTo>
                  <a:lnTo>
                    <a:pt x="5816" y="7132"/>
                  </a:lnTo>
                  <a:lnTo>
                    <a:pt x="5829" y="7094"/>
                  </a:lnTo>
                  <a:lnTo>
                    <a:pt x="5867" y="7055"/>
                  </a:lnTo>
                  <a:lnTo>
                    <a:pt x="5906" y="7030"/>
                  </a:lnTo>
                  <a:lnTo>
                    <a:pt x="5957" y="7004"/>
                  </a:lnTo>
                  <a:lnTo>
                    <a:pt x="5995" y="6979"/>
                  </a:lnTo>
                  <a:lnTo>
                    <a:pt x="6033" y="6927"/>
                  </a:lnTo>
                  <a:lnTo>
                    <a:pt x="6046" y="6876"/>
                  </a:lnTo>
                  <a:lnTo>
                    <a:pt x="6072" y="6825"/>
                  </a:lnTo>
                  <a:lnTo>
                    <a:pt x="6110" y="6787"/>
                  </a:lnTo>
                  <a:lnTo>
                    <a:pt x="6148" y="6748"/>
                  </a:lnTo>
                  <a:lnTo>
                    <a:pt x="6200" y="6710"/>
                  </a:lnTo>
                  <a:lnTo>
                    <a:pt x="6315" y="6659"/>
                  </a:lnTo>
                  <a:lnTo>
                    <a:pt x="6442" y="6608"/>
                  </a:lnTo>
                  <a:lnTo>
                    <a:pt x="6493" y="6582"/>
                  </a:lnTo>
                  <a:lnTo>
                    <a:pt x="6519" y="6557"/>
                  </a:lnTo>
                  <a:lnTo>
                    <a:pt x="6545" y="6518"/>
                  </a:lnTo>
                  <a:lnTo>
                    <a:pt x="6583" y="6467"/>
                  </a:lnTo>
                  <a:lnTo>
                    <a:pt x="6634" y="6442"/>
                  </a:lnTo>
                  <a:lnTo>
                    <a:pt x="6672" y="6429"/>
                  </a:lnTo>
                  <a:lnTo>
                    <a:pt x="6711" y="6416"/>
                  </a:lnTo>
                  <a:lnTo>
                    <a:pt x="6724" y="6391"/>
                  </a:lnTo>
                  <a:lnTo>
                    <a:pt x="6724" y="6365"/>
                  </a:lnTo>
                  <a:lnTo>
                    <a:pt x="6724" y="6301"/>
                  </a:lnTo>
                  <a:lnTo>
                    <a:pt x="6698" y="6263"/>
                  </a:lnTo>
                  <a:lnTo>
                    <a:pt x="6608" y="6186"/>
                  </a:lnTo>
                  <a:lnTo>
                    <a:pt x="6557" y="6109"/>
                  </a:lnTo>
                  <a:lnTo>
                    <a:pt x="6519" y="6020"/>
                  </a:lnTo>
                  <a:lnTo>
                    <a:pt x="6481" y="5931"/>
                  </a:lnTo>
                  <a:lnTo>
                    <a:pt x="6455" y="5854"/>
                  </a:lnTo>
                  <a:lnTo>
                    <a:pt x="6417" y="5777"/>
                  </a:lnTo>
                  <a:lnTo>
                    <a:pt x="6404" y="5713"/>
                  </a:lnTo>
                  <a:lnTo>
                    <a:pt x="6404" y="5649"/>
                  </a:lnTo>
                  <a:lnTo>
                    <a:pt x="6404" y="5585"/>
                  </a:lnTo>
                  <a:lnTo>
                    <a:pt x="6417" y="5522"/>
                  </a:lnTo>
                  <a:lnTo>
                    <a:pt x="6442" y="5458"/>
                  </a:lnTo>
                  <a:lnTo>
                    <a:pt x="6532" y="5330"/>
                  </a:lnTo>
                  <a:lnTo>
                    <a:pt x="6647" y="5176"/>
                  </a:lnTo>
                  <a:lnTo>
                    <a:pt x="6736" y="5023"/>
                  </a:lnTo>
                  <a:lnTo>
                    <a:pt x="6826" y="4883"/>
                  </a:lnTo>
                  <a:lnTo>
                    <a:pt x="6890" y="4793"/>
                  </a:lnTo>
                  <a:lnTo>
                    <a:pt x="6979" y="4704"/>
                  </a:lnTo>
                  <a:lnTo>
                    <a:pt x="7094" y="4627"/>
                  </a:lnTo>
                  <a:lnTo>
                    <a:pt x="7145" y="4576"/>
                  </a:lnTo>
                  <a:lnTo>
                    <a:pt x="7196" y="4537"/>
                  </a:lnTo>
                  <a:lnTo>
                    <a:pt x="7209" y="4576"/>
                  </a:lnTo>
                  <a:lnTo>
                    <a:pt x="7235" y="4601"/>
                  </a:lnTo>
                  <a:lnTo>
                    <a:pt x="7273" y="4601"/>
                  </a:lnTo>
                  <a:lnTo>
                    <a:pt x="7311" y="4576"/>
                  </a:lnTo>
                  <a:lnTo>
                    <a:pt x="7388" y="4486"/>
                  </a:lnTo>
                  <a:lnTo>
                    <a:pt x="7388" y="4461"/>
                  </a:lnTo>
                  <a:lnTo>
                    <a:pt x="7388" y="4435"/>
                  </a:lnTo>
                  <a:lnTo>
                    <a:pt x="7363" y="4397"/>
                  </a:lnTo>
                  <a:lnTo>
                    <a:pt x="7337" y="4359"/>
                  </a:lnTo>
                  <a:lnTo>
                    <a:pt x="7311" y="4307"/>
                  </a:lnTo>
                  <a:lnTo>
                    <a:pt x="7299" y="4295"/>
                  </a:lnTo>
                  <a:lnTo>
                    <a:pt x="7299" y="4282"/>
                  </a:lnTo>
                  <a:lnTo>
                    <a:pt x="7299" y="4269"/>
                  </a:lnTo>
                  <a:lnTo>
                    <a:pt x="7311" y="4256"/>
                  </a:lnTo>
                  <a:lnTo>
                    <a:pt x="7324" y="4243"/>
                  </a:lnTo>
                  <a:lnTo>
                    <a:pt x="7375" y="4218"/>
                  </a:lnTo>
                  <a:lnTo>
                    <a:pt x="7426" y="4154"/>
                  </a:lnTo>
                  <a:lnTo>
                    <a:pt x="7478" y="4116"/>
                  </a:lnTo>
                  <a:lnTo>
                    <a:pt x="7529" y="4090"/>
                  </a:lnTo>
                  <a:lnTo>
                    <a:pt x="7618" y="4065"/>
                  </a:lnTo>
                  <a:lnTo>
                    <a:pt x="8065" y="3988"/>
                  </a:lnTo>
                  <a:lnTo>
                    <a:pt x="8219" y="3975"/>
                  </a:lnTo>
                  <a:lnTo>
                    <a:pt x="8283" y="3962"/>
                  </a:lnTo>
                  <a:lnTo>
                    <a:pt x="8359" y="3937"/>
                  </a:lnTo>
                  <a:lnTo>
                    <a:pt x="8411" y="3898"/>
                  </a:lnTo>
                  <a:lnTo>
                    <a:pt x="8462" y="3847"/>
                  </a:lnTo>
                  <a:lnTo>
                    <a:pt x="8551" y="3745"/>
                  </a:lnTo>
                  <a:lnTo>
                    <a:pt x="8602" y="3707"/>
                  </a:lnTo>
                  <a:lnTo>
                    <a:pt x="8666" y="3681"/>
                  </a:lnTo>
                  <a:lnTo>
                    <a:pt x="8807" y="3656"/>
                  </a:lnTo>
                  <a:lnTo>
                    <a:pt x="8896" y="3643"/>
                  </a:lnTo>
                  <a:lnTo>
                    <a:pt x="8960" y="3630"/>
                  </a:lnTo>
                  <a:lnTo>
                    <a:pt x="9024" y="3592"/>
                  </a:lnTo>
                  <a:lnTo>
                    <a:pt x="9088" y="3553"/>
                  </a:lnTo>
                  <a:lnTo>
                    <a:pt x="9152" y="3502"/>
                  </a:lnTo>
                  <a:lnTo>
                    <a:pt x="9216" y="3451"/>
                  </a:lnTo>
                  <a:lnTo>
                    <a:pt x="9267" y="3438"/>
                  </a:lnTo>
                  <a:lnTo>
                    <a:pt x="9318" y="3413"/>
                  </a:lnTo>
                  <a:lnTo>
                    <a:pt x="9344" y="3362"/>
                  </a:lnTo>
                  <a:lnTo>
                    <a:pt x="9344" y="3311"/>
                  </a:lnTo>
                  <a:lnTo>
                    <a:pt x="9331" y="3247"/>
                  </a:lnTo>
                  <a:lnTo>
                    <a:pt x="9318" y="3195"/>
                  </a:lnTo>
                  <a:lnTo>
                    <a:pt x="9292" y="3144"/>
                  </a:lnTo>
                  <a:lnTo>
                    <a:pt x="9267" y="3106"/>
                  </a:lnTo>
                  <a:lnTo>
                    <a:pt x="9267" y="3080"/>
                  </a:lnTo>
                  <a:lnTo>
                    <a:pt x="9267" y="3055"/>
                  </a:lnTo>
                  <a:lnTo>
                    <a:pt x="9292" y="3042"/>
                  </a:lnTo>
                  <a:lnTo>
                    <a:pt x="9318" y="3029"/>
                  </a:lnTo>
                  <a:lnTo>
                    <a:pt x="9344" y="3017"/>
                  </a:lnTo>
                  <a:lnTo>
                    <a:pt x="9356" y="2978"/>
                  </a:lnTo>
                  <a:lnTo>
                    <a:pt x="9356" y="2940"/>
                  </a:lnTo>
                  <a:lnTo>
                    <a:pt x="9305" y="2850"/>
                  </a:lnTo>
                  <a:lnTo>
                    <a:pt x="9305" y="2838"/>
                  </a:lnTo>
                  <a:lnTo>
                    <a:pt x="9062" y="2799"/>
                  </a:lnTo>
                  <a:lnTo>
                    <a:pt x="8858" y="2838"/>
                  </a:lnTo>
                  <a:lnTo>
                    <a:pt x="8845" y="2838"/>
                  </a:lnTo>
                  <a:lnTo>
                    <a:pt x="8641" y="2774"/>
                  </a:lnTo>
                  <a:lnTo>
                    <a:pt x="8398" y="2787"/>
                  </a:lnTo>
                  <a:lnTo>
                    <a:pt x="8372" y="2774"/>
                  </a:lnTo>
                  <a:lnTo>
                    <a:pt x="8308" y="2671"/>
                  </a:lnTo>
                  <a:lnTo>
                    <a:pt x="8129" y="2761"/>
                  </a:lnTo>
                  <a:lnTo>
                    <a:pt x="8117" y="2761"/>
                  </a:lnTo>
                  <a:lnTo>
                    <a:pt x="7963" y="2697"/>
                  </a:lnTo>
                  <a:lnTo>
                    <a:pt x="7938" y="2684"/>
                  </a:lnTo>
                  <a:lnTo>
                    <a:pt x="7861" y="2390"/>
                  </a:lnTo>
                  <a:lnTo>
                    <a:pt x="7874" y="2390"/>
                  </a:lnTo>
                  <a:lnTo>
                    <a:pt x="7529" y="2224"/>
                  </a:lnTo>
                  <a:lnTo>
                    <a:pt x="7363" y="2314"/>
                  </a:lnTo>
                  <a:lnTo>
                    <a:pt x="7350" y="2314"/>
                  </a:lnTo>
                  <a:lnTo>
                    <a:pt x="7171" y="2288"/>
                  </a:lnTo>
                  <a:lnTo>
                    <a:pt x="6826" y="2301"/>
                  </a:lnTo>
                  <a:lnTo>
                    <a:pt x="6813" y="2288"/>
                  </a:lnTo>
                  <a:lnTo>
                    <a:pt x="6672" y="2122"/>
                  </a:lnTo>
                  <a:lnTo>
                    <a:pt x="6404" y="2058"/>
                  </a:lnTo>
                  <a:lnTo>
                    <a:pt x="6391" y="2045"/>
                  </a:lnTo>
                  <a:lnTo>
                    <a:pt x="6084" y="1687"/>
                  </a:lnTo>
                  <a:lnTo>
                    <a:pt x="5931" y="1636"/>
                  </a:lnTo>
                  <a:lnTo>
                    <a:pt x="5918" y="1611"/>
                  </a:lnTo>
                  <a:lnTo>
                    <a:pt x="5893" y="1457"/>
                  </a:lnTo>
                  <a:lnTo>
                    <a:pt x="5778" y="1368"/>
                  </a:lnTo>
                  <a:lnTo>
                    <a:pt x="5752" y="1368"/>
                  </a:lnTo>
                  <a:lnTo>
                    <a:pt x="5701" y="1355"/>
                  </a:lnTo>
                  <a:lnTo>
                    <a:pt x="5663" y="1330"/>
                  </a:lnTo>
                  <a:lnTo>
                    <a:pt x="5573" y="1330"/>
                  </a:lnTo>
                  <a:lnTo>
                    <a:pt x="5535" y="1355"/>
                  </a:lnTo>
                  <a:lnTo>
                    <a:pt x="5497" y="1368"/>
                  </a:lnTo>
                  <a:lnTo>
                    <a:pt x="5471" y="1381"/>
                  </a:lnTo>
                  <a:lnTo>
                    <a:pt x="5445" y="1393"/>
                  </a:lnTo>
                  <a:lnTo>
                    <a:pt x="5445" y="1406"/>
                  </a:lnTo>
                  <a:lnTo>
                    <a:pt x="5407" y="1419"/>
                  </a:lnTo>
                  <a:lnTo>
                    <a:pt x="5369" y="1419"/>
                  </a:lnTo>
                  <a:lnTo>
                    <a:pt x="5330" y="1393"/>
                  </a:lnTo>
                  <a:lnTo>
                    <a:pt x="5267" y="1368"/>
                  </a:lnTo>
                  <a:lnTo>
                    <a:pt x="5203" y="1330"/>
                  </a:lnTo>
                  <a:lnTo>
                    <a:pt x="5075" y="1291"/>
                  </a:lnTo>
                  <a:lnTo>
                    <a:pt x="4947" y="1240"/>
                  </a:lnTo>
                  <a:lnTo>
                    <a:pt x="4832" y="1189"/>
                  </a:lnTo>
                  <a:lnTo>
                    <a:pt x="4781" y="1176"/>
                  </a:lnTo>
                  <a:lnTo>
                    <a:pt x="4743" y="1176"/>
                  </a:lnTo>
                  <a:lnTo>
                    <a:pt x="4717" y="1189"/>
                  </a:lnTo>
                  <a:lnTo>
                    <a:pt x="4704" y="1214"/>
                  </a:lnTo>
                  <a:lnTo>
                    <a:pt x="4691" y="1227"/>
                  </a:lnTo>
                  <a:lnTo>
                    <a:pt x="4679" y="1253"/>
                  </a:lnTo>
                  <a:lnTo>
                    <a:pt x="4653" y="1253"/>
                  </a:lnTo>
                  <a:lnTo>
                    <a:pt x="4640" y="1227"/>
                  </a:lnTo>
                  <a:lnTo>
                    <a:pt x="4615" y="1176"/>
                  </a:lnTo>
                  <a:lnTo>
                    <a:pt x="4589" y="1163"/>
                  </a:lnTo>
                  <a:lnTo>
                    <a:pt x="4385" y="1163"/>
                  </a:lnTo>
                  <a:lnTo>
                    <a:pt x="4359" y="1125"/>
                  </a:lnTo>
                  <a:lnTo>
                    <a:pt x="4359" y="1099"/>
                  </a:lnTo>
                  <a:lnTo>
                    <a:pt x="4397" y="1087"/>
                  </a:lnTo>
                  <a:lnTo>
                    <a:pt x="4397" y="1061"/>
                  </a:lnTo>
                  <a:lnTo>
                    <a:pt x="4385" y="1036"/>
                  </a:lnTo>
                  <a:lnTo>
                    <a:pt x="4334" y="1010"/>
                  </a:lnTo>
                  <a:lnTo>
                    <a:pt x="4244" y="1010"/>
                  </a:lnTo>
                  <a:lnTo>
                    <a:pt x="4155" y="1023"/>
                  </a:lnTo>
                  <a:lnTo>
                    <a:pt x="3707" y="1023"/>
                  </a:lnTo>
                  <a:lnTo>
                    <a:pt x="3656" y="984"/>
                  </a:lnTo>
                  <a:lnTo>
                    <a:pt x="3528" y="933"/>
                  </a:lnTo>
                  <a:lnTo>
                    <a:pt x="3401" y="869"/>
                  </a:lnTo>
                  <a:lnTo>
                    <a:pt x="3362" y="844"/>
                  </a:lnTo>
                  <a:lnTo>
                    <a:pt x="3311" y="818"/>
                  </a:lnTo>
                  <a:lnTo>
                    <a:pt x="3196" y="780"/>
                  </a:lnTo>
                  <a:lnTo>
                    <a:pt x="3145" y="754"/>
                  </a:lnTo>
                  <a:lnTo>
                    <a:pt x="3094" y="754"/>
                  </a:lnTo>
                  <a:lnTo>
                    <a:pt x="2966" y="716"/>
                  </a:lnTo>
                  <a:lnTo>
                    <a:pt x="2851" y="665"/>
                  </a:lnTo>
                  <a:lnTo>
                    <a:pt x="2787" y="639"/>
                  </a:lnTo>
                  <a:lnTo>
                    <a:pt x="2762" y="614"/>
                  </a:lnTo>
                  <a:lnTo>
                    <a:pt x="2736" y="588"/>
                  </a:lnTo>
                  <a:lnTo>
                    <a:pt x="2710" y="524"/>
                  </a:lnTo>
                  <a:lnTo>
                    <a:pt x="2685" y="499"/>
                  </a:lnTo>
                  <a:lnTo>
                    <a:pt x="2608" y="499"/>
                  </a:lnTo>
                  <a:lnTo>
                    <a:pt x="2583" y="512"/>
                  </a:lnTo>
                  <a:lnTo>
                    <a:pt x="2570" y="524"/>
                  </a:lnTo>
                  <a:lnTo>
                    <a:pt x="2570" y="537"/>
                  </a:lnTo>
                  <a:lnTo>
                    <a:pt x="2570" y="550"/>
                  </a:lnTo>
                  <a:lnTo>
                    <a:pt x="2557" y="563"/>
                  </a:lnTo>
                  <a:lnTo>
                    <a:pt x="2493" y="563"/>
                  </a:lnTo>
                  <a:lnTo>
                    <a:pt x="2442" y="550"/>
                  </a:lnTo>
                  <a:lnTo>
                    <a:pt x="2340" y="537"/>
                  </a:lnTo>
                  <a:lnTo>
                    <a:pt x="2199" y="512"/>
                  </a:lnTo>
                  <a:lnTo>
                    <a:pt x="2122" y="499"/>
                  </a:lnTo>
                  <a:lnTo>
                    <a:pt x="2059" y="486"/>
                  </a:lnTo>
                  <a:lnTo>
                    <a:pt x="1982" y="473"/>
                  </a:lnTo>
                  <a:lnTo>
                    <a:pt x="1905" y="473"/>
                  </a:lnTo>
                  <a:lnTo>
                    <a:pt x="1829" y="486"/>
                  </a:lnTo>
                  <a:lnTo>
                    <a:pt x="1803" y="486"/>
                  </a:lnTo>
                  <a:lnTo>
                    <a:pt x="1765" y="473"/>
                  </a:lnTo>
                  <a:lnTo>
                    <a:pt x="1739" y="460"/>
                  </a:lnTo>
                  <a:lnTo>
                    <a:pt x="1714" y="435"/>
                  </a:lnTo>
                  <a:lnTo>
                    <a:pt x="1624" y="358"/>
                  </a:lnTo>
                  <a:lnTo>
                    <a:pt x="1573" y="307"/>
                  </a:lnTo>
                  <a:lnTo>
                    <a:pt x="1522" y="269"/>
                  </a:lnTo>
                  <a:lnTo>
                    <a:pt x="1471" y="243"/>
                  </a:lnTo>
                  <a:lnTo>
                    <a:pt x="1368" y="141"/>
                  </a:lnTo>
                  <a:lnTo>
                    <a:pt x="1266" y="39"/>
                  </a:lnTo>
                  <a:lnTo>
                    <a:pt x="1241" y="13"/>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78"/>
            <p:cNvSpPr/>
            <p:nvPr/>
          </p:nvSpPr>
          <p:spPr>
            <a:xfrm>
              <a:off x="3839700" y="3495700"/>
              <a:ext cx="19200" cy="27825"/>
            </a:xfrm>
            <a:custGeom>
              <a:rect b="b" l="l" r="r" t="t"/>
              <a:pathLst>
                <a:path extrusionOk="0" h="1113" w="768">
                  <a:moveTo>
                    <a:pt x="614" y="1"/>
                  </a:moveTo>
                  <a:lnTo>
                    <a:pt x="26" y="461"/>
                  </a:lnTo>
                  <a:lnTo>
                    <a:pt x="1" y="550"/>
                  </a:lnTo>
                  <a:lnTo>
                    <a:pt x="103" y="614"/>
                  </a:lnTo>
                  <a:lnTo>
                    <a:pt x="205" y="946"/>
                  </a:lnTo>
                  <a:lnTo>
                    <a:pt x="218" y="1113"/>
                  </a:lnTo>
                  <a:lnTo>
                    <a:pt x="461" y="998"/>
                  </a:lnTo>
                  <a:lnTo>
                    <a:pt x="473" y="512"/>
                  </a:lnTo>
                  <a:lnTo>
                    <a:pt x="473" y="486"/>
                  </a:lnTo>
                  <a:lnTo>
                    <a:pt x="486" y="474"/>
                  </a:lnTo>
                  <a:lnTo>
                    <a:pt x="767" y="231"/>
                  </a:lnTo>
                  <a:lnTo>
                    <a:pt x="742" y="129"/>
                  </a:lnTo>
                  <a:lnTo>
                    <a:pt x="729" y="129"/>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8"/>
            <p:cNvSpPr/>
            <p:nvPr/>
          </p:nvSpPr>
          <p:spPr>
            <a:xfrm>
              <a:off x="4452225" y="3132100"/>
              <a:ext cx="31650" cy="42200"/>
            </a:xfrm>
            <a:custGeom>
              <a:rect b="b" l="l" r="r" t="t"/>
              <a:pathLst>
                <a:path extrusionOk="0" h="1688" w="1266">
                  <a:moveTo>
                    <a:pt x="933" y="0"/>
                  </a:moveTo>
                  <a:lnTo>
                    <a:pt x="409" y="422"/>
                  </a:lnTo>
                  <a:lnTo>
                    <a:pt x="0" y="1151"/>
                  </a:lnTo>
                  <a:lnTo>
                    <a:pt x="115" y="1687"/>
                  </a:lnTo>
                  <a:lnTo>
                    <a:pt x="179" y="1649"/>
                  </a:lnTo>
                  <a:lnTo>
                    <a:pt x="294" y="1470"/>
                  </a:lnTo>
                  <a:lnTo>
                    <a:pt x="332" y="1445"/>
                  </a:lnTo>
                  <a:lnTo>
                    <a:pt x="358" y="1445"/>
                  </a:lnTo>
                  <a:lnTo>
                    <a:pt x="805" y="1547"/>
                  </a:lnTo>
                  <a:lnTo>
                    <a:pt x="1125" y="1138"/>
                  </a:lnTo>
                  <a:lnTo>
                    <a:pt x="767" y="1074"/>
                  </a:lnTo>
                  <a:lnTo>
                    <a:pt x="946" y="818"/>
                  </a:lnTo>
                  <a:lnTo>
                    <a:pt x="1265" y="576"/>
                  </a:lnTo>
                  <a:lnTo>
                    <a:pt x="9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8"/>
            <p:cNvSpPr/>
            <p:nvPr/>
          </p:nvSpPr>
          <p:spPr>
            <a:xfrm>
              <a:off x="5364750" y="2802350"/>
              <a:ext cx="68400" cy="33900"/>
            </a:xfrm>
            <a:custGeom>
              <a:rect b="b" l="l" r="r" t="t"/>
              <a:pathLst>
                <a:path extrusionOk="0" h="1356" w="2736">
                  <a:moveTo>
                    <a:pt x="870" y="1"/>
                  </a:moveTo>
                  <a:lnTo>
                    <a:pt x="359" y="474"/>
                  </a:lnTo>
                  <a:lnTo>
                    <a:pt x="359" y="487"/>
                  </a:lnTo>
                  <a:lnTo>
                    <a:pt x="90" y="614"/>
                  </a:lnTo>
                  <a:lnTo>
                    <a:pt x="1" y="742"/>
                  </a:lnTo>
                  <a:lnTo>
                    <a:pt x="154" y="895"/>
                  </a:lnTo>
                  <a:lnTo>
                    <a:pt x="167" y="921"/>
                  </a:lnTo>
                  <a:lnTo>
                    <a:pt x="154" y="947"/>
                  </a:lnTo>
                  <a:lnTo>
                    <a:pt x="77" y="1023"/>
                  </a:lnTo>
                  <a:lnTo>
                    <a:pt x="116" y="1164"/>
                  </a:lnTo>
                  <a:lnTo>
                    <a:pt x="537" y="1356"/>
                  </a:lnTo>
                  <a:lnTo>
                    <a:pt x="972" y="1356"/>
                  </a:lnTo>
                  <a:lnTo>
                    <a:pt x="1074" y="1292"/>
                  </a:lnTo>
                  <a:lnTo>
                    <a:pt x="1215" y="1164"/>
                  </a:lnTo>
                  <a:lnTo>
                    <a:pt x="1266" y="1164"/>
                  </a:lnTo>
                  <a:lnTo>
                    <a:pt x="1458" y="1330"/>
                  </a:lnTo>
                  <a:lnTo>
                    <a:pt x="2135" y="1292"/>
                  </a:lnTo>
                  <a:lnTo>
                    <a:pt x="2429" y="1164"/>
                  </a:lnTo>
                  <a:lnTo>
                    <a:pt x="2442" y="1164"/>
                  </a:lnTo>
                  <a:lnTo>
                    <a:pt x="2467" y="1177"/>
                  </a:lnTo>
                  <a:lnTo>
                    <a:pt x="2595" y="1266"/>
                  </a:lnTo>
                  <a:lnTo>
                    <a:pt x="2736" y="985"/>
                  </a:lnTo>
                  <a:lnTo>
                    <a:pt x="2736" y="768"/>
                  </a:lnTo>
                  <a:lnTo>
                    <a:pt x="2391" y="627"/>
                  </a:lnTo>
                  <a:lnTo>
                    <a:pt x="2365" y="602"/>
                  </a:lnTo>
                  <a:lnTo>
                    <a:pt x="2212" y="269"/>
                  </a:lnTo>
                  <a:lnTo>
                    <a:pt x="1828" y="269"/>
                  </a:lnTo>
                  <a:lnTo>
                    <a:pt x="1228" y="141"/>
                  </a:lnTo>
                  <a:lnTo>
                    <a:pt x="1215" y="141"/>
                  </a:lnTo>
                  <a:lnTo>
                    <a:pt x="8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8"/>
            <p:cNvSpPr/>
            <p:nvPr/>
          </p:nvSpPr>
          <p:spPr>
            <a:xfrm>
              <a:off x="5902500" y="3547150"/>
              <a:ext cx="19200" cy="15350"/>
            </a:xfrm>
            <a:custGeom>
              <a:rect b="b" l="l" r="r" t="t"/>
              <a:pathLst>
                <a:path extrusionOk="0" h="614" w="768">
                  <a:moveTo>
                    <a:pt x="435" y="0"/>
                  </a:moveTo>
                  <a:lnTo>
                    <a:pt x="205" y="230"/>
                  </a:lnTo>
                  <a:lnTo>
                    <a:pt x="231" y="422"/>
                  </a:lnTo>
                  <a:lnTo>
                    <a:pt x="1" y="460"/>
                  </a:lnTo>
                  <a:lnTo>
                    <a:pt x="77" y="512"/>
                  </a:lnTo>
                  <a:lnTo>
                    <a:pt x="499" y="614"/>
                  </a:lnTo>
                  <a:lnTo>
                    <a:pt x="767"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8"/>
            <p:cNvSpPr/>
            <p:nvPr/>
          </p:nvSpPr>
          <p:spPr>
            <a:xfrm>
              <a:off x="5928375" y="3232750"/>
              <a:ext cx="4825" cy="5125"/>
            </a:xfrm>
            <a:custGeom>
              <a:rect b="b" l="l" r="r" t="t"/>
              <a:pathLst>
                <a:path extrusionOk="0" h="205" w="193">
                  <a:moveTo>
                    <a:pt x="65" y="0"/>
                  </a:moveTo>
                  <a:lnTo>
                    <a:pt x="1" y="103"/>
                  </a:lnTo>
                  <a:lnTo>
                    <a:pt x="1" y="205"/>
                  </a:lnTo>
                  <a:lnTo>
                    <a:pt x="167" y="141"/>
                  </a:lnTo>
                  <a:lnTo>
                    <a:pt x="192" y="13"/>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8"/>
            <p:cNvSpPr/>
            <p:nvPr/>
          </p:nvSpPr>
          <p:spPr>
            <a:xfrm>
              <a:off x="5924875" y="3216775"/>
              <a:ext cx="4500" cy="7675"/>
            </a:xfrm>
            <a:custGeom>
              <a:rect b="b" l="l" r="r" t="t"/>
              <a:pathLst>
                <a:path extrusionOk="0" h="307" w="180">
                  <a:moveTo>
                    <a:pt x="179" y="218"/>
                  </a:moveTo>
                  <a:lnTo>
                    <a:pt x="166" y="229"/>
                  </a:lnTo>
                  <a:lnTo>
                    <a:pt x="166" y="230"/>
                  </a:lnTo>
                  <a:lnTo>
                    <a:pt x="179" y="218"/>
                  </a:lnTo>
                  <a:close/>
                  <a:moveTo>
                    <a:pt x="128" y="0"/>
                  </a:moveTo>
                  <a:lnTo>
                    <a:pt x="0" y="77"/>
                  </a:lnTo>
                  <a:lnTo>
                    <a:pt x="77" y="307"/>
                  </a:lnTo>
                  <a:lnTo>
                    <a:pt x="166" y="22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8"/>
            <p:cNvSpPr/>
            <p:nvPr/>
          </p:nvSpPr>
          <p:spPr>
            <a:xfrm>
              <a:off x="6068975" y="3095350"/>
              <a:ext cx="8325" cy="10900"/>
            </a:xfrm>
            <a:custGeom>
              <a:rect b="b" l="l" r="r" t="t"/>
              <a:pathLst>
                <a:path extrusionOk="0" h="436" w="333">
                  <a:moveTo>
                    <a:pt x="166" y="1"/>
                  </a:moveTo>
                  <a:lnTo>
                    <a:pt x="90" y="26"/>
                  </a:lnTo>
                  <a:lnTo>
                    <a:pt x="90" y="243"/>
                  </a:lnTo>
                  <a:lnTo>
                    <a:pt x="0" y="358"/>
                  </a:lnTo>
                  <a:lnTo>
                    <a:pt x="90" y="435"/>
                  </a:lnTo>
                  <a:lnTo>
                    <a:pt x="333" y="358"/>
                  </a:lnTo>
                  <a:lnTo>
                    <a:pt x="320" y="180"/>
                  </a:lnTo>
                  <a:lnTo>
                    <a:pt x="218" y="128"/>
                  </a:lnTo>
                  <a:lnTo>
                    <a:pt x="1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78"/>
            <p:cNvSpPr/>
            <p:nvPr/>
          </p:nvSpPr>
          <p:spPr>
            <a:xfrm>
              <a:off x="5921675" y="3544600"/>
              <a:ext cx="46350" cy="21100"/>
            </a:xfrm>
            <a:custGeom>
              <a:rect b="b" l="l" r="r" t="t"/>
              <a:pathLst>
                <a:path extrusionOk="0" h="844" w="1854">
                  <a:moveTo>
                    <a:pt x="818" y="0"/>
                  </a:moveTo>
                  <a:lnTo>
                    <a:pt x="793" y="102"/>
                  </a:lnTo>
                  <a:lnTo>
                    <a:pt x="627" y="64"/>
                  </a:lnTo>
                  <a:lnTo>
                    <a:pt x="588" y="128"/>
                  </a:lnTo>
                  <a:lnTo>
                    <a:pt x="627" y="294"/>
                  </a:lnTo>
                  <a:lnTo>
                    <a:pt x="754" y="141"/>
                  </a:lnTo>
                  <a:lnTo>
                    <a:pt x="959" y="332"/>
                  </a:lnTo>
                  <a:lnTo>
                    <a:pt x="1087" y="332"/>
                  </a:lnTo>
                  <a:lnTo>
                    <a:pt x="1202" y="460"/>
                  </a:lnTo>
                  <a:lnTo>
                    <a:pt x="1023" y="486"/>
                  </a:lnTo>
                  <a:lnTo>
                    <a:pt x="997" y="537"/>
                  </a:lnTo>
                  <a:lnTo>
                    <a:pt x="742" y="396"/>
                  </a:lnTo>
                  <a:lnTo>
                    <a:pt x="665" y="294"/>
                  </a:lnTo>
                  <a:lnTo>
                    <a:pt x="601" y="294"/>
                  </a:lnTo>
                  <a:lnTo>
                    <a:pt x="499" y="332"/>
                  </a:lnTo>
                  <a:lnTo>
                    <a:pt x="397" y="230"/>
                  </a:lnTo>
                  <a:lnTo>
                    <a:pt x="192" y="384"/>
                  </a:lnTo>
                  <a:lnTo>
                    <a:pt x="103" y="384"/>
                  </a:lnTo>
                  <a:lnTo>
                    <a:pt x="0" y="511"/>
                  </a:lnTo>
                  <a:lnTo>
                    <a:pt x="52" y="601"/>
                  </a:lnTo>
                  <a:lnTo>
                    <a:pt x="0" y="690"/>
                  </a:lnTo>
                  <a:lnTo>
                    <a:pt x="0" y="805"/>
                  </a:lnTo>
                  <a:lnTo>
                    <a:pt x="307" y="844"/>
                  </a:lnTo>
                  <a:lnTo>
                    <a:pt x="358" y="767"/>
                  </a:lnTo>
                  <a:lnTo>
                    <a:pt x="499" y="805"/>
                  </a:lnTo>
                  <a:lnTo>
                    <a:pt x="754" y="716"/>
                  </a:lnTo>
                  <a:lnTo>
                    <a:pt x="972" y="690"/>
                  </a:lnTo>
                  <a:lnTo>
                    <a:pt x="1100" y="626"/>
                  </a:lnTo>
                  <a:lnTo>
                    <a:pt x="1151" y="665"/>
                  </a:lnTo>
                  <a:lnTo>
                    <a:pt x="1317" y="511"/>
                  </a:lnTo>
                  <a:lnTo>
                    <a:pt x="1368" y="665"/>
                  </a:lnTo>
                  <a:lnTo>
                    <a:pt x="1598" y="614"/>
                  </a:lnTo>
                  <a:lnTo>
                    <a:pt x="1675" y="537"/>
                  </a:lnTo>
                  <a:lnTo>
                    <a:pt x="1815" y="562"/>
                  </a:lnTo>
                  <a:lnTo>
                    <a:pt x="1854" y="230"/>
                  </a:lnTo>
                  <a:lnTo>
                    <a:pt x="1649" y="192"/>
                  </a:lnTo>
                  <a:lnTo>
                    <a:pt x="1585" y="243"/>
                  </a:lnTo>
                  <a:lnTo>
                    <a:pt x="1457" y="128"/>
                  </a:lnTo>
                  <a:lnTo>
                    <a:pt x="1240" y="256"/>
                  </a:lnTo>
                  <a:lnTo>
                    <a:pt x="110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78"/>
            <p:cNvSpPr/>
            <p:nvPr/>
          </p:nvSpPr>
          <p:spPr>
            <a:xfrm>
              <a:off x="6044375" y="3592850"/>
              <a:ext cx="12150" cy="10225"/>
            </a:xfrm>
            <a:custGeom>
              <a:rect b="b" l="l" r="r" t="t"/>
              <a:pathLst>
                <a:path extrusionOk="0" h="409" w="486">
                  <a:moveTo>
                    <a:pt x="460" y="0"/>
                  </a:moveTo>
                  <a:lnTo>
                    <a:pt x="192" y="243"/>
                  </a:lnTo>
                  <a:lnTo>
                    <a:pt x="0" y="281"/>
                  </a:lnTo>
                  <a:lnTo>
                    <a:pt x="0" y="409"/>
                  </a:lnTo>
                  <a:lnTo>
                    <a:pt x="115" y="409"/>
                  </a:lnTo>
                  <a:lnTo>
                    <a:pt x="179" y="358"/>
                  </a:lnTo>
                  <a:lnTo>
                    <a:pt x="435" y="256"/>
                  </a:lnTo>
                  <a:lnTo>
                    <a:pt x="486" y="51"/>
                  </a:lnTo>
                  <a:lnTo>
                    <a:pt x="486" y="38"/>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8"/>
            <p:cNvSpPr/>
            <p:nvPr/>
          </p:nvSpPr>
          <p:spPr>
            <a:xfrm>
              <a:off x="6097075" y="3169475"/>
              <a:ext cx="6425" cy="12800"/>
            </a:xfrm>
            <a:custGeom>
              <a:rect b="b" l="l" r="r" t="t"/>
              <a:pathLst>
                <a:path extrusionOk="0" h="512" w="257">
                  <a:moveTo>
                    <a:pt x="231" y="1"/>
                  </a:moveTo>
                  <a:lnTo>
                    <a:pt x="78" y="103"/>
                  </a:lnTo>
                  <a:lnTo>
                    <a:pt x="1" y="333"/>
                  </a:lnTo>
                  <a:lnTo>
                    <a:pt x="257" y="512"/>
                  </a:lnTo>
                  <a:lnTo>
                    <a:pt x="257" y="512"/>
                  </a:lnTo>
                  <a:lnTo>
                    <a:pt x="180" y="231"/>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8"/>
            <p:cNvSpPr/>
            <p:nvPr/>
          </p:nvSpPr>
          <p:spPr>
            <a:xfrm>
              <a:off x="6053950" y="3563125"/>
              <a:ext cx="37100" cy="28450"/>
            </a:xfrm>
            <a:custGeom>
              <a:rect b="b" l="l" r="r" t="t"/>
              <a:pathLst>
                <a:path extrusionOk="0" h="1138" w="1484">
                  <a:moveTo>
                    <a:pt x="1291" y="0"/>
                  </a:moveTo>
                  <a:lnTo>
                    <a:pt x="1215" y="52"/>
                  </a:lnTo>
                  <a:lnTo>
                    <a:pt x="1023" y="192"/>
                  </a:lnTo>
                  <a:lnTo>
                    <a:pt x="997" y="192"/>
                  </a:lnTo>
                  <a:lnTo>
                    <a:pt x="819" y="486"/>
                  </a:lnTo>
                  <a:lnTo>
                    <a:pt x="806" y="499"/>
                  </a:lnTo>
                  <a:lnTo>
                    <a:pt x="793" y="499"/>
                  </a:lnTo>
                  <a:lnTo>
                    <a:pt x="793" y="486"/>
                  </a:lnTo>
                  <a:lnTo>
                    <a:pt x="665" y="397"/>
                  </a:lnTo>
                  <a:lnTo>
                    <a:pt x="576" y="320"/>
                  </a:lnTo>
                  <a:lnTo>
                    <a:pt x="461" y="384"/>
                  </a:lnTo>
                  <a:lnTo>
                    <a:pt x="307" y="524"/>
                  </a:lnTo>
                  <a:lnTo>
                    <a:pt x="333" y="742"/>
                  </a:lnTo>
                  <a:lnTo>
                    <a:pt x="231" y="869"/>
                  </a:lnTo>
                  <a:lnTo>
                    <a:pt x="346" y="921"/>
                  </a:lnTo>
                  <a:lnTo>
                    <a:pt x="141" y="921"/>
                  </a:lnTo>
                  <a:lnTo>
                    <a:pt x="1" y="1061"/>
                  </a:lnTo>
                  <a:lnTo>
                    <a:pt x="1" y="1138"/>
                  </a:lnTo>
                  <a:lnTo>
                    <a:pt x="371" y="1138"/>
                  </a:lnTo>
                  <a:lnTo>
                    <a:pt x="537" y="1061"/>
                  </a:lnTo>
                  <a:lnTo>
                    <a:pt x="895" y="1023"/>
                  </a:lnTo>
                  <a:lnTo>
                    <a:pt x="1355" y="550"/>
                  </a:lnTo>
                  <a:lnTo>
                    <a:pt x="1394" y="473"/>
                  </a:lnTo>
                  <a:lnTo>
                    <a:pt x="1317" y="218"/>
                  </a:lnTo>
                  <a:lnTo>
                    <a:pt x="1317" y="205"/>
                  </a:lnTo>
                  <a:lnTo>
                    <a:pt x="1330" y="192"/>
                  </a:lnTo>
                  <a:lnTo>
                    <a:pt x="1483" y="167"/>
                  </a:lnTo>
                  <a:lnTo>
                    <a:pt x="1458" y="64"/>
                  </a:lnTo>
                  <a:lnTo>
                    <a:pt x="1330" y="90"/>
                  </a:lnTo>
                  <a:lnTo>
                    <a:pt x="1317" y="90"/>
                  </a:lnTo>
                  <a:lnTo>
                    <a:pt x="1304" y="77"/>
                  </a:lnTo>
                  <a:lnTo>
                    <a:pt x="12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8"/>
            <p:cNvSpPr/>
            <p:nvPr/>
          </p:nvSpPr>
          <p:spPr>
            <a:xfrm>
              <a:off x="6087175" y="3550025"/>
              <a:ext cx="48275" cy="23975"/>
            </a:xfrm>
            <a:custGeom>
              <a:rect b="b" l="l" r="r" t="t"/>
              <a:pathLst>
                <a:path extrusionOk="0" h="959" w="1931">
                  <a:moveTo>
                    <a:pt x="1880" y="0"/>
                  </a:moveTo>
                  <a:lnTo>
                    <a:pt x="1662" y="39"/>
                  </a:lnTo>
                  <a:lnTo>
                    <a:pt x="1624" y="26"/>
                  </a:lnTo>
                  <a:lnTo>
                    <a:pt x="1368" y="115"/>
                  </a:lnTo>
                  <a:lnTo>
                    <a:pt x="1177" y="77"/>
                  </a:lnTo>
                  <a:lnTo>
                    <a:pt x="1023" y="154"/>
                  </a:lnTo>
                  <a:lnTo>
                    <a:pt x="819" y="154"/>
                  </a:lnTo>
                  <a:lnTo>
                    <a:pt x="729" y="179"/>
                  </a:lnTo>
                  <a:lnTo>
                    <a:pt x="601" y="205"/>
                  </a:lnTo>
                  <a:lnTo>
                    <a:pt x="103" y="243"/>
                  </a:lnTo>
                  <a:lnTo>
                    <a:pt x="52" y="473"/>
                  </a:lnTo>
                  <a:lnTo>
                    <a:pt x="1" y="512"/>
                  </a:lnTo>
                  <a:lnTo>
                    <a:pt x="14" y="576"/>
                  </a:lnTo>
                  <a:lnTo>
                    <a:pt x="129" y="550"/>
                  </a:lnTo>
                  <a:lnTo>
                    <a:pt x="141" y="550"/>
                  </a:lnTo>
                  <a:lnTo>
                    <a:pt x="154" y="563"/>
                  </a:lnTo>
                  <a:lnTo>
                    <a:pt x="205" y="691"/>
                  </a:lnTo>
                  <a:lnTo>
                    <a:pt x="192" y="716"/>
                  </a:lnTo>
                  <a:lnTo>
                    <a:pt x="180" y="729"/>
                  </a:lnTo>
                  <a:lnTo>
                    <a:pt x="39" y="754"/>
                  </a:lnTo>
                  <a:lnTo>
                    <a:pt x="103" y="959"/>
                  </a:lnTo>
                  <a:lnTo>
                    <a:pt x="486" y="729"/>
                  </a:lnTo>
                  <a:lnTo>
                    <a:pt x="819" y="652"/>
                  </a:lnTo>
                  <a:lnTo>
                    <a:pt x="998" y="576"/>
                  </a:lnTo>
                  <a:lnTo>
                    <a:pt x="1292" y="524"/>
                  </a:lnTo>
                  <a:lnTo>
                    <a:pt x="1343" y="397"/>
                  </a:lnTo>
                  <a:lnTo>
                    <a:pt x="1573" y="345"/>
                  </a:lnTo>
                  <a:lnTo>
                    <a:pt x="1688" y="294"/>
                  </a:lnTo>
                  <a:lnTo>
                    <a:pt x="1931" y="77"/>
                  </a:lnTo>
                  <a:lnTo>
                    <a:pt x="18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8"/>
            <p:cNvSpPr/>
            <p:nvPr/>
          </p:nvSpPr>
          <p:spPr>
            <a:xfrm>
              <a:off x="5966400" y="3569825"/>
              <a:ext cx="38375" cy="20150"/>
            </a:xfrm>
            <a:custGeom>
              <a:rect b="b" l="l" r="r" t="t"/>
              <a:pathLst>
                <a:path extrusionOk="0" h="806" w="1535">
                  <a:moveTo>
                    <a:pt x="793" y="1"/>
                  </a:moveTo>
                  <a:lnTo>
                    <a:pt x="678" y="65"/>
                  </a:lnTo>
                  <a:lnTo>
                    <a:pt x="180" y="65"/>
                  </a:lnTo>
                  <a:lnTo>
                    <a:pt x="1" y="180"/>
                  </a:lnTo>
                  <a:lnTo>
                    <a:pt x="1" y="282"/>
                  </a:lnTo>
                  <a:lnTo>
                    <a:pt x="141" y="384"/>
                  </a:lnTo>
                  <a:lnTo>
                    <a:pt x="486" y="384"/>
                  </a:lnTo>
                  <a:lnTo>
                    <a:pt x="640" y="499"/>
                  </a:lnTo>
                  <a:lnTo>
                    <a:pt x="819" y="550"/>
                  </a:lnTo>
                  <a:lnTo>
                    <a:pt x="1010" y="806"/>
                  </a:lnTo>
                  <a:lnTo>
                    <a:pt x="1202" y="806"/>
                  </a:lnTo>
                  <a:lnTo>
                    <a:pt x="1355" y="755"/>
                  </a:lnTo>
                  <a:lnTo>
                    <a:pt x="1432" y="768"/>
                  </a:lnTo>
                  <a:lnTo>
                    <a:pt x="1534" y="640"/>
                  </a:lnTo>
                  <a:lnTo>
                    <a:pt x="1432" y="499"/>
                  </a:lnTo>
                  <a:lnTo>
                    <a:pt x="1228" y="295"/>
                  </a:lnTo>
                  <a:lnTo>
                    <a:pt x="1061" y="269"/>
                  </a:lnTo>
                  <a:lnTo>
                    <a:pt x="1036" y="154"/>
                  </a:lnTo>
                  <a:lnTo>
                    <a:pt x="908" y="129"/>
                  </a:lnTo>
                  <a:lnTo>
                    <a:pt x="79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8"/>
            <p:cNvSpPr/>
            <p:nvPr/>
          </p:nvSpPr>
          <p:spPr>
            <a:xfrm>
              <a:off x="6069300" y="3567275"/>
              <a:ext cx="8650" cy="7050"/>
            </a:xfrm>
            <a:custGeom>
              <a:rect b="b" l="l" r="r" t="t"/>
              <a:pathLst>
                <a:path extrusionOk="0" h="282" w="346">
                  <a:moveTo>
                    <a:pt x="217" y="1"/>
                  </a:moveTo>
                  <a:lnTo>
                    <a:pt x="0" y="128"/>
                  </a:lnTo>
                  <a:lnTo>
                    <a:pt x="77" y="205"/>
                  </a:lnTo>
                  <a:lnTo>
                    <a:pt x="179" y="282"/>
                  </a:lnTo>
                  <a:lnTo>
                    <a:pt x="345" y="26"/>
                  </a:lnTo>
                  <a:lnTo>
                    <a:pt x="21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8"/>
            <p:cNvSpPr/>
            <p:nvPr/>
          </p:nvSpPr>
          <p:spPr>
            <a:xfrm>
              <a:off x="6074725" y="3545550"/>
              <a:ext cx="17275" cy="8325"/>
            </a:xfrm>
            <a:custGeom>
              <a:rect b="b" l="l" r="r" t="t"/>
              <a:pathLst>
                <a:path extrusionOk="0" h="333" w="691">
                  <a:moveTo>
                    <a:pt x="179" y="0"/>
                  </a:moveTo>
                  <a:lnTo>
                    <a:pt x="51" y="154"/>
                  </a:lnTo>
                  <a:lnTo>
                    <a:pt x="154" y="154"/>
                  </a:lnTo>
                  <a:lnTo>
                    <a:pt x="0" y="282"/>
                  </a:lnTo>
                  <a:lnTo>
                    <a:pt x="90" y="333"/>
                  </a:lnTo>
                  <a:lnTo>
                    <a:pt x="690" y="205"/>
                  </a:lnTo>
                  <a:lnTo>
                    <a:pt x="639" y="26"/>
                  </a:lnTo>
                  <a:lnTo>
                    <a:pt x="282" y="52"/>
                  </a:lnTo>
                  <a:lnTo>
                    <a:pt x="179" y="128"/>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8"/>
            <p:cNvSpPr/>
            <p:nvPr/>
          </p:nvSpPr>
          <p:spPr>
            <a:xfrm>
              <a:off x="6096450" y="3305600"/>
              <a:ext cx="4825" cy="7375"/>
            </a:xfrm>
            <a:custGeom>
              <a:rect b="b" l="l" r="r" t="t"/>
              <a:pathLst>
                <a:path extrusionOk="0" h="295" w="193">
                  <a:moveTo>
                    <a:pt x="103" y="0"/>
                  </a:moveTo>
                  <a:lnTo>
                    <a:pt x="0" y="103"/>
                  </a:lnTo>
                  <a:lnTo>
                    <a:pt x="128" y="154"/>
                  </a:lnTo>
                  <a:lnTo>
                    <a:pt x="103" y="294"/>
                  </a:lnTo>
                  <a:lnTo>
                    <a:pt x="192" y="294"/>
                  </a:lnTo>
                  <a:lnTo>
                    <a:pt x="179" y="166"/>
                  </a:lnTo>
                  <a:lnTo>
                    <a:pt x="103" y="77"/>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8"/>
            <p:cNvSpPr/>
            <p:nvPr/>
          </p:nvSpPr>
          <p:spPr>
            <a:xfrm>
              <a:off x="6067050" y="3548750"/>
              <a:ext cx="7700" cy="6400"/>
            </a:xfrm>
            <a:custGeom>
              <a:rect b="b" l="l" r="r" t="t"/>
              <a:pathLst>
                <a:path extrusionOk="0" h="256" w="308">
                  <a:moveTo>
                    <a:pt x="307" y="0"/>
                  </a:moveTo>
                  <a:lnTo>
                    <a:pt x="154" y="128"/>
                  </a:lnTo>
                  <a:lnTo>
                    <a:pt x="77" y="51"/>
                  </a:lnTo>
                  <a:lnTo>
                    <a:pt x="52" y="51"/>
                  </a:lnTo>
                  <a:lnTo>
                    <a:pt x="26" y="90"/>
                  </a:lnTo>
                  <a:lnTo>
                    <a:pt x="1" y="128"/>
                  </a:lnTo>
                  <a:lnTo>
                    <a:pt x="128" y="256"/>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8"/>
            <p:cNvSpPr/>
            <p:nvPr/>
          </p:nvSpPr>
          <p:spPr>
            <a:xfrm>
              <a:off x="6119450" y="3288350"/>
              <a:ext cx="7700" cy="17900"/>
            </a:xfrm>
            <a:custGeom>
              <a:rect b="b" l="l" r="r" t="t"/>
              <a:pathLst>
                <a:path extrusionOk="0" h="716" w="308">
                  <a:moveTo>
                    <a:pt x="180" y="0"/>
                  </a:moveTo>
                  <a:lnTo>
                    <a:pt x="90" y="192"/>
                  </a:lnTo>
                  <a:lnTo>
                    <a:pt x="141" y="281"/>
                  </a:lnTo>
                  <a:lnTo>
                    <a:pt x="243" y="345"/>
                  </a:lnTo>
                  <a:lnTo>
                    <a:pt x="128" y="435"/>
                  </a:lnTo>
                  <a:lnTo>
                    <a:pt x="1" y="460"/>
                  </a:lnTo>
                  <a:lnTo>
                    <a:pt x="128" y="716"/>
                  </a:lnTo>
                  <a:lnTo>
                    <a:pt x="128" y="511"/>
                  </a:lnTo>
                  <a:lnTo>
                    <a:pt x="65" y="486"/>
                  </a:lnTo>
                  <a:lnTo>
                    <a:pt x="192" y="511"/>
                  </a:lnTo>
                  <a:lnTo>
                    <a:pt x="205" y="409"/>
                  </a:lnTo>
                  <a:lnTo>
                    <a:pt x="269" y="332"/>
                  </a:lnTo>
                  <a:lnTo>
                    <a:pt x="307" y="307"/>
                  </a:lnTo>
                  <a:lnTo>
                    <a:pt x="282" y="217"/>
                  </a:lnTo>
                  <a:lnTo>
                    <a:pt x="307" y="153"/>
                  </a:lnTo>
                  <a:lnTo>
                    <a:pt x="256" y="3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8"/>
            <p:cNvSpPr/>
            <p:nvPr/>
          </p:nvSpPr>
          <p:spPr>
            <a:xfrm>
              <a:off x="6026475" y="3178425"/>
              <a:ext cx="94925" cy="91100"/>
            </a:xfrm>
            <a:custGeom>
              <a:rect b="b" l="l" r="r" t="t"/>
              <a:pathLst>
                <a:path extrusionOk="0" h="3644" w="3797">
                  <a:moveTo>
                    <a:pt x="3336" y="1"/>
                  </a:moveTo>
                  <a:lnTo>
                    <a:pt x="3260" y="52"/>
                  </a:lnTo>
                  <a:lnTo>
                    <a:pt x="3196" y="346"/>
                  </a:lnTo>
                  <a:lnTo>
                    <a:pt x="3081" y="384"/>
                  </a:lnTo>
                  <a:lnTo>
                    <a:pt x="3017" y="410"/>
                  </a:lnTo>
                  <a:lnTo>
                    <a:pt x="2991" y="410"/>
                  </a:lnTo>
                  <a:lnTo>
                    <a:pt x="2978" y="397"/>
                  </a:lnTo>
                  <a:lnTo>
                    <a:pt x="2978" y="231"/>
                  </a:lnTo>
                  <a:lnTo>
                    <a:pt x="2851" y="243"/>
                  </a:lnTo>
                  <a:lnTo>
                    <a:pt x="2774" y="448"/>
                  </a:lnTo>
                  <a:lnTo>
                    <a:pt x="2978" y="640"/>
                  </a:lnTo>
                  <a:lnTo>
                    <a:pt x="2902" y="844"/>
                  </a:lnTo>
                  <a:lnTo>
                    <a:pt x="2672" y="780"/>
                  </a:lnTo>
                  <a:lnTo>
                    <a:pt x="2620" y="882"/>
                  </a:lnTo>
                  <a:lnTo>
                    <a:pt x="2582" y="997"/>
                  </a:lnTo>
                  <a:lnTo>
                    <a:pt x="2275" y="844"/>
                  </a:lnTo>
                  <a:lnTo>
                    <a:pt x="2275" y="1164"/>
                  </a:lnTo>
                  <a:lnTo>
                    <a:pt x="2186" y="1228"/>
                  </a:lnTo>
                  <a:lnTo>
                    <a:pt x="1943" y="1215"/>
                  </a:lnTo>
                  <a:lnTo>
                    <a:pt x="1866" y="1445"/>
                  </a:lnTo>
                  <a:lnTo>
                    <a:pt x="1419" y="1675"/>
                  </a:lnTo>
                  <a:lnTo>
                    <a:pt x="1419" y="1675"/>
                  </a:lnTo>
                  <a:lnTo>
                    <a:pt x="1598" y="1470"/>
                  </a:lnTo>
                  <a:lnTo>
                    <a:pt x="1534" y="1228"/>
                  </a:lnTo>
                  <a:lnTo>
                    <a:pt x="1330" y="1125"/>
                  </a:lnTo>
                  <a:lnTo>
                    <a:pt x="1279" y="1074"/>
                  </a:lnTo>
                  <a:lnTo>
                    <a:pt x="1176" y="1049"/>
                  </a:lnTo>
                  <a:lnTo>
                    <a:pt x="1125" y="1138"/>
                  </a:lnTo>
                  <a:lnTo>
                    <a:pt x="1061" y="1215"/>
                  </a:lnTo>
                  <a:lnTo>
                    <a:pt x="844" y="1240"/>
                  </a:lnTo>
                  <a:lnTo>
                    <a:pt x="793" y="1509"/>
                  </a:lnTo>
                  <a:lnTo>
                    <a:pt x="333" y="1624"/>
                  </a:lnTo>
                  <a:lnTo>
                    <a:pt x="128" y="1752"/>
                  </a:lnTo>
                  <a:lnTo>
                    <a:pt x="141" y="1892"/>
                  </a:lnTo>
                  <a:lnTo>
                    <a:pt x="103" y="2250"/>
                  </a:lnTo>
                  <a:lnTo>
                    <a:pt x="0" y="2327"/>
                  </a:lnTo>
                  <a:lnTo>
                    <a:pt x="0" y="2454"/>
                  </a:lnTo>
                  <a:lnTo>
                    <a:pt x="205" y="2531"/>
                  </a:lnTo>
                  <a:lnTo>
                    <a:pt x="230" y="2480"/>
                  </a:lnTo>
                  <a:lnTo>
                    <a:pt x="256" y="2391"/>
                  </a:lnTo>
                  <a:lnTo>
                    <a:pt x="256" y="2250"/>
                  </a:lnTo>
                  <a:lnTo>
                    <a:pt x="371" y="2161"/>
                  </a:lnTo>
                  <a:lnTo>
                    <a:pt x="409" y="1994"/>
                  </a:lnTo>
                  <a:lnTo>
                    <a:pt x="550" y="1828"/>
                  </a:lnTo>
                  <a:lnTo>
                    <a:pt x="652" y="1841"/>
                  </a:lnTo>
                  <a:lnTo>
                    <a:pt x="691" y="2109"/>
                  </a:lnTo>
                  <a:lnTo>
                    <a:pt x="703" y="2122"/>
                  </a:lnTo>
                  <a:lnTo>
                    <a:pt x="716" y="2109"/>
                  </a:lnTo>
                  <a:lnTo>
                    <a:pt x="755" y="2097"/>
                  </a:lnTo>
                  <a:lnTo>
                    <a:pt x="818" y="2071"/>
                  </a:lnTo>
                  <a:lnTo>
                    <a:pt x="921" y="1867"/>
                  </a:lnTo>
                  <a:lnTo>
                    <a:pt x="946" y="2045"/>
                  </a:lnTo>
                  <a:lnTo>
                    <a:pt x="1074" y="2045"/>
                  </a:lnTo>
                  <a:lnTo>
                    <a:pt x="1227" y="2148"/>
                  </a:lnTo>
                  <a:lnTo>
                    <a:pt x="1189" y="1994"/>
                  </a:lnTo>
                  <a:lnTo>
                    <a:pt x="1291" y="1905"/>
                  </a:lnTo>
                  <a:lnTo>
                    <a:pt x="1266" y="1777"/>
                  </a:lnTo>
                  <a:lnTo>
                    <a:pt x="1342" y="1739"/>
                  </a:lnTo>
                  <a:lnTo>
                    <a:pt x="1483" y="1905"/>
                  </a:lnTo>
                  <a:lnTo>
                    <a:pt x="1764" y="2097"/>
                  </a:lnTo>
                  <a:lnTo>
                    <a:pt x="1841" y="2250"/>
                  </a:lnTo>
                  <a:lnTo>
                    <a:pt x="1662" y="2391"/>
                  </a:lnTo>
                  <a:lnTo>
                    <a:pt x="1662" y="2582"/>
                  </a:lnTo>
                  <a:lnTo>
                    <a:pt x="1726" y="2685"/>
                  </a:lnTo>
                  <a:lnTo>
                    <a:pt x="1751" y="3004"/>
                  </a:lnTo>
                  <a:lnTo>
                    <a:pt x="2096" y="3247"/>
                  </a:lnTo>
                  <a:lnTo>
                    <a:pt x="2544" y="3375"/>
                  </a:lnTo>
                  <a:lnTo>
                    <a:pt x="2659" y="3234"/>
                  </a:lnTo>
                  <a:lnTo>
                    <a:pt x="2710" y="3336"/>
                  </a:lnTo>
                  <a:lnTo>
                    <a:pt x="2659" y="3451"/>
                  </a:lnTo>
                  <a:lnTo>
                    <a:pt x="2723" y="3515"/>
                  </a:lnTo>
                  <a:lnTo>
                    <a:pt x="2774" y="3643"/>
                  </a:lnTo>
                  <a:lnTo>
                    <a:pt x="3093" y="3234"/>
                  </a:lnTo>
                  <a:lnTo>
                    <a:pt x="2978" y="2889"/>
                  </a:lnTo>
                  <a:lnTo>
                    <a:pt x="2825" y="2787"/>
                  </a:lnTo>
                  <a:lnTo>
                    <a:pt x="2799" y="2672"/>
                  </a:lnTo>
                  <a:lnTo>
                    <a:pt x="3017" y="2301"/>
                  </a:lnTo>
                  <a:lnTo>
                    <a:pt x="2991" y="2391"/>
                  </a:lnTo>
                  <a:lnTo>
                    <a:pt x="3119" y="2569"/>
                  </a:lnTo>
                  <a:lnTo>
                    <a:pt x="3183" y="2493"/>
                  </a:lnTo>
                  <a:lnTo>
                    <a:pt x="3017" y="2263"/>
                  </a:lnTo>
                  <a:lnTo>
                    <a:pt x="3119" y="2186"/>
                  </a:lnTo>
                  <a:lnTo>
                    <a:pt x="3272" y="2327"/>
                  </a:lnTo>
                  <a:lnTo>
                    <a:pt x="3298" y="2518"/>
                  </a:lnTo>
                  <a:lnTo>
                    <a:pt x="3375" y="2582"/>
                  </a:lnTo>
                  <a:lnTo>
                    <a:pt x="3362" y="2966"/>
                  </a:lnTo>
                  <a:lnTo>
                    <a:pt x="3477" y="3081"/>
                  </a:lnTo>
                  <a:lnTo>
                    <a:pt x="3490" y="2646"/>
                  </a:lnTo>
                  <a:lnTo>
                    <a:pt x="3426" y="2646"/>
                  </a:lnTo>
                  <a:lnTo>
                    <a:pt x="3464" y="2582"/>
                  </a:lnTo>
                  <a:lnTo>
                    <a:pt x="3464" y="2493"/>
                  </a:lnTo>
                  <a:lnTo>
                    <a:pt x="3592" y="2493"/>
                  </a:lnTo>
                  <a:lnTo>
                    <a:pt x="3592" y="2429"/>
                  </a:lnTo>
                  <a:lnTo>
                    <a:pt x="3668" y="2378"/>
                  </a:lnTo>
                  <a:lnTo>
                    <a:pt x="3745" y="2327"/>
                  </a:lnTo>
                  <a:lnTo>
                    <a:pt x="3796" y="1905"/>
                  </a:lnTo>
                  <a:lnTo>
                    <a:pt x="3592" y="1752"/>
                  </a:lnTo>
                  <a:lnTo>
                    <a:pt x="3694" y="1496"/>
                  </a:lnTo>
                  <a:lnTo>
                    <a:pt x="3553" y="1381"/>
                  </a:lnTo>
                  <a:lnTo>
                    <a:pt x="3566" y="1215"/>
                  </a:lnTo>
                  <a:lnTo>
                    <a:pt x="3426" y="1215"/>
                  </a:lnTo>
                  <a:lnTo>
                    <a:pt x="3387" y="1125"/>
                  </a:lnTo>
                  <a:lnTo>
                    <a:pt x="3579" y="1023"/>
                  </a:lnTo>
                  <a:lnTo>
                    <a:pt x="3592" y="882"/>
                  </a:lnTo>
                  <a:lnTo>
                    <a:pt x="3464" y="831"/>
                  </a:lnTo>
                  <a:lnTo>
                    <a:pt x="3438" y="588"/>
                  </a:lnTo>
                  <a:lnTo>
                    <a:pt x="3349" y="665"/>
                  </a:lnTo>
                  <a:lnTo>
                    <a:pt x="3221" y="473"/>
                  </a:lnTo>
                  <a:lnTo>
                    <a:pt x="3247" y="180"/>
                  </a:lnTo>
                  <a:lnTo>
                    <a:pt x="3260" y="269"/>
                  </a:lnTo>
                  <a:lnTo>
                    <a:pt x="3464" y="218"/>
                  </a:lnTo>
                  <a:lnTo>
                    <a:pt x="3438" y="180"/>
                  </a:lnTo>
                  <a:lnTo>
                    <a:pt x="3400" y="116"/>
                  </a:lnTo>
                  <a:lnTo>
                    <a:pt x="333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8"/>
            <p:cNvSpPr/>
            <p:nvPr/>
          </p:nvSpPr>
          <p:spPr>
            <a:xfrm>
              <a:off x="6105725" y="2693075"/>
              <a:ext cx="18550" cy="9300"/>
            </a:xfrm>
            <a:custGeom>
              <a:rect b="b" l="l" r="r" t="t"/>
              <a:pathLst>
                <a:path extrusionOk="0" h="372" w="742">
                  <a:moveTo>
                    <a:pt x="383" y="1"/>
                  </a:moveTo>
                  <a:lnTo>
                    <a:pt x="128" y="103"/>
                  </a:lnTo>
                  <a:lnTo>
                    <a:pt x="0" y="269"/>
                  </a:lnTo>
                  <a:lnTo>
                    <a:pt x="153" y="372"/>
                  </a:lnTo>
                  <a:lnTo>
                    <a:pt x="460" y="308"/>
                  </a:lnTo>
                  <a:lnTo>
                    <a:pt x="665" y="193"/>
                  </a:lnTo>
                  <a:lnTo>
                    <a:pt x="741" y="90"/>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8"/>
            <p:cNvSpPr/>
            <p:nvPr/>
          </p:nvSpPr>
          <p:spPr>
            <a:xfrm>
              <a:off x="6104125" y="3534375"/>
              <a:ext cx="22375" cy="10250"/>
            </a:xfrm>
            <a:custGeom>
              <a:rect b="b" l="l" r="r" t="t"/>
              <a:pathLst>
                <a:path extrusionOk="0" h="410" w="895">
                  <a:moveTo>
                    <a:pt x="639" y="0"/>
                  </a:moveTo>
                  <a:lnTo>
                    <a:pt x="371" y="141"/>
                  </a:lnTo>
                  <a:lnTo>
                    <a:pt x="154" y="90"/>
                  </a:lnTo>
                  <a:lnTo>
                    <a:pt x="154" y="102"/>
                  </a:lnTo>
                  <a:lnTo>
                    <a:pt x="0" y="294"/>
                  </a:lnTo>
                  <a:lnTo>
                    <a:pt x="13" y="409"/>
                  </a:lnTo>
                  <a:lnTo>
                    <a:pt x="205" y="281"/>
                  </a:lnTo>
                  <a:lnTo>
                    <a:pt x="537" y="358"/>
                  </a:lnTo>
                  <a:lnTo>
                    <a:pt x="665" y="179"/>
                  </a:lnTo>
                  <a:lnTo>
                    <a:pt x="895" y="166"/>
                  </a:lnTo>
                  <a:lnTo>
                    <a:pt x="869" y="90"/>
                  </a:lnTo>
                  <a:lnTo>
                    <a:pt x="716" y="90"/>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8"/>
            <p:cNvSpPr/>
            <p:nvPr/>
          </p:nvSpPr>
          <p:spPr>
            <a:xfrm>
              <a:off x="6095175" y="3324125"/>
              <a:ext cx="2575" cy="5775"/>
            </a:xfrm>
            <a:custGeom>
              <a:rect b="b" l="l" r="r" t="t"/>
              <a:pathLst>
                <a:path extrusionOk="0" h="231" w="103">
                  <a:moveTo>
                    <a:pt x="77" y="1"/>
                  </a:moveTo>
                  <a:lnTo>
                    <a:pt x="0" y="90"/>
                  </a:lnTo>
                  <a:lnTo>
                    <a:pt x="51" y="231"/>
                  </a:lnTo>
                  <a:lnTo>
                    <a:pt x="103" y="179"/>
                  </a:lnTo>
                  <a:lnTo>
                    <a:pt x="103" y="90"/>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8"/>
            <p:cNvSpPr/>
            <p:nvPr/>
          </p:nvSpPr>
          <p:spPr>
            <a:xfrm>
              <a:off x="6252050" y="2676475"/>
              <a:ext cx="4175" cy="1925"/>
            </a:xfrm>
            <a:custGeom>
              <a:rect b="b" l="l" r="r" t="t"/>
              <a:pathLst>
                <a:path extrusionOk="0" h="77" w="167">
                  <a:moveTo>
                    <a:pt x="1" y="0"/>
                  </a:moveTo>
                  <a:lnTo>
                    <a:pt x="1" y="77"/>
                  </a:lnTo>
                  <a:lnTo>
                    <a:pt x="167" y="26"/>
                  </a:lnTo>
                  <a:lnTo>
                    <a:pt x="90" y="1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8"/>
            <p:cNvSpPr/>
            <p:nvPr/>
          </p:nvSpPr>
          <p:spPr>
            <a:xfrm>
              <a:off x="6229675" y="2675825"/>
              <a:ext cx="55000" cy="36125"/>
            </a:xfrm>
            <a:custGeom>
              <a:rect b="b" l="l" r="r" t="t"/>
              <a:pathLst>
                <a:path extrusionOk="0" h="1445" w="2200">
                  <a:moveTo>
                    <a:pt x="1624" y="1"/>
                  </a:moveTo>
                  <a:lnTo>
                    <a:pt x="1432" y="103"/>
                  </a:lnTo>
                  <a:lnTo>
                    <a:pt x="1381" y="90"/>
                  </a:lnTo>
                  <a:lnTo>
                    <a:pt x="1343" y="116"/>
                  </a:lnTo>
                  <a:lnTo>
                    <a:pt x="1368" y="192"/>
                  </a:lnTo>
                  <a:lnTo>
                    <a:pt x="1253" y="333"/>
                  </a:lnTo>
                  <a:lnTo>
                    <a:pt x="1100" y="295"/>
                  </a:lnTo>
                  <a:lnTo>
                    <a:pt x="959" y="359"/>
                  </a:lnTo>
                  <a:lnTo>
                    <a:pt x="908" y="256"/>
                  </a:lnTo>
                  <a:lnTo>
                    <a:pt x="793" y="141"/>
                  </a:lnTo>
                  <a:lnTo>
                    <a:pt x="781" y="205"/>
                  </a:lnTo>
                  <a:lnTo>
                    <a:pt x="691" y="269"/>
                  </a:lnTo>
                  <a:lnTo>
                    <a:pt x="589" y="499"/>
                  </a:lnTo>
                  <a:lnTo>
                    <a:pt x="1" y="780"/>
                  </a:lnTo>
                  <a:lnTo>
                    <a:pt x="142" y="806"/>
                  </a:lnTo>
                  <a:lnTo>
                    <a:pt x="282" y="716"/>
                  </a:lnTo>
                  <a:lnTo>
                    <a:pt x="359" y="755"/>
                  </a:lnTo>
                  <a:lnTo>
                    <a:pt x="333" y="870"/>
                  </a:lnTo>
                  <a:lnTo>
                    <a:pt x="461" y="908"/>
                  </a:lnTo>
                  <a:lnTo>
                    <a:pt x="487" y="959"/>
                  </a:lnTo>
                  <a:lnTo>
                    <a:pt x="372" y="1023"/>
                  </a:lnTo>
                  <a:lnTo>
                    <a:pt x="372" y="1202"/>
                  </a:lnTo>
                  <a:lnTo>
                    <a:pt x="538" y="1279"/>
                  </a:lnTo>
                  <a:lnTo>
                    <a:pt x="448" y="1355"/>
                  </a:lnTo>
                  <a:lnTo>
                    <a:pt x="461" y="1381"/>
                  </a:lnTo>
                  <a:lnTo>
                    <a:pt x="512" y="1381"/>
                  </a:lnTo>
                  <a:lnTo>
                    <a:pt x="589" y="1445"/>
                  </a:lnTo>
                  <a:lnTo>
                    <a:pt x="742" y="1419"/>
                  </a:lnTo>
                  <a:lnTo>
                    <a:pt x="729" y="1368"/>
                  </a:lnTo>
                  <a:lnTo>
                    <a:pt x="793" y="1330"/>
                  </a:lnTo>
                  <a:lnTo>
                    <a:pt x="806" y="1215"/>
                  </a:lnTo>
                  <a:lnTo>
                    <a:pt x="832" y="1215"/>
                  </a:lnTo>
                  <a:lnTo>
                    <a:pt x="883" y="1074"/>
                  </a:lnTo>
                  <a:lnTo>
                    <a:pt x="985" y="1074"/>
                  </a:lnTo>
                  <a:lnTo>
                    <a:pt x="1011" y="883"/>
                  </a:lnTo>
                  <a:lnTo>
                    <a:pt x="1151" y="870"/>
                  </a:lnTo>
                  <a:lnTo>
                    <a:pt x="1164" y="819"/>
                  </a:lnTo>
                  <a:lnTo>
                    <a:pt x="1381" y="768"/>
                  </a:lnTo>
                  <a:lnTo>
                    <a:pt x="1560" y="819"/>
                  </a:lnTo>
                  <a:lnTo>
                    <a:pt x="1675" y="1049"/>
                  </a:lnTo>
                  <a:lnTo>
                    <a:pt x="1739" y="1049"/>
                  </a:lnTo>
                  <a:lnTo>
                    <a:pt x="1867" y="729"/>
                  </a:lnTo>
                  <a:lnTo>
                    <a:pt x="2186" y="589"/>
                  </a:lnTo>
                  <a:lnTo>
                    <a:pt x="2148" y="538"/>
                  </a:lnTo>
                  <a:lnTo>
                    <a:pt x="2199" y="461"/>
                  </a:lnTo>
                  <a:lnTo>
                    <a:pt x="2110" y="371"/>
                  </a:lnTo>
                  <a:lnTo>
                    <a:pt x="2135" y="231"/>
                  </a:lnTo>
                  <a:lnTo>
                    <a:pt x="2097" y="180"/>
                  </a:lnTo>
                  <a:lnTo>
                    <a:pt x="1995" y="167"/>
                  </a:lnTo>
                  <a:lnTo>
                    <a:pt x="1867" y="129"/>
                  </a:lnTo>
                  <a:lnTo>
                    <a:pt x="1867" y="77"/>
                  </a:lnTo>
                  <a:lnTo>
                    <a:pt x="1777" y="1"/>
                  </a:lnTo>
                  <a:lnTo>
                    <a:pt x="1714" y="39"/>
                  </a:lnTo>
                  <a:lnTo>
                    <a:pt x="162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8"/>
            <p:cNvSpPr/>
            <p:nvPr/>
          </p:nvSpPr>
          <p:spPr>
            <a:xfrm>
              <a:off x="6299975" y="3413900"/>
              <a:ext cx="29750" cy="7075"/>
            </a:xfrm>
            <a:custGeom>
              <a:rect b="b" l="l" r="r" t="t"/>
              <a:pathLst>
                <a:path extrusionOk="0" h="283" w="1190">
                  <a:moveTo>
                    <a:pt x="1" y="1"/>
                  </a:moveTo>
                  <a:lnTo>
                    <a:pt x="52" y="90"/>
                  </a:lnTo>
                  <a:lnTo>
                    <a:pt x="231" y="90"/>
                  </a:lnTo>
                  <a:lnTo>
                    <a:pt x="691" y="282"/>
                  </a:lnTo>
                  <a:lnTo>
                    <a:pt x="998" y="244"/>
                  </a:lnTo>
                  <a:lnTo>
                    <a:pt x="1189" y="218"/>
                  </a:lnTo>
                  <a:lnTo>
                    <a:pt x="1189" y="141"/>
                  </a:lnTo>
                  <a:lnTo>
                    <a:pt x="1087" y="90"/>
                  </a:lnTo>
                  <a:lnTo>
                    <a:pt x="729" y="90"/>
                  </a:lnTo>
                  <a:lnTo>
                    <a:pt x="589" y="3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8"/>
            <p:cNvSpPr/>
            <p:nvPr/>
          </p:nvSpPr>
          <p:spPr>
            <a:xfrm>
              <a:off x="6275700" y="2671675"/>
              <a:ext cx="3850" cy="4175"/>
            </a:xfrm>
            <a:custGeom>
              <a:rect b="b" l="l" r="r" t="t"/>
              <a:pathLst>
                <a:path extrusionOk="0" h="167" w="154">
                  <a:moveTo>
                    <a:pt x="154" y="1"/>
                  </a:moveTo>
                  <a:lnTo>
                    <a:pt x="0" y="52"/>
                  </a:lnTo>
                  <a:lnTo>
                    <a:pt x="13" y="128"/>
                  </a:lnTo>
                  <a:lnTo>
                    <a:pt x="64" y="167"/>
                  </a:lnTo>
                  <a:lnTo>
                    <a:pt x="154" y="65"/>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8"/>
            <p:cNvSpPr/>
            <p:nvPr/>
          </p:nvSpPr>
          <p:spPr>
            <a:xfrm>
              <a:off x="6239600" y="2676150"/>
              <a:ext cx="4175" cy="4175"/>
            </a:xfrm>
            <a:custGeom>
              <a:rect b="b" l="l" r="r" t="t"/>
              <a:pathLst>
                <a:path extrusionOk="0" h="167" w="167">
                  <a:moveTo>
                    <a:pt x="51" y="1"/>
                  </a:moveTo>
                  <a:lnTo>
                    <a:pt x="0" y="64"/>
                  </a:lnTo>
                  <a:lnTo>
                    <a:pt x="51" y="103"/>
                  </a:lnTo>
                  <a:lnTo>
                    <a:pt x="64" y="167"/>
                  </a:lnTo>
                  <a:lnTo>
                    <a:pt x="166" y="116"/>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8"/>
            <p:cNvSpPr/>
            <p:nvPr/>
          </p:nvSpPr>
          <p:spPr>
            <a:xfrm>
              <a:off x="6132550" y="3394425"/>
              <a:ext cx="2900" cy="3850"/>
            </a:xfrm>
            <a:custGeom>
              <a:rect b="b" l="l" r="r" t="t"/>
              <a:pathLst>
                <a:path extrusionOk="0" h="154" w="116">
                  <a:moveTo>
                    <a:pt x="39" y="0"/>
                  </a:moveTo>
                  <a:lnTo>
                    <a:pt x="13" y="26"/>
                  </a:lnTo>
                  <a:lnTo>
                    <a:pt x="1" y="154"/>
                  </a:lnTo>
                  <a:lnTo>
                    <a:pt x="116" y="141"/>
                  </a:lnTo>
                  <a:lnTo>
                    <a:pt x="103" y="13"/>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8"/>
            <p:cNvSpPr/>
            <p:nvPr/>
          </p:nvSpPr>
          <p:spPr>
            <a:xfrm>
              <a:off x="6297750" y="3395375"/>
              <a:ext cx="21750" cy="11200"/>
            </a:xfrm>
            <a:custGeom>
              <a:rect b="b" l="l" r="r" t="t"/>
              <a:pathLst>
                <a:path extrusionOk="0" h="448" w="870">
                  <a:moveTo>
                    <a:pt x="0" y="1"/>
                  </a:moveTo>
                  <a:lnTo>
                    <a:pt x="217" y="167"/>
                  </a:lnTo>
                  <a:lnTo>
                    <a:pt x="307" y="128"/>
                  </a:lnTo>
                  <a:lnTo>
                    <a:pt x="371" y="410"/>
                  </a:lnTo>
                  <a:lnTo>
                    <a:pt x="626" y="448"/>
                  </a:lnTo>
                  <a:lnTo>
                    <a:pt x="869" y="358"/>
                  </a:lnTo>
                  <a:lnTo>
                    <a:pt x="767" y="282"/>
                  </a:lnTo>
                  <a:lnTo>
                    <a:pt x="652" y="295"/>
                  </a:lnTo>
                  <a:lnTo>
                    <a:pt x="435" y="1"/>
                  </a:lnTo>
                  <a:lnTo>
                    <a:pt x="333" y="52"/>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8"/>
            <p:cNvSpPr/>
            <p:nvPr/>
          </p:nvSpPr>
          <p:spPr>
            <a:xfrm>
              <a:off x="6286550" y="3399525"/>
              <a:ext cx="4200" cy="5475"/>
            </a:xfrm>
            <a:custGeom>
              <a:rect b="b" l="l" r="r" t="t"/>
              <a:pathLst>
                <a:path extrusionOk="0" h="219" w="168">
                  <a:moveTo>
                    <a:pt x="90" y="1"/>
                  </a:moveTo>
                  <a:lnTo>
                    <a:pt x="1" y="129"/>
                  </a:lnTo>
                  <a:lnTo>
                    <a:pt x="103" y="218"/>
                  </a:lnTo>
                  <a:lnTo>
                    <a:pt x="167" y="141"/>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8"/>
            <p:cNvSpPr/>
            <p:nvPr/>
          </p:nvSpPr>
          <p:spPr>
            <a:xfrm>
              <a:off x="6236075" y="2682550"/>
              <a:ext cx="4175" cy="2250"/>
            </a:xfrm>
            <a:custGeom>
              <a:rect b="b" l="l" r="r" t="t"/>
              <a:pathLst>
                <a:path extrusionOk="0" h="90" w="167">
                  <a:moveTo>
                    <a:pt x="52" y="0"/>
                  </a:moveTo>
                  <a:lnTo>
                    <a:pt x="1" y="77"/>
                  </a:lnTo>
                  <a:lnTo>
                    <a:pt x="90" y="90"/>
                  </a:lnTo>
                  <a:lnTo>
                    <a:pt x="167"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8"/>
            <p:cNvSpPr/>
            <p:nvPr/>
          </p:nvSpPr>
          <p:spPr>
            <a:xfrm>
              <a:off x="6275700" y="3227950"/>
              <a:ext cx="7050" cy="11850"/>
            </a:xfrm>
            <a:custGeom>
              <a:rect b="b" l="l" r="r" t="t"/>
              <a:pathLst>
                <a:path extrusionOk="0" h="474" w="282">
                  <a:moveTo>
                    <a:pt x="243" y="1"/>
                  </a:moveTo>
                  <a:lnTo>
                    <a:pt x="141" y="192"/>
                  </a:lnTo>
                  <a:lnTo>
                    <a:pt x="90" y="295"/>
                  </a:lnTo>
                  <a:lnTo>
                    <a:pt x="0" y="473"/>
                  </a:lnTo>
                  <a:lnTo>
                    <a:pt x="0" y="473"/>
                  </a:lnTo>
                  <a:lnTo>
                    <a:pt x="141" y="320"/>
                  </a:lnTo>
                  <a:lnTo>
                    <a:pt x="282" y="192"/>
                  </a:lnTo>
                  <a:lnTo>
                    <a:pt x="282" y="64"/>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8"/>
            <p:cNvSpPr/>
            <p:nvPr/>
          </p:nvSpPr>
          <p:spPr>
            <a:xfrm>
              <a:off x="6284650" y="2672325"/>
              <a:ext cx="7375" cy="9275"/>
            </a:xfrm>
            <a:custGeom>
              <a:rect b="b" l="l" r="r" t="t"/>
              <a:pathLst>
                <a:path extrusionOk="0" h="371" w="295">
                  <a:moveTo>
                    <a:pt x="243" y="0"/>
                  </a:moveTo>
                  <a:lnTo>
                    <a:pt x="0" y="243"/>
                  </a:lnTo>
                  <a:lnTo>
                    <a:pt x="0" y="307"/>
                  </a:lnTo>
                  <a:lnTo>
                    <a:pt x="26" y="371"/>
                  </a:lnTo>
                  <a:lnTo>
                    <a:pt x="179" y="307"/>
                  </a:lnTo>
                  <a:lnTo>
                    <a:pt x="179" y="154"/>
                  </a:lnTo>
                  <a:lnTo>
                    <a:pt x="294" y="39"/>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8"/>
            <p:cNvSpPr/>
            <p:nvPr/>
          </p:nvSpPr>
          <p:spPr>
            <a:xfrm>
              <a:off x="6199975" y="2751225"/>
              <a:ext cx="7375" cy="11225"/>
            </a:xfrm>
            <a:custGeom>
              <a:rect b="b" l="l" r="r" t="t"/>
              <a:pathLst>
                <a:path extrusionOk="0" h="449" w="295">
                  <a:moveTo>
                    <a:pt x="269" y="1"/>
                  </a:moveTo>
                  <a:lnTo>
                    <a:pt x="115" y="116"/>
                  </a:lnTo>
                  <a:lnTo>
                    <a:pt x="90" y="257"/>
                  </a:lnTo>
                  <a:lnTo>
                    <a:pt x="13" y="333"/>
                  </a:lnTo>
                  <a:lnTo>
                    <a:pt x="0" y="448"/>
                  </a:lnTo>
                  <a:lnTo>
                    <a:pt x="115" y="448"/>
                  </a:lnTo>
                  <a:lnTo>
                    <a:pt x="141" y="333"/>
                  </a:lnTo>
                  <a:lnTo>
                    <a:pt x="294" y="116"/>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8"/>
            <p:cNvSpPr/>
            <p:nvPr/>
          </p:nvSpPr>
          <p:spPr>
            <a:xfrm>
              <a:off x="6141500" y="3545550"/>
              <a:ext cx="14075" cy="4500"/>
            </a:xfrm>
            <a:custGeom>
              <a:rect b="b" l="l" r="r" t="t"/>
              <a:pathLst>
                <a:path extrusionOk="0" h="180" w="563">
                  <a:moveTo>
                    <a:pt x="167" y="0"/>
                  </a:moveTo>
                  <a:lnTo>
                    <a:pt x="0" y="103"/>
                  </a:lnTo>
                  <a:lnTo>
                    <a:pt x="141" y="64"/>
                  </a:lnTo>
                  <a:lnTo>
                    <a:pt x="486" y="179"/>
                  </a:lnTo>
                  <a:lnTo>
                    <a:pt x="563" y="103"/>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8"/>
            <p:cNvSpPr/>
            <p:nvPr/>
          </p:nvSpPr>
          <p:spPr>
            <a:xfrm>
              <a:off x="6196125" y="3381325"/>
              <a:ext cx="21450" cy="11200"/>
            </a:xfrm>
            <a:custGeom>
              <a:rect b="b" l="l" r="r" t="t"/>
              <a:pathLst>
                <a:path extrusionOk="0" h="448" w="858">
                  <a:moveTo>
                    <a:pt x="372" y="0"/>
                  </a:moveTo>
                  <a:lnTo>
                    <a:pt x="244" y="64"/>
                  </a:lnTo>
                  <a:lnTo>
                    <a:pt x="372" y="218"/>
                  </a:lnTo>
                  <a:lnTo>
                    <a:pt x="372" y="218"/>
                  </a:lnTo>
                  <a:lnTo>
                    <a:pt x="167" y="39"/>
                  </a:lnTo>
                  <a:lnTo>
                    <a:pt x="27" y="90"/>
                  </a:lnTo>
                  <a:lnTo>
                    <a:pt x="1" y="192"/>
                  </a:lnTo>
                  <a:lnTo>
                    <a:pt x="103" y="218"/>
                  </a:lnTo>
                  <a:lnTo>
                    <a:pt x="205" y="243"/>
                  </a:lnTo>
                  <a:lnTo>
                    <a:pt x="193" y="294"/>
                  </a:lnTo>
                  <a:lnTo>
                    <a:pt x="295" y="269"/>
                  </a:lnTo>
                  <a:lnTo>
                    <a:pt x="282" y="333"/>
                  </a:lnTo>
                  <a:lnTo>
                    <a:pt x="116" y="358"/>
                  </a:lnTo>
                  <a:lnTo>
                    <a:pt x="116" y="448"/>
                  </a:lnTo>
                  <a:lnTo>
                    <a:pt x="295" y="448"/>
                  </a:lnTo>
                  <a:lnTo>
                    <a:pt x="244" y="358"/>
                  </a:lnTo>
                  <a:lnTo>
                    <a:pt x="346" y="371"/>
                  </a:lnTo>
                  <a:lnTo>
                    <a:pt x="461" y="371"/>
                  </a:lnTo>
                  <a:lnTo>
                    <a:pt x="499" y="294"/>
                  </a:lnTo>
                  <a:lnTo>
                    <a:pt x="333" y="256"/>
                  </a:lnTo>
                  <a:lnTo>
                    <a:pt x="410" y="218"/>
                  </a:lnTo>
                  <a:lnTo>
                    <a:pt x="538" y="320"/>
                  </a:lnTo>
                  <a:lnTo>
                    <a:pt x="691" y="281"/>
                  </a:lnTo>
                  <a:lnTo>
                    <a:pt x="768" y="320"/>
                  </a:lnTo>
                  <a:lnTo>
                    <a:pt x="857" y="230"/>
                  </a:lnTo>
                  <a:lnTo>
                    <a:pt x="678" y="77"/>
                  </a:lnTo>
                  <a:lnTo>
                    <a:pt x="3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8"/>
            <p:cNvSpPr/>
            <p:nvPr/>
          </p:nvSpPr>
          <p:spPr>
            <a:xfrm>
              <a:off x="6131275" y="3386750"/>
              <a:ext cx="16325" cy="12800"/>
            </a:xfrm>
            <a:custGeom>
              <a:rect b="b" l="l" r="r" t="t"/>
              <a:pathLst>
                <a:path extrusionOk="0" h="512" w="653">
                  <a:moveTo>
                    <a:pt x="52" y="1"/>
                  </a:moveTo>
                  <a:lnTo>
                    <a:pt x="1" y="39"/>
                  </a:lnTo>
                  <a:lnTo>
                    <a:pt x="26" y="256"/>
                  </a:lnTo>
                  <a:lnTo>
                    <a:pt x="128" y="218"/>
                  </a:lnTo>
                  <a:lnTo>
                    <a:pt x="154" y="128"/>
                  </a:lnTo>
                  <a:lnTo>
                    <a:pt x="154" y="231"/>
                  </a:lnTo>
                  <a:lnTo>
                    <a:pt x="294" y="333"/>
                  </a:lnTo>
                  <a:lnTo>
                    <a:pt x="256" y="410"/>
                  </a:lnTo>
                  <a:lnTo>
                    <a:pt x="320" y="473"/>
                  </a:lnTo>
                  <a:lnTo>
                    <a:pt x="422" y="410"/>
                  </a:lnTo>
                  <a:lnTo>
                    <a:pt x="473" y="512"/>
                  </a:lnTo>
                  <a:lnTo>
                    <a:pt x="588" y="512"/>
                  </a:lnTo>
                  <a:lnTo>
                    <a:pt x="652" y="384"/>
                  </a:lnTo>
                  <a:lnTo>
                    <a:pt x="563" y="333"/>
                  </a:lnTo>
                  <a:lnTo>
                    <a:pt x="448" y="397"/>
                  </a:lnTo>
                  <a:lnTo>
                    <a:pt x="384" y="256"/>
                  </a:lnTo>
                  <a:lnTo>
                    <a:pt x="486" y="179"/>
                  </a:lnTo>
                  <a:lnTo>
                    <a:pt x="371" y="39"/>
                  </a:lnTo>
                  <a:lnTo>
                    <a:pt x="243" y="141"/>
                  </a:lnTo>
                  <a:lnTo>
                    <a:pt x="205" y="90"/>
                  </a:lnTo>
                  <a:lnTo>
                    <a:pt x="192" y="90"/>
                  </a:lnTo>
                  <a:lnTo>
                    <a:pt x="167" y="116"/>
                  </a:lnTo>
                  <a:lnTo>
                    <a:pt x="154" y="64"/>
                  </a:lnTo>
                  <a:lnTo>
                    <a:pt x="154" y="13"/>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8"/>
            <p:cNvSpPr/>
            <p:nvPr/>
          </p:nvSpPr>
          <p:spPr>
            <a:xfrm>
              <a:off x="6185275" y="3416150"/>
              <a:ext cx="14075" cy="7700"/>
            </a:xfrm>
            <a:custGeom>
              <a:rect b="b" l="l" r="r" t="t"/>
              <a:pathLst>
                <a:path extrusionOk="0" h="308" w="563">
                  <a:moveTo>
                    <a:pt x="448" y="0"/>
                  </a:moveTo>
                  <a:lnTo>
                    <a:pt x="346" y="26"/>
                  </a:lnTo>
                  <a:lnTo>
                    <a:pt x="179" y="26"/>
                  </a:lnTo>
                  <a:lnTo>
                    <a:pt x="0" y="166"/>
                  </a:lnTo>
                  <a:lnTo>
                    <a:pt x="26" y="218"/>
                  </a:lnTo>
                  <a:lnTo>
                    <a:pt x="358" y="307"/>
                  </a:lnTo>
                  <a:lnTo>
                    <a:pt x="435" y="256"/>
                  </a:lnTo>
                  <a:lnTo>
                    <a:pt x="499" y="230"/>
                  </a:lnTo>
                  <a:lnTo>
                    <a:pt x="473" y="154"/>
                  </a:lnTo>
                  <a:lnTo>
                    <a:pt x="563" y="115"/>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8"/>
            <p:cNvSpPr/>
            <p:nvPr/>
          </p:nvSpPr>
          <p:spPr>
            <a:xfrm>
              <a:off x="6191350" y="2758275"/>
              <a:ext cx="6100" cy="6400"/>
            </a:xfrm>
            <a:custGeom>
              <a:rect b="b" l="l" r="r" t="t"/>
              <a:pathLst>
                <a:path extrusionOk="0" h="256" w="244">
                  <a:moveTo>
                    <a:pt x="115" y="0"/>
                  </a:moveTo>
                  <a:lnTo>
                    <a:pt x="0" y="51"/>
                  </a:lnTo>
                  <a:lnTo>
                    <a:pt x="13" y="217"/>
                  </a:lnTo>
                  <a:lnTo>
                    <a:pt x="128" y="256"/>
                  </a:lnTo>
                  <a:lnTo>
                    <a:pt x="243" y="141"/>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8"/>
            <p:cNvSpPr/>
            <p:nvPr/>
          </p:nvSpPr>
          <p:spPr>
            <a:xfrm>
              <a:off x="6205400" y="3545550"/>
              <a:ext cx="8650" cy="5450"/>
            </a:xfrm>
            <a:custGeom>
              <a:rect b="b" l="l" r="r" t="t"/>
              <a:pathLst>
                <a:path extrusionOk="0" h="218" w="346">
                  <a:moveTo>
                    <a:pt x="205" y="0"/>
                  </a:moveTo>
                  <a:lnTo>
                    <a:pt x="1" y="218"/>
                  </a:lnTo>
                  <a:lnTo>
                    <a:pt x="346" y="52"/>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8"/>
            <p:cNvSpPr/>
            <p:nvPr/>
          </p:nvSpPr>
          <p:spPr>
            <a:xfrm>
              <a:off x="6213700" y="3461825"/>
              <a:ext cx="4500" cy="4825"/>
            </a:xfrm>
            <a:custGeom>
              <a:rect b="b" l="l" r="r" t="t"/>
              <a:pathLst>
                <a:path extrusionOk="0" h="193" w="180">
                  <a:moveTo>
                    <a:pt x="1" y="1"/>
                  </a:moveTo>
                  <a:lnTo>
                    <a:pt x="1" y="78"/>
                  </a:lnTo>
                  <a:lnTo>
                    <a:pt x="154" y="193"/>
                  </a:lnTo>
                  <a:lnTo>
                    <a:pt x="180" y="12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8"/>
            <p:cNvSpPr/>
            <p:nvPr/>
          </p:nvSpPr>
          <p:spPr>
            <a:xfrm>
              <a:off x="4127275" y="2569750"/>
              <a:ext cx="8325" cy="11525"/>
            </a:xfrm>
            <a:custGeom>
              <a:rect b="b" l="l" r="r" t="t"/>
              <a:pathLst>
                <a:path extrusionOk="0" h="461" w="333">
                  <a:moveTo>
                    <a:pt x="51" y="1"/>
                  </a:moveTo>
                  <a:lnTo>
                    <a:pt x="13" y="64"/>
                  </a:lnTo>
                  <a:lnTo>
                    <a:pt x="0" y="103"/>
                  </a:lnTo>
                  <a:lnTo>
                    <a:pt x="0" y="141"/>
                  </a:lnTo>
                  <a:lnTo>
                    <a:pt x="26" y="154"/>
                  </a:lnTo>
                  <a:lnTo>
                    <a:pt x="115" y="154"/>
                  </a:lnTo>
                  <a:lnTo>
                    <a:pt x="115" y="180"/>
                  </a:lnTo>
                  <a:lnTo>
                    <a:pt x="128" y="218"/>
                  </a:lnTo>
                  <a:lnTo>
                    <a:pt x="128" y="282"/>
                  </a:lnTo>
                  <a:lnTo>
                    <a:pt x="141" y="397"/>
                  </a:lnTo>
                  <a:lnTo>
                    <a:pt x="141" y="422"/>
                  </a:lnTo>
                  <a:lnTo>
                    <a:pt x="154" y="448"/>
                  </a:lnTo>
                  <a:lnTo>
                    <a:pt x="166" y="461"/>
                  </a:lnTo>
                  <a:lnTo>
                    <a:pt x="192" y="461"/>
                  </a:lnTo>
                  <a:lnTo>
                    <a:pt x="230" y="448"/>
                  </a:lnTo>
                  <a:lnTo>
                    <a:pt x="307" y="435"/>
                  </a:lnTo>
                  <a:lnTo>
                    <a:pt x="320" y="422"/>
                  </a:lnTo>
                  <a:lnTo>
                    <a:pt x="333" y="384"/>
                  </a:lnTo>
                  <a:lnTo>
                    <a:pt x="320" y="320"/>
                  </a:lnTo>
                  <a:lnTo>
                    <a:pt x="307" y="256"/>
                  </a:lnTo>
                  <a:lnTo>
                    <a:pt x="307" y="192"/>
                  </a:lnTo>
                  <a:lnTo>
                    <a:pt x="307" y="128"/>
                  </a:lnTo>
                  <a:lnTo>
                    <a:pt x="307" y="64"/>
                  </a:lnTo>
                  <a:lnTo>
                    <a:pt x="281" y="52"/>
                  </a:lnTo>
                  <a:lnTo>
                    <a:pt x="243" y="52"/>
                  </a:lnTo>
                  <a:lnTo>
                    <a:pt x="166" y="26"/>
                  </a:lnTo>
                  <a:lnTo>
                    <a:pt x="102" y="13"/>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8"/>
            <p:cNvSpPr/>
            <p:nvPr/>
          </p:nvSpPr>
          <p:spPr>
            <a:xfrm>
              <a:off x="4024375" y="2502025"/>
              <a:ext cx="126250" cy="136450"/>
            </a:xfrm>
            <a:custGeom>
              <a:rect b="b" l="l" r="r" t="t"/>
              <a:pathLst>
                <a:path extrusionOk="0" h="5458" w="5050">
                  <a:moveTo>
                    <a:pt x="4461" y="0"/>
                  </a:moveTo>
                  <a:lnTo>
                    <a:pt x="4385" y="77"/>
                  </a:lnTo>
                  <a:lnTo>
                    <a:pt x="4500" y="230"/>
                  </a:lnTo>
                  <a:lnTo>
                    <a:pt x="4218" y="396"/>
                  </a:lnTo>
                  <a:lnTo>
                    <a:pt x="3950" y="230"/>
                  </a:lnTo>
                  <a:lnTo>
                    <a:pt x="3643" y="192"/>
                  </a:lnTo>
                  <a:lnTo>
                    <a:pt x="3375" y="115"/>
                  </a:lnTo>
                  <a:lnTo>
                    <a:pt x="3145" y="179"/>
                  </a:lnTo>
                  <a:lnTo>
                    <a:pt x="3004" y="77"/>
                  </a:lnTo>
                  <a:lnTo>
                    <a:pt x="2774" y="230"/>
                  </a:lnTo>
                  <a:lnTo>
                    <a:pt x="2365" y="396"/>
                  </a:lnTo>
                  <a:lnTo>
                    <a:pt x="2007" y="345"/>
                  </a:lnTo>
                  <a:lnTo>
                    <a:pt x="1828" y="665"/>
                  </a:lnTo>
                  <a:lnTo>
                    <a:pt x="1816" y="677"/>
                  </a:lnTo>
                  <a:lnTo>
                    <a:pt x="1381" y="767"/>
                  </a:lnTo>
                  <a:lnTo>
                    <a:pt x="1062" y="1023"/>
                  </a:lnTo>
                  <a:lnTo>
                    <a:pt x="1062" y="1035"/>
                  </a:lnTo>
                  <a:lnTo>
                    <a:pt x="717" y="1189"/>
                  </a:lnTo>
                  <a:lnTo>
                    <a:pt x="832" y="1483"/>
                  </a:lnTo>
                  <a:lnTo>
                    <a:pt x="819" y="1508"/>
                  </a:lnTo>
                  <a:lnTo>
                    <a:pt x="538" y="1930"/>
                  </a:lnTo>
                  <a:lnTo>
                    <a:pt x="525" y="1930"/>
                  </a:lnTo>
                  <a:lnTo>
                    <a:pt x="346" y="2007"/>
                  </a:lnTo>
                  <a:lnTo>
                    <a:pt x="371" y="2122"/>
                  </a:lnTo>
                  <a:lnTo>
                    <a:pt x="371" y="2134"/>
                  </a:lnTo>
                  <a:lnTo>
                    <a:pt x="282" y="2339"/>
                  </a:lnTo>
                  <a:lnTo>
                    <a:pt x="256" y="2352"/>
                  </a:lnTo>
                  <a:lnTo>
                    <a:pt x="1" y="2377"/>
                  </a:lnTo>
                  <a:lnTo>
                    <a:pt x="52" y="2403"/>
                  </a:lnTo>
                  <a:lnTo>
                    <a:pt x="90" y="2416"/>
                  </a:lnTo>
                  <a:lnTo>
                    <a:pt x="116" y="2441"/>
                  </a:lnTo>
                  <a:lnTo>
                    <a:pt x="180" y="2480"/>
                  </a:lnTo>
                  <a:lnTo>
                    <a:pt x="231" y="2531"/>
                  </a:lnTo>
                  <a:lnTo>
                    <a:pt x="244" y="2582"/>
                  </a:lnTo>
                  <a:lnTo>
                    <a:pt x="256" y="2620"/>
                  </a:lnTo>
                  <a:lnTo>
                    <a:pt x="282" y="2646"/>
                  </a:lnTo>
                  <a:lnTo>
                    <a:pt x="308" y="2658"/>
                  </a:lnTo>
                  <a:lnTo>
                    <a:pt x="371" y="2684"/>
                  </a:lnTo>
                  <a:lnTo>
                    <a:pt x="397" y="2684"/>
                  </a:lnTo>
                  <a:lnTo>
                    <a:pt x="410" y="2710"/>
                  </a:lnTo>
                  <a:lnTo>
                    <a:pt x="461" y="2773"/>
                  </a:lnTo>
                  <a:lnTo>
                    <a:pt x="499" y="2812"/>
                  </a:lnTo>
                  <a:lnTo>
                    <a:pt x="550" y="2850"/>
                  </a:lnTo>
                  <a:lnTo>
                    <a:pt x="589" y="2876"/>
                  </a:lnTo>
                  <a:lnTo>
                    <a:pt x="640" y="2914"/>
                  </a:lnTo>
                  <a:lnTo>
                    <a:pt x="665" y="2965"/>
                  </a:lnTo>
                  <a:lnTo>
                    <a:pt x="704" y="3016"/>
                  </a:lnTo>
                  <a:lnTo>
                    <a:pt x="717" y="3029"/>
                  </a:lnTo>
                  <a:lnTo>
                    <a:pt x="755" y="3042"/>
                  </a:lnTo>
                  <a:lnTo>
                    <a:pt x="768" y="3042"/>
                  </a:lnTo>
                  <a:lnTo>
                    <a:pt x="780" y="3016"/>
                  </a:lnTo>
                  <a:lnTo>
                    <a:pt x="780" y="3004"/>
                  </a:lnTo>
                  <a:lnTo>
                    <a:pt x="780" y="2978"/>
                  </a:lnTo>
                  <a:lnTo>
                    <a:pt x="806" y="2965"/>
                  </a:lnTo>
                  <a:lnTo>
                    <a:pt x="832" y="2965"/>
                  </a:lnTo>
                  <a:lnTo>
                    <a:pt x="895" y="2978"/>
                  </a:lnTo>
                  <a:lnTo>
                    <a:pt x="947" y="3004"/>
                  </a:lnTo>
                  <a:lnTo>
                    <a:pt x="1011" y="3029"/>
                  </a:lnTo>
                  <a:lnTo>
                    <a:pt x="1036" y="3042"/>
                  </a:lnTo>
                  <a:lnTo>
                    <a:pt x="1049" y="3055"/>
                  </a:lnTo>
                  <a:lnTo>
                    <a:pt x="1049" y="3067"/>
                  </a:lnTo>
                  <a:lnTo>
                    <a:pt x="1049" y="3106"/>
                  </a:lnTo>
                  <a:lnTo>
                    <a:pt x="1049" y="3131"/>
                  </a:lnTo>
                  <a:lnTo>
                    <a:pt x="1011" y="3131"/>
                  </a:lnTo>
                  <a:lnTo>
                    <a:pt x="985" y="3119"/>
                  </a:lnTo>
                  <a:lnTo>
                    <a:pt x="921" y="3093"/>
                  </a:lnTo>
                  <a:lnTo>
                    <a:pt x="844" y="3093"/>
                  </a:lnTo>
                  <a:lnTo>
                    <a:pt x="819" y="3106"/>
                  </a:lnTo>
                  <a:lnTo>
                    <a:pt x="819" y="3131"/>
                  </a:lnTo>
                  <a:lnTo>
                    <a:pt x="819" y="3170"/>
                  </a:lnTo>
                  <a:lnTo>
                    <a:pt x="832" y="3208"/>
                  </a:lnTo>
                  <a:lnTo>
                    <a:pt x="844" y="3234"/>
                  </a:lnTo>
                  <a:lnTo>
                    <a:pt x="857" y="3246"/>
                  </a:lnTo>
                  <a:lnTo>
                    <a:pt x="947" y="3246"/>
                  </a:lnTo>
                  <a:lnTo>
                    <a:pt x="959" y="3272"/>
                  </a:lnTo>
                  <a:lnTo>
                    <a:pt x="972" y="3298"/>
                  </a:lnTo>
                  <a:lnTo>
                    <a:pt x="1011" y="3387"/>
                  </a:lnTo>
                  <a:lnTo>
                    <a:pt x="1023" y="3451"/>
                  </a:lnTo>
                  <a:lnTo>
                    <a:pt x="1062" y="3528"/>
                  </a:lnTo>
                  <a:lnTo>
                    <a:pt x="1087" y="3566"/>
                  </a:lnTo>
                  <a:lnTo>
                    <a:pt x="1087" y="3604"/>
                  </a:lnTo>
                  <a:lnTo>
                    <a:pt x="1228" y="3604"/>
                  </a:lnTo>
                  <a:lnTo>
                    <a:pt x="1241" y="3591"/>
                  </a:lnTo>
                  <a:lnTo>
                    <a:pt x="1266" y="3591"/>
                  </a:lnTo>
                  <a:lnTo>
                    <a:pt x="1279" y="3604"/>
                  </a:lnTo>
                  <a:lnTo>
                    <a:pt x="1292" y="3643"/>
                  </a:lnTo>
                  <a:lnTo>
                    <a:pt x="1292" y="3694"/>
                  </a:lnTo>
                  <a:lnTo>
                    <a:pt x="1343" y="3694"/>
                  </a:lnTo>
                  <a:lnTo>
                    <a:pt x="1407" y="3681"/>
                  </a:lnTo>
                  <a:lnTo>
                    <a:pt x="1522" y="3668"/>
                  </a:lnTo>
                  <a:lnTo>
                    <a:pt x="1943" y="3604"/>
                  </a:lnTo>
                  <a:lnTo>
                    <a:pt x="2020" y="3604"/>
                  </a:lnTo>
                  <a:lnTo>
                    <a:pt x="2084" y="3579"/>
                  </a:lnTo>
                  <a:lnTo>
                    <a:pt x="2084" y="3528"/>
                  </a:lnTo>
                  <a:lnTo>
                    <a:pt x="2097" y="3502"/>
                  </a:lnTo>
                  <a:lnTo>
                    <a:pt x="2110" y="3489"/>
                  </a:lnTo>
                  <a:lnTo>
                    <a:pt x="2135" y="3489"/>
                  </a:lnTo>
                  <a:lnTo>
                    <a:pt x="2161" y="3502"/>
                  </a:lnTo>
                  <a:lnTo>
                    <a:pt x="2199" y="3553"/>
                  </a:lnTo>
                  <a:lnTo>
                    <a:pt x="2212" y="3579"/>
                  </a:lnTo>
                  <a:lnTo>
                    <a:pt x="2225" y="3591"/>
                  </a:lnTo>
                  <a:lnTo>
                    <a:pt x="2314" y="3591"/>
                  </a:lnTo>
                  <a:lnTo>
                    <a:pt x="2327" y="3566"/>
                  </a:lnTo>
                  <a:lnTo>
                    <a:pt x="2327" y="3540"/>
                  </a:lnTo>
                  <a:lnTo>
                    <a:pt x="2327" y="3515"/>
                  </a:lnTo>
                  <a:lnTo>
                    <a:pt x="2340" y="3489"/>
                  </a:lnTo>
                  <a:lnTo>
                    <a:pt x="2365" y="3476"/>
                  </a:lnTo>
                  <a:lnTo>
                    <a:pt x="2404" y="3476"/>
                  </a:lnTo>
                  <a:lnTo>
                    <a:pt x="2416" y="3489"/>
                  </a:lnTo>
                  <a:lnTo>
                    <a:pt x="2429" y="3502"/>
                  </a:lnTo>
                  <a:lnTo>
                    <a:pt x="2429" y="3528"/>
                  </a:lnTo>
                  <a:lnTo>
                    <a:pt x="2442" y="3566"/>
                  </a:lnTo>
                  <a:lnTo>
                    <a:pt x="2442" y="3591"/>
                  </a:lnTo>
                  <a:lnTo>
                    <a:pt x="2467" y="3604"/>
                  </a:lnTo>
                  <a:lnTo>
                    <a:pt x="2493" y="3604"/>
                  </a:lnTo>
                  <a:lnTo>
                    <a:pt x="2544" y="3591"/>
                  </a:lnTo>
                  <a:lnTo>
                    <a:pt x="2621" y="3566"/>
                  </a:lnTo>
                  <a:lnTo>
                    <a:pt x="2659" y="3553"/>
                  </a:lnTo>
                  <a:lnTo>
                    <a:pt x="2698" y="3566"/>
                  </a:lnTo>
                  <a:lnTo>
                    <a:pt x="2710" y="3591"/>
                  </a:lnTo>
                  <a:lnTo>
                    <a:pt x="2723" y="3630"/>
                  </a:lnTo>
                  <a:lnTo>
                    <a:pt x="2749" y="3694"/>
                  </a:lnTo>
                  <a:lnTo>
                    <a:pt x="2761" y="3719"/>
                  </a:lnTo>
                  <a:lnTo>
                    <a:pt x="2723" y="3732"/>
                  </a:lnTo>
                  <a:lnTo>
                    <a:pt x="2685" y="3732"/>
                  </a:lnTo>
                  <a:lnTo>
                    <a:pt x="2646" y="3745"/>
                  </a:lnTo>
                  <a:lnTo>
                    <a:pt x="2621" y="3758"/>
                  </a:lnTo>
                  <a:lnTo>
                    <a:pt x="2608" y="3796"/>
                  </a:lnTo>
                  <a:lnTo>
                    <a:pt x="2621" y="3822"/>
                  </a:lnTo>
                  <a:lnTo>
                    <a:pt x="2608" y="3847"/>
                  </a:lnTo>
                  <a:lnTo>
                    <a:pt x="2583" y="3873"/>
                  </a:lnTo>
                  <a:lnTo>
                    <a:pt x="2493" y="3873"/>
                  </a:lnTo>
                  <a:lnTo>
                    <a:pt x="2391" y="3834"/>
                  </a:lnTo>
                  <a:lnTo>
                    <a:pt x="2289" y="3822"/>
                  </a:lnTo>
                  <a:lnTo>
                    <a:pt x="2186" y="3796"/>
                  </a:lnTo>
                  <a:lnTo>
                    <a:pt x="2071" y="3770"/>
                  </a:lnTo>
                  <a:lnTo>
                    <a:pt x="1969" y="3732"/>
                  </a:lnTo>
                  <a:lnTo>
                    <a:pt x="1880" y="3719"/>
                  </a:lnTo>
                  <a:lnTo>
                    <a:pt x="1726" y="3719"/>
                  </a:lnTo>
                  <a:lnTo>
                    <a:pt x="1688" y="3732"/>
                  </a:lnTo>
                  <a:lnTo>
                    <a:pt x="1662" y="3770"/>
                  </a:lnTo>
                  <a:lnTo>
                    <a:pt x="1611" y="3834"/>
                  </a:lnTo>
                  <a:lnTo>
                    <a:pt x="1586" y="3860"/>
                  </a:lnTo>
                  <a:lnTo>
                    <a:pt x="1547" y="3873"/>
                  </a:lnTo>
                  <a:lnTo>
                    <a:pt x="1471" y="3885"/>
                  </a:lnTo>
                  <a:lnTo>
                    <a:pt x="1381" y="3873"/>
                  </a:lnTo>
                  <a:lnTo>
                    <a:pt x="1368" y="3834"/>
                  </a:lnTo>
                  <a:lnTo>
                    <a:pt x="1330" y="3860"/>
                  </a:lnTo>
                  <a:lnTo>
                    <a:pt x="1317" y="3885"/>
                  </a:lnTo>
                  <a:lnTo>
                    <a:pt x="1292" y="3911"/>
                  </a:lnTo>
                  <a:lnTo>
                    <a:pt x="1292" y="3937"/>
                  </a:lnTo>
                  <a:lnTo>
                    <a:pt x="1266" y="3988"/>
                  </a:lnTo>
                  <a:lnTo>
                    <a:pt x="1228" y="4039"/>
                  </a:lnTo>
                  <a:lnTo>
                    <a:pt x="1189" y="4064"/>
                  </a:lnTo>
                  <a:lnTo>
                    <a:pt x="1177" y="4090"/>
                  </a:lnTo>
                  <a:lnTo>
                    <a:pt x="1164" y="4103"/>
                  </a:lnTo>
                  <a:lnTo>
                    <a:pt x="1177" y="4154"/>
                  </a:lnTo>
                  <a:lnTo>
                    <a:pt x="1202" y="4192"/>
                  </a:lnTo>
                  <a:lnTo>
                    <a:pt x="1241" y="4218"/>
                  </a:lnTo>
                  <a:lnTo>
                    <a:pt x="1292" y="4230"/>
                  </a:lnTo>
                  <a:lnTo>
                    <a:pt x="1304" y="4243"/>
                  </a:lnTo>
                  <a:lnTo>
                    <a:pt x="1317" y="4256"/>
                  </a:lnTo>
                  <a:lnTo>
                    <a:pt x="1317" y="4320"/>
                  </a:lnTo>
                  <a:lnTo>
                    <a:pt x="1317" y="4371"/>
                  </a:lnTo>
                  <a:lnTo>
                    <a:pt x="1330" y="4409"/>
                  </a:lnTo>
                  <a:lnTo>
                    <a:pt x="1445" y="4422"/>
                  </a:lnTo>
                  <a:lnTo>
                    <a:pt x="1560" y="4448"/>
                  </a:lnTo>
                  <a:lnTo>
                    <a:pt x="1624" y="4486"/>
                  </a:lnTo>
                  <a:lnTo>
                    <a:pt x="1675" y="4550"/>
                  </a:lnTo>
                  <a:lnTo>
                    <a:pt x="1701" y="4601"/>
                  </a:lnTo>
                  <a:lnTo>
                    <a:pt x="1739" y="4665"/>
                  </a:lnTo>
                  <a:lnTo>
                    <a:pt x="1739" y="4729"/>
                  </a:lnTo>
                  <a:lnTo>
                    <a:pt x="1739" y="4754"/>
                  </a:lnTo>
                  <a:lnTo>
                    <a:pt x="1713" y="4780"/>
                  </a:lnTo>
                  <a:lnTo>
                    <a:pt x="1688" y="4806"/>
                  </a:lnTo>
                  <a:lnTo>
                    <a:pt x="1688" y="4831"/>
                  </a:lnTo>
                  <a:lnTo>
                    <a:pt x="1701" y="4870"/>
                  </a:lnTo>
                  <a:lnTo>
                    <a:pt x="1713" y="4908"/>
                  </a:lnTo>
                  <a:lnTo>
                    <a:pt x="1726" y="4933"/>
                  </a:lnTo>
                  <a:lnTo>
                    <a:pt x="1752" y="4959"/>
                  </a:lnTo>
                  <a:lnTo>
                    <a:pt x="1777" y="4972"/>
                  </a:lnTo>
                  <a:lnTo>
                    <a:pt x="1803" y="4985"/>
                  </a:lnTo>
                  <a:lnTo>
                    <a:pt x="1816" y="4997"/>
                  </a:lnTo>
                  <a:lnTo>
                    <a:pt x="1828" y="5023"/>
                  </a:lnTo>
                  <a:lnTo>
                    <a:pt x="1828" y="5036"/>
                  </a:lnTo>
                  <a:lnTo>
                    <a:pt x="1816" y="5061"/>
                  </a:lnTo>
                  <a:lnTo>
                    <a:pt x="1816" y="5087"/>
                  </a:lnTo>
                  <a:lnTo>
                    <a:pt x="1816" y="5100"/>
                  </a:lnTo>
                  <a:lnTo>
                    <a:pt x="1828" y="5125"/>
                  </a:lnTo>
                  <a:lnTo>
                    <a:pt x="1841" y="5151"/>
                  </a:lnTo>
                  <a:lnTo>
                    <a:pt x="1867" y="5189"/>
                  </a:lnTo>
                  <a:lnTo>
                    <a:pt x="1892" y="5202"/>
                  </a:lnTo>
                  <a:lnTo>
                    <a:pt x="1931" y="5215"/>
                  </a:lnTo>
                  <a:lnTo>
                    <a:pt x="2007" y="5215"/>
                  </a:lnTo>
                  <a:lnTo>
                    <a:pt x="2046" y="5189"/>
                  </a:lnTo>
                  <a:lnTo>
                    <a:pt x="2046" y="5163"/>
                  </a:lnTo>
                  <a:lnTo>
                    <a:pt x="2033" y="5138"/>
                  </a:lnTo>
                  <a:lnTo>
                    <a:pt x="2020" y="5112"/>
                  </a:lnTo>
                  <a:lnTo>
                    <a:pt x="1995" y="5087"/>
                  </a:lnTo>
                  <a:lnTo>
                    <a:pt x="1995" y="5048"/>
                  </a:lnTo>
                  <a:lnTo>
                    <a:pt x="1995" y="4985"/>
                  </a:lnTo>
                  <a:lnTo>
                    <a:pt x="2007" y="4921"/>
                  </a:lnTo>
                  <a:lnTo>
                    <a:pt x="2033" y="4895"/>
                  </a:lnTo>
                  <a:lnTo>
                    <a:pt x="2046" y="4870"/>
                  </a:lnTo>
                  <a:lnTo>
                    <a:pt x="2084" y="4844"/>
                  </a:lnTo>
                  <a:lnTo>
                    <a:pt x="2135" y="4844"/>
                  </a:lnTo>
                  <a:lnTo>
                    <a:pt x="2148" y="4857"/>
                  </a:lnTo>
                  <a:lnTo>
                    <a:pt x="2148" y="4882"/>
                  </a:lnTo>
                  <a:lnTo>
                    <a:pt x="2161" y="4921"/>
                  </a:lnTo>
                  <a:lnTo>
                    <a:pt x="2161" y="4959"/>
                  </a:lnTo>
                  <a:lnTo>
                    <a:pt x="2174" y="4997"/>
                  </a:lnTo>
                  <a:lnTo>
                    <a:pt x="2225" y="5010"/>
                  </a:lnTo>
                  <a:lnTo>
                    <a:pt x="2276" y="5023"/>
                  </a:lnTo>
                  <a:lnTo>
                    <a:pt x="2327" y="5061"/>
                  </a:lnTo>
                  <a:lnTo>
                    <a:pt x="2352" y="5087"/>
                  </a:lnTo>
                  <a:lnTo>
                    <a:pt x="2365" y="5112"/>
                  </a:lnTo>
                  <a:lnTo>
                    <a:pt x="2378" y="5176"/>
                  </a:lnTo>
                  <a:lnTo>
                    <a:pt x="2404" y="5253"/>
                  </a:lnTo>
                  <a:lnTo>
                    <a:pt x="2404" y="5291"/>
                  </a:lnTo>
                  <a:lnTo>
                    <a:pt x="2391" y="5317"/>
                  </a:lnTo>
                  <a:lnTo>
                    <a:pt x="2378" y="5394"/>
                  </a:lnTo>
                  <a:lnTo>
                    <a:pt x="2391" y="5406"/>
                  </a:lnTo>
                  <a:lnTo>
                    <a:pt x="2404" y="5432"/>
                  </a:lnTo>
                  <a:lnTo>
                    <a:pt x="2455" y="5457"/>
                  </a:lnTo>
                  <a:lnTo>
                    <a:pt x="2506" y="5457"/>
                  </a:lnTo>
                  <a:lnTo>
                    <a:pt x="2557" y="5445"/>
                  </a:lnTo>
                  <a:lnTo>
                    <a:pt x="2557" y="5381"/>
                  </a:lnTo>
                  <a:lnTo>
                    <a:pt x="2557" y="5317"/>
                  </a:lnTo>
                  <a:lnTo>
                    <a:pt x="2557" y="5227"/>
                  </a:lnTo>
                  <a:lnTo>
                    <a:pt x="2557" y="5189"/>
                  </a:lnTo>
                  <a:lnTo>
                    <a:pt x="2557" y="5138"/>
                  </a:lnTo>
                  <a:lnTo>
                    <a:pt x="2570" y="5112"/>
                  </a:lnTo>
                  <a:lnTo>
                    <a:pt x="2595" y="5087"/>
                  </a:lnTo>
                  <a:lnTo>
                    <a:pt x="2634" y="5061"/>
                  </a:lnTo>
                  <a:lnTo>
                    <a:pt x="2672" y="5061"/>
                  </a:lnTo>
                  <a:lnTo>
                    <a:pt x="2685" y="5087"/>
                  </a:lnTo>
                  <a:lnTo>
                    <a:pt x="2698" y="5125"/>
                  </a:lnTo>
                  <a:lnTo>
                    <a:pt x="2710" y="5151"/>
                  </a:lnTo>
                  <a:lnTo>
                    <a:pt x="2723" y="5176"/>
                  </a:lnTo>
                  <a:lnTo>
                    <a:pt x="2761" y="5189"/>
                  </a:lnTo>
                  <a:lnTo>
                    <a:pt x="2813" y="5189"/>
                  </a:lnTo>
                  <a:lnTo>
                    <a:pt x="2902" y="5227"/>
                  </a:lnTo>
                  <a:lnTo>
                    <a:pt x="2953" y="5253"/>
                  </a:lnTo>
                  <a:lnTo>
                    <a:pt x="3004" y="5278"/>
                  </a:lnTo>
                  <a:lnTo>
                    <a:pt x="3055" y="5304"/>
                  </a:lnTo>
                  <a:lnTo>
                    <a:pt x="3068" y="5291"/>
                  </a:lnTo>
                  <a:lnTo>
                    <a:pt x="3081" y="5266"/>
                  </a:lnTo>
                  <a:lnTo>
                    <a:pt x="3068" y="5240"/>
                  </a:lnTo>
                  <a:lnTo>
                    <a:pt x="3055" y="5227"/>
                  </a:lnTo>
                  <a:lnTo>
                    <a:pt x="3004" y="5189"/>
                  </a:lnTo>
                  <a:lnTo>
                    <a:pt x="2966" y="5138"/>
                  </a:lnTo>
                  <a:lnTo>
                    <a:pt x="2953" y="5125"/>
                  </a:lnTo>
                  <a:lnTo>
                    <a:pt x="2953" y="5112"/>
                  </a:lnTo>
                  <a:lnTo>
                    <a:pt x="2953" y="5087"/>
                  </a:lnTo>
                  <a:lnTo>
                    <a:pt x="2966" y="5074"/>
                  </a:lnTo>
                  <a:lnTo>
                    <a:pt x="2966" y="5036"/>
                  </a:lnTo>
                  <a:lnTo>
                    <a:pt x="2966" y="4985"/>
                  </a:lnTo>
                  <a:lnTo>
                    <a:pt x="2940" y="4933"/>
                  </a:lnTo>
                  <a:lnTo>
                    <a:pt x="2889" y="4882"/>
                  </a:lnTo>
                  <a:lnTo>
                    <a:pt x="2864" y="4857"/>
                  </a:lnTo>
                  <a:lnTo>
                    <a:pt x="2838" y="4818"/>
                  </a:lnTo>
                  <a:lnTo>
                    <a:pt x="2787" y="4742"/>
                  </a:lnTo>
                  <a:lnTo>
                    <a:pt x="2723" y="4652"/>
                  </a:lnTo>
                  <a:lnTo>
                    <a:pt x="2698" y="4601"/>
                  </a:lnTo>
                  <a:lnTo>
                    <a:pt x="2672" y="4550"/>
                  </a:lnTo>
                  <a:lnTo>
                    <a:pt x="2634" y="4461"/>
                  </a:lnTo>
                  <a:lnTo>
                    <a:pt x="2595" y="4409"/>
                  </a:lnTo>
                  <a:lnTo>
                    <a:pt x="2570" y="4397"/>
                  </a:lnTo>
                  <a:lnTo>
                    <a:pt x="2544" y="4384"/>
                  </a:lnTo>
                  <a:lnTo>
                    <a:pt x="2544" y="4346"/>
                  </a:lnTo>
                  <a:lnTo>
                    <a:pt x="2544" y="4320"/>
                  </a:lnTo>
                  <a:lnTo>
                    <a:pt x="2557" y="4294"/>
                  </a:lnTo>
                  <a:lnTo>
                    <a:pt x="2595" y="4282"/>
                  </a:lnTo>
                  <a:lnTo>
                    <a:pt x="2672" y="4269"/>
                  </a:lnTo>
                  <a:lnTo>
                    <a:pt x="2723" y="4282"/>
                  </a:lnTo>
                  <a:lnTo>
                    <a:pt x="2774" y="4307"/>
                  </a:lnTo>
                  <a:lnTo>
                    <a:pt x="2825" y="4333"/>
                  </a:lnTo>
                  <a:lnTo>
                    <a:pt x="2876" y="4358"/>
                  </a:lnTo>
                  <a:lnTo>
                    <a:pt x="2902" y="4384"/>
                  </a:lnTo>
                  <a:lnTo>
                    <a:pt x="2928" y="4409"/>
                  </a:lnTo>
                  <a:lnTo>
                    <a:pt x="2928" y="4422"/>
                  </a:lnTo>
                  <a:lnTo>
                    <a:pt x="2915" y="4448"/>
                  </a:lnTo>
                  <a:lnTo>
                    <a:pt x="2915" y="4461"/>
                  </a:lnTo>
                  <a:lnTo>
                    <a:pt x="2940" y="4486"/>
                  </a:lnTo>
                  <a:lnTo>
                    <a:pt x="2966" y="4499"/>
                  </a:lnTo>
                  <a:lnTo>
                    <a:pt x="3004" y="4499"/>
                  </a:lnTo>
                  <a:lnTo>
                    <a:pt x="3030" y="4435"/>
                  </a:lnTo>
                  <a:lnTo>
                    <a:pt x="3055" y="4409"/>
                  </a:lnTo>
                  <a:lnTo>
                    <a:pt x="3081" y="4384"/>
                  </a:lnTo>
                  <a:lnTo>
                    <a:pt x="3119" y="4384"/>
                  </a:lnTo>
                  <a:lnTo>
                    <a:pt x="3132" y="4371"/>
                  </a:lnTo>
                  <a:lnTo>
                    <a:pt x="3132" y="4346"/>
                  </a:lnTo>
                  <a:lnTo>
                    <a:pt x="3132" y="4320"/>
                  </a:lnTo>
                  <a:lnTo>
                    <a:pt x="3055" y="4320"/>
                  </a:lnTo>
                  <a:lnTo>
                    <a:pt x="3030" y="4307"/>
                  </a:lnTo>
                  <a:lnTo>
                    <a:pt x="3030" y="4282"/>
                  </a:lnTo>
                  <a:lnTo>
                    <a:pt x="3030" y="4256"/>
                  </a:lnTo>
                  <a:lnTo>
                    <a:pt x="3017" y="4230"/>
                  </a:lnTo>
                  <a:lnTo>
                    <a:pt x="3004" y="4218"/>
                  </a:lnTo>
                  <a:lnTo>
                    <a:pt x="2915" y="4218"/>
                  </a:lnTo>
                  <a:lnTo>
                    <a:pt x="2902" y="4179"/>
                  </a:lnTo>
                  <a:lnTo>
                    <a:pt x="2889" y="4154"/>
                  </a:lnTo>
                  <a:lnTo>
                    <a:pt x="2876" y="4115"/>
                  </a:lnTo>
                  <a:lnTo>
                    <a:pt x="2851" y="4077"/>
                  </a:lnTo>
                  <a:lnTo>
                    <a:pt x="2838" y="4052"/>
                  </a:lnTo>
                  <a:lnTo>
                    <a:pt x="2813" y="4039"/>
                  </a:lnTo>
                  <a:lnTo>
                    <a:pt x="2787" y="4026"/>
                  </a:lnTo>
                  <a:lnTo>
                    <a:pt x="2761" y="4026"/>
                  </a:lnTo>
                  <a:lnTo>
                    <a:pt x="2749" y="4013"/>
                  </a:lnTo>
                  <a:lnTo>
                    <a:pt x="2749" y="3975"/>
                  </a:lnTo>
                  <a:lnTo>
                    <a:pt x="2749" y="3937"/>
                  </a:lnTo>
                  <a:lnTo>
                    <a:pt x="2761" y="3898"/>
                  </a:lnTo>
                  <a:lnTo>
                    <a:pt x="2787" y="3873"/>
                  </a:lnTo>
                  <a:lnTo>
                    <a:pt x="2864" y="3860"/>
                  </a:lnTo>
                  <a:lnTo>
                    <a:pt x="2889" y="3860"/>
                  </a:lnTo>
                  <a:lnTo>
                    <a:pt x="2928" y="3834"/>
                  </a:lnTo>
                  <a:lnTo>
                    <a:pt x="2992" y="3783"/>
                  </a:lnTo>
                  <a:lnTo>
                    <a:pt x="3068" y="3732"/>
                  </a:lnTo>
                  <a:lnTo>
                    <a:pt x="3145" y="3694"/>
                  </a:lnTo>
                  <a:lnTo>
                    <a:pt x="3170" y="3694"/>
                  </a:lnTo>
                  <a:lnTo>
                    <a:pt x="3209" y="3706"/>
                  </a:lnTo>
                  <a:lnTo>
                    <a:pt x="3247" y="3745"/>
                  </a:lnTo>
                  <a:lnTo>
                    <a:pt x="3298" y="3770"/>
                  </a:lnTo>
                  <a:lnTo>
                    <a:pt x="3362" y="3783"/>
                  </a:lnTo>
                  <a:lnTo>
                    <a:pt x="3426" y="3822"/>
                  </a:lnTo>
                  <a:lnTo>
                    <a:pt x="3477" y="3873"/>
                  </a:lnTo>
                  <a:lnTo>
                    <a:pt x="3516" y="3924"/>
                  </a:lnTo>
                  <a:lnTo>
                    <a:pt x="3528" y="3937"/>
                  </a:lnTo>
                  <a:lnTo>
                    <a:pt x="3541" y="3962"/>
                  </a:lnTo>
                  <a:lnTo>
                    <a:pt x="3567" y="3962"/>
                  </a:lnTo>
                  <a:lnTo>
                    <a:pt x="3592" y="3949"/>
                  </a:lnTo>
                  <a:lnTo>
                    <a:pt x="3631" y="3911"/>
                  </a:lnTo>
                  <a:lnTo>
                    <a:pt x="3631" y="3885"/>
                  </a:lnTo>
                  <a:lnTo>
                    <a:pt x="3631" y="3860"/>
                  </a:lnTo>
                  <a:lnTo>
                    <a:pt x="3605" y="3847"/>
                  </a:lnTo>
                  <a:lnTo>
                    <a:pt x="3541" y="3809"/>
                  </a:lnTo>
                  <a:lnTo>
                    <a:pt x="3490" y="3770"/>
                  </a:lnTo>
                  <a:lnTo>
                    <a:pt x="3452" y="3719"/>
                  </a:lnTo>
                  <a:lnTo>
                    <a:pt x="3439" y="3668"/>
                  </a:lnTo>
                  <a:lnTo>
                    <a:pt x="3426" y="3591"/>
                  </a:lnTo>
                  <a:lnTo>
                    <a:pt x="3439" y="3553"/>
                  </a:lnTo>
                  <a:lnTo>
                    <a:pt x="3452" y="3528"/>
                  </a:lnTo>
                  <a:lnTo>
                    <a:pt x="3477" y="3502"/>
                  </a:lnTo>
                  <a:lnTo>
                    <a:pt x="3464" y="3464"/>
                  </a:lnTo>
                  <a:lnTo>
                    <a:pt x="3439" y="3425"/>
                  </a:lnTo>
                  <a:lnTo>
                    <a:pt x="3400" y="3413"/>
                  </a:lnTo>
                  <a:lnTo>
                    <a:pt x="3337" y="3400"/>
                  </a:lnTo>
                  <a:lnTo>
                    <a:pt x="3273" y="3374"/>
                  </a:lnTo>
                  <a:lnTo>
                    <a:pt x="3170" y="3310"/>
                  </a:lnTo>
                  <a:lnTo>
                    <a:pt x="3196" y="3272"/>
                  </a:lnTo>
                  <a:lnTo>
                    <a:pt x="3324" y="3259"/>
                  </a:lnTo>
                  <a:lnTo>
                    <a:pt x="3388" y="3259"/>
                  </a:lnTo>
                  <a:lnTo>
                    <a:pt x="3452" y="3285"/>
                  </a:lnTo>
                  <a:lnTo>
                    <a:pt x="3528" y="3361"/>
                  </a:lnTo>
                  <a:lnTo>
                    <a:pt x="3592" y="3438"/>
                  </a:lnTo>
                  <a:lnTo>
                    <a:pt x="3631" y="3502"/>
                  </a:lnTo>
                  <a:lnTo>
                    <a:pt x="3669" y="3566"/>
                  </a:lnTo>
                  <a:lnTo>
                    <a:pt x="3720" y="3617"/>
                  </a:lnTo>
                  <a:lnTo>
                    <a:pt x="3746" y="3630"/>
                  </a:lnTo>
                  <a:lnTo>
                    <a:pt x="3771" y="3630"/>
                  </a:lnTo>
                  <a:lnTo>
                    <a:pt x="3809" y="3617"/>
                  </a:lnTo>
                  <a:lnTo>
                    <a:pt x="3848" y="3604"/>
                  </a:lnTo>
                  <a:lnTo>
                    <a:pt x="3873" y="3579"/>
                  </a:lnTo>
                  <a:lnTo>
                    <a:pt x="3873" y="3540"/>
                  </a:lnTo>
                  <a:lnTo>
                    <a:pt x="3873" y="3476"/>
                  </a:lnTo>
                  <a:lnTo>
                    <a:pt x="3873" y="3413"/>
                  </a:lnTo>
                  <a:lnTo>
                    <a:pt x="3797" y="3413"/>
                  </a:lnTo>
                  <a:lnTo>
                    <a:pt x="3758" y="3400"/>
                  </a:lnTo>
                  <a:lnTo>
                    <a:pt x="3720" y="3387"/>
                  </a:lnTo>
                  <a:lnTo>
                    <a:pt x="3694" y="3361"/>
                  </a:lnTo>
                  <a:lnTo>
                    <a:pt x="3669" y="3336"/>
                  </a:lnTo>
                  <a:lnTo>
                    <a:pt x="3631" y="3259"/>
                  </a:lnTo>
                  <a:lnTo>
                    <a:pt x="3579" y="3195"/>
                  </a:lnTo>
                  <a:lnTo>
                    <a:pt x="3503" y="3144"/>
                  </a:lnTo>
                  <a:lnTo>
                    <a:pt x="3426" y="3080"/>
                  </a:lnTo>
                  <a:lnTo>
                    <a:pt x="3388" y="3042"/>
                  </a:lnTo>
                  <a:lnTo>
                    <a:pt x="3349" y="3029"/>
                  </a:lnTo>
                  <a:lnTo>
                    <a:pt x="3298" y="3016"/>
                  </a:lnTo>
                  <a:lnTo>
                    <a:pt x="3260" y="3029"/>
                  </a:lnTo>
                  <a:lnTo>
                    <a:pt x="3170" y="3029"/>
                  </a:lnTo>
                  <a:lnTo>
                    <a:pt x="3119" y="3004"/>
                  </a:lnTo>
                  <a:lnTo>
                    <a:pt x="3068" y="2978"/>
                  </a:lnTo>
                  <a:lnTo>
                    <a:pt x="2966" y="2914"/>
                  </a:lnTo>
                  <a:lnTo>
                    <a:pt x="2889" y="2863"/>
                  </a:lnTo>
                  <a:lnTo>
                    <a:pt x="2838" y="2799"/>
                  </a:lnTo>
                  <a:lnTo>
                    <a:pt x="2800" y="2748"/>
                  </a:lnTo>
                  <a:lnTo>
                    <a:pt x="2774" y="2722"/>
                  </a:lnTo>
                  <a:lnTo>
                    <a:pt x="2761" y="2710"/>
                  </a:lnTo>
                  <a:lnTo>
                    <a:pt x="2698" y="2722"/>
                  </a:lnTo>
                  <a:lnTo>
                    <a:pt x="2659" y="2748"/>
                  </a:lnTo>
                  <a:lnTo>
                    <a:pt x="2634" y="2773"/>
                  </a:lnTo>
                  <a:lnTo>
                    <a:pt x="2570" y="2850"/>
                  </a:lnTo>
                  <a:lnTo>
                    <a:pt x="2531" y="2876"/>
                  </a:lnTo>
                  <a:lnTo>
                    <a:pt x="2519" y="2889"/>
                  </a:lnTo>
                  <a:lnTo>
                    <a:pt x="2519" y="2914"/>
                  </a:lnTo>
                  <a:lnTo>
                    <a:pt x="2519" y="2927"/>
                  </a:lnTo>
                  <a:lnTo>
                    <a:pt x="2531" y="2952"/>
                  </a:lnTo>
                  <a:lnTo>
                    <a:pt x="2570" y="2965"/>
                  </a:lnTo>
                  <a:lnTo>
                    <a:pt x="2608" y="2952"/>
                  </a:lnTo>
                  <a:lnTo>
                    <a:pt x="2659" y="2940"/>
                  </a:lnTo>
                  <a:lnTo>
                    <a:pt x="2698" y="2965"/>
                  </a:lnTo>
                  <a:lnTo>
                    <a:pt x="2749" y="2991"/>
                  </a:lnTo>
                  <a:lnTo>
                    <a:pt x="2851" y="3055"/>
                  </a:lnTo>
                  <a:lnTo>
                    <a:pt x="2953" y="3093"/>
                  </a:lnTo>
                  <a:lnTo>
                    <a:pt x="3017" y="3106"/>
                  </a:lnTo>
                  <a:lnTo>
                    <a:pt x="3081" y="3119"/>
                  </a:lnTo>
                  <a:lnTo>
                    <a:pt x="3094" y="3144"/>
                  </a:lnTo>
                  <a:lnTo>
                    <a:pt x="3107" y="3182"/>
                  </a:lnTo>
                  <a:lnTo>
                    <a:pt x="3119" y="3221"/>
                  </a:lnTo>
                  <a:lnTo>
                    <a:pt x="3132" y="3246"/>
                  </a:lnTo>
                  <a:lnTo>
                    <a:pt x="3107" y="3272"/>
                  </a:lnTo>
                  <a:lnTo>
                    <a:pt x="3043" y="3285"/>
                  </a:lnTo>
                  <a:lnTo>
                    <a:pt x="2979" y="3298"/>
                  </a:lnTo>
                  <a:lnTo>
                    <a:pt x="2940" y="3285"/>
                  </a:lnTo>
                  <a:lnTo>
                    <a:pt x="2915" y="3246"/>
                  </a:lnTo>
                  <a:lnTo>
                    <a:pt x="2889" y="3208"/>
                  </a:lnTo>
                  <a:lnTo>
                    <a:pt x="2851" y="3157"/>
                  </a:lnTo>
                  <a:lnTo>
                    <a:pt x="2825" y="3144"/>
                  </a:lnTo>
                  <a:lnTo>
                    <a:pt x="2659" y="3144"/>
                  </a:lnTo>
                  <a:lnTo>
                    <a:pt x="2634" y="3131"/>
                  </a:lnTo>
                  <a:lnTo>
                    <a:pt x="2583" y="3093"/>
                  </a:lnTo>
                  <a:lnTo>
                    <a:pt x="2557" y="3080"/>
                  </a:lnTo>
                  <a:lnTo>
                    <a:pt x="2531" y="3067"/>
                  </a:lnTo>
                  <a:lnTo>
                    <a:pt x="2506" y="3067"/>
                  </a:lnTo>
                  <a:lnTo>
                    <a:pt x="2416" y="3055"/>
                  </a:lnTo>
                  <a:lnTo>
                    <a:pt x="2250" y="3055"/>
                  </a:lnTo>
                  <a:lnTo>
                    <a:pt x="2237" y="3042"/>
                  </a:lnTo>
                  <a:lnTo>
                    <a:pt x="2212" y="3016"/>
                  </a:lnTo>
                  <a:lnTo>
                    <a:pt x="2199" y="2978"/>
                  </a:lnTo>
                  <a:lnTo>
                    <a:pt x="2199" y="2965"/>
                  </a:lnTo>
                  <a:lnTo>
                    <a:pt x="2212" y="2952"/>
                  </a:lnTo>
                  <a:lnTo>
                    <a:pt x="2250" y="2927"/>
                  </a:lnTo>
                  <a:lnTo>
                    <a:pt x="2314" y="2914"/>
                  </a:lnTo>
                  <a:lnTo>
                    <a:pt x="2352" y="2889"/>
                  </a:lnTo>
                  <a:lnTo>
                    <a:pt x="2404" y="2850"/>
                  </a:lnTo>
                  <a:lnTo>
                    <a:pt x="2429" y="2825"/>
                  </a:lnTo>
                  <a:lnTo>
                    <a:pt x="2455" y="2799"/>
                  </a:lnTo>
                  <a:lnTo>
                    <a:pt x="2442" y="2761"/>
                  </a:lnTo>
                  <a:lnTo>
                    <a:pt x="2416" y="2735"/>
                  </a:lnTo>
                  <a:lnTo>
                    <a:pt x="2391" y="2697"/>
                  </a:lnTo>
                  <a:lnTo>
                    <a:pt x="2378" y="2646"/>
                  </a:lnTo>
                  <a:lnTo>
                    <a:pt x="2352" y="2633"/>
                  </a:lnTo>
                  <a:lnTo>
                    <a:pt x="2327" y="2633"/>
                  </a:lnTo>
                  <a:lnTo>
                    <a:pt x="2276" y="2620"/>
                  </a:lnTo>
                  <a:lnTo>
                    <a:pt x="2250" y="2595"/>
                  </a:lnTo>
                  <a:lnTo>
                    <a:pt x="2237" y="2569"/>
                  </a:lnTo>
                  <a:lnTo>
                    <a:pt x="2225" y="2518"/>
                  </a:lnTo>
                  <a:lnTo>
                    <a:pt x="2212" y="2492"/>
                  </a:lnTo>
                  <a:lnTo>
                    <a:pt x="2212" y="2467"/>
                  </a:lnTo>
                  <a:lnTo>
                    <a:pt x="2225" y="2454"/>
                  </a:lnTo>
                  <a:lnTo>
                    <a:pt x="2237" y="2441"/>
                  </a:lnTo>
                  <a:lnTo>
                    <a:pt x="2276" y="2441"/>
                  </a:lnTo>
                  <a:lnTo>
                    <a:pt x="2404" y="2428"/>
                  </a:lnTo>
                  <a:lnTo>
                    <a:pt x="2455" y="2441"/>
                  </a:lnTo>
                  <a:lnTo>
                    <a:pt x="2506" y="2454"/>
                  </a:lnTo>
                  <a:lnTo>
                    <a:pt x="2544" y="2480"/>
                  </a:lnTo>
                  <a:lnTo>
                    <a:pt x="2583" y="2518"/>
                  </a:lnTo>
                  <a:lnTo>
                    <a:pt x="2595" y="2556"/>
                  </a:lnTo>
                  <a:lnTo>
                    <a:pt x="2570" y="2569"/>
                  </a:lnTo>
                  <a:lnTo>
                    <a:pt x="2531" y="2569"/>
                  </a:lnTo>
                  <a:lnTo>
                    <a:pt x="2544" y="2607"/>
                  </a:lnTo>
                  <a:lnTo>
                    <a:pt x="2570" y="2633"/>
                  </a:lnTo>
                  <a:lnTo>
                    <a:pt x="2672" y="2633"/>
                  </a:lnTo>
                  <a:lnTo>
                    <a:pt x="2685" y="2607"/>
                  </a:lnTo>
                  <a:lnTo>
                    <a:pt x="2685" y="2582"/>
                  </a:lnTo>
                  <a:lnTo>
                    <a:pt x="2723" y="2518"/>
                  </a:lnTo>
                  <a:lnTo>
                    <a:pt x="2723" y="2492"/>
                  </a:lnTo>
                  <a:lnTo>
                    <a:pt x="2710" y="2480"/>
                  </a:lnTo>
                  <a:lnTo>
                    <a:pt x="2659" y="2441"/>
                  </a:lnTo>
                  <a:lnTo>
                    <a:pt x="2608" y="2403"/>
                  </a:lnTo>
                  <a:lnTo>
                    <a:pt x="2570" y="2365"/>
                  </a:lnTo>
                  <a:lnTo>
                    <a:pt x="2506" y="2262"/>
                  </a:lnTo>
                  <a:lnTo>
                    <a:pt x="2480" y="2237"/>
                  </a:lnTo>
                  <a:lnTo>
                    <a:pt x="2442" y="2224"/>
                  </a:lnTo>
                  <a:lnTo>
                    <a:pt x="2378" y="2198"/>
                  </a:lnTo>
                  <a:lnTo>
                    <a:pt x="2327" y="2173"/>
                  </a:lnTo>
                  <a:lnTo>
                    <a:pt x="2314" y="2160"/>
                  </a:lnTo>
                  <a:lnTo>
                    <a:pt x="2301" y="2134"/>
                  </a:lnTo>
                  <a:lnTo>
                    <a:pt x="2289" y="2083"/>
                  </a:lnTo>
                  <a:lnTo>
                    <a:pt x="2276" y="2058"/>
                  </a:lnTo>
                  <a:lnTo>
                    <a:pt x="2263" y="2045"/>
                  </a:lnTo>
                  <a:lnTo>
                    <a:pt x="2161" y="1956"/>
                  </a:lnTo>
                  <a:lnTo>
                    <a:pt x="2033" y="1841"/>
                  </a:lnTo>
                  <a:lnTo>
                    <a:pt x="1995" y="1789"/>
                  </a:lnTo>
                  <a:lnTo>
                    <a:pt x="1956" y="1725"/>
                  </a:lnTo>
                  <a:lnTo>
                    <a:pt x="1956" y="1674"/>
                  </a:lnTo>
                  <a:lnTo>
                    <a:pt x="1956" y="1623"/>
                  </a:lnTo>
                  <a:lnTo>
                    <a:pt x="1982" y="1534"/>
                  </a:lnTo>
                  <a:lnTo>
                    <a:pt x="1982" y="1470"/>
                  </a:lnTo>
                  <a:lnTo>
                    <a:pt x="1969" y="1393"/>
                  </a:lnTo>
                  <a:lnTo>
                    <a:pt x="1943" y="1265"/>
                  </a:lnTo>
                  <a:lnTo>
                    <a:pt x="1931" y="1240"/>
                  </a:lnTo>
                  <a:lnTo>
                    <a:pt x="1931" y="1214"/>
                  </a:lnTo>
                  <a:lnTo>
                    <a:pt x="1943" y="1189"/>
                  </a:lnTo>
                  <a:lnTo>
                    <a:pt x="1956" y="1189"/>
                  </a:lnTo>
                  <a:lnTo>
                    <a:pt x="2007" y="1176"/>
                  </a:lnTo>
                  <a:lnTo>
                    <a:pt x="2071" y="1176"/>
                  </a:lnTo>
                  <a:lnTo>
                    <a:pt x="2110" y="1189"/>
                  </a:lnTo>
                  <a:lnTo>
                    <a:pt x="2110" y="1227"/>
                  </a:lnTo>
                  <a:lnTo>
                    <a:pt x="2097" y="1253"/>
                  </a:lnTo>
                  <a:lnTo>
                    <a:pt x="2071" y="1253"/>
                  </a:lnTo>
                  <a:lnTo>
                    <a:pt x="2084" y="1329"/>
                  </a:lnTo>
                  <a:lnTo>
                    <a:pt x="2097" y="1355"/>
                  </a:lnTo>
                  <a:lnTo>
                    <a:pt x="2122" y="1380"/>
                  </a:lnTo>
                  <a:lnTo>
                    <a:pt x="2212" y="1432"/>
                  </a:lnTo>
                  <a:lnTo>
                    <a:pt x="2250" y="1444"/>
                  </a:lnTo>
                  <a:lnTo>
                    <a:pt x="2289" y="1444"/>
                  </a:lnTo>
                  <a:lnTo>
                    <a:pt x="2327" y="1432"/>
                  </a:lnTo>
                  <a:lnTo>
                    <a:pt x="2365" y="1432"/>
                  </a:lnTo>
                  <a:lnTo>
                    <a:pt x="2378" y="1457"/>
                  </a:lnTo>
                  <a:lnTo>
                    <a:pt x="2404" y="1470"/>
                  </a:lnTo>
                  <a:lnTo>
                    <a:pt x="2442" y="1508"/>
                  </a:lnTo>
                  <a:lnTo>
                    <a:pt x="2480" y="1534"/>
                  </a:lnTo>
                  <a:lnTo>
                    <a:pt x="2493" y="1572"/>
                  </a:lnTo>
                  <a:lnTo>
                    <a:pt x="2506" y="1623"/>
                  </a:lnTo>
                  <a:lnTo>
                    <a:pt x="2519" y="1674"/>
                  </a:lnTo>
                  <a:lnTo>
                    <a:pt x="2531" y="1700"/>
                  </a:lnTo>
                  <a:lnTo>
                    <a:pt x="2544" y="1738"/>
                  </a:lnTo>
                  <a:lnTo>
                    <a:pt x="2570" y="1738"/>
                  </a:lnTo>
                  <a:lnTo>
                    <a:pt x="2608" y="1751"/>
                  </a:lnTo>
                  <a:lnTo>
                    <a:pt x="2698" y="1764"/>
                  </a:lnTo>
                  <a:lnTo>
                    <a:pt x="2749" y="1777"/>
                  </a:lnTo>
                  <a:lnTo>
                    <a:pt x="2800" y="1789"/>
                  </a:lnTo>
                  <a:lnTo>
                    <a:pt x="2825" y="1789"/>
                  </a:lnTo>
                  <a:lnTo>
                    <a:pt x="2851" y="1777"/>
                  </a:lnTo>
                  <a:lnTo>
                    <a:pt x="2851" y="1751"/>
                  </a:lnTo>
                  <a:lnTo>
                    <a:pt x="2838" y="1725"/>
                  </a:lnTo>
                  <a:lnTo>
                    <a:pt x="2813" y="1713"/>
                  </a:lnTo>
                  <a:lnTo>
                    <a:pt x="2774" y="1687"/>
                  </a:lnTo>
                  <a:lnTo>
                    <a:pt x="2698" y="1636"/>
                  </a:lnTo>
                  <a:lnTo>
                    <a:pt x="2659" y="1598"/>
                  </a:lnTo>
                  <a:lnTo>
                    <a:pt x="2608" y="1572"/>
                  </a:lnTo>
                  <a:lnTo>
                    <a:pt x="2570" y="1521"/>
                  </a:lnTo>
                  <a:lnTo>
                    <a:pt x="2544" y="1470"/>
                  </a:lnTo>
                  <a:lnTo>
                    <a:pt x="2531" y="1419"/>
                  </a:lnTo>
                  <a:lnTo>
                    <a:pt x="2608" y="1406"/>
                  </a:lnTo>
                  <a:lnTo>
                    <a:pt x="2685" y="1393"/>
                  </a:lnTo>
                  <a:lnTo>
                    <a:pt x="2749" y="1406"/>
                  </a:lnTo>
                  <a:lnTo>
                    <a:pt x="2774" y="1432"/>
                  </a:lnTo>
                  <a:lnTo>
                    <a:pt x="2800" y="1457"/>
                  </a:lnTo>
                  <a:lnTo>
                    <a:pt x="2876" y="1521"/>
                  </a:lnTo>
                  <a:lnTo>
                    <a:pt x="2966" y="1572"/>
                  </a:lnTo>
                  <a:lnTo>
                    <a:pt x="3017" y="1636"/>
                  </a:lnTo>
                  <a:lnTo>
                    <a:pt x="3055" y="1649"/>
                  </a:lnTo>
                  <a:lnTo>
                    <a:pt x="3068" y="1649"/>
                  </a:lnTo>
                  <a:lnTo>
                    <a:pt x="3081" y="1636"/>
                  </a:lnTo>
                  <a:lnTo>
                    <a:pt x="3094" y="1623"/>
                  </a:lnTo>
                  <a:lnTo>
                    <a:pt x="3094" y="1598"/>
                  </a:lnTo>
                  <a:lnTo>
                    <a:pt x="3094" y="1572"/>
                  </a:lnTo>
                  <a:lnTo>
                    <a:pt x="3081" y="1559"/>
                  </a:lnTo>
                  <a:lnTo>
                    <a:pt x="3043" y="1534"/>
                  </a:lnTo>
                  <a:lnTo>
                    <a:pt x="3004" y="1508"/>
                  </a:lnTo>
                  <a:lnTo>
                    <a:pt x="2940" y="1444"/>
                  </a:lnTo>
                  <a:lnTo>
                    <a:pt x="2902" y="1406"/>
                  </a:lnTo>
                  <a:lnTo>
                    <a:pt x="2851" y="1355"/>
                  </a:lnTo>
                  <a:lnTo>
                    <a:pt x="2838" y="1317"/>
                  </a:lnTo>
                  <a:lnTo>
                    <a:pt x="2838" y="1291"/>
                  </a:lnTo>
                  <a:lnTo>
                    <a:pt x="2851" y="1278"/>
                  </a:lnTo>
                  <a:lnTo>
                    <a:pt x="2889" y="1253"/>
                  </a:lnTo>
                  <a:lnTo>
                    <a:pt x="2928" y="1253"/>
                  </a:lnTo>
                  <a:lnTo>
                    <a:pt x="2966" y="1265"/>
                  </a:lnTo>
                  <a:lnTo>
                    <a:pt x="3043" y="1278"/>
                  </a:lnTo>
                  <a:lnTo>
                    <a:pt x="3094" y="1304"/>
                  </a:lnTo>
                  <a:lnTo>
                    <a:pt x="3183" y="1342"/>
                  </a:lnTo>
                  <a:lnTo>
                    <a:pt x="3285" y="1380"/>
                  </a:lnTo>
                  <a:lnTo>
                    <a:pt x="3311" y="1393"/>
                  </a:lnTo>
                  <a:lnTo>
                    <a:pt x="3337" y="1406"/>
                  </a:lnTo>
                  <a:lnTo>
                    <a:pt x="3349" y="1406"/>
                  </a:lnTo>
                  <a:lnTo>
                    <a:pt x="3349" y="1380"/>
                  </a:lnTo>
                  <a:lnTo>
                    <a:pt x="3349" y="1342"/>
                  </a:lnTo>
                  <a:lnTo>
                    <a:pt x="3324" y="1329"/>
                  </a:lnTo>
                  <a:lnTo>
                    <a:pt x="3298" y="1304"/>
                  </a:lnTo>
                  <a:lnTo>
                    <a:pt x="3209" y="1265"/>
                  </a:lnTo>
                  <a:lnTo>
                    <a:pt x="3107" y="1201"/>
                  </a:lnTo>
                  <a:lnTo>
                    <a:pt x="2992" y="1138"/>
                  </a:lnTo>
                  <a:lnTo>
                    <a:pt x="2953" y="1112"/>
                  </a:lnTo>
                  <a:lnTo>
                    <a:pt x="2928" y="1099"/>
                  </a:lnTo>
                  <a:lnTo>
                    <a:pt x="2928" y="1086"/>
                  </a:lnTo>
                  <a:lnTo>
                    <a:pt x="2940" y="1061"/>
                  </a:lnTo>
                  <a:lnTo>
                    <a:pt x="2940" y="1035"/>
                  </a:lnTo>
                  <a:lnTo>
                    <a:pt x="2940" y="1010"/>
                  </a:lnTo>
                  <a:lnTo>
                    <a:pt x="2902" y="971"/>
                  </a:lnTo>
                  <a:lnTo>
                    <a:pt x="2864" y="933"/>
                  </a:lnTo>
                  <a:lnTo>
                    <a:pt x="2774" y="882"/>
                  </a:lnTo>
                  <a:lnTo>
                    <a:pt x="2761" y="869"/>
                  </a:lnTo>
                  <a:lnTo>
                    <a:pt x="2736" y="856"/>
                  </a:lnTo>
                  <a:lnTo>
                    <a:pt x="2736" y="831"/>
                  </a:lnTo>
                  <a:lnTo>
                    <a:pt x="2761" y="805"/>
                  </a:lnTo>
                  <a:lnTo>
                    <a:pt x="2787" y="754"/>
                  </a:lnTo>
                  <a:lnTo>
                    <a:pt x="2825" y="716"/>
                  </a:lnTo>
                  <a:lnTo>
                    <a:pt x="2864" y="677"/>
                  </a:lnTo>
                  <a:lnTo>
                    <a:pt x="2889" y="716"/>
                  </a:lnTo>
                  <a:lnTo>
                    <a:pt x="2928" y="741"/>
                  </a:lnTo>
                  <a:lnTo>
                    <a:pt x="2979" y="754"/>
                  </a:lnTo>
                  <a:lnTo>
                    <a:pt x="3030" y="741"/>
                  </a:lnTo>
                  <a:lnTo>
                    <a:pt x="3055" y="729"/>
                  </a:lnTo>
                  <a:lnTo>
                    <a:pt x="3068" y="716"/>
                  </a:lnTo>
                  <a:lnTo>
                    <a:pt x="3107" y="665"/>
                  </a:lnTo>
                  <a:lnTo>
                    <a:pt x="3145" y="626"/>
                  </a:lnTo>
                  <a:lnTo>
                    <a:pt x="3209" y="588"/>
                  </a:lnTo>
                  <a:lnTo>
                    <a:pt x="3247" y="550"/>
                  </a:lnTo>
                  <a:lnTo>
                    <a:pt x="3260" y="537"/>
                  </a:lnTo>
                  <a:lnTo>
                    <a:pt x="3285" y="550"/>
                  </a:lnTo>
                  <a:lnTo>
                    <a:pt x="3298" y="562"/>
                  </a:lnTo>
                  <a:lnTo>
                    <a:pt x="3311" y="588"/>
                  </a:lnTo>
                  <a:lnTo>
                    <a:pt x="3324" y="601"/>
                  </a:lnTo>
                  <a:lnTo>
                    <a:pt x="3349" y="614"/>
                  </a:lnTo>
                  <a:lnTo>
                    <a:pt x="3426" y="614"/>
                  </a:lnTo>
                  <a:lnTo>
                    <a:pt x="3464" y="601"/>
                  </a:lnTo>
                  <a:lnTo>
                    <a:pt x="3503" y="601"/>
                  </a:lnTo>
                  <a:lnTo>
                    <a:pt x="3528" y="588"/>
                  </a:lnTo>
                  <a:lnTo>
                    <a:pt x="3554" y="562"/>
                  </a:lnTo>
                  <a:lnTo>
                    <a:pt x="3592" y="499"/>
                  </a:lnTo>
                  <a:lnTo>
                    <a:pt x="4193" y="703"/>
                  </a:lnTo>
                  <a:lnTo>
                    <a:pt x="4346" y="908"/>
                  </a:lnTo>
                  <a:lnTo>
                    <a:pt x="4474" y="908"/>
                  </a:lnTo>
                  <a:lnTo>
                    <a:pt x="5024" y="524"/>
                  </a:lnTo>
                  <a:lnTo>
                    <a:pt x="5049" y="486"/>
                  </a:lnTo>
                  <a:lnTo>
                    <a:pt x="4921" y="358"/>
                  </a:lnTo>
                  <a:lnTo>
                    <a:pt x="5049" y="166"/>
                  </a:lnTo>
                  <a:lnTo>
                    <a:pt x="5049" y="128"/>
                  </a:lnTo>
                  <a:lnTo>
                    <a:pt x="4704" y="13"/>
                  </a:lnTo>
                  <a:lnTo>
                    <a:pt x="47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8"/>
            <p:cNvSpPr/>
            <p:nvPr/>
          </p:nvSpPr>
          <p:spPr>
            <a:xfrm>
              <a:off x="3981900" y="2395625"/>
              <a:ext cx="85650" cy="94925"/>
            </a:xfrm>
            <a:custGeom>
              <a:rect b="b" l="l" r="r" t="t"/>
              <a:pathLst>
                <a:path extrusionOk="0" h="3797" w="3426">
                  <a:moveTo>
                    <a:pt x="665" y="0"/>
                  </a:moveTo>
                  <a:lnTo>
                    <a:pt x="435" y="26"/>
                  </a:lnTo>
                  <a:lnTo>
                    <a:pt x="268" y="294"/>
                  </a:lnTo>
                  <a:lnTo>
                    <a:pt x="256" y="307"/>
                  </a:lnTo>
                  <a:lnTo>
                    <a:pt x="0" y="435"/>
                  </a:lnTo>
                  <a:lnTo>
                    <a:pt x="77" y="678"/>
                  </a:lnTo>
                  <a:lnTo>
                    <a:pt x="243" y="793"/>
                  </a:lnTo>
                  <a:lnTo>
                    <a:pt x="256" y="793"/>
                  </a:lnTo>
                  <a:lnTo>
                    <a:pt x="345" y="959"/>
                  </a:lnTo>
                  <a:lnTo>
                    <a:pt x="460" y="1035"/>
                  </a:lnTo>
                  <a:lnTo>
                    <a:pt x="473" y="1061"/>
                  </a:lnTo>
                  <a:lnTo>
                    <a:pt x="524" y="1521"/>
                  </a:lnTo>
                  <a:lnTo>
                    <a:pt x="524" y="1534"/>
                  </a:lnTo>
                  <a:lnTo>
                    <a:pt x="422" y="1879"/>
                  </a:lnTo>
                  <a:lnTo>
                    <a:pt x="562" y="2096"/>
                  </a:lnTo>
                  <a:lnTo>
                    <a:pt x="741" y="2211"/>
                  </a:lnTo>
                  <a:lnTo>
                    <a:pt x="754" y="2237"/>
                  </a:lnTo>
                  <a:lnTo>
                    <a:pt x="754" y="2377"/>
                  </a:lnTo>
                  <a:lnTo>
                    <a:pt x="741" y="2403"/>
                  </a:lnTo>
                  <a:lnTo>
                    <a:pt x="639" y="2428"/>
                  </a:lnTo>
                  <a:lnTo>
                    <a:pt x="652" y="2467"/>
                  </a:lnTo>
                  <a:lnTo>
                    <a:pt x="805" y="2544"/>
                  </a:lnTo>
                  <a:lnTo>
                    <a:pt x="818" y="2582"/>
                  </a:lnTo>
                  <a:lnTo>
                    <a:pt x="780" y="2735"/>
                  </a:lnTo>
                  <a:lnTo>
                    <a:pt x="767" y="2761"/>
                  </a:lnTo>
                  <a:lnTo>
                    <a:pt x="690" y="2799"/>
                  </a:lnTo>
                  <a:lnTo>
                    <a:pt x="856" y="2863"/>
                  </a:lnTo>
                  <a:lnTo>
                    <a:pt x="869" y="2889"/>
                  </a:lnTo>
                  <a:lnTo>
                    <a:pt x="920" y="3004"/>
                  </a:lnTo>
                  <a:lnTo>
                    <a:pt x="1598" y="3336"/>
                  </a:lnTo>
                  <a:lnTo>
                    <a:pt x="1725" y="3119"/>
                  </a:lnTo>
                  <a:lnTo>
                    <a:pt x="1649" y="3004"/>
                  </a:lnTo>
                  <a:lnTo>
                    <a:pt x="1661" y="2978"/>
                  </a:lnTo>
                  <a:lnTo>
                    <a:pt x="1802" y="2863"/>
                  </a:lnTo>
                  <a:lnTo>
                    <a:pt x="1853" y="2876"/>
                  </a:lnTo>
                  <a:lnTo>
                    <a:pt x="1892" y="2965"/>
                  </a:lnTo>
                  <a:lnTo>
                    <a:pt x="2058" y="3004"/>
                  </a:lnTo>
                  <a:lnTo>
                    <a:pt x="2070" y="3004"/>
                  </a:lnTo>
                  <a:lnTo>
                    <a:pt x="2364" y="3234"/>
                  </a:lnTo>
                  <a:lnTo>
                    <a:pt x="2377" y="3246"/>
                  </a:lnTo>
                  <a:lnTo>
                    <a:pt x="2403" y="3323"/>
                  </a:lnTo>
                  <a:lnTo>
                    <a:pt x="2646" y="3400"/>
                  </a:lnTo>
                  <a:lnTo>
                    <a:pt x="2671" y="3438"/>
                  </a:lnTo>
                  <a:lnTo>
                    <a:pt x="2582" y="3770"/>
                  </a:lnTo>
                  <a:lnTo>
                    <a:pt x="2684" y="3796"/>
                  </a:lnTo>
                  <a:lnTo>
                    <a:pt x="2786" y="3707"/>
                  </a:lnTo>
                  <a:lnTo>
                    <a:pt x="2799" y="3707"/>
                  </a:lnTo>
                  <a:lnTo>
                    <a:pt x="2927" y="3732"/>
                  </a:lnTo>
                  <a:lnTo>
                    <a:pt x="3055" y="3668"/>
                  </a:lnTo>
                  <a:lnTo>
                    <a:pt x="3118" y="3655"/>
                  </a:lnTo>
                  <a:lnTo>
                    <a:pt x="3055" y="3106"/>
                  </a:lnTo>
                  <a:lnTo>
                    <a:pt x="3067" y="3080"/>
                  </a:lnTo>
                  <a:lnTo>
                    <a:pt x="3425" y="2786"/>
                  </a:lnTo>
                  <a:lnTo>
                    <a:pt x="3387" y="2697"/>
                  </a:lnTo>
                  <a:lnTo>
                    <a:pt x="3055" y="2518"/>
                  </a:lnTo>
                  <a:lnTo>
                    <a:pt x="3042" y="2518"/>
                  </a:lnTo>
                  <a:lnTo>
                    <a:pt x="2888" y="2250"/>
                  </a:lnTo>
                  <a:lnTo>
                    <a:pt x="2888" y="2237"/>
                  </a:lnTo>
                  <a:lnTo>
                    <a:pt x="2876" y="2032"/>
                  </a:lnTo>
                  <a:lnTo>
                    <a:pt x="2888" y="2020"/>
                  </a:lnTo>
                  <a:lnTo>
                    <a:pt x="3055" y="1713"/>
                  </a:lnTo>
                  <a:lnTo>
                    <a:pt x="2837" y="1623"/>
                  </a:lnTo>
                  <a:lnTo>
                    <a:pt x="2825" y="1585"/>
                  </a:lnTo>
                  <a:lnTo>
                    <a:pt x="2991" y="1342"/>
                  </a:lnTo>
                  <a:lnTo>
                    <a:pt x="2837" y="1278"/>
                  </a:lnTo>
                  <a:lnTo>
                    <a:pt x="2697" y="1304"/>
                  </a:lnTo>
                  <a:lnTo>
                    <a:pt x="2671" y="1470"/>
                  </a:lnTo>
                  <a:lnTo>
                    <a:pt x="2646" y="1496"/>
                  </a:lnTo>
                  <a:lnTo>
                    <a:pt x="2339" y="1393"/>
                  </a:lnTo>
                  <a:lnTo>
                    <a:pt x="1930" y="1317"/>
                  </a:lnTo>
                  <a:lnTo>
                    <a:pt x="1904" y="1304"/>
                  </a:lnTo>
                  <a:lnTo>
                    <a:pt x="1815" y="1048"/>
                  </a:lnTo>
                  <a:lnTo>
                    <a:pt x="1393" y="601"/>
                  </a:lnTo>
                  <a:lnTo>
                    <a:pt x="1278" y="281"/>
                  </a:lnTo>
                  <a:lnTo>
                    <a:pt x="1074" y="26"/>
                  </a:lnTo>
                  <a:lnTo>
                    <a:pt x="729" y="39"/>
                  </a:lnTo>
                  <a:lnTo>
                    <a:pt x="716" y="39"/>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8"/>
            <p:cNvSpPr/>
            <p:nvPr/>
          </p:nvSpPr>
          <p:spPr>
            <a:xfrm>
              <a:off x="3861100" y="2274850"/>
              <a:ext cx="118900" cy="66800"/>
            </a:xfrm>
            <a:custGeom>
              <a:rect b="b" l="l" r="r" t="t"/>
              <a:pathLst>
                <a:path extrusionOk="0" h="2672" w="4756">
                  <a:moveTo>
                    <a:pt x="2378" y="0"/>
                  </a:moveTo>
                  <a:lnTo>
                    <a:pt x="2174" y="166"/>
                  </a:lnTo>
                  <a:lnTo>
                    <a:pt x="1918" y="26"/>
                  </a:lnTo>
                  <a:lnTo>
                    <a:pt x="921" y="524"/>
                  </a:lnTo>
                  <a:lnTo>
                    <a:pt x="346" y="575"/>
                  </a:lnTo>
                  <a:lnTo>
                    <a:pt x="244" y="754"/>
                  </a:lnTo>
                  <a:lnTo>
                    <a:pt x="1" y="831"/>
                  </a:lnTo>
                  <a:lnTo>
                    <a:pt x="65" y="920"/>
                  </a:lnTo>
                  <a:lnTo>
                    <a:pt x="359" y="920"/>
                  </a:lnTo>
                  <a:lnTo>
                    <a:pt x="359" y="1265"/>
                  </a:lnTo>
                  <a:lnTo>
                    <a:pt x="640" y="1687"/>
                  </a:lnTo>
                  <a:lnTo>
                    <a:pt x="1177" y="2543"/>
                  </a:lnTo>
                  <a:lnTo>
                    <a:pt x="1343" y="2671"/>
                  </a:lnTo>
                  <a:lnTo>
                    <a:pt x="1445" y="2646"/>
                  </a:lnTo>
                  <a:lnTo>
                    <a:pt x="1714" y="2454"/>
                  </a:lnTo>
                  <a:lnTo>
                    <a:pt x="1790" y="2198"/>
                  </a:lnTo>
                  <a:lnTo>
                    <a:pt x="1816" y="2173"/>
                  </a:lnTo>
                  <a:lnTo>
                    <a:pt x="2007" y="2186"/>
                  </a:lnTo>
                  <a:lnTo>
                    <a:pt x="2020" y="2186"/>
                  </a:lnTo>
                  <a:lnTo>
                    <a:pt x="2429" y="2403"/>
                  </a:lnTo>
                  <a:lnTo>
                    <a:pt x="2902" y="2339"/>
                  </a:lnTo>
                  <a:lnTo>
                    <a:pt x="2915" y="2339"/>
                  </a:lnTo>
                  <a:lnTo>
                    <a:pt x="3132" y="2416"/>
                  </a:lnTo>
                  <a:lnTo>
                    <a:pt x="3886" y="2045"/>
                  </a:lnTo>
                  <a:lnTo>
                    <a:pt x="4372" y="1892"/>
                  </a:lnTo>
                  <a:lnTo>
                    <a:pt x="4474" y="1419"/>
                  </a:lnTo>
                  <a:lnTo>
                    <a:pt x="4755" y="1150"/>
                  </a:lnTo>
                  <a:lnTo>
                    <a:pt x="4244" y="984"/>
                  </a:lnTo>
                  <a:lnTo>
                    <a:pt x="4359" y="741"/>
                  </a:lnTo>
                  <a:lnTo>
                    <a:pt x="4052" y="537"/>
                  </a:lnTo>
                  <a:lnTo>
                    <a:pt x="3784" y="869"/>
                  </a:lnTo>
                  <a:lnTo>
                    <a:pt x="3388" y="499"/>
                  </a:lnTo>
                  <a:lnTo>
                    <a:pt x="3388" y="307"/>
                  </a:lnTo>
                  <a:lnTo>
                    <a:pt x="2583" y="307"/>
                  </a:lnTo>
                  <a:lnTo>
                    <a:pt x="23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8"/>
            <p:cNvSpPr/>
            <p:nvPr/>
          </p:nvSpPr>
          <p:spPr>
            <a:xfrm>
              <a:off x="3815425" y="2379950"/>
              <a:ext cx="5450" cy="5775"/>
            </a:xfrm>
            <a:custGeom>
              <a:rect b="b" l="l" r="r" t="t"/>
              <a:pathLst>
                <a:path extrusionOk="0" h="231" w="218">
                  <a:moveTo>
                    <a:pt x="64" y="1"/>
                  </a:moveTo>
                  <a:lnTo>
                    <a:pt x="0" y="39"/>
                  </a:lnTo>
                  <a:lnTo>
                    <a:pt x="39" y="231"/>
                  </a:lnTo>
                  <a:lnTo>
                    <a:pt x="218" y="21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8"/>
            <p:cNvSpPr/>
            <p:nvPr/>
          </p:nvSpPr>
          <p:spPr>
            <a:xfrm>
              <a:off x="4133650" y="2608725"/>
              <a:ext cx="3225" cy="2600"/>
            </a:xfrm>
            <a:custGeom>
              <a:rect b="b" l="l" r="r" t="t"/>
              <a:pathLst>
                <a:path extrusionOk="0" h="104" w="129">
                  <a:moveTo>
                    <a:pt x="90" y="1"/>
                  </a:moveTo>
                  <a:lnTo>
                    <a:pt x="52" y="14"/>
                  </a:lnTo>
                  <a:lnTo>
                    <a:pt x="14" y="26"/>
                  </a:lnTo>
                  <a:lnTo>
                    <a:pt x="1" y="39"/>
                  </a:lnTo>
                  <a:lnTo>
                    <a:pt x="14" y="65"/>
                  </a:lnTo>
                  <a:lnTo>
                    <a:pt x="26" y="103"/>
                  </a:lnTo>
                  <a:lnTo>
                    <a:pt x="65" y="103"/>
                  </a:lnTo>
                  <a:lnTo>
                    <a:pt x="103" y="90"/>
                  </a:lnTo>
                  <a:lnTo>
                    <a:pt x="116" y="65"/>
                  </a:lnTo>
                  <a:lnTo>
                    <a:pt x="129" y="39"/>
                  </a:lnTo>
                  <a:lnTo>
                    <a:pt x="116" y="26"/>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8"/>
            <p:cNvSpPr/>
            <p:nvPr/>
          </p:nvSpPr>
          <p:spPr>
            <a:xfrm>
              <a:off x="4121525" y="2536850"/>
              <a:ext cx="6400" cy="6100"/>
            </a:xfrm>
            <a:custGeom>
              <a:rect b="b" l="l" r="r" t="t"/>
              <a:pathLst>
                <a:path extrusionOk="0" h="244" w="256">
                  <a:moveTo>
                    <a:pt x="217" y="0"/>
                  </a:moveTo>
                  <a:lnTo>
                    <a:pt x="192" y="26"/>
                  </a:lnTo>
                  <a:lnTo>
                    <a:pt x="179" y="39"/>
                  </a:lnTo>
                  <a:lnTo>
                    <a:pt x="128" y="51"/>
                  </a:lnTo>
                  <a:lnTo>
                    <a:pt x="38" y="51"/>
                  </a:lnTo>
                  <a:lnTo>
                    <a:pt x="0" y="64"/>
                  </a:lnTo>
                  <a:lnTo>
                    <a:pt x="13" y="90"/>
                  </a:lnTo>
                  <a:lnTo>
                    <a:pt x="38" y="141"/>
                  </a:lnTo>
                  <a:lnTo>
                    <a:pt x="51" y="192"/>
                  </a:lnTo>
                  <a:lnTo>
                    <a:pt x="51" y="217"/>
                  </a:lnTo>
                  <a:lnTo>
                    <a:pt x="64" y="243"/>
                  </a:lnTo>
                  <a:lnTo>
                    <a:pt x="115" y="243"/>
                  </a:lnTo>
                  <a:lnTo>
                    <a:pt x="141" y="230"/>
                  </a:lnTo>
                  <a:lnTo>
                    <a:pt x="141" y="205"/>
                  </a:lnTo>
                  <a:lnTo>
                    <a:pt x="128" y="166"/>
                  </a:lnTo>
                  <a:lnTo>
                    <a:pt x="115" y="141"/>
                  </a:lnTo>
                  <a:lnTo>
                    <a:pt x="128" y="128"/>
                  </a:lnTo>
                  <a:lnTo>
                    <a:pt x="128" y="102"/>
                  </a:lnTo>
                  <a:lnTo>
                    <a:pt x="154" y="90"/>
                  </a:lnTo>
                  <a:lnTo>
                    <a:pt x="179" y="90"/>
                  </a:lnTo>
                  <a:lnTo>
                    <a:pt x="192" y="102"/>
                  </a:lnTo>
                  <a:lnTo>
                    <a:pt x="192" y="128"/>
                  </a:lnTo>
                  <a:lnTo>
                    <a:pt x="205" y="154"/>
                  </a:lnTo>
                  <a:lnTo>
                    <a:pt x="205" y="179"/>
                  </a:lnTo>
                  <a:lnTo>
                    <a:pt x="230" y="179"/>
                  </a:lnTo>
                  <a:lnTo>
                    <a:pt x="256" y="166"/>
                  </a:lnTo>
                  <a:lnTo>
                    <a:pt x="256" y="154"/>
                  </a:lnTo>
                  <a:lnTo>
                    <a:pt x="256" y="115"/>
                  </a:lnTo>
                  <a:lnTo>
                    <a:pt x="243" y="26"/>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8"/>
            <p:cNvSpPr/>
            <p:nvPr/>
          </p:nvSpPr>
          <p:spPr>
            <a:xfrm>
              <a:off x="4128550" y="2604900"/>
              <a:ext cx="3225" cy="2900"/>
            </a:xfrm>
            <a:custGeom>
              <a:rect b="b" l="l" r="r" t="t"/>
              <a:pathLst>
                <a:path extrusionOk="0" h="116" w="129">
                  <a:moveTo>
                    <a:pt x="90" y="0"/>
                  </a:moveTo>
                  <a:lnTo>
                    <a:pt x="51" y="26"/>
                  </a:lnTo>
                  <a:lnTo>
                    <a:pt x="0" y="39"/>
                  </a:lnTo>
                  <a:lnTo>
                    <a:pt x="13" y="77"/>
                  </a:lnTo>
                  <a:lnTo>
                    <a:pt x="26" y="103"/>
                  </a:lnTo>
                  <a:lnTo>
                    <a:pt x="64" y="115"/>
                  </a:lnTo>
                  <a:lnTo>
                    <a:pt x="90" y="115"/>
                  </a:lnTo>
                  <a:lnTo>
                    <a:pt x="115" y="103"/>
                  </a:lnTo>
                  <a:lnTo>
                    <a:pt x="128" y="90"/>
                  </a:lnTo>
                  <a:lnTo>
                    <a:pt x="128" y="64"/>
                  </a:lnTo>
                  <a:lnTo>
                    <a:pt x="115"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8"/>
            <p:cNvSpPr/>
            <p:nvPr/>
          </p:nvSpPr>
          <p:spPr>
            <a:xfrm>
              <a:off x="4132375" y="2616725"/>
              <a:ext cx="2575" cy="2900"/>
            </a:xfrm>
            <a:custGeom>
              <a:rect b="b" l="l" r="r" t="t"/>
              <a:pathLst>
                <a:path extrusionOk="0" h="116" w="103">
                  <a:moveTo>
                    <a:pt x="90" y="0"/>
                  </a:moveTo>
                  <a:lnTo>
                    <a:pt x="26" y="13"/>
                  </a:lnTo>
                  <a:lnTo>
                    <a:pt x="13" y="26"/>
                  </a:lnTo>
                  <a:lnTo>
                    <a:pt x="1" y="51"/>
                  </a:lnTo>
                  <a:lnTo>
                    <a:pt x="13" y="90"/>
                  </a:lnTo>
                  <a:lnTo>
                    <a:pt x="39" y="115"/>
                  </a:lnTo>
                  <a:lnTo>
                    <a:pt x="103" y="115"/>
                  </a:lnTo>
                  <a:lnTo>
                    <a:pt x="90" y="51"/>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8"/>
            <p:cNvSpPr/>
            <p:nvPr/>
          </p:nvSpPr>
          <p:spPr>
            <a:xfrm>
              <a:off x="4125025" y="2550250"/>
              <a:ext cx="12500" cy="8675"/>
            </a:xfrm>
            <a:custGeom>
              <a:rect b="b" l="l" r="r" t="t"/>
              <a:pathLst>
                <a:path extrusionOk="0" h="347" w="500">
                  <a:moveTo>
                    <a:pt x="346" y="1"/>
                  </a:moveTo>
                  <a:lnTo>
                    <a:pt x="307" y="14"/>
                  </a:lnTo>
                  <a:lnTo>
                    <a:pt x="256" y="39"/>
                  </a:lnTo>
                  <a:lnTo>
                    <a:pt x="180" y="65"/>
                  </a:lnTo>
                  <a:lnTo>
                    <a:pt x="77" y="90"/>
                  </a:lnTo>
                  <a:lnTo>
                    <a:pt x="14" y="90"/>
                  </a:lnTo>
                  <a:lnTo>
                    <a:pt x="1" y="103"/>
                  </a:lnTo>
                  <a:lnTo>
                    <a:pt x="1" y="142"/>
                  </a:lnTo>
                  <a:lnTo>
                    <a:pt x="26" y="180"/>
                  </a:lnTo>
                  <a:lnTo>
                    <a:pt x="52" y="218"/>
                  </a:lnTo>
                  <a:lnTo>
                    <a:pt x="90" y="231"/>
                  </a:lnTo>
                  <a:lnTo>
                    <a:pt x="129" y="218"/>
                  </a:lnTo>
                  <a:lnTo>
                    <a:pt x="167" y="193"/>
                  </a:lnTo>
                  <a:lnTo>
                    <a:pt x="205" y="180"/>
                  </a:lnTo>
                  <a:lnTo>
                    <a:pt x="244" y="167"/>
                  </a:lnTo>
                  <a:lnTo>
                    <a:pt x="269" y="205"/>
                  </a:lnTo>
                  <a:lnTo>
                    <a:pt x="231" y="231"/>
                  </a:lnTo>
                  <a:lnTo>
                    <a:pt x="231" y="257"/>
                  </a:lnTo>
                  <a:lnTo>
                    <a:pt x="244" y="269"/>
                  </a:lnTo>
                  <a:lnTo>
                    <a:pt x="269" y="295"/>
                  </a:lnTo>
                  <a:lnTo>
                    <a:pt x="346" y="320"/>
                  </a:lnTo>
                  <a:lnTo>
                    <a:pt x="397" y="346"/>
                  </a:lnTo>
                  <a:lnTo>
                    <a:pt x="423" y="346"/>
                  </a:lnTo>
                  <a:lnTo>
                    <a:pt x="448" y="333"/>
                  </a:lnTo>
                  <a:lnTo>
                    <a:pt x="474" y="308"/>
                  </a:lnTo>
                  <a:lnTo>
                    <a:pt x="486" y="257"/>
                  </a:lnTo>
                  <a:lnTo>
                    <a:pt x="499" y="205"/>
                  </a:lnTo>
                  <a:lnTo>
                    <a:pt x="423" y="78"/>
                  </a:lnTo>
                  <a:lnTo>
                    <a:pt x="397" y="78"/>
                  </a:lnTo>
                  <a:lnTo>
                    <a:pt x="384" y="52"/>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8"/>
            <p:cNvSpPr/>
            <p:nvPr/>
          </p:nvSpPr>
          <p:spPr>
            <a:xfrm>
              <a:off x="3912225" y="2447375"/>
              <a:ext cx="6100" cy="5775"/>
            </a:xfrm>
            <a:custGeom>
              <a:rect b="b" l="l" r="r" t="t"/>
              <a:pathLst>
                <a:path extrusionOk="0" h="231" w="244">
                  <a:moveTo>
                    <a:pt x="26" y="1"/>
                  </a:moveTo>
                  <a:lnTo>
                    <a:pt x="14" y="26"/>
                  </a:lnTo>
                  <a:lnTo>
                    <a:pt x="1" y="39"/>
                  </a:lnTo>
                  <a:lnTo>
                    <a:pt x="26" y="77"/>
                  </a:lnTo>
                  <a:lnTo>
                    <a:pt x="65" y="116"/>
                  </a:lnTo>
                  <a:lnTo>
                    <a:pt x="90" y="141"/>
                  </a:lnTo>
                  <a:lnTo>
                    <a:pt x="167" y="205"/>
                  </a:lnTo>
                  <a:lnTo>
                    <a:pt x="205" y="231"/>
                  </a:lnTo>
                  <a:lnTo>
                    <a:pt x="244" y="231"/>
                  </a:lnTo>
                  <a:lnTo>
                    <a:pt x="244" y="218"/>
                  </a:lnTo>
                  <a:lnTo>
                    <a:pt x="244" y="192"/>
                  </a:lnTo>
                  <a:lnTo>
                    <a:pt x="205" y="141"/>
                  </a:lnTo>
                  <a:lnTo>
                    <a:pt x="103" y="52"/>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8"/>
            <p:cNvSpPr/>
            <p:nvPr/>
          </p:nvSpPr>
          <p:spPr>
            <a:xfrm>
              <a:off x="3946750" y="2476125"/>
              <a:ext cx="6075" cy="4200"/>
            </a:xfrm>
            <a:custGeom>
              <a:rect b="b" l="l" r="r" t="t"/>
              <a:pathLst>
                <a:path extrusionOk="0" h="168" w="243">
                  <a:moveTo>
                    <a:pt x="64" y="1"/>
                  </a:moveTo>
                  <a:lnTo>
                    <a:pt x="26" y="14"/>
                  </a:lnTo>
                  <a:lnTo>
                    <a:pt x="0" y="26"/>
                  </a:lnTo>
                  <a:lnTo>
                    <a:pt x="0" y="65"/>
                  </a:lnTo>
                  <a:lnTo>
                    <a:pt x="38" y="78"/>
                  </a:lnTo>
                  <a:lnTo>
                    <a:pt x="77" y="116"/>
                  </a:lnTo>
                  <a:lnTo>
                    <a:pt x="102" y="154"/>
                  </a:lnTo>
                  <a:lnTo>
                    <a:pt x="141" y="167"/>
                  </a:lnTo>
                  <a:lnTo>
                    <a:pt x="166" y="154"/>
                  </a:lnTo>
                  <a:lnTo>
                    <a:pt x="205" y="141"/>
                  </a:lnTo>
                  <a:lnTo>
                    <a:pt x="243" y="103"/>
                  </a:lnTo>
                  <a:lnTo>
                    <a:pt x="243" y="52"/>
                  </a:lnTo>
                  <a:lnTo>
                    <a:pt x="179" y="26"/>
                  </a:lnTo>
                  <a:lnTo>
                    <a:pt x="102" y="14"/>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8"/>
            <p:cNvSpPr/>
            <p:nvPr/>
          </p:nvSpPr>
          <p:spPr>
            <a:xfrm>
              <a:off x="3817975" y="2330425"/>
              <a:ext cx="127200" cy="69700"/>
            </a:xfrm>
            <a:custGeom>
              <a:rect b="b" l="l" r="r" t="t"/>
              <a:pathLst>
                <a:path extrusionOk="0" h="2788" w="5088">
                  <a:moveTo>
                    <a:pt x="3566" y="1"/>
                  </a:moveTo>
                  <a:lnTo>
                    <a:pt x="3477" y="244"/>
                  </a:lnTo>
                  <a:lnTo>
                    <a:pt x="3477" y="257"/>
                  </a:lnTo>
                  <a:lnTo>
                    <a:pt x="3196" y="474"/>
                  </a:lnTo>
                  <a:lnTo>
                    <a:pt x="3183" y="474"/>
                  </a:lnTo>
                  <a:lnTo>
                    <a:pt x="3068" y="499"/>
                  </a:lnTo>
                  <a:lnTo>
                    <a:pt x="3042" y="499"/>
                  </a:lnTo>
                  <a:lnTo>
                    <a:pt x="2863" y="359"/>
                  </a:lnTo>
                  <a:lnTo>
                    <a:pt x="2838" y="589"/>
                  </a:lnTo>
                  <a:lnTo>
                    <a:pt x="2812" y="614"/>
                  </a:lnTo>
                  <a:lnTo>
                    <a:pt x="2621" y="640"/>
                  </a:lnTo>
                  <a:lnTo>
                    <a:pt x="2595" y="781"/>
                  </a:lnTo>
                  <a:lnTo>
                    <a:pt x="2595" y="793"/>
                  </a:lnTo>
                  <a:lnTo>
                    <a:pt x="2391" y="972"/>
                  </a:lnTo>
                  <a:lnTo>
                    <a:pt x="2378" y="972"/>
                  </a:lnTo>
                  <a:lnTo>
                    <a:pt x="2148" y="985"/>
                  </a:lnTo>
                  <a:lnTo>
                    <a:pt x="2173" y="1138"/>
                  </a:lnTo>
                  <a:lnTo>
                    <a:pt x="2365" y="1547"/>
                  </a:lnTo>
                  <a:lnTo>
                    <a:pt x="2352" y="1586"/>
                  </a:lnTo>
                  <a:lnTo>
                    <a:pt x="2237" y="1650"/>
                  </a:lnTo>
                  <a:lnTo>
                    <a:pt x="2212" y="1650"/>
                  </a:lnTo>
                  <a:lnTo>
                    <a:pt x="2007" y="1535"/>
                  </a:lnTo>
                  <a:lnTo>
                    <a:pt x="1790" y="1483"/>
                  </a:lnTo>
                  <a:lnTo>
                    <a:pt x="1611" y="1701"/>
                  </a:lnTo>
                  <a:lnTo>
                    <a:pt x="1598" y="1714"/>
                  </a:lnTo>
                  <a:lnTo>
                    <a:pt x="1355" y="1739"/>
                  </a:lnTo>
                  <a:lnTo>
                    <a:pt x="946" y="1829"/>
                  </a:lnTo>
                  <a:lnTo>
                    <a:pt x="934" y="1829"/>
                  </a:lnTo>
                  <a:lnTo>
                    <a:pt x="767" y="1701"/>
                  </a:lnTo>
                  <a:lnTo>
                    <a:pt x="614" y="1688"/>
                  </a:lnTo>
                  <a:lnTo>
                    <a:pt x="640" y="1854"/>
                  </a:lnTo>
                  <a:lnTo>
                    <a:pt x="627" y="1867"/>
                  </a:lnTo>
                  <a:lnTo>
                    <a:pt x="563" y="1982"/>
                  </a:lnTo>
                  <a:lnTo>
                    <a:pt x="525" y="1995"/>
                  </a:lnTo>
                  <a:lnTo>
                    <a:pt x="116" y="1714"/>
                  </a:lnTo>
                  <a:lnTo>
                    <a:pt x="13" y="1726"/>
                  </a:lnTo>
                  <a:lnTo>
                    <a:pt x="64" y="1854"/>
                  </a:lnTo>
                  <a:lnTo>
                    <a:pt x="64" y="1880"/>
                  </a:lnTo>
                  <a:lnTo>
                    <a:pt x="1" y="1944"/>
                  </a:lnTo>
                  <a:lnTo>
                    <a:pt x="269" y="2327"/>
                  </a:lnTo>
                  <a:lnTo>
                    <a:pt x="512" y="2340"/>
                  </a:lnTo>
                  <a:lnTo>
                    <a:pt x="678" y="2199"/>
                  </a:lnTo>
                  <a:lnTo>
                    <a:pt x="703" y="2199"/>
                  </a:lnTo>
                  <a:lnTo>
                    <a:pt x="882" y="2263"/>
                  </a:lnTo>
                  <a:lnTo>
                    <a:pt x="1087" y="2123"/>
                  </a:lnTo>
                  <a:lnTo>
                    <a:pt x="1100" y="2110"/>
                  </a:lnTo>
                  <a:lnTo>
                    <a:pt x="1803" y="2033"/>
                  </a:lnTo>
                  <a:lnTo>
                    <a:pt x="1828" y="2059"/>
                  </a:lnTo>
                  <a:lnTo>
                    <a:pt x="1892" y="2378"/>
                  </a:lnTo>
                  <a:lnTo>
                    <a:pt x="2058" y="2519"/>
                  </a:lnTo>
                  <a:lnTo>
                    <a:pt x="2314" y="2493"/>
                  </a:lnTo>
                  <a:lnTo>
                    <a:pt x="2327" y="2506"/>
                  </a:lnTo>
                  <a:lnTo>
                    <a:pt x="2506" y="2595"/>
                  </a:lnTo>
                  <a:lnTo>
                    <a:pt x="2825" y="2634"/>
                  </a:lnTo>
                  <a:lnTo>
                    <a:pt x="2838" y="2647"/>
                  </a:lnTo>
                  <a:lnTo>
                    <a:pt x="3004" y="2787"/>
                  </a:lnTo>
                  <a:lnTo>
                    <a:pt x="3017" y="2774"/>
                  </a:lnTo>
                  <a:lnTo>
                    <a:pt x="3579" y="2749"/>
                  </a:lnTo>
                  <a:lnTo>
                    <a:pt x="3771" y="2531"/>
                  </a:lnTo>
                  <a:lnTo>
                    <a:pt x="3796" y="2531"/>
                  </a:lnTo>
                  <a:lnTo>
                    <a:pt x="4065" y="2493"/>
                  </a:lnTo>
                  <a:lnTo>
                    <a:pt x="4627" y="2174"/>
                  </a:lnTo>
                  <a:lnTo>
                    <a:pt x="4806" y="1496"/>
                  </a:lnTo>
                  <a:lnTo>
                    <a:pt x="4729" y="1356"/>
                  </a:lnTo>
                  <a:lnTo>
                    <a:pt x="4742" y="1317"/>
                  </a:lnTo>
                  <a:lnTo>
                    <a:pt x="4832" y="1253"/>
                  </a:lnTo>
                  <a:lnTo>
                    <a:pt x="4844" y="1253"/>
                  </a:lnTo>
                  <a:lnTo>
                    <a:pt x="5011" y="1228"/>
                  </a:lnTo>
                  <a:lnTo>
                    <a:pt x="5087" y="1164"/>
                  </a:lnTo>
                  <a:lnTo>
                    <a:pt x="5062" y="857"/>
                  </a:lnTo>
                  <a:lnTo>
                    <a:pt x="4793" y="551"/>
                  </a:lnTo>
                  <a:lnTo>
                    <a:pt x="4793" y="525"/>
                  </a:lnTo>
                  <a:lnTo>
                    <a:pt x="4883" y="257"/>
                  </a:lnTo>
                  <a:lnTo>
                    <a:pt x="4627" y="167"/>
                  </a:lnTo>
                  <a:lnTo>
                    <a:pt x="4154" y="231"/>
                  </a:lnTo>
                  <a:lnTo>
                    <a:pt x="4141" y="231"/>
                  </a:lnTo>
                  <a:lnTo>
                    <a:pt x="3720" y="14"/>
                  </a:lnTo>
                  <a:lnTo>
                    <a:pt x="35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8"/>
            <p:cNvSpPr/>
            <p:nvPr/>
          </p:nvSpPr>
          <p:spPr>
            <a:xfrm>
              <a:off x="3947375" y="2481575"/>
              <a:ext cx="8650" cy="2575"/>
            </a:xfrm>
            <a:custGeom>
              <a:rect b="b" l="l" r="r" t="t"/>
              <a:pathLst>
                <a:path extrusionOk="0" h="103" w="346">
                  <a:moveTo>
                    <a:pt x="39" y="0"/>
                  </a:moveTo>
                  <a:lnTo>
                    <a:pt x="13" y="38"/>
                  </a:lnTo>
                  <a:lnTo>
                    <a:pt x="1" y="64"/>
                  </a:lnTo>
                  <a:lnTo>
                    <a:pt x="13" y="77"/>
                  </a:lnTo>
                  <a:lnTo>
                    <a:pt x="39" y="90"/>
                  </a:lnTo>
                  <a:lnTo>
                    <a:pt x="77" y="102"/>
                  </a:lnTo>
                  <a:lnTo>
                    <a:pt x="116" y="90"/>
                  </a:lnTo>
                  <a:lnTo>
                    <a:pt x="295" y="64"/>
                  </a:lnTo>
                  <a:lnTo>
                    <a:pt x="346" y="13"/>
                  </a:lnTo>
                  <a:lnTo>
                    <a:pt x="154"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8"/>
            <p:cNvSpPr/>
            <p:nvPr/>
          </p:nvSpPr>
          <p:spPr>
            <a:xfrm>
              <a:off x="3952800" y="2486050"/>
              <a:ext cx="5775" cy="2250"/>
            </a:xfrm>
            <a:custGeom>
              <a:rect b="b" l="l" r="r" t="t"/>
              <a:pathLst>
                <a:path extrusionOk="0" h="90" w="231">
                  <a:moveTo>
                    <a:pt x="193" y="0"/>
                  </a:moveTo>
                  <a:lnTo>
                    <a:pt x="116" y="13"/>
                  </a:lnTo>
                  <a:lnTo>
                    <a:pt x="65" y="13"/>
                  </a:lnTo>
                  <a:lnTo>
                    <a:pt x="27" y="26"/>
                  </a:lnTo>
                  <a:lnTo>
                    <a:pt x="14" y="38"/>
                  </a:lnTo>
                  <a:lnTo>
                    <a:pt x="1" y="51"/>
                  </a:lnTo>
                  <a:lnTo>
                    <a:pt x="1" y="90"/>
                  </a:lnTo>
                  <a:lnTo>
                    <a:pt x="116" y="90"/>
                  </a:lnTo>
                  <a:lnTo>
                    <a:pt x="231" y="77"/>
                  </a:lnTo>
                  <a:lnTo>
                    <a:pt x="19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8"/>
            <p:cNvSpPr/>
            <p:nvPr/>
          </p:nvSpPr>
          <p:spPr>
            <a:xfrm>
              <a:off x="3889550" y="2386025"/>
              <a:ext cx="45725" cy="40300"/>
            </a:xfrm>
            <a:custGeom>
              <a:rect b="b" l="l" r="r" t="t"/>
              <a:pathLst>
                <a:path extrusionOk="0" h="1612" w="1829">
                  <a:moveTo>
                    <a:pt x="1764" y="1"/>
                  </a:moveTo>
                  <a:lnTo>
                    <a:pt x="1227" y="320"/>
                  </a:lnTo>
                  <a:lnTo>
                    <a:pt x="1215" y="320"/>
                  </a:lnTo>
                  <a:lnTo>
                    <a:pt x="946" y="359"/>
                  </a:lnTo>
                  <a:lnTo>
                    <a:pt x="742" y="563"/>
                  </a:lnTo>
                  <a:lnTo>
                    <a:pt x="729" y="576"/>
                  </a:lnTo>
                  <a:lnTo>
                    <a:pt x="154" y="601"/>
                  </a:lnTo>
                  <a:lnTo>
                    <a:pt x="0" y="704"/>
                  </a:lnTo>
                  <a:lnTo>
                    <a:pt x="64" y="1087"/>
                  </a:lnTo>
                  <a:lnTo>
                    <a:pt x="230" y="1279"/>
                  </a:lnTo>
                  <a:lnTo>
                    <a:pt x="230" y="1304"/>
                  </a:lnTo>
                  <a:lnTo>
                    <a:pt x="218" y="1432"/>
                  </a:lnTo>
                  <a:lnTo>
                    <a:pt x="192" y="1458"/>
                  </a:lnTo>
                  <a:lnTo>
                    <a:pt x="90" y="1471"/>
                  </a:lnTo>
                  <a:lnTo>
                    <a:pt x="64" y="1509"/>
                  </a:lnTo>
                  <a:lnTo>
                    <a:pt x="39" y="1534"/>
                  </a:lnTo>
                  <a:lnTo>
                    <a:pt x="13" y="1547"/>
                  </a:lnTo>
                  <a:lnTo>
                    <a:pt x="409" y="1611"/>
                  </a:lnTo>
                  <a:lnTo>
                    <a:pt x="550" y="1560"/>
                  </a:lnTo>
                  <a:lnTo>
                    <a:pt x="627" y="1407"/>
                  </a:lnTo>
                  <a:lnTo>
                    <a:pt x="665" y="1394"/>
                  </a:lnTo>
                  <a:lnTo>
                    <a:pt x="1023" y="1573"/>
                  </a:lnTo>
                  <a:lnTo>
                    <a:pt x="1151" y="1547"/>
                  </a:lnTo>
                  <a:lnTo>
                    <a:pt x="1151" y="1330"/>
                  </a:lnTo>
                  <a:lnTo>
                    <a:pt x="1163" y="1304"/>
                  </a:lnTo>
                  <a:lnTo>
                    <a:pt x="1393" y="1189"/>
                  </a:lnTo>
                  <a:lnTo>
                    <a:pt x="1483" y="1062"/>
                  </a:lnTo>
                  <a:lnTo>
                    <a:pt x="1304" y="806"/>
                  </a:lnTo>
                  <a:lnTo>
                    <a:pt x="1304" y="780"/>
                  </a:lnTo>
                  <a:lnTo>
                    <a:pt x="1419" y="665"/>
                  </a:lnTo>
                  <a:lnTo>
                    <a:pt x="1432" y="665"/>
                  </a:lnTo>
                  <a:lnTo>
                    <a:pt x="1649" y="601"/>
                  </a:lnTo>
                  <a:lnTo>
                    <a:pt x="1815" y="486"/>
                  </a:lnTo>
                  <a:lnTo>
                    <a:pt x="1828" y="205"/>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8"/>
            <p:cNvSpPr/>
            <p:nvPr/>
          </p:nvSpPr>
          <p:spPr>
            <a:xfrm>
              <a:off x="3902325" y="2446100"/>
              <a:ext cx="3550" cy="4500"/>
            </a:xfrm>
            <a:custGeom>
              <a:rect b="b" l="l" r="r" t="t"/>
              <a:pathLst>
                <a:path extrusionOk="0" h="180" w="142">
                  <a:moveTo>
                    <a:pt x="52" y="1"/>
                  </a:moveTo>
                  <a:lnTo>
                    <a:pt x="13" y="13"/>
                  </a:lnTo>
                  <a:lnTo>
                    <a:pt x="1" y="39"/>
                  </a:lnTo>
                  <a:lnTo>
                    <a:pt x="1" y="64"/>
                  </a:lnTo>
                  <a:lnTo>
                    <a:pt x="13" y="90"/>
                  </a:lnTo>
                  <a:lnTo>
                    <a:pt x="65" y="141"/>
                  </a:lnTo>
                  <a:lnTo>
                    <a:pt x="116" y="179"/>
                  </a:lnTo>
                  <a:lnTo>
                    <a:pt x="128" y="179"/>
                  </a:lnTo>
                  <a:lnTo>
                    <a:pt x="141" y="167"/>
                  </a:lnTo>
                  <a:lnTo>
                    <a:pt x="141" y="128"/>
                  </a:lnTo>
                  <a:lnTo>
                    <a:pt x="128" y="64"/>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8"/>
            <p:cNvSpPr/>
            <p:nvPr/>
          </p:nvSpPr>
          <p:spPr>
            <a:xfrm>
              <a:off x="3904250" y="2433650"/>
              <a:ext cx="4800" cy="4800"/>
            </a:xfrm>
            <a:custGeom>
              <a:rect b="b" l="l" r="r" t="t"/>
              <a:pathLst>
                <a:path extrusionOk="0" h="192" w="192">
                  <a:moveTo>
                    <a:pt x="64" y="0"/>
                  </a:moveTo>
                  <a:lnTo>
                    <a:pt x="0" y="26"/>
                  </a:lnTo>
                  <a:lnTo>
                    <a:pt x="0" y="38"/>
                  </a:lnTo>
                  <a:lnTo>
                    <a:pt x="26" y="90"/>
                  </a:lnTo>
                  <a:lnTo>
                    <a:pt x="103" y="192"/>
                  </a:lnTo>
                  <a:lnTo>
                    <a:pt x="154" y="192"/>
                  </a:lnTo>
                  <a:lnTo>
                    <a:pt x="179" y="166"/>
                  </a:lnTo>
                  <a:lnTo>
                    <a:pt x="192" y="128"/>
                  </a:lnTo>
                  <a:lnTo>
                    <a:pt x="192" y="90"/>
                  </a:lnTo>
                  <a:lnTo>
                    <a:pt x="179" y="64"/>
                  </a:lnTo>
                  <a:lnTo>
                    <a:pt x="154" y="26"/>
                  </a:lnTo>
                  <a:lnTo>
                    <a:pt x="128" y="13"/>
                  </a:lnTo>
                  <a:lnTo>
                    <a:pt x="90" y="13"/>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8"/>
            <p:cNvSpPr/>
            <p:nvPr/>
          </p:nvSpPr>
          <p:spPr>
            <a:xfrm>
              <a:off x="3902975" y="2438750"/>
              <a:ext cx="2250" cy="5450"/>
            </a:xfrm>
            <a:custGeom>
              <a:rect b="b" l="l" r="r" t="t"/>
              <a:pathLst>
                <a:path extrusionOk="0" h="218" w="90">
                  <a:moveTo>
                    <a:pt x="64" y="1"/>
                  </a:moveTo>
                  <a:lnTo>
                    <a:pt x="26" y="13"/>
                  </a:lnTo>
                  <a:lnTo>
                    <a:pt x="0" y="103"/>
                  </a:lnTo>
                  <a:lnTo>
                    <a:pt x="13" y="154"/>
                  </a:lnTo>
                  <a:lnTo>
                    <a:pt x="39" y="192"/>
                  </a:lnTo>
                  <a:lnTo>
                    <a:pt x="64" y="218"/>
                  </a:lnTo>
                  <a:lnTo>
                    <a:pt x="77" y="218"/>
                  </a:lnTo>
                  <a:lnTo>
                    <a:pt x="90" y="205"/>
                  </a:lnTo>
                  <a:lnTo>
                    <a:pt x="90" y="179"/>
                  </a:lnTo>
                  <a:lnTo>
                    <a:pt x="77"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8"/>
            <p:cNvSpPr/>
            <p:nvPr/>
          </p:nvSpPr>
          <p:spPr>
            <a:xfrm>
              <a:off x="4107775" y="2519600"/>
              <a:ext cx="4825" cy="4475"/>
            </a:xfrm>
            <a:custGeom>
              <a:rect b="b" l="l" r="r" t="t"/>
              <a:pathLst>
                <a:path extrusionOk="0" h="179" w="193">
                  <a:moveTo>
                    <a:pt x="103" y="0"/>
                  </a:moveTo>
                  <a:lnTo>
                    <a:pt x="90" y="13"/>
                  </a:lnTo>
                  <a:lnTo>
                    <a:pt x="52" y="26"/>
                  </a:lnTo>
                  <a:lnTo>
                    <a:pt x="26" y="38"/>
                  </a:lnTo>
                  <a:lnTo>
                    <a:pt x="13" y="64"/>
                  </a:lnTo>
                  <a:lnTo>
                    <a:pt x="1" y="90"/>
                  </a:lnTo>
                  <a:lnTo>
                    <a:pt x="1" y="115"/>
                  </a:lnTo>
                  <a:lnTo>
                    <a:pt x="26" y="153"/>
                  </a:lnTo>
                  <a:lnTo>
                    <a:pt x="64" y="166"/>
                  </a:lnTo>
                  <a:lnTo>
                    <a:pt x="141" y="179"/>
                  </a:lnTo>
                  <a:lnTo>
                    <a:pt x="167" y="166"/>
                  </a:lnTo>
                  <a:lnTo>
                    <a:pt x="192" y="141"/>
                  </a:lnTo>
                  <a:lnTo>
                    <a:pt x="180" y="102"/>
                  </a:lnTo>
                  <a:lnTo>
                    <a:pt x="167" y="64"/>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8"/>
            <p:cNvSpPr/>
            <p:nvPr/>
          </p:nvSpPr>
          <p:spPr>
            <a:xfrm>
              <a:off x="4122475" y="2601375"/>
              <a:ext cx="3550" cy="2900"/>
            </a:xfrm>
            <a:custGeom>
              <a:rect b="b" l="l" r="r" t="t"/>
              <a:pathLst>
                <a:path extrusionOk="0" h="116" w="142">
                  <a:moveTo>
                    <a:pt x="39" y="1"/>
                  </a:moveTo>
                  <a:lnTo>
                    <a:pt x="0" y="14"/>
                  </a:lnTo>
                  <a:lnTo>
                    <a:pt x="0" y="39"/>
                  </a:lnTo>
                  <a:lnTo>
                    <a:pt x="13" y="65"/>
                  </a:lnTo>
                  <a:lnTo>
                    <a:pt x="26" y="78"/>
                  </a:lnTo>
                  <a:lnTo>
                    <a:pt x="52" y="78"/>
                  </a:lnTo>
                  <a:lnTo>
                    <a:pt x="90" y="90"/>
                  </a:lnTo>
                  <a:lnTo>
                    <a:pt x="141" y="116"/>
                  </a:lnTo>
                  <a:lnTo>
                    <a:pt x="141" y="116"/>
                  </a:lnTo>
                  <a:lnTo>
                    <a:pt x="128" y="39"/>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8"/>
            <p:cNvSpPr/>
            <p:nvPr/>
          </p:nvSpPr>
          <p:spPr>
            <a:xfrm>
              <a:off x="4055050" y="2439400"/>
              <a:ext cx="135500" cy="70300"/>
            </a:xfrm>
            <a:custGeom>
              <a:rect b="b" l="l" r="r" t="t"/>
              <a:pathLst>
                <a:path extrusionOk="0" h="2812" w="5420">
                  <a:moveTo>
                    <a:pt x="167" y="0"/>
                  </a:moveTo>
                  <a:lnTo>
                    <a:pt x="1" y="281"/>
                  </a:lnTo>
                  <a:lnTo>
                    <a:pt x="14" y="473"/>
                  </a:lnTo>
                  <a:lnTo>
                    <a:pt x="154" y="729"/>
                  </a:lnTo>
                  <a:lnTo>
                    <a:pt x="486" y="908"/>
                  </a:lnTo>
                  <a:lnTo>
                    <a:pt x="499" y="920"/>
                  </a:lnTo>
                  <a:lnTo>
                    <a:pt x="563" y="1035"/>
                  </a:lnTo>
                  <a:lnTo>
                    <a:pt x="550" y="1061"/>
                  </a:lnTo>
                  <a:lnTo>
                    <a:pt x="180" y="1355"/>
                  </a:lnTo>
                  <a:lnTo>
                    <a:pt x="244" y="1943"/>
                  </a:lnTo>
                  <a:lnTo>
                    <a:pt x="627" y="2147"/>
                  </a:lnTo>
                  <a:lnTo>
                    <a:pt x="640" y="2160"/>
                  </a:lnTo>
                  <a:lnTo>
                    <a:pt x="793" y="2774"/>
                  </a:lnTo>
                  <a:lnTo>
                    <a:pt x="1138" y="2812"/>
                  </a:lnTo>
                  <a:lnTo>
                    <a:pt x="1522" y="2671"/>
                  </a:lnTo>
                  <a:lnTo>
                    <a:pt x="1777" y="2492"/>
                  </a:lnTo>
                  <a:lnTo>
                    <a:pt x="1931" y="2595"/>
                  </a:lnTo>
                  <a:lnTo>
                    <a:pt x="2148" y="2543"/>
                  </a:lnTo>
                  <a:lnTo>
                    <a:pt x="2429" y="2620"/>
                  </a:lnTo>
                  <a:lnTo>
                    <a:pt x="2749" y="2658"/>
                  </a:lnTo>
                  <a:lnTo>
                    <a:pt x="2991" y="2812"/>
                  </a:lnTo>
                  <a:lnTo>
                    <a:pt x="3158" y="2710"/>
                  </a:lnTo>
                  <a:lnTo>
                    <a:pt x="3055" y="2582"/>
                  </a:lnTo>
                  <a:lnTo>
                    <a:pt x="3209" y="2428"/>
                  </a:lnTo>
                  <a:lnTo>
                    <a:pt x="3515" y="2428"/>
                  </a:lnTo>
                  <a:lnTo>
                    <a:pt x="4270" y="2096"/>
                  </a:lnTo>
                  <a:lnTo>
                    <a:pt x="4640" y="2186"/>
                  </a:lnTo>
                  <a:lnTo>
                    <a:pt x="4845" y="2109"/>
                  </a:lnTo>
                  <a:lnTo>
                    <a:pt x="4781" y="2045"/>
                  </a:lnTo>
                  <a:lnTo>
                    <a:pt x="4500" y="1815"/>
                  </a:lnTo>
                  <a:lnTo>
                    <a:pt x="4602" y="1700"/>
                  </a:lnTo>
                  <a:lnTo>
                    <a:pt x="4794" y="1559"/>
                  </a:lnTo>
                  <a:lnTo>
                    <a:pt x="4794" y="1329"/>
                  </a:lnTo>
                  <a:lnTo>
                    <a:pt x="4921" y="1125"/>
                  </a:lnTo>
                  <a:lnTo>
                    <a:pt x="4998" y="1010"/>
                  </a:lnTo>
                  <a:lnTo>
                    <a:pt x="5292" y="971"/>
                  </a:lnTo>
                  <a:lnTo>
                    <a:pt x="5420" y="805"/>
                  </a:lnTo>
                  <a:lnTo>
                    <a:pt x="5369" y="562"/>
                  </a:lnTo>
                  <a:lnTo>
                    <a:pt x="5330" y="422"/>
                  </a:lnTo>
                  <a:lnTo>
                    <a:pt x="4998" y="473"/>
                  </a:lnTo>
                  <a:lnTo>
                    <a:pt x="4167" y="307"/>
                  </a:lnTo>
                  <a:lnTo>
                    <a:pt x="3490" y="230"/>
                  </a:lnTo>
                  <a:lnTo>
                    <a:pt x="3132" y="511"/>
                  </a:lnTo>
                  <a:lnTo>
                    <a:pt x="2800" y="793"/>
                  </a:lnTo>
                  <a:lnTo>
                    <a:pt x="1010" y="588"/>
                  </a:lnTo>
                  <a:lnTo>
                    <a:pt x="819" y="409"/>
                  </a:lnTo>
                  <a:lnTo>
                    <a:pt x="563" y="524"/>
                  </a:lnTo>
                  <a:lnTo>
                    <a:pt x="397" y="281"/>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8"/>
            <p:cNvSpPr/>
            <p:nvPr/>
          </p:nvSpPr>
          <p:spPr>
            <a:xfrm>
              <a:off x="3971025" y="2485075"/>
              <a:ext cx="15050" cy="9625"/>
            </a:xfrm>
            <a:custGeom>
              <a:rect b="b" l="l" r="r" t="t"/>
              <a:pathLst>
                <a:path extrusionOk="0" h="385" w="602">
                  <a:moveTo>
                    <a:pt x="90" y="1"/>
                  </a:moveTo>
                  <a:lnTo>
                    <a:pt x="0" y="77"/>
                  </a:lnTo>
                  <a:lnTo>
                    <a:pt x="64" y="141"/>
                  </a:lnTo>
                  <a:lnTo>
                    <a:pt x="154" y="192"/>
                  </a:lnTo>
                  <a:lnTo>
                    <a:pt x="256" y="231"/>
                  </a:lnTo>
                  <a:lnTo>
                    <a:pt x="358" y="231"/>
                  </a:lnTo>
                  <a:lnTo>
                    <a:pt x="384" y="256"/>
                  </a:lnTo>
                  <a:lnTo>
                    <a:pt x="409" y="282"/>
                  </a:lnTo>
                  <a:lnTo>
                    <a:pt x="486" y="346"/>
                  </a:lnTo>
                  <a:lnTo>
                    <a:pt x="537" y="384"/>
                  </a:lnTo>
                  <a:lnTo>
                    <a:pt x="601" y="295"/>
                  </a:lnTo>
                  <a:lnTo>
                    <a:pt x="473" y="244"/>
                  </a:lnTo>
                  <a:lnTo>
                    <a:pt x="448" y="231"/>
                  </a:lnTo>
                  <a:lnTo>
                    <a:pt x="384"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8"/>
            <p:cNvSpPr/>
            <p:nvPr/>
          </p:nvSpPr>
          <p:spPr>
            <a:xfrm>
              <a:off x="4028850" y="2488275"/>
              <a:ext cx="44775" cy="42525"/>
            </a:xfrm>
            <a:custGeom>
              <a:rect b="b" l="l" r="r" t="t"/>
              <a:pathLst>
                <a:path extrusionOk="0" h="1701" w="1791">
                  <a:moveTo>
                    <a:pt x="1240" y="1"/>
                  </a:moveTo>
                  <a:lnTo>
                    <a:pt x="1189" y="13"/>
                  </a:lnTo>
                  <a:lnTo>
                    <a:pt x="1062" y="64"/>
                  </a:lnTo>
                  <a:lnTo>
                    <a:pt x="1049" y="77"/>
                  </a:lnTo>
                  <a:lnTo>
                    <a:pt x="934" y="52"/>
                  </a:lnTo>
                  <a:lnTo>
                    <a:pt x="832" y="128"/>
                  </a:lnTo>
                  <a:lnTo>
                    <a:pt x="819" y="141"/>
                  </a:lnTo>
                  <a:lnTo>
                    <a:pt x="640" y="116"/>
                  </a:lnTo>
                  <a:lnTo>
                    <a:pt x="448" y="346"/>
                  </a:lnTo>
                  <a:lnTo>
                    <a:pt x="410" y="358"/>
                  </a:lnTo>
                  <a:lnTo>
                    <a:pt x="282" y="320"/>
                  </a:lnTo>
                  <a:lnTo>
                    <a:pt x="77" y="448"/>
                  </a:lnTo>
                  <a:lnTo>
                    <a:pt x="103" y="627"/>
                  </a:lnTo>
                  <a:lnTo>
                    <a:pt x="90" y="652"/>
                  </a:lnTo>
                  <a:lnTo>
                    <a:pt x="1" y="665"/>
                  </a:lnTo>
                  <a:lnTo>
                    <a:pt x="90" y="1202"/>
                  </a:lnTo>
                  <a:lnTo>
                    <a:pt x="384" y="1688"/>
                  </a:lnTo>
                  <a:lnTo>
                    <a:pt x="499" y="1700"/>
                  </a:lnTo>
                  <a:lnTo>
                    <a:pt x="857" y="1534"/>
                  </a:lnTo>
                  <a:lnTo>
                    <a:pt x="1177" y="1279"/>
                  </a:lnTo>
                  <a:lnTo>
                    <a:pt x="1189" y="1266"/>
                  </a:lnTo>
                  <a:lnTo>
                    <a:pt x="1611" y="1189"/>
                  </a:lnTo>
                  <a:lnTo>
                    <a:pt x="1790" y="857"/>
                  </a:lnTo>
                  <a:lnTo>
                    <a:pt x="1637" y="231"/>
                  </a:lnTo>
                  <a:lnTo>
                    <a:pt x="1253" y="26"/>
                  </a:lnTo>
                  <a:lnTo>
                    <a:pt x="1240" y="13"/>
                  </a:lnTo>
                  <a:lnTo>
                    <a:pt x="124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8"/>
            <p:cNvSpPr/>
            <p:nvPr/>
          </p:nvSpPr>
          <p:spPr>
            <a:xfrm>
              <a:off x="3939075" y="2304550"/>
              <a:ext cx="108650" cy="54975"/>
            </a:xfrm>
            <a:custGeom>
              <a:rect b="b" l="l" r="r" t="t"/>
              <a:pathLst>
                <a:path extrusionOk="0" h="2199" w="4346">
                  <a:moveTo>
                    <a:pt x="1713" y="1"/>
                  </a:moveTo>
                  <a:lnTo>
                    <a:pt x="1432" y="282"/>
                  </a:lnTo>
                  <a:lnTo>
                    <a:pt x="1317" y="768"/>
                  </a:lnTo>
                  <a:lnTo>
                    <a:pt x="793" y="934"/>
                  </a:lnTo>
                  <a:lnTo>
                    <a:pt x="90" y="1279"/>
                  </a:lnTo>
                  <a:lnTo>
                    <a:pt x="0" y="1560"/>
                  </a:lnTo>
                  <a:lnTo>
                    <a:pt x="269" y="1867"/>
                  </a:lnTo>
                  <a:lnTo>
                    <a:pt x="269" y="1879"/>
                  </a:lnTo>
                  <a:lnTo>
                    <a:pt x="282" y="1969"/>
                  </a:lnTo>
                  <a:lnTo>
                    <a:pt x="499" y="2135"/>
                  </a:lnTo>
                  <a:lnTo>
                    <a:pt x="780" y="2199"/>
                  </a:lnTo>
                  <a:lnTo>
                    <a:pt x="1483" y="2084"/>
                  </a:lnTo>
                  <a:lnTo>
                    <a:pt x="1432" y="1637"/>
                  </a:lnTo>
                  <a:lnTo>
                    <a:pt x="1470" y="1611"/>
                  </a:lnTo>
                  <a:lnTo>
                    <a:pt x="1585" y="1624"/>
                  </a:lnTo>
                  <a:lnTo>
                    <a:pt x="1854" y="1573"/>
                  </a:lnTo>
                  <a:lnTo>
                    <a:pt x="2033" y="1368"/>
                  </a:lnTo>
                  <a:lnTo>
                    <a:pt x="2058" y="1355"/>
                  </a:lnTo>
                  <a:lnTo>
                    <a:pt x="2224" y="1407"/>
                  </a:lnTo>
                  <a:lnTo>
                    <a:pt x="2301" y="1394"/>
                  </a:lnTo>
                  <a:lnTo>
                    <a:pt x="2569" y="1049"/>
                  </a:lnTo>
                  <a:lnTo>
                    <a:pt x="2582" y="1036"/>
                  </a:lnTo>
                  <a:lnTo>
                    <a:pt x="3170" y="972"/>
                  </a:lnTo>
                  <a:lnTo>
                    <a:pt x="3196" y="972"/>
                  </a:lnTo>
                  <a:lnTo>
                    <a:pt x="3387" y="1113"/>
                  </a:lnTo>
                  <a:lnTo>
                    <a:pt x="3579" y="1062"/>
                  </a:lnTo>
                  <a:lnTo>
                    <a:pt x="3630" y="1062"/>
                  </a:lnTo>
                  <a:lnTo>
                    <a:pt x="3796" y="1177"/>
                  </a:lnTo>
                  <a:lnTo>
                    <a:pt x="4346" y="653"/>
                  </a:lnTo>
                  <a:lnTo>
                    <a:pt x="4346" y="640"/>
                  </a:lnTo>
                  <a:lnTo>
                    <a:pt x="4154" y="486"/>
                  </a:lnTo>
                  <a:lnTo>
                    <a:pt x="3898" y="525"/>
                  </a:lnTo>
                  <a:lnTo>
                    <a:pt x="3758" y="435"/>
                  </a:lnTo>
                  <a:lnTo>
                    <a:pt x="3387" y="295"/>
                  </a:lnTo>
                  <a:lnTo>
                    <a:pt x="3106" y="461"/>
                  </a:lnTo>
                  <a:lnTo>
                    <a:pt x="2876" y="167"/>
                  </a:lnTo>
                  <a:lnTo>
                    <a:pt x="2684" y="167"/>
                  </a:lnTo>
                  <a:lnTo>
                    <a:pt x="2582" y="397"/>
                  </a:lnTo>
                  <a:lnTo>
                    <a:pt x="1994" y="167"/>
                  </a:lnTo>
                  <a:lnTo>
                    <a:pt x="17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8"/>
            <p:cNvSpPr/>
            <p:nvPr/>
          </p:nvSpPr>
          <p:spPr>
            <a:xfrm>
              <a:off x="3884750" y="2197525"/>
              <a:ext cx="8325" cy="8325"/>
            </a:xfrm>
            <a:custGeom>
              <a:rect b="b" l="l" r="r" t="t"/>
              <a:pathLst>
                <a:path extrusionOk="0" h="333" w="333">
                  <a:moveTo>
                    <a:pt x="1" y="0"/>
                  </a:moveTo>
                  <a:lnTo>
                    <a:pt x="26" y="26"/>
                  </a:lnTo>
                  <a:lnTo>
                    <a:pt x="52" y="51"/>
                  </a:lnTo>
                  <a:lnTo>
                    <a:pt x="90" y="102"/>
                  </a:lnTo>
                  <a:lnTo>
                    <a:pt x="103" y="128"/>
                  </a:lnTo>
                  <a:lnTo>
                    <a:pt x="128" y="154"/>
                  </a:lnTo>
                  <a:lnTo>
                    <a:pt x="116" y="166"/>
                  </a:lnTo>
                  <a:lnTo>
                    <a:pt x="116" y="179"/>
                  </a:lnTo>
                  <a:lnTo>
                    <a:pt x="90" y="205"/>
                  </a:lnTo>
                  <a:lnTo>
                    <a:pt x="90" y="217"/>
                  </a:lnTo>
                  <a:lnTo>
                    <a:pt x="90" y="243"/>
                  </a:lnTo>
                  <a:lnTo>
                    <a:pt x="128" y="269"/>
                  </a:lnTo>
                  <a:lnTo>
                    <a:pt x="205" y="320"/>
                  </a:lnTo>
                  <a:lnTo>
                    <a:pt x="244" y="333"/>
                  </a:lnTo>
                  <a:lnTo>
                    <a:pt x="269" y="307"/>
                  </a:lnTo>
                  <a:lnTo>
                    <a:pt x="320" y="269"/>
                  </a:lnTo>
                  <a:lnTo>
                    <a:pt x="333" y="256"/>
                  </a:lnTo>
                  <a:lnTo>
                    <a:pt x="269" y="166"/>
                  </a:lnTo>
                  <a:lnTo>
                    <a:pt x="180" y="90"/>
                  </a:lnTo>
                  <a:lnTo>
                    <a:pt x="103" y="13"/>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8"/>
            <p:cNvSpPr/>
            <p:nvPr/>
          </p:nvSpPr>
          <p:spPr>
            <a:xfrm>
              <a:off x="3876775" y="2186025"/>
              <a:ext cx="8650" cy="7375"/>
            </a:xfrm>
            <a:custGeom>
              <a:rect b="b" l="l" r="r" t="t"/>
              <a:pathLst>
                <a:path extrusionOk="0" h="295" w="346">
                  <a:moveTo>
                    <a:pt x="0" y="0"/>
                  </a:moveTo>
                  <a:lnTo>
                    <a:pt x="0" y="38"/>
                  </a:lnTo>
                  <a:lnTo>
                    <a:pt x="0" y="90"/>
                  </a:lnTo>
                  <a:lnTo>
                    <a:pt x="90" y="102"/>
                  </a:lnTo>
                  <a:lnTo>
                    <a:pt x="141" y="115"/>
                  </a:lnTo>
                  <a:lnTo>
                    <a:pt x="179" y="128"/>
                  </a:lnTo>
                  <a:lnTo>
                    <a:pt x="192" y="166"/>
                  </a:lnTo>
                  <a:lnTo>
                    <a:pt x="217" y="205"/>
                  </a:lnTo>
                  <a:lnTo>
                    <a:pt x="230" y="243"/>
                  </a:lnTo>
                  <a:lnTo>
                    <a:pt x="256" y="281"/>
                  </a:lnTo>
                  <a:lnTo>
                    <a:pt x="345" y="294"/>
                  </a:lnTo>
                  <a:lnTo>
                    <a:pt x="345" y="294"/>
                  </a:lnTo>
                  <a:lnTo>
                    <a:pt x="320" y="153"/>
                  </a:lnTo>
                  <a:lnTo>
                    <a:pt x="307" y="77"/>
                  </a:lnTo>
                  <a:lnTo>
                    <a:pt x="294" y="13"/>
                  </a:lnTo>
                  <a:lnTo>
                    <a:pt x="141" y="13"/>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8"/>
            <p:cNvSpPr/>
            <p:nvPr/>
          </p:nvSpPr>
          <p:spPr>
            <a:xfrm>
              <a:off x="3934925" y="2330125"/>
              <a:ext cx="108975" cy="80225"/>
            </a:xfrm>
            <a:custGeom>
              <a:rect b="b" l="l" r="r" t="t"/>
              <a:pathLst>
                <a:path extrusionOk="0" h="3209" w="4359">
                  <a:moveTo>
                    <a:pt x="3336" y="0"/>
                  </a:moveTo>
                  <a:lnTo>
                    <a:pt x="2774" y="64"/>
                  </a:lnTo>
                  <a:lnTo>
                    <a:pt x="2492" y="409"/>
                  </a:lnTo>
                  <a:lnTo>
                    <a:pt x="2480" y="422"/>
                  </a:lnTo>
                  <a:lnTo>
                    <a:pt x="2390" y="435"/>
                  </a:lnTo>
                  <a:lnTo>
                    <a:pt x="2377" y="435"/>
                  </a:lnTo>
                  <a:lnTo>
                    <a:pt x="2224" y="384"/>
                  </a:lnTo>
                  <a:lnTo>
                    <a:pt x="2058" y="588"/>
                  </a:lnTo>
                  <a:lnTo>
                    <a:pt x="2045" y="588"/>
                  </a:lnTo>
                  <a:lnTo>
                    <a:pt x="1764" y="652"/>
                  </a:lnTo>
                  <a:lnTo>
                    <a:pt x="1751" y="652"/>
                  </a:lnTo>
                  <a:lnTo>
                    <a:pt x="1662" y="639"/>
                  </a:lnTo>
                  <a:lnTo>
                    <a:pt x="1700" y="1087"/>
                  </a:lnTo>
                  <a:lnTo>
                    <a:pt x="1687" y="1112"/>
                  </a:lnTo>
                  <a:lnTo>
                    <a:pt x="946" y="1227"/>
                  </a:lnTo>
                  <a:lnTo>
                    <a:pt x="933" y="1227"/>
                  </a:lnTo>
                  <a:lnTo>
                    <a:pt x="652" y="1163"/>
                  </a:lnTo>
                  <a:lnTo>
                    <a:pt x="639" y="1150"/>
                  </a:lnTo>
                  <a:lnTo>
                    <a:pt x="448" y="1010"/>
                  </a:lnTo>
                  <a:lnTo>
                    <a:pt x="448" y="1010"/>
                  </a:lnTo>
                  <a:lnTo>
                    <a:pt x="460" y="1189"/>
                  </a:lnTo>
                  <a:lnTo>
                    <a:pt x="448" y="1214"/>
                  </a:lnTo>
                  <a:lnTo>
                    <a:pt x="358" y="1278"/>
                  </a:lnTo>
                  <a:lnTo>
                    <a:pt x="345" y="1291"/>
                  </a:lnTo>
                  <a:lnTo>
                    <a:pt x="179" y="1317"/>
                  </a:lnTo>
                  <a:lnTo>
                    <a:pt x="102" y="1355"/>
                  </a:lnTo>
                  <a:lnTo>
                    <a:pt x="179" y="1483"/>
                  </a:lnTo>
                  <a:lnTo>
                    <a:pt x="179" y="1508"/>
                  </a:lnTo>
                  <a:lnTo>
                    <a:pt x="0" y="2198"/>
                  </a:lnTo>
                  <a:lnTo>
                    <a:pt x="64" y="2428"/>
                  </a:lnTo>
                  <a:lnTo>
                    <a:pt x="409" y="2671"/>
                  </a:lnTo>
                  <a:lnTo>
                    <a:pt x="422" y="2684"/>
                  </a:lnTo>
                  <a:lnTo>
                    <a:pt x="486" y="2863"/>
                  </a:lnTo>
                  <a:lnTo>
                    <a:pt x="1112" y="3208"/>
                  </a:lnTo>
                  <a:lnTo>
                    <a:pt x="1598" y="3144"/>
                  </a:lnTo>
                  <a:lnTo>
                    <a:pt x="2096" y="2889"/>
                  </a:lnTo>
                  <a:lnTo>
                    <a:pt x="2275" y="2620"/>
                  </a:lnTo>
                  <a:lnTo>
                    <a:pt x="2288" y="2607"/>
                  </a:lnTo>
                  <a:lnTo>
                    <a:pt x="2544" y="2556"/>
                  </a:lnTo>
                  <a:lnTo>
                    <a:pt x="2569" y="2569"/>
                  </a:lnTo>
                  <a:lnTo>
                    <a:pt x="2620" y="2607"/>
                  </a:lnTo>
                  <a:lnTo>
                    <a:pt x="2953" y="2595"/>
                  </a:lnTo>
                  <a:lnTo>
                    <a:pt x="3272" y="2403"/>
                  </a:lnTo>
                  <a:lnTo>
                    <a:pt x="3477" y="1828"/>
                  </a:lnTo>
                  <a:lnTo>
                    <a:pt x="3783" y="1393"/>
                  </a:lnTo>
                  <a:lnTo>
                    <a:pt x="3758" y="1048"/>
                  </a:lnTo>
                  <a:lnTo>
                    <a:pt x="3771" y="1023"/>
                  </a:lnTo>
                  <a:lnTo>
                    <a:pt x="3937" y="933"/>
                  </a:lnTo>
                  <a:lnTo>
                    <a:pt x="4077" y="550"/>
                  </a:lnTo>
                  <a:lnTo>
                    <a:pt x="4103" y="537"/>
                  </a:lnTo>
                  <a:lnTo>
                    <a:pt x="4320" y="486"/>
                  </a:lnTo>
                  <a:lnTo>
                    <a:pt x="4358" y="435"/>
                  </a:lnTo>
                  <a:lnTo>
                    <a:pt x="3758" y="90"/>
                  </a:lnTo>
                  <a:lnTo>
                    <a:pt x="3566" y="141"/>
                  </a:lnTo>
                  <a:lnTo>
                    <a:pt x="3540" y="128"/>
                  </a:lnTo>
                  <a:lnTo>
                    <a:pt x="333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8"/>
            <p:cNvSpPr/>
            <p:nvPr/>
          </p:nvSpPr>
          <p:spPr>
            <a:xfrm>
              <a:off x="4017025" y="2561125"/>
              <a:ext cx="10900" cy="8025"/>
            </a:xfrm>
            <a:custGeom>
              <a:rect b="b" l="l" r="r" t="t"/>
              <a:pathLst>
                <a:path extrusionOk="0" h="321" w="436">
                  <a:moveTo>
                    <a:pt x="52" y="1"/>
                  </a:moveTo>
                  <a:lnTo>
                    <a:pt x="14" y="39"/>
                  </a:lnTo>
                  <a:lnTo>
                    <a:pt x="1" y="52"/>
                  </a:lnTo>
                  <a:lnTo>
                    <a:pt x="1" y="77"/>
                  </a:lnTo>
                  <a:lnTo>
                    <a:pt x="14" y="103"/>
                  </a:lnTo>
                  <a:lnTo>
                    <a:pt x="39" y="116"/>
                  </a:lnTo>
                  <a:lnTo>
                    <a:pt x="78" y="116"/>
                  </a:lnTo>
                  <a:lnTo>
                    <a:pt x="116" y="128"/>
                  </a:lnTo>
                  <a:lnTo>
                    <a:pt x="154" y="154"/>
                  </a:lnTo>
                  <a:lnTo>
                    <a:pt x="180" y="192"/>
                  </a:lnTo>
                  <a:lnTo>
                    <a:pt x="193" y="218"/>
                  </a:lnTo>
                  <a:lnTo>
                    <a:pt x="205" y="256"/>
                  </a:lnTo>
                  <a:lnTo>
                    <a:pt x="218" y="282"/>
                  </a:lnTo>
                  <a:lnTo>
                    <a:pt x="244" y="294"/>
                  </a:lnTo>
                  <a:lnTo>
                    <a:pt x="333" y="320"/>
                  </a:lnTo>
                  <a:lnTo>
                    <a:pt x="435" y="320"/>
                  </a:lnTo>
                  <a:lnTo>
                    <a:pt x="435" y="294"/>
                  </a:lnTo>
                  <a:lnTo>
                    <a:pt x="423" y="282"/>
                  </a:lnTo>
                  <a:lnTo>
                    <a:pt x="397" y="256"/>
                  </a:lnTo>
                  <a:lnTo>
                    <a:pt x="346" y="243"/>
                  </a:lnTo>
                  <a:lnTo>
                    <a:pt x="308" y="231"/>
                  </a:lnTo>
                  <a:lnTo>
                    <a:pt x="295" y="205"/>
                  </a:lnTo>
                  <a:lnTo>
                    <a:pt x="295" y="179"/>
                  </a:lnTo>
                  <a:lnTo>
                    <a:pt x="282" y="141"/>
                  </a:lnTo>
                  <a:lnTo>
                    <a:pt x="256" y="90"/>
                  </a:lnTo>
                  <a:lnTo>
                    <a:pt x="218" y="64"/>
                  </a:lnTo>
                  <a:lnTo>
                    <a:pt x="11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8"/>
            <p:cNvSpPr/>
            <p:nvPr/>
          </p:nvSpPr>
          <p:spPr>
            <a:xfrm>
              <a:off x="3672275" y="2551225"/>
              <a:ext cx="23675" cy="16000"/>
            </a:xfrm>
            <a:custGeom>
              <a:rect b="b" l="l" r="r" t="t"/>
              <a:pathLst>
                <a:path extrusionOk="0" h="640" w="947">
                  <a:moveTo>
                    <a:pt x="640" y="0"/>
                  </a:moveTo>
                  <a:lnTo>
                    <a:pt x="486" y="26"/>
                  </a:lnTo>
                  <a:lnTo>
                    <a:pt x="410" y="39"/>
                  </a:lnTo>
                  <a:lnTo>
                    <a:pt x="346" y="77"/>
                  </a:lnTo>
                  <a:lnTo>
                    <a:pt x="256" y="141"/>
                  </a:lnTo>
                  <a:lnTo>
                    <a:pt x="179" y="166"/>
                  </a:lnTo>
                  <a:lnTo>
                    <a:pt x="1" y="218"/>
                  </a:lnTo>
                  <a:lnTo>
                    <a:pt x="77" y="307"/>
                  </a:lnTo>
                  <a:lnTo>
                    <a:pt x="116" y="345"/>
                  </a:lnTo>
                  <a:lnTo>
                    <a:pt x="167" y="371"/>
                  </a:lnTo>
                  <a:lnTo>
                    <a:pt x="205" y="384"/>
                  </a:lnTo>
                  <a:lnTo>
                    <a:pt x="243" y="371"/>
                  </a:lnTo>
                  <a:lnTo>
                    <a:pt x="294" y="358"/>
                  </a:lnTo>
                  <a:lnTo>
                    <a:pt x="346" y="307"/>
                  </a:lnTo>
                  <a:lnTo>
                    <a:pt x="371" y="333"/>
                  </a:lnTo>
                  <a:lnTo>
                    <a:pt x="384" y="371"/>
                  </a:lnTo>
                  <a:lnTo>
                    <a:pt x="384" y="460"/>
                  </a:lnTo>
                  <a:lnTo>
                    <a:pt x="397" y="537"/>
                  </a:lnTo>
                  <a:lnTo>
                    <a:pt x="422" y="563"/>
                  </a:lnTo>
                  <a:lnTo>
                    <a:pt x="448" y="575"/>
                  </a:lnTo>
                  <a:lnTo>
                    <a:pt x="473" y="588"/>
                  </a:lnTo>
                  <a:lnTo>
                    <a:pt x="512" y="575"/>
                  </a:lnTo>
                  <a:lnTo>
                    <a:pt x="588" y="575"/>
                  </a:lnTo>
                  <a:lnTo>
                    <a:pt x="665" y="601"/>
                  </a:lnTo>
                  <a:lnTo>
                    <a:pt x="729" y="639"/>
                  </a:lnTo>
                  <a:lnTo>
                    <a:pt x="755" y="575"/>
                  </a:lnTo>
                  <a:lnTo>
                    <a:pt x="767" y="499"/>
                  </a:lnTo>
                  <a:lnTo>
                    <a:pt x="793" y="422"/>
                  </a:lnTo>
                  <a:lnTo>
                    <a:pt x="819" y="371"/>
                  </a:lnTo>
                  <a:lnTo>
                    <a:pt x="857" y="345"/>
                  </a:lnTo>
                  <a:lnTo>
                    <a:pt x="882" y="333"/>
                  </a:lnTo>
                  <a:lnTo>
                    <a:pt x="921" y="320"/>
                  </a:lnTo>
                  <a:lnTo>
                    <a:pt x="946" y="307"/>
                  </a:lnTo>
                  <a:lnTo>
                    <a:pt x="946" y="269"/>
                  </a:lnTo>
                  <a:lnTo>
                    <a:pt x="934" y="230"/>
                  </a:lnTo>
                  <a:lnTo>
                    <a:pt x="921" y="166"/>
                  </a:lnTo>
                  <a:lnTo>
                    <a:pt x="793" y="179"/>
                  </a:lnTo>
                  <a:lnTo>
                    <a:pt x="793" y="115"/>
                  </a:lnTo>
                  <a:lnTo>
                    <a:pt x="780" y="77"/>
                  </a:lnTo>
                  <a:lnTo>
                    <a:pt x="755" y="51"/>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8"/>
            <p:cNvSpPr/>
            <p:nvPr/>
          </p:nvSpPr>
          <p:spPr>
            <a:xfrm>
              <a:off x="4097225" y="2637175"/>
              <a:ext cx="4500" cy="5775"/>
            </a:xfrm>
            <a:custGeom>
              <a:rect b="b" l="l" r="r" t="t"/>
              <a:pathLst>
                <a:path extrusionOk="0" h="231" w="180">
                  <a:moveTo>
                    <a:pt x="39" y="0"/>
                  </a:moveTo>
                  <a:lnTo>
                    <a:pt x="26" y="64"/>
                  </a:lnTo>
                  <a:lnTo>
                    <a:pt x="1" y="128"/>
                  </a:lnTo>
                  <a:lnTo>
                    <a:pt x="1" y="166"/>
                  </a:lnTo>
                  <a:lnTo>
                    <a:pt x="14" y="205"/>
                  </a:lnTo>
                  <a:lnTo>
                    <a:pt x="39" y="218"/>
                  </a:lnTo>
                  <a:lnTo>
                    <a:pt x="78" y="230"/>
                  </a:lnTo>
                  <a:lnTo>
                    <a:pt x="116" y="230"/>
                  </a:lnTo>
                  <a:lnTo>
                    <a:pt x="141" y="218"/>
                  </a:lnTo>
                  <a:lnTo>
                    <a:pt x="167" y="192"/>
                  </a:lnTo>
                  <a:lnTo>
                    <a:pt x="180" y="166"/>
                  </a:lnTo>
                  <a:lnTo>
                    <a:pt x="180" y="128"/>
                  </a:lnTo>
                  <a:lnTo>
                    <a:pt x="167" y="103"/>
                  </a:lnTo>
                  <a:lnTo>
                    <a:pt x="103" y="64"/>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8"/>
            <p:cNvSpPr/>
            <p:nvPr/>
          </p:nvSpPr>
          <p:spPr>
            <a:xfrm>
              <a:off x="3917975" y="2170050"/>
              <a:ext cx="5475" cy="6725"/>
            </a:xfrm>
            <a:custGeom>
              <a:rect b="b" l="l" r="r" t="t"/>
              <a:pathLst>
                <a:path extrusionOk="0" h="269" w="219">
                  <a:moveTo>
                    <a:pt x="52" y="0"/>
                  </a:moveTo>
                  <a:lnTo>
                    <a:pt x="26" y="13"/>
                  </a:lnTo>
                  <a:lnTo>
                    <a:pt x="14" y="38"/>
                  </a:lnTo>
                  <a:lnTo>
                    <a:pt x="1" y="102"/>
                  </a:lnTo>
                  <a:lnTo>
                    <a:pt x="14" y="179"/>
                  </a:lnTo>
                  <a:lnTo>
                    <a:pt x="26" y="230"/>
                  </a:lnTo>
                  <a:lnTo>
                    <a:pt x="39" y="256"/>
                  </a:lnTo>
                  <a:lnTo>
                    <a:pt x="52" y="268"/>
                  </a:lnTo>
                  <a:lnTo>
                    <a:pt x="116" y="256"/>
                  </a:lnTo>
                  <a:lnTo>
                    <a:pt x="218" y="243"/>
                  </a:lnTo>
                  <a:lnTo>
                    <a:pt x="218" y="192"/>
                  </a:lnTo>
                  <a:lnTo>
                    <a:pt x="218" y="12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8"/>
            <p:cNvSpPr/>
            <p:nvPr/>
          </p:nvSpPr>
          <p:spPr>
            <a:xfrm>
              <a:off x="4039400" y="2594350"/>
              <a:ext cx="6100" cy="7375"/>
            </a:xfrm>
            <a:custGeom>
              <a:rect b="b" l="l" r="r" t="t"/>
              <a:pathLst>
                <a:path extrusionOk="0" h="295" w="244">
                  <a:moveTo>
                    <a:pt x="90" y="1"/>
                  </a:moveTo>
                  <a:lnTo>
                    <a:pt x="52" y="39"/>
                  </a:lnTo>
                  <a:lnTo>
                    <a:pt x="26" y="90"/>
                  </a:lnTo>
                  <a:lnTo>
                    <a:pt x="1" y="116"/>
                  </a:lnTo>
                  <a:lnTo>
                    <a:pt x="1" y="167"/>
                  </a:lnTo>
                  <a:lnTo>
                    <a:pt x="13" y="205"/>
                  </a:lnTo>
                  <a:lnTo>
                    <a:pt x="13" y="218"/>
                  </a:lnTo>
                  <a:lnTo>
                    <a:pt x="26" y="231"/>
                  </a:lnTo>
                  <a:lnTo>
                    <a:pt x="64" y="244"/>
                  </a:lnTo>
                  <a:lnTo>
                    <a:pt x="103" y="244"/>
                  </a:lnTo>
                  <a:lnTo>
                    <a:pt x="141" y="269"/>
                  </a:lnTo>
                  <a:lnTo>
                    <a:pt x="192" y="295"/>
                  </a:lnTo>
                  <a:lnTo>
                    <a:pt x="231" y="295"/>
                  </a:lnTo>
                  <a:lnTo>
                    <a:pt x="243" y="256"/>
                  </a:lnTo>
                  <a:lnTo>
                    <a:pt x="243" y="218"/>
                  </a:lnTo>
                  <a:lnTo>
                    <a:pt x="205" y="180"/>
                  </a:lnTo>
                  <a:lnTo>
                    <a:pt x="167" y="141"/>
                  </a:lnTo>
                  <a:lnTo>
                    <a:pt x="154" y="116"/>
                  </a:lnTo>
                  <a:lnTo>
                    <a:pt x="141"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8"/>
            <p:cNvSpPr/>
            <p:nvPr/>
          </p:nvSpPr>
          <p:spPr>
            <a:xfrm>
              <a:off x="3960475" y="2484125"/>
              <a:ext cx="7700" cy="4500"/>
            </a:xfrm>
            <a:custGeom>
              <a:rect b="b" l="l" r="r" t="t"/>
              <a:pathLst>
                <a:path extrusionOk="0" h="180" w="308">
                  <a:moveTo>
                    <a:pt x="1" y="0"/>
                  </a:moveTo>
                  <a:lnTo>
                    <a:pt x="1" y="13"/>
                  </a:lnTo>
                  <a:lnTo>
                    <a:pt x="1" y="39"/>
                  </a:lnTo>
                  <a:lnTo>
                    <a:pt x="26" y="52"/>
                  </a:lnTo>
                  <a:lnTo>
                    <a:pt x="65" y="64"/>
                  </a:lnTo>
                  <a:lnTo>
                    <a:pt x="154" y="103"/>
                  </a:lnTo>
                  <a:lnTo>
                    <a:pt x="295" y="179"/>
                  </a:lnTo>
                  <a:lnTo>
                    <a:pt x="307" y="154"/>
                  </a:lnTo>
                  <a:lnTo>
                    <a:pt x="307" y="141"/>
                  </a:lnTo>
                  <a:lnTo>
                    <a:pt x="295" y="115"/>
                  </a:lnTo>
                  <a:lnTo>
                    <a:pt x="269" y="77"/>
                  </a:lnTo>
                  <a:lnTo>
                    <a:pt x="218" y="64"/>
                  </a:lnTo>
                  <a:lnTo>
                    <a:pt x="129" y="26"/>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8"/>
            <p:cNvSpPr/>
            <p:nvPr/>
          </p:nvSpPr>
          <p:spPr>
            <a:xfrm>
              <a:off x="4038750" y="2583500"/>
              <a:ext cx="3875" cy="5450"/>
            </a:xfrm>
            <a:custGeom>
              <a:rect b="b" l="l" r="r" t="t"/>
              <a:pathLst>
                <a:path extrusionOk="0" h="218" w="155">
                  <a:moveTo>
                    <a:pt x="90" y="0"/>
                  </a:moveTo>
                  <a:lnTo>
                    <a:pt x="78" y="39"/>
                  </a:lnTo>
                  <a:lnTo>
                    <a:pt x="52" y="77"/>
                  </a:lnTo>
                  <a:lnTo>
                    <a:pt x="27" y="115"/>
                  </a:lnTo>
                  <a:lnTo>
                    <a:pt x="14" y="154"/>
                  </a:lnTo>
                  <a:lnTo>
                    <a:pt x="1" y="166"/>
                  </a:lnTo>
                  <a:lnTo>
                    <a:pt x="1" y="192"/>
                  </a:lnTo>
                  <a:lnTo>
                    <a:pt x="65" y="217"/>
                  </a:lnTo>
                  <a:lnTo>
                    <a:pt x="90" y="217"/>
                  </a:lnTo>
                  <a:lnTo>
                    <a:pt x="103" y="205"/>
                  </a:lnTo>
                  <a:lnTo>
                    <a:pt x="142" y="179"/>
                  </a:lnTo>
                  <a:lnTo>
                    <a:pt x="154" y="141"/>
                  </a:lnTo>
                  <a:lnTo>
                    <a:pt x="154" y="90"/>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8"/>
            <p:cNvSpPr/>
            <p:nvPr/>
          </p:nvSpPr>
          <p:spPr>
            <a:xfrm>
              <a:off x="4014800" y="2468775"/>
              <a:ext cx="32300" cy="34875"/>
            </a:xfrm>
            <a:custGeom>
              <a:rect b="b" l="l" r="r" t="t"/>
              <a:pathLst>
                <a:path extrusionOk="0" h="1395" w="1292">
                  <a:moveTo>
                    <a:pt x="499" y="1"/>
                  </a:moveTo>
                  <a:lnTo>
                    <a:pt x="397" y="78"/>
                  </a:lnTo>
                  <a:lnTo>
                    <a:pt x="461" y="180"/>
                  </a:lnTo>
                  <a:lnTo>
                    <a:pt x="461" y="205"/>
                  </a:lnTo>
                  <a:lnTo>
                    <a:pt x="307" y="448"/>
                  </a:lnTo>
                  <a:lnTo>
                    <a:pt x="307" y="461"/>
                  </a:lnTo>
                  <a:lnTo>
                    <a:pt x="141" y="563"/>
                  </a:lnTo>
                  <a:lnTo>
                    <a:pt x="128" y="563"/>
                  </a:lnTo>
                  <a:lnTo>
                    <a:pt x="0" y="589"/>
                  </a:lnTo>
                  <a:lnTo>
                    <a:pt x="13" y="640"/>
                  </a:lnTo>
                  <a:lnTo>
                    <a:pt x="64" y="640"/>
                  </a:lnTo>
                  <a:lnTo>
                    <a:pt x="90" y="666"/>
                  </a:lnTo>
                  <a:lnTo>
                    <a:pt x="90" y="768"/>
                  </a:lnTo>
                  <a:lnTo>
                    <a:pt x="256" y="947"/>
                  </a:lnTo>
                  <a:lnTo>
                    <a:pt x="371" y="947"/>
                  </a:lnTo>
                  <a:lnTo>
                    <a:pt x="397" y="959"/>
                  </a:lnTo>
                  <a:lnTo>
                    <a:pt x="524" y="1190"/>
                  </a:lnTo>
                  <a:lnTo>
                    <a:pt x="550" y="1394"/>
                  </a:lnTo>
                  <a:lnTo>
                    <a:pt x="614" y="1394"/>
                  </a:lnTo>
                  <a:lnTo>
                    <a:pt x="588" y="1215"/>
                  </a:lnTo>
                  <a:lnTo>
                    <a:pt x="601" y="1190"/>
                  </a:lnTo>
                  <a:lnTo>
                    <a:pt x="831" y="1049"/>
                  </a:lnTo>
                  <a:lnTo>
                    <a:pt x="857" y="1049"/>
                  </a:lnTo>
                  <a:lnTo>
                    <a:pt x="972" y="1087"/>
                  </a:lnTo>
                  <a:lnTo>
                    <a:pt x="1163" y="844"/>
                  </a:lnTo>
                  <a:lnTo>
                    <a:pt x="1215" y="844"/>
                  </a:lnTo>
                  <a:lnTo>
                    <a:pt x="1291" y="525"/>
                  </a:lnTo>
                  <a:lnTo>
                    <a:pt x="1061" y="435"/>
                  </a:lnTo>
                  <a:lnTo>
                    <a:pt x="1036" y="423"/>
                  </a:lnTo>
                  <a:lnTo>
                    <a:pt x="1010" y="346"/>
                  </a:lnTo>
                  <a:lnTo>
                    <a:pt x="729" y="129"/>
                  </a:lnTo>
                  <a:lnTo>
                    <a:pt x="550" y="90"/>
                  </a:lnTo>
                  <a:lnTo>
                    <a:pt x="524" y="78"/>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8"/>
            <p:cNvSpPr/>
            <p:nvPr/>
          </p:nvSpPr>
          <p:spPr>
            <a:xfrm>
              <a:off x="4044825" y="2605225"/>
              <a:ext cx="5775" cy="5775"/>
            </a:xfrm>
            <a:custGeom>
              <a:rect b="b" l="l" r="r" t="t"/>
              <a:pathLst>
                <a:path extrusionOk="0" h="231" w="231">
                  <a:moveTo>
                    <a:pt x="52" y="0"/>
                  </a:moveTo>
                  <a:lnTo>
                    <a:pt x="14" y="64"/>
                  </a:lnTo>
                  <a:lnTo>
                    <a:pt x="1" y="102"/>
                  </a:lnTo>
                  <a:lnTo>
                    <a:pt x="1" y="128"/>
                  </a:lnTo>
                  <a:lnTo>
                    <a:pt x="26" y="141"/>
                  </a:lnTo>
                  <a:lnTo>
                    <a:pt x="39" y="154"/>
                  </a:lnTo>
                  <a:lnTo>
                    <a:pt x="116" y="192"/>
                  </a:lnTo>
                  <a:lnTo>
                    <a:pt x="180" y="230"/>
                  </a:lnTo>
                  <a:lnTo>
                    <a:pt x="231" y="192"/>
                  </a:lnTo>
                  <a:lnTo>
                    <a:pt x="231" y="179"/>
                  </a:lnTo>
                  <a:lnTo>
                    <a:pt x="231" y="154"/>
                  </a:lnTo>
                  <a:lnTo>
                    <a:pt x="193" y="102"/>
                  </a:lnTo>
                  <a:lnTo>
                    <a:pt x="180" y="90"/>
                  </a:lnTo>
                  <a:lnTo>
                    <a:pt x="167" y="64"/>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8"/>
            <p:cNvSpPr/>
            <p:nvPr/>
          </p:nvSpPr>
          <p:spPr>
            <a:xfrm>
              <a:off x="4003625" y="2488925"/>
              <a:ext cx="39950" cy="71575"/>
            </a:xfrm>
            <a:custGeom>
              <a:rect b="b" l="l" r="r" t="t"/>
              <a:pathLst>
                <a:path extrusionOk="0" h="2863" w="1598">
                  <a:moveTo>
                    <a:pt x="217" y="0"/>
                  </a:moveTo>
                  <a:lnTo>
                    <a:pt x="0" y="396"/>
                  </a:lnTo>
                  <a:lnTo>
                    <a:pt x="51" y="435"/>
                  </a:lnTo>
                  <a:lnTo>
                    <a:pt x="64" y="460"/>
                  </a:lnTo>
                  <a:lnTo>
                    <a:pt x="90" y="703"/>
                  </a:lnTo>
                  <a:lnTo>
                    <a:pt x="141" y="741"/>
                  </a:lnTo>
                  <a:lnTo>
                    <a:pt x="166" y="767"/>
                  </a:lnTo>
                  <a:lnTo>
                    <a:pt x="192" y="805"/>
                  </a:lnTo>
                  <a:lnTo>
                    <a:pt x="205" y="856"/>
                  </a:lnTo>
                  <a:lnTo>
                    <a:pt x="217" y="920"/>
                  </a:lnTo>
                  <a:lnTo>
                    <a:pt x="230" y="997"/>
                  </a:lnTo>
                  <a:lnTo>
                    <a:pt x="217" y="1061"/>
                  </a:lnTo>
                  <a:lnTo>
                    <a:pt x="205" y="1086"/>
                  </a:lnTo>
                  <a:lnTo>
                    <a:pt x="179" y="1099"/>
                  </a:lnTo>
                  <a:lnTo>
                    <a:pt x="192" y="1138"/>
                  </a:lnTo>
                  <a:lnTo>
                    <a:pt x="192" y="1189"/>
                  </a:lnTo>
                  <a:lnTo>
                    <a:pt x="192" y="1214"/>
                  </a:lnTo>
                  <a:lnTo>
                    <a:pt x="179" y="1240"/>
                  </a:lnTo>
                  <a:lnTo>
                    <a:pt x="153" y="1265"/>
                  </a:lnTo>
                  <a:lnTo>
                    <a:pt x="153" y="1291"/>
                  </a:lnTo>
                  <a:lnTo>
                    <a:pt x="153" y="1317"/>
                  </a:lnTo>
                  <a:lnTo>
                    <a:pt x="179" y="1368"/>
                  </a:lnTo>
                  <a:lnTo>
                    <a:pt x="205" y="1406"/>
                  </a:lnTo>
                  <a:lnTo>
                    <a:pt x="217" y="1457"/>
                  </a:lnTo>
                  <a:lnTo>
                    <a:pt x="205" y="1495"/>
                  </a:lnTo>
                  <a:lnTo>
                    <a:pt x="179" y="1547"/>
                  </a:lnTo>
                  <a:lnTo>
                    <a:pt x="179" y="1610"/>
                  </a:lnTo>
                  <a:lnTo>
                    <a:pt x="205" y="1662"/>
                  </a:lnTo>
                  <a:lnTo>
                    <a:pt x="243" y="1713"/>
                  </a:lnTo>
                  <a:lnTo>
                    <a:pt x="256" y="1751"/>
                  </a:lnTo>
                  <a:lnTo>
                    <a:pt x="268" y="1802"/>
                  </a:lnTo>
                  <a:lnTo>
                    <a:pt x="243" y="1853"/>
                  </a:lnTo>
                  <a:lnTo>
                    <a:pt x="192" y="1956"/>
                  </a:lnTo>
                  <a:lnTo>
                    <a:pt x="179" y="2007"/>
                  </a:lnTo>
                  <a:lnTo>
                    <a:pt x="192" y="2071"/>
                  </a:lnTo>
                  <a:lnTo>
                    <a:pt x="243" y="2186"/>
                  </a:lnTo>
                  <a:lnTo>
                    <a:pt x="268" y="2237"/>
                  </a:lnTo>
                  <a:lnTo>
                    <a:pt x="294" y="2275"/>
                  </a:lnTo>
                  <a:lnTo>
                    <a:pt x="307" y="2313"/>
                  </a:lnTo>
                  <a:lnTo>
                    <a:pt x="307" y="2339"/>
                  </a:lnTo>
                  <a:lnTo>
                    <a:pt x="281" y="2339"/>
                  </a:lnTo>
                  <a:lnTo>
                    <a:pt x="256" y="2352"/>
                  </a:lnTo>
                  <a:lnTo>
                    <a:pt x="217" y="2365"/>
                  </a:lnTo>
                  <a:lnTo>
                    <a:pt x="205" y="2377"/>
                  </a:lnTo>
                  <a:lnTo>
                    <a:pt x="205" y="2416"/>
                  </a:lnTo>
                  <a:lnTo>
                    <a:pt x="217" y="2441"/>
                  </a:lnTo>
                  <a:lnTo>
                    <a:pt x="243" y="2454"/>
                  </a:lnTo>
                  <a:lnTo>
                    <a:pt x="320" y="2480"/>
                  </a:lnTo>
                  <a:lnTo>
                    <a:pt x="447" y="2518"/>
                  </a:lnTo>
                  <a:lnTo>
                    <a:pt x="575" y="2595"/>
                  </a:lnTo>
                  <a:lnTo>
                    <a:pt x="677" y="2671"/>
                  </a:lnTo>
                  <a:lnTo>
                    <a:pt x="729" y="2722"/>
                  </a:lnTo>
                  <a:lnTo>
                    <a:pt x="754" y="2786"/>
                  </a:lnTo>
                  <a:lnTo>
                    <a:pt x="792" y="2863"/>
                  </a:lnTo>
                  <a:lnTo>
                    <a:pt x="1061" y="2837"/>
                  </a:lnTo>
                  <a:lnTo>
                    <a:pt x="1150" y="2646"/>
                  </a:lnTo>
                  <a:lnTo>
                    <a:pt x="1112" y="2531"/>
                  </a:lnTo>
                  <a:lnTo>
                    <a:pt x="1125" y="2492"/>
                  </a:lnTo>
                  <a:lnTo>
                    <a:pt x="1329" y="2416"/>
                  </a:lnTo>
                  <a:lnTo>
                    <a:pt x="1598" y="2007"/>
                  </a:lnTo>
                  <a:lnTo>
                    <a:pt x="1495" y="1725"/>
                  </a:lnTo>
                  <a:lnTo>
                    <a:pt x="1368" y="1713"/>
                  </a:lnTo>
                  <a:lnTo>
                    <a:pt x="1342" y="1700"/>
                  </a:lnTo>
                  <a:lnTo>
                    <a:pt x="1061" y="1189"/>
                  </a:lnTo>
                  <a:lnTo>
                    <a:pt x="1048" y="1189"/>
                  </a:lnTo>
                  <a:lnTo>
                    <a:pt x="959" y="626"/>
                  </a:lnTo>
                  <a:lnTo>
                    <a:pt x="920" y="396"/>
                  </a:lnTo>
                  <a:lnTo>
                    <a:pt x="805" y="192"/>
                  </a:lnTo>
                  <a:lnTo>
                    <a:pt x="690" y="192"/>
                  </a:lnTo>
                  <a:lnTo>
                    <a:pt x="677" y="179"/>
                  </a:lnTo>
                  <a:lnTo>
                    <a:pt x="511" y="13"/>
                  </a:lnTo>
                  <a:lnTo>
                    <a:pt x="435" y="64"/>
                  </a:lnTo>
                  <a:lnTo>
                    <a:pt x="409" y="64"/>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8"/>
            <p:cNvSpPr/>
            <p:nvPr/>
          </p:nvSpPr>
          <p:spPr>
            <a:xfrm>
              <a:off x="4043550" y="2591475"/>
              <a:ext cx="3875" cy="4175"/>
            </a:xfrm>
            <a:custGeom>
              <a:rect b="b" l="l" r="r" t="t"/>
              <a:pathLst>
                <a:path extrusionOk="0" h="167" w="155">
                  <a:moveTo>
                    <a:pt x="39" y="1"/>
                  </a:moveTo>
                  <a:lnTo>
                    <a:pt x="26" y="26"/>
                  </a:lnTo>
                  <a:lnTo>
                    <a:pt x="1" y="52"/>
                  </a:lnTo>
                  <a:lnTo>
                    <a:pt x="13" y="77"/>
                  </a:lnTo>
                  <a:lnTo>
                    <a:pt x="26" y="103"/>
                  </a:lnTo>
                  <a:lnTo>
                    <a:pt x="65" y="154"/>
                  </a:lnTo>
                  <a:lnTo>
                    <a:pt x="90" y="167"/>
                  </a:lnTo>
                  <a:lnTo>
                    <a:pt x="116" y="154"/>
                  </a:lnTo>
                  <a:lnTo>
                    <a:pt x="154" y="128"/>
                  </a:lnTo>
                  <a:lnTo>
                    <a:pt x="128" y="77"/>
                  </a:lnTo>
                  <a:lnTo>
                    <a:pt x="103" y="39"/>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8"/>
            <p:cNvSpPr/>
            <p:nvPr/>
          </p:nvSpPr>
          <p:spPr>
            <a:xfrm>
              <a:off x="4160500" y="2617050"/>
              <a:ext cx="5450" cy="4800"/>
            </a:xfrm>
            <a:custGeom>
              <a:rect b="b" l="l" r="r" t="t"/>
              <a:pathLst>
                <a:path extrusionOk="0" h="192" w="218">
                  <a:moveTo>
                    <a:pt x="141" y="0"/>
                  </a:moveTo>
                  <a:lnTo>
                    <a:pt x="103" y="38"/>
                  </a:lnTo>
                  <a:lnTo>
                    <a:pt x="39" y="90"/>
                  </a:lnTo>
                  <a:lnTo>
                    <a:pt x="13" y="115"/>
                  </a:lnTo>
                  <a:lnTo>
                    <a:pt x="0" y="141"/>
                  </a:lnTo>
                  <a:lnTo>
                    <a:pt x="0" y="166"/>
                  </a:lnTo>
                  <a:lnTo>
                    <a:pt x="26" y="192"/>
                  </a:lnTo>
                  <a:lnTo>
                    <a:pt x="77" y="192"/>
                  </a:lnTo>
                  <a:lnTo>
                    <a:pt x="154" y="141"/>
                  </a:lnTo>
                  <a:lnTo>
                    <a:pt x="205" y="90"/>
                  </a:lnTo>
                  <a:lnTo>
                    <a:pt x="218" y="51"/>
                  </a:lnTo>
                  <a:lnTo>
                    <a:pt x="218" y="26"/>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8"/>
            <p:cNvSpPr/>
            <p:nvPr/>
          </p:nvSpPr>
          <p:spPr>
            <a:xfrm>
              <a:off x="4010000" y="2341950"/>
              <a:ext cx="199400" cy="115350"/>
            </a:xfrm>
            <a:custGeom>
              <a:rect b="b" l="l" r="r" t="t"/>
              <a:pathLst>
                <a:path extrusionOk="0" h="4614" w="7976">
                  <a:moveTo>
                    <a:pt x="1394" y="0"/>
                  </a:moveTo>
                  <a:lnTo>
                    <a:pt x="1355" y="51"/>
                  </a:lnTo>
                  <a:lnTo>
                    <a:pt x="1343" y="64"/>
                  </a:lnTo>
                  <a:lnTo>
                    <a:pt x="1125" y="102"/>
                  </a:lnTo>
                  <a:lnTo>
                    <a:pt x="972" y="486"/>
                  </a:lnTo>
                  <a:lnTo>
                    <a:pt x="972" y="498"/>
                  </a:lnTo>
                  <a:lnTo>
                    <a:pt x="806" y="588"/>
                  </a:lnTo>
                  <a:lnTo>
                    <a:pt x="831" y="920"/>
                  </a:lnTo>
                  <a:lnTo>
                    <a:pt x="831" y="933"/>
                  </a:lnTo>
                  <a:lnTo>
                    <a:pt x="525" y="1380"/>
                  </a:lnTo>
                  <a:lnTo>
                    <a:pt x="307" y="1955"/>
                  </a:lnTo>
                  <a:lnTo>
                    <a:pt x="295" y="1968"/>
                  </a:lnTo>
                  <a:lnTo>
                    <a:pt x="1" y="2147"/>
                  </a:lnTo>
                  <a:lnTo>
                    <a:pt x="192" y="2403"/>
                  </a:lnTo>
                  <a:lnTo>
                    <a:pt x="205" y="2403"/>
                  </a:lnTo>
                  <a:lnTo>
                    <a:pt x="320" y="2722"/>
                  </a:lnTo>
                  <a:lnTo>
                    <a:pt x="742" y="3157"/>
                  </a:lnTo>
                  <a:lnTo>
                    <a:pt x="742" y="3170"/>
                  </a:lnTo>
                  <a:lnTo>
                    <a:pt x="831" y="3425"/>
                  </a:lnTo>
                  <a:lnTo>
                    <a:pt x="1228" y="3502"/>
                  </a:lnTo>
                  <a:lnTo>
                    <a:pt x="1496" y="3579"/>
                  </a:lnTo>
                  <a:lnTo>
                    <a:pt x="1522" y="3425"/>
                  </a:lnTo>
                  <a:lnTo>
                    <a:pt x="1547" y="3400"/>
                  </a:lnTo>
                  <a:lnTo>
                    <a:pt x="1713" y="3374"/>
                  </a:lnTo>
                  <a:lnTo>
                    <a:pt x="1726" y="3374"/>
                  </a:lnTo>
                  <a:lnTo>
                    <a:pt x="1918" y="3464"/>
                  </a:lnTo>
                  <a:lnTo>
                    <a:pt x="1931" y="3489"/>
                  </a:lnTo>
                  <a:lnTo>
                    <a:pt x="1764" y="3732"/>
                  </a:lnTo>
                  <a:lnTo>
                    <a:pt x="1969" y="3821"/>
                  </a:lnTo>
                  <a:lnTo>
                    <a:pt x="2352" y="3834"/>
                  </a:lnTo>
                  <a:lnTo>
                    <a:pt x="2288" y="4154"/>
                  </a:lnTo>
                  <a:lnTo>
                    <a:pt x="2391" y="4333"/>
                  </a:lnTo>
                  <a:lnTo>
                    <a:pt x="2634" y="4218"/>
                  </a:lnTo>
                  <a:lnTo>
                    <a:pt x="2838" y="4409"/>
                  </a:lnTo>
                  <a:lnTo>
                    <a:pt x="4576" y="4614"/>
                  </a:lnTo>
                  <a:lnTo>
                    <a:pt x="4883" y="4345"/>
                  </a:lnTo>
                  <a:lnTo>
                    <a:pt x="5266" y="4051"/>
                  </a:lnTo>
                  <a:lnTo>
                    <a:pt x="5982" y="4128"/>
                  </a:lnTo>
                  <a:lnTo>
                    <a:pt x="6800" y="4294"/>
                  </a:lnTo>
                  <a:lnTo>
                    <a:pt x="7120" y="4256"/>
                  </a:lnTo>
                  <a:lnTo>
                    <a:pt x="7094" y="4167"/>
                  </a:lnTo>
                  <a:lnTo>
                    <a:pt x="7145" y="4090"/>
                  </a:lnTo>
                  <a:lnTo>
                    <a:pt x="7324" y="4039"/>
                  </a:lnTo>
                  <a:lnTo>
                    <a:pt x="7388" y="3796"/>
                  </a:lnTo>
                  <a:lnTo>
                    <a:pt x="7388" y="3540"/>
                  </a:lnTo>
                  <a:lnTo>
                    <a:pt x="7465" y="3464"/>
                  </a:lnTo>
                  <a:lnTo>
                    <a:pt x="7529" y="3579"/>
                  </a:lnTo>
                  <a:lnTo>
                    <a:pt x="7644" y="3579"/>
                  </a:lnTo>
                  <a:lnTo>
                    <a:pt x="7822" y="3566"/>
                  </a:lnTo>
                  <a:lnTo>
                    <a:pt x="7861" y="3566"/>
                  </a:lnTo>
                  <a:lnTo>
                    <a:pt x="7886" y="3553"/>
                  </a:lnTo>
                  <a:lnTo>
                    <a:pt x="7912" y="3515"/>
                  </a:lnTo>
                  <a:lnTo>
                    <a:pt x="7912" y="3476"/>
                  </a:lnTo>
                  <a:lnTo>
                    <a:pt x="7912" y="3464"/>
                  </a:lnTo>
                  <a:lnTo>
                    <a:pt x="7976" y="3208"/>
                  </a:lnTo>
                  <a:lnTo>
                    <a:pt x="6915" y="3208"/>
                  </a:lnTo>
                  <a:lnTo>
                    <a:pt x="6826" y="2965"/>
                  </a:lnTo>
                  <a:lnTo>
                    <a:pt x="6826" y="2952"/>
                  </a:lnTo>
                  <a:lnTo>
                    <a:pt x="6762" y="2479"/>
                  </a:lnTo>
                  <a:lnTo>
                    <a:pt x="6864" y="2134"/>
                  </a:lnTo>
                  <a:lnTo>
                    <a:pt x="6864" y="1610"/>
                  </a:lnTo>
                  <a:lnTo>
                    <a:pt x="6583" y="1546"/>
                  </a:lnTo>
                  <a:lnTo>
                    <a:pt x="6583" y="1406"/>
                  </a:lnTo>
                  <a:lnTo>
                    <a:pt x="6417" y="1342"/>
                  </a:lnTo>
                  <a:lnTo>
                    <a:pt x="6417" y="1150"/>
                  </a:lnTo>
                  <a:lnTo>
                    <a:pt x="5854" y="511"/>
                  </a:lnTo>
                  <a:lnTo>
                    <a:pt x="5790" y="243"/>
                  </a:lnTo>
                  <a:lnTo>
                    <a:pt x="5330" y="205"/>
                  </a:lnTo>
                  <a:lnTo>
                    <a:pt x="5228" y="396"/>
                  </a:lnTo>
                  <a:lnTo>
                    <a:pt x="4474" y="524"/>
                  </a:lnTo>
                  <a:lnTo>
                    <a:pt x="4410" y="639"/>
                  </a:lnTo>
                  <a:lnTo>
                    <a:pt x="4027" y="639"/>
                  </a:lnTo>
                  <a:lnTo>
                    <a:pt x="3937" y="524"/>
                  </a:lnTo>
                  <a:lnTo>
                    <a:pt x="18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8"/>
            <p:cNvSpPr/>
            <p:nvPr/>
          </p:nvSpPr>
          <p:spPr>
            <a:xfrm>
              <a:off x="3892750" y="2170050"/>
              <a:ext cx="202275" cy="148900"/>
            </a:xfrm>
            <a:custGeom>
              <a:rect b="b" l="l" r="r" t="t"/>
              <a:pathLst>
                <a:path extrusionOk="0" h="5956" w="8091">
                  <a:moveTo>
                    <a:pt x="3643" y="0"/>
                  </a:moveTo>
                  <a:lnTo>
                    <a:pt x="3413" y="179"/>
                  </a:lnTo>
                  <a:lnTo>
                    <a:pt x="2671" y="473"/>
                  </a:lnTo>
                  <a:lnTo>
                    <a:pt x="2186" y="856"/>
                  </a:lnTo>
                  <a:lnTo>
                    <a:pt x="1726" y="946"/>
                  </a:lnTo>
                  <a:lnTo>
                    <a:pt x="678" y="1253"/>
                  </a:lnTo>
                  <a:lnTo>
                    <a:pt x="179" y="1598"/>
                  </a:lnTo>
                  <a:lnTo>
                    <a:pt x="0" y="1623"/>
                  </a:lnTo>
                  <a:lnTo>
                    <a:pt x="0" y="1764"/>
                  </a:lnTo>
                  <a:lnTo>
                    <a:pt x="102" y="2198"/>
                  </a:lnTo>
                  <a:lnTo>
                    <a:pt x="588" y="2569"/>
                  </a:lnTo>
                  <a:lnTo>
                    <a:pt x="690" y="2978"/>
                  </a:lnTo>
                  <a:lnTo>
                    <a:pt x="1061" y="3221"/>
                  </a:lnTo>
                  <a:lnTo>
                    <a:pt x="946" y="3451"/>
                  </a:lnTo>
                  <a:lnTo>
                    <a:pt x="1163" y="3694"/>
                  </a:lnTo>
                  <a:lnTo>
                    <a:pt x="1163" y="4128"/>
                  </a:lnTo>
                  <a:lnTo>
                    <a:pt x="1355" y="4435"/>
                  </a:lnTo>
                  <a:lnTo>
                    <a:pt x="2198" y="4435"/>
                  </a:lnTo>
                  <a:lnTo>
                    <a:pt x="2198" y="4665"/>
                  </a:lnTo>
                  <a:lnTo>
                    <a:pt x="2505" y="4946"/>
                  </a:lnTo>
                  <a:lnTo>
                    <a:pt x="2774" y="4627"/>
                  </a:lnTo>
                  <a:lnTo>
                    <a:pt x="3183" y="4908"/>
                  </a:lnTo>
                  <a:lnTo>
                    <a:pt x="3080" y="5138"/>
                  </a:lnTo>
                  <a:lnTo>
                    <a:pt x="3553" y="5291"/>
                  </a:lnTo>
                  <a:lnTo>
                    <a:pt x="3566" y="5278"/>
                  </a:lnTo>
                  <a:lnTo>
                    <a:pt x="3886" y="5483"/>
                  </a:lnTo>
                  <a:lnTo>
                    <a:pt x="4397" y="5675"/>
                  </a:lnTo>
                  <a:lnTo>
                    <a:pt x="4486" y="5470"/>
                  </a:lnTo>
                  <a:lnTo>
                    <a:pt x="4767" y="5470"/>
                  </a:lnTo>
                  <a:lnTo>
                    <a:pt x="4985" y="5739"/>
                  </a:lnTo>
                  <a:lnTo>
                    <a:pt x="5227" y="5598"/>
                  </a:lnTo>
                  <a:lnTo>
                    <a:pt x="5636" y="5751"/>
                  </a:lnTo>
                  <a:lnTo>
                    <a:pt x="5764" y="5815"/>
                  </a:lnTo>
                  <a:lnTo>
                    <a:pt x="6033" y="5777"/>
                  </a:lnTo>
                  <a:lnTo>
                    <a:pt x="6250" y="5956"/>
                  </a:lnTo>
                  <a:lnTo>
                    <a:pt x="6263" y="5956"/>
                  </a:lnTo>
                  <a:lnTo>
                    <a:pt x="6301" y="5918"/>
                  </a:lnTo>
                  <a:lnTo>
                    <a:pt x="6672" y="5304"/>
                  </a:lnTo>
                  <a:lnTo>
                    <a:pt x="7081" y="4639"/>
                  </a:lnTo>
                  <a:lnTo>
                    <a:pt x="7963" y="4639"/>
                  </a:lnTo>
                  <a:lnTo>
                    <a:pt x="8065" y="4192"/>
                  </a:lnTo>
                  <a:lnTo>
                    <a:pt x="7835" y="3937"/>
                  </a:lnTo>
                  <a:lnTo>
                    <a:pt x="7963" y="3579"/>
                  </a:lnTo>
                  <a:lnTo>
                    <a:pt x="7809" y="2876"/>
                  </a:lnTo>
                  <a:lnTo>
                    <a:pt x="7630" y="2876"/>
                  </a:lnTo>
                  <a:lnTo>
                    <a:pt x="7630" y="2569"/>
                  </a:lnTo>
                  <a:lnTo>
                    <a:pt x="8090" y="2339"/>
                  </a:lnTo>
                  <a:lnTo>
                    <a:pt x="8090" y="1968"/>
                  </a:lnTo>
                  <a:lnTo>
                    <a:pt x="7809" y="1547"/>
                  </a:lnTo>
                  <a:lnTo>
                    <a:pt x="7758" y="1201"/>
                  </a:lnTo>
                  <a:lnTo>
                    <a:pt x="7809" y="1189"/>
                  </a:lnTo>
                  <a:lnTo>
                    <a:pt x="7643" y="665"/>
                  </a:lnTo>
                  <a:lnTo>
                    <a:pt x="7247" y="639"/>
                  </a:lnTo>
                  <a:lnTo>
                    <a:pt x="6288" y="652"/>
                  </a:lnTo>
                  <a:lnTo>
                    <a:pt x="6276" y="652"/>
                  </a:lnTo>
                  <a:lnTo>
                    <a:pt x="5406" y="332"/>
                  </a:lnTo>
                  <a:lnTo>
                    <a:pt x="5394" y="422"/>
                  </a:lnTo>
                  <a:lnTo>
                    <a:pt x="5023" y="550"/>
                  </a:lnTo>
                  <a:lnTo>
                    <a:pt x="4461" y="703"/>
                  </a:lnTo>
                  <a:lnTo>
                    <a:pt x="4013" y="601"/>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8"/>
            <p:cNvSpPr/>
            <p:nvPr/>
          </p:nvSpPr>
          <p:spPr>
            <a:xfrm>
              <a:off x="4156350" y="2341950"/>
              <a:ext cx="57850" cy="72550"/>
            </a:xfrm>
            <a:custGeom>
              <a:rect b="b" l="l" r="r" t="t"/>
              <a:pathLst>
                <a:path extrusionOk="0" h="2902" w="2314">
                  <a:moveTo>
                    <a:pt x="435" y="0"/>
                  </a:moveTo>
                  <a:lnTo>
                    <a:pt x="77" y="51"/>
                  </a:lnTo>
                  <a:lnTo>
                    <a:pt x="0" y="217"/>
                  </a:lnTo>
                  <a:lnTo>
                    <a:pt x="77" y="473"/>
                  </a:lnTo>
                  <a:lnTo>
                    <a:pt x="639" y="1125"/>
                  </a:lnTo>
                  <a:lnTo>
                    <a:pt x="639" y="1291"/>
                  </a:lnTo>
                  <a:lnTo>
                    <a:pt x="805" y="1355"/>
                  </a:lnTo>
                  <a:lnTo>
                    <a:pt x="805" y="1483"/>
                  </a:lnTo>
                  <a:lnTo>
                    <a:pt x="1087" y="1546"/>
                  </a:lnTo>
                  <a:lnTo>
                    <a:pt x="1087" y="2147"/>
                  </a:lnTo>
                  <a:lnTo>
                    <a:pt x="984" y="2479"/>
                  </a:lnTo>
                  <a:lnTo>
                    <a:pt x="1035" y="2901"/>
                  </a:lnTo>
                  <a:lnTo>
                    <a:pt x="1432" y="2607"/>
                  </a:lnTo>
                  <a:lnTo>
                    <a:pt x="1611" y="2134"/>
                  </a:lnTo>
                  <a:lnTo>
                    <a:pt x="1611" y="1777"/>
                  </a:lnTo>
                  <a:lnTo>
                    <a:pt x="2314" y="1610"/>
                  </a:lnTo>
                  <a:lnTo>
                    <a:pt x="1994" y="1342"/>
                  </a:lnTo>
                  <a:lnTo>
                    <a:pt x="1738" y="1061"/>
                  </a:lnTo>
                  <a:lnTo>
                    <a:pt x="1751" y="716"/>
                  </a:lnTo>
                  <a:lnTo>
                    <a:pt x="1675" y="511"/>
                  </a:lnTo>
                  <a:lnTo>
                    <a:pt x="1508" y="294"/>
                  </a:lnTo>
                  <a:lnTo>
                    <a:pt x="1304" y="409"/>
                  </a:lnTo>
                  <a:lnTo>
                    <a:pt x="1125" y="230"/>
                  </a:lnTo>
                  <a:lnTo>
                    <a:pt x="946" y="34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8"/>
            <p:cNvSpPr/>
            <p:nvPr/>
          </p:nvSpPr>
          <p:spPr>
            <a:xfrm>
              <a:off x="4044525" y="2130100"/>
              <a:ext cx="102575" cy="68725"/>
            </a:xfrm>
            <a:custGeom>
              <a:rect b="b" l="l" r="r" t="t"/>
              <a:pathLst>
                <a:path extrusionOk="0" h="2749" w="4103">
                  <a:moveTo>
                    <a:pt x="767" y="1"/>
                  </a:moveTo>
                  <a:lnTo>
                    <a:pt x="64" y="231"/>
                  </a:lnTo>
                  <a:lnTo>
                    <a:pt x="115" y="435"/>
                  </a:lnTo>
                  <a:lnTo>
                    <a:pt x="0" y="908"/>
                  </a:lnTo>
                  <a:lnTo>
                    <a:pt x="0" y="1036"/>
                  </a:lnTo>
                  <a:lnTo>
                    <a:pt x="294" y="1138"/>
                  </a:lnTo>
                  <a:lnTo>
                    <a:pt x="550" y="1458"/>
                  </a:lnTo>
                  <a:lnTo>
                    <a:pt x="1368" y="1458"/>
                  </a:lnTo>
                  <a:lnTo>
                    <a:pt x="1227" y="2173"/>
                  </a:lnTo>
                  <a:lnTo>
                    <a:pt x="1623" y="2186"/>
                  </a:lnTo>
                  <a:lnTo>
                    <a:pt x="1802" y="2748"/>
                  </a:lnTo>
                  <a:lnTo>
                    <a:pt x="2697" y="2659"/>
                  </a:lnTo>
                  <a:lnTo>
                    <a:pt x="3527" y="2531"/>
                  </a:lnTo>
                  <a:lnTo>
                    <a:pt x="3464" y="2467"/>
                  </a:lnTo>
                  <a:lnTo>
                    <a:pt x="3464" y="1726"/>
                  </a:lnTo>
                  <a:lnTo>
                    <a:pt x="4090" y="1368"/>
                  </a:lnTo>
                  <a:lnTo>
                    <a:pt x="4064" y="1176"/>
                  </a:lnTo>
                  <a:lnTo>
                    <a:pt x="4103" y="870"/>
                  </a:lnTo>
                  <a:lnTo>
                    <a:pt x="3259" y="256"/>
                  </a:lnTo>
                  <a:lnTo>
                    <a:pt x="2914" y="256"/>
                  </a:lnTo>
                  <a:lnTo>
                    <a:pt x="2914" y="1"/>
                  </a:lnTo>
                  <a:lnTo>
                    <a:pt x="2786" y="1"/>
                  </a:lnTo>
                  <a:lnTo>
                    <a:pt x="2633" y="179"/>
                  </a:lnTo>
                  <a:lnTo>
                    <a:pt x="2339" y="179"/>
                  </a:lnTo>
                  <a:lnTo>
                    <a:pt x="7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8"/>
            <p:cNvSpPr/>
            <p:nvPr/>
          </p:nvSpPr>
          <p:spPr>
            <a:xfrm>
              <a:off x="4136850" y="2615125"/>
              <a:ext cx="3850" cy="4825"/>
            </a:xfrm>
            <a:custGeom>
              <a:rect b="b" l="l" r="r" t="t"/>
              <a:pathLst>
                <a:path extrusionOk="0" h="193" w="154">
                  <a:moveTo>
                    <a:pt x="90" y="0"/>
                  </a:moveTo>
                  <a:lnTo>
                    <a:pt x="39" y="39"/>
                  </a:lnTo>
                  <a:lnTo>
                    <a:pt x="13" y="64"/>
                  </a:lnTo>
                  <a:lnTo>
                    <a:pt x="1" y="77"/>
                  </a:lnTo>
                  <a:lnTo>
                    <a:pt x="13" y="115"/>
                  </a:lnTo>
                  <a:lnTo>
                    <a:pt x="26" y="141"/>
                  </a:lnTo>
                  <a:lnTo>
                    <a:pt x="39" y="179"/>
                  </a:lnTo>
                  <a:lnTo>
                    <a:pt x="65" y="192"/>
                  </a:lnTo>
                  <a:lnTo>
                    <a:pt x="90" y="179"/>
                  </a:lnTo>
                  <a:lnTo>
                    <a:pt x="116" y="167"/>
                  </a:lnTo>
                  <a:lnTo>
                    <a:pt x="154" y="128"/>
                  </a:lnTo>
                  <a:lnTo>
                    <a:pt x="154" y="90"/>
                  </a:lnTo>
                  <a:lnTo>
                    <a:pt x="154"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78"/>
            <p:cNvSpPr/>
            <p:nvPr/>
          </p:nvSpPr>
          <p:spPr>
            <a:xfrm>
              <a:off x="4132700" y="2493075"/>
              <a:ext cx="49875" cy="38050"/>
            </a:xfrm>
            <a:custGeom>
              <a:rect b="b" l="l" r="r" t="t"/>
              <a:pathLst>
                <a:path extrusionOk="0" h="1522" w="1995">
                  <a:moveTo>
                    <a:pt x="1176" y="0"/>
                  </a:moveTo>
                  <a:lnTo>
                    <a:pt x="895" y="141"/>
                  </a:lnTo>
                  <a:lnTo>
                    <a:pt x="882" y="141"/>
                  </a:lnTo>
                  <a:lnTo>
                    <a:pt x="435" y="333"/>
                  </a:lnTo>
                  <a:lnTo>
                    <a:pt x="755" y="448"/>
                  </a:lnTo>
                  <a:lnTo>
                    <a:pt x="780" y="460"/>
                  </a:lnTo>
                  <a:lnTo>
                    <a:pt x="780" y="499"/>
                  </a:lnTo>
                  <a:lnTo>
                    <a:pt x="652" y="716"/>
                  </a:lnTo>
                  <a:lnTo>
                    <a:pt x="767" y="818"/>
                  </a:lnTo>
                  <a:lnTo>
                    <a:pt x="780" y="857"/>
                  </a:lnTo>
                  <a:lnTo>
                    <a:pt x="767" y="882"/>
                  </a:lnTo>
                  <a:lnTo>
                    <a:pt x="461" y="1099"/>
                  </a:lnTo>
                  <a:lnTo>
                    <a:pt x="141" y="1355"/>
                  </a:lnTo>
                  <a:lnTo>
                    <a:pt x="141" y="1381"/>
                  </a:lnTo>
                  <a:lnTo>
                    <a:pt x="116" y="1368"/>
                  </a:lnTo>
                  <a:lnTo>
                    <a:pt x="90" y="1393"/>
                  </a:lnTo>
                  <a:lnTo>
                    <a:pt x="52" y="1406"/>
                  </a:lnTo>
                  <a:lnTo>
                    <a:pt x="26" y="1419"/>
                  </a:lnTo>
                  <a:lnTo>
                    <a:pt x="0" y="1432"/>
                  </a:lnTo>
                  <a:lnTo>
                    <a:pt x="0" y="1483"/>
                  </a:lnTo>
                  <a:lnTo>
                    <a:pt x="26" y="1521"/>
                  </a:lnTo>
                  <a:lnTo>
                    <a:pt x="64" y="1521"/>
                  </a:lnTo>
                  <a:lnTo>
                    <a:pt x="103" y="1508"/>
                  </a:lnTo>
                  <a:lnTo>
                    <a:pt x="128" y="1483"/>
                  </a:lnTo>
                  <a:lnTo>
                    <a:pt x="141" y="1457"/>
                  </a:lnTo>
                  <a:lnTo>
                    <a:pt x="167" y="1419"/>
                  </a:lnTo>
                  <a:lnTo>
                    <a:pt x="167" y="1406"/>
                  </a:lnTo>
                  <a:lnTo>
                    <a:pt x="818" y="1381"/>
                  </a:lnTo>
                  <a:lnTo>
                    <a:pt x="818" y="1496"/>
                  </a:lnTo>
                  <a:lnTo>
                    <a:pt x="1368" y="1329"/>
                  </a:lnTo>
                  <a:lnTo>
                    <a:pt x="1457" y="1099"/>
                  </a:lnTo>
                  <a:lnTo>
                    <a:pt x="1713" y="997"/>
                  </a:lnTo>
                  <a:lnTo>
                    <a:pt x="1994" y="997"/>
                  </a:lnTo>
                  <a:lnTo>
                    <a:pt x="1994" y="729"/>
                  </a:lnTo>
                  <a:lnTo>
                    <a:pt x="1828" y="269"/>
                  </a:lnTo>
                  <a:lnTo>
                    <a:pt x="1828" y="77"/>
                  </a:lnTo>
                  <a:lnTo>
                    <a:pt x="1764" y="13"/>
                  </a:lnTo>
                  <a:lnTo>
                    <a:pt x="1547" y="90"/>
                  </a:lnTo>
                  <a:lnTo>
                    <a:pt x="1534" y="90"/>
                  </a:lnTo>
                  <a:lnTo>
                    <a:pt x="117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8"/>
            <p:cNvSpPr/>
            <p:nvPr/>
          </p:nvSpPr>
          <p:spPr>
            <a:xfrm>
              <a:off x="4144850" y="2602025"/>
              <a:ext cx="4800" cy="3225"/>
            </a:xfrm>
            <a:custGeom>
              <a:rect b="b" l="l" r="r" t="t"/>
              <a:pathLst>
                <a:path extrusionOk="0" h="129" w="192">
                  <a:moveTo>
                    <a:pt x="128" y="0"/>
                  </a:moveTo>
                  <a:lnTo>
                    <a:pt x="90" y="26"/>
                  </a:lnTo>
                  <a:lnTo>
                    <a:pt x="38" y="52"/>
                  </a:lnTo>
                  <a:lnTo>
                    <a:pt x="0" y="77"/>
                  </a:lnTo>
                  <a:lnTo>
                    <a:pt x="0" y="103"/>
                  </a:lnTo>
                  <a:lnTo>
                    <a:pt x="13" y="115"/>
                  </a:lnTo>
                  <a:lnTo>
                    <a:pt x="38" y="128"/>
                  </a:lnTo>
                  <a:lnTo>
                    <a:pt x="51" y="128"/>
                  </a:lnTo>
                  <a:lnTo>
                    <a:pt x="115" y="115"/>
                  </a:lnTo>
                  <a:lnTo>
                    <a:pt x="154" y="77"/>
                  </a:lnTo>
                  <a:lnTo>
                    <a:pt x="192" y="3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8"/>
            <p:cNvSpPr/>
            <p:nvPr/>
          </p:nvSpPr>
          <p:spPr>
            <a:xfrm>
              <a:off x="4144850" y="2618650"/>
              <a:ext cx="3850" cy="4800"/>
            </a:xfrm>
            <a:custGeom>
              <a:rect b="b" l="l" r="r" t="t"/>
              <a:pathLst>
                <a:path extrusionOk="0" h="192" w="154">
                  <a:moveTo>
                    <a:pt x="102" y="0"/>
                  </a:moveTo>
                  <a:lnTo>
                    <a:pt x="64" y="51"/>
                  </a:lnTo>
                  <a:lnTo>
                    <a:pt x="38" y="89"/>
                  </a:lnTo>
                  <a:lnTo>
                    <a:pt x="13" y="141"/>
                  </a:lnTo>
                  <a:lnTo>
                    <a:pt x="0" y="166"/>
                  </a:lnTo>
                  <a:lnTo>
                    <a:pt x="26" y="192"/>
                  </a:lnTo>
                  <a:lnTo>
                    <a:pt x="38" y="179"/>
                  </a:lnTo>
                  <a:lnTo>
                    <a:pt x="64" y="166"/>
                  </a:lnTo>
                  <a:lnTo>
                    <a:pt x="115" y="115"/>
                  </a:lnTo>
                  <a:lnTo>
                    <a:pt x="141" y="64"/>
                  </a:lnTo>
                  <a:lnTo>
                    <a:pt x="154" y="26"/>
                  </a:lnTo>
                  <a:lnTo>
                    <a:pt x="154" y="13"/>
                  </a:lnTo>
                  <a:lnTo>
                    <a:pt x="10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8"/>
            <p:cNvSpPr/>
            <p:nvPr/>
          </p:nvSpPr>
          <p:spPr>
            <a:xfrm>
              <a:off x="4094675" y="1871300"/>
              <a:ext cx="4825" cy="6100"/>
            </a:xfrm>
            <a:custGeom>
              <a:rect b="b" l="l" r="r" t="t"/>
              <a:pathLst>
                <a:path extrusionOk="0" h="244" w="193">
                  <a:moveTo>
                    <a:pt x="26" y="0"/>
                  </a:moveTo>
                  <a:lnTo>
                    <a:pt x="13" y="26"/>
                  </a:lnTo>
                  <a:lnTo>
                    <a:pt x="1" y="51"/>
                  </a:lnTo>
                  <a:lnTo>
                    <a:pt x="13" y="90"/>
                  </a:lnTo>
                  <a:lnTo>
                    <a:pt x="52" y="179"/>
                  </a:lnTo>
                  <a:lnTo>
                    <a:pt x="77" y="218"/>
                  </a:lnTo>
                  <a:lnTo>
                    <a:pt x="116" y="230"/>
                  </a:lnTo>
                  <a:lnTo>
                    <a:pt x="154" y="243"/>
                  </a:lnTo>
                  <a:lnTo>
                    <a:pt x="167" y="230"/>
                  </a:lnTo>
                  <a:lnTo>
                    <a:pt x="192" y="205"/>
                  </a:lnTo>
                  <a:lnTo>
                    <a:pt x="192" y="166"/>
                  </a:lnTo>
                  <a:lnTo>
                    <a:pt x="180" y="77"/>
                  </a:lnTo>
                  <a:lnTo>
                    <a:pt x="167"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8"/>
            <p:cNvSpPr/>
            <p:nvPr/>
          </p:nvSpPr>
          <p:spPr>
            <a:xfrm>
              <a:off x="4103300" y="2647400"/>
              <a:ext cx="58175" cy="16000"/>
            </a:xfrm>
            <a:custGeom>
              <a:rect b="b" l="l" r="r" t="t"/>
              <a:pathLst>
                <a:path extrusionOk="0" h="640" w="2327">
                  <a:moveTo>
                    <a:pt x="2327" y="0"/>
                  </a:moveTo>
                  <a:lnTo>
                    <a:pt x="2122" y="77"/>
                  </a:lnTo>
                  <a:lnTo>
                    <a:pt x="2084" y="141"/>
                  </a:lnTo>
                  <a:lnTo>
                    <a:pt x="1867" y="218"/>
                  </a:lnTo>
                  <a:lnTo>
                    <a:pt x="1892" y="64"/>
                  </a:lnTo>
                  <a:lnTo>
                    <a:pt x="1867" y="26"/>
                  </a:lnTo>
                  <a:lnTo>
                    <a:pt x="1713" y="141"/>
                  </a:lnTo>
                  <a:lnTo>
                    <a:pt x="972" y="141"/>
                  </a:lnTo>
                  <a:lnTo>
                    <a:pt x="755" y="307"/>
                  </a:lnTo>
                  <a:lnTo>
                    <a:pt x="704" y="230"/>
                  </a:lnTo>
                  <a:lnTo>
                    <a:pt x="550" y="179"/>
                  </a:lnTo>
                  <a:lnTo>
                    <a:pt x="576" y="39"/>
                  </a:lnTo>
                  <a:lnTo>
                    <a:pt x="576" y="39"/>
                  </a:lnTo>
                  <a:lnTo>
                    <a:pt x="359" y="154"/>
                  </a:lnTo>
                  <a:lnTo>
                    <a:pt x="269" y="26"/>
                  </a:lnTo>
                  <a:lnTo>
                    <a:pt x="141" y="39"/>
                  </a:lnTo>
                  <a:lnTo>
                    <a:pt x="218" y="243"/>
                  </a:lnTo>
                  <a:lnTo>
                    <a:pt x="218" y="243"/>
                  </a:lnTo>
                  <a:lnTo>
                    <a:pt x="1" y="218"/>
                  </a:lnTo>
                  <a:lnTo>
                    <a:pt x="13" y="435"/>
                  </a:lnTo>
                  <a:lnTo>
                    <a:pt x="525" y="473"/>
                  </a:lnTo>
                  <a:lnTo>
                    <a:pt x="972" y="435"/>
                  </a:lnTo>
                  <a:lnTo>
                    <a:pt x="1061" y="639"/>
                  </a:lnTo>
                  <a:lnTo>
                    <a:pt x="1164" y="614"/>
                  </a:lnTo>
                  <a:lnTo>
                    <a:pt x="1445" y="563"/>
                  </a:lnTo>
                  <a:lnTo>
                    <a:pt x="1624" y="422"/>
                  </a:lnTo>
                  <a:lnTo>
                    <a:pt x="1867" y="448"/>
                  </a:lnTo>
                  <a:lnTo>
                    <a:pt x="2020" y="333"/>
                  </a:lnTo>
                  <a:lnTo>
                    <a:pt x="2327" y="256"/>
                  </a:lnTo>
                  <a:lnTo>
                    <a:pt x="23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78"/>
            <p:cNvSpPr/>
            <p:nvPr/>
          </p:nvSpPr>
          <p:spPr>
            <a:xfrm>
              <a:off x="3766225" y="2382525"/>
              <a:ext cx="226875" cy="265525"/>
            </a:xfrm>
            <a:custGeom>
              <a:rect b="b" l="l" r="r" t="t"/>
              <a:pathLst>
                <a:path extrusionOk="0" h="10621" w="9075">
                  <a:moveTo>
                    <a:pt x="3860" y="0"/>
                  </a:moveTo>
                  <a:lnTo>
                    <a:pt x="3182" y="77"/>
                  </a:lnTo>
                  <a:lnTo>
                    <a:pt x="2978" y="217"/>
                  </a:lnTo>
                  <a:lnTo>
                    <a:pt x="2952" y="230"/>
                  </a:lnTo>
                  <a:lnTo>
                    <a:pt x="2773" y="166"/>
                  </a:lnTo>
                  <a:lnTo>
                    <a:pt x="2620" y="294"/>
                  </a:lnTo>
                  <a:lnTo>
                    <a:pt x="2633" y="409"/>
                  </a:lnTo>
                  <a:lnTo>
                    <a:pt x="2620" y="435"/>
                  </a:lnTo>
                  <a:lnTo>
                    <a:pt x="2569" y="460"/>
                  </a:lnTo>
                  <a:lnTo>
                    <a:pt x="2633" y="601"/>
                  </a:lnTo>
                  <a:lnTo>
                    <a:pt x="2620" y="639"/>
                  </a:lnTo>
                  <a:lnTo>
                    <a:pt x="2403" y="690"/>
                  </a:lnTo>
                  <a:lnTo>
                    <a:pt x="2377" y="869"/>
                  </a:lnTo>
                  <a:lnTo>
                    <a:pt x="2352" y="895"/>
                  </a:lnTo>
                  <a:lnTo>
                    <a:pt x="2058" y="882"/>
                  </a:lnTo>
                  <a:lnTo>
                    <a:pt x="2045" y="882"/>
                  </a:lnTo>
                  <a:lnTo>
                    <a:pt x="1853" y="741"/>
                  </a:lnTo>
                  <a:lnTo>
                    <a:pt x="1815" y="767"/>
                  </a:lnTo>
                  <a:lnTo>
                    <a:pt x="1815" y="984"/>
                  </a:lnTo>
                  <a:lnTo>
                    <a:pt x="1815" y="1010"/>
                  </a:lnTo>
                  <a:lnTo>
                    <a:pt x="1585" y="1291"/>
                  </a:lnTo>
                  <a:lnTo>
                    <a:pt x="1534" y="1291"/>
                  </a:lnTo>
                  <a:lnTo>
                    <a:pt x="1393" y="1125"/>
                  </a:lnTo>
                  <a:lnTo>
                    <a:pt x="1189" y="972"/>
                  </a:lnTo>
                  <a:lnTo>
                    <a:pt x="1176" y="946"/>
                  </a:lnTo>
                  <a:lnTo>
                    <a:pt x="1189" y="818"/>
                  </a:lnTo>
                  <a:lnTo>
                    <a:pt x="1125" y="793"/>
                  </a:lnTo>
                  <a:lnTo>
                    <a:pt x="933" y="1048"/>
                  </a:lnTo>
                  <a:lnTo>
                    <a:pt x="959" y="1176"/>
                  </a:lnTo>
                  <a:lnTo>
                    <a:pt x="946" y="1202"/>
                  </a:lnTo>
                  <a:lnTo>
                    <a:pt x="831" y="1265"/>
                  </a:lnTo>
                  <a:lnTo>
                    <a:pt x="818" y="1265"/>
                  </a:lnTo>
                  <a:lnTo>
                    <a:pt x="435" y="1253"/>
                  </a:lnTo>
                  <a:lnTo>
                    <a:pt x="268" y="1304"/>
                  </a:lnTo>
                  <a:lnTo>
                    <a:pt x="243" y="1304"/>
                  </a:lnTo>
                  <a:lnTo>
                    <a:pt x="141" y="1265"/>
                  </a:lnTo>
                  <a:lnTo>
                    <a:pt x="90" y="1317"/>
                  </a:lnTo>
                  <a:lnTo>
                    <a:pt x="128" y="1432"/>
                  </a:lnTo>
                  <a:lnTo>
                    <a:pt x="281" y="1687"/>
                  </a:lnTo>
                  <a:lnTo>
                    <a:pt x="281" y="1713"/>
                  </a:lnTo>
                  <a:lnTo>
                    <a:pt x="166" y="1981"/>
                  </a:lnTo>
                  <a:lnTo>
                    <a:pt x="153" y="1994"/>
                  </a:lnTo>
                  <a:lnTo>
                    <a:pt x="0" y="2058"/>
                  </a:lnTo>
                  <a:lnTo>
                    <a:pt x="64" y="2211"/>
                  </a:lnTo>
                  <a:lnTo>
                    <a:pt x="243" y="2326"/>
                  </a:lnTo>
                  <a:lnTo>
                    <a:pt x="256" y="2352"/>
                  </a:lnTo>
                  <a:lnTo>
                    <a:pt x="102" y="2620"/>
                  </a:lnTo>
                  <a:lnTo>
                    <a:pt x="217" y="3004"/>
                  </a:lnTo>
                  <a:lnTo>
                    <a:pt x="537" y="3080"/>
                  </a:lnTo>
                  <a:lnTo>
                    <a:pt x="562" y="3106"/>
                  </a:lnTo>
                  <a:lnTo>
                    <a:pt x="537" y="3476"/>
                  </a:lnTo>
                  <a:lnTo>
                    <a:pt x="677" y="3451"/>
                  </a:lnTo>
                  <a:lnTo>
                    <a:pt x="805" y="3425"/>
                  </a:lnTo>
                  <a:lnTo>
                    <a:pt x="869" y="3413"/>
                  </a:lnTo>
                  <a:lnTo>
                    <a:pt x="933" y="3387"/>
                  </a:lnTo>
                  <a:lnTo>
                    <a:pt x="984" y="3349"/>
                  </a:lnTo>
                  <a:lnTo>
                    <a:pt x="1035" y="3298"/>
                  </a:lnTo>
                  <a:lnTo>
                    <a:pt x="1125" y="3183"/>
                  </a:lnTo>
                  <a:lnTo>
                    <a:pt x="1189" y="3068"/>
                  </a:lnTo>
                  <a:lnTo>
                    <a:pt x="1240" y="2978"/>
                  </a:lnTo>
                  <a:lnTo>
                    <a:pt x="1265" y="2952"/>
                  </a:lnTo>
                  <a:lnTo>
                    <a:pt x="1316" y="2927"/>
                  </a:lnTo>
                  <a:lnTo>
                    <a:pt x="1444" y="2901"/>
                  </a:lnTo>
                  <a:lnTo>
                    <a:pt x="1636" y="2901"/>
                  </a:lnTo>
                  <a:lnTo>
                    <a:pt x="1687" y="2927"/>
                  </a:lnTo>
                  <a:lnTo>
                    <a:pt x="1802" y="2991"/>
                  </a:lnTo>
                  <a:lnTo>
                    <a:pt x="1904" y="3029"/>
                  </a:lnTo>
                  <a:lnTo>
                    <a:pt x="2007" y="3106"/>
                  </a:lnTo>
                  <a:lnTo>
                    <a:pt x="2045" y="3144"/>
                  </a:lnTo>
                  <a:lnTo>
                    <a:pt x="2071" y="3170"/>
                  </a:lnTo>
                  <a:lnTo>
                    <a:pt x="2096" y="3183"/>
                  </a:lnTo>
                  <a:lnTo>
                    <a:pt x="2134" y="3195"/>
                  </a:lnTo>
                  <a:lnTo>
                    <a:pt x="2173" y="3195"/>
                  </a:lnTo>
                  <a:lnTo>
                    <a:pt x="2237" y="3183"/>
                  </a:lnTo>
                  <a:lnTo>
                    <a:pt x="2275" y="3195"/>
                  </a:lnTo>
                  <a:lnTo>
                    <a:pt x="2301" y="3208"/>
                  </a:lnTo>
                  <a:lnTo>
                    <a:pt x="2364" y="3259"/>
                  </a:lnTo>
                  <a:lnTo>
                    <a:pt x="2403" y="3310"/>
                  </a:lnTo>
                  <a:lnTo>
                    <a:pt x="2441" y="3374"/>
                  </a:lnTo>
                  <a:lnTo>
                    <a:pt x="2467" y="3438"/>
                  </a:lnTo>
                  <a:lnTo>
                    <a:pt x="2492" y="3515"/>
                  </a:lnTo>
                  <a:lnTo>
                    <a:pt x="2531" y="3655"/>
                  </a:lnTo>
                  <a:lnTo>
                    <a:pt x="2556" y="3758"/>
                  </a:lnTo>
                  <a:lnTo>
                    <a:pt x="2582" y="3847"/>
                  </a:lnTo>
                  <a:lnTo>
                    <a:pt x="2646" y="3962"/>
                  </a:lnTo>
                  <a:lnTo>
                    <a:pt x="2710" y="4077"/>
                  </a:lnTo>
                  <a:lnTo>
                    <a:pt x="2761" y="4192"/>
                  </a:lnTo>
                  <a:lnTo>
                    <a:pt x="2773" y="4256"/>
                  </a:lnTo>
                  <a:lnTo>
                    <a:pt x="2786" y="4320"/>
                  </a:lnTo>
                  <a:lnTo>
                    <a:pt x="2773" y="4384"/>
                  </a:lnTo>
                  <a:lnTo>
                    <a:pt x="2773" y="4409"/>
                  </a:lnTo>
                  <a:lnTo>
                    <a:pt x="2786" y="4435"/>
                  </a:lnTo>
                  <a:lnTo>
                    <a:pt x="2837" y="4435"/>
                  </a:lnTo>
                  <a:lnTo>
                    <a:pt x="2863" y="4422"/>
                  </a:lnTo>
                  <a:lnTo>
                    <a:pt x="2876" y="4422"/>
                  </a:lnTo>
                  <a:lnTo>
                    <a:pt x="2901" y="4435"/>
                  </a:lnTo>
                  <a:lnTo>
                    <a:pt x="2927" y="4448"/>
                  </a:lnTo>
                  <a:lnTo>
                    <a:pt x="2965" y="4486"/>
                  </a:lnTo>
                  <a:lnTo>
                    <a:pt x="3080" y="4563"/>
                  </a:lnTo>
                  <a:lnTo>
                    <a:pt x="3195" y="4652"/>
                  </a:lnTo>
                  <a:lnTo>
                    <a:pt x="3259" y="4691"/>
                  </a:lnTo>
                  <a:lnTo>
                    <a:pt x="3310" y="4729"/>
                  </a:lnTo>
                  <a:lnTo>
                    <a:pt x="3349" y="4767"/>
                  </a:lnTo>
                  <a:lnTo>
                    <a:pt x="3349" y="4780"/>
                  </a:lnTo>
                  <a:lnTo>
                    <a:pt x="3336" y="4793"/>
                  </a:lnTo>
                  <a:lnTo>
                    <a:pt x="3297" y="4818"/>
                  </a:lnTo>
                  <a:lnTo>
                    <a:pt x="3310" y="4895"/>
                  </a:lnTo>
                  <a:lnTo>
                    <a:pt x="3323" y="4946"/>
                  </a:lnTo>
                  <a:lnTo>
                    <a:pt x="3349" y="4959"/>
                  </a:lnTo>
                  <a:lnTo>
                    <a:pt x="3374" y="4972"/>
                  </a:lnTo>
                  <a:lnTo>
                    <a:pt x="3400" y="4985"/>
                  </a:lnTo>
                  <a:lnTo>
                    <a:pt x="3438" y="4985"/>
                  </a:lnTo>
                  <a:lnTo>
                    <a:pt x="3528" y="4972"/>
                  </a:lnTo>
                  <a:lnTo>
                    <a:pt x="3579" y="4985"/>
                  </a:lnTo>
                  <a:lnTo>
                    <a:pt x="3643" y="5010"/>
                  </a:lnTo>
                  <a:lnTo>
                    <a:pt x="3706" y="5061"/>
                  </a:lnTo>
                  <a:lnTo>
                    <a:pt x="3809" y="5138"/>
                  </a:lnTo>
                  <a:lnTo>
                    <a:pt x="3898" y="5227"/>
                  </a:lnTo>
                  <a:lnTo>
                    <a:pt x="3988" y="5330"/>
                  </a:lnTo>
                  <a:lnTo>
                    <a:pt x="4090" y="5432"/>
                  </a:lnTo>
                  <a:lnTo>
                    <a:pt x="4179" y="5521"/>
                  </a:lnTo>
                  <a:lnTo>
                    <a:pt x="4269" y="5636"/>
                  </a:lnTo>
                  <a:lnTo>
                    <a:pt x="4320" y="5739"/>
                  </a:lnTo>
                  <a:lnTo>
                    <a:pt x="4345" y="5790"/>
                  </a:lnTo>
                  <a:lnTo>
                    <a:pt x="4384" y="5828"/>
                  </a:lnTo>
                  <a:lnTo>
                    <a:pt x="4448" y="5854"/>
                  </a:lnTo>
                  <a:lnTo>
                    <a:pt x="4524" y="5879"/>
                  </a:lnTo>
                  <a:lnTo>
                    <a:pt x="4563" y="5905"/>
                  </a:lnTo>
                  <a:lnTo>
                    <a:pt x="4576" y="5930"/>
                  </a:lnTo>
                  <a:lnTo>
                    <a:pt x="4627" y="5994"/>
                  </a:lnTo>
                  <a:lnTo>
                    <a:pt x="4703" y="6135"/>
                  </a:lnTo>
                  <a:lnTo>
                    <a:pt x="4742" y="6173"/>
                  </a:lnTo>
                  <a:lnTo>
                    <a:pt x="4780" y="6186"/>
                  </a:lnTo>
                  <a:lnTo>
                    <a:pt x="4831" y="6186"/>
                  </a:lnTo>
                  <a:lnTo>
                    <a:pt x="4882" y="6173"/>
                  </a:lnTo>
                  <a:lnTo>
                    <a:pt x="4997" y="6122"/>
                  </a:lnTo>
                  <a:lnTo>
                    <a:pt x="5061" y="6097"/>
                  </a:lnTo>
                  <a:lnTo>
                    <a:pt x="5112" y="6084"/>
                  </a:lnTo>
                  <a:lnTo>
                    <a:pt x="5202" y="6097"/>
                  </a:lnTo>
                  <a:lnTo>
                    <a:pt x="5240" y="6109"/>
                  </a:lnTo>
                  <a:lnTo>
                    <a:pt x="5291" y="6160"/>
                  </a:lnTo>
                  <a:lnTo>
                    <a:pt x="5330" y="6212"/>
                  </a:lnTo>
                  <a:lnTo>
                    <a:pt x="5419" y="6288"/>
                  </a:lnTo>
                  <a:lnTo>
                    <a:pt x="5470" y="6314"/>
                  </a:lnTo>
                  <a:lnTo>
                    <a:pt x="5509" y="6365"/>
                  </a:lnTo>
                  <a:lnTo>
                    <a:pt x="5534" y="6416"/>
                  </a:lnTo>
                  <a:lnTo>
                    <a:pt x="5547" y="6467"/>
                  </a:lnTo>
                  <a:lnTo>
                    <a:pt x="5560" y="6493"/>
                  </a:lnTo>
                  <a:lnTo>
                    <a:pt x="5572" y="6505"/>
                  </a:lnTo>
                  <a:lnTo>
                    <a:pt x="5598" y="6518"/>
                  </a:lnTo>
                  <a:lnTo>
                    <a:pt x="5624" y="6518"/>
                  </a:lnTo>
                  <a:lnTo>
                    <a:pt x="5675" y="6493"/>
                  </a:lnTo>
                  <a:lnTo>
                    <a:pt x="5739" y="6480"/>
                  </a:lnTo>
                  <a:lnTo>
                    <a:pt x="5790" y="6467"/>
                  </a:lnTo>
                  <a:lnTo>
                    <a:pt x="5841" y="6467"/>
                  </a:lnTo>
                  <a:lnTo>
                    <a:pt x="5879" y="6493"/>
                  </a:lnTo>
                  <a:lnTo>
                    <a:pt x="5892" y="6518"/>
                  </a:lnTo>
                  <a:lnTo>
                    <a:pt x="5905" y="6544"/>
                  </a:lnTo>
                  <a:lnTo>
                    <a:pt x="5905" y="6569"/>
                  </a:lnTo>
                  <a:lnTo>
                    <a:pt x="5866" y="6621"/>
                  </a:lnTo>
                  <a:lnTo>
                    <a:pt x="5815" y="6659"/>
                  </a:lnTo>
                  <a:lnTo>
                    <a:pt x="5828" y="6697"/>
                  </a:lnTo>
                  <a:lnTo>
                    <a:pt x="5854" y="6710"/>
                  </a:lnTo>
                  <a:lnTo>
                    <a:pt x="5918" y="6710"/>
                  </a:lnTo>
                  <a:lnTo>
                    <a:pt x="6058" y="6684"/>
                  </a:lnTo>
                  <a:lnTo>
                    <a:pt x="6135" y="6672"/>
                  </a:lnTo>
                  <a:lnTo>
                    <a:pt x="6199" y="6672"/>
                  </a:lnTo>
                  <a:lnTo>
                    <a:pt x="6211" y="6710"/>
                  </a:lnTo>
                  <a:lnTo>
                    <a:pt x="6237" y="6761"/>
                  </a:lnTo>
                  <a:lnTo>
                    <a:pt x="6275" y="6838"/>
                  </a:lnTo>
                  <a:lnTo>
                    <a:pt x="6314" y="6889"/>
                  </a:lnTo>
                  <a:lnTo>
                    <a:pt x="6326" y="6927"/>
                  </a:lnTo>
                  <a:lnTo>
                    <a:pt x="6326" y="6966"/>
                  </a:lnTo>
                  <a:lnTo>
                    <a:pt x="6288" y="7017"/>
                  </a:lnTo>
                  <a:lnTo>
                    <a:pt x="6314" y="7042"/>
                  </a:lnTo>
                  <a:lnTo>
                    <a:pt x="6352" y="7055"/>
                  </a:lnTo>
                  <a:lnTo>
                    <a:pt x="6429" y="7055"/>
                  </a:lnTo>
                  <a:lnTo>
                    <a:pt x="6493" y="7081"/>
                  </a:lnTo>
                  <a:lnTo>
                    <a:pt x="6544" y="7119"/>
                  </a:lnTo>
                  <a:lnTo>
                    <a:pt x="6569" y="7183"/>
                  </a:lnTo>
                  <a:lnTo>
                    <a:pt x="6595" y="7234"/>
                  </a:lnTo>
                  <a:lnTo>
                    <a:pt x="6620" y="7260"/>
                  </a:lnTo>
                  <a:lnTo>
                    <a:pt x="6633" y="7272"/>
                  </a:lnTo>
                  <a:lnTo>
                    <a:pt x="6672" y="7272"/>
                  </a:lnTo>
                  <a:lnTo>
                    <a:pt x="6710" y="7260"/>
                  </a:lnTo>
                  <a:lnTo>
                    <a:pt x="6735" y="7234"/>
                  </a:lnTo>
                  <a:lnTo>
                    <a:pt x="6761" y="7208"/>
                  </a:lnTo>
                  <a:lnTo>
                    <a:pt x="6774" y="7196"/>
                  </a:lnTo>
                  <a:lnTo>
                    <a:pt x="6812" y="7183"/>
                  </a:lnTo>
                  <a:lnTo>
                    <a:pt x="6876" y="7183"/>
                  </a:lnTo>
                  <a:lnTo>
                    <a:pt x="6914" y="7196"/>
                  </a:lnTo>
                  <a:lnTo>
                    <a:pt x="6940" y="7208"/>
                  </a:lnTo>
                  <a:lnTo>
                    <a:pt x="6991" y="7260"/>
                  </a:lnTo>
                  <a:lnTo>
                    <a:pt x="7017" y="7311"/>
                  </a:lnTo>
                  <a:lnTo>
                    <a:pt x="7055" y="7375"/>
                  </a:lnTo>
                  <a:lnTo>
                    <a:pt x="7068" y="7438"/>
                  </a:lnTo>
                  <a:lnTo>
                    <a:pt x="7081" y="7553"/>
                  </a:lnTo>
                  <a:lnTo>
                    <a:pt x="7093" y="7605"/>
                  </a:lnTo>
                  <a:lnTo>
                    <a:pt x="7106" y="7630"/>
                  </a:lnTo>
                  <a:lnTo>
                    <a:pt x="7132" y="7656"/>
                  </a:lnTo>
                  <a:lnTo>
                    <a:pt x="7221" y="7720"/>
                  </a:lnTo>
                  <a:lnTo>
                    <a:pt x="7298" y="7796"/>
                  </a:lnTo>
                  <a:lnTo>
                    <a:pt x="7323" y="7847"/>
                  </a:lnTo>
                  <a:lnTo>
                    <a:pt x="7349" y="7886"/>
                  </a:lnTo>
                  <a:lnTo>
                    <a:pt x="7374" y="7988"/>
                  </a:lnTo>
                  <a:lnTo>
                    <a:pt x="7413" y="8078"/>
                  </a:lnTo>
                  <a:lnTo>
                    <a:pt x="7438" y="8129"/>
                  </a:lnTo>
                  <a:lnTo>
                    <a:pt x="7477" y="8167"/>
                  </a:lnTo>
                  <a:lnTo>
                    <a:pt x="7528" y="8244"/>
                  </a:lnTo>
                  <a:lnTo>
                    <a:pt x="7541" y="8282"/>
                  </a:lnTo>
                  <a:lnTo>
                    <a:pt x="7553" y="8320"/>
                  </a:lnTo>
                  <a:lnTo>
                    <a:pt x="7553" y="8371"/>
                  </a:lnTo>
                  <a:lnTo>
                    <a:pt x="7553" y="8397"/>
                  </a:lnTo>
                  <a:lnTo>
                    <a:pt x="7541" y="8423"/>
                  </a:lnTo>
                  <a:lnTo>
                    <a:pt x="7515" y="8435"/>
                  </a:lnTo>
                  <a:lnTo>
                    <a:pt x="7490" y="8448"/>
                  </a:lnTo>
                  <a:lnTo>
                    <a:pt x="7438" y="8461"/>
                  </a:lnTo>
                  <a:lnTo>
                    <a:pt x="7374" y="8512"/>
                  </a:lnTo>
                  <a:lnTo>
                    <a:pt x="7298" y="8576"/>
                  </a:lnTo>
                  <a:lnTo>
                    <a:pt x="7272" y="8614"/>
                  </a:lnTo>
                  <a:lnTo>
                    <a:pt x="7247" y="8665"/>
                  </a:lnTo>
                  <a:lnTo>
                    <a:pt x="7247" y="8691"/>
                  </a:lnTo>
                  <a:lnTo>
                    <a:pt x="7272" y="8729"/>
                  </a:lnTo>
                  <a:lnTo>
                    <a:pt x="7311" y="8755"/>
                  </a:lnTo>
                  <a:lnTo>
                    <a:pt x="7323" y="8768"/>
                  </a:lnTo>
                  <a:lnTo>
                    <a:pt x="7336" y="8793"/>
                  </a:lnTo>
                  <a:lnTo>
                    <a:pt x="7336" y="8832"/>
                  </a:lnTo>
                  <a:lnTo>
                    <a:pt x="7323" y="8857"/>
                  </a:lnTo>
                  <a:lnTo>
                    <a:pt x="7272" y="8921"/>
                  </a:lnTo>
                  <a:lnTo>
                    <a:pt x="7221" y="9010"/>
                  </a:lnTo>
                  <a:lnTo>
                    <a:pt x="7157" y="9113"/>
                  </a:lnTo>
                  <a:lnTo>
                    <a:pt x="7132" y="9087"/>
                  </a:lnTo>
                  <a:lnTo>
                    <a:pt x="7119" y="9074"/>
                  </a:lnTo>
                  <a:lnTo>
                    <a:pt x="7106" y="9036"/>
                  </a:lnTo>
                  <a:lnTo>
                    <a:pt x="7106" y="9010"/>
                  </a:lnTo>
                  <a:lnTo>
                    <a:pt x="7029" y="8998"/>
                  </a:lnTo>
                  <a:lnTo>
                    <a:pt x="6940" y="9010"/>
                  </a:lnTo>
                  <a:lnTo>
                    <a:pt x="6902" y="9010"/>
                  </a:lnTo>
                  <a:lnTo>
                    <a:pt x="6863" y="9036"/>
                  </a:lnTo>
                  <a:lnTo>
                    <a:pt x="6787" y="9087"/>
                  </a:lnTo>
                  <a:lnTo>
                    <a:pt x="6697" y="9151"/>
                  </a:lnTo>
                  <a:lnTo>
                    <a:pt x="6646" y="9189"/>
                  </a:lnTo>
                  <a:lnTo>
                    <a:pt x="6595" y="9202"/>
                  </a:lnTo>
                  <a:lnTo>
                    <a:pt x="6480" y="9202"/>
                  </a:lnTo>
                  <a:lnTo>
                    <a:pt x="6429" y="9189"/>
                  </a:lnTo>
                  <a:lnTo>
                    <a:pt x="6339" y="9189"/>
                  </a:lnTo>
                  <a:lnTo>
                    <a:pt x="6314" y="9215"/>
                  </a:lnTo>
                  <a:lnTo>
                    <a:pt x="6237" y="9241"/>
                  </a:lnTo>
                  <a:lnTo>
                    <a:pt x="6109" y="9292"/>
                  </a:lnTo>
                  <a:lnTo>
                    <a:pt x="5943" y="9356"/>
                  </a:lnTo>
                  <a:lnTo>
                    <a:pt x="5777" y="9419"/>
                  </a:lnTo>
                  <a:lnTo>
                    <a:pt x="5687" y="9432"/>
                  </a:lnTo>
                  <a:lnTo>
                    <a:pt x="5611" y="9432"/>
                  </a:lnTo>
                  <a:lnTo>
                    <a:pt x="5572" y="9407"/>
                  </a:lnTo>
                  <a:lnTo>
                    <a:pt x="5534" y="9368"/>
                  </a:lnTo>
                  <a:lnTo>
                    <a:pt x="5483" y="9279"/>
                  </a:lnTo>
                  <a:lnTo>
                    <a:pt x="5432" y="9241"/>
                  </a:lnTo>
                  <a:lnTo>
                    <a:pt x="5368" y="9228"/>
                  </a:lnTo>
                  <a:lnTo>
                    <a:pt x="5304" y="9215"/>
                  </a:lnTo>
                  <a:lnTo>
                    <a:pt x="5240" y="9177"/>
                  </a:lnTo>
                  <a:lnTo>
                    <a:pt x="5151" y="9126"/>
                  </a:lnTo>
                  <a:lnTo>
                    <a:pt x="5087" y="9100"/>
                  </a:lnTo>
                  <a:lnTo>
                    <a:pt x="5036" y="9100"/>
                  </a:lnTo>
                  <a:lnTo>
                    <a:pt x="5023" y="9113"/>
                  </a:lnTo>
                  <a:lnTo>
                    <a:pt x="5010" y="9138"/>
                  </a:lnTo>
                  <a:lnTo>
                    <a:pt x="5010" y="9177"/>
                  </a:lnTo>
                  <a:lnTo>
                    <a:pt x="5023" y="9279"/>
                  </a:lnTo>
                  <a:lnTo>
                    <a:pt x="4997" y="9279"/>
                  </a:lnTo>
                  <a:lnTo>
                    <a:pt x="4959" y="9292"/>
                  </a:lnTo>
                  <a:lnTo>
                    <a:pt x="4933" y="9304"/>
                  </a:lnTo>
                  <a:lnTo>
                    <a:pt x="4908" y="9304"/>
                  </a:lnTo>
                  <a:lnTo>
                    <a:pt x="4857" y="9292"/>
                  </a:lnTo>
                  <a:lnTo>
                    <a:pt x="4831" y="9253"/>
                  </a:lnTo>
                  <a:lnTo>
                    <a:pt x="4793" y="9228"/>
                  </a:lnTo>
                  <a:lnTo>
                    <a:pt x="4665" y="9228"/>
                  </a:lnTo>
                  <a:lnTo>
                    <a:pt x="4665" y="9304"/>
                  </a:lnTo>
                  <a:lnTo>
                    <a:pt x="4652" y="9343"/>
                  </a:lnTo>
                  <a:lnTo>
                    <a:pt x="4627" y="9381"/>
                  </a:lnTo>
                  <a:lnTo>
                    <a:pt x="4601" y="9419"/>
                  </a:lnTo>
                  <a:lnTo>
                    <a:pt x="4588" y="9432"/>
                  </a:lnTo>
                  <a:lnTo>
                    <a:pt x="4588" y="9458"/>
                  </a:lnTo>
                  <a:lnTo>
                    <a:pt x="4588" y="9522"/>
                  </a:lnTo>
                  <a:lnTo>
                    <a:pt x="4601" y="9586"/>
                  </a:lnTo>
                  <a:lnTo>
                    <a:pt x="4614" y="9688"/>
                  </a:lnTo>
                  <a:lnTo>
                    <a:pt x="4627" y="9726"/>
                  </a:lnTo>
                  <a:lnTo>
                    <a:pt x="4639" y="9752"/>
                  </a:lnTo>
                  <a:lnTo>
                    <a:pt x="4665" y="9765"/>
                  </a:lnTo>
                  <a:lnTo>
                    <a:pt x="4703" y="9765"/>
                  </a:lnTo>
                  <a:lnTo>
                    <a:pt x="4767" y="9790"/>
                  </a:lnTo>
                  <a:lnTo>
                    <a:pt x="4831" y="9816"/>
                  </a:lnTo>
                  <a:lnTo>
                    <a:pt x="4857" y="9816"/>
                  </a:lnTo>
                  <a:lnTo>
                    <a:pt x="4895" y="9803"/>
                  </a:lnTo>
                  <a:lnTo>
                    <a:pt x="4921" y="9790"/>
                  </a:lnTo>
                  <a:lnTo>
                    <a:pt x="4959" y="9777"/>
                  </a:lnTo>
                  <a:lnTo>
                    <a:pt x="4959" y="9854"/>
                  </a:lnTo>
                  <a:lnTo>
                    <a:pt x="4972" y="9892"/>
                  </a:lnTo>
                  <a:lnTo>
                    <a:pt x="4985" y="9905"/>
                  </a:lnTo>
                  <a:lnTo>
                    <a:pt x="5023" y="9918"/>
                  </a:lnTo>
                  <a:lnTo>
                    <a:pt x="5074" y="9905"/>
                  </a:lnTo>
                  <a:lnTo>
                    <a:pt x="5125" y="9892"/>
                  </a:lnTo>
                  <a:lnTo>
                    <a:pt x="5163" y="9892"/>
                  </a:lnTo>
                  <a:lnTo>
                    <a:pt x="5202" y="9905"/>
                  </a:lnTo>
                  <a:lnTo>
                    <a:pt x="5227" y="9931"/>
                  </a:lnTo>
                  <a:lnTo>
                    <a:pt x="5240" y="9956"/>
                  </a:lnTo>
                  <a:lnTo>
                    <a:pt x="5266" y="9982"/>
                  </a:lnTo>
                  <a:lnTo>
                    <a:pt x="5330" y="9995"/>
                  </a:lnTo>
                  <a:lnTo>
                    <a:pt x="5406" y="10007"/>
                  </a:lnTo>
                  <a:lnTo>
                    <a:pt x="5496" y="10020"/>
                  </a:lnTo>
                  <a:lnTo>
                    <a:pt x="5572" y="10058"/>
                  </a:lnTo>
                  <a:lnTo>
                    <a:pt x="5713" y="10174"/>
                  </a:lnTo>
                  <a:lnTo>
                    <a:pt x="5828" y="10225"/>
                  </a:lnTo>
                  <a:lnTo>
                    <a:pt x="5866" y="10237"/>
                  </a:lnTo>
                  <a:lnTo>
                    <a:pt x="5981" y="10237"/>
                  </a:lnTo>
                  <a:lnTo>
                    <a:pt x="6033" y="10225"/>
                  </a:lnTo>
                  <a:lnTo>
                    <a:pt x="6084" y="10225"/>
                  </a:lnTo>
                  <a:lnTo>
                    <a:pt x="6109" y="10250"/>
                  </a:lnTo>
                  <a:lnTo>
                    <a:pt x="6148" y="10301"/>
                  </a:lnTo>
                  <a:lnTo>
                    <a:pt x="6186" y="10391"/>
                  </a:lnTo>
                  <a:lnTo>
                    <a:pt x="6224" y="10480"/>
                  </a:lnTo>
                  <a:lnTo>
                    <a:pt x="6237" y="10493"/>
                  </a:lnTo>
                  <a:lnTo>
                    <a:pt x="6263" y="10506"/>
                  </a:lnTo>
                  <a:lnTo>
                    <a:pt x="6314" y="10519"/>
                  </a:lnTo>
                  <a:lnTo>
                    <a:pt x="6429" y="10493"/>
                  </a:lnTo>
                  <a:lnTo>
                    <a:pt x="6557" y="10493"/>
                  </a:lnTo>
                  <a:lnTo>
                    <a:pt x="6608" y="10506"/>
                  </a:lnTo>
                  <a:lnTo>
                    <a:pt x="6659" y="10544"/>
                  </a:lnTo>
                  <a:lnTo>
                    <a:pt x="6684" y="10582"/>
                  </a:lnTo>
                  <a:lnTo>
                    <a:pt x="6723" y="10621"/>
                  </a:lnTo>
                  <a:lnTo>
                    <a:pt x="6787" y="10621"/>
                  </a:lnTo>
                  <a:lnTo>
                    <a:pt x="6812" y="10595"/>
                  </a:lnTo>
                  <a:lnTo>
                    <a:pt x="6825" y="10557"/>
                  </a:lnTo>
                  <a:lnTo>
                    <a:pt x="6825" y="10519"/>
                  </a:lnTo>
                  <a:lnTo>
                    <a:pt x="6825" y="10493"/>
                  </a:lnTo>
                  <a:lnTo>
                    <a:pt x="6863" y="10455"/>
                  </a:lnTo>
                  <a:lnTo>
                    <a:pt x="6902" y="10429"/>
                  </a:lnTo>
                  <a:lnTo>
                    <a:pt x="6940" y="10404"/>
                  </a:lnTo>
                  <a:lnTo>
                    <a:pt x="6953" y="10378"/>
                  </a:lnTo>
                  <a:lnTo>
                    <a:pt x="6966" y="10314"/>
                  </a:lnTo>
                  <a:lnTo>
                    <a:pt x="6953" y="10289"/>
                  </a:lnTo>
                  <a:lnTo>
                    <a:pt x="6953" y="10250"/>
                  </a:lnTo>
                  <a:lnTo>
                    <a:pt x="6940" y="10225"/>
                  </a:lnTo>
                  <a:lnTo>
                    <a:pt x="6914" y="10212"/>
                  </a:lnTo>
                  <a:lnTo>
                    <a:pt x="6902" y="10199"/>
                  </a:lnTo>
                  <a:lnTo>
                    <a:pt x="6889" y="10186"/>
                  </a:lnTo>
                  <a:lnTo>
                    <a:pt x="6876" y="10161"/>
                  </a:lnTo>
                  <a:lnTo>
                    <a:pt x="6889" y="10148"/>
                  </a:lnTo>
                  <a:lnTo>
                    <a:pt x="6902" y="10135"/>
                  </a:lnTo>
                  <a:lnTo>
                    <a:pt x="6902" y="10110"/>
                  </a:lnTo>
                  <a:lnTo>
                    <a:pt x="6902" y="10071"/>
                  </a:lnTo>
                  <a:lnTo>
                    <a:pt x="6889" y="10033"/>
                  </a:lnTo>
                  <a:lnTo>
                    <a:pt x="6876" y="9995"/>
                  </a:lnTo>
                  <a:lnTo>
                    <a:pt x="6863" y="9969"/>
                  </a:lnTo>
                  <a:lnTo>
                    <a:pt x="6838" y="9943"/>
                  </a:lnTo>
                  <a:lnTo>
                    <a:pt x="6799" y="9931"/>
                  </a:lnTo>
                  <a:lnTo>
                    <a:pt x="6761" y="9931"/>
                  </a:lnTo>
                  <a:lnTo>
                    <a:pt x="6735" y="9918"/>
                  </a:lnTo>
                  <a:lnTo>
                    <a:pt x="6710" y="9892"/>
                  </a:lnTo>
                  <a:lnTo>
                    <a:pt x="6710" y="9867"/>
                  </a:lnTo>
                  <a:lnTo>
                    <a:pt x="6710" y="9816"/>
                  </a:lnTo>
                  <a:lnTo>
                    <a:pt x="6735" y="9752"/>
                  </a:lnTo>
                  <a:lnTo>
                    <a:pt x="6761" y="9701"/>
                  </a:lnTo>
                  <a:lnTo>
                    <a:pt x="6889" y="9458"/>
                  </a:lnTo>
                  <a:lnTo>
                    <a:pt x="6991" y="9253"/>
                  </a:lnTo>
                  <a:lnTo>
                    <a:pt x="7017" y="9164"/>
                  </a:lnTo>
                  <a:lnTo>
                    <a:pt x="7055" y="9138"/>
                  </a:lnTo>
                  <a:lnTo>
                    <a:pt x="7068" y="9126"/>
                  </a:lnTo>
                  <a:lnTo>
                    <a:pt x="7093" y="9126"/>
                  </a:lnTo>
                  <a:lnTo>
                    <a:pt x="7119" y="9138"/>
                  </a:lnTo>
                  <a:lnTo>
                    <a:pt x="7144" y="9164"/>
                  </a:lnTo>
                  <a:lnTo>
                    <a:pt x="7170" y="9215"/>
                  </a:lnTo>
                  <a:lnTo>
                    <a:pt x="7208" y="9317"/>
                  </a:lnTo>
                  <a:lnTo>
                    <a:pt x="7221" y="9356"/>
                  </a:lnTo>
                  <a:lnTo>
                    <a:pt x="7247" y="9368"/>
                  </a:lnTo>
                  <a:lnTo>
                    <a:pt x="7298" y="9368"/>
                  </a:lnTo>
                  <a:lnTo>
                    <a:pt x="7438" y="9356"/>
                  </a:lnTo>
                  <a:lnTo>
                    <a:pt x="7579" y="9343"/>
                  </a:lnTo>
                  <a:lnTo>
                    <a:pt x="7566" y="9241"/>
                  </a:lnTo>
                  <a:lnTo>
                    <a:pt x="7579" y="9126"/>
                  </a:lnTo>
                  <a:lnTo>
                    <a:pt x="7617" y="9036"/>
                  </a:lnTo>
                  <a:lnTo>
                    <a:pt x="7681" y="8947"/>
                  </a:lnTo>
                  <a:lnTo>
                    <a:pt x="7745" y="8895"/>
                  </a:lnTo>
                  <a:lnTo>
                    <a:pt x="7822" y="8857"/>
                  </a:lnTo>
                  <a:lnTo>
                    <a:pt x="7860" y="8832"/>
                  </a:lnTo>
                  <a:lnTo>
                    <a:pt x="7873" y="8819"/>
                  </a:lnTo>
                  <a:lnTo>
                    <a:pt x="7886" y="8780"/>
                  </a:lnTo>
                  <a:lnTo>
                    <a:pt x="7886" y="8742"/>
                  </a:lnTo>
                  <a:lnTo>
                    <a:pt x="7873" y="8627"/>
                  </a:lnTo>
                  <a:lnTo>
                    <a:pt x="7847" y="8525"/>
                  </a:lnTo>
                  <a:lnTo>
                    <a:pt x="7822" y="8435"/>
                  </a:lnTo>
                  <a:lnTo>
                    <a:pt x="7822" y="8346"/>
                  </a:lnTo>
                  <a:lnTo>
                    <a:pt x="7835" y="8308"/>
                  </a:lnTo>
                  <a:lnTo>
                    <a:pt x="7860" y="8269"/>
                  </a:lnTo>
                  <a:lnTo>
                    <a:pt x="7899" y="8231"/>
                  </a:lnTo>
                  <a:lnTo>
                    <a:pt x="7937" y="8205"/>
                  </a:lnTo>
                  <a:lnTo>
                    <a:pt x="8001" y="8180"/>
                  </a:lnTo>
                  <a:lnTo>
                    <a:pt x="8026" y="8167"/>
                  </a:lnTo>
                  <a:lnTo>
                    <a:pt x="8077" y="8167"/>
                  </a:lnTo>
                  <a:lnTo>
                    <a:pt x="8090" y="8180"/>
                  </a:lnTo>
                  <a:lnTo>
                    <a:pt x="8103" y="8218"/>
                  </a:lnTo>
                  <a:lnTo>
                    <a:pt x="8141" y="8218"/>
                  </a:lnTo>
                  <a:lnTo>
                    <a:pt x="8205" y="8193"/>
                  </a:lnTo>
                  <a:lnTo>
                    <a:pt x="8256" y="8141"/>
                  </a:lnTo>
                  <a:lnTo>
                    <a:pt x="8282" y="8116"/>
                  </a:lnTo>
                  <a:lnTo>
                    <a:pt x="8282" y="8090"/>
                  </a:lnTo>
                  <a:lnTo>
                    <a:pt x="8282" y="8052"/>
                  </a:lnTo>
                  <a:lnTo>
                    <a:pt x="8269" y="7975"/>
                  </a:lnTo>
                  <a:lnTo>
                    <a:pt x="8218" y="7835"/>
                  </a:lnTo>
                  <a:lnTo>
                    <a:pt x="8205" y="7784"/>
                  </a:lnTo>
                  <a:lnTo>
                    <a:pt x="8167" y="7732"/>
                  </a:lnTo>
                  <a:lnTo>
                    <a:pt x="8090" y="7656"/>
                  </a:lnTo>
                  <a:lnTo>
                    <a:pt x="8039" y="7630"/>
                  </a:lnTo>
                  <a:lnTo>
                    <a:pt x="7988" y="7605"/>
                  </a:lnTo>
                  <a:lnTo>
                    <a:pt x="7873" y="7579"/>
                  </a:lnTo>
                  <a:lnTo>
                    <a:pt x="7809" y="7566"/>
                  </a:lnTo>
                  <a:lnTo>
                    <a:pt x="7758" y="7553"/>
                  </a:lnTo>
                  <a:lnTo>
                    <a:pt x="7720" y="7528"/>
                  </a:lnTo>
                  <a:lnTo>
                    <a:pt x="7681" y="7477"/>
                  </a:lnTo>
                  <a:lnTo>
                    <a:pt x="7643" y="7387"/>
                  </a:lnTo>
                  <a:lnTo>
                    <a:pt x="7630" y="7298"/>
                  </a:lnTo>
                  <a:lnTo>
                    <a:pt x="7630" y="7234"/>
                  </a:lnTo>
                  <a:lnTo>
                    <a:pt x="7656" y="7196"/>
                  </a:lnTo>
                  <a:lnTo>
                    <a:pt x="7694" y="7132"/>
                  </a:lnTo>
                  <a:lnTo>
                    <a:pt x="7720" y="7068"/>
                  </a:lnTo>
                  <a:lnTo>
                    <a:pt x="7745" y="7029"/>
                  </a:lnTo>
                  <a:lnTo>
                    <a:pt x="7771" y="6991"/>
                  </a:lnTo>
                  <a:lnTo>
                    <a:pt x="7783" y="6953"/>
                  </a:lnTo>
                  <a:lnTo>
                    <a:pt x="7796" y="6914"/>
                  </a:lnTo>
                  <a:lnTo>
                    <a:pt x="7847" y="6799"/>
                  </a:lnTo>
                  <a:lnTo>
                    <a:pt x="7886" y="6697"/>
                  </a:lnTo>
                  <a:lnTo>
                    <a:pt x="7924" y="6659"/>
                  </a:lnTo>
                  <a:lnTo>
                    <a:pt x="7950" y="6633"/>
                  </a:lnTo>
                  <a:lnTo>
                    <a:pt x="8001" y="6621"/>
                  </a:lnTo>
                  <a:lnTo>
                    <a:pt x="8065" y="6608"/>
                  </a:lnTo>
                  <a:lnTo>
                    <a:pt x="8103" y="6633"/>
                  </a:lnTo>
                  <a:lnTo>
                    <a:pt x="8129" y="6646"/>
                  </a:lnTo>
                  <a:lnTo>
                    <a:pt x="8141" y="6659"/>
                  </a:lnTo>
                  <a:lnTo>
                    <a:pt x="8180" y="6748"/>
                  </a:lnTo>
                  <a:lnTo>
                    <a:pt x="8218" y="6774"/>
                  </a:lnTo>
                  <a:lnTo>
                    <a:pt x="8256" y="6799"/>
                  </a:lnTo>
                  <a:lnTo>
                    <a:pt x="8346" y="6787"/>
                  </a:lnTo>
                  <a:lnTo>
                    <a:pt x="8435" y="6787"/>
                  </a:lnTo>
                  <a:lnTo>
                    <a:pt x="8589" y="6774"/>
                  </a:lnTo>
                  <a:lnTo>
                    <a:pt x="8653" y="6787"/>
                  </a:lnTo>
                  <a:lnTo>
                    <a:pt x="8716" y="6812"/>
                  </a:lnTo>
                  <a:lnTo>
                    <a:pt x="8755" y="6863"/>
                  </a:lnTo>
                  <a:lnTo>
                    <a:pt x="8793" y="6914"/>
                  </a:lnTo>
                  <a:lnTo>
                    <a:pt x="8831" y="7017"/>
                  </a:lnTo>
                  <a:lnTo>
                    <a:pt x="8857" y="7119"/>
                  </a:lnTo>
                  <a:lnTo>
                    <a:pt x="8883" y="7170"/>
                  </a:lnTo>
                  <a:lnTo>
                    <a:pt x="8921" y="7196"/>
                  </a:lnTo>
                  <a:lnTo>
                    <a:pt x="8959" y="7221"/>
                  </a:lnTo>
                  <a:lnTo>
                    <a:pt x="9023" y="7208"/>
                  </a:lnTo>
                  <a:lnTo>
                    <a:pt x="9049" y="7208"/>
                  </a:lnTo>
                  <a:lnTo>
                    <a:pt x="9062" y="7196"/>
                  </a:lnTo>
                  <a:lnTo>
                    <a:pt x="9074" y="7157"/>
                  </a:lnTo>
                  <a:lnTo>
                    <a:pt x="9074" y="7081"/>
                  </a:lnTo>
                  <a:lnTo>
                    <a:pt x="9074" y="7017"/>
                  </a:lnTo>
                  <a:lnTo>
                    <a:pt x="9062" y="6927"/>
                  </a:lnTo>
                  <a:lnTo>
                    <a:pt x="9074" y="6838"/>
                  </a:lnTo>
                  <a:lnTo>
                    <a:pt x="9074" y="6799"/>
                  </a:lnTo>
                  <a:lnTo>
                    <a:pt x="9062" y="6761"/>
                  </a:lnTo>
                  <a:lnTo>
                    <a:pt x="9023" y="6697"/>
                  </a:lnTo>
                  <a:lnTo>
                    <a:pt x="8959" y="6646"/>
                  </a:lnTo>
                  <a:lnTo>
                    <a:pt x="8895" y="6595"/>
                  </a:lnTo>
                  <a:lnTo>
                    <a:pt x="8716" y="6454"/>
                  </a:lnTo>
                  <a:lnTo>
                    <a:pt x="8538" y="6314"/>
                  </a:lnTo>
                  <a:lnTo>
                    <a:pt x="8461" y="6275"/>
                  </a:lnTo>
                  <a:lnTo>
                    <a:pt x="8371" y="6237"/>
                  </a:lnTo>
                  <a:lnTo>
                    <a:pt x="8282" y="6199"/>
                  </a:lnTo>
                  <a:lnTo>
                    <a:pt x="8192" y="6160"/>
                  </a:lnTo>
                  <a:lnTo>
                    <a:pt x="7988" y="6058"/>
                  </a:lnTo>
                  <a:lnTo>
                    <a:pt x="7899" y="6020"/>
                  </a:lnTo>
                  <a:lnTo>
                    <a:pt x="7796" y="5981"/>
                  </a:lnTo>
                  <a:lnTo>
                    <a:pt x="7656" y="5943"/>
                  </a:lnTo>
                  <a:lnTo>
                    <a:pt x="7592" y="5918"/>
                  </a:lnTo>
                  <a:lnTo>
                    <a:pt x="7528" y="5892"/>
                  </a:lnTo>
                  <a:lnTo>
                    <a:pt x="7272" y="5777"/>
                  </a:lnTo>
                  <a:lnTo>
                    <a:pt x="7183" y="5739"/>
                  </a:lnTo>
                  <a:lnTo>
                    <a:pt x="7068" y="5688"/>
                  </a:lnTo>
                  <a:lnTo>
                    <a:pt x="7029" y="5649"/>
                  </a:lnTo>
                  <a:lnTo>
                    <a:pt x="6991" y="5611"/>
                  </a:lnTo>
                  <a:lnTo>
                    <a:pt x="6991" y="5573"/>
                  </a:lnTo>
                  <a:lnTo>
                    <a:pt x="7017" y="5521"/>
                  </a:lnTo>
                  <a:lnTo>
                    <a:pt x="7055" y="5496"/>
                  </a:lnTo>
                  <a:lnTo>
                    <a:pt x="7093" y="5457"/>
                  </a:lnTo>
                  <a:lnTo>
                    <a:pt x="7132" y="5432"/>
                  </a:lnTo>
                  <a:lnTo>
                    <a:pt x="7144" y="5381"/>
                  </a:lnTo>
                  <a:lnTo>
                    <a:pt x="7144" y="5342"/>
                  </a:lnTo>
                  <a:lnTo>
                    <a:pt x="7132" y="5291"/>
                  </a:lnTo>
                  <a:lnTo>
                    <a:pt x="7106" y="5266"/>
                  </a:lnTo>
                  <a:lnTo>
                    <a:pt x="7068" y="5240"/>
                  </a:lnTo>
                  <a:lnTo>
                    <a:pt x="7004" y="5240"/>
                  </a:lnTo>
                  <a:lnTo>
                    <a:pt x="6940" y="5253"/>
                  </a:lnTo>
                  <a:lnTo>
                    <a:pt x="6825" y="5279"/>
                  </a:lnTo>
                  <a:lnTo>
                    <a:pt x="6723" y="5279"/>
                  </a:lnTo>
                  <a:lnTo>
                    <a:pt x="6608" y="5266"/>
                  </a:lnTo>
                  <a:lnTo>
                    <a:pt x="6518" y="5266"/>
                  </a:lnTo>
                  <a:lnTo>
                    <a:pt x="6442" y="5253"/>
                  </a:lnTo>
                  <a:lnTo>
                    <a:pt x="6352" y="5227"/>
                  </a:lnTo>
                  <a:lnTo>
                    <a:pt x="6263" y="5202"/>
                  </a:lnTo>
                  <a:lnTo>
                    <a:pt x="6173" y="5164"/>
                  </a:lnTo>
                  <a:lnTo>
                    <a:pt x="6071" y="5112"/>
                  </a:lnTo>
                  <a:lnTo>
                    <a:pt x="5994" y="5061"/>
                  </a:lnTo>
                  <a:lnTo>
                    <a:pt x="5969" y="5049"/>
                  </a:lnTo>
                  <a:lnTo>
                    <a:pt x="5918" y="5036"/>
                  </a:lnTo>
                  <a:lnTo>
                    <a:pt x="5866" y="5023"/>
                  </a:lnTo>
                  <a:lnTo>
                    <a:pt x="5815" y="4997"/>
                  </a:lnTo>
                  <a:lnTo>
                    <a:pt x="5726" y="4946"/>
                  </a:lnTo>
                  <a:lnTo>
                    <a:pt x="5649" y="4882"/>
                  </a:lnTo>
                  <a:lnTo>
                    <a:pt x="5560" y="4818"/>
                  </a:lnTo>
                  <a:lnTo>
                    <a:pt x="5457" y="4742"/>
                  </a:lnTo>
                  <a:lnTo>
                    <a:pt x="5368" y="4640"/>
                  </a:lnTo>
                  <a:lnTo>
                    <a:pt x="5355" y="4601"/>
                  </a:lnTo>
                  <a:lnTo>
                    <a:pt x="5330" y="4550"/>
                  </a:lnTo>
                  <a:lnTo>
                    <a:pt x="5304" y="4448"/>
                  </a:lnTo>
                  <a:lnTo>
                    <a:pt x="5266" y="4320"/>
                  </a:lnTo>
                  <a:lnTo>
                    <a:pt x="5227" y="4192"/>
                  </a:lnTo>
                  <a:lnTo>
                    <a:pt x="5202" y="4116"/>
                  </a:lnTo>
                  <a:lnTo>
                    <a:pt x="5163" y="4026"/>
                  </a:lnTo>
                  <a:lnTo>
                    <a:pt x="5074" y="3873"/>
                  </a:lnTo>
                  <a:lnTo>
                    <a:pt x="5061" y="3822"/>
                  </a:lnTo>
                  <a:lnTo>
                    <a:pt x="5048" y="3783"/>
                  </a:lnTo>
                  <a:lnTo>
                    <a:pt x="5023" y="3707"/>
                  </a:lnTo>
                  <a:lnTo>
                    <a:pt x="5010" y="3681"/>
                  </a:lnTo>
                  <a:lnTo>
                    <a:pt x="4972" y="3668"/>
                  </a:lnTo>
                  <a:lnTo>
                    <a:pt x="4857" y="3668"/>
                  </a:lnTo>
                  <a:lnTo>
                    <a:pt x="4818" y="3655"/>
                  </a:lnTo>
                  <a:lnTo>
                    <a:pt x="4780" y="3630"/>
                  </a:lnTo>
                  <a:lnTo>
                    <a:pt x="4754" y="3592"/>
                  </a:lnTo>
                  <a:lnTo>
                    <a:pt x="4678" y="3528"/>
                  </a:lnTo>
                  <a:lnTo>
                    <a:pt x="4358" y="3272"/>
                  </a:lnTo>
                  <a:lnTo>
                    <a:pt x="4230" y="3170"/>
                  </a:lnTo>
                  <a:lnTo>
                    <a:pt x="4103" y="3055"/>
                  </a:lnTo>
                  <a:lnTo>
                    <a:pt x="4064" y="2991"/>
                  </a:lnTo>
                  <a:lnTo>
                    <a:pt x="4052" y="2927"/>
                  </a:lnTo>
                  <a:lnTo>
                    <a:pt x="4039" y="2786"/>
                  </a:lnTo>
                  <a:lnTo>
                    <a:pt x="4013" y="2684"/>
                  </a:lnTo>
                  <a:lnTo>
                    <a:pt x="3988" y="2569"/>
                  </a:lnTo>
                  <a:lnTo>
                    <a:pt x="3975" y="2531"/>
                  </a:lnTo>
                  <a:lnTo>
                    <a:pt x="3962" y="2480"/>
                  </a:lnTo>
                  <a:lnTo>
                    <a:pt x="3962" y="2454"/>
                  </a:lnTo>
                  <a:lnTo>
                    <a:pt x="3975" y="2441"/>
                  </a:lnTo>
                  <a:lnTo>
                    <a:pt x="4026" y="2416"/>
                  </a:lnTo>
                  <a:lnTo>
                    <a:pt x="4064" y="2403"/>
                  </a:lnTo>
                  <a:lnTo>
                    <a:pt x="4103" y="2365"/>
                  </a:lnTo>
                  <a:lnTo>
                    <a:pt x="4115" y="2326"/>
                  </a:lnTo>
                  <a:lnTo>
                    <a:pt x="4115" y="2275"/>
                  </a:lnTo>
                  <a:lnTo>
                    <a:pt x="4103" y="2224"/>
                  </a:lnTo>
                  <a:lnTo>
                    <a:pt x="4090" y="2173"/>
                  </a:lnTo>
                  <a:lnTo>
                    <a:pt x="4077" y="2135"/>
                  </a:lnTo>
                  <a:lnTo>
                    <a:pt x="4026" y="2109"/>
                  </a:lnTo>
                  <a:lnTo>
                    <a:pt x="3962" y="2071"/>
                  </a:lnTo>
                  <a:lnTo>
                    <a:pt x="3911" y="2032"/>
                  </a:lnTo>
                  <a:lnTo>
                    <a:pt x="3873" y="1968"/>
                  </a:lnTo>
                  <a:lnTo>
                    <a:pt x="3834" y="1904"/>
                  </a:lnTo>
                  <a:lnTo>
                    <a:pt x="3821" y="1866"/>
                  </a:lnTo>
                  <a:lnTo>
                    <a:pt x="3834" y="1853"/>
                  </a:lnTo>
                  <a:lnTo>
                    <a:pt x="3885" y="1815"/>
                  </a:lnTo>
                  <a:lnTo>
                    <a:pt x="3949" y="1751"/>
                  </a:lnTo>
                  <a:lnTo>
                    <a:pt x="4013" y="1700"/>
                  </a:lnTo>
                  <a:lnTo>
                    <a:pt x="4077" y="1674"/>
                  </a:lnTo>
                  <a:lnTo>
                    <a:pt x="4103" y="1674"/>
                  </a:lnTo>
                  <a:lnTo>
                    <a:pt x="4103" y="1687"/>
                  </a:lnTo>
                  <a:lnTo>
                    <a:pt x="4103" y="1713"/>
                  </a:lnTo>
                  <a:lnTo>
                    <a:pt x="4103" y="1738"/>
                  </a:lnTo>
                  <a:lnTo>
                    <a:pt x="4103" y="1764"/>
                  </a:lnTo>
                  <a:lnTo>
                    <a:pt x="4128" y="1777"/>
                  </a:lnTo>
                  <a:lnTo>
                    <a:pt x="4167" y="1777"/>
                  </a:lnTo>
                  <a:lnTo>
                    <a:pt x="4192" y="1764"/>
                  </a:lnTo>
                  <a:lnTo>
                    <a:pt x="4230" y="1738"/>
                  </a:lnTo>
                  <a:lnTo>
                    <a:pt x="4269" y="1700"/>
                  </a:lnTo>
                  <a:lnTo>
                    <a:pt x="4307" y="1687"/>
                  </a:lnTo>
                  <a:lnTo>
                    <a:pt x="4371" y="1662"/>
                  </a:lnTo>
                  <a:lnTo>
                    <a:pt x="4448" y="1649"/>
                  </a:lnTo>
                  <a:lnTo>
                    <a:pt x="4588" y="1623"/>
                  </a:lnTo>
                  <a:lnTo>
                    <a:pt x="4601" y="1572"/>
                  </a:lnTo>
                  <a:lnTo>
                    <a:pt x="4576" y="1559"/>
                  </a:lnTo>
                  <a:lnTo>
                    <a:pt x="4563" y="1559"/>
                  </a:lnTo>
                  <a:lnTo>
                    <a:pt x="4537" y="1547"/>
                  </a:lnTo>
                  <a:lnTo>
                    <a:pt x="4524" y="1534"/>
                  </a:lnTo>
                  <a:lnTo>
                    <a:pt x="4537" y="1508"/>
                  </a:lnTo>
                  <a:lnTo>
                    <a:pt x="4550" y="1470"/>
                  </a:lnTo>
                  <a:lnTo>
                    <a:pt x="4601" y="1432"/>
                  </a:lnTo>
                  <a:lnTo>
                    <a:pt x="4639" y="1419"/>
                  </a:lnTo>
                  <a:lnTo>
                    <a:pt x="4691" y="1419"/>
                  </a:lnTo>
                  <a:lnTo>
                    <a:pt x="4793" y="1444"/>
                  </a:lnTo>
                  <a:lnTo>
                    <a:pt x="4857" y="1432"/>
                  </a:lnTo>
                  <a:lnTo>
                    <a:pt x="4921" y="1432"/>
                  </a:lnTo>
                  <a:lnTo>
                    <a:pt x="4972" y="1444"/>
                  </a:lnTo>
                  <a:lnTo>
                    <a:pt x="5036" y="1470"/>
                  </a:lnTo>
                  <a:lnTo>
                    <a:pt x="5036" y="1559"/>
                  </a:lnTo>
                  <a:lnTo>
                    <a:pt x="5100" y="1547"/>
                  </a:lnTo>
                  <a:lnTo>
                    <a:pt x="5112" y="1444"/>
                  </a:lnTo>
                  <a:lnTo>
                    <a:pt x="4946" y="1253"/>
                  </a:lnTo>
                  <a:lnTo>
                    <a:pt x="4946" y="1240"/>
                  </a:lnTo>
                  <a:lnTo>
                    <a:pt x="4882" y="844"/>
                  </a:lnTo>
                  <a:lnTo>
                    <a:pt x="4895" y="818"/>
                  </a:lnTo>
                  <a:lnTo>
                    <a:pt x="5036" y="729"/>
                  </a:lnTo>
                  <a:lnTo>
                    <a:pt x="4882" y="601"/>
                  </a:lnTo>
                  <a:lnTo>
                    <a:pt x="4563" y="563"/>
                  </a:lnTo>
                  <a:lnTo>
                    <a:pt x="4550" y="563"/>
                  </a:lnTo>
                  <a:lnTo>
                    <a:pt x="4384" y="460"/>
                  </a:lnTo>
                  <a:lnTo>
                    <a:pt x="4115" y="486"/>
                  </a:lnTo>
                  <a:lnTo>
                    <a:pt x="4103" y="473"/>
                  </a:lnTo>
                  <a:lnTo>
                    <a:pt x="3924" y="332"/>
                  </a:lnTo>
                  <a:lnTo>
                    <a:pt x="3911" y="320"/>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8"/>
            <p:cNvSpPr/>
            <p:nvPr/>
          </p:nvSpPr>
          <p:spPr>
            <a:xfrm>
              <a:off x="3702625" y="2547075"/>
              <a:ext cx="13125" cy="8650"/>
            </a:xfrm>
            <a:custGeom>
              <a:rect b="b" l="l" r="r" t="t"/>
              <a:pathLst>
                <a:path extrusionOk="0" h="346" w="525">
                  <a:moveTo>
                    <a:pt x="90" y="0"/>
                  </a:moveTo>
                  <a:lnTo>
                    <a:pt x="52" y="13"/>
                  </a:lnTo>
                  <a:lnTo>
                    <a:pt x="26" y="39"/>
                  </a:lnTo>
                  <a:lnTo>
                    <a:pt x="13" y="64"/>
                  </a:lnTo>
                  <a:lnTo>
                    <a:pt x="13" y="90"/>
                  </a:lnTo>
                  <a:lnTo>
                    <a:pt x="1" y="141"/>
                  </a:lnTo>
                  <a:lnTo>
                    <a:pt x="1" y="205"/>
                  </a:lnTo>
                  <a:lnTo>
                    <a:pt x="39" y="217"/>
                  </a:lnTo>
                  <a:lnTo>
                    <a:pt x="65" y="230"/>
                  </a:lnTo>
                  <a:lnTo>
                    <a:pt x="141" y="230"/>
                  </a:lnTo>
                  <a:lnTo>
                    <a:pt x="205" y="217"/>
                  </a:lnTo>
                  <a:lnTo>
                    <a:pt x="282" y="230"/>
                  </a:lnTo>
                  <a:lnTo>
                    <a:pt x="346" y="256"/>
                  </a:lnTo>
                  <a:lnTo>
                    <a:pt x="397" y="307"/>
                  </a:lnTo>
                  <a:lnTo>
                    <a:pt x="461" y="345"/>
                  </a:lnTo>
                  <a:lnTo>
                    <a:pt x="525" y="345"/>
                  </a:lnTo>
                  <a:lnTo>
                    <a:pt x="499" y="90"/>
                  </a:lnTo>
                  <a:lnTo>
                    <a:pt x="397" y="26"/>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8"/>
            <p:cNvSpPr/>
            <p:nvPr/>
          </p:nvSpPr>
          <p:spPr>
            <a:xfrm>
              <a:off x="3858550" y="1742525"/>
              <a:ext cx="244450" cy="424975"/>
            </a:xfrm>
            <a:custGeom>
              <a:rect b="b" l="l" r="r" t="t"/>
              <a:pathLst>
                <a:path extrusionOk="0" h="16999" w="9778">
                  <a:moveTo>
                    <a:pt x="1560" y="12270"/>
                  </a:moveTo>
                  <a:lnTo>
                    <a:pt x="2071" y="12385"/>
                  </a:lnTo>
                  <a:lnTo>
                    <a:pt x="2148" y="12717"/>
                  </a:lnTo>
                  <a:lnTo>
                    <a:pt x="1739" y="13037"/>
                  </a:lnTo>
                  <a:lnTo>
                    <a:pt x="1445" y="13229"/>
                  </a:lnTo>
                  <a:lnTo>
                    <a:pt x="1215" y="13229"/>
                  </a:lnTo>
                  <a:lnTo>
                    <a:pt x="1074" y="13331"/>
                  </a:lnTo>
                  <a:lnTo>
                    <a:pt x="972" y="13395"/>
                  </a:lnTo>
                  <a:lnTo>
                    <a:pt x="921" y="13420"/>
                  </a:lnTo>
                  <a:lnTo>
                    <a:pt x="883" y="13420"/>
                  </a:lnTo>
                  <a:lnTo>
                    <a:pt x="870" y="13408"/>
                  </a:lnTo>
                  <a:lnTo>
                    <a:pt x="870" y="13382"/>
                  </a:lnTo>
                  <a:lnTo>
                    <a:pt x="895" y="13331"/>
                  </a:lnTo>
                  <a:lnTo>
                    <a:pt x="1049" y="13037"/>
                  </a:lnTo>
                  <a:lnTo>
                    <a:pt x="921" y="12922"/>
                  </a:lnTo>
                  <a:lnTo>
                    <a:pt x="1074" y="12615"/>
                  </a:lnTo>
                  <a:lnTo>
                    <a:pt x="1381" y="12615"/>
                  </a:lnTo>
                  <a:lnTo>
                    <a:pt x="1560" y="12270"/>
                  </a:lnTo>
                  <a:close/>
                  <a:moveTo>
                    <a:pt x="2595" y="12717"/>
                  </a:moveTo>
                  <a:lnTo>
                    <a:pt x="2697" y="12845"/>
                  </a:lnTo>
                  <a:lnTo>
                    <a:pt x="2595" y="13075"/>
                  </a:lnTo>
                  <a:lnTo>
                    <a:pt x="2506" y="13241"/>
                  </a:lnTo>
                  <a:lnTo>
                    <a:pt x="2480" y="13305"/>
                  </a:lnTo>
                  <a:lnTo>
                    <a:pt x="2455" y="13331"/>
                  </a:lnTo>
                  <a:lnTo>
                    <a:pt x="2429" y="13369"/>
                  </a:lnTo>
                  <a:lnTo>
                    <a:pt x="2378" y="13433"/>
                  </a:lnTo>
                  <a:lnTo>
                    <a:pt x="2288" y="13650"/>
                  </a:lnTo>
                  <a:lnTo>
                    <a:pt x="2148" y="13944"/>
                  </a:lnTo>
                  <a:lnTo>
                    <a:pt x="2071" y="13944"/>
                  </a:lnTo>
                  <a:lnTo>
                    <a:pt x="2071" y="13599"/>
                  </a:lnTo>
                  <a:lnTo>
                    <a:pt x="2595" y="12717"/>
                  </a:lnTo>
                  <a:close/>
                  <a:moveTo>
                    <a:pt x="7260" y="1"/>
                  </a:moveTo>
                  <a:lnTo>
                    <a:pt x="7196" y="26"/>
                  </a:lnTo>
                  <a:lnTo>
                    <a:pt x="7247" y="205"/>
                  </a:lnTo>
                  <a:lnTo>
                    <a:pt x="7337" y="346"/>
                  </a:lnTo>
                  <a:lnTo>
                    <a:pt x="7350" y="359"/>
                  </a:lnTo>
                  <a:lnTo>
                    <a:pt x="7119" y="985"/>
                  </a:lnTo>
                  <a:lnTo>
                    <a:pt x="7068" y="998"/>
                  </a:lnTo>
                  <a:lnTo>
                    <a:pt x="5893" y="819"/>
                  </a:lnTo>
                  <a:lnTo>
                    <a:pt x="5624" y="1445"/>
                  </a:lnTo>
                  <a:lnTo>
                    <a:pt x="5560" y="1470"/>
                  </a:lnTo>
                  <a:lnTo>
                    <a:pt x="5266" y="1355"/>
                  </a:lnTo>
                  <a:lnTo>
                    <a:pt x="4704" y="1828"/>
                  </a:lnTo>
                  <a:lnTo>
                    <a:pt x="4538" y="2148"/>
                  </a:lnTo>
                  <a:lnTo>
                    <a:pt x="4627" y="2467"/>
                  </a:lnTo>
                  <a:lnTo>
                    <a:pt x="4614" y="2493"/>
                  </a:lnTo>
                  <a:lnTo>
                    <a:pt x="3950" y="3119"/>
                  </a:lnTo>
                  <a:lnTo>
                    <a:pt x="3950" y="3451"/>
                  </a:lnTo>
                  <a:lnTo>
                    <a:pt x="3924" y="3490"/>
                  </a:lnTo>
                  <a:lnTo>
                    <a:pt x="3349" y="3630"/>
                  </a:lnTo>
                  <a:lnTo>
                    <a:pt x="3196" y="4781"/>
                  </a:lnTo>
                  <a:lnTo>
                    <a:pt x="3196" y="4793"/>
                  </a:lnTo>
                  <a:lnTo>
                    <a:pt x="2774" y="5458"/>
                  </a:lnTo>
                  <a:lnTo>
                    <a:pt x="2966" y="6161"/>
                  </a:lnTo>
                  <a:lnTo>
                    <a:pt x="2940" y="6199"/>
                  </a:lnTo>
                  <a:lnTo>
                    <a:pt x="2710" y="6314"/>
                  </a:lnTo>
                  <a:lnTo>
                    <a:pt x="2685" y="6327"/>
                  </a:lnTo>
                  <a:lnTo>
                    <a:pt x="2071" y="6365"/>
                  </a:lnTo>
                  <a:lnTo>
                    <a:pt x="1292" y="7247"/>
                  </a:lnTo>
                  <a:lnTo>
                    <a:pt x="1317" y="8231"/>
                  </a:lnTo>
                  <a:lnTo>
                    <a:pt x="1394" y="8449"/>
                  </a:lnTo>
                  <a:lnTo>
                    <a:pt x="1394" y="8461"/>
                  </a:lnTo>
                  <a:lnTo>
                    <a:pt x="1228" y="8858"/>
                  </a:lnTo>
                  <a:lnTo>
                    <a:pt x="1304" y="9088"/>
                  </a:lnTo>
                  <a:lnTo>
                    <a:pt x="1585" y="9254"/>
                  </a:lnTo>
                  <a:lnTo>
                    <a:pt x="1598" y="9279"/>
                  </a:lnTo>
                  <a:lnTo>
                    <a:pt x="1675" y="9676"/>
                  </a:lnTo>
                  <a:lnTo>
                    <a:pt x="1649" y="9701"/>
                  </a:lnTo>
                  <a:lnTo>
                    <a:pt x="1304" y="9829"/>
                  </a:lnTo>
                  <a:lnTo>
                    <a:pt x="1381" y="10212"/>
                  </a:lnTo>
                  <a:lnTo>
                    <a:pt x="1509" y="10442"/>
                  </a:lnTo>
                  <a:lnTo>
                    <a:pt x="1509" y="10468"/>
                  </a:lnTo>
                  <a:lnTo>
                    <a:pt x="1240" y="11171"/>
                  </a:lnTo>
                  <a:lnTo>
                    <a:pt x="1228" y="11184"/>
                  </a:lnTo>
                  <a:lnTo>
                    <a:pt x="819" y="11465"/>
                  </a:lnTo>
                  <a:lnTo>
                    <a:pt x="576" y="12155"/>
                  </a:lnTo>
                  <a:lnTo>
                    <a:pt x="589" y="12411"/>
                  </a:lnTo>
                  <a:lnTo>
                    <a:pt x="537" y="12436"/>
                  </a:lnTo>
                  <a:lnTo>
                    <a:pt x="52" y="12360"/>
                  </a:lnTo>
                  <a:lnTo>
                    <a:pt x="39" y="12372"/>
                  </a:lnTo>
                  <a:lnTo>
                    <a:pt x="26" y="12411"/>
                  </a:lnTo>
                  <a:lnTo>
                    <a:pt x="26" y="12462"/>
                  </a:lnTo>
                  <a:lnTo>
                    <a:pt x="39" y="12551"/>
                  </a:lnTo>
                  <a:lnTo>
                    <a:pt x="65" y="12679"/>
                  </a:lnTo>
                  <a:lnTo>
                    <a:pt x="77" y="12743"/>
                  </a:lnTo>
                  <a:lnTo>
                    <a:pt x="52" y="12807"/>
                  </a:lnTo>
                  <a:lnTo>
                    <a:pt x="26" y="12832"/>
                  </a:lnTo>
                  <a:lnTo>
                    <a:pt x="1" y="12858"/>
                  </a:lnTo>
                  <a:lnTo>
                    <a:pt x="1" y="12896"/>
                  </a:lnTo>
                  <a:lnTo>
                    <a:pt x="1" y="12935"/>
                  </a:lnTo>
                  <a:lnTo>
                    <a:pt x="13" y="13011"/>
                  </a:lnTo>
                  <a:lnTo>
                    <a:pt x="1" y="13075"/>
                  </a:lnTo>
                  <a:lnTo>
                    <a:pt x="13" y="13152"/>
                  </a:lnTo>
                  <a:lnTo>
                    <a:pt x="26" y="13177"/>
                  </a:lnTo>
                  <a:lnTo>
                    <a:pt x="52" y="13190"/>
                  </a:lnTo>
                  <a:lnTo>
                    <a:pt x="103" y="13203"/>
                  </a:lnTo>
                  <a:lnTo>
                    <a:pt x="167" y="13203"/>
                  </a:lnTo>
                  <a:lnTo>
                    <a:pt x="231" y="13190"/>
                  </a:lnTo>
                  <a:lnTo>
                    <a:pt x="269" y="13177"/>
                  </a:lnTo>
                  <a:lnTo>
                    <a:pt x="307" y="13152"/>
                  </a:lnTo>
                  <a:lnTo>
                    <a:pt x="359" y="13126"/>
                  </a:lnTo>
                  <a:lnTo>
                    <a:pt x="397" y="13139"/>
                  </a:lnTo>
                  <a:lnTo>
                    <a:pt x="499" y="13177"/>
                  </a:lnTo>
                  <a:lnTo>
                    <a:pt x="550" y="13190"/>
                  </a:lnTo>
                  <a:lnTo>
                    <a:pt x="563" y="13203"/>
                  </a:lnTo>
                  <a:lnTo>
                    <a:pt x="563" y="13229"/>
                  </a:lnTo>
                  <a:lnTo>
                    <a:pt x="550" y="13267"/>
                  </a:lnTo>
                  <a:lnTo>
                    <a:pt x="550" y="13292"/>
                  </a:lnTo>
                  <a:lnTo>
                    <a:pt x="525" y="13318"/>
                  </a:lnTo>
                  <a:lnTo>
                    <a:pt x="512" y="13331"/>
                  </a:lnTo>
                  <a:lnTo>
                    <a:pt x="359" y="13331"/>
                  </a:lnTo>
                  <a:lnTo>
                    <a:pt x="307" y="13356"/>
                  </a:lnTo>
                  <a:lnTo>
                    <a:pt x="269" y="13382"/>
                  </a:lnTo>
                  <a:lnTo>
                    <a:pt x="231" y="13433"/>
                  </a:lnTo>
                  <a:lnTo>
                    <a:pt x="205" y="13471"/>
                  </a:lnTo>
                  <a:lnTo>
                    <a:pt x="192" y="13484"/>
                  </a:lnTo>
                  <a:lnTo>
                    <a:pt x="205" y="13510"/>
                  </a:lnTo>
                  <a:lnTo>
                    <a:pt x="231" y="13523"/>
                  </a:lnTo>
                  <a:lnTo>
                    <a:pt x="269" y="13510"/>
                  </a:lnTo>
                  <a:lnTo>
                    <a:pt x="320" y="13497"/>
                  </a:lnTo>
                  <a:lnTo>
                    <a:pt x="410" y="13446"/>
                  </a:lnTo>
                  <a:lnTo>
                    <a:pt x="461" y="13420"/>
                  </a:lnTo>
                  <a:lnTo>
                    <a:pt x="525" y="13420"/>
                  </a:lnTo>
                  <a:lnTo>
                    <a:pt x="537" y="13459"/>
                  </a:lnTo>
                  <a:lnTo>
                    <a:pt x="550" y="13510"/>
                  </a:lnTo>
                  <a:lnTo>
                    <a:pt x="550" y="13599"/>
                  </a:lnTo>
                  <a:lnTo>
                    <a:pt x="537" y="13650"/>
                  </a:lnTo>
                  <a:lnTo>
                    <a:pt x="512" y="13689"/>
                  </a:lnTo>
                  <a:lnTo>
                    <a:pt x="486" y="13727"/>
                  </a:lnTo>
                  <a:lnTo>
                    <a:pt x="461" y="13778"/>
                  </a:lnTo>
                  <a:lnTo>
                    <a:pt x="448" y="13868"/>
                  </a:lnTo>
                  <a:lnTo>
                    <a:pt x="461" y="13957"/>
                  </a:lnTo>
                  <a:lnTo>
                    <a:pt x="474" y="14187"/>
                  </a:lnTo>
                  <a:lnTo>
                    <a:pt x="474" y="14404"/>
                  </a:lnTo>
                  <a:lnTo>
                    <a:pt x="486" y="14507"/>
                  </a:lnTo>
                  <a:lnTo>
                    <a:pt x="512" y="14558"/>
                  </a:lnTo>
                  <a:lnTo>
                    <a:pt x="537" y="14596"/>
                  </a:lnTo>
                  <a:lnTo>
                    <a:pt x="563" y="14647"/>
                  </a:lnTo>
                  <a:lnTo>
                    <a:pt x="601" y="14686"/>
                  </a:lnTo>
                  <a:lnTo>
                    <a:pt x="652" y="14724"/>
                  </a:lnTo>
                  <a:lnTo>
                    <a:pt x="665" y="14737"/>
                  </a:lnTo>
                  <a:lnTo>
                    <a:pt x="678" y="14762"/>
                  </a:lnTo>
                  <a:lnTo>
                    <a:pt x="704" y="14839"/>
                  </a:lnTo>
                  <a:lnTo>
                    <a:pt x="716" y="14877"/>
                  </a:lnTo>
                  <a:lnTo>
                    <a:pt x="729" y="14916"/>
                  </a:lnTo>
                  <a:lnTo>
                    <a:pt x="793" y="14992"/>
                  </a:lnTo>
                  <a:lnTo>
                    <a:pt x="857" y="15056"/>
                  </a:lnTo>
                  <a:lnTo>
                    <a:pt x="921" y="15133"/>
                  </a:lnTo>
                  <a:lnTo>
                    <a:pt x="934" y="15171"/>
                  </a:lnTo>
                  <a:lnTo>
                    <a:pt x="946" y="15222"/>
                  </a:lnTo>
                  <a:lnTo>
                    <a:pt x="959" y="15261"/>
                  </a:lnTo>
                  <a:lnTo>
                    <a:pt x="998" y="15273"/>
                  </a:lnTo>
                  <a:lnTo>
                    <a:pt x="1074" y="15299"/>
                  </a:lnTo>
                  <a:lnTo>
                    <a:pt x="1151" y="15312"/>
                  </a:lnTo>
                  <a:lnTo>
                    <a:pt x="1164" y="15465"/>
                  </a:lnTo>
                  <a:lnTo>
                    <a:pt x="1164" y="15504"/>
                  </a:lnTo>
                  <a:lnTo>
                    <a:pt x="1164" y="15516"/>
                  </a:lnTo>
                  <a:lnTo>
                    <a:pt x="1151" y="15529"/>
                  </a:lnTo>
                  <a:lnTo>
                    <a:pt x="1100" y="15542"/>
                  </a:lnTo>
                  <a:lnTo>
                    <a:pt x="1023" y="15542"/>
                  </a:lnTo>
                  <a:lnTo>
                    <a:pt x="998" y="15555"/>
                  </a:lnTo>
                  <a:lnTo>
                    <a:pt x="985" y="15580"/>
                  </a:lnTo>
                  <a:lnTo>
                    <a:pt x="972" y="15606"/>
                  </a:lnTo>
                  <a:lnTo>
                    <a:pt x="985" y="15619"/>
                  </a:lnTo>
                  <a:lnTo>
                    <a:pt x="1036" y="15631"/>
                  </a:lnTo>
                  <a:lnTo>
                    <a:pt x="1049" y="15657"/>
                  </a:lnTo>
                  <a:lnTo>
                    <a:pt x="1061" y="15670"/>
                  </a:lnTo>
                  <a:lnTo>
                    <a:pt x="1061" y="15721"/>
                  </a:lnTo>
                  <a:lnTo>
                    <a:pt x="1061" y="15746"/>
                  </a:lnTo>
                  <a:lnTo>
                    <a:pt x="1061" y="15797"/>
                  </a:lnTo>
                  <a:lnTo>
                    <a:pt x="1049" y="15836"/>
                  </a:lnTo>
                  <a:lnTo>
                    <a:pt x="1023" y="15861"/>
                  </a:lnTo>
                  <a:lnTo>
                    <a:pt x="998" y="15861"/>
                  </a:lnTo>
                  <a:lnTo>
                    <a:pt x="972" y="15810"/>
                  </a:lnTo>
                  <a:lnTo>
                    <a:pt x="921" y="15772"/>
                  </a:lnTo>
                  <a:lnTo>
                    <a:pt x="883" y="15746"/>
                  </a:lnTo>
                  <a:lnTo>
                    <a:pt x="844" y="15734"/>
                  </a:lnTo>
                  <a:lnTo>
                    <a:pt x="742" y="15746"/>
                  </a:lnTo>
                  <a:lnTo>
                    <a:pt x="742" y="15772"/>
                  </a:lnTo>
                  <a:lnTo>
                    <a:pt x="742" y="15797"/>
                  </a:lnTo>
                  <a:lnTo>
                    <a:pt x="768" y="15836"/>
                  </a:lnTo>
                  <a:lnTo>
                    <a:pt x="780" y="15861"/>
                  </a:lnTo>
                  <a:lnTo>
                    <a:pt x="806" y="15874"/>
                  </a:lnTo>
                  <a:lnTo>
                    <a:pt x="844" y="15887"/>
                  </a:lnTo>
                  <a:lnTo>
                    <a:pt x="870" y="15900"/>
                  </a:lnTo>
                  <a:lnTo>
                    <a:pt x="908" y="15938"/>
                  </a:lnTo>
                  <a:lnTo>
                    <a:pt x="934" y="15964"/>
                  </a:lnTo>
                  <a:lnTo>
                    <a:pt x="998" y="16066"/>
                  </a:lnTo>
                  <a:lnTo>
                    <a:pt x="1036" y="16155"/>
                  </a:lnTo>
                  <a:lnTo>
                    <a:pt x="1049" y="16258"/>
                  </a:lnTo>
                  <a:lnTo>
                    <a:pt x="1061" y="16373"/>
                  </a:lnTo>
                  <a:lnTo>
                    <a:pt x="1061" y="16437"/>
                  </a:lnTo>
                  <a:lnTo>
                    <a:pt x="1074" y="16488"/>
                  </a:lnTo>
                  <a:lnTo>
                    <a:pt x="1087" y="16513"/>
                  </a:lnTo>
                  <a:lnTo>
                    <a:pt x="1125" y="16526"/>
                  </a:lnTo>
                  <a:lnTo>
                    <a:pt x="1151" y="16539"/>
                  </a:lnTo>
                  <a:lnTo>
                    <a:pt x="1164" y="16552"/>
                  </a:lnTo>
                  <a:lnTo>
                    <a:pt x="1176" y="16564"/>
                  </a:lnTo>
                  <a:lnTo>
                    <a:pt x="1176" y="16590"/>
                  </a:lnTo>
                  <a:lnTo>
                    <a:pt x="1176" y="16641"/>
                  </a:lnTo>
                  <a:lnTo>
                    <a:pt x="1176" y="16705"/>
                  </a:lnTo>
                  <a:lnTo>
                    <a:pt x="1164" y="16743"/>
                  </a:lnTo>
                  <a:lnTo>
                    <a:pt x="1151" y="16769"/>
                  </a:lnTo>
                  <a:lnTo>
                    <a:pt x="1125" y="16794"/>
                  </a:lnTo>
                  <a:lnTo>
                    <a:pt x="1100" y="16833"/>
                  </a:lnTo>
                  <a:lnTo>
                    <a:pt x="1087" y="16871"/>
                  </a:lnTo>
                  <a:lnTo>
                    <a:pt x="1100" y="16909"/>
                  </a:lnTo>
                  <a:lnTo>
                    <a:pt x="1125" y="16935"/>
                  </a:lnTo>
                  <a:lnTo>
                    <a:pt x="1151" y="16961"/>
                  </a:lnTo>
                  <a:lnTo>
                    <a:pt x="1240" y="16986"/>
                  </a:lnTo>
                  <a:lnTo>
                    <a:pt x="1355" y="16999"/>
                  </a:lnTo>
                  <a:lnTo>
                    <a:pt x="1483" y="16999"/>
                  </a:lnTo>
                  <a:lnTo>
                    <a:pt x="1598" y="16986"/>
                  </a:lnTo>
                  <a:lnTo>
                    <a:pt x="1790" y="16948"/>
                  </a:lnTo>
                  <a:lnTo>
                    <a:pt x="1918" y="16922"/>
                  </a:lnTo>
                  <a:lnTo>
                    <a:pt x="2007" y="16922"/>
                  </a:lnTo>
                  <a:lnTo>
                    <a:pt x="2199" y="16961"/>
                  </a:lnTo>
                  <a:lnTo>
                    <a:pt x="2288" y="16973"/>
                  </a:lnTo>
                  <a:lnTo>
                    <a:pt x="2391" y="16973"/>
                  </a:lnTo>
                  <a:lnTo>
                    <a:pt x="2582" y="16948"/>
                  </a:lnTo>
                  <a:lnTo>
                    <a:pt x="2595" y="16884"/>
                  </a:lnTo>
                  <a:lnTo>
                    <a:pt x="2595" y="16820"/>
                  </a:lnTo>
                  <a:lnTo>
                    <a:pt x="2582" y="16756"/>
                  </a:lnTo>
                  <a:lnTo>
                    <a:pt x="2544" y="16692"/>
                  </a:lnTo>
                  <a:lnTo>
                    <a:pt x="2480" y="16577"/>
                  </a:lnTo>
                  <a:lnTo>
                    <a:pt x="2455" y="16526"/>
                  </a:lnTo>
                  <a:lnTo>
                    <a:pt x="2429" y="16488"/>
                  </a:lnTo>
                  <a:lnTo>
                    <a:pt x="2416" y="16437"/>
                  </a:lnTo>
                  <a:lnTo>
                    <a:pt x="2429" y="16373"/>
                  </a:lnTo>
                  <a:lnTo>
                    <a:pt x="2442" y="16321"/>
                  </a:lnTo>
                  <a:lnTo>
                    <a:pt x="2480" y="16258"/>
                  </a:lnTo>
                  <a:lnTo>
                    <a:pt x="2544" y="16181"/>
                  </a:lnTo>
                  <a:lnTo>
                    <a:pt x="2595" y="16143"/>
                  </a:lnTo>
                  <a:lnTo>
                    <a:pt x="2659" y="16104"/>
                  </a:lnTo>
                  <a:lnTo>
                    <a:pt x="2710" y="16079"/>
                  </a:lnTo>
                  <a:lnTo>
                    <a:pt x="2774" y="16066"/>
                  </a:lnTo>
                  <a:lnTo>
                    <a:pt x="2838" y="16079"/>
                  </a:lnTo>
                  <a:lnTo>
                    <a:pt x="2889" y="16117"/>
                  </a:lnTo>
                  <a:lnTo>
                    <a:pt x="2876" y="16015"/>
                  </a:lnTo>
                  <a:lnTo>
                    <a:pt x="2876" y="15964"/>
                  </a:lnTo>
                  <a:lnTo>
                    <a:pt x="2876" y="15913"/>
                  </a:lnTo>
                  <a:lnTo>
                    <a:pt x="2940" y="15900"/>
                  </a:lnTo>
                  <a:lnTo>
                    <a:pt x="3004" y="15900"/>
                  </a:lnTo>
                  <a:lnTo>
                    <a:pt x="3145" y="15913"/>
                  </a:lnTo>
                  <a:lnTo>
                    <a:pt x="3285" y="15951"/>
                  </a:lnTo>
                  <a:lnTo>
                    <a:pt x="3426" y="15989"/>
                  </a:lnTo>
                  <a:lnTo>
                    <a:pt x="3566" y="16028"/>
                  </a:lnTo>
                  <a:lnTo>
                    <a:pt x="3707" y="16066"/>
                  </a:lnTo>
                  <a:lnTo>
                    <a:pt x="3835" y="16079"/>
                  </a:lnTo>
                  <a:lnTo>
                    <a:pt x="3963" y="16079"/>
                  </a:lnTo>
                  <a:lnTo>
                    <a:pt x="3975" y="16040"/>
                  </a:lnTo>
                  <a:lnTo>
                    <a:pt x="3988" y="16002"/>
                  </a:lnTo>
                  <a:lnTo>
                    <a:pt x="4039" y="15925"/>
                  </a:lnTo>
                  <a:lnTo>
                    <a:pt x="4103" y="15836"/>
                  </a:lnTo>
                  <a:lnTo>
                    <a:pt x="4129" y="15785"/>
                  </a:lnTo>
                  <a:lnTo>
                    <a:pt x="4142" y="15746"/>
                  </a:lnTo>
                  <a:lnTo>
                    <a:pt x="4167" y="15670"/>
                  </a:lnTo>
                  <a:lnTo>
                    <a:pt x="4193" y="15593"/>
                  </a:lnTo>
                  <a:lnTo>
                    <a:pt x="4231" y="15529"/>
                  </a:lnTo>
                  <a:lnTo>
                    <a:pt x="4282" y="15452"/>
                  </a:lnTo>
                  <a:lnTo>
                    <a:pt x="4333" y="15388"/>
                  </a:lnTo>
                  <a:lnTo>
                    <a:pt x="4359" y="15312"/>
                  </a:lnTo>
                  <a:lnTo>
                    <a:pt x="4384" y="15261"/>
                  </a:lnTo>
                  <a:lnTo>
                    <a:pt x="4384" y="15197"/>
                  </a:lnTo>
                  <a:lnTo>
                    <a:pt x="4384" y="15056"/>
                  </a:lnTo>
                  <a:lnTo>
                    <a:pt x="4384" y="14903"/>
                  </a:lnTo>
                  <a:lnTo>
                    <a:pt x="4397" y="14864"/>
                  </a:lnTo>
                  <a:lnTo>
                    <a:pt x="4410" y="14826"/>
                  </a:lnTo>
                  <a:lnTo>
                    <a:pt x="4423" y="14788"/>
                  </a:lnTo>
                  <a:lnTo>
                    <a:pt x="4448" y="14762"/>
                  </a:lnTo>
                  <a:lnTo>
                    <a:pt x="4602" y="14660"/>
                  </a:lnTo>
                  <a:lnTo>
                    <a:pt x="4640" y="14609"/>
                  </a:lnTo>
                  <a:lnTo>
                    <a:pt x="4678" y="14571"/>
                  </a:lnTo>
                  <a:lnTo>
                    <a:pt x="4691" y="14519"/>
                  </a:lnTo>
                  <a:lnTo>
                    <a:pt x="4704" y="14468"/>
                  </a:lnTo>
                  <a:lnTo>
                    <a:pt x="4691" y="14366"/>
                  </a:lnTo>
                  <a:lnTo>
                    <a:pt x="4678" y="14251"/>
                  </a:lnTo>
                  <a:lnTo>
                    <a:pt x="4666" y="14110"/>
                  </a:lnTo>
                  <a:lnTo>
                    <a:pt x="4640" y="13970"/>
                  </a:lnTo>
                  <a:lnTo>
                    <a:pt x="4614" y="13893"/>
                  </a:lnTo>
                  <a:lnTo>
                    <a:pt x="4589" y="13816"/>
                  </a:lnTo>
                  <a:lnTo>
                    <a:pt x="4563" y="13740"/>
                  </a:lnTo>
                  <a:lnTo>
                    <a:pt x="4563" y="13701"/>
                  </a:lnTo>
                  <a:lnTo>
                    <a:pt x="4563" y="13663"/>
                  </a:lnTo>
                  <a:lnTo>
                    <a:pt x="4653" y="13663"/>
                  </a:lnTo>
                  <a:lnTo>
                    <a:pt x="4730" y="13676"/>
                  </a:lnTo>
                  <a:lnTo>
                    <a:pt x="4781" y="13727"/>
                  </a:lnTo>
                  <a:lnTo>
                    <a:pt x="4832" y="13765"/>
                  </a:lnTo>
                  <a:lnTo>
                    <a:pt x="4857" y="13727"/>
                  </a:lnTo>
                  <a:lnTo>
                    <a:pt x="4896" y="13676"/>
                  </a:lnTo>
                  <a:lnTo>
                    <a:pt x="4921" y="13638"/>
                  </a:lnTo>
                  <a:lnTo>
                    <a:pt x="4921" y="13586"/>
                  </a:lnTo>
                  <a:lnTo>
                    <a:pt x="4845" y="13586"/>
                  </a:lnTo>
                  <a:lnTo>
                    <a:pt x="4806" y="13574"/>
                  </a:lnTo>
                  <a:lnTo>
                    <a:pt x="4781" y="13561"/>
                  </a:lnTo>
                  <a:lnTo>
                    <a:pt x="4742" y="13459"/>
                  </a:lnTo>
                  <a:lnTo>
                    <a:pt x="4755" y="13446"/>
                  </a:lnTo>
                  <a:lnTo>
                    <a:pt x="4793" y="13433"/>
                  </a:lnTo>
                  <a:lnTo>
                    <a:pt x="4857" y="13408"/>
                  </a:lnTo>
                  <a:lnTo>
                    <a:pt x="4896" y="13395"/>
                  </a:lnTo>
                  <a:lnTo>
                    <a:pt x="4908" y="13369"/>
                  </a:lnTo>
                  <a:lnTo>
                    <a:pt x="4896" y="13356"/>
                  </a:lnTo>
                  <a:lnTo>
                    <a:pt x="4870" y="13318"/>
                  </a:lnTo>
                  <a:lnTo>
                    <a:pt x="4832" y="13305"/>
                  </a:lnTo>
                  <a:lnTo>
                    <a:pt x="4793" y="13305"/>
                  </a:lnTo>
                  <a:lnTo>
                    <a:pt x="4691" y="13292"/>
                  </a:lnTo>
                  <a:lnTo>
                    <a:pt x="4640" y="13292"/>
                  </a:lnTo>
                  <a:lnTo>
                    <a:pt x="4602" y="13267"/>
                  </a:lnTo>
                  <a:lnTo>
                    <a:pt x="4589" y="13254"/>
                  </a:lnTo>
                  <a:lnTo>
                    <a:pt x="4602" y="13229"/>
                  </a:lnTo>
                  <a:lnTo>
                    <a:pt x="4627" y="13203"/>
                  </a:lnTo>
                  <a:lnTo>
                    <a:pt x="4653" y="13190"/>
                  </a:lnTo>
                  <a:lnTo>
                    <a:pt x="4742" y="13177"/>
                  </a:lnTo>
                  <a:lnTo>
                    <a:pt x="4832" y="13177"/>
                  </a:lnTo>
                  <a:lnTo>
                    <a:pt x="4870" y="13165"/>
                  </a:lnTo>
                  <a:lnTo>
                    <a:pt x="4908" y="13152"/>
                  </a:lnTo>
                  <a:lnTo>
                    <a:pt x="4934" y="13139"/>
                  </a:lnTo>
                  <a:lnTo>
                    <a:pt x="4947" y="13114"/>
                  </a:lnTo>
                  <a:lnTo>
                    <a:pt x="4947" y="13088"/>
                  </a:lnTo>
                  <a:lnTo>
                    <a:pt x="4934" y="13062"/>
                  </a:lnTo>
                  <a:lnTo>
                    <a:pt x="4896" y="13024"/>
                  </a:lnTo>
                  <a:lnTo>
                    <a:pt x="4832" y="13011"/>
                  </a:lnTo>
                  <a:lnTo>
                    <a:pt x="4653" y="12986"/>
                  </a:lnTo>
                  <a:lnTo>
                    <a:pt x="4576" y="12973"/>
                  </a:lnTo>
                  <a:lnTo>
                    <a:pt x="4538" y="12947"/>
                  </a:lnTo>
                  <a:lnTo>
                    <a:pt x="4538" y="12922"/>
                  </a:lnTo>
                  <a:lnTo>
                    <a:pt x="4538" y="12896"/>
                  </a:lnTo>
                  <a:lnTo>
                    <a:pt x="4563" y="12884"/>
                  </a:lnTo>
                  <a:lnTo>
                    <a:pt x="4653" y="12871"/>
                  </a:lnTo>
                  <a:lnTo>
                    <a:pt x="4742" y="12858"/>
                  </a:lnTo>
                  <a:lnTo>
                    <a:pt x="4819" y="12858"/>
                  </a:lnTo>
                  <a:lnTo>
                    <a:pt x="4908" y="12820"/>
                  </a:lnTo>
                  <a:lnTo>
                    <a:pt x="4998" y="12768"/>
                  </a:lnTo>
                  <a:lnTo>
                    <a:pt x="5087" y="12717"/>
                  </a:lnTo>
                  <a:lnTo>
                    <a:pt x="5164" y="12666"/>
                  </a:lnTo>
                  <a:lnTo>
                    <a:pt x="5241" y="12641"/>
                  </a:lnTo>
                  <a:lnTo>
                    <a:pt x="5317" y="12602"/>
                  </a:lnTo>
                  <a:lnTo>
                    <a:pt x="5343" y="12577"/>
                  </a:lnTo>
                  <a:lnTo>
                    <a:pt x="5356" y="12564"/>
                  </a:lnTo>
                  <a:lnTo>
                    <a:pt x="5381" y="12500"/>
                  </a:lnTo>
                  <a:lnTo>
                    <a:pt x="5394" y="12462"/>
                  </a:lnTo>
                  <a:lnTo>
                    <a:pt x="5445" y="12423"/>
                  </a:lnTo>
                  <a:lnTo>
                    <a:pt x="5496" y="12385"/>
                  </a:lnTo>
                  <a:lnTo>
                    <a:pt x="5560" y="12385"/>
                  </a:lnTo>
                  <a:lnTo>
                    <a:pt x="5573" y="12462"/>
                  </a:lnTo>
                  <a:lnTo>
                    <a:pt x="5586" y="12500"/>
                  </a:lnTo>
                  <a:lnTo>
                    <a:pt x="5624" y="12538"/>
                  </a:lnTo>
                  <a:lnTo>
                    <a:pt x="5663" y="12577"/>
                  </a:lnTo>
                  <a:lnTo>
                    <a:pt x="5701" y="12590"/>
                  </a:lnTo>
                  <a:lnTo>
                    <a:pt x="5752" y="12602"/>
                  </a:lnTo>
                  <a:lnTo>
                    <a:pt x="5816" y="12602"/>
                  </a:lnTo>
                  <a:lnTo>
                    <a:pt x="5829" y="12526"/>
                  </a:lnTo>
                  <a:lnTo>
                    <a:pt x="5854" y="12449"/>
                  </a:lnTo>
                  <a:lnTo>
                    <a:pt x="5893" y="12372"/>
                  </a:lnTo>
                  <a:lnTo>
                    <a:pt x="5956" y="12308"/>
                  </a:lnTo>
                  <a:lnTo>
                    <a:pt x="6020" y="12270"/>
                  </a:lnTo>
                  <a:lnTo>
                    <a:pt x="6071" y="12244"/>
                  </a:lnTo>
                  <a:lnTo>
                    <a:pt x="6084" y="12219"/>
                  </a:lnTo>
                  <a:lnTo>
                    <a:pt x="6084" y="12206"/>
                  </a:lnTo>
                  <a:lnTo>
                    <a:pt x="6084" y="12193"/>
                  </a:lnTo>
                  <a:lnTo>
                    <a:pt x="6046" y="12155"/>
                  </a:lnTo>
                  <a:lnTo>
                    <a:pt x="5956" y="12117"/>
                  </a:lnTo>
                  <a:lnTo>
                    <a:pt x="6135" y="12066"/>
                  </a:lnTo>
                  <a:lnTo>
                    <a:pt x="6225" y="12040"/>
                  </a:lnTo>
                  <a:lnTo>
                    <a:pt x="6276" y="12027"/>
                  </a:lnTo>
                  <a:lnTo>
                    <a:pt x="6276" y="12002"/>
                  </a:lnTo>
                  <a:lnTo>
                    <a:pt x="6263" y="11989"/>
                  </a:lnTo>
                  <a:lnTo>
                    <a:pt x="6199" y="11976"/>
                  </a:lnTo>
                  <a:lnTo>
                    <a:pt x="6071" y="11976"/>
                  </a:lnTo>
                  <a:lnTo>
                    <a:pt x="6046" y="11963"/>
                  </a:lnTo>
                  <a:lnTo>
                    <a:pt x="6020" y="11951"/>
                  </a:lnTo>
                  <a:lnTo>
                    <a:pt x="5995" y="11899"/>
                  </a:lnTo>
                  <a:lnTo>
                    <a:pt x="5995" y="11874"/>
                  </a:lnTo>
                  <a:lnTo>
                    <a:pt x="5995" y="11861"/>
                  </a:lnTo>
                  <a:lnTo>
                    <a:pt x="6059" y="11823"/>
                  </a:lnTo>
                  <a:lnTo>
                    <a:pt x="6225" y="11772"/>
                  </a:lnTo>
                  <a:lnTo>
                    <a:pt x="6391" y="11720"/>
                  </a:lnTo>
                  <a:lnTo>
                    <a:pt x="6455" y="11695"/>
                  </a:lnTo>
                  <a:lnTo>
                    <a:pt x="6532" y="11657"/>
                  </a:lnTo>
                  <a:lnTo>
                    <a:pt x="6583" y="11618"/>
                  </a:lnTo>
                  <a:lnTo>
                    <a:pt x="6608" y="11567"/>
                  </a:lnTo>
                  <a:lnTo>
                    <a:pt x="6621" y="11529"/>
                  </a:lnTo>
                  <a:lnTo>
                    <a:pt x="6595" y="11516"/>
                  </a:lnTo>
                  <a:lnTo>
                    <a:pt x="6570" y="11503"/>
                  </a:lnTo>
                  <a:lnTo>
                    <a:pt x="6544" y="11503"/>
                  </a:lnTo>
                  <a:lnTo>
                    <a:pt x="6480" y="11490"/>
                  </a:lnTo>
                  <a:lnTo>
                    <a:pt x="6455" y="11478"/>
                  </a:lnTo>
                  <a:lnTo>
                    <a:pt x="6429" y="11452"/>
                  </a:lnTo>
                  <a:lnTo>
                    <a:pt x="6429" y="11427"/>
                  </a:lnTo>
                  <a:lnTo>
                    <a:pt x="6442" y="11401"/>
                  </a:lnTo>
                  <a:lnTo>
                    <a:pt x="6506" y="11363"/>
                  </a:lnTo>
                  <a:lnTo>
                    <a:pt x="6570" y="11324"/>
                  </a:lnTo>
                  <a:lnTo>
                    <a:pt x="6595" y="11299"/>
                  </a:lnTo>
                  <a:lnTo>
                    <a:pt x="6621" y="11286"/>
                  </a:lnTo>
                  <a:lnTo>
                    <a:pt x="6647" y="11235"/>
                  </a:lnTo>
                  <a:lnTo>
                    <a:pt x="6647" y="11209"/>
                  </a:lnTo>
                  <a:lnTo>
                    <a:pt x="6647" y="11184"/>
                  </a:lnTo>
                  <a:lnTo>
                    <a:pt x="6621" y="11158"/>
                  </a:lnTo>
                  <a:lnTo>
                    <a:pt x="6595" y="11145"/>
                  </a:lnTo>
                  <a:lnTo>
                    <a:pt x="6404" y="11145"/>
                  </a:lnTo>
                  <a:lnTo>
                    <a:pt x="6365" y="11133"/>
                  </a:lnTo>
                  <a:lnTo>
                    <a:pt x="6327" y="11107"/>
                  </a:lnTo>
                  <a:lnTo>
                    <a:pt x="6276" y="11069"/>
                  </a:lnTo>
                  <a:lnTo>
                    <a:pt x="6250" y="11030"/>
                  </a:lnTo>
                  <a:lnTo>
                    <a:pt x="6289" y="11005"/>
                  </a:lnTo>
                  <a:lnTo>
                    <a:pt x="6340" y="10992"/>
                  </a:lnTo>
                  <a:lnTo>
                    <a:pt x="6417" y="10979"/>
                  </a:lnTo>
                  <a:lnTo>
                    <a:pt x="6468" y="10966"/>
                  </a:lnTo>
                  <a:lnTo>
                    <a:pt x="6493" y="10954"/>
                  </a:lnTo>
                  <a:lnTo>
                    <a:pt x="6493" y="10928"/>
                  </a:lnTo>
                  <a:lnTo>
                    <a:pt x="6493" y="10903"/>
                  </a:lnTo>
                  <a:lnTo>
                    <a:pt x="6480" y="10890"/>
                  </a:lnTo>
                  <a:lnTo>
                    <a:pt x="6417" y="10851"/>
                  </a:lnTo>
                  <a:lnTo>
                    <a:pt x="6340" y="10826"/>
                  </a:lnTo>
                  <a:lnTo>
                    <a:pt x="6276" y="10826"/>
                  </a:lnTo>
                  <a:lnTo>
                    <a:pt x="6199" y="10813"/>
                  </a:lnTo>
                  <a:lnTo>
                    <a:pt x="6161" y="10787"/>
                  </a:lnTo>
                  <a:lnTo>
                    <a:pt x="6135" y="10749"/>
                  </a:lnTo>
                  <a:lnTo>
                    <a:pt x="6110" y="10698"/>
                  </a:lnTo>
                  <a:lnTo>
                    <a:pt x="6084" y="10672"/>
                  </a:lnTo>
                  <a:lnTo>
                    <a:pt x="6071" y="10660"/>
                  </a:lnTo>
                  <a:lnTo>
                    <a:pt x="6033" y="10647"/>
                  </a:lnTo>
                  <a:lnTo>
                    <a:pt x="5995" y="10647"/>
                  </a:lnTo>
                  <a:lnTo>
                    <a:pt x="5969" y="10660"/>
                  </a:lnTo>
                  <a:lnTo>
                    <a:pt x="5944" y="10698"/>
                  </a:lnTo>
                  <a:lnTo>
                    <a:pt x="5905" y="10749"/>
                  </a:lnTo>
                  <a:lnTo>
                    <a:pt x="5867" y="10762"/>
                  </a:lnTo>
                  <a:lnTo>
                    <a:pt x="5841" y="10775"/>
                  </a:lnTo>
                  <a:lnTo>
                    <a:pt x="5790" y="10762"/>
                  </a:lnTo>
                  <a:lnTo>
                    <a:pt x="5765" y="10736"/>
                  </a:lnTo>
                  <a:lnTo>
                    <a:pt x="5714" y="10672"/>
                  </a:lnTo>
                  <a:lnTo>
                    <a:pt x="5637" y="10596"/>
                  </a:lnTo>
                  <a:lnTo>
                    <a:pt x="5586" y="10532"/>
                  </a:lnTo>
                  <a:lnTo>
                    <a:pt x="5560" y="10506"/>
                  </a:lnTo>
                  <a:lnTo>
                    <a:pt x="5535" y="10481"/>
                  </a:lnTo>
                  <a:lnTo>
                    <a:pt x="5484" y="10532"/>
                  </a:lnTo>
                  <a:lnTo>
                    <a:pt x="5458" y="10583"/>
                  </a:lnTo>
                  <a:lnTo>
                    <a:pt x="5458" y="10634"/>
                  </a:lnTo>
                  <a:lnTo>
                    <a:pt x="5458" y="10685"/>
                  </a:lnTo>
                  <a:lnTo>
                    <a:pt x="5458" y="10749"/>
                  </a:lnTo>
                  <a:lnTo>
                    <a:pt x="5445" y="10775"/>
                  </a:lnTo>
                  <a:lnTo>
                    <a:pt x="5420" y="10800"/>
                  </a:lnTo>
                  <a:lnTo>
                    <a:pt x="5330" y="10826"/>
                  </a:lnTo>
                  <a:lnTo>
                    <a:pt x="5228" y="10864"/>
                  </a:lnTo>
                  <a:lnTo>
                    <a:pt x="5113" y="10915"/>
                  </a:lnTo>
                  <a:lnTo>
                    <a:pt x="5049" y="10941"/>
                  </a:lnTo>
                  <a:lnTo>
                    <a:pt x="4985" y="10966"/>
                  </a:lnTo>
                  <a:lnTo>
                    <a:pt x="4934" y="10979"/>
                  </a:lnTo>
                  <a:lnTo>
                    <a:pt x="4921" y="10979"/>
                  </a:lnTo>
                  <a:lnTo>
                    <a:pt x="4908" y="10966"/>
                  </a:lnTo>
                  <a:lnTo>
                    <a:pt x="4896" y="10941"/>
                  </a:lnTo>
                  <a:lnTo>
                    <a:pt x="4896" y="10928"/>
                  </a:lnTo>
                  <a:lnTo>
                    <a:pt x="4921" y="10915"/>
                  </a:lnTo>
                  <a:lnTo>
                    <a:pt x="4998" y="10890"/>
                  </a:lnTo>
                  <a:lnTo>
                    <a:pt x="5075" y="10864"/>
                  </a:lnTo>
                  <a:lnTo>
                    <a:pt x="5164" y="10813"/>
                  </a:lnTo>
                  <a:lnTo>
                    <a:pt x="5254" y="10762"/>
                  </a:lnTo>
                  <a:lnTo>
                    <a:pt x="5279" y="10736"/>
                  </a:lnTo>
                  <a:lnTo>
                    <a:pt x="5292" y="10724"/>
                  </a:lnTo>
                  <a:lnTo>
                    <a:pt x="5305" y="10672"/>
                  </a:lnTo>
                  <a:lnTo>
                    <a:pt x="5292" y="10621"/>
                  </a:lnTo>
                  <a:lnTo>
                    <a:pt x="5292" y="10570"/>
                  </a:lnTo>
                  <a:lnTo>
                    <a:pt x="5292" y="10519"/>
                  </a:lnTo>
                  <a:lnTo>
                    <a:pt x="5305" y="10494"/>
                  </a:lnTo>
                  <a:lnTo>
                    <a:pt x="5330" y="10468"/>
                  </a:lnTo>
                  <a:lnTo>
                    <a:pt x="5343" y="10455"/>
                  </a:lnTo>
                  <a:lnTo>
                    <a:pt x="5356" y="10430"/>
                  </a:lnTo>
                  <a:lnTo>
                    <a:pt x="5356" y="10404"/>
                  </a:lnTo>
                  <a:lnTo>
                    <a:pt x="5343" y="10391"/>
                  </a:lnTo>
                  <a:lnTo>
                    <a:pt x="5292" y="10353"/>
                  </a:lnTo>
                  <a:lnTo>
                    <a:pt x="5202" y="10276"/>
                  </a:lnTo>
                  <a:lnTo>
                    <a:pt x="5113" y="10187"/>
                  </a:lnTo>
                  <a:lnTo>
                    <a:pt x="5087" y="10148"/>
                  </a:lnTo>
                  <a:lnTo>
                    <a:pt x="5075" y="10123"/>
                  </a:lnTo>
                  <a:lnTo>
                    <a:pt x="5049" y="10046"/>
                  </a:lnTo>
                  <a:lnTo>
                    <a:pt x="5049" y="9880"/>
                  </a:lnTo>
                  <a:lnTo>
                    <a:pt x="4998" y="9880"/>
                  </a:lnTo>
                  <a:lnTo>
                    <a:pt x="4960" y="9867"/>
                  </a:lnTo>
                  <a:lnTo>
                    <a:pt x="4947" y="9842"/>
                  </a:lnTo>
                  <a:lnTo>
                    <a:pt x="4947" y="9803"/>
                  </a:lnTo>
                  <a:lnTo>
                    <a:pt x="4960" y="9765"/>
                  </a:lnTo>
                  <a:lnTo>
                    <a:pt x="4985" y="9752"/>
                  </a:lnTo>
                  <a:lnTo>
                    <a:pt x="5023" y="9752"/>
                  </a:lnTo>
                  <a:lnTo>
                    <a:pt x="5075" y="9739"/>
                  </a:lnTo>
                  <a:lnTo>
                    <a:pt x="5126" y="9727"/>
                  </a:lnTo>
                  <a:lnTo>
                    <a:pt x="5138" y="9701"/>
                  </a:lnTo>
                  <a:lnTo>
                    <a:pt x="5151" y="9663"/>
                  </a:lnTo>
                  <a:lnTo>
                    <a:pt x="5138" y="9637"/>
                  </a:lnTo>
                  <a:lnTo>
                    <a:pt x="5087" y="9573"/>
                  </a:lnTo>
                  <a:lnTo>
                    <a:pt x="5075" y="9535"/>
                  </a:lnTo>
                  <a:lnTo>
                    <a:pt x="5062" y="9509"/>
                  </a:lnTo>
                  <a:lnTo>
                    <a:pt x="5062" y="9420"/>
                  </a:lnTo>
                  <a:lnTo>
                    <a:pt x="5062" y="9331"/>
                  </a:lnTo>
                  <a:lnTo>
                    <a:pt x="5049" y="9267"/>
                  </a:lnTo>
                  <a:lnTo>
                    <a:pt x="5049" y="9228"/>
                  </a:lnTo>
                  <a:lnTo>
                    <a:pt x="5062" y="9190"/>
                  </a:lnTo>
                  <a:lnTo>
                    <a:pt x="5100" y="9164"/>
                  </a:lnTo>
                  <a:lnTo>
                    <a:pt x="5151" y="9152"/>
                  </a:lnTo>
                  <a:lnTo>
                    <a:pt x="5215" y="9152"/>
                  </a:lnTo>
                  <a:lnTo>
                    <a:pt x="5266" y="9164"/>
                  </a:lnTo>
                  <a:lnTo>
                    <a:pt x="5330" y="9190"/>
                  </a:lnTo>
                  <a:lnTo>
                    <a:pt x="5356" y="9203"/>
                  </a:lnTo>
                  <a:lnTo>
                    <a:pt x="5420" y="9203"/>
                  </a:lnTo>
                  <a:lnTo>
                    <a:pt x="5407" y="9152"/>
                  </a:lnTo>
                  <a:lnTo>
                    <a:pt x="5394" y="9113"/>
                  </a:lnTo>
                  <a:lnTo>
                    <a:pt x="5317" y="9037"/>
                  </a:lnTo>
                  <a:lnTo>
                    <a:pt x="5292" y="8998"/>
                  </a:lnTo>
                  <a:lnTo>
                    <a:pt x="5279" y="8960"/>
                  </a:lnTo>
                  <a:lnTo>
                    <a:pt x="5279" y="8934"/>
                  </a:lnTo>
                  <a:lnTo>
                    <a:pt x="5305" y="8883"/>
                  </a:lnTo>
                  <a:lnTo>
                    <a:pt x="5330" y="8794"/>
                  </a:lnTo>
                  <a:lnTo>
                    <a:pt x="5343" y="8755"/>
                  </a:lnTo>
                  <a:lnTo>
                    <a:pt x="5369" y="8704"/>
                  </a:lnTo>
                  <a:lnTo>
                    <a:pt x="5394" y="8691"/>
                  </a:lnTo>
                  <a:lnTo>
                    <a:pt x="5407" y="8691"/>
                  </a:lnTo>
                  <a:lnTo>
                    <a:pt x="5407" y="8679"/>
                  </a:lnTo>
                  <a:lnTo>
                    <a:pt x="5407" y="8653"/>
                  </a:lnTo>
                  <a:lnTo>
                    <a:pt x="5369" y="8602"/>
                  </a:lnTo>
                  <a:lnTo>
                    <a:pt x="5317" y="8551"/>
                  </a:lnTo>
                  <a:lnTo>
                    <a:pt x="5369" y="8525"/>
                  </a:lnTo>
                  <a:lnTo>
                    <a:pt x="5407" y="8513"/>
                  </a:lnTo>
                  <a:lnTo>
                    <a:pt x="5317" y="8449"/>
                  </a:lnTo>
                  <a:lnTo>
                    <a:pt x="5228" y="8398"/>
                  </a:lnTo>
                  <a:lnTo>
                    <a:pt x="5202" y="8359"/>
                  </a:lnTo>
                  <a:lnTo>
                    <a:pt x="5177" y="8321"/>
                  </a:lnTo>
                  <a:lnTo>
                    <a:pt x="5164" y="8282"/>
                  </a:lnTo>
                  <a:lnTo>
                    <a:pt x="5164" y="8231"/>
                  </a:lnTo>
                  <a:lnTo>
                    <a:pt x="5177" y="8167"/>
                  </a:lnTo>
                  <a:lnTo>
                    <a:pt x="5202" y="8142"/>
                  </a:lnTo>
                  <a:lnTo>
                    <a:pt x="5228" y="8129"/>
                  </a:lnTo>
                  <a:lnTo>
                    <a:pt x="5266" y="8129"/>
                  </a:lnTo>
                  <a:lnTo>
                    <a:pt x="5279" y="8142"/>
                  </a:lnTo>
                  <a:lnTo>
                    <a:pt x="5317" y="8180"/>
                  </a:lnTo>
                  <a:lnTo>
                    <a:pt x="5369" y="8206"/>
                  </a:lnTo>
                  <a:lnTo>
                    <a:pt x="5445" y="8231"/>
                  </a:lnTo>
                  <a:lnTo>
                    <a:pt x="5522" y="8244"/>
                  </a:lnTo>
                  <a:lnTo>
                    <a:pt x="5560" y="8244"/>
                  </a:lnTo>
                  <a:lnTo>
                    <a:pt x="5599" y="8231"/>
                  </a:lnTo>
                  <a:lnTo>
                    <a:pt x="5624" y="8219"/>
                  </a:lnTo>
                  <a:lnTo>
                    <a:pt x="5637" y="8206"/>
                  </a:lnTo>
                  <a:lnTo>
                    <a:pt x="5637" y="8193"/>
                  </a:lnTo>
                  <a:lnTo>
                    <a:pt x="5637" y="8167"/>
                  </a:lnTo>
                  <a:lnTo>
                    <a:pt x="5599" y="8129"/>
                  </a:lnTo>
                  <a:lnTo>
                    <a:pt x="5573" y="8091"/>
                  </a:lnTo>
                  <a:lnTo>
                    <a:pt x="5573" y="8078"/>
                  </a:lnTo>
                  <a:lnTo>
                    <a:pt x="5586" y="8052"/>
                  </a:lnTo>
                  <a:lnTo>
                    <a:pt x="5599" y="8040"/>
                  </a:lnTo>
                  <a:lnTo>
                    <a:pt x="5611" y="8027"/>
                  </a:lnTo>
                  <a:lnTo>
                    <a:pt x="5611" y="7976"/>
                  </a:lnTo>
                  <a:lnTo>
                    <a:pt x="5599" y="7925"/>
                  </a:lnTo>
                  <a:lnTo>
                    <a:pt x="5599" y="7874"/>
                  </a:lnTo>
                  <a:lnTo>
                    <a:pt x="5586" y="7822"/>
                  </a:lnTo>
                  <a:lnTo>
                    <a:pt x="5560" y="7784"/>
                  </a:lnTo>
                  <a:lnTo>
                    <a:pt x="5522" y="7733"/>
                  </a:lnTo>
                  <a:lnTo>
                    <a:pt x="5458" y="7643"/>
                  </a:lnTo>
                  <a:lnTo>
                    <a:pt x="5445" y="7592"/>
                  </a:lnTo>
                  <a:lnTo>
                    <a:pt x="5432" y="7554"/>
                  </a:lnTo>
                  <a:lnTo>
                    <a:pt x="5547" y="7541"/>
                  </a:lnTo>
                  <a:lnTo>
                    <a:pt x="5650" y="7567"/>
                  </a:lnTo>
                  <a:lnTo>
                    <a:pt x="5752" y="7605"/>
                  </a:lnTo>
                  <a:lnTo>
                    <a:pt x="5841" y="7656"/>
                  </a:lnTo>
                  <a:lnTo>
                    <a:pt x="5905" y="7695"/>
                  </a:lnTo>
                  <a:lnTo>
                    <a:pt x="5956" y="7720"/>
                  </a:lnTo>
                  <a:lnTo>
                    <a:pt x="6110" y="7720"/>
                  </a:lnTo>
                  <a:lnTo>
                    <a:pt x="6148" y="7707"/>
                  </a:lnTo>
                  <a:lnTo>
                    <a:pt x="6174" y="7695"/>
                  </a:lnTo>
                  <a:lnTo>
                    <a:pt x="6199" y="7682"/>
                  </a:lnTo>
                  <a:lnTo>
                    <a:pt x="6199" y="7656"/>
                  </a:lnTo>
                  <a:lnTo>
                    <a:pt x="6199" y="7605"/>
                  </a:lnTo>
                  <a:lnTo>
                    <a:pt x="6174" y="7541"/>
                  </a:lnTo>
                  <a:lnTo>
                    <a:pt x="6148" y="7490"/>
                  </a:lnTo>
                  <a:lnTo>
                    <a:pt x="6123" y="7426"/>
                  </a:lnTo>
                  <a:lnTo>
                    <a:pt x="6123" y="7413"/>
                  </a:lnTo>
                  <a:lnTo>
                    <a:pt x="6135" y="7388"/>
                  </a:lnTo>
                  <a:lnTo>
                    <a:pt x="6148" y="7362"/>
                  </a:lnTo>
                  <a:lnTo>
                    <a:pt x="6174" y="7350"/>
                  </a:lnTo>
                  <a:lnTo>
                    <a:pt x="6250" y="7337"/>
                  </a:lnTo>
                  <a:lnTo>
                    <a:pt x="6327" y="7350"/>
                  </a:lnTo>
                  <a:lnTo>
                    <a:pt x="6391" y="7337"/>
                  </a:lnTo>
                  <a:lnTo>
                    <a:pt x="6429" y="7324"/>
                  </a:lnTo>
                  <a:lnTo>
                    <a:pt x="6468" y="7311"/>
                  </a:lnTo>
                  <a:lnTo>
                    <a:pt x="6544" y="7234"/>
                  </a:lnTo>
                  <a:lnTo>
                    <a:pt x="6621" y="7158"/>
                  </a:lnTo>
                  <a:lnTo>
                    <a:pt x="6749" y="6992"/>
                  </a:lnTo>
                  <a:lnTo>
                    <a:pt x="6774" y="6953"/>
                  </a:lnTo>
                  <a:lnTo>
                    <a:pt x="6774" y="6902"/>
                  </a:lnTo>
                  <a:lnTo>
                    <a:pt x="6774" y="6864"/>
                  </a:lnTo>
                  <a:lnTo>
                    <a:pt x="6800" y="6826"/>
                  </a:lnTo>
                  <a:lnTo>
                    <a:pt x="6838" y="6800"/>
                  </a:lnTo>
                  <a:lnTo>
                    <a:pt x="6864" y="6800"/>
                  </a:lnTo>
                  <a:lnTo>
                    <a:pt x="6889" y="6813"/>
                  </a:lnTo>
                  <a:lnTo>
                    <a:pt x="6915" y="6838"/>
                  </a:lnTo>
                  <a:lnTo>
                    <a:pt x="6941" y="6889"/>
                  </a:lnTo>
                  <a:lnTo>
                    <a:pt x="6953" y="6915"/>
                  </a:lnTo>
                  <a:lnTo>
                    <a:pt x="6966" y="6928"/>
                  </a:lnTo>
                  <a:lnTo>
                    <a:pt x="6992" y="6941"/>
                  </a:lnTo>
                  <a:lnTo>
                    <a:pt x="7030" y="6941"/>
                  </a:lnTo>
                  <a:lnTo>
                    <a:pt x="7081" y="6915"/>
                  </a:lnTo>
                  <a:lnTo>
                    <a:pt x="7132" y="6877"/>
                  </a:lnTo>
                  <a:lnTo>
                    <a:pt x="7183" y="6826"/>
                  </a:lnTo>
                  <a:lnTo>
                    <a:pt x="7260" y="6698"/>
                  </a:lnTo>
                  <a:lnTo>
                    <a:pt x="7324" y="6621"/>
                  </a:lnTo>
                  <a:lnTo>
                    <a:pt x="7452" y="6532"/>
                  </a:lnTo>
                  <a:lnTo>
                    <a:pt x="7528" y="6493"/>
                  </a:lnTo>
                  <a:lnTo>
                    <a:pt x="7618" y="6468"/>
                  </a:lnTo>
                  <a:lnTo>
                    <a:pt x="7746" y="6442"/>
                  </a:lnTo>
                  <a:lnTo>
                    <a:pt x="7797" y="6429"/>
                  </a:lnTo>
                  <a:lnTo>
                    <a:pt x="7822" y="6417"/>
                  </a:lnTo>
                  <a:lnTo>
                    <a:pt x="7848" y="6391"/>
                  </a:lnTo>
                  <a:lnTo>
                    <a:pt x="7861" y="6353"/>
                  </a:lnTo>
                  <a:lnTo>
                    <a:pt x="7874" y="6314"/>
                  </a:lnTo>
                  <a:lnTo>
                    <a:pt x="7848" y="6225"/>
                  </a:lnTo>
                  <a:lnTo>
                    <a:pt x="7835" y="6148"/>
                  </a:lnTo>
                  <a:lnTo>
                    <a:pt x="7822" y="6097"/>
                  </a:lnTo>
                  <a:lnTo>
                    <a:pt x="7835" y="6059"/>
                  </a:lnTo>
                  <a:lnTo>
                    <a:pt x="7874" y="6008"/>
                  </a:lnTo>
                  <a:lnTo>
                    <a:pt x="7950" y="5944"/>
                  </a:lnTo>
                  <a:lnTo>
                    <a:pt x="8104" y="5829"/>
                  </a:lnTo>
                  <a:lnTo>
                    <a:pt x="8244" y="5726"/>
                  </a:lnTo>
                  <a:lnTo>
                    <a:pt x="8270" y="5701"/>
                  </a:lnTo>
                  <a:lnTo>
                    <a:pt x="8295" y="5662"/>
                  </a:lnTo>
                  <a:lnTo>
                    <a:pt x="8308" y="5637"/>
                  </a:lnTo>
                  <a:lnTo>
                    <a:pt x="8295" y="5599"/>
                  </a:lnTo>
                  <a:lnTo>
                    <a:pt x="8270" y="5586"/>
                  </a:lnTo>
                  <a:lnTo>
                    <a:pt x="8231" y="5560"/>
                  </a:lnTo>
                  <a:lnTo>
                    <a:pt x="8168" y="5522"/>
                  </a:lnTo>
                  <a:lnTo>
                    <a:pt x="8001" y="5420"/>
                  </a:lnTo>
                  <a:lnTo>
                    <a:pt x="7886" y="5356"/>
                  </a:lnTo>
                  <a:lnTo>
                    <a:pt x="7874" y="5343"/>
                  </a:lnTo>
                  <a:lnTo>
                    <a:pt x="7861" y="5330"/>
                  </a:lnTo>
                  <a:lnTo>
                    <a:pt x="7874" y="5317"/>
                  </a:lnTo>
                  <a:lnTo>
                    <a:pt x="7899" y="5305"/>
                  </a:lnTo>
                  <a:lnTo>
                    <a:pt x="8014" y="5279"/>
                  </a:lnTo>
                  <a:lnTo>
                    <a:pt x="8040" y="5266"/>
                  </a:lnTo>
                  <a:lnTo>
                    <a:pt x="8052" y="5254"/>
                  </a:lnTo>
                  <a:lnTo>
                    <a:pt x="8052" y="5228"/>
                  </a:lnTo>
                  <a:lnTo>
                    <a:pt x="8040" y="5202"/>
                  </a:lnTo>
                  <a:lnTo>
                    <a:pt x="8014" y="5177"/>
                  </a:lnTo>
                  <a:lnTo>
                    <a:pt x="7989" y="5164"/>
                  </a:lnTo>
                  <a:lnTo>
                    <a:pt x="7937" y="5138"/>
                  </a:lnTo>
                  <a:lnTo>
                    <a:pt x="7912" y="5126"/>
                  </a:lnTo>
                  <a:lnTo>
                    <a:pt x="7899" y="5113"/>
                  </a:lnTo>
                  <a:lnTo>
                    <a:pt x="7886" y="5087"/>
                  </a:lnTo>
                  <a:lnTo>
                    <a:pt x="7886" y="5049"/>
                  </a:lnTo>
                  <a:lnTo>
                    <a:pt x="7912" y="4998"/>
                  </a:lnTo>
                  <a:lnTo>
                    <a:pt x="7963" y="4947"/>
                  </a:lnTo>
                  <a:lnTo>
                    <a:pt x="8078" y="4857"/>
                  </a:lnTo>
                  <a:lnTo>
                    <a:pt x="8129" y="4806"/>
                  </a:lnTo>
                  <a:lnTo>
                    <a:pt x="8168" y="4755"/>
                  </a:lnTo>
                  <a:lnTo>
                    <a:pt x="8180" y="4704"/>
                  </a:lnTo>
                  <a:lnTo>
                    <a:pt x="8180" y="4678"/>
                  </a:lnTo>
                  <a:lnTo>
                    <a:pt x="8168" y="4640"/>
                  </a:lnTo>
                  <a:lnTo>
                    <a:pt x="8155" y="4627"/>
                  </a:lnTo>
                  <a:lnTo>
                    <a:pt x="8129" y="4602"/>
                  </a:lnTo>
                  <a:lnTo>
                    <a:pt x="8065" y="4563"/>
                  </a:lnTo>
                  <a:lnTo>
                    <a:pt x="8014" y="4538"/>
                  </a:lnTo>
                  <a:lnTo>
                    <a:pt x="7989" y="4512"/>
                  </a:lnTo>
                  <a:lnTo>
                    <a:pt x="7976" y="4499"/>
                  </a:lnTo>
                  <a:lnTo>
                    <a:pt x="7963" y="4474"/>
                  </a:lnTo>
                  <a:lnTo>
                    <a:pt x="7976" y="4448"/>
                  </a:lnTo>
                  <a:lnTo>
                    <a:pt x="8027" y="4423"/>
                  </a:lnTo>
                  <a:lnTo>
                    <a:pt x="8091" y="4397"/>
                  </a:lnTo>
                  <a:lnTo>
                    <a:pt x="8142" y="4384"/>
                  </a:lnTo>
                  <a:lnTo>
                    <a:pt x="8295" y="4359"/>
                  </a:lnTo>
                  <a:lnTo>
                    <a:pt x="8346" y="4333"/>
                  </a:lnTo>
                  <a:lnTo>
                    <a:pt x="8385" y="4282"/>
                  </a:lnTo>
                  <a:lnTo>
                    <a:pt x="8410" y="4231"/>
                  </a:lnTo>
                  <a:lnTo>
                    <a:pt x="8423" y="4154"/>
                  </a:lnTo>
                  <a:lnTo>
                    <a:pt x="8410" y="4090"/>
                  </a:lnTo>
                  <a:lnTo>
                    <a:pt x="8385" y="4039"/>
                  </a:lnTo>
                  <a:lnTo>
                    <a:pt x="8346" y="4001"/>
                  </a:lnTo>
                  <a:lnTo>
                    <a:pt x="8283" y="3975"/>
                  </a:lnTo>
                  <a:lnTo>
                    <a:pt x="8168" y="3924"/>
                  </a:lnTo>
                  <a:lnTo>
                    <a:pt x="8091" y="3899"/>
                  </a:lnTo>
                  <a:lnTo>
                    <a:pt x="8078" y="3873"/>
                  </a:lnTo>
                  <a:lnTo>
                    <a:pt x="8078" y="3860"/>
                  </a:lnTo>
                  <a:lnTo>
                    <a:pt x="8091" y="3848"/>
                  </a:lnTo>
                  <a:lnTo>
                    <a:pt x="8116" y="3835"/>
                  </a:lnTo>
                  <a:lnTo>
                    <a:pt x="8155" y="3835"/>
                  </a:lnTo>
                  <a:lnTo>
                    <a:pt x="8231" y="3848"/>
                  </a:lnTo>
                  <a:lnTo>
                    <a:pt x="8308" y="3886"/>
                  </a:lnTo>
                  <a:lnTo>
                    <a:pt x="8423" y="3950"/>
                  </a:lnTo>
                  <a:lnTo>
                    <a:pt x="8487" y="3963"/>
                  </a:lnTo>
                  <a:lnTo>
                    <a:pt x="8538" y="3975"/>
                  </a:lnTo>
                  <a:lnTo>
                    <a:pt x="8589" y="3975"/>
                  </a:lnTo>
                  <a:lnTo>
                    <a:pt x="8628" y="3950"/>
                  </a:lnTo>
                  <a:lnTo>
                    <a:pt x="8576" y="3912"/>
                  </a:lnTo>
                  <a:lnTo>
                    <a:pt x="8513" y="3886"/>
                  </a:lnTo>
                  <a:lnTo>
                    <a:pt x="8487" y="3860"/>
                  </a:lnTo>
                  <a:lnTo>
                    <a:pt x="8474" y="3848"/>
                  </a:lnTo>
                  <a:lnTo>
                    <a:pt x="8474" y="3822"/>
                  </a:lnTo>
                  <a:lnTo>
                    <a:pt x="8487" y="3784"/>
                  </a:lnTo>
                  <a:lnTo>
                    <a:pt x="8513" y="3758"/>
                  </a:lnTo>
                  <a:lnTo>
                    <a:pt x="8551" y="3745"/>
                  </a:lnTo>
                  <a:lnTo>
                    <a:pt x="8602" y="3745"/>
                  </a:lnTo>
                  <a:lnTo>
                    <a:pt x="8640" y="3758"/>
                  </a:lnTo>
                  <a:lnTo>
                    <a:pt x="8666" y="3784"/>
                  </a:lnTo>
                  <a:lnTo>
                    <a:pt x="8666" y="3809"/>
                  </a:lnTo>
                  <a:lnTo>
                    <a:pt x="8730" y="3797"/>
                  </a:lnTo>
                  <a:lnTo>
                    <a:pt x="8781" y="3758"/>
                  </a:lnTo>
                  <a:lnTo>
                    <a:pt x="8832" y="3733"/>
                  </a:lnTo>
                  <a:lnTo>
                    <a:pt x="8883" y="3707"/>
                  </a:lnTo>
                  <a:lnTo>
                    <a:pt x="8883" y="3720"/>
                  </a:lnTo>
                  <a:lnTo>
                    <a:pt x="8922" y="3745"/>
                  </a:lnTo>
                  <a:lnTo>
                    <a:pt x="8985" y="3784"/>
                  </a:lnTo>
                  <a:lnTo>
                    <a:pt x="9203" y="3784"/>
                  </a:lnTo>
                  <a:lnTo>
                    <a:pt x="9254" y="3771"/>
                  </a:lnTo>
                  <a:lnTo>
                    <a:pt x="9305" y="3745"/>
                  </a:lnTo>
                  <a:lnTo>
                    <a:pt x="9394" y="3707"/>
                  </a:lnTo>
                  <a:lnTo>
                    <a:pt x="9484" y="3694"/>
                  </a:lnTo>
                  <a:lnTo>
                    <a:pt x="9561" y="3681"/>
                  </a:lnTo>
                  <a:lnTo>
                    <a:pt x="9740" y="3681"/>
                  </a:lnTo>
                  <a:lnTo>
                    <a:pt x="9778" y="3426"/>
                  </a:lnTo>
                  <a:lnTo>
                    <a:pt x="9522" y="2927"/>
                  </a:lnTo>
                  <a:lnTo>
                    <a:pt x="9573" y="2621"/>
                  </a:lnTo>
                  <a:lnTo>
                    <a:pt x="9548" y="2378"/>
                  </a:lnTo>
                  <a:lnTo>
                    <a:pt x="9254" y="2148"/>
                  </a:lnTo>
                  <a:lnTo>
                    <a:pt x="9292" y="1752"/>
                  </a:lnTo>
                  <a:lnTo>
                    <a:pt x="9139" y="1688"/>
                  </a:lnTo>
                  <a:lnTo>
                    <a:pt x="9011" y="1074"/>
                  </a:lnTo>
                  <a:lnTo>
                    <a:pt x="8717" y="1125"/>
                  </a:lnTo>
                  <a:lnTo>
                    <a:pt x="8219" y="627"/>
                  </a:lnTo>
                  <a:lnTo>
                    <a:pt x="7733" y="461"/>
                  </a:lnTo>
                  <a:lnTo>
                    <a:pt x="72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8"/>
            <p:cNvSpPr/>
            <p:nvPr/>
          </p:nvSpPr>
          <p:spPr>
            <a:xfrm>
              <a:off x="3886025" y="2392425"/>
              <a:ext cx="107400" cy="91725"/>
            </a:xfrm>
            <a:custGeom>
              <a:rect b="b" l="l" r="r" t="t"/>
              <a:pathLst>
                <a:path extrusionOk="0" h="3669" w="4296">
                  <a:moveTo>
                    <a:pt x="2020" y="0"/>
                  </a:moveTo>
                  <a:lnTo>
                    <a:pt x="2007" y="243"/>
                  </a:lnTo>
                  <a:lnTo>
                    <a:pt x="1995" y="256"/>
                  </a:lnTo>
                  <a:lnTo>
                    <a:pt x="1828" y="384"/>
                  </a:lnTo>
                  <a:lnTo>
                    <a:pt x="1816" y="384"/>
                  </a:lnTo>
                  <a:lnTo>
                    <a:pt x="1598" y="460"/>
                  </a:lnTo>
                  <a:lnTo>
                    <a:pt x="1509" y="550"/>
                  </a:lnTo>
                  <a:lnTo>
                    <a:pt x="1675" y="793"/>
                  </a:lnTo>
                  <a:lnTo>
                    <a:pt x="1675" y="818"/>
                  </a:lnTo>
                  <a:lnTo>
                    <a:pt x="1573" y="959"/>
                  </a:lnTo>
                  <a:lnTo>
                    <a:pt x="1560" y="972"/>
                  </a:lnTo>
                  <a:lnTo>
                    <a:pt x="1343" y="1087"/>
                  </a:lnTo>
                  <a:lnTo>
                    <a:pt x="1343" y="1304"/>
                  </a:lnTo>
                  <a:lnTo>
                    <a:pt x="1330" y="1330"/>
                  </a:lnTo>
                  <a:lnTo>
                    <a:pt x="1177" y="1368"/>
                  </a:lnTo>
                  <a:lnTo>
                    <a:pt x="1151" y="1368"/>
                  </a:lnTo>
                  <a:lnTo>
                    <a:pt x="806" y="1202"/>
                  </a:lnTo>
                  <a:lnTo>
                    <a:pt x="742" y="1330"/>
                  </a:lnTo>
                  <a:lnTo>
                    <a:pt x="729" y="1342"/>
                  </a:lnTo>
                  <a:lnTo>
                    <a:pt x="563" y="1393"/>
                  </a:lnTo>
                  <a:lnTo>
                    <a:pt x="550" y="1406"/>
                  </a:lnTo>
                  <a:lnTo>
                    <a:pt x="52" y="1330"/>
                  </a:lnTo>
                  <a:lnTo>
                    <a:pt x="26" y="1355"/>
                  </a:lnTo>
                  <a:lnTo>
                    <a:pt x="1" y="1393"/>
                  </a:lnTo>
                  <a:lnTo>
                    <a:pt x="14" y="1432"/>
                  </a:lnTo>
                  <a:lnTo>
                    <a:pt x="26" y="1457"/>
                  </a:lnTo>
                  <a:lnTo>
                    <a:pt x="65" y="1508"/>
                  </a:lnTo>
                  <a:lnTo>
                    <a:pt x="103" y="1598"/>
                  </a:lnTo>
                  <a:lnTo>
                    <a:pt x="141" y="1675"/>
                  </a:lnTo>
                  <a:lnTo>
                    <a:pt x="269" y="1943"/>
                  </a:lnTo>
                  <a:lnTo>
                    <a:pt x="308" y="2045"/>
                  </a:lnTo>
                  <a:lnTo>
                    <a:pt x="320" y="2058"/>
                  </a:lnTo>
                  <a:lnTo>
                    <a:pt x="333" y="2084"/>
                  </a:lnTo>
                  <a:lnTo>
                    <a:pt x="359" y="2084"/>
                  </a:lnTo>
                  <a:lnTo>
                    <a:pt x="384" y="2071"/>
                  </a:lnTo>
                  <a:lnTo>
                    <a:pt x="423" y="2045"/>
                  </a:lnTo>
                  <a:lnTo>
                    <a:pt x="448" y="2007"/>
                  </a:lnTo>
                  <a:lnTo>
                    <a:pt x="474" y="1969"/>
                  </a:lnTo>
                  <a:lnTo>
                    <a:pt x="486" y="1917"/>
                  </a:lnTo>
                  <a:lnTo>
                    <a:pt x="499" y="1866"/>
                  </a:lnTo>
                  <a:lnTo>
                    <a:pt x="525" y="1802"/>
                  </a:lnTo>
                  <a:lnTo>
                    <a:pt x="576" y="1700"/>
                  </a:lnTo>
                  <a:lnTo>
                    <a:pt x="627" y="1598"/>
                  </a:lnTo>
                  <a:lnTo>
                    <a:pt x="653" y="1560"/>
                  </a:lnTo>
                  <a:lnTo>
                    <a:pt x="691" y="1521"/>
                  </a:lnTo>
                  <a:lnTo>
                    <a:pt x="780" y="1508"/>
                  </a:lnTo>
                  <a:lnTo>
                    <a:pt x="870" y="1521"/>
                  </a:lnTo>
                  <a:lnTo>
                    <a:pt x="959" y="1560"/>
                  </a:lnTo>
                  <a:lnTo>
                    <a:pt x="985" y="1585"/>
                  </a:lnTo>
                  <a:lnTo>
                    <a:pt x="1010" y="1624"/>
                  </a:lnTo>
                  <a:lnTo>
                    <a:pt x="1036" y="1662"/>
                  </a:lnTo>
                  <a:lnTo>
                    <a:pt x="1049" y="1713"/>
                  </a:lnTo>
                  <a:lnTo>
                    <a:pt x="1074" y="1815"/>
                  </a:lnTo>
                  <a:lnTo>
                    <a:pt x="1087" y="2032"/>
                  </a:lnTo>
                  <a:lnTo>
                    <a:pt x="1087" y="2071"/>
                  </a:lnTo>
                  <a:lnTo>
                    <a:pt x="1113" y="2122"/>
                  </a:lnTo>
                  <a:lnTo>
                    <a:pt x="1138" y="2148"/>
                  </a:lnTo>
                  <a:lnTo>
                    <a:pt x="1177" y="2186"/>
                  </a:lnTo>
                  <a:lnTo>
                    <a:pt x="1356" y="2314"/>
                  </a:lnTo>
                  <a:lnTo>
                    <a:pt x="1483" y="2390"/>
                  </a:lnTo>
                  <a:lnTo>
                    <a:pt x="1560" y="2441"/>
                  </a:lnTo>
                  <a:lnTo>
                    <a:pt x="1586" y="2467"/>
                  </a:lnTo>
                  <a:lnTo>
                    <a:pt x="1586" y="2493"/>
                  </a:lnTo>
                  <a:lnTo>
                    <a:pt x="1496" y="2505"/>
                  </a:lnTo>
                  <a:lnTo>
                    <a:pt x="1458" y="2518"/>
                  </a:lnTo>
                  <a:lnTo>
                    <a:pt x="1407" y="2544"/>
                  </a:lnTo>
                  <a:lnTo>
                    <a:pt x="1381" y="2556"/>
                  </a:lnTo>
                  <a:lnTo>
                    <a:pt x="1381" y="2595"/>
                  </a:lnTo>
                  <a:lnTo>
                    <a:pt x="1381" y="2633"/>
                  </a:lnTo>
                  <a:lnTo>
                    <a:pt x="1394" y="2659"/>
                  </a:lnTo>
                  <a:lnTo>
                    <a:pt x="1432" y="2710"/>
                  </a:lnTo>
                  <a:lnTo>
                    <a:pt x="1483" y="2735"/>
                  </a:lnTo>
                  <a:lnTo>
                    <a:pt x="1586" y="2787"/>
                  </a:lnTo>
                  <a:lnTo>
                    <a:pt x="1701" y="2850"/>
                  </a:lnTo>
                  <a:lnTo>
                    <a:pt x="1752" y="2889"/>
                  </a:lnTo>
                  <a:lnTo>
                    <a:pt x="1803" y="2927"/>
                  </a:lnTo>
                  <a:lnTo>
                    <a:pt x="1880" y="3004"/>
                  </a:lnTo>
                  <a:lnTo>
                    <a:pt x="1918" y="3042"/>
                  </a:lnTo>
                  <a:lnTo>
                    <a:pt x="1931" y="3080"/>
                  </a:lnTo>
                  <a:lnTo>
                    <a:pt x="1943" y="3132"/>
                  </a:lnTo>
                  <a:lnTo>
                    <a:pt x="1956" y="3183"/>
                  </a:lnTo>
                  <a:lnTo>
                    <a:pt x="1969" y="3221"/>
                  </a:lnTo>
                  <a:lnTo>
                    <a:pt x="1982" y="3272"/>
                  </a:lnTo>
                  <a:lnTo>
                    <a:pt x="2007" y="3311"/>
                  </a:lnTo>
                  <a:lnTo>
                    <a:pt x="2033" y="3323"/>
                  </a:lnTo>
                  <a:lnTo>
                    <a:pt x="2071" y="3323"/>
                  </a:lnTo>
                  <a:lnTo>
                    <a:pt x="2110" y="3311"/>
                  </a:lnTo>
                  <a:lnTo>
                    <a:pt x="2161" y="3285"/>
                  </a:lnTo>
                  <a:lnTo>
                    <a:pt x="2225" y="3272"/>
                  </a:lnTo>
                  <a:lnTo>
                    <a:pt x="2301" y="3247"/>
                  </a:lnTo>
                  <a:lnTo>
                    <a:pt x="2365" y="3221"/>
                  </a:lnTo>
                  <a:lnTo>
                    <a:pt x="2429" y="3208"/>
                  </a:lnTo>
                  <a:lnTo>
                    <a:pt x="2455" y="3221"/>
                  </a:lnTo>
                  <a:lnTo>
                    <a:pt x="2480" y="3234"/>
                  </a:lnTo>
                  <a:lnTo>
                    <a:pt x="2519" y="3259"/>
                  </a:lnTo>
                  <a:lnTo>
                    <a:pt x="2570" y="3285"/>
                  </a:lnTo>
                  <a:lnTo>
                    <a:pt x="2634" y="3285"/>
                  </a:lnTo>
                  <a:lnTo>
                    <a:pt x="2710" y="3311"/>
                  </a:lnTo>
                  <a:lnTo>
                    <a:pt x="2787" y="3336"/>
                  </a:lnTo>
                  <a:lnTo>
                    <a:pt x="2838" y="3374"/>
                  </a:lnTo>
                  <a:lnTo>
                    <a:pt x="2876" y="3413"/>
                  </a:lnTo>
                  <a:lnTo>
                    <a:pt x="2940" y="3438"/>
                  </a:lnTo>
                  <a:lnTo>
                    <a:pt x="2991" y="3477"/>
                  </a:lnTo>
                  <a:lnTo>
                    <a:pt x="3055" y="3541"/>
                  </a:lnTo>
                  <a:lnTo>
                    <a:pt x="3119" y="3604"/>
                  </a:lnTo>
                  <a:lnTo>
                    <a:pt x="3170" y="3643"/>
                  </a:lnTo>
                  <a:lnTo>
                    <a:pt x="3234" y="3668"/>
                  </a:lnTo>
                  <a:lnTo>
                    <a:pt x="3285" y="3668"/>
                  </a:lnTo>
                  <a:lnTo>
                    <a:pt x="3337" y="3592"/>
                  </a:lnTo>
                  <a:lnTo>
                    <a:pt x="3043" y="3311"/>
                  </a:lnTo>
                  <a:lnTo>
                    <a:pt x="3043" y="3298"/>
                  </a:lnTo>
                  <a:lnTo>
                    <a:pt x="3017" y="3196"/>
                  </a:lnTo>
                  <a:lnTo>
                    <a:pt x="2889" y="3170"/>
                  </a:lnTo>
                  <a:lnTo>
                    <a:pt x="2506" y="2876"/>
                  </a:lnTo>
                  <a:lnTo>
                    <a:pt x="2429" y="2748"/>
                  </a:lnTo>
                  <a:lnTo>
                    <a:pt x="2020" y="2365"/>
                  </a:lnTo>
                  <a:lnTo>
                    <a:pt x="2007" y="2352"/>
                  </a:lnTo>
                  <a:lnTo>
                    <a:pt x="1982" y="2186"/>
                  </a:lnTo>
                  <a:lnTo>
                    <a:pt x="1726" y="1930"/>
                  </a:lnTo>
                  <a:lnTo>
                    <a:pt x="1726" y="1917"/>
                  </a:lnTo>
                  <a:lnTo>
                    <a:pt x="1675" y="1700"/>
                  </a:lnTo>
                  <a:lnTo>
                    <a:pt x="1675" y="1687"/>
                  </a:lnTo>
                  <a:lnTo>
                    <a:pt x="1777" y="1445"/>
                  </a:lnTo>
                  <a:lnTo>
                    <a:pt x="1816" y="1432"/>
                  </a:lnTo>
                  <a:lnTo>
                    <a:pt x="2097" y="1598"/>
                  </a:lnTo>
                  <a:lnTo>
                    <a:pt x="2455" y="1330"/>
                  </a:lnTo>
                  <a:lnTo>
                    <a:pt x="2480" y="1330"/>
                  </a:lnTo>
                  <a:lnTo>
                    <a:pt x="3119" y="1393"/>
                  </a:lnTo>
                  <a:lnTo>
                    <a:pt x="3337" y="1342"/>
                  </a:lnTo>
                  <a:lnTo>
                    <a:pt x="3579" y="1381"/>
                  </a:lnTo>
                  <a:lnTo>
                    <a:pt x="3912" y="1266"/>
                  </a:lnTo>
                  <a:lnTo>
                    <a:pt x="3937" y="1278"/>
                  </a:lnTo>
                  <a:lnTo>
                    <a:pt x="4052" y="1496"/>
                  </a:lnTo>
                  <a:lnTo>
                    <a:pt x="4155" y="1521"/>
                  </a:lnTo>
                  <a:lnTo>
                    <a:pt x="4295" y="1496"/>
                  </a:lnTo>
                  <a:lnTo>
                    <a:pt x="4257" y="1202"/>
                  </a:lnTo>
                  <a:lnTo>
                    <a:pt x="4142" y="1125"/>
                  </a:lnTo>
                  <a:lnTo>
                    <a:pt x="4129" y="1112"/>
                  </a:lnTo>
                  <a:lnTo>
                    <a:pt x="4039" y="959"/>
                  </a:lnTo>
                  <a:lnTo>
                    <a:pt x="3873" y="844"/>
                  </a:lnTo>
                  <a:lnTo>
                    <a:pt x="3861" y="831"/>
                  </a:lnTo>
                  <a:lnTo>
                    <a:pt x="3784" y="588"/>
                  </a:lnTo>
                  <a:lnTo>
                    <a:pt x="3579" y="691"/>
                  </a:lnTo>
                  <a:lnTo>
                    <a:pt x="3567" y="703"/>
                  </a:lnTo>
                  <a:lnTo>
                    <a:pt x="3068" y="767"/>
                  </a:lnTo>
                  <a:lnTo>
                    <a:pt x="3055" y="767"/>
                  </a:lnTo>
                  <a:lnTo>
                    <a:pt x="2404" y="409"/>
                  </a:lnTo>
                  <a:lnTo>
                    <a:pt x="2391" y="397"/>
                  </a:lnTo>
                  <a:lnTo>
                    <a:pt x="2327" y="218"/>
                  </a:lnTo>
                  <a:lnTo>
                    <a:pt x="202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8"/>
            <p:cNvSpPr/>
            <p:nvPr/>
          </p:nvSpPr>
          <p:spPr>
            <a:xfrm>
              <a:off x="3750550" y="2364625"/>
              <a:ext cx="80225" cy="49225"/>
            </a:xfrm>
            <a:custGeom>
              <a:rect b="b" l="l" r="r" t="t"/>
              <a:pathLst>
                <a:path extrusionOk="0" h="1969" w="3209">
                  <a:moveTo>
                    <a:pt x="2071" y="0"/>
                  </a:moveTo>
                  <a:lnTo>
                    <a:pt x="1956" y="39"/>
                  </a:lnTo>
                  <a:lnTo>
                    <a:pt x="1931" y="294"/>
                  </a:lnTo>
                  <a:lnTo>
                    <a:pt x="1905" y="320"/>
                  </a:lnTo>
                  <a:lnTo>
                    <a:pt x="1624" y="243"/>
                  </a:lnTo>
                  <a:lnTo>
                    <a:pt x="1471" y="307"/>
                  </a:lnTo>
                  <a:lnTo>
                    <a:pt x="1445" y="307"/>
                  </a:lnTo>
                  <a:lnTo>
                    <a:pt x="1343" y="282"/>
                  </a:lnTo>
                  <a:lnTo>
                    <a:pt x="1177" y="384"/>
                  </a:lnTo>
                  <a:lnTo>
                    <a:pt x="1151" y="384"/>
                  </a:lnTo>
                  <a:lnTo>
                    <a:pt x="1010" y="307"/>
                  </a:lnTo>
                  <a:lnTo>
                    <a:pt x="832" y="333"/>
                  </a:lnTo>
                  <a:lnTo>
                    <a:pt x="780" y="461"/>
                  </a:lnTo>
                  <a:lnTo>
                    <a:pt x="844" y="563"/>
                  </a:lnTo>
                  <a:lnTo>
                    <a:pt x="844" y="588"/>
                  </a:lnTo>
                  <a:lnTo>
                    <a:pt x="793" y="703"/>
                  </a:lnTo>
                  <a:lnTo>
                    <a:pt x="780" y="716"/>
                  </a:lnTo>
                  <a:lnTo>
                    <a:pt x="563" y="793"/>
                  </a:lnTo>
                  <a:lnTo>
                    <a:pt x="295" y="1112"/>
                  </a:lnTo>
                  <a:lnTo>
                    <a:pt x="167" y="1330"/>
                  </a:lnTo>
                  <a:lnTo>
                    <a:pt x="1" y="1547"/>
                  </a:lnTo>
                  <a:lnTo>
                    <a:pt x="65" y="1675"/>
                  </a:lnTo>
                  <a:lnTo>
                    <a:pt x="256" y="1624"/>
                  </a:lnTo>
                  <a:lnTo>
                    <a:pt x="333" y="1432"/>
                  </a:lnTo>
                  <a:lnTo>
                    <a:pt x="359" y="1419"/>
                  </a:lnTo>
                  <a:lnTo>
                    <a:pt x="538" y="1406"/>
                  </a:lnTo>
                  <a:lnTo>
                    <a:pt x="550" y="1406"/>
                  </a:lnTo>
                  <a:lnTo>
                    <a:pt x="665" y="1483"/>
                  </a:lnTo>
                  <a:lnTo>
                    <a:pt x="678" y="1509"/>
                  </a:lnTo>
                  <a:lnTo>
                    <a:pt x="780" y="1930"/>
                  </a:lnTo>
                  <a:lnTo>
                    <a:pt x="883" y="1969"/>
                  </a:lnTo>
                  <a:lnTo>
                    <a:pt x="1049" y="1918"/>
                  </a:lnTo>
                  <a:lnTo>
                    <a:pt x="1062" y="1918"/>
                  </a:lnTo>
                  <a:lnTo>
                    <a:pt x="1432" y="1930"/>
                  </a:lnTo>
                  <a:lnTo>
                    <a:pt x="1534" y="1879"/>
                  </a:lnTo>
                  <a:lnTo>
                    <a:pt x="1509" y="1764"/>
                  </a:lnTo>
                  <a:lnTo>
                    <a:pt x="1509" y="1751"/>
                  </a:lnTo>
                  <a:lnTo>
                    <a:pt x="1713" y="1470"/>
                  </a:lnTo>
                  <a:lnTo>
                    <a:pt x="1752" y="1457"/>
                  </a:lnTo>
                  <a:lnTo>
                    <a:pt x="1854" y="1483"/>
                  </a:lnTo>
                  <a:lnTo>
                    <a:pt x="1867" y="1521"/>
                  </a:lnTo>
                  <a:lnTo>
                    <a:pt x="1854" y="1662"/>
                  </a:lnTo>
                  <a:lnTo>
                    <a:pt x="2058" y="1803"/>
                  </a:lnTo>
                  <a:lnTo>
                    <a:pt x="2186" y="1943"/>
                  </a:lnTo>
                  <a:lnTo>
                    <a:pt x="2391" y="1700"/>
                  </a:lnTo>
                  <a:lnTo>
                    <a:pt x="2391" y="1457"/>
                  </a:lnTo>
                  <a:lnTo>
                    <a:pt x="2404" y="1445"/>
                  </a:lnTo>
                  <a:lnTo>
                    <a:pt x="2467" y="1406"/>
                  </a:lnTo>
                  <a:lnTo>
                    <a:pt x="2506" y="1406"/>
                  </a:lnTo>
                  <a:lnTo>
                    <a:pt x="2698" y="1547"/>
                  </a:lnTo>
                  <a:lnTo>
                    <a:pt x="2953" y="1560"/>
                  </a:lnTo>
                  <a:lnTo>
                    <a:pt x="2979" y="1381"/>
                  </a:lnTo>
                  <a:lnTo>
                    <a:pt x="2991" y="1355"/>
                  </a:lnTo>
                  <a:lnTo>
                    <a:pt x="3196" y="1304"/>
                  </a:lnTo>
                  <a:lnTo>
                    <a:pt x="3132" y="1176"/>
                  </a:lnTo>
                  <a:lnTo>
                    <a:pt x="3145" y="1151"/>
                  </a:lnTo>
                  <a:lnTo>
                    <a:pt x="3209" y="1112"/>
                  </a:lnTo>
                  <a:lnTo>
                    <a:pt x="3196" y="1023"/>
                  </a:lnTo>
                  <a:lnTo>
                    <a:pt x="2953" y="1010"/>
                  </a:lnTo>
                  <a:lnTo>
                    <a:pt x="2928" y="997"/>
                  </a:lnTo>
                  <a:lnTo>
                    <a:pt x="2851" y="882"/>
                  </a:lnTo>
                  <a:lnTo>
                    <a:pt x="2608" y="908"/>
                  </a:lnTo>
                  <a:lnTo>
                    <a:pt x="2582" y="882"/>
                  </a:lnTo>
                  <a:lnTo>
                    <a:pt x="2544" y="639"/>
                  </a:lnTo>
                  <a:lnTo>
                    <a:pt x="2557" y="627"/>
                  </a:lnTo>
                  <a:lnTo>
                    <a:pt x="2646" y="550"/>
                  </a:lnTo>
                  <a:lnTo>
                    <a:pt x="2710" y="486"/>
                  </a:lnTo>
                  <a:lnTo>
                    <a:pt x="2659" y="346"/>
                  </a:lnTo>
                  <a:lnTo>
                    <a:pt x="2659" y="333"/>
                  </a:lnTo>
                  <a:lnTo>
                    <a:pt x="2646" y="333"/>
                  </a:lnTo>
                  <a:lnTo>
                    <a:pt x="2659" y="243"/>
                  </a:lnTo>
                  <a:lnTo>
                    <a:pt x="20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8"/>
            <p:cNvSpPr/>
            <p:nvPr/>
          </p:nvSpPr>
          <p:spPr>
            <a:xfrm>
              <a:off x="3846725" y="2146400"/>
              <a:ext cx="28475" cy="35475"/>
            </a:xfrm>
            <a:custGeom>
              <a:rect b="b" l="l" r="r" t="t"/>
              <a:pathLst>
                <a:path extrusionOk="0" h="1419" w="1139">
                  <a:moveTo>
                    <a:pt x="410" y="0"/>
                  </a:moveTo>
                  <a:lnTo>
                    <a:pt x="384" y="13"/>
                  </a:lnTo>
                  <a:lnTo>
                    <a:pt x="359" y="13"/>
                  </a:lnTo>
                  <a:lnTo>
                    <a:pt x="346" y="26"/>
                  </a:lnTo>
                  <a:lnTo>
                    <a:pt x="333" y="77"/>
                  </a:lnTo>
                  <a:lnTo>
                    <a:pt x="346" y="103"/>
                  </a:lnTo>
                  <a:lnTo>
                    <a:pt x="346" y="115"/>
                  </a:lnTo>
                  <a:lnTo>
                    <a:pt x="359" y="128"/>
                  </a:lnTo>
                  <a:lnTo>
                    <a:pt x="397" y="141"/>
                  </a:lnTo>
                  <a:lnTo>
                    <a:pt x="384" y="192"/>
                  </a:lnTo>
                  <a:lnTo>
                    <a:pt x="359" y="230"/>
                  </a:lnTo>
                  <a:lnTo>
                    <a:pt x="320" y="243"/>
                  </a:lnTo>
                  <a:lnTo>
                    <a:pt x="269" y="230"/>
                  </a:lnTo>
                  <a:lnTo>
                    <a:pt x="167" y="205"/>
                  </a:lnTo>
                  <a:lnTo>
                    <a:pt x="116" y="192"/>
                  </a:lnTo>
                  <a:lnTo>
                    <a:pt x="77" y="192"/>
                  </a:lnTo>
                  <a:lnTo>
                    <a:pt x="52" y="205"/>
                  </a:lnTo>
                  <a:lnTo>
                    <a:pt x="39" y="243"/>
                  </a:lnTo>
                  <a:lnTo>
                    <a:pt x="26" y="320"/>
                  </a:lnTo>
                  <a:lnTo>
                    <a:pt x="26" y="358"/>
                  </a:lnTo>
                  <a:lnTo>
                    <a:pt x="39" y="371"/>
                  </a:lnTo>
                  <a:lnTo>
                    <a:pt x="103" y="397"/>
                  </a:lnTo>
                  <a:lnTo>
                    <a:pt x="103" y="473"/>
                  </a:lnTo>
                  <a:lnTo>
                    <a:pt x="77" y="537"/>
                  </a:lnTo>
                  <a:lnTo>
                    <a:pt x="52" y="575"/>
                  </a:lnTo>
                  <a:lnTo>
                    <a:pt x="26" y="614"/>
                  </a:lnTo>
                  <a:lnTo>
                    <a:pt x="1" y="652"/>
                  </a:lnTo>
                  <a:lnTo>
                    <a:pt x="1" y="690"/>
                  </a:lnTo>
                  <a:lnTo>
                    <a:pt x="14" y="754"/>
                  </a:lnTo>
                  <a:lnTo>
                    <a:pt x="26" y="806"/>
                  </a:lnTo>
                  <a:lnTo>
                    <a:pt x="65" y="908"/>
                  </a:lnTo>
                  <a:lnTo>
                    <a:pt x="103" y="946"/>
                  </a:lnTo>
                  <a:lnTo>
                    <a:pt x="129" y="959"/>
                  </a:lnTo>
                  <a:lnTo>
                    <a:pt x="180" y="972"/>
                  </a:lnTo>
                  <a:lnTo>
                    <a:pt x="231" y="984"/>
                  </a:lnTo>
                  <a:lnTo>
                    <a:pt x="269" y="997"/>
                  </a:lnTo>
                  <a:lnTo>
                    <a:pt x="282" y="1023"/>
                  </a:lnTo>
                  <a:lnTo>
                    <a:pt x="295" y="1036"/>
                  </a:lnTo>
                  <a:lnTo>
                    <a:pt x="295" y="1074"/>
                  </a:lnTo>
                  <a:lnTo>
                    <a:pt x="282" y="1112"/>
                  </a:lnTo>
                  <a:lnTo>
                    <a:pt x="269" y="1202"/>
                  </a:lnTo>
                  <a:lnTo>
                    <a:pt x="269" y="1240"/>
                  </a:lnTo>
                  <a:lnTo>
                    <a:pt x="282" y="1278"/>
                  </a:lnTo>
                  <a:lnTo>
                    <a:pt x="295" y="1304"/>
                  </a:lnTo>
                  <a:lnTo>
                    <a:pt x="333" y="1330"/>
                  </a:lnTo>
                  <a:lnTo>
                    <a:pt x="461" y="1381"/>
                  </a:lnTo>
                  <a:lnTo>
                    <a:pt x="589" y="1419"/>
                  </a:lnTo>
                  <a:lnTo>
                    <a:pt x="601" y="1368"/>
                  </a:lnTo>
                  <a:lnTo>
                    <a:pt x="589" y="1317"/>
                  </a:lnTo>
                  <a:lnTo>
                    <a:pt x="589" y="1253"/>
                  </a:lnTo>
                  <a:lnTo>
                    <a:pt x="576" y="1202"/>
                  </a:lnTo>
                  <a:lnTo>
                    <a:pt x="589" y="1151"/>
                  </a:lnTo>
                  <a:lnTo>
                    <a:pt x="601" y="1138"/>
                  </a:lnTo>
                  <a:lnTo>
                    <a:pt x="895" y="1138"/>
                  </a:lnTo>
                  <a:lnTo>
                    <a:pt x="908" y="1125"/>
                  </a:lnTo>
                  <a:lnTo>
                    <a:pt x="921" y="1112"/>
                  </a:lnTo>
                  <a:lnTo>
                    <a:pt x="934" y="1087"/>
                  </a:lnTo>
                  <a:lnTo>
                    <a:pt x="921" y="1048"/>
                  </a:lnTo>
                  <a:lnTo>
                    <a:pt x="921" y="1010"/>
                  </a:lnTo>
                  <a:lnTo>
                    <a:pt x="908" y="984"/>
                  </a:lnTo>
                  <a:lnTo>
                    <a:pt x="870" y="959"/>
                  </a:lnTo>
                  <a:lnTo>
                    <a:pt x="832" y="921"/>
                  </a:lnTo>
                  <a:lnTo>
                    <a:pt x="819" y="895"/>
                  </a:lnTo>
                  <a:lnTo>
                    <a:pt x="819" y="857"/>
                  </a:lnTo>
                  <a:lnTo>
                    <a:pt x="832" y="793"/>
                  </a:lnTo>
                  <a:lnTo>
                    <a:pt x="857" y="742"/>
                  </a:lnTo>
                  <a:lnTo>
                    <a:pt x="883" y="703"/>
                  </a:lnTo>
                  <a:lnTo>
                    <a:pt x="934" y="665"/>
                  </a:lnTo>
                  <a:lnTo>
                    <a:pt x="1036" y="627"/>
                  </a:lnTo>
                  <a:lnTo>
                    <a:pt x="1062" y="588"/>
                  </a:lnTo>
                  <a:lnTo>
                    <a:pt x="1087" y="537"/>
                  </a:lnTo>
                  <a:lnTo>
                    <a:pt x="1113" y="448"/>
                  </a:lnTo>
                  <a:lnTo>
                    <a:pt x="1138" y="333"/>
                  </a:lnTo>
                  <a:lnTo>
                    <a:pt x="1138" y="269"/>
                  </a:lnTo>
                  <a:lnTo>
                    <a:pt x="1138" y="218"/>
                  </a:lnTo>
                  <a:lnTo>
                    <a:pt x="1125" y="166"/>
                  </a:lnTo>
                  <a:lnTo>
                    <a:pt x="1100" y="128"/>
                  </a:lnTo>
                  <a:lnTo>
                    <a:pt x="985" y="0"/>
                  </a:lnTo>
                  <a:lnTo>
                    <a:pt x="819" y="64"/>
                  </a:lnTo>
                  <a:lnTo>
                    <a:pt x="793" y="90"/>
                  </a:lnTo>
                  <a:lnTo>
                    <a:pt x="780" y="103"/>
                  </a:lnTo>
                  <a:lnTo>
                    <a:pt x="780" y="128"/>
                  </a:lnTo>
                  <a:lnTo>
                    <a:pt x="780" y="166"/>
                  </a:lnTo>
                  <a:lnTo>
                    <a:pt x="793" y="218"/>
                  </a:lnTo>
                  <a:lnTo>
                    <a:pt x="768" y="269"/>
                  </a:lnTo>
                  <a:lnTo>
                    <a:pt x="742" y="307"/>
                  </a:lnTo>
                  <a:lnTo>
                    <a:pt x="704" y="345"/>
                  </a:lnTo>
                  <a:lnTo>
                    <a:pt x="640" y="384"/>
                  </a:lnTo>
                  <a:lnTo>
                    <a:pt x="576" y="397"/>
                  </a:lnTo>
                  <a:lnTo>
                    <a:pt x="550" y="384"/>
                  </a:lnTo>
                  <a:lnTo>
                    <a:pt x="538" y="371"/>
                  </a:lnTo>
                  <a:lnTo>
                    <a:pt x="525" y="345"/>
                  </a:lnTo>
                  <a:lnTo>
                    <a:pt x="525" y="307"/>
                  </a:lnTo>
                  <a:lnTo>
                    <a:pt x="550" y="243"/>
                  </a:lnTo>
                  <a:lnTo>
                    <a:pt x="576" y="192"/>
                  </a:lnTo>
                  <a:lnTo>
                    <a:pt x="614" y="154"/>
                  </a:lnTo>
                  <a:lnTo>
                    <a:pt x="627" y="103"/>
                  </a:lnTo>
                  <a:lnTo>
                    <a:pt x="576" y="77"/>
                  </a:lnTo>
                  <a:lnTo>
                    <a:pt x="512" y="39"/>
                  </a:lnTo>
                  <a:lnTo>
                    <a:pt x="435" y="13"/>
                  </a:lnTo>
                  <a:lnTo>
                    <a:pt x="41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8"/>
            <p:cNvSpPr/>
            <p:nvPr/>
          </p:nvSpPr>
          <p:spPr>
            <a:xfrm>
              <a:off x="3789850" y="2090150"/>
              <a:ext cx="56275" cy="93650"/>
            </a:xfrm>
            <a:custGeom>
              <a:rect b="b" l="l" r="r" t="t"/>
              <a:pathLst>
                <a:path extrusionOk="0" h="3746" w="2251">
                  <a:moveTo>
                    <a:pt x="2020" y="1"/>
                  </a:moveTo>
                  <a:lnTo>
                    <a:pt x="1943" y="14"/>
                  </a:lnTo>
                  <a:lnTo>
                    <a:pt x="1880" y="27"/>
                  </a:lnTo>
                  <a:lnTo>
                    <a:pt x="1777" y="103"/>
                  </a:lnTo>
                  <a:lnTo>
                    <a:pt x="1701" y="142"/>
                  </a:lnTo>
                  <a:lnTo>
                    <a:pt x="1624" y="154"/>
                  </a:lnTo>
                  <a:lnTo>
                    <a:pt x="1547" y="167"/>
                  </a:lnTo>
                  <a:lnTo>
                    <a:pt x="1483" y="205"/>
                  </a:lnTo>
                  <a:lnTo>
                    <a:pt x="1445" y="231"/>
                  </a:lnTo>
                  <a:lnTo>
                    <a:pt x="1419" y="257"/>
                  </a:lnTo>
                  <a:lnTo>
                    <a:pt x="1407" y="295"/>
                  </a:lnTo>
                  <a:lnTo>
                    <a:pt x="1394" y="320"/>
                  </a:lnTo>
                  <a:lnTo>
                    <a:pt x="1381" y="410"/>
                  </a:lnTo>
                  <a:lnTo>
                    <a:pt x="1381" y="487"/>
                  </a:lnTo>
                  <a:lnTo>
                    <a:pt x="1356" y="551"/>
                  </a:lnTo>
                  <a:lnTo>
                    <a:pt x="1330" y="614"/>
                  </a:lnTo>
                  <a:lnTo>
                    <a:pt x="1292" y="678"/>
                  </a:lnTo>
                  <a:lnTo>
                    <a:pt x="1253" y="729"/>
                  </a:lnTo>
                  <a:lnTo>
                    <a:pt x="1177" y="781"/>
                  </a:lnTo>
                  <a:lnTo>
                    <a:pt x="1100" y="819"/>
                  </a:lnTo>
                  <a:lnTo>
                    <a:pt x="1010" y="832"/>
                  </a:lnTo>
                  <a:lnTo>
                    <a:pt x="908" y="844"/>
                  </a:lnTo>
                  <a:lnTo>
                    <a:pt x="729" y="844"/>
                  </a:lnTo>
                  <a:lnTo>
                    <a:pt x="640" y="857"/>
                  </a:lnTo>
                  <a:lnTo>
                    <a:pt x="550" y="883"/>
                  </a:lnTo>
                  <a:lnTo>
                    <a:pt x="474" y="934"/>
                  </a:lnTo>
                  <a:lnTo>
                    <a:pt x="397" y="998"/>
                  </a:lnTo>
                  <a:lnTo>
                    <a:pt x="346" y="1075"/>
                  </a:lnTo>
                  <a:lnTo>
                    <a:pt x="308" y="1151"/>
                  </a:lnTo>
                  <a:lnTo>
                    <a:pt x="295" y="1190"/>
                  </a:lnTo>
                  <a:lnTo>
                    <a:pt x="308" y="1228"/>
                  </a:lnTo>
                  <a:lnTo>
                    <a:pt x="308" y="1253"/>
                  </a:lnTo>
                  <a:lnTo>
                    <a:pt x="320" y="1279"/>
                  </a:lnTo>
                  <a:lnTo>
                    <a:pt x="371" y="1330"/>
                  </a:lnTo>
                  <a:lnTo>
                    <a:pt x="423" y="1381"/>
                  </a:lnTo>
                  <a:lnTo>
                    <a:pt x="448" y="1432"/>
                  </a:lnTo>
                  <a:lnTo>
                    <a:pt x="474" y="1458"/>
                  </a:lnTo>
                  <a:lnTo>
                    <a:pt x="474" y="1483"/>
                  </a:lnTo>
                  <a:lnTo>
                    <a:pt x="461" y="1509"/>
                  </a:lnTo>
                  <a:lnTo>
                    <a:pt x="397" y="1535"/>
                  </a:lnTo>
                  <a:lnTo>
                    <a:pt x="320" y="1560"/>
                  </a:lnTo>
                  <a:lnTo>
                    <a:pt x="282" y="1573"/>
                  </a:lnTo>
                  <a:lnTo>
                    <a:pt x="256" y="1586"/>
                  </a:lnTo>
                  <a:lnTo>
                    <a:pt x="244" y="1611"/>
                  </a:lnTo>
                  <a:lnTo>
                    <a:pt x="231" y="1637"/>
                  </a:lnTo>
                  <a:lnTo>
                    <a:pt x="231" y="1688"/>
                  </a:lnTo>
                  <a:lnTo>
                    <a:pt x="218" y="1726"/>
                  </a:lnTo>
                  <a:lnTo>
                    <a:pt x="205" y="1752"/>
                  </a:lnTo>
                  <a:lnTo>
                    <a:pt x="154" y="1803"/>
                  </a:lnTo>
                  <a:lnTo>
                    <a:pt x="103" y="1841"/>
                  </a:lnTo>
                  <a:lnTo>
                    <a:pt x="78" y="1867"/>
                  </a:lnTo>
                  <a:lnTo>
                    <a:pt x="65" y="1892"/>
                  </a:lnTo>
                  <a:lnTo>
                    <a:pt x="52" y="1918"/>
                  </a:lnTo>
                  <a:lnTo>
                    <a:pt x="52" y="1969"/>
                  </a:lnTo>
                  <a:lnTo>
                    <a:pt x="65" y="2135"/>
                  </a:lnTo>
                  <a:lnTo>
                    <a:pt x="65" y="2225"/>
                  </a:lnTo>
                  <a:lnTo>
                    <a:pt x="52" y="2314"/>
                  </a:lnTo>
                  <a:lnTo>
                    <a:pt x="14" y="2506"/>
                  </a:lnTo>
                  <a:lnTo>
                    <a:pt x="14" y="2595"/>
                  </a:lnTo>
                  <a:lnTo>
                    <a:pt x="1" y="2685"/>
                  </a:lnTo>
                  <a:lnTo>
                    <a:pt x="14" y="2723"/>
                  </a:lnTo>
                  <a:lnTo>
                    <a:pt x="26" y="2749"/>
                  </a:lnTo>
                  <a:lnTo>
                    <a:pt x="39" y="2774"/>
                  </a:lnTo>
                  <a:lnTo>
                    <a:pt x="65" y="2787"/>
                  </a:lnTo>
                  <a:lnTo>
                    <a:pt x="129" y="2800"/>
                  </a:lnTo>
                  <a:lnTo>
                    <a:pt x="193" y="2813"/>
                  </a:lnTo>
                  <a:lnTo>
                    <a:pt x="256" y="2838"/>
                  </a:lnTo>
                  <a:lnTo>
                    <a:pt x="295" y="2877"/>
                  </a:lnTo>
                  <a:lnTo>
                    <a:pt x="333" y="2915"/>
                  </a:lnTo>
                  <a:lnTo>
                    <a:pt x="346" y="2966"/>
                  </a:lnTo>
                  <a:lnTo>
                    <a:pt x="359" y="3043"/>
                  </a:lnTo>
                  <a:lnTo>
                    <a:pt x="359" y="3132"/>
                  </a:lnTo>
                  <a:lnTo>
                    <a:pt x="384" y="3426"/>
                  </a:lnTo>
                  <a:lnTo>
                    <a:pt x="384" y="3439"/>
                  </a:lnTo>
                  <a:lnTo>
                    <a:pt x="602" y="3452"/>
                  </a:lnTo>
                  <a:lnTo>
                    <a:pt x="627" y="3452"/>
                  </a:lnTo>
                  <a:lnTo>
                    <a:pt x="934" y="3746"/>
                  </a:lnTo>
                  <a:lnTo>
                    <a:pt x="1062" y="3682"/>
                  </a:lnTo>
                  <a:lnTo>
                    <a:pt x="1074" y="3682"/>
                  </a:lnTo>
                  <a:lnTo>
                    <a:pt x="1177" y="3695"/>
                  </a:lnTo>
                  <a:lnTo>
                    <a:pt x="1177" y="3669"/>
                  </a:lnTo>
                  <a:lnTo>
                    <a:pt x="1189" y="3656"/>
                  </a:lnTo>
                  <a:lnTo>
                    <a:pt x="1215" y="3631"/>
                  </a:lnTo>
                  <a:lnTo>
                    <a:pt x="1279" y="3580"/>
                  </a:lnTo>
                  <a:lnTo>
                    <a:pt x="1356" y="3516"/>
                  </a:lnTo>
                  <a:lnTo>
                    <a:pt x="1381" y="3490"/>
                  </a:lnTo>
                  <a:lnTo>
                    <a:pt x="1394" y="3477"/>
                  </a:lnTo>
                  <a:lnTo>
                    <a:pt x="1368" y="3464"/>
                  </a:lnTo>
                  <a:lnTo>
                    <a:pt x="1330" y="3464"/>
                  </a:lnTo>
                  <a:lnTo>
                    <a:pt x="1228" y="3477"/>
                  </a:lnTo>
                  <a:lnTo>
                    <a:pt x="1126" y="3490"/>
                  </a:lnTo>
                  <a:lnTo>
                    <a:pt x="1062" y="3490"/>
                  </a:lnTo>
                  <a:lnTo>
                    <a:pt x="1023" y="3464"/>
                  </a:lnTo>
                  <a:lnTo>
                    <a:pt x="998" y="3426"/>
                  </a:lnTo>
                  <a:lnTo>
                    <a:pt x="972" y="3401"/>
                  </a:lnTo>
                  <a:lnTo>
                    <a:pt x="972" y="3349"/>
                  </a:lnTo>
                  <a:lnTo>
                    <a:pt x="985" y="3311"/>
                  </a:lnTo>
                  <a:lnTo>
                    <a:pt x="1010" y="3286"/>
                  </a:lnTo>
                  <a:lnTo>
                    <a:pt x="1074" y="3260"/>
                  </a:lnTo>
                  <a:lnTo>
                    <a:pt x="1113" y="3234"/>
                  </a:lnTo>
                  <a:lnTo>
                    <a:pt x="1138" y="3196"/>
                  </a:lnTo>
                  <a:lnTo>
                    <a:pt x="1151" y="3171"/>
                  </a:lnTo>
                  <a:lnTo>
                    <a:pt x="1151" y="3132"/>
                  </a:lnTo>
                  <a:lnTo>
                    <a:pt x="1151" y="3056"/>
                  </a:lnTo>
                  <a:lnTo>
                    <a:pt x="1138" y="2966"/>
                  </a:lnTo>
                  <a:lnTo>
                    <a:pt x="1151" y="2902"/>
                  </a:lnTo>
                  <a:lnTo>
                    <a:pt x="1164" y="2851"/>
                  </a:lnTo>
                  <a:lnTo>
                    <a:pt x="1177" y="2787"/>
                  </a:lnTo>
                  <a:lnTo>
                    <a:pt x="1189" y="2723"/>
                  </a:lnTo>
                  <a:lnTo>
                    <a:pt x="1202" y="2710"/>
                  </a:lnTo>
                  <a:lnTo>
                    <a:pt x="1215" y="2685"/>
                  </a:lnTo>
                  <a:lnTo>
                    <a:pt x="1215" y="2634"/>
                  </a:lnTo>
                  <a:lnTo>
                    <a:pt x="1215" y="2583"/>
                  </a:lnTo>
                  <a:lnTo>
                    <a:pt x="1215" y="2557"/>
                  </a:lnTo>
                  <a:lnTo>
                    <a:pt x="1228" y="2544"/>
                  </a:lnTo>
                  <a:lnTo>
                    <a:pt x="1253" y="2532"/>
                  </a:lnTo>
                  <a:lnTo>
                    <a:pt x="1279" y="2532"/>
                  </a:lnTo>
                  <a:lnTo>
                    <a:pt x="1317" y="2544"/>
                  </a:lnTo>
                  <a:lnTo>
                    <a:pt x="1368" y="2557"/>
                  </a:lnTo>
                  <a:lnTo>
                    <a:pt x="1407" y="2557"/>
                  </a:lnTo>
                  <a:lnTo>
                    <a:pt x="1419" y="2506"/>
                  </a:lnTo>
                  <a:lnTo>
                    <a:pt x="1432" y="2468"/>
                  </a:lnTo>
                  <a:lnTo>
                    <a:pt x="1471" y="2455"/>
                  </a:lnTo>
                  <a:lnTo>
                    <a:pt x="1522" y="2429"/>
                  </a:lnTo>
                  <a:lnTo>
                    <a:pt x="1573" y="2416"/>
                  </a:lnTo>
                  <a:lnTo>
                    <a:pt x="1598" y="2404"/>
                  </a:lnTo>
                  <a:lnTo>
                    <a:pt x="1624" y="2378"/>
                  </a:lnTo>
                  <a:lnTo>
                    <a:pt x="1624" y="2327"/>
                  </a:lnTo>
                  <a:lnTo>
                    <a:pt x="1624" y="2212"/>
                  </a:lnTo>
                  <a:lnTo>
                    <a:pt x="1624" y="2084"/>
                  </a:lnTo>
                  <a:lnTo>
                    <a:pt x="1637" y="2033"/>
                  </a:lnTo>
                  <a:lnTo>
                    <a:pt x="1650" y="1982"/>
                  </a:lnTo>
                  <a:lnTo>
                    <a:pt x="1688" y="1956"/>
                  </a:lnTo>
                  <a:lnTo>
                    <a:pt x="1752" y="1944"/>
                  </a:lnTo>
                  <a:lnTo>
                    <a:pt x="1752" y="2059"/>
                  </a:lnTo>
                  <a:lnTo>
                    <a:pt x="1765" y="2110"/>
                  </a:lnTo>
                  <a:lnTo>
                    <a:pt x="1777" y="2135"/>
                  </a:lnTo>
                  <a:lnTo>
                    <a:pt x="1803" y="2148"/>
                  </a:lnTo>
                  <a:lnTo>
                    <a:pt x="1854" y="2148"/>
                  </a:lnTo>
                  <a:lnTo>
                    <a:pt x="1905" y="2110"/>
                  </a:lnTo>
                  <a:lnTo>
                    <a:pt x="1956" y="2071"/>
                  </a:lnTo>
                  <a:lnTo>
                    <a:pt x="1995" y="2033"/>
                  </a:lnTo>
                  <a:lnTo>
                    <a:pt x="2007" y="2110"/>
                  </a:lnTo>
                  <a:lnTo>
                    <a:pt x="2020" y="2135"/>
                  </a:lnTo>
                  <a:lnTo>
                    <a:pt x="2046" y="2135"/>
                  </a:lnTo>
                  <a:lnTo>
                    <a:pt x="2059" y="2123"/>
                  </a:lnTo>
                  <a:lnTo>
                    <a:pt x="2059" y="2084"/>
                  </a:lnTo>
                  <a:lnTo>
                    <a:pt x="2071" y="2059"/>
                  </a:lnTo>
                  <a:lnTo>
                    <a:pt x="2084" y="2046"/>
                  </a:lnTo>
                  <a:lnTo>
                    <a:pt x="2097" y="2033"/>
                  </a:lnTo>
                  <a:lnTo>
                    <a:pt x="2148" y="2020"/>
                  </a:lnTo>
                  <a:lnTo>
                    <a:pt x="2161" y="2008"/>
                  </a:lnTo>
                  <a:lnTo>
                    <a:pt x="2186" y="1982"/>
                  </a:lnTo>
                  <a:lnTo>
                    <a:pt x="2212" y="1931"/>
                  </a:lnTo>
                  <a:lnTo>
                    <a:pt x="2225" y="1880"/>
                  </a:lnTo>
                  <a:lnTo>
                    <a:pt x="2225" y="1816"/>
                  </a:lnTo>
                  <a:lnTo>
                    <a:pt x="2237" y="1765"/>
                  </a:lnTo>
                  <a:lnTo>
                    <a:pt x="2250" y="1688"/>
                  </a:lnTo>
                  <a:lnTo>
                    <a:pt x="2250" y="1662"/>
                  </a:lnTo>
                  <a:lnTo>
                    <a:pt x="2225" y="1650"/>
                  </a:lnTo>
                  <a:lnTo>
                    <a:pt x="2174" y="1611"/>
                  </a:lnTo>
                  <a:lnTo>
                    <a:pt x="2097" y="1586"/>
                  </a:lnTo>
                  <a:lnTo>
                    <a:pt x="2020" y="1560"/>
                  </a:lnTo>
                  <a:lnTo>
                    <a:pt x="1816" y="1560"/>
                  </a:lnTo>
                  <a:lnTo>
                    <a:pt x="1777" y="1547"/>
                  </a:lnTo>
                  <a:lnTo>
                    <a:pt x="1752" y="1522"/>
                  </a:lnTo>
                  <a:lnTo>
                    <a:pt x="1739" y="1496"/>
                  </a:lnTo>
                  <a:lnTo>
                    <a:pt x="1739" y="1471"/>
                  </a:lnTo>
                  <a:lnTo>
                    <a:pt x="1726" y="1394"/>
                  </a:lnTo>
                  <a:lnTo>
                    <a:pt x="1726" y="1317"/>
                  </a:lnTo>
                  <a:lnTo>
                    <a:pt x="1713" y="1190"/>
                  </a:lnTo>
                  <a:lnTo>
                    <a:pt x="1713" y="1113"/>
                  </a:lnTo>
                  <a:lnTo>
                    <a:pt x="1726" y="1049"/>
                  </a:lnTo>
                  <a:lnTo>
                    <a:pt x="1765" y="985"/>
                  </a:lnTo>
                  <a:lnTo>
                    <a:pt x="1816" y="934"/>
                  </a:lnTo>
                  <a:lnTo>
                    <a:pt x="1918" y="832"/>
                  </a:lnTo>
                  <a:lnTo>
                    <a:pt x="1956" y="781"/>
                  </a:lnTo>
                  <a:lnTo>
                    <a:pt x="1969" y="729"/>
                  </a:lnTo>
                  <a:lnTo>
                    <a:pt x="1969" y="666"/>
                  </a:lnTo>
                  <a:lnTo>
                    <a:pt x="1969" y="602"/>
                  </a:lnTo>
                  <a:lnTo>
                    <a:pt x="1943" y="448"/>
                  </a:lnTo>
                  <a:lnTo>
                    <a:pt x="1931" y="295"/>
                  </a:lnTo>
                  <a:lnTo>
                    <a:pt x="1918" y="205"/>
                  </a:lnTo>
                  <a:lnTo>
                    <a:pt x="1931" y="167"/>
                  </a:lnTo>
                  <a:lnTo>
                    <a:pt x="1956" y="129"/>
                  </a:lnTo>
                  <a:lnTo>
                    <a:pt x="2007" y="78"/>
                  </a:lnTo>
                  <a:lnTo>
                    <a:pt x="2020" y="52"/>
                  </a:lnTo>
                  <a:lnTo>
                    <a:pt x="20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8"/>
            <p:cNvSpPr/>
            <p:nvPr/>
          </p:nvSpPr>
          <p:spPr>
            <a:xfrm>
              <a:off x="3757575" y="2180900"/>
              <a:ext cx="162350" cy="197800"/>
            </a:xfrm>
            <a:custGeom>
              <a:rect b="b" l="l" r="r" t="t"/>
              <a:pathLst>
                <a:path extrusionOk="0" h="7912" w="6494">
                  <a:moveTo>
                    <a:pt x="1765" y="1"/>
                  </a:moveTo>
                  <a:lnTo>
                    <a:pt x="1790" y="167"/>
                  </a:lnTo>
                  <a:lnTo>
                    <a:pt x="1816" y="256"/>
                  </a:lnTo>
                  <a:lnTo>
                    <a:pt x="1841" y="320"/>
                  </a:lnTo>
                  <a:lnTo>
                    <a:pt x="1893" y="397"/>
                  </a:lnTo>
                  <a:lnTo>
                    <a:pt x="1905" y="422"/>
                  </a:lnTo>
                  <a:lnTo>
                    <a:pt x="1931" y="461"/>
                  </a:lnTo>
                  <a:lnTo>
                    <a:pt x="1931" y="525"/>
                  </a:lnTo>
                  <a:lnTo>
                    <a:pt x="1931" y="550"/>
                  </a:lnTo>
                  <a:lnTo>
                    <a:pt x="1905" y="576"/>
                  </a:lnTo>
                  <a:lnTo>
                    <a:pt x="1854" y="589"/>
                  </a:lnTo>
                  <a:lnTo>
                    <a:pt x="1816" y="601"/>
                  </a:lnTo>
                  <a:lnTo>
                    <a:pt x="1790" y="614"/>
                  </a:lnTo>
                  <a:lnTo>
                    <a:pt x="1765" y="640"/>
                  </a:lnTo>
                  <a:lnTo>
                    <a:pt x="1739" y="678"/>
                  </a:lnTo>
                  <a:lnTo>
                    <a:pt x="1739" y="742"/>
                  </a:lnTo>
                  <a:lnTo>
                    <a:pt x="1752" y="767"/>
                  </a:lnTo>
                  <a:lnTo>
                    <a:pt x="1777" y="780"/>
                  </a:lnTo>
                  <a:lnTo>
                    <a:pt x="1816" y="780"/>
                  </a:lnTo>
                  <a:lnTo>
                    <a:pt x="1841" y="767"/>
                  </a:lnTo>
                  <a:lnTo>
                    <a:pt x="1867" y="767"/>
                  </a:lnTo>
                  <a:lnTo>
                    <a:pt x="1893" y="780"/>
                  </a:lnTo>
                  <a:lnTo>
                    <a:pt x="1905" y="819"/>
                  </a:lnTo>
                  <a:lnTo>
                    <a:pt x="1931" y="895"/>
                  </a:lnTo>
                  <a:lnTo>
                    <a:pt x="1944" y="985"/>
                  </a:lnTo>
                  <a:lnTo>
                    <a:pt x="1956" y="1023"/>
                  </a:lnTo>
                  <a:lnTo>
                    <a:pt x="1982" y="1049"/>
                  </a:lnTo>
                  <a:lnTo>
                    <a:pt x="2033" y="1061"/>
                  </a:lnTo>
                  <a:lnTo>
                    <a:pt x="2097" y="1087"/>
                  </a:lnTo>
                  <a:lnTo>
                    <a:pt x="2238" y="1113"/>
                  </a:lnTo>
                  <a:lnTo>
                    <a:pt x="2289" y="1138"/>
                  </a:lnTo>
                  <a:lnTo>
                    <a:pt x="2340" y="1164"/>
                  </a:lnTo>
                  <a:lnTo>
                    <a:pt x="2378" y="1215"/>
                  </a:lnTo>
                  <a:lnTo>
                    <a:pt x="2391" y="1279"/>
                  </a:lnTo>
                  <a:lnTo>
                    <a:pt x="2391" y="1317"/>
                  </a:lnTo>
                  <a:lnTo>
                    <a:pt x="2378" y="1343"/>
                  </a:lnTo>
                  <a:lnTo>
                    <a:pt x="2365" y="1355"/>
                  </a:lnTo>
                  <a:lnTo>
                    <a:pt x="2340" y="1355"/>
                  </a:lnTo>
                  <a:lnTo>
                    <a:pt x="2263" y="1343"/>
                  </a:lnTo>
                  <a:lnTo>
                    <a:pt x="2186" y="1304"/>
                  </a:lnTo>
                  <a:lnTo>
                    <a:pt x="2033" y="1202"/>
                  </a:lnTo>
                  <a:lnTo>
                    <a:pt x="1969" y="1151"/>
                  </a:lnTo>
                  <a:lnTo>
                    <a:pt x="1931" y="1138"/>
                  </a:lnTo>
                  <a:lnTo>
                    <a:pt x="1816" y="1125"/>
                  </a:lnTo>
                  <a:lnTo>
                    <a:pt x="1739" y="1125"/>
                  </a:lnTo>
                  <a:lnTo>
                    <a:pt x="1701" y="1138"/>
                  </a:lnTo>
                  <a:lnTo>
                    <a:pt x="1688" y="1151"/>
                  </a:lnTo>
                  <a:lnTo>
                    <a:pt x="1688" y="1176"/>
                  </a:lnTo>
                  <a:lnTo>
                    <a:pt x="1688" y="1253"/>
                  </a:lnTo>
                  <a:lnTo>
                    <a:pt x="1701" y="1368"/>
                  </a:lnTo>
                  <a:lnTo>
                    <a:pt x="1739" y="1483"/>
                  </a:lnTo>
                  <a:lnTo>
                    <a:pt x="1777" y="1624"/>
                  </a:lnTo>
                  <a:lnTo>
                    <a:pt x="1777" y="1688"/>
                  </a:lnTo>
                  <a:lnTo>
                    <a:pt x="1765" y="1739"/>
                  </a:lnTo>
                  <a:lnTo>
                    <a:pt x="1752" y="1764"/>
                  </a:lnTo>
                  <a:lnTo>
                    <a:pt x="1739" y="1777"/>
                  </a:lnTo>
                  <a:lnTo>
                    <a:pt x="1714" y="1790"/>
                  </a:lnTo>
                  <a:lnTo>
                    <a:pt x="1675" y="1790"/>
                  </a:lnTo>
                  <a:lnTo>
                    <a:pt x="1650" y="1713"/>
                  </a:lnTo>
                  <a:lnTo>
                    <a:pt x="1637" y="1624"/>
                  </a:lnTo>
                  <a:lnTo>
                    <a:pt x="1611" y="1534"/>
                  </a:lnTo>
                  <a:lnTo>
                    <a:pt x="1599" y="1458"/>
                  </a:lnTo>
                  <a:lnTo>
                    <a:pt x="1573" y="1483"/>
                  </a:lnTo>
                  <a:lnTo>
                    <a:pt x="1560" y="1522"/>
                  </a:lnTo>
                  <a:lnTo>
                    <a:pt x="1547" y="1611"/>
                  </a:lnTo>
                  <a:lnTo>
                    <a:pt x="1535" y="1649"/>
                  </a:lnTo>
                  <a:lnTo>
                    <a:pt x="1509" y="1662"/>
                  </a:lnTo>
                  <a:lnTo>
                    <a:pt x="1471" y="1675"/>
                  </a:lnTo>
                  <a:lnTo>
                    <a:pt x="1420" y="1649"/>
                  </a:lnTo>
                  <a:lnTo>
                    <a:pt x="1381" y="1624"/>
                  </a:lnTo>
                  <a:lnTo>
                    <a:pt x="1369" y="1585"/>
                  </a:lnTo>
                  <a:lnTo>
                    <a:pt x="1381" y="1547"/>
                  </a:lnTo>
                  <a:lnTo>
                    <a:pt x="1407" y="1509"/>
                  </a:lnTo>
                  <a:lnTo>
                    <a:pt x="1458" y="1432"/>
                  </a:lnTo>
                  <a:lnTo>
                    <a:pt x="1471" y="1394"/>
                  </a:lnTo>
                  <a:lnTo>
                    <a:pt x="1471" y="1355"/>
                  </a:lnTo>
                  <a:lnTo>
                    <a:pt x="1445" y="1317"/>
                  </a:lnTo>
                  <a:lnTo>
                    <a:pt x="1407" y="1279"/>
                  </a:lnTo>
                  <a:lnTo>
                    <a:pt x="1356" y="1266"/>
                  </a:lnTo>
                  <a:lnTo>
                    <a:pt x="1292" y="1253"/>
                  </a:lnTo>
                  <a:lnTo>
                    <a:pt x="1151" y="1266"/>
                  </a:lnTo>
                  <a:lnTo>
                    <a:pt x="1049" y="1279"/>
                  </a:lnTo>
                  <a:lnTo>
                    <a:pt x="960" y="1304"/>
                  </a:lnTo>
                  <a:lnTo>
                    <a:pt x="883" y="1317"/>
                  </a:lnTo>
                  <a:lnTo>
                    <a:pt x="857" y="1343"/>
                  </a:lnTo>
                  <a:lnTo>
                    <a:pt x="845" y="1368"/>
                  </a:lnTo>
                  <a:lnTo>
                    <a:pt x="806" y="1458"/>
                  </a:lnTo>
                  <a:lnTo>
                    <a:pt x="793" y="1522"/>
                  </a:lnTo>
                  <a:lnTo>
                    <a:pt x="793" y="1585"/>
                  </a:lnTo>
                  <a:lnTo>
                    <a:pt x="806" y="1624"/>
                  </a:lnTo>
                  <a:lnTo>
                    <a:pt x="819" y="1637"/>
                  </a:lnTo>
                  <a:lnTo>
                    <a:pt x="845" y="1637"/>
                  </a:lnTo>
                  <a:lnTo>
                    <a:pt x="870" y="1649"/>
                  </a:lnTo>
                  <a:lnTo>
                    <a:pt x="896" y="1675"/>
                  </a:lnTo>
                  <a:lnTo>
                    <a:pt x="908" y="1700"/>
                  </a:lnTo>
                  <a:lnTo>
                    <a:pt x="908" y="1752"/>
                  </a:lnTo>
                  <a:lnTo>
                    <a:pt x="883" y="1803"/>
                  </a:lnTo>
                  <a:lnTo>
                    <a:pt x="857" y="1828"/>
                  </a:lnTo>
                  <a:lnTo>
                    <a:pt x="832" y="1841"/>
                  </a:lnTo>
                  <a:lnTo>
                    <a:pt x="870" y="1918"/>
                  </a:lnTo>
                  <a:lnTo>
                    <a:pt x="870" y="1943"/>
                  </a:lnTo>
                  <a:lnTo>
                    <a:pt x="832" y="2237"/>
                  </a:lnTo>
                  <a:lnTo>
                    <a:pt x="819" y="2250"/>
                  </a:lnTo>
                  <a:lnTo>
                    <a:pt x="640" y="2403"/>
                  </a:lnTo>
                  <a:lnTo>
                    <a:pt x="691" y="2480"/>
                  </a:lnTo>
                  <a:lnTo>
                    <a:pt x="768" y="2621"/>
                  </a:lnTo>
                  <a:lnTo>
                    <a:pt x="768" y="2646"/>
                  </a:lnTo>
                  <a:lnTo>
                    <a:pt x="602" y="2876"/>
                  </a:lnTo>
                  <a:lnTo>
                    <a:pt x="627" y="3068"/>
                  </a:lnTo>
                  <a:lnTo>
                    <a:pt x="614" y="3094"/>
                  </a:lnTo>
                  <a:lnTo>
                    <a:pt x="142" y="3247"/>
                  </a:lnTo>
                  <a:lnTo>
                    <a:pt x="39" y="3336"/>
                  </a:lnTo>
                  <a:lnTo>
                    <a:pt x="167" y="3503"/>
                  </a:lnTo>
                  <a:lnTo>
                    <a:pt x="180" y="3515"/>
                  </a:lnTo>
                  <a:lnTo>
                    <a:pt x="154" y="3681"/>
                  </a:lnTo>
                  <a:lnTo>
                    <a:pt x="1" y="4205"/>
                  </a:lnTo>
                  <a:lnTo>
                    <a:pt x="180" y="4435"/>
                  </a:lnTo>
                  <a:lnTo>
                    <a:pt x="180" y="4448"/>
                  </a:lnTo>
                  <a:lnTo>
                    <a:pt x="154" y="4742"/>
                  </a:lnTo>
                  <a:lnTo>
                    <a:pt x="154" y="4768"/>
                  </a:lnTo>
                  <a:lnTo>
                    <a:pt x="65" y="4844"/>
                  </a:lnTo>
                  <a:lnTo>
                    <a:pt x="103" y="5075"/>
                  </a:lnTo>
                  <a:lnTo>
                    <a:pt x="295" y="5266"/>
                  </a:lnTo>
                  <a:lnTo>
                    <a:pt x="295" y="5279"/>
                  </a:lnTo>
                  <a:lnTo>
                    <a:pt x="308" y="5420"/>
                  </a:lnTo>
                  <a:lnTo>
                    <a:pt x="257" y="5547"/>
                  </a:lnTo>
                  <a:lnTo>
                    <a:pt x="384" y="5688"/>
                  </a:lnTo>
                  <a:lnTo>
                    <a:pt x="704" y="5790"/>
                  </a:lnTo>
                  <a:lnTo>
                    <a:pt x="1036" y="5931"/>
                  </a:lnTo>
                  <a:lnTo>
                    <a:pt x="1458" y="6020"/>
                  </a:lnTo>
                  <a:lnTo>
                    <a:pt x="1484" y="6033"/>
                  </a:lnTo>
                  <a:lnTo>
                    <a:pt x="1547" y="6174"/>
                  </a:lnTo>
                  <a:lnTo>
                    <a:pt x="1535" y="6199"/>
                  </a:lnTo>
                  <a:lnTo>
                    <a:pt x="1215" y="6647"/>
                  </a:lnTo>
                  <a:lnTo>
                    <a:pt x="1049" y="7196"/>
                  </a:lnTo>
                  <a:lnTo>
                    <a:pt x="1075" y="7592"/>
                  </a:lnTo>
                  <a:lnTo>
                    <a:pt x="1177" y="7605"/>
                  </a:lnTo>
                  <a:lnTo>
                    <a:pt x="1330" y="7541"/>
                  </a:lnTo>
                  <a:lnTo>
                    <a:pt x="1343" y="7541"/>
                  </a:lnTo>
                  <a:lnTo>
                    <a:pt x="1599" y="7605"/>
                  </a:lnTo>
                  <a:lnTo>
                    <a:pt x="1624" y="7362"/>
                  </a:lnTo>
                  <a:lnTo>
                    <a:pt x="1650" y="7337"/>
                  </a:lnTo>
                  <a:lnTo>
                    <a:pt x="1790" y="7298"/>
                  </a:lnTo>
                  <a:lnTo>
                    <a:pt x="1803" y="7298"/>
                  </a:lnTo>
                  <a:lnTo>
                    <a:pt x="2429" y="7554"/>
                  </a:lnTo>
                  <a:lnTo>
                    <a:pt x="2442" y="7580"/>
                  </a:lnTo>
                  <a:lnTo>
                    <a:pt x="2429" y="7656"/>
                  </a:lnTo>
                  <a:lnTo>
                    <a:pt x="2532" y="7643"/>
                  </a:lnTo>
                  <a:lnTo>
                    <a:pt x="2544" y="7656"/>
                  </a:lnTo>
                  <a:lnTo>
                    <a:pt x="2953" y="7912"/>
                  </a:lnTo>
                  <a:lnTo>
                    <a:pt x="3004" y="7835"/>
                  </a:lnTo>
                  <a:lnTo>
                    <a:pt x="2979" y="7643"/>
                  </a:lnTo>
                  <a:lnTo>
                    <a:pt x="3004" y="7618"/>
                  </a:lnTo>
                  <a:lnTo>
                    <a:pt x="3196" y="7643"/>
                  </a:lnTo>
                  <a:lnTo>
                    <a:pt x="3209" y="7643"/>
                  </a:lnTo>
                  <a:lnTo>
                    <a:pt x="3362" y="7758"/>
                  </a:lnTo>
                  <a:lnTo>
                    <a:pt x="3758" y="7669"/>
                  </a:lnTo>
                  <a:lnTo>
                    <a:pt x="4001" y="7643"/>
                  </a:lnTo>
                  <a:lnTo>
                    <a:pt x="4167" y="7426"/>
                  </a:lnTo>
                  <a:lnTo>
                    <a:pt x="4193" y="7413"/>
                  </a:lnTo>
                  <a:lnTo>
                    <a:pt x="4436" y="7464"/>
                  </a:lnTo>
                  <a:lnTo>
                    <a:pt x="4449" y="7464"/>
                  </a:lnTo>
                  <a:lnTo>
                    <a:pt x="4640" y="7580"/>
                  </a:lnTo>
                  <a:lnTo>
                    <a:pt x="4717" y="7528"/>
                  </a:lnTo>
                  <a:lnTo>
                    <a:pt x="4538" y="7132"/>
                  </a:lnTo>
                  <a:lnTo>
                    <a:pt x="4513" y="6953"/>
                  </a:lnTo>
                  <a:lnTo>
                    <a:pt x="4538" y="6928"/>
                  </a:lnTo>
                  <a:lnTo>
                    <a:pt x="4781" y="6902"/>
                  </a:lnTo>
                  <a:lnTo>
                    <a:pt x="4960" y="6749"/>
                  </a:lnTo>
                  <a:lnTo>
                    <a:pt x="4985" y="6595"/>
                  </a:lnTo>
                  <a:lnTo>
                    <a:pt x="5011" y="6583"/>
                  </a:lnTo>
                  <a:lnTo>
                    <a:pt x="5203" y="6544"/>
                  </a:lnTo>
                  <a:lnTo>
                    <a:pt x="5228" y="6314"/>
                  </a:lnTo>
                  <a:lnTo>
                    <a:pt x="4717" y="5484"/>
                  </a:lnTo>
                  <a:lnTo>
                    <a:pt x="4423" y="5049"/>
                  </a:lnTo>
                  <a:lnTo>
                    <a:pt x="4423" y="4755"/>
                  </a:lnTo>
                  <a:lnTo>
                    <a:pt x="4167" y="4755"/>
                  </a:lnTo>
                  <a:lnTo>
                    <a:pt x="4014" y="4538"/>
                  </a:lnTo>
                  <a:lnTo>
                    <a:pt x="4334" y="4448"/>
                  </a:lnTo>
                  <a:lnTo>
                    <a:pt x="4436" y="4269"/>
                  </a:lnTo>
                  <a:lnTo>
                    <a:pt x="5037" y="4205"/>
                  </a:lnTo>
                  <a:lnTo>
                    <a:pt x="6059" y="3707"/>
                  </a:lnTo>
                  <a:lnTo>
                    <a:pt x="6302" y="3835"/>
                  </a:lnTo>
                  <a:lnTo>
                    <a:pt x="6494" y="3694"/>
                  </a:lnTo>
                  <a:lnTo>
                    <a:pt x="6494" y="3285"/>
                  </a:lnTo>
                  <a:lnTo>
                    <a:pt x="6264" y="3042"/>
                  </a:lnTo>
                  <a:lnTo>
                    <a:pt x="6366" y="2812"/>
                  </a:lnTo>
                  <a:lnTo>
                    <a:pt x="6033" y="2595"/>
                  </a:lnTo>
                  <a:lnTo>
                    <a:pt x="5931" y="2173"/>
                  </a:lnTo>
                  <a:lnTo>
                    <a:pt x="5446" y="1815"/>
                  </a:lnTo>
                  <a:lnTo>
                    <a:pt x="5331" y="1330"/>
                  </a:lnTo>
                  <a:lnTo>
                    <a:pt x="5331" y="1202"/>
                  </a:lnTo>
                  <a:lnTo>
                    <a:pt x="5164" y="1228"/>
                  </a:lnTo>
                  <a:lnTo>
                    <a:pt x="5062" y="1202"/>
                  </a:lnTo>
                  <a:lnTo>
                    <a:pt x="4998" y="1176"/>
                  </a:lnTo>
                  <a:lnTo>
                    <a:pt x="4947" y="1151"/>
                  </a:lnTo>
                  <a:lnTo>
                    <a:pt x="4922" y="1125"/>
                  </a:lnTo>
                  <a:lnTo>
                    <a:pt x="4909" y="1100"/>
                  </a:lnTo>
                  <a:lnTo>
                    <a:pt x="4883" y="1010"/>
                  </a:lnTo>
                  <a:lnTo>
                    <a:pt x="4870" y="921"/>
                  </a:lnTo>
                  <a:lnTo>
                    <a:pt x="4845" y="870"/>
                  </a:lnTo>
                  <a:lnTo>
                    <a:pt x="4832" y="844"/>
                  </a:lnTo>
                  <a:lnTo>
                    <a:pt x="4819" y="831"/>
                  </a:lnTo>
                  <a:lnTo>
                    <a:pt x="4743" y="831"/>
                  </a:lnTo>
                  <a:lnTo>
                    <a:pt x="4704" y="844"/>
                  </a:lnTo>
                  <a:lnTo>
                    <a:pt x="4666" y="844"/>
                  </a:lnTo>
                  <a:lnTo>
                    <a:pt x="4589" y="806"/>
                  </a:lnTo>
                  <a:lnTo>
                    <a:pt x="4513" y="755"/>
                  </a:lnTo>
                  <a:lnTo>
                    <a:pt x="4461" y="704"/>
                  </a:lnTo>
                  <a:lnTo>
                    <a:pt x="4423" y="665"/>
                  </a:lnTo>
                  <a:lnTo>
                    <a:pt x="4398" y="652"/>
                  </a:lnTo>
                  <a:lnTo>
                    <a:pt x="4372" y="652"/>
                  </a:lnTo>
                  <a:lnTo>
                    <a:pt x="4346" y="665"/>
                  </a:lnTo>
                  <a:lnTo>
                    <a:pt x="4308" y="678"/>
                  </a:lnTo>
                  <a:lnTo>
                    <a:pt x="4193" y="742"/>
                  </a:lnTo>
                  <a:lnTo>
                    <a:pt x="4129" y="767"/>
                  </a:lnTo>
                  <a:lnTo>
                    <a:pt x="4078" y="780"/>
                  </a:lnTo>
                  <a:lnTo>
                    <a:pt x="4052" y="767"/>
                  </a:lnTo>
                  <a:lnTo>
                    <a:pt x="4027" y="755"/>
                  </a:lnTo>
                  <a:lnTo>
                    <a:pt x="4014" y="729"/>
                  </a:lnTo>
                  <a:lnTo>
                    <a:pt x="4014" y="704"/>
                  </a:lnTo>
                  <a:lnTo>
                    <a:pt x="4014" y="678"/>
                  </a:lnTo>
                  <a:lnTo>
                    <a:pt x="4027" y="665"/>
                  </a:lnTo>
                  <a:lnTo>
                    <a:pt x="4078" y="640"/>
                  </a:lnTo>
                  <a:lnTo>
                    <a:pt x="4167" y="640"/>
                  </a:lnTo>
                  <a:lnTo>
                    <a:pt x="4193" y="627"/>
                  </a:lnTo>
                  <a:lnTo>
                    <a:pt x="4206" y="601"/>
                  </a:lnTo>
                  <a:lnTo>
                    <a:pt x="4206" y="576"/>
                  </a:lnTo>
                  <a:lnTo>
                    <a:pt x="4193" y="537"/>
                  </a:lnTo>
                  <a:lnTo>
                    <a:pt x="4180" y="525"/>
                  </a:lnTo>
                  <a:lnTo>
                    <a:pt x="4142" y="512"/>
                  </a:lnTo>
                  <a:lnTo>
                    <a:pt x="4078" y="525"/>
                  </a:lnTo>
                  <a:lnTo>
                    <a:pt x="3989" y="550"/>
                  </a:lnTo>
                  <a:lnTo>
                    <a:pt x="3950" y="589"/>
                  </a:lnTo>
                  <a:lnTo>
                    <a:pt x="3925" y="627"/>
                  </a:lnTo>
                  <a:lnTo>
                    <a:pt x="3886" y="704"/>
                  </a:lnTo>
                  <a:lnTo>
                    <a:pt x="3874" y="767"/>
                  </a:lnTo>
                  <a:lnTo>
                    <a:pt x="3848" y="819"/>
                  </a:lnTo>
                  <a:lnTo>
                    <a:pt x="3835" y="844"/>
                  </a:lnTo>
                  <a:lnTo>
                    <a:pt x="3810" y="857"/>
                  </a:lnTo>
                  <a:lnTo>
                    <a:pt x="3733" y="870"/>
                  </a:lnTo>
                  <a:lnTo>
                    <a:pt x="3618" y="870"/>
                  </a:lnTo>
                  <a:lnTo>
                    <a:pt x="3567" y="882"/>
                  </a:lnTo>
                  <a:lnTo>
                    <a:pt x="3516" y="908"/>
                  </a:lnTo>
                  <a:lnTo>
                    <a:pt x="3477" y="959"/>
                  </a:lnTo>
                  <a:lnTo>
                    <a:pt x="3452" y="1010"/>
                  </a:lnTo>
                  <a:lnTo>
                    <a:pt x="3439" y="1036"/>
                  </a:lnTo>
                  <a:lnTo>
                    <a:pt x="3413" y="1049"/>
                  </a:lnTo>
                  <a:lnTo>
                    <a:pt x="3388" y="1061"/>
                  </a:lnTo>
                  <a:lnTo>
                    <a:pt x="3337" y="1061"/>
                  </a:lnTo>
                  <a:lnTo>
                    <a:pt x="3132" y="1049"/>
                  </a:lnTo>
                  <a:lnTo>
                    <a:pt x="3094" y="1049"/>
                  </a:lnTo>
                  <a:lnTo>
                    <a:pt x="3068" y="1036"/>
                  </a:lnTo>
                  <a:lnTo>
                    <a:pt x="3056" y="1023"/>
                  </a:lnTo>
                  <a:lnTo>
                    <a:pt x="3030" y="998"/>
                  </a:lnTo>
                  <a:lnTo>
                    <a:pt x="3017" y="959"/>
                  </a:lnTo>
                  <a:lnTo>
                    <a:pt x="3030" y="934"/>
                  </a:lnTo>
                  <a:lnTo>
                    <a:pt x="3043" y="908"/>
                  </a:lnTo>
                  <a:lnTo>
                    <a:pt x="3068" y="908"/>
                  </a:lnTo>
                  <a:lnTo>
                    <a:pt x="3145" y="895"/>
                  </a:lnTo>
                  <a:lnTo>
                    <a:pt x="3222" y="895"/>
                  </a:lnTo>
                  <a:lnTo>
                    <a:pt x="3222" y="831"/>
                  </a:lnTo>
                  <a:lnTo>
                    <a:pt x="3209" y="767"/>
                  </a:lnTo>
                  <a:lnTo>
                    <a:pt x="3209" y="729"/>
                  </a:lnTo>
                  <a:lnTo>
                    <a:pt x="3209" y="704"/>
                  </a:lnTo>
                  <a:lnTo>
                    <a:pt x="3234" y="704"/>
                  </a:lnTo>
                  <a:lnTo>
                    <a:pt x="3273" y="691"/>
                  </a:lnTo>
                  <a:lnTo>
                    <a:pt x="3324" y="678"/>
                  </a:lnTo>
                  <a:lnTo>
                    <a:pt x="3362" y="678"/>
                  </a:lnTo>
                  <a:lnTo>
                    <a:pt x="3388" y="665"/>
                  </a:lnTo>
                  <a:lnTo>
                    <a:pt x="3388" y="640"/>
                  </a:lnTo>
                  <a:lnTo>
                    <a:pt x="3388" y="601"/>
                  </a:lnTo>
                  <a:lnTo>
                    <a:pt x="3375" y="537"/>
                  </a:lnTo>
                  <a:lnTo>
                    <a:pt x="3350" y="512"/>
                  </a:lnTo>
                  <a:lnTo>
                    <a:pt x="3324" y="486"/>
                  </a:lnTo>
                  <a:lnTo>
                    <a:pt x="3273" y="486"/>
                  </a:lnTo>
                  <a:lnTo>
                    <a:pt x="3209" y="499"/>
                  </a:lnTo>
                  <a:lnTo>
                    <a:pt x="3145" y="537"/>
                  </a:lnTo>
                  <a:lnTo>
                    <a:pt x="3056" y="627"/>
                  </a:lnTo>
                  <a:lnTo>
                    <a:pt x="3004" y="665"/>
                  </a:lnTo>
                  <a:lnTo>
                    <a:pt x="2953" y="665"/>
                  </a:lnTo>
                  <a:lnTo>
                    <a:pt x="2928" y="652"/>
                  </a:lnTo>
                  <a:lnTo>
                    <a:pt x="2915" y="627"/>
                  </a:lnTo>
                  <a:lnTo>
                    <a:pt x="2889" y="601"/>
                  </a:lnTo>
                  <a:lnTo>
                    <a:pt x="2864" y="589"/>
                  </a:lnTo>
                  <a:lnTo>
                    <a:pt x="2800" y="589"/>
                  </a:lnTo>
                  <a:lnTo>
                    <a:pt x="2762" y="601"/>
                  </a:lnTo>
                  <a:lnTo>
                    <a:pt x="2723" y="601"/>
                  </a:lnTo>
                  <a:lnTo>
                    <a:pt x="2698" y="589"/>
                  </a:lnTo>
                  <a:lnTo>
                    <a:pt x="2685" y="576"/>
                  </a:lnTo>
                  <a:lnTo>
                    <a:pt x="2647" y="550"/>
                  </a:lnTo>
                  <a:lnTo>
                    <a:pt x="2595" y="550"/>
                  </a:lnTo>
                  <a:lnTo>
                    <a:pt x="2532" y="563"/>
                  </a:lnTo>
                  <a:lnTo>
                    <a:pt x="2493" y="537"/>
                  </a:lnTo>
                  <a:lnTo>
                    <a:pt x="2480" y="525"/>
                  </a:lnTo>
                  <a:lnTo>
                    <a:pt x="2480" y="512"/>
                  </a:lnTo>
                  <a:lnTo>
                    <a:pt x="2506" y="486"/>
                  </a:lnTo>
                  <a:lnTo>
                    <a:pt x="2544" y="435"/>
                  </a:lnTo>
                  <a:lnTo>
                    <a:pt x="2570" y="422"/>
                  </a:lnTo>
                  <a:lnTo>
                    <a:pt x="2583" y="397"/>
                  </a:lnTo>
                  <a:lnTo>
                    <a:pt x="2570" y="346"/>
                  </a:lnTo>
                  <a:lnTo>
                    <a:pt x="2544" y="307"/>
                  </a:lnTo>
                  <a:lnTo>
                    <a:pt x="2493" y="231"/>
                  </a:lnTo>
                  <a:lnTo>
                    <a:pt x="2455" y="167"/>
                  </a:lnTo>
                  <a:lnTo>
                    <a:pt x="2340" y="154"/>
                  </a:lnTo>
                  <a:lnTo>
                    <a:pt x="2238" y="231"/>
                  </a:lnTo>
                  <a:lnTo>
                    <a:pt x="2199" y="218"/>
                  </a:lnTo>
                  <a:lnTo>
                    <a:pt x="19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8"/>
            <p:cNvSpPr/>
            <p:nvPr/>
          </p:nvSpPr>
          <p:spPr>
            <a:xfrm>
              <a:off x="3968475" y="2105500"/>
              <a:ext cx="18875" cy="37075"/>
            </a:xfrm>
            <a:custGeom>
              <a:rect b="b" l="l" r="r" t="t"/>
              <a:pathLst>
                <a:path extrusionOk="0" h="1483" w="755">
                  <a:moveTo>
                    <a:pt x="652" y="0"/>
                  </a:moveTo>
                  <a:lnTo>
                    <a:pt x="639" y="13"/>
                  </a:lnTo>
                  <a:lnTo>
                    <a:pt x="614" y="64"/>
                  </a:lnTo>
                  <a:lnTo>
                    <a:pt x="563" y="192"/>
                  </a:lnTo>
                  <a:lnTo>
                    <a:pt x="524" y="282"/>
                  </a:lnTo>
                  <a:lnTo>
                    <a:pt x="473" y="371"/>
                  </a:lnTo>
                  <a:lnTo>
                    <a:pt x="371" y="537"/>
                  </a:lnTo>
                  <a:lnTo>
                    <a:pt x="307" y="601"/>
                  </a:lnTo>
                  <a:lnTo>
                    <a:pt x="243" y="678"/>
                  </a:lnTo>
                  <a:lnTo>
                    <a:pt x="179" y="754"/>
                  </a:lnTo>
                  <a:lnTo>
                    <a:pt x="141" y="831"/>
                  </a:lnTo>
                  <a:lnTo>
                    <a:pt x="115" y="895"/>
                  </a:lnTo>
                  <a:lnTo>
                    <a:pt x="90" y="972"/>
                  </a:lnTo>
                  <a:lnTo>
                    <a:pt x="64" y="1138"/>
                  </a:lnTo>
                  <a:lnTo>
                    <a:pt x="51" y="1215"/>
                  </a:lnTo>
                  <a:lnTo>
                    <a:pt x="39" y="1304"/>
                  </a:lnTo>
                  <a:lnTo>
                    <a:pt x="13" y="1381"/>
                  </a:lnTo>
                  <a:lnTo>
                    <a:pt x="0" y="1419"/>
                  </a:lnTo>
                  <a:lnTo>
                    <a:pt x="13" y="1457"/>
                  </a:lnTo>
                  <a:lnTo>
                    <a:pt x="26" y="1483"/>
                  </a:lnTo>
                  <a:lnTo>
                    <a:pt x="39" y="1483"/>
                  </a:lnTo>
                  <a:lnTo>
                    <a:pt x="77" y="1470"/>
                  </a:lnTo>
                  <a:lnTo>
                    <a:pt x="102" y="1432"/>
                  </a:lnTo>
                  <a:lnTo>
                    <a:pt x="102" y="1394"/>
                  </a:lnTo>
                  <a:lnTo>
                    <a:pt x="128" y="1278"/>
                  </a:lnTo>
                  <a:lnTo>
                    <a:pt x="179" y="1189"/>
                  </a:lnTo>
                  <a:lnTo>
                    <a:pt x="269" y="997"/>
                  </a:lnTo>
                  <a:lnTo>
                    <a:pt x="358" y="806"/>
                  </a:lnTo>
                  <a:lnTo>
                    <a:pt x="422" y="716"/>
                  </a:lnTo>
                  <a:lnTo>
                    <a:pt x="473" y="639"/>
                  </a:lnTo>
                  <a:lnTo>
                    <a:pt x="601" y="486"/>
                  </a:lnTo>
                  <a:lnTo>
                    <a:pt x="665" y="371"/>
                  </a:lnTo>
                  <a:lnTo>
                    <a:pt x="716" y="256"/>
                  </a:lnTo>
                  <a:lnTo>
                    <a:pt x="741" y="167"/>
                  </a:lnTo>
                  <a:lnTo>
                    <a:pt x="754" y="64"/>
                  </a:lnTo>
                  <a:lnTo>
                    <a:pt x="729" y="26"/>
                  </a:lnTo>
                  <a:lnTo>
                    <a:pt x="729" y="13"/>
                  </a:lnTo>
                  <a:lnTo>
                    <a:pt x="7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8"/>
            <p:cNvSpPr/>
            <p:nvPr/>
          </p:nvSpPr>
          <p:spPr>
            <a:xfrm>
              <a:off x="3649600" y="2566550"/>
              <a:ext cx="9925" cy="9925"/>
            </a:xfrm>
            <a:custGeom>
              <a:rect b="b" l="l" r="r" t="t"/>
              <a:pathLst>
                <a:path extrusionOk="0" h="397" w="397">
                  <a:moveTo>
                    <a:pt x="217" y="1"/>
                  </a:moveTo>
                  <a:lnTo>
                    <a:pt x="179" y="26"/>
                  </a:lnTo>
                  <a:lnTo>
                    <a:pt x="128" y="77"/>
                  </a:lnTo>
                  <a:lnTo>
                    <a:pt x="51" y="129"/>
                  </a:lnTo>
                  <a:lnTo>
                    <a:pt x="0" y="180"/>
                  </a:lnTo>
                  <a:lnTo>
                    <a:pt x="0" y="205"/>
                  </a:lnTo>
                  <a:lnTo>
                    <a:pt x="13" y="256"/>
                  </a:lnTo>
                  <a:lnTo>
                    <a:pt x="38" y="308"/>
                  </a:lnTo>
                  <a:lnTo>
                    <a:pt x="90" y="333"/>
                  </a:lnTo>
                  <a:lnTo>
                    <a:pt x="217" y="397"/>
                  </a:lnTo>
                  <a:lnTo>
                    <a:pt x="307" y="256"/>
                  </a:lnTo>
                  <a:lnTo>
                    <a:pt x="358" y="192"/>
                  </a:lnTo>
                  <a:lnTo>
                    <a:pt x="396" y="116"/>
                  </a:lnTo>
                  <a:lnTo>
                    <a:pt x="332" y="14"/>
                  </a:lnTo>
                  <a:lnTo>
                    <a:pt x="2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8"/>
            <p:cNvSpPr/>
            <p:nvPr/>
          </p:nvSpPr>
          <p:spPr>
            <a:xfrm>
              <a:off x="3787300" y="2525650"/>
              <a:ext cx="32625" cy="60425"/>
            </a:xfrm>
            <a:custGeom>
              <a:rect b="b" l="l" r="r" t="t"/>
              <a:pathLst>
                <a:path extrusionOk="0" h="2417" w="1305">
                  <a:moveTo>
                    <a:pt x="819" y="1"/>
                  </a:moveTo>
                  <a:lnTo>
                    <a:pt x="780" y="52"/>
                  </a:lnTo>
                  <a:lnTo>
                    <a:pt x="755" y="103"/>
                  </a:lnTo>
                  <a:lnTo>
                    <a:pt x="716" y="154"/>
                  </a:lnTo>
                  <a:lnTo>
                    <a:pt x="691" y="193"/>
                  </a:lnTo>
                  <a:lnTo>
                    <a:pt x="640" y="218"/>
                  </a:lnTo>
                  <a:lnTo>
                    <a:pt x="601" y="231"/>
                  </a:lnTo>
                  <a:lnTo>
                    <a:pt x="512" y="269"/>
                  </a:lnTo>
                  <a:lnTo>
                    <a:pt x="410" y="320"/>
                  </a:lnTo>
                  <a:lnTo>
                    <a:pt x="346" y="346"/>
                  </a:lnTo>
                  <a:lnTo>
                    <a:pt x="282" y="372"/>
                  </a:lnTo>
                  <a:lnTo>
                    <a:pt x="231" y="384"/>
                  </a:lnTo>
                  <a:lnTo>
                    <a:pt x="167" y="372"/>
                  </a:lnTo>
                  <a:lnTo>
                    <a:pt x="116" y="346"/>
                  </a:lnTo>
                  <a:lnTo>
                    <a:pt x="52" y="295"/>
                  </a:lnTo>
                  <a:lnTo>
                    <a:pt x="26" y="320"/>
                  </a:lnTo>
                  <a:lnTo>
                    <a:pt x="13" y="346"/>
                  </a:lnTo>
                  <a:lnTo>
                    <a:pt x="1" y="384"/>
                  </a:lnTo>
                  <a:lnTo>
                    <a:pt x="1" y="423"/>
                  </a:lnTo>
                  <a:lnTo>
                    <a:pt x="1" y="499"/>
                  </a:lnTo>
                  <a:lnTo>
                    <a:pt x="13" y="563"/>
                  </a:lnTo>
                  <a:lnTo>
                    <a:pt x="26" y="614"/>
                  </a:lnTo>
                  <a:lnTo>
                    <a:pt x="26" y="627"/>
                  </a:lnTo>
                  <a:lnTo>
                    <a:pt x="90" y="665"/>
                  </a:lnTo>
                  <a:lnTo>
                    <a:pt x="154" y="704"/>
                  </a:lnTo>
                  <a:lnTo>
                    <a:pt x="180" y="729"/>
                  </a:lnTo>
                  <a:lnTo>
                    <a:pt x="192" y="768"/>
                  </a:lnTo>
                  <a:lnTo>
                    <a:pt x="192" y="806"/>
                  </a:lnTo>
                  <a:lnTo>
                    <a:pt x="192" y="832"/>
                  </a:lnTo>
                  <a:lnTo>
                    <a:pt x="192" y="857"/>
                  </a:lnTo>
                  <a:lnTo>
                    <a:pt x="205" y="896"/>
                  </a:lnTo>
                  <a:lnTo>
                    <a:pt x="256" y="972"/>
                  </a:lnTo>
                  <a:lnTo>
                    <a:pt x="282" y="1011"/>
                  </a:lnTo>
                  <a:lnTo>
                    <a:pt x="282" y="1062"/>
                  </a:lnTo>
                  <a:lnTo>
                    <a:pt x="256" y="1126"/>
                  </a:lnTo>
                  <a:lnTo>
                    <a:pt x="231" y="1241"/>
                  </a:lnTo>
                  <a:lnTo>
                    <a:pt x="218" y="1279"/>
                  </a:lnTo>
                  <a:lnTo>
                    <a:pt x="231" y="1317"/>
                  </a:lnTo>
                  <a:lnTo>
                    <a:pt x="231" y="1330"/>
                  </a:lnTo>
                  <a:lnTo>
                    <a:pt x="256" y="1343"/>
                  </a:lnTo>
                  <a:lnTo>
                    <a:pt x="295" y="1343"/>
                  </a:lnTo>
                  <a:lnTo>
                    <a:pt x="333" y="1535"/>
                  </a:lnTo>
                  <a:lnTo>
                    <a:pt x="295" y="1547"/>
                  </a:lnTo>
                  <a:lnTo>
                    <a:pt x="269" y="1573"/>
                  </a:lnTo>
                  <a:lnTo>
                    <a:pt x="243" y="1611"/>
                  </a:lnTo>
                  <a:lnTo>
                    <a:pt x="243" y="1675"/>
                  </a:lnTo>
                  <a:lnTo>
                    <a:pt x="231" y="1790"/>
                  </a:lnTo>
                  <a:lnTo>
                    <a:pt x="231" y="1880"/>
                  </a:lnTo>
                  <a:lnTo>
                    <a:pt x="231" y="1931"/>
                  </a:lnTo>
                  <a:lnTo>
                    <a:pt x="231" y="1982"/>
                  </a:lnTo>
                  <a:lnTo>
                    <a:pt x="231" y="2033"/>
                  </a:lnTo>
                  <a:lnTo>
                    <a:pt x="231" y="2084"/>
                  </a:lnTo>
                  <a:lnTo>
                    <a:pt x="218" y="2122"/>
                  </a:lnTo>
                  <a:lnTo>
                    <a:pt x="192" y="2148"/>
                  </a:lnTo>
                  <a:lnTo>
                    <a:pt x="192" y="2186"/>
                  </a:lnTo>
                  <a:lnTo>
                    <a:pt x="192" y="2237"/>
                  </a:lnTo>
                  <a:lnTo>
                    <a:pt x="243" y="2237"/>
                  </a:lnTo>
                  <a:lnTo>
                    <a:pt x="295" y="2225"/>
                  </a:lnTo>
                  <a:lnTo>
                    <a:pt x="346" y="2212"/>
                  </a:lnTo>
                  <a:lnTo>
                    <a:pt x="371" y="2225"/>
                  </a:lnTo>
                  <a:lnTo>
                    <a:pt x="397" y="2237"/>
                  </a:lnTo>
                  <a:lnTo>
                    <a:pt x="410" y="2263"/>
                  </a:lnTo>
                  <a:lnTo>
                    <a:pt x="422" y="2314"/>
                  </a:lnTo>
                  <a:lnTo>
                    <a:pt x="435" y="2416"/>
                  </a:lnTo>
                  <a:lnTo>
                    <a:pt x="499" y="2404"/>
                  </a:lnTo>
                  <a:lnTo>
                    <a:pt x="691" y="2404"/>
                  </a:lnTo>
                  <a:lnTo>
                    <a:pt x="742" y="2391"/>
                  </a:lnTo>
                  <a:lnTo>
                    <a:pt x="780" y="2365"/>
                  </a:lnTo>
                  <a:lnTo>
                    <a:pt x="793" y="2314"/>
                  </a:lnTo>
                  <a:lnTo>
                    <a:pt x="793" y="2237"/>
                  </a:lnTo>
                  <a:lnTo>
                    <a:pt x="780" y="2148"/>
                  </a:lnTo>
                  <a:lnTo>
                    <a:pt x="793" y="2046"/>
                  </a:lnTo>
                  <a:lnTo>
                    <a:pt x="806" y="1995"/>
                  </a:lnTo>
                  <a:lnTo>
                    <a:pt x="819" y="1969"/>
                  </a:lnTo>
                  <a:lnTo>
                    <a:pt x="857" y="1944"/>
                  </a:lnTo>
                  <a:lnTo>
                    <a:pt x="895" y="1931"/>
                  </a:lnTo>
                  <a:lnTo>
                    <a:pt x="934" y="2007"/>
                  </a:lnTo>
                  <a:lnTo>
                    <a:pt x="997" y="2084"/>
                  </a:lnTo>
                  <a:lnTo>
                    <a:pt x="1036" y="2110"/>
                  </a:lnTo>
                  <a:lnTo>
                    <a:pt x="1061" y="2135"/>
                  </a:lnTo>
                  <a:lnTo>
                    <a:pt x="1112" y="2148"/>
                  </a:lnTo>
                  <a:lnTo>
                    <a:pt x="1151" y="2148"/>
                  </a:lnTo>
                  <a:lnTo>
                    <a:pt x="1138" y="2033"/>
                  </a:lnTo>
                  <a:lnTo>
                    <a:pt x="1151" y="1918"/>
                  </a:lnTo>
                  <a:lnTo>
                    <a:pt x="1176" y="1701"/>
                  </a:lnTo>
                  <a:lnTo>
                    <a:pt x="1189" y="1471"/>
                  </a:lnTo>
                  <a:lnTo>
                    <a:pt x="1189" y="1368"/>
                  </a:lnTo>
                  <a:lnTo>
                    <a:pt x="1189" y="1253"/>
                  </a:lnTo>
                  <a:lnTo>
                    <a:pt x="1164" y="1138"/>
                  </a:lnTo>
                  <a:lnTo>
                    <a:pt x="1164" y="1087"/>
                  </a:lnTo>
                  <a:lnTo>
                    <a:pt x="1189" y="1023"/>
                  </a:lnTo>
                  <a:lnTo>
                    <a:pt x="1215" y="972"/>
                  </a:lnTo>
                  <a:lnTo>
                    <a:pt x="1253" y="934"/>
                  </a:lnTo>
                  <a:lnTo>
                    <a:pt x="1291" y="883"/>
                  </a:lnTo>
                  <a:lnTo>
                    <a:pt x="1304" y="832"/>
                  </a:lnTo>
                  <a:lnTo>
                    <a:pt x="1304" y="793"/>
                  </a:lnTo>
                  <a:lnTo>
                    <a:pt x="1304" y="768"/>
                  </a:lnTo>
                  <a:lnTo>
                    <a:pt x="1279" y="704"/>
                  </a:lnTo>
                  <a:lnTo>
                    <a:pt x="1240" y="665"/>
                  </a:lnTo>
                  <a:lnTo>
                    <a:pt x="1228" y="614"/>
                  </a:lnTo>
                  <a:lnTo>
                    <a:pt x="1228" y="589"/>
                  </a:lnTo>
                  <a:lnTo>
                    <a:pt x="1240" y="563"/>
                  </a:lnTo>
                  <a:lnTo>
                    <a:pt x="1266" y="512"/>
                  </a:lnTo>
                  <a:lnTo>
                    <a:pt x="1291" y="474"/>
                  </a:lnTo>
                  <a:lnTo>
                    <a:pt x="1291" y="448"/>
                  </a:lnTo>
                  <a:lnTo>
                    <a:pt x="1291" y="423"/>
                  </a:lnTo>
                  <a:lnTo>
                    <a:pt x="1151" y="423"/>
                  </a:lnTo>
                  <a:lnTo>
                    <a:pt x="1125" y="410"/>
                  </a:lnTo>
                  <a:lnTo>
                    <a:pt x="1112" y="384"/>
                  </a:lnTo>
                  <a:lnTo>
                    <a:pt x="1112" y="359"/>
                  </a:lnTo>
                  <a:lnTo>
                    <a:pt x="1112" y="346"/>
                  </a:lnTo>
                  <a:lnTo>
                    <a:pt x="1138" y="320"/>
                  </a:lnTo>
                  <a:lnTo>
                    <a:pt x="1164" y="308"/>
                  </a:lnTo>
                  <a:lnTo>
                    <a:pt x="1176" y="295"/>
                  </a:lnTo>
                  <a:lnTo>
                    <a:pt x="1189" y="282"/>
                  </a:lnTo>
                  <a:lnTo>
                    <a:pt x="1189" y="256"/>
                  </a:lnTo>
                  <a:lnTo>
                    <a:pt x="1176" y="231"/>
                  </a:lnTo>
                  <a:lnTo>
                    <a:pt x="1138" y="244"/>
                  </a:lnTo>
                  <a:lnTo>
                    <a:pt x="1100" y="231"/>
                  </a:lnTo>
                  <a:lnTo>
                    <a:pt x="1074" y="205"/>
                  </a:lnTo>
                  <a:lnTo>
                    <a:pt x="1036" y="180"/>
                  </a:lnTo>
                  <a:lnTo>
                    <a:pt x="1010" y="141"/>
                  </a:lnTo>
                  <a:lnTo>
                    <a:pt x="985" y="103"/>
                  </a:lnTo>
                  <a:lnTo>
                    <a:pt x="921" y="39"/>
                  </a:lnTo>
                  <a:lnTo>
                    <a:pt x="81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78"/>
            <p:cNvSpPr/>
            <p:nvPr/>
          </p:nvSpPr>
          <p:spPr>
            <a:xfrm>
              <a:off x="3803600" y="2706825"/>
              <a:ext cx="301325" cy="286000"/>
            </a:xfrm>
            <a:custGeom>
              <a:rect b="b" l="l" r="r" t="t"/>
              <a:pathLst>
                <a:path extrusionOk="0" h="11440" w="12053">
                  <a:moveTo>
                    <a:pt x="1981" y="0"/>
                  </a:moveTo>
                  <a:lnTo>
                    <a:pt x="1943" y="256"/>
                  </a:lnTo>
                  <a:lnTo>
                    <a:pt x="2045" y="627"/>
                  </a:lnTo>
                  <a:lnTo>
                    <a:pt x="2045" y="665"/>
                  </a:lnTo>
                  <a:lnTo>
                    <a:pt x="2020" y="691"/>
                  </a:lnTo>
                  <a:lnTo>
                    <a:pt x="997" y="1125"/>
                  </a:lnTo>
                  <a:lnTo>
                    <a:pt x="985" y="2045"/>
                  </a:lnTo>
                  <a:lnTo>
                    <a:pt x="985" y="2058"/>
                  </a:lnTo>
                  <a:lnTo>
                    <a:pt x="972" y="2084"/>
                  </a:lnTo>
                  <a:lnTo>
                    <a:pt x="588" y="2416"/>
                  </a:lnTo>
                  <a:lnTo>
                    <a:pt x="576" y="2429"/>
                  </a:lnTo>
                  <a:lnTo>
                    <a:pt x="371" y="2505"/>
                  </a:lnTo>
                  <a:lnTo>
                    <a:pt x="486" y="2710"/>
                  </a:lnTo>
                  <a:lnTo>
                    <a:pt x="499" y="2736"/>
                  </a:lnTo>
                  <a:lnTo>
                    <a:pt x="397" y="3694"/>
                  </a:lnTo>
                  <a:lnTo>
                    <a:pt x="767" y="4269"/>
                  </a:lnTo>
                  <a:lnTo>
                    <a:pt x="767" y="4295"/>
                  </a:lnTo>
                  <a:lnTo>
                    <a:pt x="767" y="4474"/>
                  </a:lnTo>
                  <a:lnTo>
                    <a:pt x="754" y="4499"/>
                  </a:lnTo>
                  <a:lnTo>
                    <a:pt x="614" y="4742"/>
                  </a:lnTo>
                  <a:lnTo>
                    <a:pt x="537" y="5202"/>
                  </a:lnTo>
                  <a:lnTo>
                    <a:pt x="524" y="5228"/>
                  </a:lnTo>
                  <a:lnTo>
                    <a:pt x="0" y="5765"/>
                  </a:lnTo>
                  <a:lnTo>
                    <a:pt x="793" y="6595"/>
                  </a:lnTo>
                  <a:lnTo>
                    <a:pt x="806" y="6621"/>
                  </a:lnTo>
                  <a:lnTo>
                    <a:pt x="806" y="6646"/>
                  </a:lnTo>
                  <a:lnTo>
                    <a:pt x="716" y="7004"/>
                  </a:lnTo>
                  <a:lnTo>
                    <a:pt x="1048" y="7298"/>
                  </a:lnTo>
                  <a:lnTo>
                    <a:pt x="1445" y="7324"/>
                  </a:lnTo>
                  <a:lnTo>
                    <a:pt x="1483" y="7337"/>
                  </a:lnTo>
                  <a:lnTo>
                    <a:pt x="1496" y="7362"/>
                  </a:lnTo>
                  <a:lnTo>
                    <a:pt x="1547" y="7554"/>
                  </a:lnTo>
                  <a:lnTo>
                    <a:pt x="1841" y="7733"/>
                  </a:lnTo>
                  <a:lnTo>
                    <a:pt x="1854" y="7745"/>
                  </a:lnTo>
                  <a:lnTo>
                    <a:pt x="1854" y="7758"/>
                  </a:lnTo>
                  <a:lnTo>
                    <a:pt x="1943" y="8142"/>
                  </a:lnTo>
                  <a:lnTo>
                    <a:pt x="2454" y="8244"/>
                  </a:lnTo>
                  <a:lnTo>
                    <a:pt x="2467" y="8257"/>
                  </a:lnTo>
                  <a:lnTo>
                    <a:pt x="3413" y="8640"/>
                  </a:lnTo>
                  <a:lnTo>
                    <a:pt x="5036" y="8180"/>
                  </a:lnTo>
                  <a:lnTo>
                    <a:pt x="5074" y="8180"/>
                  </a:lnTo>
                  <a:lnTo>
                    <a:pt x="11311" y="11439"/>
                  </a:lnTo>
                  <a:lnTo>
                    <a:pt x="11324" y="11196"/>
                  </a:lnTo>
                  <a:lnTo>
                    <a:pt x="11337" y="11171"/>
                  </a:lnTo>
                  <a:lnTo>
                    <a:pt x="11375" y="11145"/>
                  </a:lnTo>
                  <a:lnTo>
                    <a:pt x="12053" y="11094"/>
                  </a:lnTo>
                  <a:lnTo>
                    <a:pt x="11695" y="2902"/>
                  </a:lnTo>
                  <a:lnTo>
                    <a:pt x="11605" y="2493"/>
                  </a:lnTo>
                  <a:lnTo>
                    <a:pt x="11605" y="2467"/>
                  </a:lnTo>
                  <a:lnTo>
                    <a:pt x="11810" y="1879"/>
                  </a:lnTo>
                  <a:lnTo>
                    <a:pt x="11669" y="1521"/>
                  </a:lnTo>
                  <a:lnTo>
                    <a:pt x="11669" y="1509"/>
                  </a:lnTo>
                  <a:lnTo>
                    <a:pt x="11618" y="1163"/>
                  </a:lnTo>
                  <a:lnTo>
                    <a:pt x="11618" y="1151"/>
                  </a:lnTo>
                  <a:lnTo>
                    <a:pt x="11669" y="959"/>
                  </a:lnTo>
                  <a:lnTo>
                    <a:pt x="11094" y="959"/>
                  </a:lnTo>
                  <a:lnTo>
                    <a:pt x="11005" y="780"/>
                  </a:lnTo>
                  <a:lnTo>
                    <a:pt x="10417" y="703"/>
                  </a:lnTo>
                  <a:lnTo>
                    <a:pt x="10391" y="563"/>
                  </a:lnTo>
                  <a:lnTo>
                    <a:pt x="10033" y="307"/>
                  </a:lnTo>
                  <a:lnTo>
                    <a:pt x="9471" y="256"/>
                  </a:lnTo>
                  <a:lnTo>
                    <a:pt x="9317" y="243"/>
                  </a:lnTo>
                  <a:lnTo>
                    <a:pt x="9241" y="333"/>
                  </a:lnTo>
                  <a:lnTo>
                    <a:pt x="8551" y="461"/>
                  </a:lnTo>
                  <a:lnTo>
                    <a:pt x="8308" y="678"/>
                  </a:lnTo>
                  <a:lnTo>
                    <a:pt x="8142" y="716"/>
                  </a:lnTo>
                  <a:lnTo>
                    <a:pt x="8142" y="844"/>
                  </a:lnTo>
                  <a:lnTo>
                    <a:pt x="8039" y="1253"/>
                  </a:lnTo>
                  <a:lnTo>
                    <a:pt x="8244" y="1636"/>
                  </a:lnTo>
                  <a:lnTo>
                    <a:pt x="8180" y="1918"/>
                  </a:lnTo>
                  <a:lnTo>
                    <a:pt x="7707" y="2416"/>
                  </a:lnTo>
                  <a:lnTo>
                    <a:pt x="7515" y="2442"/>
                  </a:lnTo>
                  <a:lnTo>
                    <a:pt x="6723" y="1905"/>
                  </a:lnTo>
                  <a:lnTo>
                    <a:pt x="6084" y="1675"/>
                  </a:lnTo>
                  <a:lnTo>
                    <a:pt x="5074" y="1509"/>
                  </a:lnTo>
                  <a:lnTo>
                    <a:pt x="4768" y="1023"/>
                  </a:lnTo>
                  <a:lnTo>
                    <a:pt x="4704" y="703"/>
                  </a:lnTo>
                  <a:lnTo>
                    <a:pt x="4307" y="691"/>
                  </a:lnTo>
                  <a:lnTo>
                    <a:pt x="4090" y="563"/>
                  </a:lnTo>
                  <a:lnTo>
                    <a:pt x="3988" y="576"/>
                  </a:lnTo>
                  <a:lnTo>
                    <a:pt x="3668" y="358"/>
                  </a:lnTo>
                  <a:lnTo>
                    <a:pt x="3298" y="218"/>
                  </a:lnTo>
                  <a:lnTo>
                    <a:pt x="3119" y="307"/>
                  </a:lnTo>
                  <a:lnTo>
                    <a:pt x="2876" y="333"/>
                  </a:lnTo>
                  <a:lnTo>
                    <a:pt x="2582" y="346"/>
                  </a:lnTo>
                  <a:lnTo>
                    <a:pt x="2480" y="154"/>
                  </a:lnTo>
                  <a:lnTo>
                    <a:pt x="19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78"/>
            <p:cNvSpPr/>
            <p:nvPr/>
          </p:nvSpPr>
          <p:spPr>
            <a:xfrm>
              <a:off x="3779950" y="2616075"/>
              <a:ext cx="71925" cy="150850"/>
            </a:xfrm>
            <a:custGeom>
              <a:rect b="b" l="l" r="r" t="t"/>
              <a:pathLst>
                <a:path extrusionOk="0" h="6034" w="2877">
                  <a:moveTo>
                    <a:pt x="1752" y="1"/>
                  </a:moveTo>
                  <a:lnTo>
                    <a:pt x="1688" y="90"/>
                  </a:lnTo>
                  <a:lnTo>
                    <a:pt x="1215" y="141"/>
                  </a:lnTo>
                  <a:lnTo>
                    <a:pt x="959" y="320"/>
                  </a:lnTo>
                  <a:lnTo>
                    <a:pt x="959" y="346"/>
                  </a:lnTo>
                  <a:lnTo>
                    <a:pt x="959" y="371"/>
                  </a:lnTo>
                  <a:lnTo>
                    <a:pt x="946" y="397"/>
                  </a:lnTo>
                  <a:lnTo>
                    <a:pt x="767" y="601"/>
                  </a:lnTo>
                  <a:lnTo>
                    <a:pt x="780" y="883"/>
                  </a:lnTo>
                  <a:lnTo>
                    <a:pt x="844" y="1330"/>
                  </a:lnTo>
                  <a:lnTo>
                    <a:pt x="844" y="1356"/>
                  </a:lnTo>
                  <a:lnTo>
                    <a:pt x="691" y="1637"/>
                  </a:lnTo>
                  <a:lnTo>
                    <a:pt x="678" y="2071"/>
                  </a:lnTo>
                  <a:lnTo>
                    <a:pt x="678" y="2097"/>
                  </a:lnTo>
                  <a:lnTo>
                    <a:pt x="652" y="2110"/>
                  </a:lnTo>
                  <a:lnTo>
                    <a:pt x="384" y="2263"/>
                  </a:lnTo>
                  <a:lnTo>
                    <a:pt x="1" y="2979"/>
                  </a:lnTo>
                  <a:lnTo>
                    <a:pt x="167" y="3439"/>
                  </a:lnTo>
                  <a:lnTo>
                    <a:pt x="601" y="3630"/>
                  </a:lnTo>
                  <a:lnTo>
                    <a:pt x="627" y="3656"/>
                  </a:lnTo>
                  <a:lnTo>
                    <a:pt x="640" y="3682"/>
                  </a:lnTo>
                  <a:lnTo>
                    <a:pt x="627" y="4052"/>
                  </a:lnTo>
                  <a:lnTo>
                    <a:pt x="1061" y="4448"/>
                  </a:lnTo>
                  <a:lnTo>
                    <a:pt x="1087" y="4487"/>
                  </a:lnTo>
                  <a:lnTo>
                    <a:pt x="1291" y="6033"/>
                  </a:lnTo>
                  <a:lnTo>
                    <a:pt x="1470" y="5957"/>
                  </a:lnTo>
                  <a:lnTo>
                    <a:pt x="1815" y="5650"/>
                  </a:lnTo>
                  <a:lnTo>
                    <a:pt x="1828" y="4717"/>
                  </a:lnTo>
                  <a:lnTo>
                    <a:pt x="1841" y="4691"/>
                  </a:lnTo>
                  <a:lnTo>
                    <a:pt x="1867" y="4666"/>
                  </a:lnTo>
                  <a:lnTo>
                    <a:pt x="2876" y="4231"/>
                  </a:lnTo>
                  <a:lnTo>
                    <a:pt x="2774" y="3899"/>
                  </a:lnTo>
                  <a:lnTo>
                    <a:pt x="2774" y="3886"/>
                  </a:lnTo>
                  <a:lnTo>
                    <a:pt x="2825" y="3567"/>
                  </a:lnTo>
                  <a:lnTo>
                    <a:pt x="2455" y="3145"/>
                  </a:lnTo>
                  <a:lnTo>
                    <a:pt x="2403" y="3273"/>
                  </a:lnTo>
                  <a:lnTo>
                    <a:pt x="2224" y="3362"/>
                  </a:lnTo>
                  <a:lnTo>
                    <a:pt x="2224" y="3362"/>
                  </a:lnTo>
                  <a:lnTo>
                    <a:pt x="2250" y="3081"/>
                  </a:lnTo>
                  <a:lnTo>
                    <a:pt x="1994" y="3043"/>
                  </a:lnTo>
                  <a:lnTo>
                    <a:pt x="1931" y="2761"/>
                  </a:lnTo>
                  <a:lnTo>
                    <a:pt x="1994" y="2455"/>
                  </a:lnTo>
                  <a:lnTo>
                    <a:pt x="2391" y="2404"/>
                  </a:lnTo>
                  <a:lnTo>
                    <a:pt x="2442" y="2058"/>
                  </a:lnTo>
                  <a:lnTo>
                    <a:pt x="2736" y="1867"/>
                  </a:lnTo>
                  <a:lnTo>
                    <a:pt x="2723" y="1547"/>
                  </a:lnTo>
                  <a:lnTo>
                    <a:pt x="2301" y="1304"/>
                  </a:lnTo>
                  <a:lnTo>
                    <a:pt x="2339" y="972"/>
                  </a:lnTo>
                  <a:lnTo>
                    <a:pt x="2825" y="563"/>
                  </a:lnTo>
                  <a:lnTo>
                    <a:pt x="2685" y="269"/>
                  </a:lnTo>
                  <a:lnTo>
                    <a:pt x="2339" y="423"/>
                  </a:lnTo>
                  <a:lnTo>
                    <a:pt x="2097" y="141"/>
                  </a:lnTo>
                  <a:lnTo>
                    <a:pt x="1905" y="77"/>
                  </a:lnTo>
                  <a:lnTo>
                    <a:pt x="17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8"/>
            <p:cNvSpPr/>
            <p:nvPr/>
          </p:nvSpPr>
          <p:spPr>
            <a:xfrm>
              <a:off x="3874200" y="2188900"/>
              <a:ext cx="7375" cy="7375"/>
            </a:xfrm>
            <a:custGeom>
              <a:rect b="b" l="l" r="r" t="t"/>
              <a:pathLst>
                <a:path extrusionOk="0" h="295" w="295">
                  <a:moveTo>
                    <a:pt x="52" y="0"/>
                  </a:moveTo>
                  <a:lnTo>
                    <a:pt x="14" y="64"/>
                  </a:lnTo>
                  <a:lnTo>
                    <a:pt x="1" y="90"/>
                  </a:lnTo>
                  <a:lnTo>
                    <a:pt x="14" y="128"/>
                  </a:lnTo>
                  <a:lnTo>
                    <a:pt x="52" y="205"/>
                  </a:lnTo>
                  <a:lnTo>
                    <a:pt x="90" y="269"/>
                  </a:lnTo>
                  <a:lnTo>
                    <a:pt x="116" y="281"/>
                  </a:lnTo>
                  <a:lnTo>
                    <a:pt x="154" y="294"/>
                  </a:lnTo>
                  <a:lnTo>
                    <a:pt x="218" y="281"/>
                  </a:lnTo>
                  <a:lnTo>
                    <a:pt x="269" y="256"/>
                  </a:lnTo>
                  <a:lnTo>
                    <a:pt x="295" y="230"/>
                  </a:lnTo>
                  <a:lnTo>
                    <a:pt x="295" y="205"/>
                  </a:lnTo>
                  <a:lnTo>
                    <a:pt x="282" y="154"/>
                  </a:lnTo>
                  <a:lnTo>
                    <a:pt x="231" y="128"/>
                  </a:lnTo>
                  <a:lnTo>
                    <a:pt x="167" y="77"/>
                  </a:lnTo>
                  <a:lnTo>
                    <a:pt x="116"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8"/>
            <p:cNvSpPr/>
            <p:nvPr/>
          </p:nvSpPr>
          <p:spPr>
            <a:xfrm>
              <a:off x="4263375" y="2642600"/>
              <a:ext cx="41250" cy="20800"/>
            </a:xfrm>
            <a:custGeom>
              <a:rect b="b" l="l" r="r" t="t"/>
              <a:pathLst>
                <a:path extrusionOk="0" h="832" w="1650">
                  <a:moveTo>
                    <a:pt x="1649" y="1"/>
                  </a:moveTo>
                  <a:lnTo>
                    <a:pt x="1317" y="179"/>
                  </a:lnTo>
                  <a:lnTo>
                    <a:pt x="832" y="256"/>
                  </a:lnTo>
                  <a:lnTo>
                    <a:pt x="410" y="231"/>
                  </a:lnTo>
                  <a:lnTo>
                    <a:pt x="410" y="410"/>
                  </a:lnTo>
                  <a:lnTo>
                    <a:pt x="1" y="614"/>
                  </a:lnTo>
                  <a:lnTo>
                    <a:pt x="116" y="831"/>
                  </a:lnTo>
                  <a:lnTo>
                    <a:pt x="1228" y="831"/>
                  </a:lnTo>
                  <a:lnTo>
                    <a:pt x="1330" y="588"/>
                  </a:lnTo>
                  <a:lnTo>
                    <a:pt x="1228" y="358"/>
                  </a:lnTo>
                  <a:lnTo>
                    <a:pt x="1649" y="141"/>
                  </a:lnTo>
                  <a:lnTo>
                    <a:pt x="164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8"/>
            <p:cNvSpPr/>
            <p:nvPr/>
          </p:nvSpPr>
          <p:spPr>
            <a:xfrm>
              <a:off x="3985400" y="2465600"/>
              <a:ext cx="35175" cy="41225"/>
            </a:xfrm>
            <a:custGeom>
              <a:rect b="b" l="l" r="r" t="t"/>
              <a:pathLst>
                <a:path extrusionOk="0" h="1649" w="1407">
                  <a:moveTo>
                    <a:pt x="435" y="0"/>
                  </a:moveTo>
                  <a:lnTo>
                    <a:pt x="282" y="38"/>
                  </a:lnTo>
                  <a:lnTo>
                    <a:pt x="358" y="141"/>
                  </a:lnTo>
                  <a:lnTo>
                    <a:pt x="358" y="153"/>
                  </a:lnTo>
                  <a:lnTo>
                    <a:pt x="346" y="256"/>
                  </a:lnTo>
                  <a:lnTo>
                    <a:pt x="320" y="281"/>
                  </a:lnTo>
                  <a:lnTo>
                    <a:pt x="154" y="269"/>
                  </a:lnTo>
                  <a:lnTo>
                    <a:pt x="128" y="575"/>
                  </a:lnTo>
                  <a:lnTo>
                    <a:pt x="116" y="601"/>
                  </a:lnTo>
                  <a:lnTo>
                    <a:pt x="26" y="614"/>
                  </a:lnTo>
                  <a:lnTo>
                    <a:pt x="77" y="856"/>
                  </a:lnTo>
                  <a:lnTo>
                    <a:pt x="141" y="959"/>
                  </a:lnTo>
                  <a:lnTo>
                    <a:pt x="141" y="984"/>
                  </a:lnTo>
                  <a:lnTo>
                    <a:pt x="1" y="1202"/>
                  </a:lnTo>
                  <a:lnTo>
                    <a:pt x="64" y="1240"/>
                  </a:lnTo>
                  <a:lnTo>
                    <a:pt x="90" y="1265"/>
                  </a:lnTo>
                  <a:lnTo>
                    <a:pt x="128" y="1278"/>
                  </a:lnTo>
                  <a:lnTo>
                    <a:pt x="141" y="1278"/>
                  </a:lnTo>
                  <a:lnTo>
                    <a:pt x="154" y="1253"/>
                  </a:lnTo>
                  <a:lnTo>
                    <a:pt x="167" y="1214"/>
                  </a:lnTo>
                  <a:lnTo>
                    <a:pt x="167" y="1189"/>
                  </a:lnTo>
                  <a:lnTo>
                    <a:pt x="192" y="1163"/>
                  </a:lnTo>
                  <a:lnTo>
                    <a:pt x="231" y="1138"/>
                  </a:lnTo>
                  <a:lnTo>
                    <a:pt x="256" y="1138"/>
                  </a:lnTo>
                  <a:lnTo>
                    <a:pt x="282" y="1150"/>
                  </a:lnTo>
                  <a:lnTo>
                    <a:pt x="282" y="1176"/>
                  </a:lnTo>
                  <a:lnTo>
                    <a:pt x="269" y="1202"/>
                  </a:lnTo>
                  <a:lnTo>
                    <a:pt x="243" y="1253"/>
                  </a:lnTo>
                  <a:lnTo>
                    <a:pt x="243" y="1291"/>
                  </a:lnTo>
                  <a:lnTo>
                    <a:pt x="269" y="1329"/>
                  </a:lnTo>
                  <a:lnTo>
                    <a:pt x="295" y="1342"/>
                  </a:lnTo>
                  <a:lnTo>
                    <a:pt x="333" y="1368"/>
                  </a:lnTo>
                  <a:lnTo>
                    <a:pt x="397" y="1380"/>
                  </a:lnTo>
                  <a:lnTo>
                    <a:pt x="461" y="1406"/>
                  </a:lnTo>
                  <a:lnTo>
                    <a:pt x="486" y="1432"/>
                  </a:lnTo>
                  <a:lnTo>
                    <a:pt x="512" y="1432"/>
                  </a:lnTo>
                  <a:lnTo>
                    <a:pt x="550" y="1444"/>
                  </a:lnTo>
                  <a:lnTo>
                    <a:pt x="589" y="1483"/>
                  </a:lnTo>
                  <a:lnTo>
                    <a:pt x="614" y="1534"/>
                  </a:lnTo>
                  <a:lnTo>
                    <a:pt x="704" y="1623"/>
                  </a:lnTo>
                  <a:lnTo>
                    <a:pt x="729" y="1649"/>
                  </a:lnTo>
                  <a:lnTo>
                    <a:pt x="767" y="1649"/>
                  </a:lnTo>
                  <a:lnTo>
                    <a:pt x="742" y="1406"/>
                  </a:lnTo>
                  <a:lnTo>
                    <a:pt x="678" y="1368"/>
                  </a:lnTo>
                  <a:lnTo>
                    <a:pt x="665" y="1329"/>
                  </a:lnTo>
                  <a:lnTo>
                    <a:pt x="908" y="895"/>
                  </a:lnTo>
                  <a:lnTo>
                    <a:pt x="946" y="882"/>
                  </a:lnTo>
                  <a:lnTo>
                    <a:pt x="1138" y="946"/>
                  </a:lnTo>
                  <a:lnTo>
                    <a:pt x="1215" y="895"/>
                  </a:lnTo>
                  <a:lnTo>
                    <a:pt x="1215" y="818"/>
                  </a:lnTo>
                  <a:lnTo>
                    <a:pt x="1164" y="818"/>
                  </a:lnTo>
                  <a:lnTo>
                    <a:pt x="1138" y="793"/>
                  </a:lnTo>
                  <a:lnTo>
                    <a:pt x="1113" y="703"/>
                  </a:lnTo>
                  <a:lnTo>
                    <a:pt x="1138" y="665"/>
                  </a:lnTo>
                  <a:lnTo>
                    <a:pt x="1291" y="639"/>
                  </a:lnTo>
                  <a:lnTo>
                    <a:pt x="1406" y="575"/>
                  </a:lnTo>
                  <a:lnTo>
                    <a:pt x="755" y="256"/>
                  </a:lnTo>
                  <a:lnTo>
                    <a:pt x="729" y="243"/>
                  </a:lnTo>
                  <a:lnTo>
                    <a:pt x="691" y="115"/>
                  </a:lnTo>
                  <a:lnTo>
                    <a:pt x="499" y="38"/>
                  </a:lnTo>
                  <a:lnTo>
                    <a:pt x="486" y="26"/>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8"/>
            <p:cNvSpPr/>
            <p:nvPr/>
          </p:nvSpPr>
          <p:spPr>
            <a:xfrm>
              <a:off x="3929175" y="2425325"/>
              <a:ext cx="71600" cy="65850"/>
            </a:xfrm>
            <a:custGeom>
              <a:rect b="b" l="l" r="r" t="t"/>
              <a:pathLst>
                <a:path extrusionOk="0" h="2634" w="2864">
                  <a:moveTo>
                    <a:pt x="2173" y="1"/>
                  </a:moveTo>
                  <a:lnTo>
                    <a:pt x="1866" y="116"/>
                  </a:lnTo>
                  <a:lnTo>
                    <a:pt x="1853" y="116"/>
                  </a:lnTo>
                  <a:lnTo>
                    <a:pt x="1611" y="77"/>
                  </a:lnTo>
                  <a:lnTo>
                    <a:pt x="1393" y="129"/>
                  </a:lnTo>
                  <a:lnTo>
                    <a:pt x="754" y="65"/>
                  </a:lnTo>
                  <a:lnTo>
                    <a:pt x="396" y="333"/>
                  </a:lnTo>
                  <a:lnTo>
                    <a:pt x="358" y="333"/>
                  </a:lnTo>
                  <a:lnTo>
                    <a:pt x="90" y="180"/>
                  </a:lnTo>
                  <a:lnTo>
                    <a:pt x="0" y="384"/>
                  </a:lnTo>
                  <a:lnTo>
                    <a:pt x="51" y="589"/>
                  </a:lnTo>
                  <a:lnTo>
                    <a:pt x="294" y="844"/>
                  </a:lnTo>
                  <a:lnTo>
                    <a:pt x="307" y="857"/>
                  </a:lnTo>
                  <a:lnTo>
                    <a:pt x="332" y="1023"/>
                  </a:lnTo>
                  <a:lnTo>
                    <a:pt x="741" y="1394"/>
                  </a:lnTo>
                  <a:lnTo>
                    <a:pt x="741" y="1407"/>
                  </a:lnTo>
                  <a:lnTo>
                    <a:pt x="818" y="1534"/>
                  </a:lnTo>
                  <a:lnTo>
                    <a:pt x="1189" y="1803"/>
                  </a:lnTo>
                  <a:lnTo>
                    <a:pt x="1329" y="1841"/>
                  </a:lnTo>
                  <a:lnTo>
                    <a:pt x="1342" y="1854"/>
                  </a:lnTo>
                  <a:lnTo>
                    <a:pt x="1368" y="1969"/>
                  </a:lnTo>
                  <a:lnTo>
                    <a:pt x="1662" y="2250"/>
                  </a:lnTo>
                  <a:lnTo>
                    <a:pt x="1662" y="2276"/>
                  </a:lnTo>
                  <a:lnTo>
                    <a:pt x="1611" y="2365"/>
                  </a:lnTo>
                  <a:lnTo>
                    <a:pt x="1636" y="2416"/>
                  </a:lnTo>
                  <a:lnTo>
                    <a:pt x="1649" y="2429"/>
                  </a:lnTo>
                  <a:lnTo>
                    <a:pt x="1738" y="2340"/>
                  </a:lnTo>
                  <a:lnTo>
                    <a:pt x="1764" y="2327"/>
                  </a:lnTo>
                  <a:lnTo>
                    <a:pt x="2083" y="2429"/>
                  </a:lnTo>
                  <a:lnTo>
                    <a:pt x="2096" y="2442"/>
                  </a:lnTo>
                  <a:lnTo>
                    <a:pt x="2173" y="2582"/>
                  </a:lnTo>
                  <a:lnTo>
                    <a:pt x="2301" y="2634"/>
                  </a:lnTo>
                  <a:lnTo>
                    <a:pt x="2339" y="2582"/>
                  </a:lnTo>
                  <a:lnTo>
                    <a:pt x="2275" y="2480"/>
                  </a:lnTo>
                  <a:lnTo>
                    <a:pt x="2211" y="2212"/>
                  </a:lnTo>
                  <a:lnTo>
                    <a:pt x="2237" y="2186"/>
                  </a:lnTo>
                  <a:lnTo>
                    <a:pt x="2326" y="2161"/>
                  </a:lnTo>
                  <a:lnTo>
                    <a:pt x="2352" y="1841"/>
                  </a:lnTo>
                  <a:lnTo>
                    <a:pt x="2390" y="1816"/>
                  </a:lnTo>
                  <a:lnTo>
                    <a:pt x="2544" y="1841"/>
                  </a:lnTo>
                  <a:lnTo>
                    <a:pt x="2556" y="1777"/>
                  </a:lnTo>
                  <a:lnTo>
                    <a:pt x="2467" y="1649"/>
                  </a:lnTo>
                  <a:lnTo>
                    <a:pt x="2480" y="1611"/>
                  </a:lnTo>
                  <a:lnTo>
                    <a:pt x="2671" y="1560"/>
                  </a:lnTo>
                  <a:lnTo>
                    <a:pt x="2697" y="1560"/>
                  </a:lnTo>
                  <a:lnTo>
                    <a:pt x="2748" y="1586"/>
                  </a:lnTo>
                  <a:lnTo>
                    <a:pt x="2838" y="1534"/>
                  </a:lnTo>
                  <a:lnTo>
                    <a:pt x="2863" y="1394"/>
                  </a:lnTo>
                  <a:lnTo>
                    <a:pt x="2722" y="1330"/>
                  </a:lnTo>
                  <a:lnTo>
                    <a:pt x="2710" y="1304"/>
                  </a:lnTo>
                  <a:lnTo>
                    <a:pt x="2697" y="1228"/>
                  </a:lnTo>
                  <a:lnTo>
                    <a:pt x="2722" y="1202"/>
                  </a:lnTo>
                  <a:lnTo>
                    <a:pt x="2812" y="1177"/>
                  </a:lnTo>
                  <a:lnTo>
                    <a:pt x="2812" y="1062"/>
                  </a:lnTo>
                  <a:lnTo>
                    <a:pt x="2633" y="947"/>
                  </a:lnTo>
                  <a:lnTo>
                    <a:pt x="2633" y="934"/>
                  </a:lnTo>
                  <a:lnTo>
                    <a:pt x="2480" y="704"/>
                  </a:lnTo>
                  <a:lnTo>
                    <a:pt x="2480" y="678"/>
                  </a:lnTo>
                  <a:lnTo>
                    <a:pt x="2582" y="333"/>
                  </a:lnTo>
                  <a:lnTo>
                    <a:pt x="2569" y="231"/>
                  </a:lnTo>
                  <a:lnTo>
                    <a:pt x="2429" y="256"/>
                  </a:lnTo>
                  <a:lnTo>
                    <a:pt x="2416" y="256"/>
                  </a:lnTo>
                  <a:lnTo>
                    <a:pt x="2301" y="231"/>
                  </a:lnTo>
                  <a:lnTo>
                    <a:pt x="2275" y="218"/>
                  </a:lnTo>
                  <a:lnTo>
                    <a:pt x="217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8"/>
            <p:cNvSpPr/>
            <p:nvPr/>
          </p:nvSpPr>
          <p:spPr>
            <a:xfrm>
              <a:off x="3827250" y="2494025"/>
              <a:ext cx="8000" cy="3550"/>
            </a:xfrm>
            <a:custGeom>
              <a:rect b="b" l="l" r="r" t="t"/>
              <a:pathLst>
                <a:path extrusionOk="0" h="142" w="320">
                  <a:moveTo>
                    <a:pt x="64" y="1"/>
                  </a:moveTo>
                  <a:lnTo>
                    <a:pt x="26" y="26"/>
                  </a:lnTo>
                  <a:lnTo>
                    <a:pt x="13" y="39"/>
                  </a:lnTo>
                  <a:lnTo>
                    <a:pt x="0" y="65"/>
                  </a:lnTo>
                  <a:lnTo>
                    <a:pt x="13" y="77"/>
                  </a:lnTo>
                  <a:lnTo>
                    <a:pt x="39" y="90"/>
                  </a:lnTo>
                  <a:lnTo>
                    <a:pt x="77" y="116"/>
                  </a:lnTo>
                  <a:lnTo>
                    <a:pt x="154" y="128"/>
                  </a:lnTo>
                  <a:lnTo>
                    <a:pt x="243" y="141"/>
                  </a:lnTo>
                  <a:lnTo>
                    <a:pt x="281" y="141"/>
                  </a:lnTo>
                  <a:lnTo>
                    <a:pt x="320" y="128"/>
                  </a:lnTo>
                  <a:lnTo>
                    <a:pt x="320" y="116"/>
                  </a:lnTo>
                  <a:lnTo>
                    <a:pt x="307" y="77"/>
                  </a:lnTo>
                  <a:lnTo>
                    <a:pt x="256" y="1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78"/>
            <p:cNvSpPr/>
            <p:nvPr/>
          </p:nvSpPr>
          <p:spPr>
            <a:xfrm>
              <a:off x="3795600" y="2479975"/>
              <a:ext cx="18575" cy="41875"/>
            </a:xfrm>
            <a:custGeom>
              <a:rect b="b" l="l" r="r" t="t"/>
              <a:pathLst>
                <a:path extrusionOk="0" h="1675" w="743">
                  <a:moveTo>
                    <a:pt x="678" y="0"/>
                  </a:moveTo>
                  <a:lnTo>
                    <a:pt x="602" y="39"/>
                  </a:lnTo>
                  <a:lnTo>
                    <a:pt x="589" y="64"/>
                  </a:lnTo>
                  <a:lnTo>
                    <a:pt x="576" y="77"/>
                  </a:lnTo>
                  <a:lnTo>
                    <a:pt x="563" y="128"/>
                  </a:lnTo>
                  <a:lnTo>
                    <a:pt x="538" y="205"/>
                  </a:lnTo>
                  <a:lnTo>
                    <a:pt x="525" y="230"/>
                  </a:lnTo>
                  <a:lnTo>
                    <a:pt x="499" y="256"/>
                  </a:lnTo>
                  <a:lnTo>
                    <a:pt x="435" y="281"/>
                  </a:lnTo>
                  <a:lnTo>
                    <a:pt x="359" y="294"/>
                  </a:lnTo>
                  <a:lnTo>
                    <a:pt x="282" y="307"/>
                  </a:lnTo>
                  <a:lnTo>
                    <a:pt x="218" y="333"/>
                  </a:lnTo>
                  <a:lnTo>
                    <a:pt x="180" y="371"/>
                  </a:lnTo>
                  <a:lnTo>
                    <a:pt x="141" y="422"/>
                  </a:lnTo>
                  <a:lnTo>
                    <a:pt x="103" y="486"/>
                  </a:lnTo>
                  <a:lnTo>
                    <a:pt x="65" y="537"/>
                  </a:lnTo>
                  <a:lnTo>
                    <a:pt x="39" y="601"/>
                  </a:lnTo>
                  <a:lnTo>
                    <a:pt x="26" y="627"/>
                  </a:lnTo>
                  <a:lnTo>
                    <a:pt x="39" y="652"/>
                  </a:lnTo>
                  <a:lnTo>
                    <a:pt x="52" y="678"/>
                  </a:lnTo>
                  <a:lnTo>
                    <a:pt x="90" y="690"/>
                  </a:lnTo>
                  <a:lnTo>
                    <a:pt x="90" y="729"/>
                  </a:lnTo>
                  <a:lnTo>
                    <a:pt x="65" y="754"/>
                  </a:lnTo>
                  <a:lnTo>
                    <a:pt x="39" y="767"/>
                  </a:lnTo>
                  <a:lnTo>
                    <a:pt x="1" y="767"/>
                  </a:lnTo>
                  <a:lnTo>
                    <a:pt x="14" y="818"/>
                  </a:lnTo>
                  <a:lnTo>
                    <a:pt x="26" y="869"/>
                  </a:lnTo>
                  <a:lnTo>
                    <a:pt x="52" y="908"/>
                  </a:lnTo>
                  <a:lnTo>
                    <a:pt x="78" y="946"/>
                  </a:lnTo>
                  <a:lnTo>
                    <a:pt x="129" y="946"/>
                  </a:lnTo>
                  <a:lnTo>
                    <a:pt x="154" y="959"/>
                  </a:lnTo>
                  <a:lnTo>
                    <a:pt x="154" y="1010"/>
                  </a:lnTo>
                  <a:lnTo>
                    <a:pt x="116" y="1023"/>
                  </a:lnTo>
                  <a:lnTo>
                    <a:pt x="65" y="1061"/>
                  </a:lnTo>
                  <a:lnTo>
                    <a:pt x="26" y="1112"/>
                  </a:lnTo>
                  <a:lnTo>
                    <a:pt x="14" y="1163"/>
                  </a:lnTo>
                  <a:lnTo>
                    <a:pt x="26" y="1176"/>
                  </a:lnTo>
                  <a:lnTo>
                    <a:pt x="39" y="1202"/>
                  </a:lnTo>
                  <a:lnTo>
                    <a:pt x="78" y="1266"/>
                  </a:lnTo>
                  <a:lnTo>
                    <a:pt x="90" y="1291"/>
                  </a:lnTo>
                  <a:lnTo>
                    <a:pt x="90" y="1317"/>
                  </a:lnTo>
                  <a:lnTo>
                    <a:pt x="78" y="1342"/>
                  </a:lnTo>
                  <a:lnTo>
                    <a:pt x="39" y="1355"/>
                  </a:lnTo>
                  <a:lnTo>
                    <a:pt x="52" y="1381"/>
                  </a:lnTo>
                  <a:lnTo>
                    <a:pt x="65" y="1406"/>
                  </a:lnTo>
                  <a:lnTo>
                    <a:pt x="78" y="1419"/>
                  </a:lnTo>
                  <a:lnTo>
                    <a:pt x="103" y="1419"/>
                  </a:lnTo>
                  <a:lnTo>
                    <a:pt x="205" y="1406"/>
                  </a:lnTo>
                  <a:lnTo>
                    <a:pt x="205" y="1432"/>
                  </a:lnTo>
                  <a:lnTo>
                    <a:pt x="218" y="1470"/>
                  </a:lnTo>
                  <a:lnTo>
                    <a:pt x="282" y="1508"/>
                  </a:lnTo>
                  <a:lnTo>
                    <a:pt x="397" y="1598"/>
                  </a:lnTo>
                  <a:lnTo>
                    <a:pt x="461" y="1649"/>
                  </a:lnTo>
                  <a:lnTo>
                    <a:pt x="525" y="1675"/>
                  </a:lnTo>
                  <a:lnTo>
                    <a:pt x="538" y="1675"/>
                  </a:lnTo>
                  <a:lnTo>
                    <a:pt x="550" y="1649"/>
                  </a:lnTo>
                  <a:lnTo>
                    <a:pt x="563" y="1623"/>
                  </a:lnTo>
                  <a:lnTo>
                    <a:pt x="550" y="1572"/>
                  </a:lnTo>
                  <a:lnTo>
                    <a:pt x="550" y="1432"/>
                  </a:lnTo>
                  <a:lnTo>
                    <a:pt x="563" y="1278"/>
                  </a:lnTo>
                  <a:lnTo>
                    <a:pt x="602" y="1138"/>
                  </a:lnTo>
                  <a:lnTo>
                    <a:pt x="627" y="1074"/>
                  </a:lnTo>
                  <a:lnTo>
                    <a:pt x="665" y="1010"/>
                  </a:lnTo>
                  <a:lnTo>
                    <a:pt x="704" y="946"/>
                  </a:lnTo>
                  <a:lnTo>
                    <a:pt x="717" y="895"/>
                  </a:lnTo>
                  <a:lnTo>
                    <a:pt x="729" y="844"/>
                  </a:lnTo>
                  <a:lnTo>
                    <a:pt x="742" y="780"/>
                  </a:lnTo>
                  <a:lnTo>
                    <a:pt x="729" y="665"/>
                  </a:lnTo>
                  <a:lnTo>
                    <a:pt x="704" y="537"/>
                  </a:lnTo>
                  <a:lnTo>
                    <a:pt x="678" y="422"/>
                  </a:lnTo>
                  <a:lnTo>
                    <a:pt x="653" y="281"/>
                  </a:lnTo>
                  <a:lnTo>
                    <a:pt x="653" y="205"/>
                  </a:lnTo>
                  <a:lnTo>
                    <a:pt x="653" y="141"/>
                  </a:lnTo>
                  <a:lnTo>
                    <a:pt x="678" y="90"/>
                  </a:lnTo>
                  <a:lnTo>
                    <a:pt x="717" y="5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78"/>
            <p:cNvSpPr/>
            <p:nvPr/>
          </p:nvSpPr>
          <p:spPr>
            <a:xfrm>
              <a:off x="4316100" y="2665925"/>
              <a:ext cx="31350" cy="39650"/>
            </a:xfrm>
            <a:custGeom>
              <a:rect b="b" l="l" r="r" t="t"/>
              <a:pathLst>
                <a:path extrusionOk="0" h="1586" w="1254">
                  <a:moveTo>
                    <a:pt x="1010" y="1"/>
                  </a:moveTo>
                  <a:lnTo>
                    <a:pt x="665" y="64"/>
                  </a:lnTo>
                  <a:lnTo>
                    <a:pt x="652" y="154"/>
                  </a:lnTo>
                  <a:lnTo>
                    <a:pt x="410" y="716"/>
                  </a:lnTo>
                  <a:lnTo>
                    <a:pt x="128" y="1125"/>
                  </a:lnTo>
                  <a:lnTo>
                    <a:pt x="1" y="1585"/>
                  </a:lnTo>
                  <a:lnTo>
                    <a:pt x="473" y="1496"/>
                  </a:lnTo>
                  <a:lnTo>
                    <a:pt x="550" y="1176"/>
                  </a:lnTo>
                  <a:lnTo>
                    <a:pt x="563" y="1164"/>
                  </a:lnTo>
                  <a:lnTo>
                    <a:pt x="870" y="716"/>
                  </a:lnTo>
                  <a:lnTo>
                    <a:pt x="882" y="703"/>
                  </a:lnTo>
                  <a:lnTo>
                    <a:pt x="1253" y="410"/>
                  </a:lnTo>
                  <a:lnTo>
                    <a:pt x="1112" y="103"/>
                  </a:lnTo>
                  <a:lnTo>
                    <a:pt x="10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8"/>
            <p:cNvSpPr/>
            <p:nvPr/>
          </p:nvSpPr>
          <p:spPr>
            <a:xfrm>
              <a:off x="4330475" y="2607125"/>
              <a:ext cx="130400" cy="108025"/>
            </a:xfrm>
            <a:custGeom>
              <a:rect b="b" l="l" r="r" t="t"/>
              <a:pathLst>
                <a:path extrusionOk="0" h="4321" w="5216">
                  <a:moveTo>
                    <a:pt x="5151" y="1"/>
                  </a:moveTo>
                  <a:lnTo>
                    <a:pt x="4563" y="167"/>
                  </a:lnTo>
                  <a:lnTo>
                    <a:pt x="3975" y="167"/>
                  </a:lnTo>
                  <a:lnTo>
                    <a:pt x="3426" y="423"/>
                  </a:lnTo>
                  <a:lnTo>
                    <a:pt x="3413" y="423"/>
                  </a:lnTo>
                  <a:lnTo>
                    <a:pt x="3004" y="346"/>
                  </a:lnTo>
                  <a:lnTo>
                    <a:pt x="2582" y="525"/>
                  </a:lnTo>
                  <a:lnTo>
                    <a:pt x="2557" y="512"/>
                  </a:lnTo>
                  <a:lnTo>
                    <a:pt x="1994" y="231"/>
                  </a:lnTo>
                  <a:lnTo>
                    <a:pt x="1432" y="576"/>
                  </a:lnTo>
                  <a:lnTo>
                    <a:pt x="1407" y="576"/>
                  </a:lnTo>
                  <a:lnTo>
                    <a:pt x="716" y="372"/>
                  </a:lnTo>
                  <a:lnTo>
                    <a:pt x="653" y="512"/>
                  </a:lnTo>
                  <a:lnTo>
                    <a:pt x="729" y="819"/>
                  </a:lnTo>
                  <a:lnTo>
                    <a:pt x="729" y="844"/>
                  </a:lnTo>
                  <a:lnTo>
                    <a:pt x="716" y="857"/>
                  </a:lnTo>
                  <a:lnTo>
                    <a:pt x="474" y="1023"/>
                  </a:lnTo>
                  <a:lnTo>
                    <a:pt x="52" y="1356"/>
                  </a:lnTo>
                  <a:lnTo>
                    <a:pt x="90" y="1560"/>
                  </a:lnTo>
                  <a:lnTo>
                    <a:pt x="180" y="1701"/>
                  </a:lnTo>
                  <a:lnTo>
                    <a:pt x="90" y="2340"/>
                  </a:lnTo>
                  <a:lnTo>
                    <a:pt x="448" y="2276"/>
                  </a:lnTo>
                  <a:lnTo>
                    <a:pt x="461" y="2276"/>
                  </a:lnTo>
                  <a:lnTo>
                    <a:pt x="474" y="2289"/>
                  </a:lnTo>
                  <a:lnTo>
                    <a:pt x="589" y="2404"/>
                  </a:lnTo>
                  <a:lnTo>
                    <a:pt x="601" y="2416"/>
                  </a:lnTo>
                  <a:lnTo>
                    <a:pt x="755" y="2762"/>
                  </a:lnTo>
                  <a:lnTo>
                    <a:pt x="755" y="2787"/>
                  </a:lnTo>
                  <a:lnTo>
                    <a:pt x="742" y="2800"/>
                  </a:lnTo>
                  <a:lnTo>
                    <a:pt x="359" y="3107"/>
                  </a:lnTo>
                  <a:lnTo>
                    <a:pt x="52" y="3541"/>
                  </a:lnTo>
                  <a:lnTo>
                    <a:pt x="129" y="3912"/>
                  </a:lnTo>
                  <a:lnTo>
                    <a:pt x="129" y="3937"/>
                  </a:lnTo>
                  <a:lnTo>
                    <a:pt x="103" y="3950"/>
                  </a:lnTo>
                  <a:lnTo>
                    <a:pt x="1" y="4014"/>
                  </a:lnTo>
                  <a:lnTo>
                    <a:pt x="461" y="4270"/>
                  </a:lnTo>
                  <a:lnTo>
                    <a:pt x="704" y="4321"/>
                  </a:lnTo>
                  <a:lnTo>
                    <a:pt x="1292" y="4116"/>
                  </a:lnTo>
                  <a:lnTo>
                    <a:pt x="2442" y="3324"/>
                  </a:lnTo>
                  <a:lnTo>
                    <a:pt x="2442" y="3311"/>
                  </a:lnTo>
                  <a:lnTo>
                    <a:pt x="4052" y="2634"/>
                  </a:lnTo>
                  <a:lnTo>
                    <a:pt x="4269" y="2340"/>
                  </a:lnTo>
                  <a:lnTo>
                    <a:pt x="4269" y="1829"/>
                  </a:lnTo>
                  <a:lnTo>
                    <a:pt x="4269" y="1816"/>
                  </a:lnTo>
                  <a:lnTo>
                    <a:pt x="4384" y="1407"/>
                  </a:lnTo>
                  <a:lnTo>
                    <a:pt x="4397" y="1394"/>
                  </a:lnTo>
                  <a:lnTo>
                    <a:pt x="4474" y="1279"/>
                  </a:lnTo>
                  <a:lnTo>
                    <a:pt x="4269" y="908"/>
                  </a:lnTo>
                  <a:lnTo>
                    <a:pt x="4269" y="883"/>
                  </a:lnTo>
                  <a:lnTo>
                    <a:pt x="4282" y="870"/>
                  </a:lnTo>
                  <a:lnTo>
                    <a:pt x="4653" y="525"/>
                  </a:lnTo>
                  <a:lnTo>
                    <a:pt x="4666" y="512"/>
                  </a:lnTo>
                  <a:lnTo>
                    <a:pt x="4832" y="512"/>
                  </a:lnTo>
                  <a:lnTo>
                    <a:pt x="5177" y="257"/>
                  </a:lnTo>
                  <a:lnTo>
                    <a:pt x="5215" y="90"/>
                  </a:lnTo>
                  <a:lnTo>
                    <a:pt x="51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8"/>
            <p:cNvSpPr/>
            <p:nvPr/>
          </p:nvSpPr>
          <p:spPr>
            <a:xfrm>
              <a:off x="4096275" y="2732075"/>
              <a:ext cx="239650" cy="210575"/>
            </a:xfrm>
            <a:custGeom>
              <a:rect b="b" l="l" r="r" t="t"/>
              <a:pathLst>
                <a:path extrusionOk="0" h="8423" w="9586">
                  <a:moveTo>
                    <a:pt x="64" y="0"/>
                  </a:moveTo>
                  <a:lnTo>
                    <a:pt x="26" y="153"/>
                  </a:lnTo>
                  <a:lnTo>
                    <a:pt x="64" y="473"/>
                  </a:lnTo>
                  <a:lnTo>
                    <a:pt x="205" y="856"/>
                  </a:lnTo>
                  <a:lnTo>
                    <a:pt x="205" y="882"/>
                  </a:lnTo>
                  <a:lnTo>
                    <a:pt x="0" y="1483"/>
                  </a:lnTo>
                  <a:lnTo>
                    <a:pt x="103" y="1879"/>
                  </a:lnTo>
                  <a:lnTo>
                    <a:pt x="103" y="1892"/>
                  </a:lnTo>
                  <a:lnTo>
                    <a:pt x="384" y="8423"/>
                  </a:lnTo>
                  <a:lnTo>
                    <a:pt x="9586" y="8180"/>
                  </a:lnTo>
                  <a:lnTo>
                    <a:pt x="9586" y="8039"/>
                  </a:lnTo>
                  <a:lnTo>
                    <a:pt x="9420" y="7962"/>
                  </a:lnTo>
                  <a:lnTo>
                    <a:pt x="9266" y="7630"/>
                  </a:lnTo>
                  <a:lnTo>
                    <a:pt x="8985" y="7477"/>
                  </a:lnTo>
                  <a:lnTo>
                    <a:pt x="8794" y="6914"/>
                  </a:lnTo>
                  <a:lnTo>
                    <a:pt x="8794" y="6659"/>
                  </a:lnTo>
                  <a:lnTo>
                    <a:pt x="8960" y="6557"/>
                  </a:lnTo>
                  <a:lnTo>
                    <a:pt x="9075" y="6442"/>
                  </a:lnTo>
                  <a:lnTo>
                    <a:pt x="8819" y="6045"/>
                  </a:lnTo>
                  <a:lnTo>
                    <a:pt x="8193" y="5215"/>
                  </a:lnTo>
                  <a:lnTo>
                    <a:pt x="8142" y="4895"/>
                  </a:lnTo>
                  <a:lnTo>
                    <a:pt x="8014" y="4806"/>
                  </a:lnTo>
                  <a:lnTo>
                    <a:pt x="7835" y="4473"/>
                  </a:lnTo>
                  <a:lnTo>
                    <a:pt x="7873" y="3681"/>
                  </a:lnTo>
                  <a:lnTo>
                    <a:pt x="7631" y="3246"/>
                  </a:lnTo>
                  <a:lnTo>
                    <a:pt x="7094" y="2607"/>
                  </a:lnTo>
                  <a:lnTo>
                    <a:pt x="6966" y="2313"/>
                  </a:lnTo>
                  <a:lnTo>
                    <a:pt x="6761" y="1892"/>
                  </a:lnTo>
                  <a:lnTo>
                    <a:pt x="6774" y="1572"/>
                  </a:lnTo>
                  <a:lnTo>
                    <a:pt x="6915" y="1700"/>
                  </a:lnTo>
                  <a:lnTo>
                    <a:pt x="7145" y="2288"/>
                  </a:lnTo>
                  <a:lnTo>
                    <a:pt x="7439" y="2595"/>
                  </a:lnTo>
                  <a:lnTo>
                    <a:pt x="7516" y="2863"/>
                  </a:lnTo>
                  <a:lnTo>
                    <a:pt x="7682" y="3080"/>
                  </a:lnTo>
                  <a:lnTo>
                    <a:pt x="8180" y="3489"/>
                  </a:lnTo>
                  <a:lnTo>
                    <a:pt x="8257" y="3502"/>
                  </a:lnTo>
                  <a:lnTo>
                    <a:pt x="8257" y="2774"/>
                  </a:lnTo>
                  <a:lnTo>
                    <a:pt x="8372" y="2301"/>
                  </a:lnTo>
                  <a:lnTo>
                    <a:pt x="8589" y="1981"/>
                  </a:lnTo>
                  <a:lnTo>
                    <a:pt x="8078" y="307"/>
                  </a:lnTo>
                  <a:lnTo>
                    <a:pt x="7618" y="447"/>
                  </a:lnTo>
                  <a:lnTo>
                    <a:pt x="7439" y="486"/>
                  </a:lnTo>
                  <a:lnTo>
                    <a:pt x="7337" y="677"/>
                  </a:lnTo>
                  <a:lnTo>
                    <a:pt x="7055" y="511"/>
                  </a:lnTo>
                  <a:lnTo>
                    <a:pt x="6800" y="588"/>
                  </a:lnTo>
                  <a:lnTo>
                    <a:pt x="6583" y="511"/>
                  </a:lnTo>
                  <a:lnTo>
                    <a:pt x="6276" y="562"/>
                  </a:lnTo>
                  <a:lnTo>
                    <a:pt x="6110" y="358"/>
                  </a:lnTo>
                  <a:lnTo>
                    <a:pt x="6276" y="243"/>
                  </a:lnTo>
                  <a:lnTo>
                    <a:pt x="6071" y="26"/>
                  </a:lnTo>
                  <a:lnTo>
                    <a:pt x="5905" y="141"/>
                  </a:lnTo>
                  <a:lnTo>
                    <a:pt x="4972" y="332"/>
                  </a:lnTo>
                  <a:lnTo>
                    <a:pt x="4512" y="243"/>
                  </a:lnTo>
                  <a:lnTo>
                    <a:pt x="4295" y="358"/>
                  </a:lnTo>
                  <a:lnTo>
                    <a:pt x="4014" y="358"/>
                  </a:lnTo>
                  <a:lnTo>
                    <a:pt x="3873" y="371"/>
                  </a:lnTo>
                  <a:lnTo>
                    <a:pt x="3464" y="499"/>
                  </a:lnTo>
                  <a:lnTo>
                    <a:pt x="3196" y="856"/>
                  </a:lnTo>
                  <a:lnTo>
                    <a:pt x="3042" y="856"/>
                  </a:lnTo>
                  <a:lnTo>
                    <a:pt x="2761" y="677"/>
                  </a:lnTo>
                  <a:lnTo>
                    <a:pt x="2288" y="665"/>
                  </a:lnTo>
                  <a:lnTo>
                    <a:pt x="2097" y="396"/>
                  </a:lnTo>
                  <a:lnTo>
                    <a:pt x="1675" y="384"/>
                  </a:lnTo>
                  <a:lnTo>
                    <a:pt x="1573" y="256"/>
                  </a:lnTo>
                  <a:lnTo>
                    <a:pt x="1061" y="243"/>
                  </a:lnTo>
                  <a:lnTo>
                    <a:pt x="767" y="166"/>
                  </a:lnTo>
                  <a:lnTo>
                    <a:pt x="473" y="307"/>
                  </a:lnTo>
                  <a:lnTo>
                    <a:pt x="269" y="371"/>
                  </a:lnTo>
                  <a:lnTo>
                    <a:pt x="128"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8"/>
            <p:cNvSpPr/>
            <p:nvPr/>
          </p:nvSpPr>
          <p:spPr>
            <a:xfrm>
              <a:off x="4301725" y="2699475"/>
              <a:ext cx="30050" cy="76700"/>
            </a:xfrm>
            <a:custGeom>
              <a:rect b="b" l="l" r="r" t="t"/>
              <a:pathLst>
                <a:path extrusionOk="0" h="3068" w="1202">
                  <a:moveTo>
                    <a:pt x="1163" y="1"/>
                  </a:moveTo>
                  <a:lnTo>
                    <a:pt x="1112" y="192"/>
                  </a:lnTo>
                  <a:lnTo>
                    <a:pt x="1112" y="205"/>
                  </a:lnTo>
                  <a:lnTo>
                    <a:pt x="1087" y="218"/>
                  </a:lnTo>
                  <a:lnTo>
                    <a:pt x="563" y="320"/>
                  </a:lnTo>
                  <a:lnTo>
                    <a:pt x="473" y="755"/>
                  </a:lnTo>
                  <a:lnTo>
                    <a:pt x="282" y="1087"/>
                  </a:lnTo>
                  <a:lnTo>
                    <a:pt x="320" y="1330"/>
                  </a:lnTo>
                  <a:lnTo>
                    <a:pt x="320" y="1342"/>
                  </a:lnTo>
                  <a:lnTo>
                    <a:pt x="230" y="1598"/>
                  </a:lnTo>
                  <a:lnTo>
                    <a:pt x="218" y="1611"/>
                  </a:lnTo>
                  <a:lnTo>
                    <a:pt x="192" y="1611"/>
                  </a:lnTo>
                  <a:lnTo>
                    <a:pt x="0" y="1573"/>
                  </a:lnTo>
                  <a:lnTo>
                    <a:pt x="499" y="3068"/>
                  </a:lnTo>
                  <a:lnTo>
                    <a:pt x="703" y="2339"/>
                  </a:lnTo>
                  <a:lnTo>
                    <a:pt x="703" y="2327"/>
                  </a:lnTo>
                  <a:lnTo>
                    <a:pt x="997" y="1457"/>
                  </a:lnTo>
                  <a:lnTo>
                    <a:pt x="780" y="1573"/>
                  </a:lnTo>
                  <a:lnTo>
                    <a:pt x="767" y="1585"/>
                  </a:lnTo>
                  <a:lnTo>
                    <a:pt x="448" y="1585"/>
                  </a:lnTo>
                  <a:lnTo>
                    <a:pt x="422" y="1573"/>
                  </a:lnTo>
                  <a:lnTo>
                    <a:pt x="409" y="1534"/>
                  </a:lnTo>
                  <a:lnTo>
                    <a:pt x="486" y="1215"/>
                  </a:lnTo>
                  <a:lnTo>
                    <a:pt x="576" y="831"/>
                  </a:lnTo>
                  <a:lnTo>
                    <a:pt x="576" y="818"/>
                  </a:lnTo>
                  <a:lnTo>
                    <a:pt x="665" y="537"/>
                  </a:lnTo>
                  <a:lnTo>
                    <a:pt x="678" y="525"/>
                  </a:lnTo>
                  <a:lnTo>
                    <a:pt x="959" y="525"/>
                  </a:lnTo>
                  <a:lnTo>
                    <a:pt x="1048" y="627"/>
                  </a:lnTo>
                  <a:lnTo>
                    <a:pt x="1048" y="320"/>
                  </a:lnTo>
                  <a:lnTo>
                    <a:pt x="1048" y="294"/>
                  </a:lnTo>
                  <a:lnTo>
                    <a:pt x="1061" y="282"/>
                  </a:lnTo>
                  <a:lnTo>
                    <a:pt x="1202" y="205"/>
                  </a:lnTo>
                  <a:lnTo>
                    <a:pt x="11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8"/>
            <p:cNvSpPr/>
            <p:nvPr/>
          </p:nvSpPr>
          <p:spPr>
            <a:xfrm>
              <a:off x="4169775" y="2623425"/>
              <a:ext cx="9925" cy="15675"/>
            </a:xfrm>
            <a:custGeom>
              <a:rect b="b" l="l" r="r" t="t"/>
              <a:pathLst>
                <a:path extrusionOk="0" h="627" w="397">
                  <a:moveTo>
                    <a:pt x="320" y="1"/>
                  </a:moveTo>
                  <a:lnTo>
                    <a:pt x="281" y="26"/>
                  </a:lnTo>
                  <a:lnTo>
                    <a:pt x="256" y="65"/>
                  </a:lnTo>
                  <a:lnTo>
                    <a:pt x="205" y="129"/>
                  </a:lnTo>
                  <a:lnTo>
                    <a:pt x="141" y="205"/>
                  </a:lnTo>
                  <a:lnTo>
                    <a:pt x="77" y="256"/>
                  </a:lnTo>
                  <a:lnTo>
                    <a:pt x="26" y="295"/>
                  </a:lnTo>
                  <a:lnTo>
                    <a:pt x="0" y="320"/>
                  </a:lnTo>
                  <a:lnTo>
                    <a:pt x="0" y="346"/>
                  </a:lnTo>
                  <a:lnTo>
                    <a:pt x="13" y="371"/>
                  </a:lnTo>
                  <a:lnTo>
                    <a:pt x="26" y="397"/>
                  </a:lnTo>
                  <a:lnTo>
                    <a:pt x="51" y="410"/>
                  </a:lnTo>
                  <a:lnTo>
                    <a:pt x="77" y="422"/>
                  </a:lnTo>
                  <a:lnTo>
                    <a:pt x="77" y="474"/>
                  </a:lnTo>
                  <a:lnTo>
                    <a:pt x="77" y="525"/>
                  </a:lnTo>
                  <a:lnTo>
                    <a:pt x="77" y="576"/>
                  </a:lnTo>
                  <a:lnTo>
                    <a:pt x="77" y="627"/>
                  </a:lnTo>
                  <a:lnTo>
                    <a:pt x="217" y="614"/>
                  </a:lnTo>
                  <a:lnTo>
                    <a:pt x="205" y="525"/>
                  </a:lnTo>
                  <a:lnTo>
                    <a:pt x="205" y="486"/>
                  </a:lnTo>
                  <a:lnTo>
                    <a:pt x="217" y="448"/>
                  </a:lnTo>
                  <a:lnTo>
                    <a:pt x="256" y="422"/>
                  </a:lnTo>
                  <a:lnTo>
                    <a:pt x="294" y="410"/>
                  </a:lnTo>
                  <a:lnTo>
                    <a:pt x="320" y="384"/>
                  </a:lnTo>
                  <a:lnTo>
                    <a:pt x="332" y="371"/>
                  </a:lnTo>
                  <a:lnTo>
                    <a:pt x="345" y="346"/>
                  </a:lnTo>
                  <a:lnTo>
                    <a:pt x="345" y="269"/>
                  </a:lnTo>
                  <a:lnTo>
                    <a:pt x="358" y="218"/>
                  </a:lnTo>
                  <a:lnTo>
                    <a:pt x="371" y="180"/>
                  </a:lnTo>
                  <a:lnTo>
                    <a:pt x="396" y="103"/>
                  </a:lnTo>
                  <a:lnTo>
                    <a:pt x="396" y="26"/>
                  </a:lnTo>
                  <a:lnTo>
                    <a:pt x="3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78"/>
            <p:cNvSpPr/>
            <p:nvPr/>
          </p:nvSpPr>
          <p:spPr>
            <a:xfrm>
              <a:off x="4153150" y="2602650"/>
              <a:ext cx="5450" cy="4500"/>
            </a:xfrm>
            <a:custGeom>
              <a:rect b="b" l="l" r="r" t="t"/>
              <a:pathLst>
                <a:path extrusionOk="0" h="180" w="218">
                  <a:moveTo>
                    <a:pt x="167" y="1"/>
                  </a:moveTo>
                  <a:lnTo>
                    <a:pt x="115" y="27"/>
                  </a:lnTo>
                  <a:lnTo>
                    <a:pt x="39" y="78"/>
                  </a:lnTo>
                  <a:lnTo>
                    <a:pt x="13" y="103"/>
                  </a:lnTo>
                  <a:lnTo>
                    <a:pt x="0" y="129"/>
                  </a:lnTo>
                  <a:lnTo>
                    <a:pt x="0" y="154"/>
                  </a:lnTo>
                  <a:lnTo>
                    <a:pt x="26" y="167"/>
                  </a:lnTo>
                  <a:lnTo>
                    <a:pt x="64" y="180"/>
                  </a:lnTo>
                  <a:lnTo>
                    <a:pt x="90" y="167"/>
                  </a:lnTo>
                  <a:lnTo>
                    <a:pt x="141" y="142"/>
                  </a:lnTo>
                  <a:lnTo>
                    <a:pt x="192" y="90"/>
                  </a:lnTo>
                  <a:lnTo>
                    <a:pt x="205" y="78"/>
                  </a:lnTo>
                  <a:lnTo>
                    <a:pt x="218" y="52"/>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8"/>
            <p:cNvSpPr/>
            <p:nvPr/>
          </p:nvSpPr>
          <p:spPr>
            <a:xfrm>
              <a:off x="4315150" y="2693400"/>
              <a:ext cx="85325" cy="89825"/>
            </a:xfrm>
            <a:custGeom>
              <a:rect b="b" l="l" r="r" t="t"/>
              <a:pathLst>
                <a:path extrusionOk="0" h="3593" w="3413">
                  <a:moveTo>
                    <a:pt x="2991" y="1"/>
                  </a:moveTo>
                  <a:lnTo>
                    <a:pt x="1943" y="716"/>
                  </a:lnTo>
                  <a:lnTo>
                    <a:pt x="1930" y="729"/>
                  </a:lnTo>
                  <a:lnTo>
                    <a:pt x="1329" y="934"/>
                  </a:lnTo>
                  <a:lnTo>
                    <a:pt x="1304" y="934"/>
                  </a:lnTo>
                  <a:lnTo>
                    <a:pt x="1061" y="883"/>
                  </a:lnTo>
                  <a:lnTo>
                    <a:pt x="1048" y="883"/>
                  </a:lnTo>
                  <a:lnTo>
                    <a:pt x="575" y="614"/>
                  </a:lnTo>
                  <a:lnTo>
                    <a:pt x="575" y="1534"/>
                  </a:lnTo>
                  <a:lnTo>
                    <a:pt x="575" y="1547"/>
                  </a:lnTo>
                  <a:lnTo>
                    <a:pt x="550" y="1624"/>
                  </a:lnTo>
                  <a:lnTo>
                    <a:pt x="563" y="1637"/>
                  </a:lnTo>
                  <a:lnTo>
                    <a:pt x="550" y="1649"/>
                  </a:lnTo>
                  <a:lnTo>
                    <a:pt x="230" y="2595"/>
                  </a:lnTo>
                  <a:lnTo>
                    <a:pt x="0" y="3413"/>
                  </a:lnTo>
                  <a:lnTo>
                    <a:pt x="703" y="3592"/>
                  </a:lnTo>
                  <a:lnTo>
                    <a:pt x="1176" y="3400"/>
                  </a:lnTo>
                  <a:lnTo>
                    <a:pt x="1585" y="2991"/>
                  </a:lnTo>
                  <a:lnTo>
                    <a:pt x="2058" y="2991"/>
                  </a:lnTo>
                  <a:lnTo>
                    <a:pt x="2403" y="2467"/>
                  </a:lnTo>
                  <a:lnTo>
                    <a:pt x="1994" y="2097"/>
                  </a:lnTo>
                  <a:lnTo>
                    <a:pt x="1764" y="1867"/>
                  </a:lnTo>
                  <a:lnTo>
                    <a:pt x="1751" y="1854"/>
                  </a:lnTo>
                  <a:lnTo>
                    <a:pt x="1674" y="1585"/>
                  </a:lnTo>
                  <a:lnTo>
                    <a:pt x="1674" y="1560"/>
                  </a:lnTo>
                  <a:lnTo>
                    <a:pt x="1700" y="1547"/>
                  </a:lnTo>
                  <a:lnTo>
                    <a:pt x="3310" y="1138"/>
                  </a:lnTo>
                  <a:lnTo>
                    <a:pt x="3413" y="972"/>
                  </a:lnTo>
                  <a:lnTo>
                    <a:pt x="3413" y="934"/>
                  </a:lnTo>
                  <a:lnTo>
                    <a:pt x="3183" y="934"/>
                  </a:lnTo>
                  <a:lnTo>
                    <a:pt x="3170" y="908"/>
                  </a:lnTo>
                  <a:lnTo>
                    <a:pt x="3170" y="819"/>
                  </a:lnTo>
                  <a:lnTo>
                    <a:pt x="3183" y="806"/>
                  </a:lnTo>
                  <a:lnTo>
                    <a:pt x="3234" y="742"/>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8"/>
            <p:cNvSpPr/>
            <p:nvPr/>
          </p:nvSpPr>
          <p:spPr>
            <a:xfrm>
              <a:off x="4301075" y="2729200"/>
              <a:ext cx="6750" cy="8650"/>
            </a:xfrm>
            <a:custGeom>
              <a:rect b="b" l="l" r="r" t="t"/>
              <a:pathLst>
                <a:path extrusionOk="0" h="346" w="270">
                  <a:moveTo>
                    <a:pt x="256" y="0"/>
                  </a:moveTo>
                  <a:lnTo>
                    <a:pt x="141" y="192"/>
                  </a:lnTo>
                  <a:lnTo>
                    <a:pt x="1" y="307"/>
                  </a:lnTo>
                  <a:lnTo>
                    <a:pt x="205" y="345"/>
                  </a:lnTo>
                  <a:lnTo>
                    <a:pt x="269" y="14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78"/>
            <p:cNvSpPr/>
            <p:nvPr/>
          </p:nvSpPr>
          <p:spPr>
            <a:xfrm>
              <a:off x="4313875" y="2714175"/>
              <a:ext cx="14075" cy="23025"/>
            </a:xfrm>
            <a:custGeom>
              <a:rect b="b" l="l" r="r" t="t"/>
              <a:pathLst>
                <a:path extrusionOk="0" h="921" w="563">
                  <a:moveTo>
                    <a:pt x="243" y="0"/>
                  </a:moveTo>
                  <a:lnTo>
                    <a:pt x="153" y="256"/>
                  </a:lnTo>
                  <a:lnTo>
                    <a:pt x="77" y="639"/>
                  </a:lnTo>
                  <a:lnTo>
                    <a:pt x="0" y="921"/>
                  </a:lnTo>
                  <a:lnTo>
                    <a:pt x="269" y="921"/>
                  </a:lnTo>
                  <a:lnTo>
                    <a:pt x="537" y="767"/>
                  </a:lnTo>
                  <a:lnTo>
                    <a:pt x="562" y="703"/>
                  </a:lnTo>
                  <a:lnTo>
                    <a:pt x="562"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8"/>
            <p:cNvSpPr/>
            <p:nvPr/>
          </p:nvSpPr>
          <p:spPr>
            <a:xfrm>
              <a:off x="3752800" y="2303275"/>
              <a:ext cx="11200" cy="15375"/>
            </a:xfrm>
            <a:custGeom>
              <a:rect b="b" l="l" r="r" t="t"/>
              <a:pathLst>
                <a:path extrusionOk="0" h="615" w="448">
                  <a:moveTo>
                    <a:pt x="218" y="1"/>
                  </a:moveTo>
                  <a:lnTo>
                    <a:pt x="0" y="218"/>
                  </a:lnTo>
                  <a:lnTo>
                    <a:pt x="39" y="448"/>
                  </a:lnTo>
                  <a:lnTo>
                    <a:pt x="128" y="576"/>
                  </a:lnTo>
                  <a:lnTo>
                    <a:pt x="358" y="576"/>
                  </a:lnTo>
                  <a:lnTo>
                    <a:pt x="371" y="589"/>
                  </a:lnTo>
                  <a:lnTo>
                    <a:pt x="396" y="614"/>
                  </a:lnTo>
                  <a:lnTo>
                    <a:pt x="448" y="512"/>
                  </a:lnTo>
                  <a:lnTo>
                    <a:pt x="435" y="397"/>
                  </a:lnTo>
                  <a:lnTo>
                    <a:pt x="243" y="205"/>
                  </a:lnTo>
                  <a:lnTo>
                    <a:pt x="243" y="192"/>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78"/>
            <p:cNvSpPr/>
            <p:nvPr/>
          </p:nvSpPr>
          <p:spPr>
            <a:xfrm>
              <a:off x="4543275" y="2158225"/>
              <a:ext cx="801050" cy="370025"/>
            </a:xfrm>
            <a:custGeom>
              <a:rect b="b" l="l" r="r" t="t"/>
              <a:pathLst>
                <a:path extrusionOk="0" h="14801" w="32042">
                  <a:moveTo>
                    <a:pt x="870" y="7196"/>
                  </a:moveTo>
                  <a:lnTo>
                    <a:pt x="1061" y="7400"/>
                  </a:lnTo>
                  <a:lnTo>
                    <a:pt x="1343" y="7605"/>
                  </a:lnTo>
                  <a:lnTo>
                    <a:pt x="1023" y="7605"/>
                  </a:lnTo>
                  <a:lnTo>
                    <a:pt x="793" y="7349"/>
                  </a:lnTo>
                  <a:lnTo>
                    <a:pt x="870" y="7196"/>
                  </a:lnTo>
                  <a:close/>
                  <a:moveTo>
                    <a:pt x="29550" y="6250"/>
                  </a:moveTo>
                  <a:lnTo>
                    <a:pt x="29511" y="6378"/>
                  </a:lnTo>
                  <a:lnTo>
                    <a:pt x="29895" y="6672"/>
                  </a:lnTo>
                  <a:lnTo>
                    <a:pt x="29243" y="7017"/>
                  </a:lnTo>
                  <a:lnTo>
                    <a:pt x="29294" y="7592"/>
                  </a:lnTo>
                  <a:lnTo>
                    <a:pt x="29856" y="7784"/>
                  </a:lnTo>
                  <a:lnTo>
                    <a:pt x="29895" y="7822"/>
                  </a:lnTo>
                  <a:lnTo>
                    <a:pt x="29971" y="7886"/>
                  </a:lnTo>
                  <a:lnTo>
                    <a:pt x="30074" y="7988"/>
                  </a:lnTo>
                  <a:lnTo>
                    <a:pt x="29971" y="8078"/>
                  </a:lnTo>
                  <a:lnTo>
                    <a:pt x="29882" y="8167"/>
                  </a:lnTo>
                  <a:lnTo>
                    <a:pt x="29115" y="7835"/>
                  </a:lnTo>
                  <a:lnTo>
                    <a:pt x="29038" y="7796"/>
                  </a:lnTo>
                  <a:lnTo>
                    <a:pt x="28987" y="7771"/>
                  </a:lnTo>
                  <a:lnTo>
                    <a:pt x="28962" y="7745"/>
                  </a:lnTo>
                  <a:lnTo>
                    <a:pt x="28962" y="7732"/>
                  </a:lnTo>
                  <a:lnTo>
                    <a:pt x="28962" y="7720"/>
                  </a:lnTo>
                  <a:lnTo>
                    <a:pt x="29000" y="7694"/>
                  </a:lnTo>
                  <a:lnTo>
                    <a:pt x="29064" y="7681"/>
                  </a:lnTo>
                  <a:lnTo>
                    <a:pt x="29192" y="7592"/>
                  </a:lnTo>
                  <a:lnTo>
                    <a:pt x="29153" y="6978"/>
                  </a:lnTo>
                  <a:lnTo>
                    <a:pt x="29792" y="6646"/>
                  </a:lnTo>
                  <a:lnTo>
                    <a:pt x="29473" y="6403"/>
                  </a:lnTo>
                  <a:lnTo>
                    <a:pt x="29358" y="6403"/>
                  </a:lnTo>
                  <a:lnTo>
                    <a:pt x="29358" y="6339"/>
                  </a:lnTo>
                  <a:lnTo>
                    <a:pt x="29473" y="6250"/>
                  </a:lnTo>
                  <a:close/>
                  <a:moveTo>
                    <a:pt x="27070" y="9164"/>
                  </a:moveTo>
                  <a:lnTo>
                    <a:pt x="27223" y="9202"/>
                  </a:lnTo>
                  <a:lnTo>
                    <a:pt x="27338" y="9202"/>
                  </a:lnTo>
                  <a:lnTo>
                    <a:pt x="27530" y="9241"/>
                  </a:lnTo>
                  <a:lnTo>
                    <a:pt x="27479" y="9381"/>
                  </a:lnTo>
                  <a:lnTo>
                    <a:pt x="27198" y="9458"/>
                  </a:lnTo>
                  <a:lnTo>
                    <a:pt x="27147" y="9432"/>
                  </a:lnTo>
                  <a:lnTo>
                    <a:pt x="27083" y="9356"/>
                  </a:lnTo>
                  <a:lnTo>
                    <a:pt x="26968" y="9253"/>
                  </a:lnTo>
                  <a:lnTo>
                    <a:pt x="27070" y="9164"/>
                  </a:lnTo>
                  <a:close/>
                  <a:moveTo>
                    <a:pt x="25805" y="9049"/>
                  </a:moveTo>
                  <a:lnTo>
                    <a:pt x="25894" y="9202"/>
                  </a:lnTo>
                  <a:lnTo>
                    <a:pt x="25651" y="9598"/>
                  </a:lnTo>
                  <a:lnTo>
                    <a:pt x="25102" y="9496"/>
                  </a:lnTo>
                  <a:lnTo>
                    <a:pt x="24565" y="9496"/>
                  </a:lnTo>
                  <a:lnTo>
                    <a:pt x="24118" y="9368"/>
                  </a:lnTo>
                  <a:lnTo>
                    <a:pt x="23134" y="9407"/>
                  </a:lnTo>
                  <a:lnTo>
                    <a:pt x="22597" y="9394"/>
                  </a:lnTo>
                  <a:lnTo>
                    <a:pt x="22418" y="9867"/>
                  </a:lnTo>
                  <a:lnTo>
                    <a:pt x="21983" y="9867"/>
                  </a:lnTo>
                  <a:lnTo>
                    <a:pt x="21971" y="9892"/>
                  </a:lnTo>
                  <a:lnTo>
                    <a:pt x="21958" y="9918"/>
                  </a:lnTo>
                  <a:lnTo>
                    <a:pt x="21958" y="10033"/>
                  </a:lnTo>
                  <a:lnTo>
                    <a:pt x="21983" y="10186"/>
                  </a:lnTo>
                  <a:lnTo>
                    <a:pt x="21894" y="10276"/>
                  </a:lnTo>
                  <a:lnTo>
                    <a:pt x="21830" y="10698"/>
                  </a:lnTo>
                  <a:lnTo>
                    <a:pt x="21395" y="10059"/>
                  </a:lnTo>
                  <a:lnTo>
                    <a:pt x="21574" y="9982"/>
                  </a:lnTo>
                  <a:lnTo>
                    <a:pt x="21638" y="9816"/>
                  </a:lnTo>
                  <a:lnTo>
                    <a:pt x="21817" y="9713"/>
                  </a:lnTo>
                  <a:lnTo>
                    <a:pt x="21817" y="9496"/>
                  </a:lnTo>
                  <a:lnTo>
                    <a:pt x="22367" y="9164"/>
                  </a:lnTo>
                  <a:lnTo>
                    <a:pt x="22622" y="9049"/>
                  </a:lnTo>
                  <a:lnTo>
                    <a:pt x="23134" y="9202"/>
                  </a:lnTo>
                  <a:lnTo>
                    <a:pt x="23479" y="9049"/>
                  </a:lnTo>
                  <a:lnTo>
                    <a:pt x="23632" y="9164"/>
                  </a:lnTo>
                  <a:lnTo>
                    <a:pt x="24450" y="9343"/>
                  </a:lnTo>
                  <a:lnTo>
                    <a:pt x="24833" y="9202"/>
                  </a:lnTo>
                  <a:lnTo>
                    <a:pt x="25140" y="9343"/>
                  </a:lnTo>
                  <a:lnTo>
                    <a:pt x="25255" y="9343"/>
                  </a:lnTo>
                  <a:lnTo>
                    <a:pt x="25511" y="9100"/>
                  </a:lnTo>
                  <a:lnTo>
                    <a:pt x="25805" y="9049"/>
                  </a:lnTo>
                  <a:close/>
                  <a:moveTo>
                    <a:pt x="6353" y="10289"/>
                  </a:moveTo>
                  <a:lnTo>
                    <a:pt x="6353" y="10570"/>
                  </a:lnTo>
                  <a:lnTo>
                    <a:pt x="6557" y="10646"/>
                  </a:lnTo>
                  <a:lnTo>
                    <a:pt x="6455" y="10761"/>
                  </a:lnTo>
                  <a:lnTo>
                    <a:pt x="6174" y="10761"/>
                  </a:lnTo>
                  <a:lnTo>
                    <a:pt x="5893" y="10915"/>
                  </a:lnTo>
                  <a:lnTo>
                    <a:pt x="5599" y="11362"/>
                  </a:lnTo>
                  <a:lnTo>
                    <a:pt x="5599" y="11273"/>
                  </a:lnTo>
                  <a:lnTo>
                    <a:pt x="5714" y="10953"/>
                  </a:lnTo>
                  <a:lnTo>
                    <a:pt x="6084" y="10646"/>
                  </a:lnTo>
                  <a:lnTo>
                    <a:pt x="6084" y="10404"/>
                  </a:lnTo>
                  <a:lnTo>
                    <a:pt x="6174" y="10352"/>
                  </a:lnTo>
                  <a:lnTo>
                    <a:pt x="6250" y="10314"/>
                  </a:lnTo>
                  <a:lnTo>
                    <a:pt x="6314" y="10289"/>
                  </a:lnTo>
                  <a:close/>
                  <a:moveTo>
                    <a:pt x="17689" y="0"/>
                  </a:moveTo>
                  <a:lnTo>
                    <a:pt x="17459" y="192"/>
                  </a:lnTo>
                  <a:lnTo>
                    <a:pt x="17242" y="192"/>
                  </a:lnTo>
                  <a:lnTo>
                    <a:pt x="17191" y="320"/>
                  </a:lnTo>
                  <a:lnTo>
                    <a:pt x="16411" y="639"/>
                  </a:lnTo>
                  <a:lnTo>
                    <a:pt x="15580" y="741"/>
                  </a:lnTo>
                  <a:lnTo>
                    <a:pt x="14865" y="831"/>
                  </a:lnTo>
                  <a:lnTo>
                    <a:pt x="14660" y="1099"/>
                  </a:lnTo>
                  <a:lnTo>
                    <a:pt x="14174" y="1189"/>
                  </a:lnTo>
                  <a:lnTo>
                    <a:pt x="13650" y="1189"/>
                  </a:lnTo>
                  <a:lnTo>
                    <a:pt x="12884" y="1496"/>
                  </a:lnTo>
                  <a:lnTo>
                    <a:pt x="12372" y="1432"/>
                  </a:lnTo>
                  <a:lnTo>
                    <a:pt x="11605" y="1432"/>
                  </a:lnTo>
                  <a:lnTo>
                    <a:pt x="11388" y="1611"/>
                  </a:lnTo>
                  <a:lnTo>
                    <a:pt x="11388" y="1841"/>
                  </a:lnTo>
                  <a:lnTo>
                    <a:pt x="11797" y="2032"/>
                  </a:lnTo>
                  <a:lnTo>
                    <a:pt x="11682" y="2211"/>
                  </a:lnTo>
                  <a:lnTo>
                    <a:pt x="11976" y="2275"/>
                  </a:lnTo>
                  <a:lnTo>
                    <a:pt x="12257" y="2429"/>
                  </a:lnTo>
                  <a:lnTo>
                    <a:pt x="12257" y="2595"/>
                  </a:lnTo>
                  <a:lnTo>
                    <a:pt x="11618" y="2595"/>
                  </a:lnTo>
                  <a:lnTo>
                    <a:pt x="11529" y="2748"/>
                  </a:lnTo>
                  <a:lnTo>
                    <a:pt x="11299" y="2799"/>
                  </a:lnTo>
                  <a:lnTo>
                    <a:pt x="11235" y="2927"/>
                  </a:lnTo>
                  <a:lnTo>
                    <a:pt x="11388" y="3080"/>
                  </a:lnTo>
                  <a:lnTo>
                    <a:pt x="11439" y="3298"/>
                  </a:lnTo>
                  <a:lnTo>
                    <a:pt x="11196" y="3515"/>
                  </a:lnTo>
                  <a:lnTo>
                    <a:pt x="10647" y="3592"/>
                  </a:lnTo>
                  <a:lnTo>
                    <a:pt x="10634" y="3694"/>
                  </a:lnTo>
                  <a:lnTo>
                    <a:pt x="10954" y="3847"/>
                  </a:lnTo>
                  <a:lnTo>
                    <a:pt x="10992" y="3937"/>
                  </a:lnTo>
                  <a:lnTo>
                    <a:pt x="11260" y="3937"/>
                  </a:lnTo>
                  <a:lnTo>
                    <a:pt x="11503" y="4128"/>
                  </a:lnTo>
                  <a:lnTo>
                    <a:pt x="11823" y="4179"/>
                  </a:lnTo>
                  <a:lnTo>
                    <a:pt x="11874" y="4371"/>
                  </a:lnTo>
                  <a:lnTo>
                    <a:pt x="12078" y="4371"/>
                  </a:lnTo>
                  <a:lnTo>
                    <a:pt x="11823" y="4576"/>
                  </a:lnTo>
                  <a:lnTo>
                    <a:pt x="11695" y="4959"/>
                  </a:lnTo>
                  <a:lnTo>
                    <a:pt x="10698" y="5074"/>
                  </a:lnTo>
                  <a:lnTo>
                    <a:pt x="10698" y="4908"/>
                  </a:lnTo>
                  <a:lnTo>
                    <a:pt x="10596" y="4908"/>
                  </a:lnTo>
                  <a:lnTo>
                    <a:pt x="10481" y="5202"/>
                  </a:lnTo>
                  <a:lnTo>
                    <a:pt x="10276" y="5202"/>
                  </a:lnTo>
                  <a:lnTo>
                    <a:pt x="10148" y="5100"/>
                  </a:lnTo>
                  <a:lnTo>
                    <a:pt x="9522" y="5010"/>
                  </a:lnTo>
                  <a:lnTo>
                    <a:pt x="9394" y="4588"/>
                  </a:lnTo>
                  <a:lnTo>
                    <a:pt x="8858" y="4576"/>
                  </a:lnTo>
                  <a:lnTo>
                    <a:pt x="8858" y="4742"/>
                  </a:lnTo>
                  <a:lnTo>
                    <a:pt x="8385" y="4857"/>
                  </a:lnTo>
                  <a:lnTo>
                    <a:pt x="8385" y="4627"/>
                  </a:lnTo>
                  <a:lnTo>
                    <a:pt x="7822" y="4601"/>
                  </a:lnTo>
                  <a:lnTo>
                    <a:pt x="7209" y="5215"/>
                  </a:lnTo>
                  <a:lnTo>
                    <a:pt x="6634" y="4767"/>
                  </a:lnTo>
                  <a:lnTo>
                    <a:pt x="6340" y="4729"/>
                  </a:lnTo>
                  <a:lnTo>
                    <a:pt x="6186" y="5036"/>
                  </a:lnTo>
                  <a:lnTo>
                    <a:pt x="6033" y="4576"/>
                  </a:lnTo>
                  <a:lnTo>
                    <a:pt x="5790" y="4576"/>
                  </a:lnTo>
                  <a:lnTo>
                    <a:pt x="5471" y="4192"/>
                  </a:lnTo>
                  <a:lnTo>
                    <a:pt x="4653" y="4192"/>
                  </a:lnTo>
                  <a:lnTo>
                    <a:pt x="4461" y="3949"/>
                  </a:lnTo>
                  <a:lnTo>
                    <a:pt x="4014" y="4192"/>
                  </a:lnTo>
                  <a:lnTo>
                    <a:pt x="3272" y="3962"/>
                  </a:lnTo>
                  <a:lnTo>
                    <a:pt x="3247" y="4026"/>
                  </a:lnTo>
                  <a:lnTo>
                    <a:pt x="2531" y="4525"/>
                  </a:lnTo>
                  <a:lnTo>
                    <a:pt x="2058" y="4601"/>
                  </a:lnTo>
                  <a:lnTo>
                    <a:pt x="2058" y="4908"/>
                  </a:lnTo>
                  <a:lnTo>
                    <a:pt x="1739" y="4972"/>
                  </a:lnTo>
                  <a:lnTo>
                    <a:pt x="1547" y="4959"/>
                  </a:lnTo>
                  <a:lnTo>
                    <a:pt x="1790" y="5751"/>
                  </a:lnTo>
                  <a:lnTo>
                    <a:pt x="1445" y="5866"/>
                  </a:lnTo>
                  <a:lnTo>
                    <a:pt x="1164" y="5585"/>
                  </a:lnTo>
                  <a:lnTo>
                    <a:pt x="895" y="5227"/>
                  </a:lnTo>
                  <a:lnTo>
                    <a:pt x="614" y="5317"/>
                  </a:lnTo>
                  <a:lnTo>
                    <a:pt x="499" y="5534"/>
                  </a:lnTo>
                  <a:lnTo>
                    <a:pt x="499" y="5700"/>
                  </a:lnTo>
                  <a:lnTo>
                    <a:pt x="307" y="5828"/>
                  </a:lnTo>
                  <a:lnTo>
                    <a:pt x="180" y="6058"/>
                  </a:lnTo>
                  <a:lnTo>
                    <a:pt x="180" y="6416"/>
                  </a:lnTo>
                  <a:lnTo>
                    <a:pt x="346" y="6672"/>
                  </a:lnTo>
                  <a:lnTo>
                    <a:pt x="180" y="6799"/>
                  </a:lnTo>
                  <a:lnTo>
                    <a:pt x="1" y="6825"/>
                  </a:lnTo>
                  <a:lnTo>
                    <a:pt x="1" y="7260"/>
                  </a:lnTo>
                  <a:lnTo>
                    <a:pt x="346" y="7426"/>
                  </a:lnTo>
                  <a:lnTo>
                    <a:pt x="435" y="7694"/>
                  </a:lnTo>
                  <a:lnTo>
                    <a:pt x="435" y="7860"/>
                  </a:lnTo>
                  <a:lnTo>
                    <a:pt x="627" y="8001"/>
                  </a:lnTo>
                  <a:lnTo>
                    <a:pt x="1164" y="7975"/>
                  </a:lnTo>
                  <a:lnTo>
                    <a:pt x="1547" y="8308"/>
                  </a:lnTo>
                  <a:lnTo>
                    <a:pt x="1841" y="8665"/>
                  </a:lnTo>
                  <a:lnTo>
                    <a:pt x="1841" y="9023"/>
                  </a:lnTo>
                  <a:lnTo>
                    <a:pt x="1547" y="8947"/>
                  </a:lnTo>
                  <a:lnTo>
                    <a:pt x="1547" y="9126"/>
                  </a:lnTo>
                  <a:lnTo>
                    <a:pt x="1815" y="9266"/>
                  </a:lnTo>
                  <a:lnTo>
                    <a:pt x="2186" y="9458"/>
                  </a:lnTo>
                  <a:lnTo>
                    <a:pt x="2544" y="9253"/>
                  </a:lnTo>
                  <a:lnTo>
                    <a:pt x="2876" y="8908"/>
                  </a:lnTo>
                  <a:lnTo>
                    <a:pt x="3196" y="8870"/>
                  </a:lnTo>
                  <a:lnTo>
                    <a:pt x="3515" y="8640"/>
                  </a:lnTo>
                  <a:lnTo>
                    <a:pt x="3937" y="8742"/>
                  </a:lnTo>
                  <a:lnTo>
                    <a:pt x="4397" y="8947"/>
                  </a:lnTo>
                  <a:lnTo>
                    <a:pt x="4691" y="8780"/>
                  </a:lnTo>
                  <a:lnTo>
                    <a:pt x="4960" y="8755"/>
                  </a:lnTo>
                  <a:lnTo>
                    <a:pt x="5075" y="8525"/>
                  </a:lnTo>
                  <a:lnTo>
                    <a:pt x="5100" y="8269"/>
                  </a:lnTo>
                  <a:lnTo>
                    <a:pt x="5535" y="8346"/>
                  </a:lnTo>
                  <a:lnTo>
                    <a:pt x="5356" y="8550"/>
                  </a:lnTo>
                  <a:lnTo>
                    <a:pt x="5087" y="8563"/>
                  </a:lnTo>
                  <a:lnTo>
                    <a:pt x="4998" y="8768"/>
                  </a:lnTo>
                  <a:lnTo>
                    <a:pt x="5126" y="8870"/>
                  </a:lnTo>
                  <a:lnTo>
                    <a:pt x="5151" y="9011"/>
                  </a:lnTo>
                  <a:lnTo>
                    <a:pt x="5100" y="9151"/>
                  </a:lnTo>
                  <a:lnTo>
                    <a:pt x="5241" y="9356"/>
                  </a:lnTo>
                  <a:lnTo>
                    <a:pt x="5138" y="9458"/>
                  </a:lnTo>
                  <a:lnTo>
                    <a:pt x="5164" y="9586"/>
                  </a:lnTo>
                  <a:lnTo>
                    <a:pt x="5177" y="9701"/>
                  </a:lnTo>
                  <a:lnTo>
                    <a:pt x="5049" y="9841"/>
                  </a:lnTo>
                  <a:lnTo>
                    <a:pt x="4806" y="10122"/>
                  </a:lnTo>
                  <a:lnTo>
                    <a:pt x="4806" y="10212"/>
                  </a:lnTo>
                  <a:lnTo>
                    <a:pt x="4998" y="10340"/>
                  </a:lnTo>
                  <a:lnTo>
                    <a:pt x="4755" y="10250"/>
                  </a:lnTo>
                  <a:lnTo>
                    <a:pt x="4563" y="10276"/>
                  </a:lnTo>
                  <a:lnTo>
                    <a:pt x="4257" y="10250"/>
                  </a:lnTo>
                  <a:lnTo>
                    <a:pt x="4090" y="10225"/>
                  </a:lnTo>
                  <a:lnTo>
                    <a:pt x="3758" y="10352"/>
                  </a:lnTo>
                  <a:lnTo>
                    <a:pt x="3694" y="10583"/>
                  </a:lnTo>
                  <a:lnTo>
                    <a:pt x="3477" y="10710"/>
                  </a:lnTo>
                  <a:lnTo>
                    <a:pt x="3387" y="10787"/>
                  </a:lnTo>
                  <a:lnTo>
                    <a:pt x="3643" y="11094"/>
                  </a:lnTo>
                  <a:lnTo>
                    <a:pt x="3451" y="10966"/>
                  </a:lnTo>
                  <a:lnTo>
                    <a:pt x="3196" y="10966"/>
                  </a:lnTo>
                  <a:lnTo>
                    <a:pt x="3094" y="10940"/>
                  </a:lnTo>
                  <a:lnTo>
                    <a:pt x="3017" y="10915"/>
                  </a:lnTo>
                  <a:lnTo>
                    <a:pt x="2979" y="10915"/>
                  </a:lnTo>
                  <a:lnTo>
                    <a:pt x="2966" y="10928"/>
                  </a:lnTo>
                  <a:lnTo>
                    <a:pt x="2953" y="10966"/>
                  </a:lnTo>
                  <a:lnTo>
                    <a:pt x="2915" y="11094"/>
                  </a:lnTo>
                  <a:lnTo>
                    <a:pt x="2876" y="11273"/>
                  </a:lnTo>
                  <a:lnTo>
                    <a:pt x="3055" y="11452"/>
                  </a:lnTo>
                  <a:lnTo>
                    <a:pt x="3221" y="11400"/>
                  </a:lnTo>
                  <a:lnTo>
                    <a:pt x="3413" y="11528"/>
                  </a:lnTo>
                  <a:lnTo>
                    <a:pt x="3400" y="11873"/>
                  </a:lnTo>
                  <a:lnTo>
                    <a:pt x="3528" y="12014"/>
                  </a:lnTo>
                  <a:lnTo>
                    <a:pt x="3784" y="12014"/>
                  </a:lnTo>
                  <a:lnTo>
                    <a:pt x="3784" y="12142"/>
                  </a:lnTo>
                  <a:lnTo>
                    <a:pt x="3784" y="12423"/>
                  </a:lnTo>
                  <a:lnTo>
                    <a:pt x="3924" y="12461"/>
                  </a:lnTo>
                  <a:lnTo>
                    <a:pt x="4142" y="12576"/>
                  </a:lnTo>
                  <a:lnTo>
                    <a:pt x="4154" y="12781"/>
                  </a:lnTo>
                  <a:lnTo>
                    <a:pt x="4666" y="12845"/>
                  </a:lnTo>
                  <a:lnTo>
                    <a:pt x="4793" y="13075"/>
                  </a:lnTo>
                  <a:lnTo>
                    <a:pt x="4499" y="13433"/>
                  </a:lnTo>
                  <a:lnTo>
                    <a:pt x="4589" y="13701"/>
                  </a:lnTo>
                  <a:lnTo>
                    <a:pt x="4602" y="13739"/>
                  </a:lnTo>
                  <a:lnTo>
                    <a:pt x="4960" y="13407"/>
                  </a:lnTo>
                  <a:lnTo>
                    <a:pt x="5484" y="13266"/>
                  </a:lnTo>
                  <a:lnTo>
                    <a:pt x="5496" y="13266"/>
                  </a:lnTo>
                  <a:lnTo>
                    <a:pt x="6059" y="13305"/>
                  </a:lnTo>
                  <a:lnTo>
                    <a:pt x="6698" y="13867"/>
                  </a:lnTo>
                  <a:lnTo>
                    <a:pt x="7030" y="14340"/>
                  </a:lnTo>
                  <a:lnTo>
                    <a:pt x="7298" y="14212"/>
                  </a:lnTo>
                  <a:lnTo>
                    <a:pt x="7298" y="10685"/>
                  </a:lnTo>
                  <a:lnTo>
                    <a:pt x="9407" y="10110"/>
                  </a:lnTo>
                  <a:lnTo>
                    <a:pt x="9663" y="10250"/>
                  </a:lnTo>
                  <a:lnTo>
                    <a:pt x="9727" y="10122"/>
                  </a:lnTo>
                  <a:lnTo>
                    <a:pt x="9765" y="10071"/>
                  </a:lnTo>
                  <a:lnTo>
                    <a:pt x="9791" y="10033"/>
                  </a:lnTo>
                  <a:lnTo>
                    <a:pt x="9842" y="10020"/>
                  </a:lnTo>
                  <a:lnTo>
                    <a:pt x="9931" y="9982"/>
                  </a:lnTo>
                  <a:lnTo>
                    <a:pt x="10008" y="9956"/>
                  </a:lnTo>
                  <a:lnTo>
                    <a:pt x="10059" y="9944"/>
                  </a:lnTo>
                  <a:lnTo>
                    <a:pt x="10276" y="9944"/>
                  </a:lnTo>
                  <a:lnTo>
                    <a:pt x="10238" y="10084"/>
                  </a:lnTo>
                  <a:lnTo>
                    <a:pt x="10110" y="10084"/>
                  </a:lnTo>
                  <a:lnTo>
                    <a:pt x="9982" y="10122"/>
                  </a:lnTo>
                  <a:lnTo>
                    <a:pt x="9880" y="10378"/>
                  </a:lnTo>
                  <a:lnTo>
                    <a:pt x="10340" y="10646"/>
                  </a:lnTo>
                  <a:lnTo>
                    <a:pt x="10340" y="10506"/>
                  </a:lnTo>
                  <a:lnTo>
                    <a:pt x="10238" y="10378"/>
                  </a:lnTo>
                  <a:lnTo>
                    <a:pt x="10238" y="10186"/>
                  </a:lnTo>
                  <a:lnTo>
                    <a:pt x="10340" y="10186"/>
                  </a:lnTo>
                  <a:lnTo>
                    <a:pt x="10455" y="10084"/>
                  </a:lnTo>
                  <a:lnTo>
                    <a:pt x="10634" y="9790"/>
                  </a:lnTo>
                  <a:lnTo>
                    <a:pt x="11222" y="9867"/>
                  </a:lnTo>
                  <a:lnTo>
                    <a:pt x="11427" y="9598"/>
                  </a:lnTo>
                  <a:lnTo>
                    <a:pt x="11414" y="9496"/>
                  </a:lnTo>
                  <a:lnTo>
                    <a:pt x="10864" y="9496"/>
                  </a:lnTo>
                  <a:lnTo>
                    <a:pt x="10826" y="9330"/>
                  </a:lnTo>
                  <a:lnTo>
                    <a:pt x="11043" y="9202"/>
                  </a:lnTo>
                  <a:lnTo>
                    <a:pt x="11324" y="9394"/>
                  </a:lnTo>
                  <a:lnTo>
                    <a:pt x="11720" y="9496"/>
                  </a:lnTo>
                  <a:lnTo>
                    <a:pt x="11720" y="9662"/>
                  </a:lnTo>
                  <a:lnTo>
                    <a:pt x="11452" y="9726"/>
                  </a:lnTo>
                  <a:lnTo>
                    <a:pt x="11401" y="9739"/>
                  </a:lnTo>
                  <a:lnTo>
                    <a:pt x="11196" y="9982"/>
                  </a:lnTo>
                  <a:lnTo>
                    <a:pt x="10647" y="9982"/>
                  </a:lnTo>
                  <a:lnTo>
                    <a:pt x="10621" y="9995"/>
                  </a:lnTo>
                  <a:lnTo>
                    <a:pt x="10621" y="10020"/>
                  </a:lnTo>
                  <a:lnTo>
                    <a:pt x="10621" y="10110"/>
                  </a:lnTo>
                  <a:lnTo>
                    <a:pt x="10634" y="10225"/>
                  </a:lnTo>
                  <a:lnTo>
                    <a:pt x="10826" y="10289"/>
                  </a:lnTo>
                  <a:lnTo>
                    <a:pt x="10826" y="10940"/>
                  </a:lnTo>
                  <a:lnTo>
                    <a:pt x="11414" y="11273"/>
                  </a:lnTo>
                  <a:lnTo>
                    <a:pt x="11810" y="11746"/>
                  </a:lnTo>
                  <a:lnTo>
                    <a:pt x="12181" y="12014"/>
                  </a:lnTo>
                  <a:lnTo>
                    <a:pt x="13305" y="12014"/>
                  </a:lnTo>
                  <a:lnTo>
                    <a:pt x="14034" y="12142"/>
                  </a:lnTo>
                  <a:lnTo>
                    <a:pt x="14341" y="11822"/>
                  </a:lnTo>
                  <a:lnTo>
                    <a:pt x="14711" y="12027"/>
                  </a:lnTo>
                  <a:lnTo>
                    <a:pt x="14992" y="12423"/>
                  </a:lnTo>
                  <a:lnTo>
                    <a:pt x="15146" y="12589"/>
                  </a:lnTo>
                  <a:lnTo>
                    <a:pt x="15452" y="12576"/>
                  </a:lnTo>
                  <a:lnTo>
                    <a:pt x="15452" y="13241"/>
                  </a:lnTo>
                  <a:lnTo>
                    <a:pt x="15274" y="13343"/>
                  </a:lnTo>
                  <a:lnTo>
                    <a:pt x="15337" y="13407"/>
                  </a:lnTo>
                  <a:lnTo>
                    <a:pt x="15670" y="13637"/>
                  </a:lnTo>
                  <a:lnTo>
                    <a:pt x="15746" y="14212"/>
                  </a:lnTo>
                  <a:lnTo>
                    <a:pt x="15976" y="14353"/>
                  </a:lnTo>
                  <a:lnTo>
                    <a:pt x="16935" y="14353"/>
                  </a:lnTo>
                  <a:lnTo>
                    <a:pt x="17127" y="14800"/>
                  </a:lnTo>
                  <a:lnTo>
                    <a:pt x="17382" y="14800"/>
                  </a:lnTo>
                  <a:lnTo>
                    <a:pt x="17472" y="14506"/>
                  </a:lnTo>
                  <a:lnTo>
                    <a:pt x="17983" y="14097"/>
                  </a:lnTo>
                  <a:lnTo>
                    <a:pt x="18520" y="13867"/>
                  </a:lnTo>
                  <a:lnTo>
                    <a:pt x="19261" y="13203"/>
                  </a:lnTo>
                  <a:lnTo>
                    <a:pt x="19453" y="12819"/>
                  </a:lnTo>
                  <a:lnTo>
                    <a:pt x="20552" y="12832"/>
                  </a:lnTo>
                  <a:lnTo>
                    <a:pt x="21165" y="13024"/>
                  </a:lnTo>
                  <a:lnTo>
                    <a:pt x="21165" y="12691"/>
                  </a:lnTo>
                  <a:lnTo>
                    <a:pt x="21830" y="12346"/>
                  </a:lnTo>
                  <a:lnTo>
                    <a:pt x="22328" y="12551"/>
                  </a:lnTo>
                  <a:lnTo>
                    <a:pt x="22763" y="12819"/>
                  </a:lnTo>
                  <a:lnTo>
                    <a:pt x="23108" y="12564"/>
                  </a:lnTo>
                  <a:lnTo>
                    <a:pt x="23415" y="12819"/>
                  </a:lnTo>
                  <a:lnTo>
                    <a:pt x="23722" y="12691"/>
                  </a:lnTo>
                  <a:lnTo>
                    <a:pt x="23734" y="12691"/>
                  </a:lnTo>
                  <a:lnTo>
                    <a:pt x="24757" y="12627"/>
                  </a:lnTo>
                  <a:lnTo>
                    <a:pt x="24770" y="12640"/>
                  </a:lnTo>
                  <a:lnTo>
                    <a:pt x="25664" y="12921"/>
                  </a:lnTo>
                  <a:lnTo>
                    <a:pt x="26022" y="13113"/>
                  </a:lnTo>
                  <a:lnTo>
                    <a:pt x="25984" y="12806"/>
                  </a:lnTo>
                  <a:lnTo>
                    <a:pt x="26444" y="12308"/>
                  </a:lnTo>
                  <a:lnTo>
                    <a:pt x="26444" y="11950"/>
                  </a:lnTo>
                  <a:lnTo>
                    <a:pt x="26201" y="11579"/>
                  </a:lnTo>
                  <a:lnTo>
                    <a:pt x="26163" y="10876"/>
                  </a:lnTo>
                  <a:lnTo>
                    <a:pt x="25856" y="10698"/>
                  </a:lnTo>
                  <a:lnTo>
                    <a:pt x="27160" y="10186"/>
                  </a:lnTo>
                  <a:lnTo>
                    <a:pt x="27479" y="10314"/>
                  </a:lnTo>
                  <a:lnTo>
                    <a:pt x="27722" y="10314"/>
                  </a:lnTo>
                  <a:lnTo>
                    <a:pt x="27952" y="10391"/>
                  </a:lnTo>
                  <a:lnTo>
                    <a:pt x="28080" y="10237"/>
                  </a:lnTo>
                  <a:lnTo>
                    <a:pt x="27939" y="10059"/>
                  </a:lnTo>
                  <a:lnTo>
                    <a:pt x="27901" y="10020"/>
                  </a:lnTo>
                  <a:lnTo>
                    <a:pt x="27914" y="9982"/>
                  </a:lnTo>
                  <a:lnTo>
                    <a:pt x="27658" y="9854"/>
                  </a:lnTo>
                  <a:lnTo>
                    <a:pt x="27696" y="9407"/>
                  </a:lnTo>
                  <a:lnTo>
                    <a:pt x="27875" y="9381"/>
                  </a:lnTo>
                  <a:lnTo>
                    <a:pt x="28029" y="9483"/>
                  </a:lnTo>
                  <a:lnTo>
                    <a:pt x="28348" y="8141"/>
                  </a:lnTo>
                  <a:lnTo>
                    <a:pt x="29268" y="8665"/>
                  </a:lnTo>
                  <a:lnTo>
                    <a:pt x="29626" y="8563"/>
                  </a:lnTo>
                  <a:lnTo>
                    <a:pt x="30074" y="8640"/>
                  </a:lnTo>
                  <a:lnTo>
                    <a:pt x="30444" y="8346"/>
                  </a:lnTo>
                  <a:lnTo>
                    <a:pt x="30393" y="7822"/>
                  </a:lnTo>
                  <a:lnTo>
                    <a:pt x="30444" y="7375"/>
                  </a:lnTo>
                  <a:lnTo>
                    <a:pt x="31160" y="7042"/>
                  </a:lnTo>
                  <a:lnTo>
                    <a:pt x="31275" y="6799"/>
                  </a:lnTo>
                  <a:lnTo>
                    <a:pt x="31160" y="6633"/>
                  </a:lnTo>
                  <a:lnTo>
                    <a:pt x="31556" y="6429"/>
                  </a:lnTo>
                  <a:lnTo>
                    <a:pt x="31927" y="6454"/>
                  </a:lnTo>
                  <a:lnTo>
                    <a:pt x="31991" y="6544"/>
                  </a:lnTo>
                  <a:lnTo>
                    <a:pt x="32042" y="6518"/>
                  </a:lnTo>
                  <a:lnTo>
                    <a:pt x="31735" y="6097"/>
                  </a:lnTo>
                  <a:lnTo>
                    <a:pt x="31569" y="6263"/>
                  </a:lnTo>
                  <a:lnTo>
                    <a:pt x="30968" y="6250"/>
                  </a:lnTo>
                  <a:lnTo>
                    <a:pt x="30700" y="6173"/>
                  </a:lnTo>
                  <a:lnTo>
                    <a:pt x="30355" y="6020"/>
                  </a:lnTo>
                  <a:lnTo>
                    <a:pt x="30304" y="5662"/>
                  </a:lnTo>
                  <a:lnTo>
                    <a:pt x="29792" y="5547"/>
                  </a:lnTo>
                  <a:lnTo>
                    <a:pt x="29792" y="5355"/>
                  </a:lnTo>
                  <a:lnTo>
                    <a:pt x="29511" y="4959"/>
                  </a:lnTo>
                  <a:lnTo>
                    <a:pt x="29000" y="4716"/>
                  </a:lnTo>
                  <a:lnTo>
                    <a:pt x="27901" y="4959"/>
                  </a:lnTo>
                  <a:lnTo>
                    <a:pt x="27390" y="5010"/>
                  </a:lnTo>
                  <a:lnTo>
                    <a:pt x="27313" y="4563"/>
                  </a:lnTo>
                  <a:lnTo>
                    <a:pt x="27019" y="4371"/>
                  </a:lnTo>
                  <a:lnTo>
                    <a:pt x="26725" y="4448"/>
                  </a:lnTo>
                  <a:lnTo>
                    <a:pt x="26725" y="4806"/>
                  </a:lnTo>
                  <a:lnTo>
                    <a:pt x="26380" y="4895"/>
                  </a:lnTo>
                  <a:lnTo>
                    <a:pt x="24833" y="2505"/>
                  </a:lnTo>
                  <a:lnTo>
                    <a:pt x="24680" y="2275"/>
                  </a:lnTo>
                  <a:lnTo>
                    <a:pt x="23658" y="1636"/>
                  </a:lnTo>
                  <a:lnTo>
                    <a:pt x="23581" y="1381"/>
                  </a:lnTo>
                  <a:lnTo>
                    <a:pt x="23785" y="1278"/>
                  </a:lnTo>
                  <a:lnTo>
                    <a:pt x="23696" y="1112"/>
                  </a:lnTo>
                  <a:lnTo>
                    <a:pt x="23376" y="1265"/>
                  </a:lnTo>
                  <a:lnTo>
                    <a:pt x="22750" y="1496"/>
                  </a:lnTo>
                  <a:lnTo>
                    <a:pt x="22648" y="1662"/>
                  </a:lnTo>
                  <a:lnTo>
                    <a:pt x="22022" y="1802"/>
                  </a:lnTo>
                  <a:lnTo>
                    <a:pt x="21958" y="2020"/>
                  </a:lnTo>
                  <a:lnTo>
                    <a:pt x="21434" y="1892"/>
                  </a:lnTo>
                  <a:lnTo>
                    <a:pt x="21242" y="2007"/>
                  </a:lnTo>
                  <a:lnTo>
                    <a:pt x="21025" y="2007"/>
                  </a:lnTo>
                  <a:lnTo>
                    <a:pt x="21101" y="1611"/>
                  </a:lnTo>
                  <a:lnTo>
                    <a:pt x="21268" y="1457"/>
                  </a:lnTo>
                  <a:lnTo>
                    <a:pt x="20961" y="1559"/>
                  </a:lnTo>
                  <a:lnTo>
                    <a:pt x="20654" y="1457"/>
                  </a:lnTo>
                  <a:lnTo>
                    <a:pt x="20488" y="1585"/>
                  </a:lnTo>
                  <a:lnTo>
                    <a:pt x="20143" y="1368"/>
                  </a:lnTo>
                  <a:lnTo>
                    <a:pt x="20143" y="1061"/>
                  </a:lnTo>
                  <a:lnTo>
                    <a:pt x="20130" y="1074"/>
                  </a:lnTo>
                  <a:lnTo>
                    <a:pt x="20130" y="1189"/>
                  </a:lnTo>
                  <a:lnTo>
                    <a:pt x="19734" y="1278"/>
                  </a:lnTo>
                  <a:lnTo>
                    <a:pt x="19414" y="1419"/>
                  </a:lnTo>
                  <a:lnTo>
                    <a:pt x="19172" y="1214"/>
                  </a:lnTo>
                  <a:lnTo>
                    <a:pt x="19312" y="1010"/>
                  </a:lnTo>
                  <a:lnTo>
                    <a:pt x="19389" y="754"/>
                  </a:lnTo>
                  <a:lnTo>
                    <a:pt x="19248" y="575"/>
                  </a:lnTo>
                  <a:lnTo>
                    <a:pt x="18993" y="90"/>
                  </a:lnTo>
                  <a:lnTo>
                    <a:pt x="18788" y="128"/>
                  </a:lnTo>
                  <a:lnTo>
                    <a:pt x="18660" y="281"/>
                  </a:lnTo>
                  <a:lnTo>
                    <a:pt x="18213" y="115"/>
                  </a:lnTo>
                  <a:lnTo>
                    <a:pt x="176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78"/>
            <p:cNvSpPr/>
            <p:nvPr/>
          </p:nvSpPr>
          <p:spPr>
            <a:xfrm>
              <a:off x="4035875" y="2239050"/>
              <a:ext cx="375475" cy="203550"/>
            </a:xfrm>
            <a:custGeom>
              <a:rect b="b" l="l" r="r" t="t"/>
              <a:pathLst>
                <a:path extrusionOk="0" h="8142" w="15019">
                  <a:moveTo>
                    <a:pt x="7708" y="1253"/>
                  </a:moveTo>
                  <a:lnTo>
                    <a:pt x="7874" y="1432"/>
                  </a:lnTo>
                  <a:lnTo>
                    <a:pt x="7874" y="1803"/>
                  </a:lnTo>
                  <a:lnTo>
                    <a:pt x="7887" y="1867"/>
                  </a:lnTo>
                  <a:lnTo>
                    <a:pt x="7925" y="1956"/>
                  </a:lnTo>
                  <a:lnTo>
                    <a:pt x="7989" y="2071"/>
                  </a:lnTo>
                  <a:lnTo>
                    <a:pt x="7759" y="2071"/>
                  </a:lnTo>
                  <a:lnTo>
                    <a:pt x="7657" y="1803"/>
                  </a:lnTo>
                  <a:lnTo>
                    <a:pt x="7708" y="1253"/>
                  </a:lnTo>
                  <a:close/>
                  <a:moveTo>
                    <a:pt x="9676" y="3106"/>
                  </a:moveTo>
                  <a:lnTo>
                    <a:pt x="9816" y="3375"/>
                  </a:lnTo>
                  <a:lnTo>
                    <a:pt x="9983" y="3566"/>
                  </a:lnTo>
                  <a:lnTo>
                    <a:pt x="9970" y="3579"/>
                  </a:lnTo>
                  <a:lnTo>
                    <a:pt x="9932" y="3618"/>
                  </a:lnTo>
                  <a:lnTo>
                    <a:pt x="9893" y="3643"/>
                  </a:lnTo>
                  <a:lnTo>
                    <a:pt x="9816" y="3643"/>
                  </a:lnTo>
                  <a:lnTo>
                    <a:pt x="9727" y="3618"/>
                  </a:lnTo>
                  <a:lnTo>
                    <a:pt x="9625" y="3566"/>
                  </a:lnTo>
                  <a:lnTo>
                    <a:pt x="9497" y="3503"/>
                  </a:lnTo>
                  <a:lnTo>
                    <a:pt x="9114" y="3196"/>
                  </a:lnTo>
                  <a:lnTo>
                    <a:pt x="9114" y="3106"/>
                  </a:lnTo>
                  <a:lnTo>
                    <a:pt x="9535" y="3247"/>
                  </a:lnTo>
                  <a:lnTo>
                    <a:pt x="9535" y="3106"/>
                  </a:lnTo>
                  <a:close/>
                  <a:moveTo>
                    <a:pt x="11478" y="4819"/>
                  </a:moveTo>
                  <a:lnTo>
                    <a:pt x="11670" y="5049"/>
                  </a:lnTo>
                  <a:lnTo>
                    <a:pt x="11478" y="5254"/>
                  </a:lnTo>
                  <a:lnTo>
                    <a:pt x="11184" y="5190"/>
                  </a:lnTo>
                  <a:lnTo>
                    <a:pt x="10788" y="5254"/>
                  </a:lnTo>
                  <a:lnTo>
                    <a:pt x="10519" y="5573"/>
                  </a:lnTo>
                  <a:lnTo>
                    <a:pt x="10583" y="5420"/>
                  </a:lnTo>
                  <a:lnTo>
                    <a:pt x="10788" y="5113"/>
                  </a:lnTo>
                  <a:lnTo>
                    <a:pt x="11158" y="5049"/>
                  </a:lnTo>
                  <a:lnTo>
                    <a:pt x="11478" y="5049"/>
                  </a:lnTo>
                  <a:lnTo>
                    <a:pt x="11478" y="4819"/>
                  </a:lnTo>
                  <a:close/>
                  <a:moveTo>
                    <a:pt x="10059" y="1"/>
                  </a:moveTo>
                  <a:lnTo>
                    <a:pt x="9395" y="13"/>
                  </a:lnTo>
                  <a:lnTo>
                    <a:pt x="9037" y="218"/>
                  </a:lnTo>
                  <a:lnTo>
                    <a:pt x="8641" y="410"/>
                  </a:lnTo>
                  <a:lnTo>
                    <a:pt x="8436" y="192"/>
                  </a:lnTo>
                  <a:lnTo>
                    <a:pt x="8423" y="192"/>
                  </a:lnTo>
                  <a:lnTo>
                    <a:pt x="8257" y="282"/>
                  </a:lnTo>
                  <a:lnTo>
                    <a:pt x="7823" y="653"/>
                  </a:lnTo>
                  <a:lnTo>
                    <a:pt x="7784" y="1125"/>
                  </a:lnTo>
                  <a:lnTo>
                    <a:pt x="7618" y="1279"/>
                  </a:lnTo>
                  <a:lnTo>
                    <a:pt x="7516" y="1125"/>
                  </a:lnTo>
                  <a:lnTo>
                    <a:pt x="7158" y="972"/>
                  </a:lnTo>
                  <a:lnTo>
                    <a:pt x="6609" y="908"/>
                  </a:lnTo>
                  <a:lnTo>
                    <a:pt x="6570" y="806"/>
                  </a:lnTo>
                  <a:lnTo>
                    <a:pt x="6212" y="972"/>
                  </a:lnTo>
                  <a:lnTo>
                    <a:pt x="5893" y="934"/>
                  </a:lnTo>
                  <a:lnTo>
                    <a:pt x="5458" y="985"/>
                  </a:lnTo>
                  <a:lnTo>
                    <a:pt x="5394" y="870"/>
                  </a:lnTo>
                  <a:lnTo>
                    <a:pt x="5215" y="908"/>
                  </a:lnTo>
                  <a:lnTo>
                    <a:pt x="4909" y="729"/>
                  </a:lnTo>
                  <a:lnTo>
                    <a:pt x="4487" y="525"/>
                  </a:lnTo>
                  <a:lnTo>
                    <a:pt x="3822" y="448"/>
                  </a:lnTo>
                  <a:lnTo>
                    <a:pt x="2851" y="474"/>
                  </a:lnTo>
                  <a:lnTo>
                    <a:pt x="2813" y="857"/>
                  </a:lnTo>
                  <a:lnTo>
                    <a:pt x="2314" y="857"/>
                  </a:lnTo>
                  <a:lnTo>
                    <a:pt x="2199" y="1164"/>
                  </a:lnTo>
                  <a:lnTo>
                    <a:pt x="2429" y="1407"/>
                  </a:lnTo>
                  <a:lnTo>
                    <a:pt x="2301" y="1956"/>
                  </a:lnTo>
                  <a:lnTo>
                    <a:pt x="1407" y="1956"/>
                  </a:lnTo>
                  <a:lnTo>
                    <a:pt x="1011" y="2582"/>
                  </a:lnTo>
                  <a:lnTo>
                    <a:pt x="640" y="3209"/>
                  </a:lnTo>
                  <a:lnTo>
                    <a:pt x="1" y="3835"/>
                  </a:lnTo>
                  <a:lnTo>
                    <a:pt x="346" y="4039"/>
                  </a:lnTo>
                  <a:lnTo>
                    <a:pt x="781" y="4039"/>
                  </a:lnTo>
                  <a:lnTo>
                    <a:pt x="2940" y="4563"/>
                  </a:lnTo>
                  <a:lnTo>
                    <a:pt x="3030" y="4678"/>
                  </a:lnTo>
                  <a:lnTo>
                    <a:pt x="3324" y="4678"/>
                  </a:lnTo>
                  <a:lnTo>
                    <a:pt x="3388" y="4563"/>
                  </a:lnTo>
                  <a:lnTo>
                    <a:pt x="4142" y="4448"/>
                  </a:lnTo>
                  <a:lnTo>
                    <a:pt x="4257" y="4244"/>
                  </a:lnTo>
                  <a:lnTo>
                    <a:pt x="4755" y="4282"/>
                  </a:lnTo>
                  <a:lnTo>
                    <a:pt x="4845" y="4103"/>
                  </a:lnTo>
                  <a:lnTo>
                    <a:pt x="5267" y="4039"/>
                  </a:lnTo>
                  <a:lnTo>
                    <a:pt x="5765" y="4372"/>
                  </a:lnTo>
                  <a:lnTo>
                    <a:pt x="5957" y="4244"/>
                  </a:lnTo>
                  <a:lnTo>
                    <a:pt x="6136" y="4436"/>
                  </a:lnTo>
                  <a:lnTo>
                    <a:pt x="6353" y="4321"/>
                  </a:lnTo>
                  <a:lnTo>
                    <a:pt x="6557" y="4589"/>
                  </a:lnTo>
                  <a:lnTo>
                    <a:pt x="6647" y="4819"/>
                  </a:lnTo>
                  <a:lnTo>
                    <a:pt x="6634" y="5151"/>
                  </a:lnTo>
                  <a:lnTo>
                    <a:pt x="6877" y="5407"/>
                  </a:lnTo>
                  <a:lnTo>
                    <a:pt x="7286" y="5778"/>
                  </a:lnTo>
                  <a:lnTo>
                    <a:pt x="6506" y="5956"/>
                  </a:lnTo>
                  <a:lnTo>
                    <a:pt x="6506" y="6263"/>
                  </a:lnTo>
                  <a:lnTo>
                    <a:pt x="6315" y="6774"/>
                  </a:lnTo>
                  <a:lnTo>
                    <a:pt x="5880" y="7107"/>
                  </a:lnTo>
                  <a:lnTo>
                    <a:pt x="5931" y="7260"/>
                  </a:lnTo>
                  <a:lnTo>
                    <a:pt x="6941" y="7260"/>
                  </a:lnTo>
                  <a:lnTo>
                    <a:pt x="6941" y="7068"/>
                  </a:lnTo>
                  <a:lnTo>
                    <a:pt x="7005" y="6966"/>
                  </a:lnTo>
                  <a:lnTo>
                    <a:pt x="7005" y="6749"/>
                  </a:lnTo>
                  <a:lnTo>
                    <a:pt x="7388" y="6685"/>
                  </a:lnTo>
                  <a:lnTo>
                    <a:pt x="7682" y="6404"/>
                  </a:lnTo>
                  <a:lnTo>
                    <a:pt x="7797" y="6199"/>
                  </a:lnTo>
                  <a:lnTo>
                    <a:pt x="7797" y="6046"/>
                  </a:lnTo>
                  <a:lnTo>
                    <a:pt x="8078" y="5931"/>
                  </a:lnTo>
                  <a:lnTo>
                    <a:pt x="8283" y="5931"/>
                  </a:lnTo>
                  <a:lnTo>
                    <a:pt x="8602" y="5854"/>
                  </a:lnTo>
                  <a:lnTo>
                    <a:pt x="8871" y="5880"/>
                  </a:lnTo>
                  <a:lnTo>
                    <a:pt x="8794" y="5931"/>
                  </a:lnTo>
                  <a:lnTo>
                    <a:pt x="8666" y="6033"/>
                  </a:lnTo>
                  <a:lnTo>
                    <a:pt x="8807" y="6212"/>
                  </a:lnTo>
                  <a:lnTo>
                    <a:pt x="9037" y="6429"/>
                  </a:lnTo>
                  <a:lnTo>
                    <a:pt x="9369" y="6327"/>
                  </a:lnTo>
                  <a:lnTo>
                    <a:pt x="9740" y="6314"/>
                  </a:lnTo>
                  <a:lnTo>
                    <a:pt x="9816" y="6378"/>
                  </a:lnTo>
                  <a:lnTo>
                    <a:pt x="9995" y="6493"/>
                  </a:lnTo>
                  <a:lnTo>
                    <a:pt x="10098" y="6429"/>
                  </a:lnTo>
                  <a:lnTo>
                    <a:pt x="10072" y="6314"/>
                  </a:lnTo>
                  <a:lnTo>
                    <a:pt x="10238" y="6340"/>
                  </a:lnTo>
                  <a:lnTo>
                    <a:pt x="10251" y="6263"/>
                  </a:lnTo>
                  <a:lnTo>
                    <a:pt x="10340" y="6238"/>
                  </a:lnTo>
                  <a:lnTo>
                    <a:pt x="10379" y="6327"/>
                  </a:lnTo>
                  <a:lnTo>
                    <a:pt x="10507" y="6250"/>
                  </a:lnTo>
                  <a:lnTo>
                    <a:pt x="10673" y="6276"/>
                  </a:lnTo>
                  <a:lnTo>
                    <a:pt x="10724" y="6353"/>
                  </a:lnTo>
                  <a:lnTo>
                    <a:pt x="10583" y="6557"/>
                  </a:lnTo>
                  <a:lnTo>
                    <a:pt x="10315" y="6570"/>
                  </a:lnTo>
                  <a:lnTo>
                    <a:pt x="10302" y="6480"/>
                  </a:lnTo>
                  <a:lnTo>
                    <a:pt x="10149" y="6429"/>
                  </a:lnTo>
                  <a:lnTo>
                    <a:pt x="10098" y="6506"/>
                  </a:lnTo>
                  <a:lnTo>
                    <a:pt x="9995" y="6570"/>
                  </a:lnTo>
                  <a:lnTo>
                    <a:pt x="9829" y="6685"/>
                  </a:lnTo>
                  <a:lnTo>
                    <a:pt x="9638" y="6672"/>
                  </a:lnTo>
                  <a:lnTo>
                    <a:pt x="9408" y="6838"/>
                  </a:lnTo>
                  <a:lnTo>
                    <a:pt x="9126" y="6953"/>
                  </a:lnTo>
                  <a:lnTo>
                    <a:pt x="9126" y="7119"/>
                  </a:lnTo>
                  <a:lnTo>
                    <a:pt x="9356" y="7094"/>
                  </a:lnTo>
                  <a:lnTo>
                    <a:pt x="9497" y="7094"/>
                  </a:lnTo>
                  <a:lnTo>
                    <a:pt x="9612" y="7235"/>
                  </a:lnTo>
                  <a:lnTo>
                    <a:pt x="9791" y="7222"/>
                  </a:lnTo>
                  <a:lnTo>
                    <a:pt x="9970" y="7273"/>
                  </a:lnTo>
                  <a:lnTo>
                    <a:pt x="10085" y="7362"/>
                  </a:lnTo>
                  <a:lnTo>
                    <a:pt x="10098" y="7439"/>
                  </a:lnTo>
                  <a:lnTo>
                    <a:pt x="10021" y="7503"/>
                  </a:lnTo>
                  <a:lnTo>
                    <a:pt x="10059" y="7592"/>
                  </a:lnTo>
                  <a:lnTo>
                    <a:pt x="10059" y="7733"/>
                  </a:lnTo>
                  <a:lnTo>
                    <a:pt x="9932" y="7848"/>
                  </a:lnTo>
                  <a:lnTo>
                    <a:pt x="10021" y="8065"/>
                  </a:lnTo>
                  <a:lnTo>
                    <a:pt x="10366" y="8142"/>
                  </a:lnTo>
                  <a:lnTo>
                    <a:pt x="10443" y="8078"/>
                  </a:lnTo>
                  <a:lnTo>
                    <a:pt x="10507" y="7950"/>
                  </a:lnTo>
                  <a:lnTo>
                    <a:pt x="10634" y="7899"/>
                  </a:lnTo>
                  <a:lnTo>
                    <a:pt x="10864" y="7669"/>
                  </a:lnTo>
                  <a:lnTo>
                    <a:pt x="11197" y="7656"/>
                  </a:lnTo>
                  <a:lnTo>
                    <a:pt x="11235" y="7567"/>
                  </a:lnTo>
                  <a:lnTo>
                    <a:pt x="11376" y="7503"/>
                  </a:lnTo>
                  <a:lnTo>
                    <a:pt x="11491" y="7413"/>
                  </a:lnTo>
                  <a:lnTo>
                    <a:pt x="11708" y="7413"/>
                  </a:lnTo>
                  <a:lnTo>
                    <a:pt x="11874" y="7528"/>
                  </a:lnTo>
                  <a:lnTo>
                    <a:pt x="12143" y="7439"/>
                  </a:lnTo>
                  <a:lnTo>
                    <a:pt x="12194" y="7286"/>
                  </a:lnTo>
                  <a:lnTo>
                    <a:pt x="12398" y="7247"/>
                  </a:lnTo>
                  <a:lnTo>
                    <a:pt x="12500" y="7235"/>
                  </a:lnTo>
                  <a:lnTo>
                    <a:pt x="12500" y="7171"/>
                  </a:lnTo>
                  <a:lnTo>
                    <a:pt x="12449" y="7056"/>
                  </a:lnTo>
                  <a:lnTo>
                    <a:pt x="12334" y="6992"/>
                  </a:lnTo>
                  <a:lnTo>
                    <a:pt x="12028" y="6966"/>
                  </a:lnTo>
                  <a:lnTo>
                    <a:pt x="11989" y="7145"/>
                  </a:lnTo>
                  <a:lnTo>
                    <a:pt x="11593" y="7132"/>
                  </a:lnTo>
                  <a:lnTo>
                    <a:pt x="11261" y="7017"/>
                  </a:lnTo>
                  <a:lnTo>
                    <a:pt x="11235" y="6877"/>
                  </a:lnTo>
                  <a:lnTo>
                    <a:pt x="11197" y="6813"/>
                  </a:lnTo>
                  <a:lnTo>
                    <a:pt x="10916" y="6698"/>
                  </a:lnTo>
                  <a:lnTo>
                    <a:pt x="10967" y="6634"/>
                  </a:lnTo>
                  <a:lnTo>
                    <a:pt x="10749" y="6468"/>
                  </a:lnTo>
                  <a:lnTo>
                    <a:pt x="10864" y="6327"/>
                  </a:lnTo>
                  <a:lnTo>
                    <a:pt x="11120" y="6289"/>
                  </a:lnTo>
                  <a:lnTo>
                    <a:pt x="11312" y="6135"/>
                  </a:lnTo>
                  <a:lnTo>
                    <a:pt x="11389" y="5982"/>
                  </a:lnTo>
                  <a:lnTo>
                    <a:pt x="11478" y="6033"/>
                  </a:lnTo>
                  <a:lnTo>
                    <a:pt x="11644" y="6020"/>
                  </a:lnTo>
                  <a:lnTo>
                    <a:pt x="11849" y="5867"/>
                  </a:lnTo>
                  <a:lnTo>
                    <a:pt x="12079" y="5867"/>
                  </a:lnTo>
                  <a:lnTo>
                    <a:pt x="12206" y="5790"/>
                  </a:lnTo>
                  <a:lnTo>
                    <a:pt x="12603" y="5790"/>
                  </a:lnTo>
                  <a:lnTo>
                    <a:pt x="12692" y="5662"/>
                  </a:lnTo>
                  <a:lnTo>
                    <a:pt x="12845" y="5650"/>
                  </a:lnTo>
                  <a:lnTo>
                    <a:pt x="12999" y="5547"/>
                  </a:lnTo>
                  <a:lnTo>
                    <a:pt x="13178" y="5420"/>
                  </a:lnTo>
                  <a:lnTo>
                    <a:pt x="13382" y="5343"/>
                  </a:lnTo>
                  <a:lnTo>
                    <a:pt x="13600" y="5381"/>
                  </a:lnTo>
                  <a:lnTo>
                    <a:pt x="13715" y="4819"/>
                  </a:lnTo>
                  <a:lnTo>
                    <a:pt x="14047" y="4819"/>
                  </a:lnTo>
                  <a:lnTo>
                    <a:pt x="14405" y="4551"/>
                  </a:lnTo>
                  <a:lnTo>
                    <a:pt x="14865" y="4551"/>
                  </a:lnTo>
                  <a:lnTo>
                    <a:pt x="15005" y="4180"/>
                  </a:lnTo>
                  <a:lnTo>
                    <a:pt x="14788" y="3975"/>
                  </a:lnTo>
                  <a:lnTo>
                    <a:pt x="14763" y="3605"/>
                  </a:lnTo>
                  <a:lnTo>
                    <a:pt x="14942" y="3592"/>
                  </a:lnTo>
                  <a:lnTo>
                    <a:pt x="14827" y="3477"/>
                  </a:lnTo>
                  <a:lnTo>
                    <a:pt x="15018" y="3221"/>
                  </a:lnTo>
                  <a:lnTo>
                    <a:pt x="15018" y="2851"/>
                  </a:lnTo>
                  <a:lnTo>
                    <a:pt x="14788" y="2851"/>
                  </a:lnTo>
                  <a:lnTo>
                    <a:pt x="14290" y="2685"/>
                  </a:lnTo>
                  <a:lnTo>
                    <a:pt x="13753" y="2442"/>
                  </a:lnTo>
                  <a:lnTo>
                    <a:pt x="13382" y="2442"/>
                  </a:lnTo>
                  <a:lnTo>
                    <a:pt x="13242" y="2020"/>
                  </a:lnTo>
                  <a:lnTo>
                    <a:pt x="12833" y="2212"/>
                  </a:lnTo>
                  <a:lnTo>
                    <a:pt x="12373" y="2212"/>
                  </a:lnTo>
                  <a:lnTo>
                    <a:pt x="11951" y="2084"/>
                  </a:lnTo>
                  <a:lnTo>
                    <a:pt x="11580" y="2084"/>
                  </a:lnTo>
                  <a:lnTo>
                    <a:pt x="11286" y="1458"/>
                  </a:lnTo>
                  <a:lnTo>
                    <a:pt x="10954" y="1228"/>
                  </a:lnTo>
                  <a:lnTo>
                    <a:pt x="10583" y="1228"/>
                  </a:lnTo>
                  <a:lnTo>
                    <a:pt x="10340" y="806"/>
                  </a:lnTo>
                  <a:lnTo>
                    <a:pt x="10634" y="665"/>
                  </a:lnTo>
                  <a:lnTo>
                    <a:pt x="10379" y="371"/>
                  </a:lnTo>
                  <a:lnTo>
                    <a:pt x="1005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78"/>
            <p:cNvSpPr/>
            <p:nvPr/>
          </p:nvSpPr>
          <p:spPr>
            <a:xfrm>
              <a:off x="4417400" y="2459525"/>
              <a:ext cx="130375" cy="58500"/>
            </a:xfrm>
            <a:custGeom>
              <a:rect b="b" l="l" r="r" t="t"/>
              <a:pathLst>
                <a:path extrusionOk="0" h="2340" w="5215">
                  <a:moveTo>
                    <a:pt x="77" y="0"/>
                  </a:moveTo>
                  <a:lnTo>
                    <a:pt x="0" y="103"/>
                  </a:lnTo>
                  <a:lnTo>
                    <a:pt x="64" y="103"/>
                  </a:lnTo>
                  <a:lnTo>
                    <a:pt x="128" y="294"/>
                  </a:lnTo>
                  <a:lnTo>
                    <a:pt x="665" y="486"/>
                  </a:lnTo>
                  <a:lnTo>
                    <a:pt x="805" y="665"/>
                  </a:lnTo>
                  <a:lnTo>
                    <a:pt x="1074" y="690"/>
                  </a:lnTo>
                  <a:lnTo>
                    <a:pt x="1304" y="1572"/>
                  </a:lnTo>
                  <a:lnTo>
                    <a:pt x="1099" y="1815"/>
                  </a:lnTo>
                  <a:lnTo>
                    <a:pt x="1368" y="1879"/>
                  </a:lnTo>
                  <a:lnTo>
                    <a:pt x="1674" y="1879"/>
                  </a:lnTo>
                  <a:lnTo>
                    <a:pt x="1943" y="1969"/>
                  </a:lnTo>
                  <a:lnTo>
                    <a:pt x="2160" y="1879"/>
                  </a:lnTo>
                  <a:lnTo>
                    <a:pt x="2186" y="1879"/>
                  </a:lnTo>
                  <a:lnTo>
                    <a:pt x="2198" y="1892"/>
                  </a:lnTo>
                  <a:lnTo>
                    <a:pt x="2518" y="2186"/>
                  </a:lnTo>
                  <a:lnTo>
                    <a:pt x="2876" y="2186"/>
                  </a:lnTo>
                  <a:lnTo>
                    <a:pt x="3080" y="2339"/>
                  </a:lnTo>
                  <a:lnTo>
                    <a:pt x="3208" y="2250"/>
                  </a:lnTo>
                  <a:lnTo>
                    <a:pt x="4141" y="1930"/>
                  </a:lnTo>
                  <a:lnTo>
                    <a:pt x="4167" y="1930"/>
                  </a:lnTo>
                  <a:lnTo>
                    <a:pt x="4806" y="2237"/>
                  </a:lnTo>
                  <a:lnTo>
                    <a:pt x="5163" y="2314"/>
                  </a:lnTo>
                  <a:lnTo>
                    <a:pt x="5163" y="1802"/>
                  </a:lnTo>
                  <a:lnTo>
                    <a:pt x="5163" y="1790"/>
                  </a:lnTo>
                  <a:lnTo>
                    <a:pt x="5215" y="1700"/>
                  </a:lnTo>
                  <a:lnTo>
                    <a:pt x="4985" y="1470"/>
                  </a:lnTo>
                  <a:lnTo>
                    <a:pt x="4588" y="1419"/>
                  </a:lnTo>
                  <a:lnTo>
                    <a:pt x="4576" y="1419"/>
                  </a:lnTo>
                  <a:lnTo>
                    <a:pt x="4384" y="1317"/>
                  </a:lnTo>
                  <a:lnTo>
                    <a:pt x="4371" y="1304"/>
                  </a:lnTo>
                  <a:lnTo>
                    <a:pt x="4371" y="1278"/>
                  </a:lnTo>
                  <a:lnTo>
                    <a:pt x="4435" y="1061"/>
                  </a:lnTo>
                  <a:lnTo>
                    <a:pt x="4435" y="933"/>
                  </a:lnTo>
                  <a:lnTo>
                    <a:pt x="4179" y="946"/>
                  </a:lnTo>
                  <a:lnTo>
                    <a:pt x="4167" y="933"/>
                  </a:lnTo>
                  <a:lnTo>
                    <a:pt x="4154" y="933"/>
                  </a:lnTo>
                  <a:lnTo>
                    <a:pt x="4052" y="805"/>
                  </a:lnTo>
                  <a:lnTo>
                    <a:pt x="3502" y="818"/>
                  </a:lnTo>
                  <a:lnTo>
                    <a:pt x="3246" y="857"/>
                  </a:lnTo>
                  <a:lnTo>
                    <a:pt x="3042" y="1023"/>
                  </a:lnTo>
                  <a:lnTo>
                    <a:pt x="3029" y="1036"/>
                  </a:lnTo>
                  <a:lnTo>
                    <a:pt x="3016" y="1036"/>
                  </a:lnTo>
                  <a:lnTo>
                    <a:pt x="3003" y="1023"/>
                  </a:lnTo>
                  <a:lnTo>
                    <a:pt x="2991" y="1010"/>
                  </a:lnTo>
                  <a:lnTo>
                    <a:pt x="2876" y="665"/>
                  </a:lnTo>
                  <a:lnTo>
                    <a:pt x="2710" y="665"/>
                  </a:lnTo>
                  <a:lnTo>
                    <a:pt x="2684" y="652"/>
                  </a:lnTo>
                  <a:lnTo>
                    <a:pt x="2288" y="358"/>
                  </a:lnTo>
                  <a:lnTo>
                    <a:pt x="1393" y="358"/>
                  </a:lnTo>
                  <a:lnTo>
                    <a:pt x="792" y="128"/>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8"/>
            <p:cNvSpPr/>
            <p:nvPr/>
          </p:nvSpPr>
          <p:spPr>
            <a:xfrm>
              <a:off x="5350375" y="2244475"/>
              <a:ext cx="634575" cy="261075"/>
            </a:xfrm>
            <a:custGeom>
              <a:rect b="b" l="l" r="r" t="t"/>
              <a:pathLst>
                <a:path extrusionOk="0" h="10443" w="25383">
                  <a:moveTo>
                    <a:pt x="10481" y="832"/>
                  </a:moveTo>
                  <a:lnTo>
                    <a:pt x="10532" y="1023"/>
                  </a:lnTo>
                  <a:lnTo>
                    <a:pt x="10532" y="1343"/>
                  </a:lnTo>
                  <a:lnTo>
                    <a:pt x="10442" y="1432"/>
                  </a:lnTo>
                  <a:lnTo>
                    <a:pt x="10353" y="1522"/>
                  </a:lnTo>
                  <a:lnTo>
                    <a:pt x="10238" y="1854"/>
                  </a:lnTo>
                  <a:lnTo>
                    <a:pt x="10238" y="1049"/>
                  </a:lnTo>
                  <a:lnTo>
                    <a:pt x="10391" y="934"/>
                  </a:lnTo>
                  <a:lnTo>
                    <a:pt x="10481" y="832"/>
                  </a:lnTo>
                  <a:close/>
                  <a:moveTo>
                    <a:pt x="4435" y="1803"/>
                  </a:moveTo>
                  <a:lnTo>
                    <a:pt x="4435" y="1944"/>
                  </a:lnTo>
                  <a:lnTo>
                    <a:pt x="4742" y="2033"/>
                  </a:lnTo>
                  <a:lnTo>
                    <a:pt x="4589" y="2135"/>
                  </a:lnTo>
                  <a:lnTo>
                    <a:pt x="4525" y="2135"/>
                  </a:lnTo>
                  <a:lnTo>
                    <a:pt x="4435" y="2289"/>
                  </a:lnTo>
                  <a:lnTo>
                    <a:pt x="4295" y="2289"/>
                  </a:lnTo>
                  <a:lnTo>
                    <a:pt x="4039" y="2046"/>
                  </a:lnTo>
                  <a:lnTo>
                    <a:pt x="4154" y="1803"/>
                  </a:lnTo>
                  <a:close/>
                  <a:moveTo>
                    <a:pt x="4550" y="3043"/>
                  </a:moveTo>
                  <a:lnTo>
                    <a:pt x="5023" y="3196"/>
                  </a:lnTo>
                  <a:lnTo>
                    <a:pt x="5023" y="3286"/>
                  </a:lnTo>
                  <a:lnTo>
                    <a:pt x="4947" y="3362"/>
                  </a:lnTo>
                  <a:lnTo>
                    <a:pt x="4947" y="3465"/>
                  </a:lnTo>
                  <a:lnTo>
                    <a:pt x="4793" y="3528"/>
                  </a:lnTo>
                  <a:lnTo>
                    <a:pt x="4742" y="3286"/>
                  </a:lnTo>
                  <a:lnTo>
                    <a:pt x="4666" y="3286"/>
                  </a:lnTo>
                  <a:lnTo>
                    <a:pt x="4614" y="3273"/>
                  </a:lnTo>
                  <a:lnTo>
                    <a:pt x="4550" y="3286"/>
                  </a:lnTo>
                  <a:lnTo>
                    <a:pt x="4525" y="3286"/>
                  </a:lnTo>
                  <a:lnTo>
                    <a:pt x="4499" y="3273"/>
                  </a:lnTo>
                  <a:lnTo>
                    <a:pt x="4474" y="3234"/>
                  </a:lnTo>
                  <a:lnTo>
                    <a:pt x="4448" y="3171"/>
                  </a:lnTo>
                  <a:lnTo>
                    <a:pt x="4525" y="3068"/>
                  </a:lnTo>
                  <a:lnTo>
                    <a:pt x="4550" y="3043"/>
                  </a:lnTo>
                  <a:close/>
                  <a:moveTo>
                    <a:pt x="4589" y="4231"/>
                  </a:moveTo>
                  <a:lnTo>
                    <a:pt x="4781" y="4385"/>
                  </a:lnTo>
                  <a:lnTo>
                    <a:pt x="4640" y="4538"/>
                  </a:lnTo>
                  <a:lnTo>
                    <a:pt x="4538" y="4423"/>
                  </a:lnTo>
                  <a:lnTo>
                    <a:pt x="4589" y="4231"/>
                  </a:lnTo>
                  <a:close/>
                  <a:moveTo>
                    <a:pt x="4244" y="4142"/>
                  </a:moveTo>
                  <a:lnTo>
                    <a:pt x="4244" y="4193"/>
                  </a:lnTo>
                  <a:lnTo>
                    <a:pt x="4231" y="4282"/>
                  </a:lnTo>
                  <a:lnTo>
                    <a:pt x="4193" y="4321"/>
                  </a:lnTo>
                  <a:lnTo>
                    <a:pt x="4129" y="4385"/>
                  </a:lnTo>
                  <a:lnTo>
                    <a:pt x="4039" y="4474"/>
                  </a:lnTo>
                  <a:lnTo>
                    <a:pt x="3860" y="4717"/>
                  </a:lnTo>
                  <a:lnTo>
                    <a:pt x="3796" y="4717"/>
                  </a:lnTo>
                  <a:lnTo>
                    <a:pt x="3796" y="4474"/>
                  </a:lnTo>
                  <a:lnTo>
                    <a:pt x="3937" y="4282"/>
                  </a:lnTo>
                  <a:lnTo>
                    <a:pt x="4014" y="4385"/>
                  </a:lnTo>
                  <a:lnTo>
                    <a:pt x="4231" y="4142"/>
                  </a:lnTo>
                  <a:close/>
                  <a:moveTo>
                    <a:pt x="8628" y="1"/>
                  </a:moveTo>
                  <a:lnTo>
                    <a:pt x="8628" y="282"/>
                  </a:lnTo>
                  <a:lnTo>
                    <a:pt x="8385" y="448"/>
                  </a:lnTo>
                  <a:lnTo>
                    <a:pt x="8219" y="691"/>
                  </a:lnTo>
                  <a:lnTo>
                    <a:pt x="8001" y="1023"/>
                  </a:lnTo>
                  <a:lnTo>
                    <a:pt x="8065" y="1420"/>
                  </a:lnTo>
                  <a:lnTo>
                    <a:pt x="8385" y="1599"/>
                  </a:lnTo>
                  <a:lnTo>
                    <a:pt x="8167" y="2110"/>
                  </a:lnTo>
                  <a:lnTo>
                    <a:pt x="7810" y="2276"/>
                  </a:lnTo>
                  <a:lnTo>
                    <a:pt x="7362" y="2365"/>
                  </a:lnTo>
                  <a:lnTo>
                    <a:pt x="7132" y="2289"/>
                  </a:lnTo>
                  <a:lnTo>
                    <a:pt x="6838" y="2289"/>
                  </a:lnTo>
                  <a:lnTo>
                    <a:pt x="6327" y="2071"/>
                  </a:lnTo>
                  <a:lnTo>
                    <a:pt x="5714" y="2225"/>
                  </a:lnTo>
                  <a:lnTo>
                    <a:pt x="5343" y="2161"/>
                  </a:lnTo>
                  <a:lnTo>
                    <a:pt x="5126" y="1956"/>
                  </a:lnTo>
                  <a:lnTo>
                    <a:pt x="5126" y="1714"/>
                  </a:lnTo>
                  <a:lnTo>
                    <a:pt x="4934" y="1535"/>
                  </a:lnTo>
                  <a:lnTo>
                    <a:pt x="4039" y="1509"/>
                  </a:lnTo>
                  <a:lnTo>
                    <a:pt x="3796" y="1317"/>
                  </a:lnTo>
                  <a:lnTo>
                    <a:pt x="3541" y="1496"/>
                  </a:lnTo>
                  <a:lnTo>
                    <a:pt x="3400" y="1317"/>
                  </a:lnTo>
                  <a:lnTo>
                    <a:pt x="3157" y="1317"/>
                  </a:lnTo>
                  <a:lnTo>
                    <a:pt x="2966" y="1560"/>
                  </a:lnTo>
                  <a:lnTo>
                    <a:pt x="2352" y="1777"/>
                  </a:lnTo>
                  <a:lnTo>
                    <a:pt x="1458" y="2161"/>
                  </a:lnTo>
                  <a:lnTo>
                    <a:pt x="1279" y="2429"/>
                  </a:lnTo>
                  <a:lnTo>
                    <a:pt x="793" y="2672"/>
                  </a:lnTo>
                  <a:lnTo>
                    <a:pt x="231" y="2672"/>
                  </a:lnTo>
                  <a:lnTo>
                    <a:pt x="1" y="3030"/>
                  </a:lnTo>
                  <a:lnTo>
                    <a:pt x="1" y="3043"/>
                  </a:lnTo>
                  <a:lnTo>
                    <a:pt x="26" y="3068"/>
                  </a:lnTo>
                  <a:lnTo>
                    <a:pt x="39" y="3388"/>
                  </a:lnTo>
                  <a:lnTo>
                    <a:pt x="269" y="3733"/>
                  </a:lnTo>
                  <a:lnTo>
                    <a:pt x="742" y="4129"/>
                  </a:lnTo>
                  <a:lnTo>
                    <a:pt x="1164" y="4142"/>
                  </a:lnTo>
                  <a:lnTo>
                    <a:pt x="1189" y="4142"/>
                  </a:lnTo>
                  <a:lnTo>
                    <a:pt x="1202" y="4155"/>
                  </a:lnTo>
                  <a:lnTo>
                    <a:pt x="1304" y="4308"/>
                  </a:lnTo>
                  <a:lnTo>
                    <a:pt x="1611" y="4244"/>
                  </a:lnTo>
                  <a:lnTo>
                    <a:pt x="1636" y="4257"/>
                  </a:lnTo>
                  <a:lnTo>
                    <a:pt x="1662" y="4270"/>
                  </a:lnTo>
                  <a:lnTo>
                    <a:pt x="2569" y="5318"/>
                  </a:lnTo>
                  <a:lnTo>
                    <a:pt x="2582" y="5330"/>
                  </a:lnTo>
                  <a:lnTo>
                    <a:pt x="2582" y="5356"/>
                  </a:lnTo>
                  <a:lnTo>
                    <a:pt x="2454" y="6085"/>
                  </a:lnTo>
                  <a:lnTo>
                    <a:pt x="2454" y="6097"/>
                  </a:lnTo>
                  <a:lnTo>
                    <a:pt x="2173" y="6532"/>
                  </a:lnTo>
                  <a:lnTo>
                    <a:pt x="2480" y="6979"/>
                  </a:lnTo>
                  <a:lnTo>
                    <a:pt x="4308" y="7133"/>
                  </a:lnTo>
                  <a:lnTo>
                    <a:pt x="4320" y="7145"/>
                  </a:lnTo>
                  <a:lnTo>
                    <a:pt x="5432" y="7810"/>
                  </a:lnTo>
                  <a:lnTo>
                    <a:pt x="5752" y="7810"/>
                  </a:lnTo>
                  <a:lnTo>
                    <a:pt x="5765" y="7823"/>
                  </a:lnTo>
                  <a:lnTo>
                    <a:pt x="6212" y="8270"/>
                  </a:lnTo>
                  <a:lnTo>
                    <a:pt x="6238" y="8296"/>
                  </a:lnTo>
                  <a:lnTo>
                    <a:pt x="6314" y="8615"/>
                  </a:lnTo>
                  <a:lnTo>
                    <a:pt x="6813" y="9420"/>
                  </a:lnTo>
                  <a:lnTo>
                    <a:pt x="7247" y="9280"/>
                  </a:lnTo>
                  <a:lnTo>
                    <a:pt x="7273" y="9280"/>
                  </a:lnTo>
                  <a:lnTo>
                    <a:pt x="8934" y="9510"/>
                  </a:lnTo>
                  <a:lnTo>
                    <a:pt x="10877" y="9510"/>
                  </a:lnTo>
                  <a:lnTo>
                    <a:pt x="10902" y="9522"/>
                  </a:lnTo>
                  <a:lnTo>
                    <a:pt x="10928" y="9535"/>
                  </a:lnTo>
                  <a:lnTo>
                    <a:pt x="11311" y="9970"/>
                  </a:lnTo>
                  <a:lnTo>
                    <a:pt x="12679" y="10328"/>
                  </a:lnTo>
                  <a:lnTo>
                    <a:pt x="13126" y="10174"/>
                  </a:lnTo>
                  <a:lnTo>
                    <a:pt x="13152" y="10174"/>
                  </a:lnTo>
                  <a:lnTo>
                    <a:pt x="13177" y="10187"/>
                  </a:lnTo>
                  <a:lnTo>
                    <a:pt x="13203" y="10200"/>
                  </a:lnTo>
                  <a:lnTo>
                    <a:pt x="13203" y="10225"/>
                  </a:lnTo>
                  <a:lnTo>
                    <a:pt x="13203" y="10353"/>
                  </a:lnTo>
                  <a:lnTo>
                    <a:pt x="13612" y="10443"/>
                  </a:lnTo>
                  <a:lnTo>
                    <a:pt x="15069" y="9689"/>
                  </a:lnTo>
                  <a:lnTo>
                    <a:pt x="15095" y="9689"/>
                  </a:lnTo>
                  <a:lnTo>
                    <a:pt x="17114" y="9599"/>
                  </a:lnTo>
                  <a:lnTo>
                    <a:pt x="17868" y="9344"/>
                  </a:lnTo>
                  <a:lnTo>
                    <a:pt x="18021" y="8922"/>
                  </a:lnTo>
                  <a:lnTo>
                    <a:pt x="18047" y="8896"/>
                  </a:lnTo>
                  <a:lnTo>
                    <a:pt x="18481" y="8641"/>
                  </a:lnTo>
                  <a:lnTo>
                    <a:pt x="18494" y="8641"/>
                  </a:lnTo>
                  <a:lnTo>
                    <a:pt x="19120" y="8372"/>
                  </a:lnTo>
                  <a:lnTo>
                    <a:pt x="18558" y="7695"/>
                  </a:lnTo>
                  <a:lnTo>
                    <a:pt x="18545" y="7657"/>
                  </a:lnTo>
                  <a:lnTo>
                    <a:pt x="18558" y="7618"/>
                  </a:lnTo>
                  <a:lnTo>
                    <a:pt x="18967" y="7171"/>
                  </a:lnTo>
                  <a:lnTo>
                    <a:pt x="18993" y="7158"/>
                  </a:lnTo>
                  <a:lnTo>
                    <a:pt x="19005" y="7145"/>
                  </a:lnTo>
                  <a:lnTo>
                    <a:pt x="19261" y="7133"/>
                  </a:lnTo>
                  <a:lnTo>
                    <a:pt x="19287" y="7145"/>
                  </a:lnTo>
                  <a:lnTo>
                    <a:pt x="19299" y="7158"/>
                  </a:lnTo>
                  <a:lnTo>
                    <a:pt x="19517" y="7388"/>
                  </a:lnTo>
                  <a:lnTo>
                    <a:pt x="20347" y="7388"/>
                  </a:lnTo>
                  <a:lnTo>
                    <a:pt x="20820" y="7158"/>
                  </a:lnTo>
                  <a:lnTo>
                    <a:pt x="21012" y="6800"/>
                  </a:lnTo>
                  <a:lnTo>
                    <a:pt x="21038" y="6787"/>
                  </a:lnTo>
                  <a:lnTo>
                    <a:pt x="21076" y="6775"/>
                  </a:lnTo>
                  <a:lnTo>
                    <a:pt x="21702" y="6877"/>
                  </a:lnTo>
                  <a:lnTo>
                    <a:pt x="22482" y="6570"/>
                  </a:lnTo>
                  <a:lnTo>
                    <a:pt x="22495" y="6378"/>
                  </a:lnTo>
                  <a:lnTo>
                    <a:pt x="22507" y="6353"/>
                  </a:lnTo>
                  <a:lnTo>
                    <a:pt x="22814" y="5957"/>
                  </a:lnTo>
                  <a:lnTo>
                    <a:pt x="22840" y="5944"/>
                  </a:lnTo>
                  <a:lnTo>
                    <a:pt x="23261" y="5944"/>
                  </a:lnTo>
                  <a:lnTo>
                    <a:pt x="23504" y="5676"/>
                  </a:lnTo>
                  <a:lnTo>
                    <a:pt x="23530" y="5650"/>
                  </a:lnTo>
                  <a:lnTo>
                    <a:pt x="23568" y="5663"/>
                  </a:lnTo>
                  <a:lnTo>
                    <a:pt x="23734" y="5752"/>
                  </a:lnTo>
                  <a:lnTo>
                    <a:pt x="24003" y="5522"/>
                  </a:lnTo>
                  <a:lnTo>
                    <a:pt x="24028" y="5509"/>
                  </a:lnTo>
                  <a:lnTo>
                    <a:pt x="24054" y="5509"/>
                  </a:lnTo>
                  <a:lnTo>
                    <a:pt x="24424" y="5573"/>
                  </a:lnTo>
                  <a:lnTo>
                    <a:pt x="24744" y="5535"/>
                  </a:lnTo>
                  <a:lnTo>
                    <a:pt x="25281" y="5535"/>
                  </a:lnTo>
                  <a:lnTo>
                    <a:pt x="25383" y="5343"/>
                  </a:lnTo>
                  <a:lnTo>
                    <a:pt x="24220" y="4334"/>
                  </a:lnTo>
                  <a:lnTo>
                    <a:pt x="23811" y="4244"/>
                  </a:lnTo>
                  <a:lnTo>
                    <a:pt x="23376" y="4679"/>
                  </a:lnTo>
                  <a:lnTo>
                    <a:pt x="23338" y="4691"/>
                  </a:lnTo>
                  <a:lnTo>
                    <a:pt x="23312" y="4691"/>
                  </a:lnTo>
                  <a:lnTo>
                    <a:pt x="23006" y="4564"/>
                  </a:lnTo>
                  <a:lnTo>
                    <a:pt x="22686" y="4449"/>
                  </a:lnTo>
                  <a:lnTo>
                    <a:pt x="22354" y="4691"/>
                  </a:lnTo>
                  <a:lnTo>
                    <a:pt x="22290" y="4691"/>
                  </a:lnTo>
                  <a:lnTo>
                    <a:pt x="22277" y="4666"/>
                  </a:lnTo>
                  <a:lnTo>
                    <a:pt x="21971" y="4180"/>
                  </a:lnTo>
                  <a:lnTo>
                    <a:pt x="21958" y="4167"/>
                  </a:lnTo>
                  <a:lnTo>
                    <a:pt x="21958" y="4142"/>
                  </a:lnTo>
                  <a:lnTo>
                    <a:pt x="21971" y="4129"/>
                  </a:lnTo>
                  <a:lnTo>
                    <a:pt x="21983" y="4104"/>
                  </a:lnTo>
                  <a:lnTo>
                    <a:pt x="22213" y="3937"/>
                  </a:lnTo>
                  <a:lnTo>
                    <a:pt x="22175" y="3822"/>
                  </a:lnTo>
                  <a:lnTo>
                    <a:pt x="22162" y="3810"/>
                  </a:lnTo>
                  <a:lnTo>
                    <a:pt x="22175" y="3784"/>
                  </a:lnTo>
                  <a:lnTo>
                    <a:pt x="22418" y="3107"/>
                  </a:lnTo>
                  <a:lnTo>
                    <a:pt x="22418" y="3094"/>
                  </a:lnTo>
                  <a:lnTo>
                    <a:pt x="22776" y="2353"/>
                  </a:lnTo>
                  <a:lnTo>
                    <a:pt x="22469" y="2186"/>
                  </a:lnTo>
                  <a:lnTo>
                    <a:pt x="21945" y="2353"/>
                  </a:lnTo>
                  <a:lnTo>
                    <a:pt x="21715" y="2161"/>
                  </a:lnTo>
                  <a:lnTo>
                    <a:pt x="21063" y="1918"/>
                  </a:lnTo>
                  <a:lnTo>
                    <a:pt x="20220" y="2404"/>
                  </a:lnTo>
                  <a:lnTo>
                    <a:pt x="20130" y="2634"/>
                  </a:lnTo>
                  <a:lnTo>
                    <a:pt x="19517" y="2647"/>
                  </a:lnTo>
                  <a:lnTo>
                    <a:pt x="19325" y="2813"/>
                  </a:lnTo>
                  <a:lnTo>
                    <a:pt x="18430" y="2889"/>
                  </a:lnTo>
                  <a:lnTo>
                    <a:pt x="18021" y="3158"/>
                  </a:lnTo>
                  <a:lnTo>
                    <a:pt x="17536" y="2966"/>
                  </a:lnTo>
                  <a:lnTo>
                    <a:pt x="16526" y="2928"/>
                  </a:lnTo>
                  <a:lnTo>
                    <a:pt x="16104" y="2685"/>
                  </a:lnTo>
                  <a:lnTo>
                    <a:pt x="15925" y="2289"/>
                  </a:lnTo>
                  <a:lnTo>
                    <a:pt x="15299" y="2289"/>
                  </a:lnTo>
                  <a:lnTo>
                    <a:pt x="14903" y="1829"/>
                  </a:lnTo>
                  <a:lnTo>
                    <a:pt x="14443" y="1918"/>
                  </a:lnTo>
                  <a:lnTo>
                    <a:pt x="14213" y="1752"/>
                  </a:lnTo>
                  <a:lnTo>
                    <a:pt x="13638" y="1739"/>
                  </a:lnTo>
                  <a:lnTo>
                    <a:pt x="12973" y="2008"/>
                  </a:lnTo>
                  <a:lnTo>
                    <a:pt x="12347" y="2046"/>
                  </a:lnTo>
                  <a:lnTo>
                    <a:pt x="11950" y="1880"/>
                  </a:lnTo>
                  <a:lnTo>
                    <a:pt x="11669" y="1841"/>
                  </a:lnTo>
                  <a:lnTo>
                    <a:pt x="11337" y="1432"/>
                  </a:lnTo>
                  <a:lnTo>
                    <a:pt x="11337" y="972"/>
                  </a:lnTo>
                  <a:lnTo>
                    <a:pt x="11222" y="691"/>
                  </a:lnTo>
                  <a:lnTo>
                    <a:pt x="10851" y="576"/>
                  </a:lnTo>
                  <a:lnTo>
                    <a:pt x="10391" y="525"/>
                  </a:lnTo>
                  <a:lnTo>
                    <a:pt x="9471" y="295"/>
                  </a:lnTo>
                  <a:lnTo>
                    <a:pt x="86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8"/>
            <p:cNvSpPr/>
            <p:nvPr/>
          </p:nvSpPr>
          <p:spPr>
            <a:xfrm>
              <a:off x="6355575" y="2590200"/>
              <a:ext cx="8325" cy="11200"/>
            </a:xfrm>
            <a:custGeom>
              <a:rect b="b" l="l" r="r" t="t"/>
              <a:pathLst>
                <a:path extrusionOk="0" h="448" w="333">
                  <a:moveTo>
                    <a:pt x="205" y="1"/>
                  </a:moveTo>
                  <a:lnTo>
                    <a:pt x="52" y="167"/>
                  </a:lnTo>
                  <a:lnTo>
                    <a:pt x="128" y="295"/>
                  </a:lnTo>
                  <a:lnTo>
                    <a:pt x="1" y="448"/>
                  </a:lnTo>
                  <a:lnTo>
                    <a:pt x="1" y="448"/>
                  </a:lnTo>
                  <a:lnTo>
                    <a:pt x="141" y="435"/>
                  </a:lnTo>
                  <a:lnTo>
                    <a:pt x="333" y="231"/>
                  </a:lnTo>
                  <a:lnTo>
                    <a:pt x="243" y="179"/>
                  </a:lnTo>
                  <a:lnTo>
                    <a:pt x="269" y="26"/>
                  </a:lnTo>
                  <a:lnTo>
                    <a:pt x="20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78"/>
            <p:cNvSpPr/>
            <p:nvPr/>
          </p:nvSpPr>
          <p:spPr>
            <a:xfrm>
              <a:off x="6215625" y="2618950"/>
              <a:ext cx="1625" cy="1300"/>
            </a:xfrm>
            <a:custGeom>
              <a:rect b="b" l="l" r="r" t="t"/>
              <a:pathLst>
                <a:path extrusionOk="0" h="52" w="65">
                  <a:moveTo>
                    <a:pt x="1" y="1"/>
                  </a:moveTo>
                  <a:lnTo>
                    <a:pt x="1" y="52"/>
                  </a:lnTo>
                  <a:lnTo>
                    <a:pt x="6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8"/>
            <p:cNvSpPr/>
            <p:nvPr/>
          </p:nvSpPr>
          <p:spPr>
            <a:xfrm>
              <a:off x="6211150" y="2515750"/>
              <a:ext cx="216975" cy="184700"/>
            </a:xfrm>
            <a:custGeom>
              <a:rect b="b" l="l" r="r" t="t"/>
              <a:pathLst>
                <a:path extrusionOk="0" h="7388" w="8679">
                  <a:moveTo>
                    <a:pt x="7835" y="1"/>
                  </a:moveTo>
                  <a:lnTo>
                    <a:pt x="7733" y="371"/>
                  </a:lnTo>
                  <a:lnTo>
                    <a:pt x="7937" y="359"/>
                  </a:lnTo>
                  <a:lnTo>
                    <a:pt x="8052" y="256"/>
                  </a:lnTo>
                  <a:lnTo>
                    <a:pt x="8091" y="371"/>
                  </a:lnTo>
                  <a:lnTo>
                    <a:pt x="8052" y="525"/>
                  </a:lnTo>
                  <a:lnTo>
                    <a:pt x="8001" y="614"/>
                  </a:lnTo>
                  <a:lnTo>
                    <a:pt x="7848" y="512"/>
                  </a:lnTo>
                  <a:lnTo>
                    <a:pt x="7797" y="525"/>
                  </a:lnTo>
                  <a:lnTo>
                    <a:pt x="7797" y="601"/>
                  </a:lnTo>
                  <a:lnTo>
                    <a:pt x="7720" y="640"/>
                  </a:lnTo>
                  <a:lnTo>
                    <a:pt x="7682" y="601"/>
                  </a:lnTo>
                  <a:lnTo>
                    <a:pt x="7669" y="359"/>
                  </a:lnTo>
                  <a:lnTo>
                    <a:pt x="7618" y="295"/>
                  </a:lnTo>
                  <a:lnTo>
                    <a:pt x="7554" y="333"/>
                  </a:lnTo>
                  <a:lnTo>
                    <a:pt x="7452" y="269"/>
                  </a:lnTo>
                  <a:lnTo>
                    <a:pt x="7388" y="384"/>
                  </a:lnTo>
                  <a:lnTo>
                    <a:pt x="7426" y="410"/>
                  </a:lnTo>
                  <a:lnTo>
                    <a:pt x="7388" y="691"/>
                  </a:lnTo>
                  <a:lnTo>
                    <a:pt x="7350" y="729"/>
                  </a:lnTo>
                  <a:lnTo>
                    <a:pt x="7209" y="742"/>
                  </a:lnTo>
                  <a:lnTo>
                    <a:pt x="7107" y="844"/>
                  </a:lnTo>
                  <a:lnTo>
                    <a:pt x="7158" y="895"/>
                  </a:lnTo>
                  <a:lnTo>
                    <a:pt x="7145" y="1010"/>
                  </a:lnTo>
                  <a:lnTo>
                    <a:pt x="7196" y="1113"/>
                  </a:lnTo>
                  <a:lnTo>
                    <a:pt x="7196" y="1228"/>
                  </a:lnTo>
                  <a:lnTo>
                    <a:pt x="7043" y="1445"/>
                  </a:lnTo>
                  <a:lnTo>
                    <a:pt x="6941" y="1432"/>
                  </a:lnTo>
                  <a:lnTo>
                    <a:pt x="6979" y="1547"/>
                  </a:lnTo>
                  <a:lnTo>
                    <a:pt x="7107" y="1534"/>
                  </a:lnTo>
                  <a:lnTo>
                    <a:pt x="7209" y="1637"/>
                  </a:lnTo>
                  <a:lnTo>
                    <a:pt x="7183" y="1956"/>
                  </a:lnTo>
                  <a:lnTo>
                    <a:pt x="7068" y="2135"/>
                  </a:lnTo>
                  <a:lnTo>
                    <a:pt x="7017" y="2455"/>
                  </a:lnTo>
                  <a:lnTo>
                    <a:pt x="6813" y="2736"/>
                  </a:lnTo>
                  <a:lnTo>
                    <a:pt x="6659" y="3196"/>
                  </a:lnTo>
                  <a:lnTo>
                    <a:pt x="6263" y="3451"/>
                  </a:lnTo>
                  <a:lnTo>
                    <a:pt x="6097" y="3809"/>
                  </a:lnTo>
                  <a:lnTo>
                    <a:pt x="5803" y="4014"/>
                  </a:lnTo>
                  <a:lnTo>
                    <a:pt x="5688" y="4014"/>
                  </a:lnTo>
                  <a:lnTo>
                    <a:pt x="5560" y="4090"/>
                  </a:lnTo>
                  <a:lnTo>
                    <a:pt x="5202" y="4205"/>
                  </a:lnTo>
                  <a:lnTo>
                    <a:pt x="5190" y="4308"/>
                  </a:lnTo>
                  <a:lnTo>
                    <a:pt x="5036" y="4372"/>
                  </a:lnTo>
                  <a:lnTo>
                    <a:pt x="4857" y="4244"/>
                  </a:lnTo>
                  <a:lnTo>
                    <a:pt x="4947" y="4090"/>
                  </a:lnTo>
                  <a:lnTo>
                    <a:pt x="4908" y="4027"/>
                  </a:lnTo>
                  <a:lnTo>
                    <a:pt x="4845" y="4078"/>
                  </a:lnTo>
                  <a:lnTo>
                    <a:pt x="4793" y="4065"/>
                  </a:lnTo>
                  <a:lnTo>
                    <a:pt x="4793" y="3899"/>
                  </a:lnTo>
                  <a:lnTo>
                    <a:pt x="4896" y="3937"/>
                  </a:lnTo>
                  <a:lnTo>
                    <a:pt x="5075" y="3886"/>
                  </a:lnTo>
                  <a:lnTo>
                    <a:pt x="5087" y="3771"/>
                  </a:lnTo>
                  <a:lnTo>
                    <a:pt x="5177" y="3694"/>
                  </a:lnTo>
                  <a:lnTo>
                    <a:pt x="5126" y="3656"/>
                  </a:lnTo>
                  <a:lnTo>
                    <a:pt x="4730" y="3758"/>
                  </a:lnTo>
                  <a:lnTo>
                    <a:pt x="4589" y="3975"/>
                  </a:lnTo>
                  <a:lnTo>
                    <a:pt x="4678" y="4052"/>
                  </a:lnTo>
                  <a:lnTo>
                    <a:pt x="4691" y="4142"/>
                  </a:lnTo>
                  <a:lnTo>
                    <a:pt x="4653" y="4333"/>
                  </a:lnTo>
                  <a:lnTo>
                    <a:pt x="4384" y="4653"/>
                  </a:lnTo>
                  <a:lnTo>
                    <a:pt x="4154" y="4793"/>
                  </a:lnTo>
                  <a:lnTo>
                    <a:pt x="4154" y="4845"/>
                  </a:lnTo>
                  <a:lnTo>
                    <a:pt x="4001" y="5023"/>
                  </a:lnTo>
                  <a:lnTo>
                    <a:pt x="4129" y="5215"/>
                  </a:lnTo>
                  <a:lnTo>
                    <a:pt x="4090" y="5317"/>
                  </a:lnTo>
                  <a:lnTo>
                    <a:pt x="4065" y="5253"/>
                  </a:lnTo>
                  <a:lnTo>
                    <a:pt x="4014" y="5266"/>
                  </a:lnTo>
                  <a:lnTo>
                    <a:pt x="3988" y="5343"/>
                  </a:lnTo>
                  <a:lnTo>
                    <a:pt x="3899" y="5407"/>
                  </a:lnTo>
                  <a:lnTo>
                    <a:pt x="3822" y="5369"/>
                  </a:lnTo>
                  <a:lnTo>
                    <a:pt x="3835" y="5471"/>
                  </a:lnTo>
                  <a:lnTo>
                    <a:pt x="3720" y="5471"/>
                  </a:lnTo>
                  <a:lnTo>
                    <a:pt x="3630" y="5356"/>
                  </a:lnTo>
                  <a:lnTo>
                    <a:pt x="3528" y="5381"/>
                  </a:lnTo>
                  <a:lnTo>
                    <a:pt x="3579" y="5458"/>
                  </a:lnTo>
                  <a:lnTo>
                    <a:pt x="3579" y="5458"/>
                  </a:lnTo>
                  <a:lnTo>
                    <a:pt x="3426" y="5407"/>
                  </a:lnTo>
                  <a:lnTo>
                    <a:pt x="3388" y="5356"/>
                  </a:lnTo>
                  <a:lnTo>
                    <a:pt x="3503" y="5266"/>
                  </a:lnTo>
                  <a:lnTo>
                    <a:pt x="3451" y="5190"/>
                  </a:lnTo>
                  <a:lnTo>
                    <a:pt x="3157" y="5266"/>
                  </a:lnTo>
                  <a:lnTo>
                    <a:pt x="2902" y="5215"/>
                  </a:lnTo>
                  <a:lnTo>
                    <a:pt x="2672" y="5343"/>
                  </a:lnTo>
                  <a:lnTo>
                    <a:pt x="2314" y="5343"/>
                  </a:lnTo>
                  <a:lnTo>
                    <a:pt x="2161" y="5317"/>
                  </a:lnTo>
                  <a:lnTo>
                    <a:pt x="2084" y="5343"/>
                  </a:lnTo>
                  <a:lnTo>
                    <a:pt x="2007" y="5343"/>
                  </a:lnTo>
                  <a:lnTo>
                    <a:pt x="1931" y="5241"/>
                  </a:lnTo>
                  <a:lnTo>
                    <a:pt x="1816" y="5202"/>
                  </a:lnTo>
                  <a:lnTo>
                    <a:pt x="1713" y="5266"/>
                  </a:lnTo>
                  <a:lnTo>
                    <a:pt x="1458" y="5292"/>
                  </a:lnTo>
                  <a:lnTo>
                    <a:pt x="1483" y="5356"/>
                  </a:lnTo>
                  <a:lnTo>
                    <a:pt x="1483" y="5458"/>
                  </a:lnTo>
                  <a:lnTo>
                    <a:pt x="1317" y="5509"/>
                  </a:lnTo>
                  <a:lnTo>
                    <a:pt x="1228" y="5599"/>
                  </a:lnTo>
                  <a:lnTo>
                    <a:pt x="1023" y="5701"/>
                  </a:lnTo>
                  <a:lnTo>
                    <a:pt x="819" y="5905"/>
                  </a:lnTo>
                  <a:lnTo>
                    <a:pt x="678" y="5956"/>
                  </a:lnTo>
                  <a:lnTo>
                    <a:pt x="601" y="5956"/>
                  </a:lnTo>
                  <a:lnTo>
                    <a:pt x="435" y="6110"/>
                  </a:lnTo>
                  <a:lnTo>
                    <a:pt x="422" y="6161"/>
                  </a:lnTo>
                  <a:lnTo>
                    <a:pt x="256" y="6186"/>
                  </a:lnTo>
                  <a:lnTo>
                    <a:pt x="218" y="6123"/>
                  </a:lnTo>
                  <a:lnTo>
                    <a:pt x="103" y="6084"/>
                  </a:lnTo>
                  <a:lnTo>
                    <a:pt x="141" y="6174"/>
                  </a:lnTo>
                  <a:lnTo>
                    <a:pt x="65" y="6174"/>
                  </a:lnTo>
                  <a:lnTo>
                    <a:pt x="1" y="6212"/>
                  </a:lnTo>
                  <a:lnTo>
                    <a:pt x="39" y="6289"/>
                  </a:lnTo>
                  <a:lnTo>
                    <a:pt x="1" y="6340"/>
                  </a:lnTo>
                  <a:lnTo>
                    <a:pt x="26" y="6391"/>
                  </a:lnTo>
                  <a:lnTo>
                    <a:pt x="1" y="6455"/>
                  </a:lnTo>
                  <a:lnTo>
                    <a:pt x="26" y="6519"/>
                  </a:lnTo>
                  <a:lnTo>
                    <a:pt x="154" y="6480"/>
                  </a:lnTo>
                  <a:lnTo>
                    <a:pt x="256" y="6595"/>
                  </a:lnTo>
                  <a:lnTo>
                    <a:pt x="448" y="6532"/>
                  </a:lnTo>
                  <a:lnTo>
                    <a:pt x="474" y="6544"/>
                  </a:lnTo>
                  <a:lnTo>
                    <a:pt x="678" y="6493"/>
                  </a:lnTo>
                  <a:lnTo>
                    <a:pt x="780" y="6647"/>
                  </a:lnTo>
                  <a:lnTo>
                    <a:pt x="844" y="6659"/>
                  </a:lnTo>
                  <a:lnTo>
                    <a:pt x="883" y="6710"/>
                  </a:lnTo>
                  <a:lnTo>
                    <a:pt x="934" y="6710"/>
                  </a:lnTo>
                  <a:lnTo>
                    <a:pt x="946" y="6647"/>
                  </a:lnTo>
                  <a:lnTo>
                    <a:pt x="998" y="6621"/>
                  </a:lnTo>
                  <a:lnTo>
                    <a:pt x="1061" y="6417"/>
                  </a:lnTo>
                  <a:lnTo>
                    <a:pt x="1036" y="6353"/>
                  </a:lnTo>
                  <a:lnTo>
                    <a:pt x="1151" y="6276"/>
                  </a:lnTo>
                  <a:lnTo>
                    <a:pt x="1279" y="6302"/>
                  </a:lnTo>
                  <a:lnTo>
                    <a:pt x="1317" y="6455"/>
                  </a:lnTo>
                  <a:lnTo>
                    <a:pt x="1407" y="6455"/>
                  </a:lnTo>
                  <a:lnTo>
                    <a:pt x="1496" y="6378"/>
                  </a:lnTo>
                  <a:lnTo>
                    <a:pt x="1675" y="6391"/>
                  </a:lnTo>
                  <a:lnTo>
                    <a:pt x="1700" y="6327"/>
                  </a:lnTo>
                  <a:lnTo>
                    <a:pt x="1816" y="6302"/>
                  </a:lnTo>
                  <a:lnTo>
                    <a:pt x="1828" y="6340"/>
                  </a:lnTo>
                  <a:lnTo>
                    <a:pt x="1931" y="6378"/>
                  </a:lnTo>
                  <a:lnTo>
                    <a:pt x="1994" y="6314"/>
                  </a:lnTo>
                  <a:lnTo>
                    <a:pt x="2058" y="6302"/>
                  </a:lnTo>
                  <a:lnTo>
                    <a:pt x="2033" y="6225"/>
                  </a:lnTo>
                  <a:lnTo>
                    <a:pt x="2033" y="6225"/>
                  </a:lnTo>
                  <a:lnTo>
                    <a:pt x="2109" y="6263"/>
                  </a:lnTo>
                  <a:lnTo>
                    <a:pt x="2173" y="6225"/>
                  </a:lnTo>
                  <a:lnTo>
                    <a:pt x="2212" y="6314"/>
                  </a:lnTo>
                  <a:lnTo>
                    <a:pt x="2276" y="6263"/>
                  </a:lnTo>
                  <a:lnTo>
                    <a:pt x="2327" y="6314"/>
                  </a:lnTo>
                  <a:lnTo>
                    <a:pt x="2429" y="6276"/>
                  </a:lnTo>
                  <a:lnTo>
                    <a:pt x="2429" y="6199"/>
                  </a:lnTo>
                  <a:lnTo>
                    <a:pt x="2518" y="6212"/>
                  </a:lnTo>
                  <a:lnTo>
                    <a:pt x="2608" y="6135"/>
                  </a:lnTo>
                  <a:lnTo>
                    <a:pt x="2608" y="6084"/>
                  </a:lnTo>
                  <a:lnTo>
                    <a:pt x="2749" y="6110"/>
                  </a:lnTo>
                  <a:lnTo>
                    <a:pt x="2787" y="6008"/>
                  </a:lnTo>
                  <a:lnTo>
                    <a:pt x="2838" y="6084"/>
                  </a:lnTo>
                  <a:lnTo>
                    <a:pt x="3017" y="6084"/>
                  </a:lnTo>
                  <a:lnTo>
                    <a:pt x="3260" y="6225"/>
                  </a:lnTo>
                  <a:lnTo>
                    <a:pt x="3426" y="6161"/>
                  </a:lnTo>
                  <a:lnTo>
                    <a:pt x="3515" y="6186"/>
                  </a:lnTo>
                  <a:lnTo>
                    <a:pt x="3541" y="6302"/>
                  </a:lnTo>
                  <a:lnTo>
                    <a:pt x="3439" y="6429"/>
                  </a:lnTo>
                  <a:lnTo>
                    <a:pt x="3362" y="6480"/>
                  </a:lnTo>
                  <a:lnTo>
                    <a:pt x="3247" y="6557"/>
                  </a:lnTo>
                  <a:lnTo>
                    <a:pt x="3336" y="6698"/>
                  </a:lnTo>
                  <a:lnTo>
                    <a:pt x="3221" y="6774"/>
                  </a:lnTo>
                  <a:lnTo>
                    <a:pt x="3247" y="6826"/>
                  </a:lnTo>
                  <a:lnTo>
                    <a:pt x="3221" y="6953"/>
                  </a:lnTo>
                  <a:lnTo>
                    <a:pt x="3451" y="7107"/>
                  </a:lnTo>
                  <a:lnTo>
                    <a:pt x="3413" y="7145"/>
                  </a:lnTo>
                  <a:lnTo>
                    <a:pt x="3477" y="7286"/>
                  </a:lnTo>
                  <a:lnTo>
                    <a:pt x="3707" y="7388"/>
                  </a:lnTo>
                  <a:lnTo>
                    <a:pt x="3733" y="7350"/>
                  </a:lnTo>
                  <a:lnTo>
                    <a:pt x="3873" y="7298"/>
                  </a:lnTo>
                  <a:lnTo>
                    <a:pt x="3860" y="7183"/>
                  </a:lnTo>
                  <a:lnTo>
                    <a:pt x="3975" y="7004"/>
                  </a:lnTo>
                  <a:lnTo>
                    <a:pt x="4103" y="6941"/>
                  </a:lnTo>
                  <a:lnTo>
                    <a:pt x="4103" y="6851"/>
                  </a:lnTo>
                  <a:lnTo>
                    <a:pt x="4167" y="6826"/>
                  </a:lnTo>
                  <a:lnTo>
                    <a:pt x="4154" y="6723"/>
                  </a:lnTo>
                  <a:lnTo>
                    <a:pt x="4436" y="6634"/>
                  </a:lnTo>
                  <a:lnTo>
                    <a:pt x="4653" y="6659"/>
                  </a:lnTo>
                  <a:lnTo>
                    <a:pt x="4678" y="6493"/>
                  </a:lnTo>
                  <a:lnTo>
                    <a:pt x="4627" y="6493"/>
                  </a:lnTo>
                  <a:lnTo>
                    <a:pt x="4359" y="6340"/>
                  </a:lnTo>
                  <a:lnTo>
                    <a:pt x="4474" y="5995"/>
                  </a:lnTo>
                  <a:lnTo>
                    <a:pt x="4640" y="5944"/>
                  </a:lnTo>
                  <a:lnTo>
                    <a:pt x="4640" y="5944"/>
                  </a:lnTo>
                  <a:lnTo>
                    <a:pt x="4614" y="6212"/>
                  </a:lnTo>
                  <a:lnTo>
                    <a:pt x="4678" y="6238"/>
                  </a:lnTo>
                  <a:lnTo>
                    <a:pt x="4730" y="6161"/>
                  </a:lnTo>
                  <a:lnTo>
                    <a:pt x="4832" y="6238"/>
                  </a:lnTo>
                  <a:lnTo>
                    <a:pt x="4908" y="6148"/>
                  </a:lnTo>
                  <a:lnTo>
                    <a:pt x="5023" y="6276"/>
                  </a:lnTo>
                  <a:lnTo>
                    <a:pt x="4947" y="6276"/>
                  </a:lnTo>
                  <a:lnTo>
                    <a:pt x="4781" y="6302"/>
                  </a:lnTo>
                  <a:lnTo>
                    <a:pt x="4730" y="6391"/>
                  </a:lnTo>
                  <a:lnTo>
                    <a:pt x="4730" y="6391"/>
                  </a:lnTo>
                  <a:lnTo>
                    <a:pt x="5138" y="6327"/>
                  </a:lnTo>
                  <a:lnTo>
                    <a:pt x="5701" y="6442"/>
                  </a:lnTo>
                  <a:lnTo>
                    <a:pt x="5701" y="6442"/>
                  </a:lnTo>
                  <a:lnTo>
                    <a:pt x="5675" y="6378"/>
                  </a:lnTo>
                  <a:lnTo>
                    <a:pt x="5880" y="6008"/>
                  </a:lnTo>
                  <a:lnTo>
                    <a:pt x="6071" y="5918"/>
                  </a:lnTo>
                  <a:lnTo>
                    <a:pt x="6199" y="6020"/>
                  </a:lnTo>
                  <a:lnTo>
                    <a:pt x="6110" y="6046"/>
                  </a:lnTo>
                  <a:lnTo>
                    <a:pt x="6059" y="6353"/>
                  </a:lnTo>
                  <a:lnTo>
                    <a:pt x="6135" y="6442"/>
                  </a:lnTo>
                  <a:lnTo>
                    <a:pt x="6250" y="6391"/>
                  </a:lnTo>
                  <a:lnTo>
                    <a:pt x="6391" y="6135"/>
                  </a:lnTo>
                  <a:lnTo>
                    <a:pt x="6327" y="6020"/>
                  </a:lnTo>
                  <a:lnTo>
                    <a:pt x="6417" y="5931"/>
                  </a:lnTo>
                  <a:lnTo>
                    <a:pt x="6404" y="5841"/>
                  </a:lnTo>
                  <a:lnTo>
                    <a:pt x="6685" y="5790"/>
                  </a:lnTo>
                  <a:lnTo>
                    <a:pt x="6774" y="5918"/>
                  </a:lnTo>
                  <a:lnTo>
                    <a:pt x="6877" y="5829"/>
                  </a:lnTo>
                  <a:lnTo>
                    <a:pt x="6787" y="5662"/>
                  </a:lnTo>
                  <a:lnTo>
                    <a:pt x="6915" y="5599"/>
                  </a:lnTo>
                  <a:lnTo>
                    <a:pt x="6928" y="5496"/>
                  </a:lnTo>
                  <a:lnTo>
                    <a:pt x="6979" y="5522"/>
                  </a:lnTo>
                  <a:lnTo>
                    <a:pt x="7094" y="5445"/>
                  </a:lnTo>
                  <a:lnTo>
                    <a:pt x="7158" y="5560"/>
                  </a:lnTo>
                  <a:lnTo>
                    <a:pt x="7081" y="5675"/>
                  </a:lnTo>
                  <a:lnTo>
                    <a:pt x="6992" y="5688"/>
                  </a:lnTo>
                  <a:lnTo>
                    <a:pt x="6915" y="5790"/>
                  </a:lnTo>
                  <a:lnTo>
                    <a:pt x="6979" y="5880"/>
                  </a:lnTo>
                  <a:lnTo>
                    <a:pt x="6941" y="5918"/>
                  </a:lnTo>
                  <a:lnTo>
                    <a:pt x="6928" y="6008"/>
                  </a:lnTo>
                  <a:lnTo>
                    <a:pt x="6877" y="6123"/>
                  </a:lnTo>
                  <a:lnTo>
                    <a:pt x="6966" y="6199"/>
                  </a:lnTo>
                  <a:lnTo>
                    <a:pt x="7183" y="6008"/>
                  </a:lnTo>
                  <a:lnTo>
                    <a:pt x="7350" y="5918"/>
                  </a:lnTo>
                  <a:lnTo>
                    <a:pt x="7375" y="5637"/>
                  </a:lnTo>
                  <a:lnTo>
                    <a:pt x="7592" y="5471"/>
                  </a:lnTo>
                  <a:lnTo>
                    <a:pt x="7720" y="5432"/>
                  </a:lnTo>
                  <a:lnTo>
                    <a:pt x="7516" y="4934"/>
                  </a:lnTo>
                  <a:lnTo>
                    <a:pt x="7541" y="4781"/>
                  </a:lnTo>
                  <a:lnTo>
                    <a:pt x="7695" y="4346"/>
                  </a:lnTo>
                  <a:lnTo>
                    <a:pt x="7822" y="4295"/>
                  </a:lnTo>
                  <a:lnTo>
                    <a:pt x="7925" y="3681"/>
                  </a:lnTo>
                  <a:lnTo>
                    <a:pt x="7848" y="3439"/>
                  </a:lnTo>
                  <a:lnTo>
                    <a:pt x="7797" y="3221"/>
                  </a:lnTo>
                  <a:lnTo>
                    <a:pt x="7925" y="2966"/>
                  </a:lnTo>
                  <a:lnTo>
                    <a:pt x="8193" y="2953"/>
                  </a:lnTo>
                  <a:lnTo>
                    <a:pt x="8244" y="3081"/>
                  </a:lnTo>
                  <a:lnTo>
                    <a:pt x="8270" y="2991"/>
                  </a:lnTo>
                  <a:lnTo>
                    <a:pt x="8231" y="2864"/>
                  </a:lnTo>
                  <a:lnTo>
                    <a:pt x="8270" y="2812"/>
                  </a:lnTo>
                  <a:lnTo>
                    <a:pt x="8231" y="2710"/>
                  </a:lnTo>
                  <a:lnTo>
                    <a:pt x="8283" y="2518"/>
                  </a:lnTo>
                  <a:lnTo>
                    <a:pt x="8359" y="2506"/>
                  </a:lnTo>
                  <a:lnTo>
                    <a:pt x="8398" y="2391"/>
                  </a:lnTo>
                  <a:lnTo>
                    <a:pt x="8474" y="2365"/>
                  </a:lnTo>
                  <a:lnTo>
                    <a:pt x="8500" y="2263"/>
                  </a:lnTo>
                  <a:lnTo>
                    <a:pt x="8564" y="2186"/>
                  </a:lnTo>
                  <a:lnTo>
                    <a:pt x="8564" y="2033"/>
                  </a:lnTo>
                  <a:lnTo>
                    <a:pt x="8679" y="1892"/>
                  </a:lnTo>
                  <a:lnTo>
                    <a:pt x="8564" y="1803"/>
                  </a:lnTo>
                  <a:lnTo>
                    <a:pt x="8602" y="1470"/>
                  </a:lnTo>
                  <a:lnTo>
                    <a:pt x="8474" y="1304"/>
                  </a:lnTo>
                  <a:lnTo>
                    <a:pt x="8474" y="1240"/>
                  </a:lnTo>
                  <a:lnTo>
                    <a:pt x="8359" y="985"/>
                  </a:lnTo>
                  <a:lnTo>
                    <a:pt x="8257" y="934"/>
                  </a:lnTo>
                  <a:lnTo>
                    <a:pt x="8193" y="614"/>
                  </a:lnTo>
                  <a:lnTo>
                    <a:pt x="8257" y="231"/>
                  </a:lnTo>
                  <a:lnTo>
                    <a:pt x="8244" y="141"/>
                  </a:lnTo>
                  <a:lnTo>
                    <a:pt x="8065" y="141"/>
                  </a:lnTo>
                  <a:lnTo>
                    <a:pt x="78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8"/>
            <p:cNvSpPr/>
            <p:nvPr/>
          </p:nvSpPr>
          <p:spPr>
            <a:xfrm>
              <a:off x="6183350" y="2678700"/>
              <a:ext cx="46675" cy="67775"/>
            </a:xfrm>
            <a:custGeom>
              <a:rect b="b" l="l" r="r" t="t"/>
              <a:pathLst>
                <a:path extrusionOk="0" h="2711" w="1867">
                  <a:moveTo>
                    <a:pt x="934" y="1"/>
                  </a:moveTo>
                  <a:lnTo>
                    <a:pt x="908" y="52"/>
                  </a:lnTo>
                  <a:lnTo>
                    <a:pt x="742" y="77"/>
                  </a:lnTo>
                  <a:lnTo>
                    <a:pt x="691" y="256"/>
                  </a:lnTo>
                  <a:lnTo>
                    <a:pt x="601" y="308"/>
                  </a:lnTo>
                  <a:lnTo>
                    <a:pt x="550" y="218"/>
                  </a:lnTo>
                  <a:lnTo>
                    <a:pt x="461" y="269"/>
                  </a:lnTo>
                  <a:lnTo>
                    <a:pt x="486" y="333"/>
                  </a:lnTo>
                  <a:lnTo>
                    <a:pt x="410" y="384"/>
                  </a:lnTo>
                  <a:lnTo>
                    <a:pt x="346" y="397"/>
                  </a:lnTo>
                  <a:lnTo>
                    <a:pt x="346" y="397"/>
                  </a:lnTo>
                  <a:lnTo>
                    <a:pt x="359" y="333"/>
                  </a:lnTo>
                  <a:lnTo>
                    <a:pt x="244" y="308"/>
                  </a:lnTo>
                  <a:lnTo>
                    <a:pt x="192" y="461"/>
                  </a:lnTo>
                  <a:lnTo>
                    <a:pt x="14" y="423"/>
                  </a:lnTo>
                  <a:lnTo>
                    <a:pt x="1" y="589"/>
                  </a:lnTo>
                  <a:lnTo>
                    <a:pt x="77" y="627"/>
                  </a:lnTo>
                  <a:lnTo>
                    <a:pt x="282" y="780"/>
                  </a:lnTo>
                  <a:lnTo>
                    <a:pt x="269" y="908"/>
                  </a:lnTo>
                  <a:lnTo>
                    <a:pt x="180" y="934"/>
                  </a:lnTo>
                  <a:lnTo>
                    <a:pt x="167" y="819"/>
                  </a:lnTo>
                  <a:lnTo>
                    <a:pt x="77" y="691"/>
                  </a:lnTo>
                  <a:lnTo>
                    <a:pt x="14" y="870"/>
                  </a:lnTo>
                  <a:lnTo>
                    <a:pt x="77" y="921"/>
                  </a:lnTo>
                  <a:lnTo>
                    <a:pt x="129" y="1036"/>
                  </a:lnTo>
                  <a:lnTo>
                    <a:pt x="77" y="1151"/>
                  </a:lnTo>
                  <a:lnTo>
                    <a:pt x="218" y="1100"/>
                  </a:lnTo>
                  <a:lnTo>
                    <a:pt x="218" y="1023"/>
                  </a:lnTo>
                  <a:lnTo>
                    <a:pt x="435" y="1062"/>
                  </a:lnTo>
                  <a:lnTo>
                    <a:pt x="397" y="1113"/>
                  </a:lnTo>
                  <a:lnTo>
                    <a:pt x="371" y="1189"/>
                  </a:lnTo>
                  <a:lnTo>
                    <a:pt x="538" y="1125"/>
                  </a:lnTo>
                  <a:lnTo>
                    <a:pt x="576" y="1074"/>
                  </a:lnTo>
                  <a:lnTo>
                    <a:pt x="525" y="985"/>
                  </a:lnTo>
                  <a:lnTo>
                    <a:pt x="384" y="972"/>
                  </a:lnTo>
                  <a:lnTo>
                    <a:pt x="371" y="921"/>
                  </a:lnTo>
                  <a:lnTo>
                    <a:pt x="448" y="832"/>
                  </a:lnTo>
                  <a:lnTo>
                    <a:pt x="435" y="704"/>
                  </a:lnTo>
                  <a:lnTo>
                    <a:pt x="525" y="653"/>
                  </a:lnTo>
                  <a:lnTo>
                    <a:pt x="627" y="768"/>
                  </a:lnTo>
                  <a:lnTo>
                    <a:pt x="614" y="934"/>
                  </a:lnTo>
                  <a:lnTo>
                    <a:pt x="742" y="1049"/>
                  </a:lnTo>
                  <a:lnTo>
                    <a:pt x="742" y="1125"/>
                  </a:lnTo>
                  <a:lnTo>
                    <a:pt x="678" y="1228"/>
                  </a:lnTo>
                  <a:lnTo>
                    <a:pt x="793" y="1228"/>
                  </a:lnTo>
                  <a:lnTo>
                    <a:pt x="653" y="1317"/>
                  </a:lnTo>
                  <a:lnTo>
                    <a:pt x="678" y="1407"/>
                  </a:lnTo>
                  <a:lnTo>
                    <a:pt x="448" y="1649"/>
                  </a:lnTo>
                  <a:lnTo>
                    <a:pt x="346" y="1701"/>
                  </a:lnTo>
                  <a:lnTo>
                    <a:pt x="359" y="1841"/>
                  </a:lnTo>
                  <a:lnTo>
                    <a:pt x="295" y="1943"/>
                  </a:lnTo>
                  <a:lnTo>
                    <a:pt x="410" y="2097"/>
                  </a:lnTo>
                  <a:lnTo>
                    <a:pt x="346" y="2301"/>
                  </a:lnTo>
                  <a:lnTo>
                    <a:pt x="218" y="2276"/>
                  </a:lnTo>
                  <a:lnTo>
                    <a:pt x="282" y="2442"/>
                  </a:lnTo>
                  <a:lnTo>
                    <a:pt x="474" y="2493"/>
                  </a:lnTo>
                  <a:lnTo>
                    <a:pt x="512" y="2557"/>
                  </a:lnTo>
                  <a:lnTo>
                    <a:pt x="576" y="2544"/>
                  </a:lnTo>
                  <a:lnTo>
                    <a:pt x="640" y="2480"/>
                  </a:lnTo>
                  <a:lnTo>
                    <a:pt x="563" y="2429"/>
                  </a:lnTo>
                  <a:lnTo>
                    <a:pt x="538" y="2288"/>
                  </a:lnTo>
                  <a:lnTo>
                    <a:pt x="550" y="2199"/>
                  </a:lnTo>
                  <a:lnTo>
                    <a:pt x="614" y="2097"/>
                  </a:lnTo>
                  <a:lnTo>
                    <a:pt x="704" y="2071"/>
                  </a:lnTo>
                  <a:lnTo>
                    <a:pt x="768" y="2135"/>
                  </a:lnTo>
                  <a:lnTo>
                    <a:pt x="729" y="2199"/>
                  </a:lnTo>
                  <a:lnTo>
                    <a:pt x="691" y="2263"/>
                  </a:lnTo>
                  <a:lnTo>
                    <a:pt x="755" y="2404"/>
                  </a:lnTo>
                  <a:lnTo>
                    <a:pt x="678" y="2595"/>
                  </a:lnTo>
                  <a:lnTo>
                    <a:pt x="614" y="2646"/>
                  </a:lnTo>
                  <a:lnTo>
                    <a:pt x="601" y="2710"/>
                  </a:lnTo>
                  <a:lnTo>
                    <a:pt x="601" y="2710"/>
                  </a:lnTo>
                  <a:lnTo>
                    <a:pt x="716" y="2672"/>
                  </a:lnTo>
                  <a:lnTo>
                    <a:pt x="857" y="2634"/>
                  </a:lnTo>
                  <a:lnTo>
                    <a:pt x="959" y="2557"/>
                  </a:lnTo>
                  <a:lnTo>
                    <a:pt x="998" y="2506"/>
                  </a:lnTo>
                  <a:lnTo>
                    <a:pt x="921" y="2404"/>
                  </a:lnTo>
                  <a:lnTo>
                    <a:pt x="1010" y="2365"/>
                  </a:lnTo>
                  <a:lnTo>
                    <a:pt x="1189" y="2480"/>
                  </a:lnTo>
                  <a:lnTo>
                    <a:pt x="1228" y="2288"/>
                  </a:lnTo>
                  <a:lnTo>
                    <a:pt x="1304" y="2225"/>
                  </a:lnTo>
                  <a:lnTo>
                    <a:pt x="1356" y="1880"/>
                  </a:lnTo>
                  <a:lnTo>
                    <a:pt x="1522" y="1522"/>
                  </a:lnTo>
                  <a:lnTo>
                    <a:pt x="1611" y="1458"/>
                  </a:lnTo>
                  <a:lnTo>
                    <a:pt x="1586" y="1381"/>
                  </a:lnTo>
                  <a:lnTo>
                    <a:pt x="1726" y="1266"/>
                  </a:lnTo>
                  <a:lnTo>
                    <a:pt x="1726" y="1177"/>
                  </a:lnTo>
                  <a:lnTo>
                    <a:pt x="1828" y="1151"/>
                  </a:lnTo>
                  <a:lnTo>
                    <a:pt x="1867" y="1062"/>
                  </a:lnTo>
                  <a:lnTo>
                    <a:pt x="1764" y="972"/>
                  </a:lnTo>
                  <a:lnTo>
                    <a:pt x="1790" y="883"/>
                  </a:lnTo>
                  <a:lnTo>
                    <a:pt x="1726" y="870"/>
                  </a:lnTo>
                  <a:lnTo>
                    <a:pt x="1816" y="755"/>
                  </a:lnTo>
                  <a:lnTo>
                    <a:pt x="1534" y="729"/>
                  </a:lnTo>
                  <a:lnTo>
                    <a:pt x="1534" y="640"/>
                  </a:lnTo>
                  <a:lnTo>
                    <a:pt x="1662" y="601"/>
                  </a:lnTo>
                  <a:lnTo>
                    <a:pt x="1662" y="410"/>
                  </a:lnTo>
                  <a:lnTo>
                    <a:pt x="1534" y="333"/>
                  </a:lnTo>
                  <a:lnTo>
                    <a:pt x="1445" y="410"/>
                  </a:lnTo>
                  <a:lnTo>
                    <a:pt x="1240" y="333"/>
                  </a:lnTo>
                  <a:lnTo>
                    <a:pt x="1151" y="154"/>
                  </a:lnTo>
                  <a:lnTo>
                    <a:pt x="1189" y="90"/>
                  </a:lnTo>
                  <a:lnTo>
                    <a:pt x="1164" y="52"/>
                  </a:lnTo>
                  <a:lnTo>
                    <a:pt x="1151" y="52"/>
                  </a:lnTo>
                  <a:lnTo>
                    <a:pt x="1023" y="77"/>
                  </a:lnTo>
                  <a:lnTo>
                    <a:pt x="1049" y="26"/>
                  </a:lnTo>
                  <a:lnTo>
                    <a:pt x="9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8"/>
            <p:cNvSpPr/>
            <p:nvPr/>
          </p:nvSpPr>
          <p:spPr>
            <a:xfrm>
              <a:off x="4091150" y="2037450"/>
              <a:ext cx="81200" cy="62325"/>
            </a:xfrm>
            <a:custGeom>
              <a:rect b="b" l="l" r="r" t="t"/>
              <a:pathLst>
                <a:path extrusionOk="0" h="2493" w="3248">
                  <a:moveTo>
                    <a:pt x="1458" y="0"/>
                  </a:moveTo>
                  <a:lnTo>
                    <a:pt x="1190" y="154"/>
                  </a:lnTo>
                  <a:lnTo>
                    <a:pt x="806" y="154"/>
                  </a:lnTo>
                  <a:lnTo>
                    <a:pt x="359" y="256"/>
                  </a:lnTo>
                  <a:lnTo>
                    <a:pt x="359" y="384"/>
                  </a:lnTo>
                  <a:lnTo>
                    <a:pt x="205" y="396"/>
                  </a:lnTo>
                  <a:lnTo>
                    <a:pt x="103" y="409"/>
                  </a:lnTo>
                  <a:lnTo>
                    <a:pt x="65" y="409"/>
                  </a:lnTo>
                  <a:lnTo>
                    <a:pt x="52" y="422"/>
                  </a:lnTo>
                  <a:lnTo>
                    <a:pt x="1" y="984"/>
                  </a:lnTo>
                  <a:lnTo>
                    <a:pt x="180" y="1406"/>
                  </a:lnTo>
                  <a:lnTo>
                    <a:pt x="576" y="1495"/>
                  </a:lnTo>
                  <a:lnTo>
                    <a:pt x="551" y="2007"/>
                  </a:lnTo>
                  <a:lnTo>
                    <a:pt x="563" y="2045"/>
                  </a:lnTo>
                  <a:lnTo>
                    <a:pt x="1356" y="1828"/>
                  </a:lnTo>
                  <a:lnTo>
                    <a:pt x="2008" y="2135"/>
                  </a:lnTo>
                  <a:lnTo>
                    <a:pt x="2302" y="2492"/>
                  </a:lnTo>
                  <a:lnTo>
                    <a:pt x="3222" y="2377"/>
                  </a:lnTo>
                  <a:lnTo>
                    <a:pt x="3132" y="2288"/>
                  </a:lnTo>
                  <a:lnTo>
                    <a:pt x="3234" y="1828"/>
                  </a:lnTo>
                  <a:lnTo>
                    <a:pt x="2787" y="1483"/>
                  </a:lnTo>
                  <a:lnTo>
                    <a:pt x="2557" y="895"/>
                  </a:lnTo>
                  <a:lnTo>
                    <a:pt x="3017" y="716"/>
                  </a:lnTo>
                  <a:lnTo>
                    <a:pt x="3145" y="665"/>
                  </a:lnTo>
                  <a:lnTo>
                    <a:pt x="3247" y="269"/>
                  </a:lnTo>
                  <a:lnTo>
                    <a:pt x="2787" y="154"/>
                  </a:lnTo>
                  <a:lnTo>
                    <a:pt x="2365" y="192"/>
                  </a:lnTo>
                  <a:lnTo>
                    <a:pt x="2110" y="26"/>
                  </a:lnTo>
                  <a:lnTo>
                    <a:pt x="14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8"/>
            <p:cNvSpPr/>
            <p:nvPr/>
          </p:nvSpPr>
          <p:spPr>
            <a:xfrm>
              <a:off x="3938425" y="1782150"/>
              <a:ext cx="5775" cy="6100"/>
            </a:xfrm>
            <a:custGeom>
              <a:rect b="b" l="l" r="r" t="t"/>
              <a:pathLst>
                <a:path extrusionOk="0" h="244" w="231">
                  <a:moveTo>
                    <a:pt x="180" y="0"/>
                  </a:moveTo>
                  <a:lnTo>
                    <a:pt x="116" y="13"/>
                  </a:lnTo>
                  <a:lnTo>
                    <a:pt x="78" y="39"/>
                  </a:lnTo>
                  <a:lnTo>
                    <a:pt x="52" y="77"/>
                  </a:lnTo>
                  <a:lnTo>
                    <a:pt x="26" y="128"/>
                  </a:lnTo>
                  <a:lnTo>
                    <a:pt x="1" y="167"/>
                  </a:lnTo>
                  <a:lnTo>
                    <a:pt x="1" y="192"/>
                  </a:lnTo>
                  <a:lnTo>
                    <a:pt x="1" y="205"/>
                  </a:lnTo>
                  <a:lnTo>
                    <a:pt x="14" y="231"/>
                  </a:lnTo>
                  <a:lnTo>
                    <a:pt x="39" y="243"/>
                  </a:lnTo>
                  <a:lnTo>
                    <a:pt x="90" y="243"/>
                  </a:lnTo>
                  <a:lnTo>
                    <a:pt x="141" y="205"/>
                  </a:lnTo>
                  <a:lnTo>
                    <a:pt x="205" y="116"/>
                  </a:lnTo>
                  <a:lnTo>
                    <a:pt x="231" y="77"/>
                  </a:lnTo>
                  <a:lnTo>
                    <a:pt x="231" y="39"/>
                  </a:lnTo>
                  <a:lnTo>
                    <a:pt x="231"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8"/>
            <p:cNvSpPr/>
            <p:nvPr/>
          </p:nvSpPr>
          <p:spPr>
            <a:xfrm>
              <a:off x="3940025" y="1764900"/>
              <a:ext cx="3225" cy="2900"/>
            </a:xfrm>
            <a:custGeom>
              <a:rect b="b" l="l" r="r" t="t"/>
              <a:pathLst>
                <a:path extrusionOk="0" h="116" w="129">
                  <a:moveTo>
                    <a:pt x="14" y="0"/>
                  </a:moveTo>
                  <a:lnTo>
                    <a:pt x="1" y="26"/>
                  </a:lnTo>
                  <a:lnTo>
                    <a:pt x="1" y="39"/>
                  </a:lnTo>
                  <a:lnTo>
                    <a:pt x="1" y="90"/>
                  </a:lnTo>
                  <a:lnTo>
                    <a:pt x="14" y="103"/>
                  </a:lnTo>
                  <a:lnTo>
                    <a:pt x="26" y="115"/>
                  </a:lnTo>
                  <a:lnTo>
                    <a:pt x="90" y="115"/>
                  </a:lnTo>
                  <a:lnTo>
                    <a:pt x="103" y="103"/>
                  </a:lnTo>
                  <a:lnTo>
                    <a:pt x="116" y="77"/>
                  </a:lnTo>
                  <a:lnTo>
                    <a:pt x="129" y="26"/>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8"/>
            <p:cNvSpPr/>
            <p:nvPr/>
          </p:nvSpPr>
          <p:spPr>
            <a:xfrm>
              <a:off x="4085400" y="2135525"/>
              <a:ext cx="182800" cy="132625"/>
            </a:xfrm>
            <a:custGeom>
              <a:rect b="b" l="l" r="r" t="t"/>
              <a:pathLst>
                <a:path extrusionOk="0" h="5305" w="7312">
                  <a:moveTo>
                    <a:pt x="3720" y="1"/>
                  </a:moveTo>
                  <a:lnTo>
                    <a:pt x="3528" y="77"/>
                  </a:lnTo>
                  <a:lnTo>
                    <a:pt x="3362" y="435"/>
                  </a:lnTo>
                  <a:lnTo>
                    <a:pt x="2889" y="371"/>
                  </a:lnTo>
                  <a:lnTo>
                    <a:pt x="2544" y="653"/>
                  </a:lnTo>
                  <a:lnTo>
                    <a:pt x="2506" y="959"/>
                  </a:lnTo>
                  <a:lnTo>
                    <a:pt x="2532" y="1202"/>
                  </a:lnTo>
                  <a:lnTo>
                    <a:pt x="1905" y="1547"/>
                  </a:lnTo>
                  <a:lnTo>
                    <a:pt x="1905" y="2225"/>
                  </a:lnTo>
                  <a:lnTo>
                    <a:pt x="2071" y="2352"/>
                  </a:lnTo>
                  <a:lnTo>
                    <a:pt x="1075" y="2519"/>
                  </a:lnTo>
                  <a:lnTo>
                    <a:pt x="142" y="2608"/>
                  </a:lnTo>
                  <a:lnTo>
                    <a:pt x="180" y="2889"/>
                  </a:lnTo>
                  <a:lnTo>
                    <a:pt x="461" y="3324"/>
                  </a:lnTo>
                  <a:lnTo>
                    <a:pt x="461" y="3758"/>
                  </a:lnTo>
                  <a:lnTo>
                    <a:pt x="1" y="4001"/>
                  </a:lnTo>
                  <a:lnTo>
                    <a:pt x="1" y="4180"/>
                  </a:lnTo>
                  <a:lnTo>
                    <a:pt x="167" y="4180"/>
                  </a:lnTo>
                  <a:lnTo>
                    <a:pt x="333" y="4921"/>
                  </a:lnTo>
                  <a:lnTo>
                    <a:pt x="755" y="4921"/>
                  </a:lnTo>
                  <a:lnTo>
                    <a:pt x="806" y="4538"/>
                  </a:lnTo>
                  <a:lnTo>
                    <a:pt x="1841" y="4512"/>
                  </a:lnTo>
                  <a:lnTo>
                    <a:pt x="2519" y="4589"/>
                  </a:lnTo>
                  <a:lnTo>
                    <a:pt x="2953" y="4806"/>
                  </a:lnTo>
                  <a:lnTo>
                    <a:pt x="3247" y="4972"/>
                  </a:lnTo>
                  <a:lnTo>
                    <a:pt x="3452" y="4921"/>
                  </a:lnTo>
                  <a:lnTo>
                    <a:pt x="3528" y="5036"/>
                  </a:lnTo>
                  <a:lnTo>
                    <a:pt x="3912" y="4998"/>
                  </a:lnTo>
                  <a:lnTo>
                    <a:pt x="4219" y="5036"/>
                  </a:lnTo>
                  <a:lnTo>
                    <a:pt x="4628" y="4832"/>
                  </a:lnTo>
                  <a:lnTo>
                    <a:pt x="4679" y="4972"/>
                  </a:lnTo>
                  <a:lnTo>
                    <a:pt x="5203" y="5049"/>
                  </a:lnTo>
                  <a:lnTo>
                    <a:pt x="5573" y="5215"/>
                  </a:lnTo>
                  <a:lnTo>
                    <a:pt x="5650" y="5305"/>
                  </a:lnTo>
                  <a:lnTo>
                    <a:pt x="5739" y="5228"/>
                  </a:lnTo>
                  <a:lnTo>
                    <a:pt x="5778" y="4755"/>
                  </a:lnTo>
                  <a:lnTo>
                    <a:pt x="6238" y="4359"/>
                  </a:lnTo>
                  <a:lnTo>
                    <a:pt x="6417" y="4257"/>
                  </a:lnTo>
                  <a:lnTo>
                    <a:pt x="6430" y="4257"/>
                  </a:lnTo>
                  <a:lnTo>
                    <a:pt x="6327" y="3707"/>
                  </a:lnTo>
                  <a:lnTo>
                    <a:pt x="6315" y="3477"/>
                  </a:lnTo>
                  <a:lnTo>
                    <a:pt x="6161" y="3221"/>
                  </a:lnTo>
                  <a:lnTo>
                    <a:pt x="6570" y="3221"/>
                  </a:lnTo>
                  <a:lnTo>
                    <a:pt x="6915" y="3388"/>
                  </a:lnTo>
                  <a:lnTo>
                    <a:pt x="7311" y="2915"/>
                  </a:lnTo>
                  <a:lnTo>
                    <a:pt x="7030" y="2710"/>
                  </a:lnTo>
                  <a:lnTo>
                    <a:pt x="6596" y="2608"/>
                  </a:lnTo>
                  <a:lnTo>
                    <a:pt x="6724" y="2314"/>
                  </a:lnTo>
                  <a:lnTo>
                    <a:pt x="6583" y="2289"/>
                  </a:lnTo>
                  <a:lnTo>
                    <a:pt x="6200" y="2033"/>
                  </a:lnTo>
                  <a:lnTo>
                    <a:pt x="6200" y="1713"/>
                  </a:lnTo>
                  <a:lnTo>
                    <a:pt x="5970" y="1752"/>
                  </a:lnTo>
                  <a:lnTo>
                    <a:pt x="5854" y="1445"/>
                  </a:lnTo>
                  <a:lnTo>
                    <a:pt x="6033" y="1279"/>
                  </a:lnTo>
                  <a:lnTo>
                    <a:pt x="5854" y="1151"/>
                  </a:lnTo>
                  <a:lnTo>
                    <a:pt x="5970" y="921"/>
                  </a:lnTo>
                  <a:lnTo>
                    <a:pt x="5893" y="793"/>
                  </a:lnTo>
                  <a:lnTo>
                    <a:pt x="5727" y="793"/>
                  </a:lnTo>
                  <a:lnTo>
                    <a:pt x="5727" y="461"/>
                  </a:lnTo>
                  <a:lnTo>
                    <a:pt x="5343" y="346"/>
                  </a:lnTo>
                  <a:lnTo>
                    <a:pt x="5037" y="474"/>
                  </a:lnTo>
                  <a:lnTo>
                    <a:pt x="4794" y="474"/>
                  </a:lnTo>
                  <a:lnTo>
                    <a:pt x="4538" y="256"/>
                  </a:lnTo>
                  <a:lnTo>
                    <a:pt x="4244" y="371"/>
                  </a:lnTo>
                  <a:lnTo>
                    <a:pt x="4244" y="141"/>
                  </a:lnTo>
                  <a:lnTo>
                    <a:pt x="3733" y="90"/>
                  </a:lnTo>
                  <a:lnTo>
                    <a:pt x="37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8"/>
            <p:cNvSpPr/>
            <p:nvPr/>
          </p:nvSpPr>
          <p:spPr>
            <a:xfrm>
              <a:off x="3935550" y="1770000"/>
              <a:ext cx="3550" cy="4175"/>
            </a:xfrm>
            <a:custGeom>
              <a:rect b="b" l="l" r="r" t="t"/>
              <a:pathLst>
                <a:path extrusionOk="0" h="167" w="142">
                  <a:moveTo>
                    <a:pt x="103" y="1"/>
                  </a:moveTo>
                  <a:lnTo>
                    <a:pt x="65" y="14"/>
                  </a:lnTo>
                  <a:lnTo>
                    <a:pt x="26" y="14"/>
                  </a:lnTo>
                  <a:lnTo>
                    <a:pt x="14" y="39"/>
                  </a:lnTo>
                  <a:lnTo>
                    <a:pt x="14" y="52"/>
                  </a:lnTo>
                  <a:lnTo>
                    <a:pt x="1" y="90"/>
                  </a:lnTo>
                  <a:lnTo>
                    <a:pt x="1" y="116"/>
                  </a:lnTo>
                  <a:lnTo>
                    <a:pt x="14" y="129"/>
                  </a:lnTo>
                  <a:lnTo>
                    <a:pt x="77" y="167"/>
                  </a:lnTo>
                  <a:lnTo>
                    <a:pt x="116" y="167"/>
                  </a:lnTo>
                  <a:lnTo>
                    <a:pt x="129" y="154"/>
                  </a:lnTo>
                  <a:lnTo>
                    <a:pt x="129" y="129"/>
                  </a:lnTo>
                  <a:lnTo>
                    <a:pt x="141" y="90"/>
                  </a:lnTo>
                  <a:lnTo>
                    <a:pt x="141" y="52"/>
                  </a:lnTo>
                  <a:lnTo>
                    <a:pt x="129" y="26"/>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8"/>
            <p:cNvSpPr/>
            <p:nvPr/>
          </p:nvSpPr>
          <p:spPr>
            <a:xfrm>
              <a:off x="3932375" y="1776400"/>
              <a:ext cx="8950" cy="7375"/>
            </a:xfrm>
            <a:custGeom>
              <a:rect b="b" l="l" r="r" t="t"/>
              <a:pathLst>
                <a:path extrusionOk="0" h="295" w="358">
                  <a:moveTo>
                    <a:pt x="141" y="0"/>
                  </a:moveTo>
                  <a:lnTo>
                    <a:pt x="102" y="64"/>
                  </a:lnTo>
                  <a:lnTo>
                    <a:pt x="51" y="128"/>
                  </a:lnTo>
                  <a:lnTo>
                    <a:pt x="26" y="154"/>
                  </a:lnTo>
                  <a:lnTo>
                    <a:pt x="13" y="192"/>
                  </a:lnTo>
                  <a:lnTo>
                    <a:pt x="0" y="230"/>
                  </a:lnTo>
                  <a:lnTo>
                    <a:pt x="13" y="256"/>
                  </a:lnTo>
                  <a:lnTo>
                    <a:pt x="38" y="282"/>
                  </a:lnTo>
                  <a:lnTo>
                    <a:pt x="51" y="294"/>
                  </a:lnTo>
                  <a:lnTo>
                    <a:pt x="102" y="294"/>
                  </a:lnTo>
                  <a:lnTo>
                    <a:pt x="153" y="282"/>
                  </a:lnTo>
                  <a:lnTo>
                    <a:pt x="204" y="243"/>
                  </a:lnTo>
                  <a:lnTo>
                    <a:pt x="294" y="205"/>
                  </a:lnTo>
                  <a:lnTo>
                    <a:pt x="332" y="179"/>
                  </a:lnTo>
                  <a:lnTo>
                    <a:pt x="358" y="141"/>
                  </a:lnTo>
                  <a:lnTo>
                    <a:pt x="332" y="52"/>
                  </a:lnTo>
                  <a:lnTo>
                    <a:pt x="320" y="39"/>
                  </a:lnTo>
                  <a:lnTo>
                    <a:pt x="307" y="26"/>
                  </a:lnTo>
                  <a:lnTo>
                    <a:pt x="243" y="13"/>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8"/>
            <p:cNvSpPr/>
            <p:nvPr/>
          </p:nvSpPr>
          <p:spPr>
            <a:xfrm>
              <a:off x="4044525" y="2085050"/>
              <a:ext cx="133575" cy="65200"/>
            </a:xfrm>
            <a:custGeom>
              <a:rect b="b" l="l" r="r" t="t"/>
              <a:pathLst>
                <a:path extrusionOk="0" h="2608" w="5343">
                  <a:moveTo>
                    <a:pt x="3208" y="0"/>
                  </a:moveTo>
                  <a:lnTo>
                    <a:pt x="2428" y="218"/>
                  </a:lnTo>
                  <a:lnTo>
                    <a:pt x="2467" y="512"/>
                  </a:lnTo>
                  <a:lnTo>
                    <a:pt x="2428" y="818"/>
                  </a:lnTo>
                  <a:lnTo>
                    <a:pt x="2058" y="1061"/>
                  </a:lnTo>
                  <a:lnTo>
                    <a:pt x="1764" y="1061"/>
                  </a:lnTo>
                  <a:lnTo>
                    <a:pt x="1304" y="550"/>
                  </a:lnTo>
                  <a:lnTo>
                    <a:pt x="1176" y="256"/>
                  </a:lnTo>
                  <a:lnTo>
                    <a:pt x="895" y="333"/>
                  </a:lnTo>
                  <a:lnTo>
                    <a:pt x="422" y="627"/>
                  </a:lnTo>
                  <a:lnTo>
                    <a:pt x="268" y="1010"/>
                  </a:lnTo>
                  <a:lnTo>
                    <a:pt x="358" y="1304"/>
                  </a:lnTo>
                  <a:lnTo>
                    <a:pt x="115" y="1470"/>
                  </a:lnTo>
                  <a:lnTo>
                    <a:pt x="0" y="1713"/>
                  </a:lnTo>
                  <a:lnTo>
                    <a:pt x="51" y="1956"/>
                  </a:lnTo>
                  <a:lnTo>
                    <a:pt x="754" y="1726"/>
                  </a:lnTo>
                  <a:lnTo>
                    <a:pt x="2352" y="1905"/>
                  </a:lnTo>
                  <a:lnTo>
                    <a:pt x="2594" y="1905"/>
                  </a:lnTo>
                  <a:lnTo>
                    <a:pt x="2748" y="1726"/>
                  </a:lnTo>
                  <a:lnTo>
                    <a:pt x="2991" y="1726"/>
                  </a:lnTo>
                  <a:lnTo>
                    <a:pt x="2991" y="1981"/>
                  </a:lnTo>
                  <a:lnTo>
                    <a:pt x="3285" y="1994"/>
                  </a:lnTo>
                  <a:lnTo>
                    <a:pt x="4141" y="2608"/>
                  </a:lnTo>
                  <a:lnTo>
                    <a:pt x="4499" y="2314"/>
                  </a:lnTo>
                  <a:lnTo>
                    <a:pt x="4959" y="2378"/>
                  </a:lnTo>
                  <a:lnTo>
                    <a:pt x="5112" y="2033"/>
                  </a:lnTo>
                  <a:lnTo>
                    <a:pt x="5342" y="1943"/>
                  </a:lnTo>
                  <a:lnTo>
                    <a:pt x="5253" y="1483"/>
                  </a:lnTo>
                  <a:lnTo>
                    <a:pt x="5125" y="1010"/>
                  </a:lnTo>
                  <a:lnTo>
                    <a:pt x="5240" y="652"/>
                  </a:lnTo>
                  <a:lnTo>
                    <a:pt x="5138" y="537"/>
                  </a:lnTo>
                  <a:lnTo>
                    <a:pt x="4128" y="678"/>
                  </a:lnTo>
                  <a:lnTo>
                    <a:pt x="3834" y="294"/>
                  </a:lnTo>
                  <a:lnTo>
                    <a:pt x="32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8"/>
            <p:cNvSpPr/>
            <p:nvPr/>
          </p:nvSpPr>
          <p:spPr>
            <a:xfrm>
              <a:off x="3735850" y="1671600"/>
              <a:ext cx="450875" cy="408675"/>
            </a:xfrm>
            <a:custGeom>
              <a:rect b="b" l="l" r="r" t="t"/>
              <a:pathLst>
                <a:path extrusionOk="0" h="16347" w="18035">
                  <a:moveTo>
                    <a:pt x="15644" y="0"/>
                  </a:moveTo>
                  <a:lnTo>
                    <a:pt x="15632" y="13"/>
                  </a:lnTo>
                  <a:lnTo>
                    <a:pt x="15619" y="39"/>
                  </a:lnTo>
                  <a:lnTo>
                    <a:pt x="15581" y="77"/>
                  </a:lnTo>
                  <a:lnTo>
                    <a:pt x="15555" y="115"/>
                  </a:lnTo>
                  <a:lnTo>
                    <a:pt x="15568" y="128"/>
                  </a:lnTo>
                  <a:lnTo>
                    <a:pt x="15581" y="141"/>
                  </a:lnTo>
                  <a:lnTo>
                    <a:pt x="15632" y="167"/>
                  </a:lnTo>
                  <a:lnTo>
                    <a:pt x="15657" y="192"/>
                  </a:lnTo>
                  <a:lnTo>
                    <a:pt x="15683" y="218"/>
                  </a:lnTo>
                  <a:lnTo>
                    <a:pt x="15644" y="230"/>
                  </a:lnTo>
                  <a:lnTo>
                    <a:pt x="15606" y="230"/>
                  </a:lnTo>
                  <a:lnTo>
                    <a:pt x="15529" y="205"/>
                  </a:lnTo>
                  <a:lnTo>
                    <a:pt x="15453" y="179"/>
                  </a:lnTo>
                  <a:lnTo>
                    <a:pt x="15402" y="179"/>
                  </a:lnTo>
                  <a:lnTo>
                    <a:pt x="15363" y="192"/>
                  </a:lnTo>
                  <a:lnTo>
                    <a:pt x="15363" y="218"/>
                  </a:lnTo>
                  <a:lnTo>
                    <a:pt x="15363" y="243"/>
                  </a:lnTo>
                  <a:lnTo>
                    <a:pt x="15363" y="282"/>
                  </a:lnTo>
                  <a:lnTo>
                    <a:pt x="15389" y="320"/>
                  </a:lnTo>
                  <a:lnTo>
                    <a:pt x="15440" y="345"/>
                  </a:lnTo>
                  <a:lnTo>
                    <a:pt x="15478" y="345"/>
                  </a:lnTo>
                  <a:lnTo>
                    <a:pt x="15529" y="358"/>
                  </a:lnTo>
                  <a:lnTo>
                    <a:pt x="15555" y="384"/>
                  </a:lnTo>
                  <a:lnTo>
                    <a:pt x="15568" y="397"/>
                  </a:lnTo>
                  <a:lnTo>
                    <a:pt x="15593" y="422"/>
                  </a:lnTo>
                  <a:lnTo>
                    <a:pt x="15606" y="448"/>
                  </a:lnTo>
                  <a:lnTo>
                    <a:pt x="15593" y="473"/>
                  </a:lnTo>
                  <a:lnTo>
                    <a:pt x="15581" y="486"/>
                  </a:lnTo>
                  <a:lnTo>
                    <a:pt x="15542" y="524"/>
                  </a:lnTo>
                  <a:lnTo>
                    <a:pt x="15517" y="550"/>
                  </a:lnTo>
                  <a:lnTo>
                    <a:pt x="15504" y="588"/>
                  </a:lnTo>
                  <a:lnTo>
                    <a:pt x="15504" y="614"/>
                  </a:lnTo>
                  <a:lnTo>
                    <a:pt x="15529" y="678"/>
                  </a:lnTo>
                  <a:lnTo>
                    <a:pt x="15542" y="754"/>
                  </a:lnTo>
                  <a:lnTo>
                    <a:pt x="15542" y="793"/>
                  </a:lnTo>
                  <a:lnTo>
                    <a:pt x="15542" y="818"/>
                  </a:lnTo>
                  <a:lnTo>
                    <a:pt x="15504" y="857"/>
                  </a:lnTo>
                  <a:lnTo>
                    <a:pt x="15453" y="882"/>
                  </a:lnTo>
                  <a:lnTo>
                    <a:pt x="15338" y="946"/>
                  </a:lnTo>
                  <a:lnTo>
                    <a:pt x="15261" y="869"/>
                  </a:lnTo>
                  <a:lnTo>
                    <a:pt x="15223" y="806"/>
                  </a:lnTo>
                  <a:lnTo>
                    <a:pt x="15197" y="729"/>
                  </a:lnTo>
                  <a:lnTo>
                    <a:pt x="15197" y="639"/>
                  </a:lnTo>
                  <a:lnTo>
                    <a:pt x="15197" y="601"/>
                  </a:lnTo>
                  <a:lnTo>
                    <a:pt x="15184" y="563"/>
                  </a:lnTo>
                  <a:lnTo>
                    <a:pt x="15159" y="499"/>
                  </a:lnTo>
                  <a:lnTo>
                    <a:pt x="15133" y="473"/>
                  </a:lnTo>
                  <a:lnTo>
                    <a:pt x="15108" y="448"/>
                  </a:lnTo>
                  <a:lnTo>
                    <a:pt x="15005" y="448"/>
                  </a:lnTo>
                  <a:lnTo>
                    <a:pt x="14941" y="473"/>
                  </a:lnTo>
                  <a:lnTo>
                    <a:pt x="14890" y="512"/>
                  </a:lnTo>
                  <a:lnTo>
                    <a:pt x="14852" y="563"/>
                  </a:lnTo>
                  <a:lnTo>
                    <a:pt x="14826" y="614"/>
                  </a:lnTo>
                  <a:lnTo>
                    <a:pt x="14801" y="678"/>
                  </a:lnTo>
                  <a:lnTo>
                    <a:pt x="14775" y="742"/>
                  </a:lnTo>
                  <a:lnTo>
                    <a:pt x="14775" y="818"/>
                  </a:lnTo>
                  <a:lnTo>
                    <a:pt x="14775" y="895"/>
                  </a:lnTo>
                  <a:lnTo>
                    <a:pt x="14763" y="972"/>
                  </a:lnTo>
                  <a:lnTo>
                    <a:pt x="14737" y="1048"/>
                  </a:lnTo>
                  <a:lnTo>
                    <a:pt x="14711" y="1112"/>
                  </a:lnTo>
                  <a:lnTo>
                    <a:pt x="14699" y="1163"/>
                  </a:lnTo>
                  <a:lnTo>
                    <a:pt x="14711" y="1240"/>
                  </a:lnTo>
                  <a:lnTo>
                    <a:pt x="14711" y="1266"/>
                  </a:lnTo>
                  <a:lnTo>
                    <a:pt x="14711" y="1304"/>
                  </a:lnTo>
                  <a:lnTo>
                    <a:pt x="14699" y="1330"/>
                  </a:lnTo>
                  <a:lnTo>
                    <a:pt x="14673" y="1342"/>
                  </a:lnTo>
                  <a:lnTo>
                    <a:pt x="14609" y="1368"/>
                  </a:lnTo>
                  <a:lnTo>
                    <a:pt x="14545" y="1381"/>
                  </a:lnTo>
                  <a:lnTo>
                    <a:pt x="14494" y="1368"/>
                  </a:lnTo>
                  <a:lnTo>
                    <a:pt x="14469" y="1342"/>
                  </a:lnTo>
                  <a:lnTo>
                    <a:pt x="14456" y="1304"/>
                  </a:lnTo>
                  <a:lnTo>
                    <a:pt x="14456" y="1253"/>
                  </a:lnTo>
                  <a:lnTo>
                    <a:pt x="14469" y="1215"/>
                  </a:lnTo>
                  <a:lnTo>
                    <a:pt x="14481" y="1087"/>
                  </a:lnTo>
                  <a:lnTo>
                    <a:pt x="14507" y="972"/>
                  </a:lnTo>
                  <a:lnTo>
                    <a:pt x="14545" y="869"/>
                  </a:lnTo>
                  <a:lnTo>
                    <a:pt x="14571" y="767"/>
                  </a:lnTo>
                  <a:lnTo>
                    <a:pt x="14609" y="678"/>
                  </a:lnTo>
                  <a:lnTo>
                    <a:pt x="14648" y="614"/>
                  </a:lnTo>
                  <a:lnTo>
                    <a:pt x="14660" y="588"/>
                  </a:lnTo>
                  <a:lnTo>
                    <a:pt x="14660" y="550"/>
                  </a:lnTo>
                  <a:lnTo>
                    <a:pt x="14635" y="524"/>
                  </a:lnTo>
                  <a:lnTo>
                    <a:pt x="14596" y="499"/>
                  </a:lnTo>
                  <a:lnTo>
                    <a:pt x="14430" y="499"/>
                  </a:lnTo>
                  <a:lnTo>
                    <a:pt x="14405" y="512"/>
                  </a:lnTo>
                  <a:lnTo>
                    <a:pt x="14379" y="524"/>
                  </a:lnTo>
                  <a:lnTo>
                    <a:pt x="14354" y="537"/>
                  </a:lnTo>
                  <a:lnTo>
                    <a:pt x="14328" y="550"/>
                  </a:lnTo>
                  <a:lnTo>
                    <a:pt x="14302" y="550"/>
                  </a:lnTo>
                  <a:lnTo>
                    <a:pt x="14264" y="537"/>
                  </a:lnTo>
                  <a:lnTo>
                    <a:pt x="14213" y="499"/>
                  </a:lnTo>
                  <a:lnTo>
                    <a:pt x="14124" y="473"/>
                  </a:lnTo>
                  <a:lnTo>
                    <a:pt x="14034" y="460"/>
                  </a:lnTo>
                  <a:lnTo>
                    <a:pt x="13919" y="460"/>
                  </a:lnTo>
                  <a:lnTo>
                    <a:pt x="13868" y="473"/>
                  </a:lnTo>
                  <a:lnTo>
                    <a:pt x="13842" y="486"/>
                  </a:lnTo>
                  <a:lnTo>
                    <a:pt x="13830" y="499"/>
                  </a:lnTo>
                  <a:lnTo>
                    <a:pt x="13830" y="524"/>
                  </a:lnTo>
                  <a:lnTo>
                    <a:pt x="13842" y="537"/>
                  </a:lnTo>
                  <a:lnTo>
                    <a:pt x="13881" y="563"/>
                  </a:lnTo>
                  <a:lnTo>
                    <a:pt x="13893" y="576"/>
                  </a:lnTo>
                  <a:lnTo>
                    <a:pt x="13919" y="601"/>
                  </a:lnTo>
                  <a:lnTo>
                    <a:pt x="13945" y="614"/>
                  </a:lnTo>
                  <a:lnTo>
                    <a:pt x="13983" y="627"/>
                  </a:lnTo>
                  <a:lnTo>
                    <a:pt x="14021" y="627"/>
                  </a:lnTo>
                  <a:lnTo>
                    <a:pt x="14060" y="639"/>
                  </a:lnTo>
                  <a:lnTo>
                    <a:pt x="14072" y="678"/>
                  </a:lnTo>
                  <a:lnTo>
                    <a:pt x="14085" y="716"/>
                  </a:lnTo>
                  <a:lnTo>
                    <a:pt x="14098" y="780"/>
                  </a:lnTo>
                  <a:lnTo>
                    <a:pt x="13957" y="780"/>
                  </a:lnTo>
                  <a:lnTo>
                    <a:pt x="13945" y="793"/>
                  </a:lnTo>
                  <a:lnTo>
                    <a:pt x="13932" y="818"/>
                  </a:lnTo>
                  <a:lnTo>
                    <a:pt x="13919" y="844"/>
                  </a:lnTo>
                  <a:lnTo>
                    <a:pt x="13945" y="895"/>
                  </a:lnTo>
                  <a:lnTo>
                    <a:pt x="13932" y="895"/>
                  </a:lnTo>
                  <a:lnTo>
                    <a:pt x="13919" y="921"/>
                  </a:lnTo>
                  <a:lnTo>
                    <a:pt x="13906" y="946"/>
                  </a:lnTo>
                  <a:lnTo>
                    <a:pt x="13906" y="997"/>
                  </a:lnTo>
                  <a:lnTo>
                    <a:pt x="13919" y="1010"/>
                  </a:lnTo>
                  <a:lnTo>
                    <a:pt x="13945" y="1023"/>
                  </a:lnTo>
                  <a:lnTo>
                    <a:pt x="14008" y="1036"/>
                  </a:lnTo>
                  <a:lnTo>
                    <a:pt x="13996" y="1048"/>
                  </a:lnTo>
                  <a:lnTo>
                    <a:pt x="13957" y="1061"/>
                  </a:lnTo>
                  <a:lnTo>
                    <a:pt x="13842" y="1074"/>
                  </a:lnTo>
                  <a:lnTo>
                    <a:pt x="13689" y="1100"/>
                  </a:lnTo>
                  <a:lnTo>
                    <a:pt x="13612" y="1125"/>
                  </a:lnTo>
                  <a:lnTo>
                    <a:pt x="13587" y="1138"/>
                  </a:lnTo>
                  <a:lnTo>
                    <a:pt x="13561" y="1163"/>
                  </a:lnTo>
                  <a:lnTo>
                    <a:pt x="13523" y="1227"/>
                  </a:lnTo>
                  <a:lnTo>
                    <a:pt x="13497" y="1291"/>
                  </a:lnTo>
                  <a:lnTo>
                    <a:pt x="13497" y="1317"/>
                  </a:lnTo>
                  <a:lnTo>
                    <a:pt x="13510" y="1342"/>
                  </a:lnTo>
                  <a:lnTo>
                    <a:pt x="13536" y="1381"/>
                  </a:lnTo>
                  <a:lnTo>
                    <a:pt x="13408" y="1393"/>
                  </a:lnTo>
                  <a:lnTo>
                    <a:pt x="13382" y="1393"/>
                  </a:lnTo>
                  <a:lnTo>
                    <a:pt x="13369" y="1406"/>
                  </a:lnTo>
                  <a:lnTo>
                    <a:pt x="13369" y="1432"/>
                  </a:lnTo>
                  <a:lnTo>
                    <a:pt x="13369" y="1445"/>
                  </a:lnTo>
                  <a:lnTo>
                    <a:pt x="13484" y="1457"/>
                  </a:lnTo>
                  <a:lnTo>
                    <a:pt x="13484" y="1470"/>
                  </a:lnTo>
                  <a:lnTo>
                    <a:pt x="13472" y="1483"/>
                  </a:lnTo>
                  <a:lnTo>
                    <a:pt x="13484" y="1496"/>
                  </a:lnTo>
                  <a:lnTo>
                    <a:pt x="13510" y="1509"/>
                  </a:lnTo>
                  <a:lnTo>
                    <a:pt x="13561" y="1534"/>
                  </a:lnTo>
                  <a:lnTo>
                    <a:pt x="13587" y="1560"/>
                  </a:lnTo>
                  <a:lnTo>
                    <a:pt x="13600" y="1585"/>
                  </a:lnTo>
                  <a:lnTo>
                    <a:pt x="13600" y="1624"/>
                  </a:lnTo>
                  <a:lnTo>
                    <a:pt x="13600" y="1662"/>
                  </a:lnTo>
                  <a:lnTo>
                    <a:pt x="13574" y="1687"/>
                  </a:lnTo>
                  <a:lnTo>
                    <a:pt x="13523" y="1700"/>
                  </a:lnTo>
                  <a:lnTo>
                    <a:pt x="13472" y="1713"/>
                  </a:lnTo>
                  <a:lnTo>
                    <a:pt x="13382" y="1726"/>
                  </a:lnTo>
                  <a:lnTo>
                    <a:pt x="13357" y="1713"/>
                  </a:lnTo>
                  <a:lnTo>
                    <a:pt x="13344" y="1713"/>
                  </a:lnTo>
                  <a:lnTo>
                    <a:pt x="13331" y="1675"/>
                  </a:lnTo>
                  <a:lnTo>
                    <a:pt x="13344" y="1636"/>
                  </a:lnTo>
                  <a:lnTo>
                    <a:pt x="13357" y="1611"/>
                  </a:lnTo>
                  <a:lnTo>
                    <a:pt x="13357" y="1585"/>
                  </a:lnTo>
                  <a:lnTo>
                    <a:pt x="13357" y="1572"/>
                  </a:lnTo>
                  <a:lnTo>
                    <a:pt x="13331" y="1560"/>
                  </a:lnTo>
                  <a:lnTo>
                    <a:pt x="13280" y="1547"/>
                  </a:lnTo>
                  <a:lnTo>
                    <a:pt x="13165" y="1547"/>
                  </a:lnTo>
                  <a:lnTo>
                    <a:pt x="13152" y="1534"/>
                  </a:lnTo>
                  <a:lnTo>
                    <a:pt x="13152" y="1509"/>
                  </a:lnTo>
                  <a:lnTo>
                    <a:pt x="13152" y="1496"/>
                  </a:lnTo>
                  <a:lnTo>
                    <a:pt x="13203" y="1470"/>
                  </a:lnTo>
                  <a:lnTo>
                    <a:pt x="13242" y="1445"/>
                  </a:lnTo>
                  <a:lnTo>
                    <a:pt x="13242" y="1432"/>
                  </a:lnTo>
                  <a:lnTo>
                    <a:pt x="13242" y="1406"/>
                  </a:lnTo>
                  <a:lnTo>
                    <a:pt x="13216" y="1393"/>
                  </a:lnTo>
                  <a:lnTo>
                    <a:pt x="13050" y="1393"/>
                  </a:lnTo>
                  <a:lnTo>
                    <a:pt x="12999" y="1406"/>
                  </a:lnTo>
                  <a:lnTo>
                    <a:pt x="12960" y="1419"/>
                  </a:lnTo>
                  <a:lnTo>
                    <a:pt x="12948" y="1445"/>
                  </a:lnTo>
                  <a:lnTo>
                    <a:pt x="12909" y="1457"/>
                  </a:lnTo>
                  <a:lnTo>
                    <a:pt x="12884" y="1445"/>
                  </a:lnTo>
                  <a:lnTo>
                    <a:pt x="12858" y="1419"/>
                  </a:lnTo>
                  <a:lnTo>
                    <a:pt x="12858" y="1393"/>
                  </a:lnTo>
                  <a:lnTo>
                    <a:pt x="12845" y="1368"/>
                  </a:lnTo>
                  <a:lnTo>
                    <a:pt x="12794" y="1342"/>
                  </a:lnTo>
                  <a:lnTo>
                    <a:pt x="12718" y="1342"/>
                  </a:lnTo>
                  <a:lnTo>
                    <a:pt x="12577" y="1355"/>
                  </a:lnTo>
                  <a:lnTo>
                    <a:pt x="12462" y="1355"/>
                  </a:lnTo>
                  <a:lnTo>
                    <a:pt x="12411" y="1368"/>
                  </a:lnTo>
                  <a:lnTo>
                    <a:pt x="12373" y="1381"/>
                  </a:lnTo>
                  <a:lnTo>
                    <a:pt x="12360" y="1419"/>
                  </a:lnTo>
                  <a:lnTo>
                    <a:pt x="12373" y="1445"/>
                  </a:lnTo>
                  <a:lnTo>
                    <a:pt x="12385" y="1470"/>
                  </a:lnTo>
                  <a:lnTo>
                    <a:pt x="12411" y="1483"/>
                  </a:lnTo>
                  <a:lnTo>
                    <a:pt x="12475" y="1483"/>
                  </a:lnTo>
                  <a:lnTo>
                    <a:pt x="12564" y="1496"/>
                  </a:lnTo>
                  <a:lnTo>
                    <a:pt x="12641" y="1534"/>
                  </a:lnTo>
                  <a:lnTo>
                    <a:pt x="12705" y="1585"/>
                  </a:lnTo>
                  <a:lnTo>
                    <a:pt x="12730" y="1611"/>
                  </a:lnTo>
                  <a:lnTo>
                    <a:pt x="12730" y="1636"/>
                  </a:lnTo>
                  <a:lnTo>
                    <a:pt x="12743" y="1751"/>
                  </a:lnTo>
                  <a:lnTo>
                    <a:pt x="12730" y="1802"/>
                  </a:lnTo>
                  <a:lnTo>
                    <a:pt x="12730" y="1841"/>
                  </a:lnTo>
                  <a:lnTo>
                    <a:pt x="12743" y="1854"/>
                  </a:lnTo>
                  <a:lnTo>
                    <a:pt x="12756" y="1879"/>
                  </a:lnTo>
                  <a:lnTo>
                    <a:pt x="12794" y="1879"/>
                  </a:lnTo>
                  <a:lnTo>
                    <a:pt x="12820" y="1892"/>
                  </a:lnTo>
                  <a:lnTo>
                    <a:pt x="12845" y="1905"/>
                  </a:lnTo>
                  <a:lnTo>
                    <a:pt x="12858" y="1930"/>
                  </a:lnTo>
                  <a:lnTo>
                    <a:pt x="12858" y="1956"/>
                  </a:lnTo>
                  <a:lnTo>
                    <a:pt x="12858" y="2007"/>
                  </a:lnTo>
                  <a:lnTo>
                    <a:pt x="12782" y="2007"/>
                  </a:lnTo>
                  <a:lnTo>
                    <a:pt x="12705" y="1981"/>
                  </a:lnTo>
                  <a:lnTo>
                    <a:pt x="12667" y="1956"/>
                  </a:lnTo>
                  <a:lnTo>
                    <a:pt x="12654" y="1930"/>
                  </a:lnTo>
                  <a:lnTo>
                    <a:pt x="12628" y="1879"/>
                  </a:lnTo>
                  <a:lnTo>
                    <a:pt x="12590" y="1828"/>
                  </a:lnTo>
                  <a:lnTo>
                    <a:pt x="12552" y="1790"/>
                  </a:lnTo>
                  <a:lnTo>
                    <a:pt x="12539" y="1739"/>
                  </a:lnTo>
                  <a:lnTo>
                    <a:pt x="12513" y="1726"/>
                  </a:lnTo>
                  <a:lnTo>
                    <a:pt x="12488" y="1713"/>
                  </a:lnTo>
                  <a:lnTo>
                    <a:pt x="12462" y="1713"/>
                  </a:lnTo>
                  <a:lnTo>
                    <a:pt x="12449" y="1687"/>
                  </a:lnTo>
                  <a:lnTo>
                    <a:pt x="12360" y="1687"/>
                  </a:lnTo>
                  <a:lnTo>
                    <a:pt x="12347" y="1700"/>
                  </a:lnTo>
                  <a:lnTo>
                    <a:pt x="12334" y="1713"/>
                  </a:lnTo>
                  <a:lnTo>
                    <a:pt x="12334" y="1739"/>
                  </a:lnTo>
                  <a:lnTo>
                    <a:pt x="12321" y="1764"/>
                  </a:lnTo>
                  <a:lnTo>
                    <a:pt x="12309" y="1777"/>
                  </a:lnTo>
                  <a:lnTo>
                    <a:pt x="12296" y="1828"/>
                  </a:lnTo>
                  <a:lnTo>
                    <a:pt x="12283" y="1866"/>
                  </a:lnTo>
                  <a:lnTo>
                    <a:pt x="12245" y="1892"/>
                  </a:lnTo>
                  <a:lnTo>
                    <a:pt x="12168" y="1956"/>
                  </a:lnTo>
                  <a:lnTo>
                    <a:pt x="12091" y="2020"/>
                  </a:lnTo>
                  <a:lnTo>
                    <a:pt x="12079" y="2058"/>
                  </a:lnTo>
                  <a:lnTo>
                    <a:pt x="12066" y="2096"/>
                  </a:lnTo>
                  <a:lnTo>
                    <a:pt x="12066" y="2135"/>
                  </a:lnTo>
                  <a:lnTo>
                    <a:pt x="12053" y="2160"/>
                  </a:lnTo>
                  <a:lnTo>
                    <a:pt x="12015" y="2224"/>
                  </a:lnTo>
                  <a:lnTo>
                    <a:pt x="11976" y="2275"/>
                  </a:lnTo>
                  <a:lnTo>
                    <a:pt x="11964" y="2301"/>
                  </a:lnTo>
                  <a:lnTo>
                    <a:pt x="11938" y="2326"/>
                  </a:lnTo>
                  <a:lnTo>
                    <a:pt x="11900" y="2326"/>
                  </a:lnTo>
                  <a:lnTo>
                    <a:pt x="11874" y="2314"/>
                  </a:lnTo>
                  <a:lnTo>
                    <a:pt x="11861" y="2288"/>
                  </a:lnTo>
                  <a:lnTo>
                    <a:pt x="11861" y="2263"/>
                  </a:lnTo>
                  <a:lnTo>
                    <a:pt x="11874" y="2237"/>
                  </a:lnTo>
                  <a:lnTo>
                    <a:pt x="11912" y="2211"/>
                  </a:lnTo>
                  <a:lnTo>
                    <a:pt x="11938" y="2186"/>
                  </a:lnTo>
                  <a:lnTo>
                    <a:pt x="11951" y="2148"/>
                  </a:lnTo>
                  <a:lnTo>
                    <a:pt x="11964" y="2122"/>
                  </a:lnTo>
                  <a:lnTo>
                    <a:pt x="11964" y="2084"/>
                  </a:lnTo>
                  <a:lnTo>
                    <a:pt x="11951" y="2020"/>
                  </a:lnTo>
                  <a:lnTo>
                    <a:pt x="11951" y="1956"/>
                  </a:lnTo>
                  <a:lnTo>
                    <a:pt x="11938" y="1930"/>
                  </a:lnTo>
                  <a:lnTo>
                    <a:pt x="11900" y="1917"/>
                  </a:lnTo>
                  <a:lnTo>
                    <a:pt x="11721" y="1917"/>
                  </a:lnTo>
                  <a:lnTo>
                    <a:pt x="11682" y="1930"/>
                  </a:lnTo>
                  <a:lnTo>
                    <a:pt x="11657" y="1956"/>
                  </a:lnTo>
                  <a:lnTo>
                    <a:pt x="11644" y="1917"/>
                  </a:lnTo>
                  <a:lnTo>
                    <a:pt x="11593" y="1905"/>
                  </a:lnTo>
                  <a:lnTo>
                    <a:pt x="11529" y="1892"/>
                  </a:lnTo>
                  <a:lnTo>
                    <a:pt x="11503" y="1879"/>
                  </a:lnTo>
                  <a:lnTo>
                    <a:pt x="11452" y="1815"/>
                  </a:lnTo>
                  <a:lnTo>
                    <a:pt x="11427" y="1828"/>
                  </a:lnTo>
                  <a:lnTo>
                    <a:pt x="11401" y="1841"/>
                  </a:lnTo>
                  <a:lnTo>
                    <a:pt x="11376" y="1866"/>
                  </a:lnTo>
                  <a:lnTo>
                    <a:pt x="11363" y="1892"/>
                  </a:lnTo>
                  <a:lnTo>
                    <a:pt x="11363" y="1943"/>
                  </a:lnTo>
                  <a:lnTo>
                    <a:pt x="11376" y="1981"/>
                  </a:lnTo>
                  <a:lnTo>
                    <a:pt x="11350" y="2020"/>
                  </a:lnTo>
                  <a:lnTo>
                    <a:pt x="11350" y="2045"/>
                  </a:lnTo>
                  <a:lnTo>
                    <a:pt x="11363" y="2058"/>
                  </a:lnTo>
                  <a:lnTo>
                    <a:pt x="11312" y="2122"/>
                  </a:lnTo>
                  <a:lnTo>
                    <a:pt x="11286" y="2186"/>
                  </a:lnTo>
                  <a:lnTo>
                    <a:pt x="11286" y="2263"/>
                  </a:lnTo>
                  <a:lnTo>
                    <a:pt x="11273" y="2326"/>
                  </a:lnTo>
                  <a:lnTo>
                    <a:pt x="11261" y="2403"/>
                  </a:lnTo>
                  <a:lnTo>
                    <a:pt x="11197" y="2352"/>
                  </a:lnTo>
                  <a:lnTo>
                    <a:pt x="11158" y="2352"/>
                  </a:lnTo>
                  <a:lnTo>
                    <a:pt x="11120" y="2365"/>
                  </a:lnTo>
                  <a:lnTo>
                    <a:pt x="11095" y="2378"/>
                  </a:lnTo>
                  <a:lnTo>
                    <a:pt x="11082" y="2403"/>
                  </a:lnTo>
                  <a:lnTo>
                    <a:pt x="11082" y="2416"/>
                  </a:lnTo>
                  <a:lnTo>
                    <a:pt x="11069" y="2390"/>
                  </a:lnTo>
                  <a:lnTo>
                    <a:pt x="11031" y="2378"/>
                  </a:lnTo>
                  <a:lnTo>
                    <a:pt x="10979" y="2365"/>
                  </a:lnTo>
                  <a:lnTo>
                    <a:pt x="10941" y="2365"/>
                  </a:lnTo>
                  <a:lnTo>
                    <a:pt x="10916" y="2378"/>
                  </a:lnTo>
                  <a:lnTo>
                    <a:pt x="10903" y="2390"/>
                  </a:lnTo>
                  <a:lnTo>
                    <a:pt x="10903" y="2416"/>
                  </a:lnTo>
                  <a:lnTo>
                    <a:pt x="10928" y="2467"/>
                  </a:lnTo>
                  <a:lnTo>
                    <a:pt x="10954" y="2505"/>
                  </a:lnTo>
                  <a:lnTo>
                    <a:pt x="10903" y="2531"/>
                  </a:lnTo>
                  <a:lnTo>
                    <a:pt x="10852" y="2557"/>
                  </a:lnTo>
                  <a:lnTo>
                    <a:pt x="10801" y="2582"/>
                  </a:lnTo>
                  <a:lnTo>
                    <a:pt x="10788" y="2544"/>
                  </a:lnTo>
                  <a:lnTo>
                    <a:pt x="10749" y="2505"/>
                  </a:lnTo>
                  <a:lnTo>
                    <a:pt x="10724" y="2493"/>
                  </a:lnTo>
                  <a:lnTo>
                    <a:pt x="10686" y="2493"/>
                  </a:lnTo>
                  <a:lnTo>
                    <a:pt x="10609" y="2518"/>
                  </a:lnTo>
                  <a:lnTo>
                    <a:pt x="10583" y="2531"/>
                  </a:lnTo>
                  <a:lnTo>
                    <a:pt x="10571" y="2557"/>
                  </a:lnTo>
                  <a:lnTo>
                    <a:pt x="10558" y="2595"/>
                  </a:lnTo>
                  <a:lnTo>
                    <a:pt x="10558" y="2735"/>
                  </a:lnTo>
                  <a:lnTo>
                    <a:pt x="10571" y="2761"/>
                  </a:lnTo>
                  <a:lnTo>
                    <a:pt x="10596" y="2799"/>
                  </a:lnTo>
                  <a:lnTo>
                    <a:pt x="10609" y="2825"/>
                  </a:lnTo>
                  <a:lnTo>
                    <a:pt x="10609" y="2863"/>
                  </a:lnTo>
                  <a:lnTo>
                    <a:pt x="10545" y="2876"/>
                  </a:lnTo>
                  <a:lnTo>
                    <a:pt x="10455" y="2876"/>
                  </a:lnTo>
                  <a:lnTo>
                    <a:pt x="10430" y="2838"/>
                  </a:lnTo>
                  <a:lnTo>
                    <a:pt x="10353" y="2838"/>
                  </a:lnTo>
                  <a:lnTo>
                    <a:pt x="10302" y="2850"/>
                  </a:lnTo>
                  <a:lnTo>
                    <a:pt x="10264" y="2863"/>
                  </a:lnTo>
                  <a:lnTo>
                    <a:pt x="10238" y="2876"/>
                  </a:lnTo>
                  <a:lnTo>
                    <a:pt x="10225" y="2902"/>
                  </a:lnTo>
                  <a:lnTo>
                    <a:pt x="10200" y="2914"/>
                  </a:lnTo>
                  <a:lnTo>
                    <a:pt x="10174" y="2927"/>
                  </a:lnTo>
                  <a:lnTo>
                    <a:pt x="10098" y="2927"/>
                  </a:lnTo>
                  <a:lnTo>
                    <a:pt x="10110" y="2965"/>
                  </a:lnTo>
                  <a:lnTo>
                    <a:pt x="10136" y="2991"/>
                  </a:lnTo>
                  <a:lnTo>
                    <a:pt x="10162" y="3017"/>
                  </a:lnTo>
                  <a:lnTo>
                    <a:pt x="10174" y="3029"/>
                  </a:lnTo>
                  <a:lnTo>
                    <a:pt x="10174" y="3042"/>
                  </a:lnTo>
                  <a:lnTo>
                    <a:pt x="10149" y="3068"/>
                  </a:lnTo>
                  <a:lnTo>
                    <a:pt x="10123" y="3093"/>
                  </a:lnTo>
                  <a:lnTo>
                    <a:pt x="10085" y="3106"/>
                  </a:lnTo>
                  <a:lnTo>
                    <a:pt x="10072" y="3132"/>
                  </a:lnTo>
                  <a:lnTo>
                    <a:pt x="10072" y="3170"/>
                  </a:lnTo>
                  <a:lnTo>
                    <a:pt x="10085" y="3208"/>
                  </a:lnTo>
                  <a:lnTo>
                    <a:pt x="10123" y="3272"/>
                  </a:lnTo>
                  <a:lnTo>
                    <a:pt x="10149" y="3285"/>
                  </a:lnTo>
                  <a:lnTo>
                    <a:pt x="10187" y="3311"/>
                  </a:lnTo>
                  <a:lnTo>
                    <a:pt x="10225" y="3336"/>
                  </a:lnTo>
                  <a:lnTo>
                    <a:pt x="10264" y="3336"/>
                  </a:lnTo>
                  <a:lnTo>
                    <a:pt x="10251" y="3362"/>
                  </a:lnTo>
                  <a:lnTo>
                    <a:pt x="10213" y="3374"/>
                  </a:lnTo>
                  <a:lnTo>
                    <a:pt x="10149" y="3400"/>
                  </a:lnTo>
                  <a:lnTo>
                    <a:pt x="10085" y="3426"/>
                  </a:lnTo>
                  <a:lnTo>
                    <a:pt x="10021" y="3451"/>
                  </a:lnTo>
                  <a:lnTo>
                    <a:pt x="9944" y="3489"/>
                  </a:lnTo>
                  <a:lnTo>
                    <a:pt x="9804" y="3553"/>
                  </a:lnTo>
                  <a:lnTo>
                    <a:pt x="9676" y="3605"/>
                  </a:lnTo>
                  <a:lnTo>
                    <a:pt x="9599" y="3643"/>
                  </a:lnTo>
                  <a:lnTo>
                    <a:pt x="9586" y="3668"/>
                  </a:lnTo>
                  <a:lnTo>
                    <a:pt x="9586" y="3694"/>
                  </a:lnTo>
                  <a:lnTo>
                    <a:pt x="9753" y="3694"/>
                  </a:lnTo>
                  <a:lnTo>
                    <a:pt x="9714" y="3720"/>
                  </a:lnTo>
                  <a:lnTo>
                    <a:pt x="9676" y="3745"/>
                  </a:lnTo>
                  <a:lnTo>
                    <a:pt x="9663" y="3783"/>
                  </a:lnTo>
                  <a:lnTo>
                    <a:pt x="9663" y="3822"/>
                  </a:lnTo>
                  <a:lnTo>
                    <a:pt x="9638" y="3860"/>
                  </a:lnTo>
                  <a:lnTo>
                    <a:pt x="9574" y="3873"/>
                  </a:lnTo>
                  <a:lnTo>
                    <a:pt x="9522" y="3886"/>
                  </a:lnTo>
                  <a:lnTo>
                    <a:pt x="9510" y="3898"/>
                  </a:lnTo>
                  <a:lnTo>
                    <a:pt x="9407" y="3898"/>
                  </a:lnTo>
                  <a:lnTo>
                    <a:pt x="9407" y="3822"/>
                  </a:lnTo>
                  <a:lnTo>
                    <a:pt x="9420" y="3745"/>
                  </a:lnTo>
                  <a:lnTo>
                    <a:pt x="9446" y="3668"/>
                  </a:lnTo>
                  <a:lnTo>
                    <a:pt x="9446" y="3605"/>
                  </a:lnTo>
                  <a:lnTo>
                    <a:pt x="9369" y="3592"/>
                  </a:lnTo>
                  <a:lnTo>
                    <a:pt x="9305" y="3617"/>
                  </a:lnTo>
                  <a:lnTo>
                    <a:pt x="9254" y="3643"/>
                  </a:lnTo>
                  <a:lnTo>
                    <a:pt x="9216" y="3681"/>
                  </a:lnTo>
                  <a:lnTo>
                    <a:pt x="9190" y="3720"/>
                  </a:lnTo>
                  <a:lnTo>
                    <a:pt x="9190" y="3745"/>
                  </a:lnTo>
                  <a:lnTo>
                    <a:pt x="9203" y="3758"/>
                  </a:lnTo>
                  <a:lnTo>
                    <a:pt x="9229" y="3758"/>
                  </a:lnTo>
                  <a:lnTo>
                    <a:pt x="9280" y="3783"/>
                  </a:lnTo>
                  <a:lnTo>
                    <a:pt x="9305" y="3796"/>
                  </a:lnTo>
                  <a:lnTo>
                    <a:pt x="9318" y="3822"/>
                  </a:lnTo>
                  <a:lnTo>
                    <a:pt x="9229" y="3847"/>
                  </a:lnTo>
                  <a:lnTo>
                    <a:pt x="9139" y="3898"/>
                  </a:lnTo>
                  <a:lnTo>
                    <a:pt x="9037" y="3962"/>
                  </a:lnTo>
                  <a:lnTo>
                    <a:pt x="8973" y="4001"/>
                  </a:lnTo>
                  <a:lnTo>
                    <a:pt x="8935" y="4013"/>
                  </a:lnTo>
                  <a:lnTo>
                    <a:pt x="8909" y="4039"/>
                  </a:lnTo>
                  <a:lnTo>
                    <a:pt x="8909" y="4065"/>
                  </a:lnTo>
                  <a:lnTo>
                    <a:pt x="8909" y="4090"/>
                  </a:lnTo>
                  <a:lnTo>
                    <a:pt x="8922" y="4116"/>
                  </a:lnTo>
                  <a:lnTo>
                    <a:pt x="8935" y="4129"/>
                  </a:lnTo>
                  <a:lnTo>
                    <a:pt x="8922" y="4129"/>
                  </a:lnTo>
                  <a:lnTo>
                    <a:pt x="8896" y="4167"/>
                  </a:lnTo>
                  <a:lnTo>
                    <a:pt x="8896" y="4180"/>
                  </a:lnTo>
                  <a:lnTo>
                    <a:pt x="8909" y="4192"/>
                  </a:lnTo>
                  <a:lnTo>
                    <a:pt x="8922" y="4205"/>
                  </a:lnTo>
                  <a:lnTo>
                    <a:pt x="9011" y="4205"/>
                  </a:lnTo>
                  <a:lnTo>
                    <a:pt x="9075" y="4218"/>
                  </a:lnTo>
                  <a:lnTo>
                    <a:pt x="9088" y="4231"/>
                  </a:lnTo>
                  <a:lnTo>
                    <a:pt x="9101" y="4244"/>
                  </a:lnTo>
                  <a:lnTo>
                    <a:pt x="9101" y="4282"/>
                  </a:lnTo>
                  <a:lnTo>
                    <a:pt x="9101" y="4320"/>
                  </a:lnTo>
                  <a:lnTo>
                    <a:pt x="9011" y="4333"/>
                  </a:lnTo>
                  <a:lnTo>
                    <a:pt x="8909" y="4346"/>
                  </a:lnTo>
                  <a:lnTo>
                    <a:pt x="8743" y="4346"/>
                  </a:lnTo>
                  <a:lnTo>
                    <a:pt x="8705" y="4359"/>
                  </a:lnTo>
                  <a:lnTo>
                    <a:pt x="8692" y="4371"/>
                  </a:lnTo>
                  <a:lnTo>
                    <a:pt x="8666" y="4422"/>
                  </a:lnTo>
                  <a:lnTo>
                    <a:pt x="8628" y="4461"/>
                  </a:lnTo>
                  <a:lnTo>
                    <a:pt x="8615" y="4486"/>
                  </a:lnTo>
                  <a:lnTo>
                    <a:pt x="8615" y="4512"/>
                  </a:lnTo>
                  <a:lnTo>
                    <a:pt x="8628" y="4538"/>
                  </a:lnTo>
                  <a:lnTo>
                    <a:pt x="8653" y="4550"/>
                  </a:lnTo>
                  <a:lnTo>
                    <a:pt x="8730" y="4563"/>
                  </a:lnTo>
                  <a:lnTo>
                    <a:pt x="8756" y="4550"/>
                  </a:lnTo>
                  <a:lnTo>
                    <a:pt x="8768" y="4538"/>
                  </a:lnTo>
                  <a:lnTo>
                    <a:pt x="8807" y="4512"/>
                  </a:lnTo>
                  <a:lnTo>
                    <a:pt x="8858" y="4499"/>
                  </a:lnTo>
                  <a:lnTo>
                    <a:pt x="8960" y="4486"/>
                  </a:lnTo>
                  <a:lnTo>
                    <a:pt x="8998" y="4486"/>
                  </a:lnTo>
                  <a:lnTo>
                    <a:pt x="9011" y="4499"/>
                  </a:lnTo>
                  <a:lnTo>
                    <a:pt x="9011" y="4550"/>
                  </a:lnTo>
                  <a:lnTo>
                    <a:pt x="8998" y="4576"/>
                  </a:lnTo>
                  <a:lnTo>
                    <a:pt x="8973" y="4576"/>
                  </a:lnTo>
                  <a:lnTo>
                    <a:pt x="8909" y="4589"/>
                  </a:lnTo>
                  <a:lnTo>
                    <a:pt x="8871" y="4601"/>
                  </a:lnTo>
                  <a:lnTo>
                    <a:pt x="8858" y="4627"/>
                  </a:lnTo>
                  <a:lnTo>
                    <a:pt x="8871" y="4653"/>
                  </a:lnTo>
                  <a:lnTo>
                    <a:pt x="8883" y="4691"/>
                  </a:lnTo>
                  <a:lnTo>
                    <a:pt x="8896" y="4729"/>
                  </a:lnTo>
                  <a:lnTo>
                    <a:pt x="8909" y="4742"/>
                  </a:lnTo>
                  <a:lnTo>
                    <a:pt x="8922" y="4755"/>
                  </a:lnTo>
                  <a:lnTo>
                    <a:pt x="8960" y="4768"/>
                  </a:lnTo>
                  <a:lnTo>
                    <a:pt x="9011" y="4768"/>
                  </a:lnTo>
                  <a:lnTo>
                    <a:pt x="9114" y="4755"/>
                  </a:lnTo>
                  <a:lnTo>
                    <a:pt x="9114" y="4768"/>
                  </a:lnTo>
                  <a:lnTo>
                    <a:pt x="9101" y="4793"/>
                  </a:lnTo>
                  <a:lnTo>
                    <a:pt x="9088" y="4831"/>
                  </a:lnTo>
                  <a:lnTo>
                    <a:pt x="9075" y="4883"/>
                  </a:lnTo>
                  <a:lnTo>
                    <a:pt x="9062" y="4921"/>
                  </a:lnTo>
                  <a:lnTo>
                    <a:pt x="9050" y="4934"/>
                  </a:lnTo>
                  <a:lnTo>
                    <a:pt x="9024" y="4959"/>
                  </a:lnTo>
                  <a:lnTo>
                    <a:pt x="8986" y="4972"/>
                  </a:lnTo>
                  <a:lnTo>
                    <a:pt x="8896" y="4972"/>
                  </a:lnTo>
                  <a:lnTo>
                    <a:pt x="8871" y="4959"/>
                  </a:lnTo>
                  <a:lnTo>
                    <a:pt x="8858" y="4946"/>
                  </a:lnTo>
                  <a:lnTo>
                    <a:pt x="8845" y="4908"/>
                  </a:lnTo>
                  <a:lnTo>
                    <a:pt x="8820" y="4883"/>
                  </a:lnTo>
                  <a:lnTo>
                    <a:pt x="8768" y="4870"/>
                  </a:lnTo>
                  <a:lnTo>
                    <a:pt x="8577" y="4831"/>
                  </a:lnTo>
                  <a:lnTo>
                    <a:pt x="8526" y="4819"/>
                  </a:lnTo>
                  <a:lnTo>
                    <a:pt x="8487" y="4819"/>
                  </a:lnTo>
                  <a:lnTo>
                    <a:pt x="8474" y="4831"/>
                  </a:lnTo>
                  <a:lnTo>
                    <a:pt x="8449" y="4870"/>
                  </a:lnTo>
                  <a:lnTo>
                    <a:pt x="8449" y="4908"/>
                  </a:lnTo>
                  <a:lnTo>
                    <a:pt x="8500" y="4908"/>
                  </a:lnTo>
                  <a:lnTo>
                    <a:pt x="8513" y="4921"/>
                  </a:lnTo>
                  <a:lnTo>
                    <a:pt x="8538" y="4934"/>
                  </a:lnTo>
                  <a:lnTo>
                    <a:pt x="8577" y="4959"/>
                  </a:lnTo>
                  <a:lnTo>
                    <a:pt x="8564" y="4972"/>
                  </a:lnTo>
                  <a:lnTo>
                    <a:pt x="8526" y="4998"/>
                  </a:lnTo>
                  <a:lnTo>
                    <a:pt x="8334" y="4998"/>
                  </a:lnTo>
                  <a:lnTo>
                    <a:pt x="8296" y="5010"/>
                  </a:lnTo>
                  <a:lnTo>
                    <a:pt x="8270" y="5036"/>
                  </a:lnTo>
                  <a:lnTo>
                    <a:pt x="8270" y="5062"/>
                  </a:lnTo>
                  <a:lnTo>
                    <a:pt x="8270" y="5087"/>
                  </a:lnTo>
                  <a:lnTo>
                    <a:pt x="8296" y="5100"/>
                  </a:lnTo>
                  <a:lnTo>
                    <a:pt x="8321" y="5113"/>
                  </a:lnTo>
                  <a:lnTo>
                    <a:pt x="8372" y="5125"/>
                  </a:lnTo>
                  <a:lnTo>
                    <a:pt x="8500" y="5113"/>
                  </a:lnTo>
                  <a:lnTo>
                    <a:pt x="8551" y="5113"/>
                  </a:lnTo>
                  <a:lnTo>
                    <a:pt x="8589" y="5100"/>
                  </a:lnTo>
                  <a:lnTo>
                    <a:pt x="8628" y="5087"/>
                  </a:lnTo>
                  <a:lnTo>
                    <a:pt x="8628" y="5074"/>
                  </a:lnTo>
                  <a:lnTo>
                    <a:pt x="8628" y="5049"/>
                  </a:lnTo>
                  <a:lnTo>
                    <a:pt x="8615" y="5036"/>
                  </a:lnTo>
                  <a:lnTo>
                    <a:pt x="8615" y="5023"/>
                  </a:lnTo>
                  <a:lnTo>
                    <a:pt x="8641" y="5010"/>
                  </a:lnTo>
                  <a:lnTo>
                    <a:pt x="8705" y="5010"/>
                  </a:lnTo>
                  <a:lnTo>
                    <a:pt x="8756" y="5023"/>
                  </a:lnTo>
                  <a:lnTo>
                    <a:pt x="8794" y="5049"/>
                  </a:lnTo>
                  <a:lnTo>
                    <a:pt x="8871" y="5113"/>
                  </a:lnTo>
                  <a:lnTo>
                    <a:pt x="8909" y="5138"/>
                  </a:lnTo>
                  <a:lnTo>
                    <a:pt x="8935" y="5151"/>
                  </a:lnTo>
                  <a:lnTo>
                    <a:pt x="8947" y="5164"/>
                  </a:lnTo>
                  <a:lnTo>
                    <a:pt x="8947" y="5177"/>
                  </a:lnTo>
                  <a:lnTo>
                    <a:pt x="8909" y="5202"/>
                  </a:lnTo>
                  <a:lnTo>
                    <a:pt x="8832" y="5228"/>
                  </a:lnTo>
                  <a:lnTo>
                    <a:pt x="8743" y="5253"/>
                  </a:lnTo>
                  <a:lnTo>
                    <a:pt x="8411" y="5253"/>
                  </a:lnTo>
                  <a:lnTo>
                    <a:pt x="8372" y="5279"/>
                  </a:lnTo>
                  <a:lnTo>
                    <a:pt x="8347" y="5304"/>
                  </a:lnTo>
                  <a:lnTo>
                    <a:pt x="8334" y="5343"/>
                  </a:lnTo>
                  <a:lnTo>
                    <a:pt x="8334" y="5381"/>
                  </a:lnTo>
                  <a:lnTo>
                    <a:pt x="8321" y="5407"/>
                  </a:lnTo>
                  <a:lnTo>
                    <a:pt x="8296" y="5445"/>
                  </a:lnTo>
                  <a:lnTo>
                    <a:pt x="8257" y="5458"/>
                  </a:lnTo>
                  <a:lnTo>
                    <a:pt x="7950" y="5458"/>
                  </a:lnTo>
                  <a:lnTo>
                    <a:pt x="7912" y="5470"/>
                  </a:lnTo>
                  <a:lnTo>
                    <a:pt x="7887" y="5509"/>
                  </a:lnTo>
                  <a:lnTo>
                    <a:pt x="7874" y="5522"/>
                  </a:lnTo>
                  <a:lnTo>
                    <a:pt x="7848" y="5534"/>
                  </a:lnTo>
                  <a:lnTo>
                    <a:pt x="7797" y="5522"/>
                  </a:lnTo>
                  <a:lnTo>
                    <a:pt x="7682" y="5522"/>
                  </a:lnTo>
                  <a:lnTo>
                    <a:pt x="7657" y="5560"/>
                  </a:lnTo>
                  <a:lnTo>
                    <a:pt x="7644" y="5598"/>
                  </a:lnTo>
                  <a:lnTo>
                    <a:pt x="7644" y="5624"/>
                  </a:lnTo>
                  <a:lnTo>
                    <a:pt x="7644" y="5637"/>
                  </a:lnTo>
                  <a:lnTo>
                    <a:pt x="7682" y="5662"/>
                  </a:lnTo>
                  <a:lnTo>
                    <a:pt x="7772" y="5675"/>
                  </a:lnTo>
                  <a:lnTo>
                    <a:pt x="7797" y="5688"/>
                  </a:lnTo>
                  <a:lnTo>
                    <a:pt x="7797" y="5701"/>
                  </a:lnTo>
                  <a:lnTo>
                    <a:pt x="7797" y="5726"/>
                  </a:lnTo>
                  <a:lnTo>
                    <a:pt x="7784" y="5752"/>
                  </a:lnTo>
                  <a:lnTo>
                    <a:pt x="7772" y="5764"/>
                  </a:lnTo>
                  <a:lnTo>
                    <a:pt x="7746" y="5777"/>
                  </a:lnTo>
                  <a:lnTo>
                    <a:pt x="7708" y="5777"/>
                  </a:lnTo>
                  <a:lnTo>
                    <a:pt x="7644" y="5790"/>
                  </a:lnTo>
                  <a:lnTo>
                    <a:pt x="7618" y="5803"/>
                  </a:lnTo>
                  <a:lnTo>
                    <a:pt x="7618" y="5828"/>
                  </a:lnTo>
                  <a:lnTo>
                    <a:pt x="7631" y="5867"/>
                  </a:lnTo>
                  <a:lnTo>
                    <a:pt x="7644" y="5879"/>
                  </a:lnTo>
                  <a:lnTo>
                    <a:pt x="7644" y="5892"/>
                  </a:lnTo>
                  <a:lnTo>
                    <a:pt x="7644" y="5905"/>
                  </a:lnTo>
                  <a:lnTo>
                    <a:pt x="7631" y="5918"/>
                  </a:lnTo>
                  <a:lnTo>
                    <a:pt x="7605" y="5918"/>
                  </a:lnTo>
                  <a:lnTo>
                    <a:pt x="7580" y="5931"/>
                  </a:lnTo>
                  <a:lnTo>
                    <a:pt x="7554" y="5943"/>
                  </a:lnTo>
                  <a:lnTo>
                    <a:pt x="7554" y="5969"/>
                  </a:lnTo>
                  <a:lnTo>
                    <a:pt x="7554" y="5994"/>
                  </a:lnTo>
                  <a:lnTo>
                    <a:pt x="7631" y="5994"/>
                  </a:lnTo>
                  <a:lnTo>
                    <a:pt x="7631" y="6020"/>
                  </a:lnTo>
                  <a:lnTo>
                    <a:pt x="7618" y="6046"/>
                  </a:lnTo>
                  <a:lnTo>
                    <a:pt x="7605" y="6058"/>
                  </a:lnTo>
                  <a:lnTo>
                    <a:pt x="7567" y="6071"/>
                  </a:lnTo>
                  <a:lnTo>
                    <a:pt x="7516" y="6084"/>
                  </a:lnTo>
                  <a:lnTo>
                    <a:pt x="7426" y="6084"/>
                  </a:lnTo>
                  <a:lnTo>
                    <a:pt x="7414" y="6097"/>
                  </a:lnTo>
                  <a:lnTo>
                    <a:pt x="7401" y="6110"/>
                  </a:lnTo>
                  <a:lnTo>
                    <a:pt x="7388" y="6135"/>
                  </a:lnTo>
                  <a:lnTo>
                    <a:pt x="7401" y="6173"/>
                  </a:lnTo>
                  <a:lnTo>
                    <a:pt x="7414" y="6225"/>
                  </a:lnTo>
                  <a:lnTo>
                    <a:pt x="7452" y="6276"/>
                  </a:lnTo>
                  <a:lnTo>
                    <a:pt x="7465" y="6327"/>
                  </a:lnTo>
                  <a:lnTo>
                    <a:pt x="7657" y="6314"/>
                  </a:lnTo>
                  <a:lnTo>
                    <a:pt x="7848" y="6301"/>
                  </a:lnTo>
                  <a:lnTo>
                    <a:pt x="7899" y="6314"/>
                  </a:lnTo>
                  <a:lnTo>
                    <a:pt x="7912" y="6314"/>
                  </a:lnTo>
                  <a:lnTo>
                    <a:pt x="7912" y="6327"/>
                  </a:lnTo>
                  <a:lnTo>
                    <a:pt x="7887" y="6352"/>
                  </a:lnTo>
                  <a:lnTo>
                    <a:pt x="7848" y="6378"/>
                  </a:lnTo>
                  <a:lnTo>
                    <a:pt x="7708" y="6429"/>
                  </a:lnTo>
                  <a:lnTo>
                    <a:pt x="7605" y="6467"/>
                  </a:lnTo>
                  <a:lnTo>
                    <a:pt x="7529" y="6531"/>
                  </a:lnTo>
                  <a:lnTo>
                    <a:pt x="7465" y="6570"/>
                  </a:lnTo>
                  <a:lnTo>
                    <a:pt x="7439" y="6557"/>
                  </a:lnTo>
                  <a:lnTo>
                    <a:pt x="7388" y="6544"/>
                  </a:lnTo>
                  <a:lnTo>
                    <a:pt x="7311" y="6544"/>
                  </a:lnTo>
                  <a:lnTo>
                    <a:pt x="7209" y="6518"/>
                  </a:lnTo>
                  <a:lnTo>
                    <a:pt x="7158" y="6518"/>
                  </a:lnTo>
                  <a:lnTo>
                    <a:pt x="7133" y="6531"/>
                  </a:lnTo>
                  <a:lnTo>
                    <a:pt x="7120" y="6544"/>
                  </a:lnTo>
                  <a:lnTo>
                    <a:pt x="7120" y="6557"/>
                  </a:lnTo>
                  <a:lnTo>
                    <a:pt x="7145" y="6570"/>
                  </a:lnTo>
                  <a:lnTo>
                    <a:pt x="7196" y="6608"/>
                  </a:lnTo>
                  <a:lnTo>
                    <a:pt x="7222" y="6634"/>
                  </a:lnTo>
                  <a:lnTo>
                    <a:pt x="7222" y="6659"/>
                  </a:lnTo>
                  <a:lnTo>
                    <a:pt x="7235" y="6710"/>
                  </a:lnTo>
                  <a:lnTo>
                    <a:pt x="7260" y="6787"/>
                  </a:lnTo>
                  <a:lnTo>
                    <a:pt x="7273" y="6851"/>
                  </a:lnTo>
                  <a:lnTo>
                    <a:pt x="7273" y="6889"/>
                  </a:lnTo>
                  <a:lnTo>
                    <a:pt x="7260" y="6915"/>
                  </a:lnTo>
                  <a:lnTo>
                    <a:pt x="7248" y="6927"/>
                  </a:lnTo>
                  <a:lnTo>
                    <a:pt x="7196" y="6927"/>
                  </a:lnTo>
                  <a:lnTo>
                    <a:pt x="7145" y="6915"/>
                  </a:lnTo>
                  <a:lnTo>
                    <a:pt x="7094" y="6902"/>
                  </a:lnTo>
                  <a:lnTo>
                    <a:pt x="7069" y="6876"/>
                  </a:lnTo>
                  <a:lnTo>
                    <a:pt x="7043" y="6838"/>
                  </a:lnTo>
                  <a:lnTo>
                    <a:pt x="7030" y="6812"/>
                  </a:lnTo>
                  <a:lnTo>
                    <a:pt x="7005" y="6800"/>
                  </a:lnTo>
                  <a:lnTo>
                    <a:pt x="6979" y="6812"/>
                  </a:lnTo>
                  <a:lnTo>
                    <a:pt x="6954" y="6825"/>
                  </a:lnTo>
                  <a:lnTo>
                    <a:pt x="6954" y="6876"/>
                  </a:lnTo>
                  <a:lnTo>
                    <a:pt x="6928" y="6915"/>
                  </a:lnTo>
                  <a:lnTo>
                    <a:pt x="6915" y="6953"/>
                  </a:lnTo>
                  <a:lnTo>
                    <a:pt x="6928" y="7004"/>
                  </a:lnTo>
                  <a:lnTo>
                    <a:pt x="6941" y="7042"/>
                  </a:lnTo>
                  <a:lnTo>
                    <a:pt x="6928" y="7068"/>
                  </a:lnTo>
                  <a:lnTo>
                    <a:pt x="6890" y="7081"/>
                  </a:lnTo>
                  <a:lnTo>
                    <a:pt x="6762" y="7081"/>
                  </a:lnTo>
                  <a:lnTo>
                    <a:pt x="6736" y="7094"/>
                  </a:lnTo>
                  <a:lnTo>
                    <a:pt x="6724" y="7106"/>
                  </a:lnTo>
                  <a:lnTo>
                    <a:pt x="6724" y="7132"/>
                  </a:lnTo>
                  <a:lnTo>
                    <a:pt x="6724" y="7183"/>
                  </a:lnTo>
                  <a:lnTo>
                    <a:pt x="6724" y="7209"/>
                  </a:lnTo>
                  <a:lnTo>
                    <a:pt x="6724" y="7234"/>
                  </a:lnTo>
                  <a:lnTo>
                    <a:pt x="6749" y="7260"/>
                  </a:lnTo>
                  <a:lnTo>
                    <a:pt x="6787" y="7273"/>
                  </a:lnTo>
                  <a:lnTo>
                    <a:pt x="6787" y="7311"/>
                  </a:lnTo>
                  <a:lnTo>
                    <a:pt x="6787" y="7362"/>
                  </a:lnTo>
                  <a:lnTo>
                    <a:pt x="6724" y="7375"/>
                  </a:lnTo>
                  <a:lnTo>
                    <a:pt x="6685" y="7375"/>
                  </a:lnTo>
                  <a:lnTo>
                    <a:pt x="6672" y="7400"/>
                  </a:lnTo>
                  <a:lnTo>
                    <a:pt x="6660" y="7426"/>
                  </a:lnTo>
                  <a:lnTo>
                    <a:pt x="6660" y="7464"/>
                  </a:lnTo>
                  <a:lnTo>
                    <a:pt x="6672" y="7477"/>
                  </a:lnTo>
                  <a:lnTo>
                    <a:pt x="6698" y="7503"/>
                  </a:lnTo>
                  <a:lnTo>
                    <a:pt x="6749" y="7554"/>
                  </a:lnTo>
                  <a:lnTo>
                    <a:pt x="6775" y="7618"/>
                  </a:lnTo>
                  <a:lnTo>
                    <a:pt x="6787" y="7643"/>
                  </a:lnTo>
                  <a:lnTo>
                    <a:pt x="6775" y="7669"/>
                  </a:lnTo>
                  <a:lnTo>
                    <a:pt x="6749" y="7694"/>
                  </a:lnTo>
                  <a:lnTo>
                    <a:pt x="6711" y="7707"/>
                  </a:lnTo>
                  <a:lnTo>
                    <a:pt x="6596" y="7707"/>
                  </a:lnTo>
                  <a:lnTo>
                    <a:pt x="6583" y="7682"/>
                  </a:lnTo>
                  <a:lnTo>
                    <a:pt x="6583" y="7669"/>
                  </a:lnTo>
                  <a:lnTo>
                    <a:pt x="6557" y="7656"/>
                  </a:lnTo>
                  <a:lnTo>
                    <a:pt x="6519" y="7643"/>
                  </a:lnTo>
                  <a:lnTo>
                    <a:pt x="6455" y="7656"/>
                  </a:lnTo>
                  <a:lnTo>
                    <a:pt x="6442" y="7656"/>
                  </a:lnTo>
                  <a:lnTo>
                    <a:pt x="6417" y="7682"/>
                  </a:lnTo>
                  <a:lnTo>
                    <a:pt x="6353" y="7745"/>
                  </a:lnTo>
                  <a:lnTo>
                    <a:pt x="6302" y="7784"/>
                  </a:lnTo>
                  <a:lnTo>
                    <a:pt x="6251" y="7809"/>
                  </a:lnTo>
                  <a:lnTo>
                    <a:pt x="6161" y="7848"/>
                  </a:lnTo>
                  <a:lnTo>
                    <a:pt x="6097" y="7886"/>
                  </a:lnTo>
                  <a:lnTo>
                    <a:pt x="6008" y="7937"/>
                  </a:lnTo>
                  <a:lnTo>
                    <a:pt x="5918" y="7975"/>
                  </a:lnTo>
                  <a:lnTo>
                    <a:pt x="5842" y="8001"/>
                  </a:lnTo>
                  <a:lnTo>
                    <a:pt x="5816" y="8014"/>
                  </a:lnTo>
                  <a:lnTo>
                    <a:pt x="5816" y="8027"/>
                  </a:lnTo>
                  <a:lnTo>
                    <a:pt x="5816" y="8052"/>
                  </a:lnTo>
                  <a:lnTo>
                    <a:pt x="5829" y="8078"/>
                  </a:lnTo>
                  <a:lnTo>
                    <a:pt x="5893" y="8078"/>
                  </a:lnTo>
                  <a:lnTo>
                    <a:pt x="6033" y="8027"/>
                  </a:lnTo>
                  <a:lnTo>
                    <a:pt x="6136" y="7988"/>
                  </a:lnTo>
                  <a:lnTo>
                    <a:pt x="6238" y="7937"/>
                  </a:lnTo>
                  <a:lnTo>
                    <a:pt x="6366" y="7886"/>
                  </a:lnTo>
                  <a:lnTo>
                    <a:pt x="6404" y="7886"/>
                  </a:lnTo>
                  <a:lnTo>
                    <a:pt x="6442" y="7899"/>
                  </a:lnTo>
                  <a:lnTo>
                    <a:pt x="6481" y="7912"/>
                  </a:lnTo>
                  <a:lnTo>
                    <a:pt x="6557" y="7924"/>
                  </a:lnTo>
                  <a:lnTo>
                    <a:pt x="6570" y="7924"/>
                  </a:lnTo>
                  <a:lnTo>
                    <a:pt x="6570" y="7950"/>
                  </a:lnTo>
                  <a:lnTo>
                    <a:pt x="6557" y="7963"/>
                  </a:lnTo>
                  <a:lnTo>
                    <a:pt x="6545" y="7988"/>
                  </a:lnTo>
                  <a:lnTo>
                    <a:pt x="6519" y="7988"/>
                  </a:lnTo>
                  <a:lnTo>
                    <a:pt x="6481" y="8001"/>
                  </a:lnTo>
                  <a:lnTo>
                    <a:pt x="6455" y="7988"/>
                  </a:lnTo>
                  <a:lnTo>
                    <a:pt x="6430" y="7975"/>
                  </a:lnTo>
                  <a:lnTo>
                    <a:pt x="6353" y="7988"/>
                  </a:lnTo>
                  <a:lnTo>
                    <a:pt x="6289" y="8001"/>
                  </a:lnTo>
                  <a:lnTo>
                    <a:pt x="6238" y="8039"/>
                  </a:lnTo>
                  <a:lnTo>
                    <a:pt x="6148" y="8103"/>
                  </a:lnTo>
                  <a:lnTo>
                    <a:pt x="6072" y="8154"/>
                  </a:lnTo>
                  <a:lnTo>
                    <a:pt x="6033" y="8180"/>
                  </a:lnTo>
                  <a:lnTo>
                    <a:pt x="6021" y="8193"/>
                  </a:lnTo>
                  <a:lnTo>
                    <a:pt x="6008" y="8206"/>
                  </a:lnTo>
                  <a:lnTo>
                    <a:pt x="5995" y="8231"/>
                  </a:lnTo>
                  <a:lnTo>
                    <a:pt x="6008" y="8257"/>
                  </a:lnTo>
                  <a:lnTo>
                    <a:pt x="6008" y="8269"/>
                  </a:lnTo>
                  <a:lnTo>
                    <a:pt x="6021" y="8282"/>
                  </a:lnTo>
                  <a:lnTo>
                    <a:pt x="6059" y="8295"/>
                  </a:lnTo>
                  <a:lnTo>
                    <a:pt x="6084" y="8308"/>
                  </a:lnTo>
                  <a:lnTo>
                    <a:pt x="6084" y="8321"/>
                  </a:lnTo>
                  <a:lnTo>
                    <a:pt x="6084" y="8397"/>
                  </a:lnTo>
                  <a:lnTo>
                    <a:pt x="6084" y="8423"/>
                  </a:lnTo>
                  <a:lnTo>
                    <a:pt x="6084" y="8448"/>
                  </a:lnTo>
                  <a:lnTo>
                    <a:pt x="6046" y="8461"/>
                  </a:lnTo>
                  <a:lnTo>
                    <a:pt x="6021" y="8474"/>
                  </a:lnTo>
                  <a:lnTo>
                    <a:pt x="6008" y="8499"/>
                  </a:lnTo>
                  <a:lnTo>
                    <a:pt x="5969" y="8551"/>
                  </a:lnTo>
                  <a:lnTo>
                    <a:pt x="5880" y="8615"/>
                  </a:lnTo>
                  <a:lnTo>
                    <a:pt x="5842" y="8640"/>
                  </a:lnTo>
                  <a:lnTo>
                    <a:pt x="5752" y="8666"/>
                  </a:lnTo>
                  <a:lnTo>
                    <a:pt x="5701" y="8666"/>
                  </a:lnTo>
                  <a:lnTo>
                    <a:pt x="5663" y="8653"/>
                  </a:lnTo>
                  <a:lnTo>
                    <a:pt x="5663" y="8640"/>
                  </a:lnTo>
                  <a:lnTo>
                    <a:pt x="5663" y="8627"/>
                  </a:lnTo>
                  <a:lnTo>
                    <a:pt x="5663" y="8563"/>
                  </a:lnTo>
                  <a:lnTo>
                    <a:pt x="5637" y="8499"/>
                  </a:lnTo>
                  <a:lnTo>
                    <a:pt x="5624" y="8461"/>
                  </a:lnTo>
                  <a:lnTo>
                    <a:pt x="5599" y="8436"/>
                  </a:lnTo>
                  <a:lnTo>
                    <a:pt x="5560" y="8423"/>
                  </a:lnTo>
                  <a:lnTo>
                    <a:pt x="5509" y="8423"/>
                  </a:lnTo>
                  <a:lnTo>
                    <a:pt x="5497" y="8436"/>
                  </a:lnTo>
                  <a:lnTo>
                    <a:pt x="5484" y="8448"/>
                  </a:lnTo>
                  <a:lnTo>
                    <a:pt x="5471" y="8474"/>
                  </a:lnTo>
                  <a:lnTo>
                    <a:pt x="5458" y="8487"/>
                  </a:lnTo>
                  <a:lnTo>
                    <a:pt x="5369" y="8538"/>
                  </a:lnTo>
                  <a:lnTo>
                    <a:pt x="5292" y="8602"/>
                  </a:lnTo>
                  <a:lnTo>
                    <a:pt x="5203" y="8678"/>
                  </a:lnTo>
                  <a:lnTo>
                    <a:pt x="5164" y="8717"/>
                  </a:lnTo>
                  <a:lnTo>
                    <a:pt x="5139" y="8755"/>
                  </a:lnTo>
                  <a:lnTo>
                    <a:pt x="5100" y="8806"/>
                  </a:lnTo>
                  <a:lnTo>
                    <a:pt x="5062" y="8857"/>
                  </a:lnTo>
                  <a:lnTo>
                    <a:pt x="4973" y="8947"/>
                  </a:lnTo>
                  <a:lnTo>
                    <a:pt x="4934" y="8985"/>
                  </a:lnTo>
                  <a:lnTo>
                    <a:pt x="4896" y="9023"/>
                  </a:lnTo>
                  <a:lnTo>
                    <a:pt x="4883" y="9049"/>
                  </a:lnTo>
                  <a:lnTo>
                    <a:pt x="4883" y="9075"/>
                  </a:lnTo>
                  <a:lnTo>
                    <a:pt x="4883" y="9113"/>
                  </a:lnTo>
                  <a:lnTo>
                    <a:pt x="4870" y="9151"/>
                  </a:lnTo>
                  <a:lnTo>
                    <a:pt x="4832" y="9241"/>
                  </a:lnTo>
                  <a:lnTo>
                    <a:pt x="4666" y="9241"/>
                  </a:lnTo>
                  <a:lnTo>
                    <a:pt x="4627" y="9266"/>
                  </a:lnTo>
                  <a:lnTo>
                    <a:pt x="4615" y="9292"/>
                  </a:lnTo>
                  <a:lnTo>
                    <a:pt x="4576" y="9330"/>
                  </a:lnTo>
                  <a:lnTo>
                    <a:pt x="4551" y="9369"/>
                  </a:lnTo>
                  <a:lnTo>
                    <a:pt x="4525" y="9381"/>
                  </a:lnTo>
                  <a:lnTo>
                    <a:pt x="4449" y="9381"/>
                  </a:lnTo>
                  <a:lnTo>
                    <a:pt x="4436" y="9407"/>
                  </a:lnTo>
                  <a:lnTo>
                    <a:pt x="4423" y="9420"/>
                  </a:lnTo>
                  <a:lnTo>
                    <a:pt x="4423" y="9445"/>
                  </a:lnTo>
                  <a:lnTo>
                    <a:pt x="4423" y="9471"/>
                  </a:lnTo>
                  <a:lnTo>
                    <a:pt x="4576" y="9458"/>
                  </a:lnTo>
                  <a:lnTo>
                    <a:pt x="4730" y="9445"/>
                  </a:lnTo>
                  <a:lnTo>
                    <a:pt x="4730" y="9458"/>
                  </a:lnTo>
                  <a:lnTo>
                    <a:pt x="4717" y="9471"/>
                  </a:lnTo>
                  <a:lnTo>
                    <a:pt x="4691" y="9496"/>
                  </a:lnTo>
                  <a:lnTo>
                    <a:pt x="4666" y="9535"/>
                  </a:lnTo>
                  <a:lnTo>
                    <a:pt x="4666" y="9560"/>
                  </a:lnTo>
                  <a:lnTo>
                    <a:pt x="4691" y="9586"/>
                  </a:lnTo>
                  <a:lnTo>
                    <a:pt x="4743" y="9624"/>
                  </a:lnTo>
                  <a:lnTo>
                    <a:pt x="4781" y="9650"/>
                  </a:lnTo>
                  <a:lnTo>
                    <a:pt x="4819" y="9663"/>
                  </a:lnTo>
                  <a:lnTo>
                    <a:pt x="4883" y="9663"/>
                  </a:lnTo>
                  <a:lnTo>
                    <a:pt x="4909" y="9650"/>
                  </a:lnTo>
                  <a:lnTo>
                    <a:pt x="4934" y="9624"/>
                  </a:lnTo>
                  <a:lnTo>
                    <a:pt x="5062" y="9560"/>
                  </a:lnTo>
                  <a:lnTo>
                    <a:pt x="5126" y="9522"/>
                  </a:lnTo>
                  <a:lnTo>
                    <a:pt x="5203" y="9496"/>
                  </a:lnTo>
                  <a:lnTo>
                    <a:pt x="5292" y="9471"/>
                  </a:lnTo>
                  <a:lnTo>
                    <a:pt x="5318" y="9458"/>
                  </a:lnTo>
                  <a:lnTo>
                    <a:pt x="5330" y="9432"/>
                  </a:lnTo>
                  <a:lnTo>
                    <a:pt x="5330" y="9407"/>
                  </a:lnTo>
                  <a:lnTo>
                    <a:pt x="5318" y="9394"/>
                  </a:lnTo>
                  <a:lnTo>
                    <a:pt x="5267" y="9369"/>
                  </a:lnTo>
                  <a:lnTo>
                    <a:pt x="5241" y="9356"/>
                  </a:lnTo>
                  <a:lnTo>
                    <a:pt x="5241" y="9343"/>
                  </a:lnTo>
                  <a:lnTo>
                    <a:pt x="5267" y="9305"/>
                  </a:lnTo>
                  <a:lnTo>
                    <a:pt x="5305" y="9266"/>
                  </a:lnTo>
                  <a:lnTo>
                    <a:pt x="5394" y="9202"/>
                  </a:lnTo>
                  <a:lnTo>
                    <a:pt x="5484" y="9139"/>
                  </a:lnTo>
                  <a:lnTo>
                    <a:pt x="5586" y="9087"/>
                  </a:lnTo>
                  <a:lnTo>
                    <a:pt x="5599" y="9075"/>
                  </a:lnTo>
                  <a:lnTo>
                    <a:pt x="5624" y="9062"/>
                  </a:lnTo>
                  <a:lnTo>
                    <a:pt x="5663" y="9062"/>
                  </a:lnTo>
                  <a:lnTo>
                    <a:pt x="5701" y="9075"/>
                  </a:lnTo>
                  <a:lnTo>
                    <a:pt x="5727" y="9100"/>
                  </a:lnTo>
                  <a:lnTo>
                    <a:pt x="5739" y="9113"/>
                  </a:lnTo>
                  <a:lnTo>
                    <a:pt x="5752" y="9139"/>
                  </a:lnTo>
                  <a:lnTo>
                    <a:pt x="5739" y="9151"/>
                  </a:lnTo>
                  <a:lnTo>
                    <a:pt x="5727" y="9164"/>
                  </a:lnTo>
                  <a:lnTo>
                    <a:pt x="5688" y="9177"/>
                  </a:lnTo>
                  <a:lnTo>
                    <a:pt x="5637" y="9228"/>
                  </a:lnTo>
                  <a:lnTo>
                    <a:pt x="5548" y="9254"/>
                  </a:lnTo>
                  <a:lnTo>
                    <a:pt x="5535" y="9266"/>
                  </a:lnTo>
                  <a:lnTo>
                    <a:pt x="5522" y="9279"/>
                  </a:lnTo>
                  <a:lnTo>
                    <a:pt x="5522" y="9305"/>
                  </a:lnTo>
                  <a:lnTo>
                    <a:pt x="5548" y="9330"/>
                  </a:lnTo>
                  <a:lnTo>
                    <a:pt x="5586" y="9330"/>
                  </a:lnTo>
                  <a:lnTo>
                    <a:pt x="5624" y="9317"/>
                  </a:lnTo>
                  <a:lnTo>
                    <a:pt x="5688" y="9317"/>
                  </a:lnTo>
                  <a:lnTo>
                    <a:pt x="5701" y="9330"/>
                  </a:lnTo>
                  <a:lnTo>
                    <a:pt x="5701" y="9343"/>
                  </a:lnTo>
                  <a:lnTo>
                    <a:pt x="5714" y="9369"/>
                  </a:lnTo>
                  <a:lnTo>
                    <a:pt x="5714" y="9420"/>
                  </a:lnTo>
                  <a:lnTo>
                    <a:pt x="5701" y="9432"/>
                  </a:lnTo>
                  <a:lnTo>
                    <a:pt x="5701" y="9458"/>
                  </a:lnTo>
                  <a:lnTo>
                    <a:pt x="5650" y="9471"/>
                  </a:lnTo>
                  <a:lnTo>
                    <a:pt x="5586" y="9496"/>
                  </a:lnTo>
                  <a:lnTo>
                    <a:pt x="5458" y="9547"/>
                  </a:lnTo>
                  <a:lnTo>
                    <a:pt x="5356" y="9586"/>
                  </a:lnTo>
                  <a:lnTo>
                    <a:pt x="5267" y="9624"/>
                  </a:lnTo>
                  <a:lnTo>
                    <a:pt x="5203" y="9650"/>
                  </a:lnTo>
                  <a:lnTo>
                    <a:pt x="5190" y="9663"/>
                  </a:lnTo>
                  <a:lnTo>
                    <a:pt x="5190" y="9688"/>
                  </a:lnTo>
                  <a:lnTo>
                    <a:pt x="5356" y="9688"/>
                  </a:lnTo>
                  <a:lnTo>
                    <a:pt x="5369" y="9701"/>
                  </a:lnTo>
                  <a:lnTo>
                    <a:pt x="5369" y="9752"/>
                  </a:lnTo>
                  <a:lnTo>
                    <a:pt x="5369" y="9778"/>
                  </a:lnTo>
                  <a:lnTo>
                    <a:pt x="5356" y="9803"/>
                  </a:lnTo>
                  <a:lnTo>
                    <a:pt x="5305" y="9816"/>
                  </a:lnTo>
                  <a:lnTo>
                    <a:pt x="5254" y="9829"/>
                  </a:lnTo>
                  <a:lnTo>
                    <a:pt x="5152" y="9829"/>
                  </a:lnTo>
                  <a:lnTo>
                    <a:pt x="5049" y="9841"/>
                  </a:lnTo>
                  <a:lnTo>
                    <a:pt x="5011" y="9854"/>
                  </a:lnTo>
                  <a:lnTo>
                    <a:pt x="4947" y="9880"/>
                  </a:lnTo>
                  <a:lnTo>
                    <a:pt x="4896" y="9905"/>
                  </a:lnTo>
                  <a:lnTo>
                    <a:pt x="4870" y="9931"/>
                  </a:lnTo>
                  <a:lnTo>
                    <a:pt x="4819" y="9931"/>
                  </a:lnTo>
                  <a:lnTo>
                    <a:pt x="4730" y="9944"/>
                  </a:lnTo>
                  <a:lnTo>
                    <a:pt x="4704" y="9931"/>
                  </a:lnTo>
                  <a:lnTo>
                    <a:pt x="4704" y="9905"/>
                  </a:lnTo>
                  <a:lnTo>
                    <a:pt x="4717" y="9854"/>
                  </a:lnTo>
                  <a:lnTo>
                    <a:pt x="4717" y="9816"/>
                  </a:lnTo>
                  <a:lnTo>
                    <a:pt x="4691" y="9790"/>
                  </a:lnTo>
                  <a:lnTo>
                    <a:pt x="4653" y="9765"/>
                  </a:lnTo>
                  <a:lnTo>
                    <a:pt x="4589" y="9726"/>
                  </a:lnTo>
                  <a:lnTo>
                    <a:pt x="4500" y="9688"/>
                  </a:lnTo>
                  <a:lnTo>
                    <a:pt x="4397" y="9688"/>
                  </a:lnTo>
                  <a:lnTo>
                    <a:pt x="4295" y="9701"/>
                  </a:lnTo>
                  <a:lnTo>
                    <a:pt x="4142" y="9701"/>
                  </a:lnTo>
                  <a:lnTo>
                    <a:pt x="4142" y="9739"/>
                  </a:lnTo>
                  <a:lnTo>
                    <a:pt x="4142" y="9790"/>
                  </a:lnTo>
                  <a:lnTo>
                    <a:pt x="4167" y="9867"/>
                  </a:lnTo>
                  <a:lnTo>
                    <a:pt x="4180" y="9893"/>
                  </a:lnTo>
                  <a:lnTo>
                    <a:pt x="4167" y="9918"/>
                  </a:lnTo>
                  <a:lnTo>
                    <a:pt x="4142" y="9944"/>
                  </a:lnTo>
                  <a:lnTo>
                    <a:pt x="4103" y="9969"/>
                  </a:lnTo>
                  <a:lnTo>
                    <a:pt x="4065" y="9982"/>
                  </a:lnTo>
                  <a:lnTo>
                    <a:pt x="4027" y="9969"/>
                  </a:lnTo>
                  <a:lnTo>
                    <a:pt x="3988" y="9956"/>
                  </a:lnTo>
                  <a:lnTo>
                    <a:pt x="3963" y="9931"/>
                  </a:lnTo>
                  <a:lnTo>
                    <a:pt x="3950" y="9905"/>
                  </a:lnTo>
                  <a:lnTo>
                    <a:pt x="3963" y="9854"/>
                  </a:lnTo>
                  <a:lnTo>
                    <a:pt x="3963" y="9829"/>
                  </a:lnTo>
                  <a:lnTo>
                    <a:pt x="3950" y="9816"/>
                  </a:lnTo>
                  <a:lnTo>
                    <a:pt x="3925" y="9803"/>
                  </a:lnTo>
                  <a:lnTo>
                    <a:pt x="3746" y="9803"/>
                  </a:lnTo>
                  <a:lnTo>
                    <a:pt x="3656" y="9816"/>
                  </a:lnTo>
                  <a:lnTo>
                    <a:pt x="3631" y="9829"/>
                  </a:lnTo>
                  <a:lnTo>
                    <a:pt x="3618" y="9867"/>
                  </a:lnTo>
                  <a:lnTo>
                    <a:pt x="3605" y="9893"/>
                  </a:lnTo>
                  <a:lnTo>
                    <a:pt x="3592" y="9931"/>
                  </a:lnTo>
                  <a:lnTo>
                    <a:pt x="3592" y="9956"/>
                  </a:lnTo>
                  <a:lnTo>
                    <a:pt x="3618" y="9969"/>
                  </a:lnTo>
                  <a:lnTo>
                    <a:pt x="3631" y="9995"/>
                  </a:lnTo>
                  <a:lnTo>
                    <a:pt x="3656" y="10008"/>
                  </a:lnTo>
                  <a:lnTo>
                    <a:pt x="3656" y="10020"/>
                  </a:lnTo>
                  <a:lnTo>
                    <a:pt x="3643" y="10033"/>
                  </a:lnTo>
                  <a:lnTo>
                    <a:pt x="3631" y="10059"/>
                  </a:lnTo>
                  <a:lnTo>
                    <a:pt x="3528" y="10071"/>
                  </a:lnTo>
                  <a:lnTo>
                    <a:pt x="3490" y="10071"/>
                  </a:lnTo>
                  <a:lnTo>
                    <a:pt x="3464" y="10097"/>
                  </a:lnTo>
                  <a:lnTo>
                    <a:pt x="3464" y="10123"/>
                  </a:lnTo>
                  <a:lnTo>
                    <a:pt x="3490" y="10148"/>
                  </a:lnTo>
                  <a:lnTo>
                    <a:pt x="3528" y="10174"/>
                  </a:lnTo>
                  <a:lnTo>
                    <a:pt x="3567" y="10199"/>
                  </a:lnTo>
                  <a:lnTo>
                    <a:pt x="3592" y="10212"/>
                  </a:lnTo>
                  <a:lnTo>
                    <a:pt x="3605" y="10238"/>
                  </a:lnTo>
                  <a:lnTo>
                    <a:pt x="3631" y="10250"/>
                  </a:lnTo>
                  <a:lnTo>
                    <a:pt x="3631" y="10289"/>
                  </a:lnTo>
                  <a:lnTo>
                    <a:pt x="3618" y="10327"/>
                  </a:lnTo>
                  <a:lnTo>
                    <a:pt x="3592" y="10353"/>
                  </a:lnTo>
                  <a:lnTo>
                    <a:pt x="3567" y="10365"/>
                  </a:lnTo>
                  <a:lnTo>
                    <a:pt x="3477" y="10365"/>
                  </a:lnTo>
                  <a:lnTo>
                    <a:pt x="3477" y="10353"/>
                  </a:lnTo>
                  <a:lnTo>
                    <a:pt x="3464" y="10340"/>
                  </a:lnTo>
                  <a:lnTo>
                    <a:pt x="3452" y="10314"/>
                  </a:lnTo>
                  <a:lnTo>
                    <a:pt x="3413" y="10276"/>
                  </a:lnTo>
                  <a:lnTo>
                    <a:pt x="3375" y="10250"/>
                  </a:lnTo>
                  <a:lnTo>
                    <a:pt x="3286" y="10199"/>
                  </a:lnTo>
                  <a:lnTo>
                    <a:pt x="3260" y="10187"/>
                  </a:lnTo>
                  <a:lnTo>
                    <a:pt x="3222" y="10199"/>
                  </a:lnTo>
                  <a:lnTo>
                    <a:pt x="3132" y="10225"/>
                  </a:lnTo>
                  <a:lnTo>
                    <a:pt x="3145" y="10276"/>
                  </a:lnTo>
                  <a:lnTo>
                    <a:pt x="3170" y="10314"/>
                  </a:lnTo>
                  <a:lnTo>
                    <a:pt x="3222" y="10340"/>
                  </a:lnTo>
                  <a:lnTo>
                    <a:pt x="3273" y="10365"/>
                  </a:lnTo>
                  <a:lnTo>
                    <a:pt x="3362" y="10391"/>
                  </a:lnTo>
                  <a:lnTo>
                    <a:pt x="3401" y="10417"/>
                  </a:lnTo>
                  <a:lnTo>
                    <a:pt x="3464" y="10442"/>
                  </a:lnTo>
                  <a:lnTo>
                    <a:pt x="3452" y="10480"/>
                  </a:lnTo>
                  <a:lnTo>
                    <a:pt x="3452" y="10506"/>
                  </a:lnTo>
                  <a:lnTo>
                    <a:pt x="3413" y="10519"/>
                  </a:lnTo>
                  <a:lnTo>
                    <a:pt x="3388" y="10532"/>
                  </a:lnTo>
                  <a:lnTo>
                    <a:pt x="3362" y="10532"/>
                  </a:lnTo>
                  <a:lnTo>
                    <a:pt x="3337" y="10519"/>
                  </a:lnTo>
                  <a:lnTo>
                    <a:pt x="3273" y="10480"/>
                  </a:lnTo>
                  <a:lnTo>
                    <a:pt x="3209" y="10429"/>
                  </a:lnTo>
                  <a:lnTo>
                    <a:pt x="3145" y="10404"/>
                  </a:lnTo>
                  <a:lnTo>
                    <a:pt x="3094" y="10378"/>
                  </a:lnTo>
                  <a:lnTo>
                    <a:pt x="3030" y="10340"/>
                  </a:lnTo>
                  <a:lnTo>
                    <a:pt x="2966" y="10314"/>
                  </a:lnTo>
                  <a:lnTo>
                    <a:pt x="2698" y="10314"/>
                  </a:lnTo>
                  <a:lnTo>
                    <a:pt x="2659" y="10302"/>
                  </a:lnTo>
                  <a:lnTo>
                    <a:pt x="2634" y="10302"/>
                  </a:lnTo>
                  <a:lnTo>
                    <a:pt x="2634" y="10276"/>
                  </a:lnTo>
                  <a:lnTo>
                    <a:pt x="2621" y="10250"/>
                  </a:lnTo>
                  <a:lnTo>
                    <a:pt x="2583" y="10212"/>
                  </a:lnTo>
                  <a:lnTo>
                    <a:pt x="2519" y="10199"/>
                  </a:lnTo>
                  <a:lnTo>
                    <a:pt x="2314" y="10199"/>
                  </a:lnTo>
                  <a:lnTo>
                    <a:pt x="2301" y="10212"/>
                  </a:lnTo>
                  <a:lnTo>
                    <a:pt x="2301" y="10238"/>
                  </a:lnTo>
                  <a:lnTo>
                    <a:pt x="2289" y="10250"/>
                  </a:lnTo>
                  <a:lnTo>
                    <a:pt x="2289" y="10263"/>
                  </a:lnTo>
                  <a:lnTo>
                    <a:pt x="2301" y="10276"/>
                  </a:lnTo>
                  <a:lnTo>
                    <a:pt x="2327" y="10289"/>
                  </a:lnTo>
                  <a:lnTo>
                    <a:pt x="2365" y="10302"/>
                  </a:lnTo>
                  <a:lnTo>
                    <a:pt x="2404" y="10302"/>
                  </a:lnTo>
                  <a:lnTo>
                    <a:pt x="2416" y="10314"/>
                  </a:lnTo>
                  <a:lnTo>
                    <a:pt x="2416" y="10327"/>
                  </a:lnTo>
                  <a:lnTo>
                    <a:pt x="2416" y="10353"/>
                  </a:lnTo>
                  <a:lnTo>
                    <a:pt x="2340" y="10365"/>
                  </a:lnTo>
                  <a:lnTo>
                    <a:pt x="2301" y="10365"/>
                  </a:lnTo>
                  <a:lnTo>
                    <a:pt x="2263" y="10378"/>
                  </a:lnTo>
                  <a:lnTo>
                    <a:pt x="2238" y="10391"/>
                  </a:lnTo>
                  <a:lnTo>
                    <a:pt x="2238" y="10417"/>
                  </a:lnTo>
                  <a:lnTo>
                    <a:pt x="2238" y="10455"/>
                  </a:lnTo>
                  <a:lnTo>
                    <a:pt x="2289" y="10493"/>
                  </a:lnTo>
                  <a:lnTo>
                    <a:pt x="2404" y="10493"/>
                  </a:lnTo>
                  <a:lnTo>
                    <a:pt x="2557" y="10480"/>
                  </a:lnTo>
                  <a:lnTo>
                    <a:pt x="2583" y="10480"/>
                  </a:lnTo>
                  <a:lnTo>
                    <a:pt x="2621" y="10493"/>
                  </a:lnTo>
                  <a:lnTo>
                    <a:pt x="2621" y="10506"/>
                  </a:lnTo>
                  <a:lnTo>
                    <a:pt x="2621" y="10519"/>
                  </a:lnTo>
                  <a:lnTo>
                    <a:pt x="2608" y="10544"/>
                  </a:lnTo>
                  <a:lnTo>
                    <a:pt x="2646" y="10557"/>
                  </a:lnTo>
                  <a:lnTo>
                    <a:pt x="2672" y="10557"/>
                  </a:lnTo>
                  <a:lnTo>
                    <a:pt x="2698" y="10583"/>
                  </a:lnTo>
                  <a:lnTo>
                    <a:pt x="2710" y="10583"/>
                  </a:lnTo>
                  <a:lnTo>
                    <a:pt x="2723" y="10570"/>
                  </a:lnTo>
                  <a:lnTo>
                    <a:pt x="2825" y="10557"/>
                  </a:lnTo>
                  <a:lnTo>
                    <a:pt x="2902" y="10544"/>
                  </a:lnTo>
                  <a:lnTo>
                    <a:pt x="2915" y="10557"/>
                  </a:lnTo>
                  <a:lnTo>
                    <a:pt x="2928" y="10570"/>
                  </a:lnTo>
                  <a:lnTo>
                    <a:pt x="2928" y="10595"/>
                  </a:lnTo>
                  <a:lnTo>
                    <a:pt x="2915" y="10621"/>
                  </a:lnTo>
                  <a:lnTo>
                    <a:pt x="2877" y="10634"/>
                  </a:lnTo>
                  <a:lnTo>
                    <a:pt x="2672" y="10634"/>
                  </a:lnTo>
                  <a:lnTo>
                    <a:pt x="2659" y="10647"/>
                  </a:lnTo>
                  <a:lnTo>
                    <a:pt x="2659" y="10672"/>
                  </a:lnTo>
                  <a:lnTo>
                    <a:pt x="2634" y="10698"/>
                  </a:lnTo>
                  <a:lnTo>
                    <a:pt x="2621" y="10711"/>
                  </a:lnTo>
                  <a:lnTo>
                    <a:pt x="2621" y="10723"/>
                  </a:lnTo>
                  <a:lnTo>
                    <a:pt x="2634" y="10736"/>
                  </a:lnTo>
                  <a:lnTo>
                    <a:pt x="2659" y="10749"/>
                  </a:lnTo>
                  <a:lnTo>
                    <a:pt x="2710" y="10762"/>
                  </a:lnTo>
                  <a:lnTo>
                    <a:pt x="2685" y="10787"/>
                  </a:lnTo>
                  <a:lnTo>
                    <a:pt x="2672" y="10813"/>
                  </a:lnTo>
                  <a:lnTo>
                    <a:pt x="2646" y="10826"/>
                  </a:lnTo>
                  <a:lnTo>
                    <a:pt x="2608" y="10826"/>
                  </a:lnTo>
                  <a:lnTo>
                    <a:pt x="2583" y="10813"/>
                  </a:lnTo>
                  <a:lnTo>
                    <a:pt x="2506" y="10774"/>
                  </a:lnTo>
                  <a:lnTo>
                    <a:pt x="2455" y="10736"/>
                  </a:lnTo>
                  <a:lnTo>
                    <a:pt x="2416" y="10711"/>
                  </a:lnTo>
                  <a:lnTo>
                    <a:pt x="2365" y="10711"/>
                  </a:lnTo>
                  <a:lnTo>
                    <a:pt x="2199" y="10698"/>
                  </a:lnTo>
                  <a:lnTo>
                    <a:pt x="2148" y="10698"/>
                  </a:lnTo>
                  <a:lnTo>
                    <a:pt x="2122" y="10672"/>
                  </a:lnTo>
                  <a:lnTo>
                    <a:pt x="2097" y="10647"/>
                  </a:lnTo>
                  <a:lnTo>
                    <a:pt x="2084" y="10634"/>
                  </a:lnTo>
                  <a:lnTo>
                    <a:pt x="1944" y="10634"/>
                  </a:lnTo>
                  <a:lnTo>
                    <a:pt x="1765" y="10647"/>
                  </a:lnTo>
                  <a:lnTo>
                    <a:pt x="1714" y="10647"/>
                  </a:lnTo>
                  <a:lnTo>
                    <a:pt x="1675" y="10634"/>
                  </a:lnTo>
                  <a:lnTo>
                    <a:pt x="1560" y="10634"/>
                  </a:lnTo>
                  <a:lnTo>
                    <a:pt x="1522" y="10647"/>
                  </a:lnTo>
                  <a:lnTo>
                    <a:pt x="1509" y="10647"/>
                  </a:lnTo>
                  <a:lnTo>
                    <a:pt x="1496" y="10659"/>
                  </a:lnTo>
                  <a:lnTo>
                    <a:pt x="1496" y="10685"/>
                  </a:lnTo>
                  <a:lnTo>
                    <a:pt x="1496" y="10698"/>
                  </a:lnTo>
                  <a:lnTo>
                    <a:pt x="1573" y="10698"/>
                  </a:lnTo>
                  <a:lnTo>
                    <a:pt x="1611" y="10711"/>
                  </a:lnTo>
                  <a:lnTo>
                    <a:pt x="1637" y="10711"/>
                  </a:lnTo>
                  <a:lnTo>
                    <a:pt x="1637" y="10736"/>
                  </a:lnTo>
                  <a:lnTo>
                    <a:pt x="1624" y="10762"/>
                  </a:lnTo>
                  <a:lnTo>
                    <a:pt x="1598" y="10774"/>
                  </a:lnTo>
                  <a:lnTo>
                    <a:pt x="1573" y="10774"/>
                  </a:lnTo>
                  <a:lnTo>
                    <a:pt x="1509" y="10787"/>
                  </a:lnTo>
                  <a:lnTo>
                    <a:pt x="1420" y="10800"/>
                  </a:lnTo>
                  <a:lnTo>
                    <a:pt x="1420" y="10877"/>
                  </a:lnTo>
                  <a:lnTo>
                    <a:pt x="1420" y="10889"/>
                  </a:lnTo>
                  <a:lnTo>
                    <a:pt x="1611" y="10889"/>
                  </a:lnTo>
                  <a:lnTo>
                    <a:pt x="1765" y="10877"/>
                  </a:lnTo>
                  <a:lnTo>
                    <a:pt x="1931" y="10877"/>
                  </a:lnTo>
                  <a:lnTo>
                    <a:pt x="2020" y="10864"/>
                  </a:lnTo>
                  <a:lnTo>
                    <a:pt x="2084" y="10864"/>
                  </a:lnTo>
                  <a:lnTo>
                    <a:pt x="2097" y="10889"/>
                  </a:lnTo>
                  <a:lnTo>
                    <a:pt x="2110" y="10928"/>
                  </a:lnTo>
                  <a:lnTo>
                    <a:pt x="2110" y="11017"/>
                  </a:lnTo>
                  <a:lnTo>
                    <a:pt x="2186" y="11017"/>
                  </a:lnTo>
                  <a:lnTo>
                    <a:pt x="2199" y="11030"/>
                  </a:lnTo>
                  <a:lnTo>
                    <a:pt x="2212" y="11056"/>
                  </a:lnTo>
                  <a:lnTo>
                    <a:pt x="2212" y="11081"/>
                  </a:lnTo>
                  <a:lnTo>
                    <a:pt x="2225" y="11119"/>
                  </a:lnTo>
                  <a:lnTo>
                    <a:pt x="2212" y="11183"/>
                  </a:lnTo>
                  <a:lnTo>
                    <a:pt x="2199" y="11247"/>
                  </a:lnTo>
                  <a:lnTo>
                    <a:pt x="2199" y="11260"/>
                  </a:lnTo>
                  <a:lnTo>
                    <a:pt x="2186" y="11260"/>
                  </a:lnTo>
                  <a:lnTo>
                    <a:pt x="2148" y="11273"/>
                  </a:lnTo>
                  <a:lnTo>
                    <a:pt x="2110" y="11273"/>
                  </a:lnTo>
                  <a:lnTo>
                    <a:pt x="2046" y="11260"/>
                  </a:lnTo>
                  <a:lnTo>
                    <a:pt x="2033" y="11247"/>
                  </a:lnTo>
                  <a:lnTo>
                    <a:pt x="2033" y="11222"/>
                  </a:lnTo>
                  <a:lnTo>
                    <a:pt x="2033" y="11171"/>
                  </a:lnTo>
                  <a:lnTo>
                    <a:pt x="2020" y="11119"/>
                  </a:lnTo>
                  <a:lnTo>
                    <a:pt x="1995" y="11068"/>
                  </a:lnTo>
                  <a:lnTo>
                    <a:pt x="1969" y="11030"/>
                  </a:lnTo>
                  <a:lnTo>
                    <a:pt x="1956" y="11004"/>
                  </a:lnTo>
                  <a:lnTo>
                    <a:pt x="1790" y="11004"/>
                  </a:lnTo>
                  <a:lnTo>
                    <a:pt x="1790" y="11043"/>
                  </a:lnTo>
                  <a:lnTo>
                    <a:pt x="1790" y="11081"/>
                  </a:lnTo>
                  <a:lnTo>
                    <a:pt x="1803" y="11107"/>
                  </a:lnTo>
                  <a:lnTo>
                    <a:pt x="1829" y="11119"/>
                  </a:lnTo>
                  <a:lnTo>
                    <a:pt x="1892" y="11119"/>
                  </a:lnTo>
                  <a:lnTo>
                    <a:pt x="1905" y="11132"/>
                  </a:lnTo>
                  <a:lnTo>
                    <a:pt x="1892" y="11158"/>
                  </a:lnTo>
                  <a:lnTo>
                    <a:pt x="1880" y="11196"/>
                  </a:lnTo>
                  <a:lnTo>
                    <a:pt x="1880" y="11222"/>
                  </a:lnTo>
                  <a:lnTo>
                    <a:pt x="1867" y="11235"/>
                  </a:lnTo>
                  <a:lnTo>
                    <a:pt x="1841" y="11260"/>
                  </a:lnTo>
                  <a:lnTo>
                    <a:pt x="1790" y="11273"/>
                  </a:lnTo>
                  <a:lnTo>
                    <a:pt x="1688" y="11273"/>
                  </a:lnTo>
                  <a:lnTo>
                    <a:pt x="1675" y="11260"/>
                  </a:lnTo>
                  <a:lnTo>
                    <a:pt x="1662" y="11222"/>
                  </a:lnTo>
                  <a:lnTo>
                    <a:pt x="1650" y="11171"/>
                  </a:lnTo>
                  <a:lnTo>
                    <a:pt x="1637" y="11145"/>
                  </a:lnTo>
                  <a:lnTo>
                    <a:pt x="1611" y="11119"/>
                  </a:lnTo>
                  <a:lnTo>
                    <a:pt x="1598" y="11094"/>
                  </a:lnTo>
                  <a:lnTo>
                    <a:pt x="1586" y="11081"/>
                  </a:lnTo>
                  <a:lnTo>
                    <a:pt x="1368" y="11081"/>
                  </a:lnTo>
                  <a:lnTo>
                    <a:pt x="1356" y="11094"/>
                  </a:lnTo>
                  <a:lnTo>
                    <a:pt x="1356" y="11119"/>
                  </a:lnTo>
                  <a:lnTo>
                    <a:pt x="1356" y="11145"/>
                  </a:lnTo>
                  <a:lnTo>
                    <a:pt x="1343" y="11171"/>
                  </a:lnTo>
                  <a:lnTo>
                    <a:pt x="1330" y="11196"/>
                  </a:lnTo>
                  <a:lnTo>
                    <a:pt x="1343" y="11209"/>
                  </a:lnTo>
                  <a:lnTo>
                    <a:pt x="1356" y="11222"/>
                  </a:lnTo>
                  <a:lnTo>
                    <a:pt x="1407" y="11235"/>
                  </a:lnTo>
                  <a:lnTo>
                    <a:pt x="1458" y="11273"/>
                  </a:lnTo>
                  <a:lnTo>
                    <a:pt x="1471" y="11298"/>
                  </a:lnTo>
                  <a:lnTo>
                    <a:pt x="1483" y="11324"/>
                  </a:lnTo>
                  <a:lnTo>
                    <a:pt x="1458" y="11362"/>
                  </a:lnTo>
                  <a:lnTo>
                    <a:pt x="1445" y="11388"/>
                  </a:lnTo>
                  <a:lnTo>
                    <a:pt x="1445" y="11401"/>
                  </a:lnTo>
                  <a:lnTo>
                    <a:pt x="1394" y="11401"/>
                  </a:lnTo>
                  <a:lnTo>
                    <a:pt x="1356" y="11388"/>
                  </a:lnTo>
                  <a:lnTo>
                    <a:pt x="1317" y="11362"/>
                  </a:lnTo>
                  <a:lnTo>
                    <a:pt x="1292" y="11350"/>
                  </a:lnTo>
                  <a:lnTo>
                    <a:pt x="1266" y="11324"/>
                  </a:lnTo>
                  <a:lnTo>
                    <a:pt x="1228" y="11298"/>
                  </a:lnTo>
                  <a:lnTo>
                    <a:pt x="1189" y="11286"/>
                  </a:lnTo>
                  <a:lnTo>
                    <a:pt x="1164" y="11273"/>
                  </a:lnTo>
                  <a:lnTo>
                    <a:pt x="1138" y="11247"/>
                  </a:lnTo>
                  <a:lnTo>
                    <a:pt x="947" y="11247"/>
                  </a:lnTo>
                  <a:lnTo>
                    <a:pt x="934" y="11273"/>
                  </a:lnTo>
                  <a:lnTo>
                    <a:pt x="934" y="11298"/>
                  </a:lnTo>
                  <a:lnTo>
                    <a:pt x="934" y="11324"/>
                  </a:lnTo>
                  <a:lnTo>
                    <a:pt x="934" y="11337"/>
                  </a:lnTo>
                  <a:lnTo>
                    <a:pt x="921" y="11350"/>
                  </a:lnTo>
                  <a:lnTo>
                    <a:pt x="883" y="11350"/>
                  </a:lnTo>
                  <a:lnTo>
                    <a:pt x="793" y="11362"/>
                  </a:lnTo>
                  <a:lnTo>
                    <a:pt x="717" y="11362"/>
                  </a:lnTo>
                  <a:lnTo>
                    <a:pt x="717" y="11375"/>
                  </a:lnTo>
                  <a:lnTo>
                    <a:pt x="717" y="11401"/>
                  </a:lnTo>
                  <a:lnTo>
                    <a:pt x="729" y="11413"/>
                  </a:lnTo>
                  <a:lnTo>
                    <a:pt x="742" y="11426"/>
                  </a:lnTo>
                  <a:lnTo>
                    <a:pt x="1011" y="11426"/>
                  </a:lnTo>
                  <a:lnTo>
                    <a:pt x="1074" y="11452"/>
                  </a:lnTo>
                  <a:lnTo>
                    <a:pt x="1138" y="11477"/>
                  </a:lnTo>
                  <a:lnTo>
                    <a:pt x="1330" y="11516"/>
                  </a:lnTo>
                  <a:lnTo>
                    <a:pt x="1420" y="11541"/>
                  </a:lnTo>
                  <a:lnTo>
                    <a:pt x="1471" y="11554"/>
                  </a:lnTo>
                  <a:lnTo>
                    <a:pt x="1535" y="11541"/>
                  </a:lnTo>
                  <a:lnTo>
                    <a:pt x="1547" y="11541"/>
                  </a:lnTo>
                  <a:lnTo>
                    <a:pt x="1560" y="11554"/>
                  </a:lnTo>
                  <a:lnTo>
                    <a:pt x="1598" y="11605"/>
                  </a:lnTo>
                  <a:lnTo>
                    <a:pt x="1586" y="11618"/>
                  </a:lnTo>
                  <a:lnTo>
                    <a:pt x="1573" y="11644"/>
                  </a:lnTo>
                  <a:lnTo>
                    <a:pt x="1343" y="11656"/>
                  </a:lnTo>
                  <a:lnTo>
                    <a:pt x="1215" y="11656"/>
                  </a:lnTo>
                  <a:lnTo>
                    <a:pt x="1138" y="11631"/>
                  </a:lnTo>
                  <a:lnTo>
                    <a:pt x="1074" y="11618"/>
                  </a:lnTo>
                  <a:lnTo>
                    <a:pt x="934" y="11567"/>
                  </a:lnTo>
                  <a:lnTo>
                    <a:pt x="870" y="11554"/>
                  </a:lnTo>
                  <a:lnTo>
                    <a:pt x="819" y="11541"/>
                  </a:lnTo>
                  <a:lnTo>
                    <a:pt x="781" y="11554"/>
                  </a:lnTo>
                  <a:lnTo>
                    <a:pt x="717" y="11580"/>
                  </a:lnTo>
                  <a:lnTo>
                    <a:pt x="653" y="11592"/>
                  </a:lnTo>
                  <a:lnTo>
                    <a:pt x="614" y="11618"/>
                  </a:lnTo>
                  <a:lnTo>
                    <a:pt x="589" y="11656"/>
                  </a:lnTo>
                  <a:lnTo>
                    <a:pt x="563" y="11669"/>
                  </a:lnTo>
                  <a:lnTo>
                    <a:pt x="525" y="11669"/>
                  </a:lnTo>
                  <a:lnTo>
                    <a:pt x="499" y="11682"/>
                  </a:lnTo>
                  <a:lnTo>
                    <a:pt x="461" y="11682"/>
                  </a:lnTo>
                  <a:lnTo>
                    <a:pt x="474" y="11746"/>
                  </a:lnTo>
                  <a:lnTo>
                    <a:pt x="487" y="11784"/>
                  </a:lnTo>
                  <a:lnTo>
                    <a:pt x="512" y="11797"/>
                  </a:lnTo>
                  <a:lnTo>
                    <a:pt x="563" y="11810"/>
                  </a:lnTo>
                  <a:lnTo>
                    <a:pt x="614" y="11810"/>
                  </a:lnTo>
                  <a:lnTo>
                    <a:pt x="665" y="11822"/>
                  </a:lnTo>
                  <a:lnTo>
                    <a:pt x="717" y="11835"/>
                  </a:lnTo>
                  <a:lnTo>
                    <a:pt x="729" y="11861"/>
                  </a:lnTo>
                  <a:lnTo>
                    <a:pt x="793" y="11925"/>
                  </a:lnTo>
                  <a:lnTo>
                    <a:pt x="806" y="11950"/>
                  </a:lnTo>
                  <a:lnTo>
                    <a:pt x="832" y="11976"/>
                  </a:lnTo>
                  <a:lnTo>
                    <a:pt x="806" y="11989"/>
                  </a:lnTo>
                  <a:lnTo>
                    <a:pt x="781" y="12001"/>
                  </a:lnTo>
                  <a:lnTo>
                    <a:pt x="755" y="12014"/>
                  </a:lnTo>
                  <a:lnTo>
                    <a:pt x="640" y="12001"/>
                  </a:lnTo>
                  <a:lnTo>
                    <a:pt x="525" y="12014"/>
                  </a:lnTo>
                  <a:lnTo>
                    <a:pt x="525" y="12065"/>
                  </a:lnTo>
                  <a:lnTo>
                    <a:pt x="538" y="12116"/>
                  </a:lnTo>
                  <a:lnTo>
                    <a:pt x="550" y="12219"/>
                  </a:lnTo>
                  <a:lnTo>
                    <a:pt x="538" y="12283"/>
                  </a:lnTo>
                  <a:lnTo>
                    <a:pt x="538" y="12308"/>
                  </a:lnTo>
                  <a:lnTo>
                    <a:pt x="563" y="12334"/>
                  </a:lnTo>
                  <a:lnTo>
                    <a:pt x="576" y="12346"/>
                  </a:lnTo>
                  <a:lnTo>
                    <a:pt x="908" y="12346"/>
                  </a:lnTo>
                  <a:lnTo>
                    <a:pt x="947" y="12372"/>
                  </a:lnTo>
                  <a:lnTo>
                    <a:pt x="985" y="12385"/>
                  </a:lnTo>
                  <a:lnTo>
                    <a:pt x="1343" y="12385"/>
                  </a:lnTo>
                  <a:lnTo>
                    <a:pt x="1356" y="12359"/>
                  </a:lnTo>
                  <a:lnTo>
                    <a:pt x="1381" y="12334"/>
                  </a:lnTo>
                  <a:lnTo>
                    <a:pt x="1394" y="12308"/>
                  </a:lnTo>
                  <a:lnTo>
                    <a:pt x="1407" y="12270"/>
                  </a:lnTo>
                  <a:lnTo>
                    <a:pt x="1458" y="12219"/>
                  </a:lnTo>
                  <a:lnTo>
                    <a:pt x="1483" y="12206"/>
                  </a:lnTo>
                  <a:lnTo>
                    <a:pt x="1611" y="12206"/>
                  </a:lnTo>
                  <a:lnTo>
                    <a:pt x="1650" y="12219"/>
                  </a:lnTo>
                  <a:lnTo>
                    <a:pt x="1650" y="12231"/>
                  </a:lnTo>
                  <a:lnTo>
                    <a:pt x="1637" y="12257"/>
                  </a:lnTo>
                  <a:lnTo>
                    <a:pt x="1624" y="12295"/>
                  </a:lnTo>
                  <a:lnTo>
                    <a:pt x="1611" y="12359"/>
                  </a:lnTo>
                  <a:lnTo>
                    <a:pt x="1611" y="12372"/>
                  </a:lnTo>
                  <a:lnTo>
                    <a:pt x="1624" y="12385"/>
                  </a:lnTo>
                  <a:lnTo>
                    <a:pt x="1637" y="12398"/>
                  </a:lnTo>
                  <a:lnTo>
                    <a:pt x="1650" y="12410"/>
                  </a:lnTo>
                  <a:lnTo>
                    <a:pt x="1701" y="12410"/>
                  </a:lnTo>
                  <a:lnTo>
                    <a:pt x="1726" y="12398"/>
                  </a:lnTo>
                  <a:lnTo>
                    <a:pt x="1739" y="12385"/>
                  </a:lnTo>
                  <a:lnTo>
                    <a:pt x="1752" y="12359"/>
                  </a:lnTo>
                  <a:lnTo>
                    <a:pt x="1765" y="12346"/>
                  </a:lnTo>
                  <a:lnTo>
                    <a:pt x="1905" y="12346"/>
                  </a:lnTo>
                  <a:lnTo>
                    <a:pt x="1905" y="12359"/>
                  </a:lnTo>
                  <a:lnTo>
                    <a:pt x="1905" y="12398"/>
                  </a:lnTo>
                  <a:lnTo>
                    <a:pt x="1905" y="12423"/>
                  </a:lnTo>
                  <a:lnTo>
                    <a:pt x="1918" y="12436"/>
                  </a:lnTo>
                  <a:lnTo>
                    <a:pt x="1956" y="12449"/>
                  </a:lnTo>
                  <a:lnTo>
                    <a:pt x="2059" y="12449"/>
                  </a:lnTo>
                  <a:lnTo>
                    <a:pt x="2161" y="12436"/>
                  </a:lnTo>
                  <a:lnTo>
                    <a:pt x="2161" y="12359"/>
                  </a:lnTo>
                  <a:lnTo>
                    <a:pt x="2161" y="12321"/>
                  </a:lnTo>
                  <a:lnTo>
                    <a:pt x="2148" y="12283"/>
                  </a:lnTo>
                  <a:lnTo>
                    <a:pt x="2110" y="12219"/>
                  </a:lnTo>
                  <a:lnTo>
                    <a:pt x="2097" y="12180"/>
                  </a:lnTo>
                  <a:lnTo>
                    <a:pt x="2110" y="12142"/>
                  </a:lnTo>
                  <a:lnTo>
                    <a:pt x="2148" y="12116"/>
                  </a:lnTo>
                  <a:lnTo>
                    <a:pt x="2199" y="12104"/>
                  </a:lnTo>
                  <a:lnTo>
                    <a:pt x="2250" y="12104"/>
                  </a:lnTo>
                  <a:lnTo>
                    <a:pt x="2289" y="12116"/>
                  </a:lnTo>
                  <a:lnTo>
                    <a:pt x="2301" y="12142"/>
                  </a:lnTo>
                  <a:lnTo>
                    <a:pt x="2301" y="12193"/>
                  </a:lnTo>
                  <a:lnTo>
                    <a:pt x="2301" y="12257"/>
                  </a:lnTo>
                  <a:lnTo>
                    <a:pt x="2301" y="12295"/>
                  </a:lnTo>
                  <a:lnTo>
                    <a:pt x="2301" y="12321"/>
                  </a:lnTo>
                  <a:lnTo>
                    <a:pt x="2314" y="12334"/>
                  </a:lnTo>
                  <a:lnTo>
                    <a:pt x="2327" y="12346"/>
                  </a:lnTo>
                  <a:lnTo>
                    <a:pt x="2416" y="12346"/>
                  </a:lnTo>
                  <a:lnTo>
                    <a:pt x="2455" y="12372"/>
                  </a:lnTo>
                  <a:lnTo>
                    <a:pt x="2506" y="12385"/>
                  </a:lnTo>
                  <a:lnTo>
                    <a:pt x="2519" y="12398"/>
                  </a:lnTo>
                  <a:lnTo>
                    <a:pt x="2519" y="12423"/>
                  </a:lnTo>
                  <a:lnTo>
                    <a:pt x="2506" y="12461"/>
                  </a:lnTo>
                  <a:lnTo>
                    <a:pt x="2468" y="12500"/>
                  </a:lnTo>
                  <a:lnTo>
                    <a:pt x="2429" y="12513"/>
                  </a:lnTo>
                  <a:lnTo>
                    <a:pt x="2378" y="12538"/>
                  </a:lnTo>
                  <a:lnTo>
                    <a:pt x="2276" y="12551"/>
                  </a:lnTo>
                  <a:lnTo>
                    <a:pt x="2122" y="12564"/>
                  </a:lnTo>
                  <a:lnTo>
                    <a:pt x="1982" y="12576"/>
                  </a:lnTo>
                  <a:lnTo>
                    <a:pt x="1918" y="12589"/>
                  </a:lnTo>
                  <a:lnTo>
                    <a:pt x="1867" y="12602"/>
                  </a:lnTo>
                  <a:lnTo>
                    <a:pt x="1829" y="12628"/>
                  </a:lnTo>
                  <a:lnTo>
                    <a:pt x="1816" y="12640"/>
                  </a:lnTo>
                  <a:lnTo>
                    <a:pt x="1803" y="12666"/>
                  </a:lnTo>
                  <a:lnTo>
                    <a:pt x="1816" y="12692"/>
                  </a:lnTo>
                  <a:lnTo>
                    <a:pt x="1841" y="12717"/>
                  </a:lnTo>
                  <a:lnTo>
                    <a:pt x="1854" y="12755"/>
                  </a:lnTo>
                  <a:lnTo>
                    <a:pt x="1841" y="12768"/>
                  </a:lnTo>
                  <a:lnTo>
                    <a:pt x="1829" y="12781"/>
                  </a:lnTo>
                  <a:lnTo>
                    <a:pt x="1803" y="12781"/>
                  </a:lnTo>
                  <a:lnTo>
                    <a:pt x="1739" y="12794"/>
                  </a:lnTo>
                  <a:lnTo>
                    <a:pt x="1650" y="12781"/>
                  </a:lnTo>
                  <a:lnTo>
                    <a:pt x="1650" y="12755"/>
                  </a:lnTo>
                  <a:lnTo>
                    <a:pt x="1637" y="12730"/>
                  </a:lnTo>
                  <a:lnTo>
                    <a:pt x="1637" y="12666"/>
                  </a:lnTo>
                  <a:lnTo>
                    <a:pt x="1624" y="12628"/>
                  </a:lnTo>
                  <a:lnTo>
                    <a:pt x="1598" y="12576"/>
                  </a:lnTo>
                  <a:lnTo>
                    <a:pt x="1547" y="12538"/>
                  </a:lnTo>
                  <a:lnTo>
                    <a:pt x="1522" y="12525"/>
                  </a:lnTo>
                  <a:lnTo>
                    <a:pt x="1432" y="12525"/>
                  </a:lnTo>
                  <a:lnTo>
                    <a:pt x="1394" y="12551"/>
                  </a:lnTo>
                  <a:lnTo>
                    <a:pt x="1368" y="12576"/>
                  </a:lnTo>
                  <a:lnTo>
                    <a:pt x="1317" y="12602"/>
                  </a:lnTo>
                  <a:lnTo>
                    <a:pt x="1253" y="12602"/>
                  </a:lnTo>
                  <a:lnTo>
                    <a:pt x="1189" y="12589"/>
                  </a:lnTo>
                  <a:lnTo>
                    <a:pt x="1074" y="12551"/>
                  </a:lnTo>
                  <a:lnTo>
                    <a:pt x="1023" y="12525"/>
                  </a:lnTo>
                  <a:lnTo>
                    <a:pt x="959" y="12500"/>
                  </a:lnTo>
                  <a:lnTo>
                    <a:pt x="857" y="12500"/>
                  </a:lnTo>
                  <a:lnTo>
                    <a:pt x="755" y="12513"/>
                  </a:lnTo>
                  <a:lnTo>
                    <a:pt x="627" y="12513"/>
                  </a:lnTo>
                  <a:lnTo>
                    <a:pt x="499" y="12525"/>
                  </a:lnTo>
                  <a:lnTo>
                    <a:pt x="423" y="12525"/>
                  </a:lnTo>
                  <a:lnTo>
                    <a:pt x="359" y="12551"/>
                  </a:lnTo>
                  <a:lnTo>
                    <a:pt x="308" y="12576"/>
                  </a:lnTo>
                  <a:lnTo>
                    <a:pt x="269" y="12602"/>
                  </a:lnTo>
                  <a:lnTo>
                    <a:pt x="257" y="12628"/>
                  </a:lnTo>
                  <a:lnTo>
                    <a:pt x="257" y="12653"/>
                  </a:lnTo>
                  <a:lnTo>
                    <a:pt x="257" y="12704"/>
                  </a:lnTo>
                  <a:lnTo>
                    <a:pt x="257" y="12717"/>
                  </a:lnTo>
                  <a:lnTo>
                    <a:pt x="282" y="12730"/>
                  </a:lnTo>
                  <a:lnTo>
                    <a:pt x="538" y="12730"/>
                  </a:lnTo>
                  <a:lnTo>
                    <a:pt x="614" y="12743"/>
                  </a:lnTo>
                  <a:lnTo>
                    <a:pt x="563" y="12781"/>
                  </a:lnTo>
                  <a:lnTo>
                    <a:pt x="538" y="12794"/>
                  </a:lnTo>
                  <a:lnTo>
                    <a:pt x="525" y="12819"/>
                  </a:lnTo>
                  <a:lnTo>
                    <a:pt x="538" y="12858"/>
                  </a:lnTo>
                  <a:lnTo>
                    <a:pt x="550" y="12883"/>
                  </a:lnTo>
                  <a:lnTo>
                    <a:pt x="589" y="12909"/>
                  </a:lnTo>
                  <a:lnTo>
                    <a:pt x="627" y="12922"/>
                  </a:lnTo>
                  <a:lnTo>
                    <a:pt x="704" y="12909"/>
                  </a:lnTo>
                  <a:lnTo>
                    <a:pt x="781" y="12909"/>
                  </a:lnTo>
                  <a:lnTo>
                    <a:pt x="806" y="12922"/>
                  </a:lnTo>
                  <a:lnTo>
                    <a:pt x="819" y="12947"/>
                  </a:lnTo>
                  <a:lnTo>
                    <a:pt x="832" y="12998"/>
                  </a:lnTo>
                  <a:lnTo>
                    <a:pt x="844" y="13049"/>
                  </a:lnTo>
                  <a:lnTo>
                    <a:pt x="832" y="13100"/>
                  </a:lnTo>
                  <a:lnTo>
                    <a:pt x="819" y="13113"/>
                  </a:lnTo>
                  <a:lnTo>
                    <a:pt x="793" y="13126"/>
                  </a:lnTo>
                  <a:lnTo>
                    <a:pt x="768" y="13139"/>
                  </a:lnTo>
                  <a:lnTo>
                    <a:pt x="729" y="13126"/>
                  </a:lnTo>
                  <a:lnTo>
                    <a:pt x="640" y="13062"/>
                  </a:lnTo>
                  <a:lnTo>
                    <a:pt x="525" y="12985"/>
                  </a:lnTo>
                  <a:lnTo>
                    <a:pt x="410" y="12909"/>
                  </a:lnTo>
                  <a:lnTo>
                    <a:pt x="359" y="12896"/>
                  </a:lnTo>
                  <a:lnTo>
                    <a:pt x="295" y="12883"/>
                  </a:lnTo>
                  <a:lnTo>
                    <a:pt x="308" y="12909"/>
                  </a:lnTo>
                  <a:lnTo>
                    <a:pt x="333" y="12934"/>
                  </a:lnTo>
                  <a:lnTo>
                    <a:pt x="397" y="12998"/>
                  </a:lnTo>
                  <a:lnTo>
                    <a:pt x="487" y="13049"/>
                  </a:lnTo>
                  <a:lnTo>
                    <a:pt x="563" y="13088"/>
                  </a:lnTo>
                  <a:lnTo>
                    <a:pt x="627" y="13113"/>
                  </a:lnTo>
                  <a:lnTo>
                    <a:pt x="640" y="13139"/>
                  </a:lnTo>
                  <a:lnTo>
                    <a:pt x="653" y="13164"/>
                  </a:lnTo>
                  <a:lnTo>
                    <a:pt x="653" y="13203"/>
                  </a:lnTo>
                  <a:lnTo>
                    <a:pt x="653" y="13228"/>
                  </a:lnTo>
                  <a:lnTo>
                    <a:pt x="614" y="13241"/>
                  </a:lnTo>
                  <a:lnTo>
                    <a:pt x="474" y="13241"/>
                  </a:lnTo>
                  <a:lnTo>
                    <a:pt x="448" y="13228"/>
                  </a:lnTo>
                  <a:lnTo>
                    <a:pt x="435" y="13203"/>
                  </a:lnTo>
                  <a:lnTo>
                    <a:pt x="423" y="13190"/>
                  </a:lnTo>
                  <a:lnTo>
                    <a:pt x="397" y="13177"/>
                  </a:lnTo>
                  <a:lnTo>
                    <a:pt x="359" y="13228"/>
                  </a:lnTo>
                  <a:lnTo>
                    <a:pt x="333" y="13267"/>
                  </a:lnTo>
                  <a:lnTo>
                    <a:pt x="333" y="13318"/>
                  </a:lnTo>
                  <a:lnTo>
                    <a:pt x="333" y="13369"/>
                  </a:lnTo>
                  <a:lnTo>
                    <a:pt x="346" y="13420"/>
                  </a:lnTo>
                  <a:lnTo>
                    <a:pt x="372" y="13458"/>
                  </a:lnTo>
                  <a:lnTo>
                    <a:pt x="397" y="13471"/>
                  </a:lnTo>
                  <a:lnTo>
                    <a:pt x="423" y="13484"/>
                  </a:lnTo>
                  <a:lnTo>
                    <a:pt x="474" y="13497"/>
                  </a:lnTo>
                  <a:lnTo>
                    <a:pt x="602" y="13497"/>
                  </a:lnTo>
                  <a:lnTo>
                    <a:pt x="589" y="13573"/>
                  </a:lnTo>
                  <a:lnTo>
                    <a:pt x="589" y="13612"/>
                  </a:lnTo>
                  <a:lnTo>
                    <a:pt x="589" y="13663"/>
                  </a:lnTo>
                  <a:lnTo>
                    <a:pt x="793" y="13650"/>
                  </a:lnTo>
                  <a:lnTo>
                    <a:pt x="793" y="13561"/>
                  </a:lnTo>
                  <a:lnTo>
                    <a:pt x="793" y="13509"/>
                  </a:lnTo>
                  <a:lnTo>
                    <a:pt x="806" y="13471"/>
                  </a:lnTo>
                  <a:lnTo>
                    <a:pt x="832" y="13433"/>
                  </a:lnTo>
                  <a:lnTo>
                    <a:pt x="857" y="13394"/>
                  </a:lnTo>
                  <a:lnTo>
                    <a:pt x="908" y="13369"/>
                  </a:lnTo>
                  <a:lnTo>
                    <a:pt x="972" y="13356"/>
                  </a:lnTo>
                  <a:lnTo>
                    <a:pt x="1151" y="13318"/>
                  </a:lnTo>
                  <a:lnTo>
                    <a:pt x="1317" y="13267"/>
                  </a:lnTo>
                  <a:lnTo>
                    <a:pt x="1381" y="13254"/>
                  </a:lnTo>
                  <a:lnTo>
                    <a:pt x="1432" y="13241"/>
                  </a:lnTo>
                  <a:lnTo>
                    <a:pt x="1483" y="13254"/>
                  </a:lnTo>
                  <a:lnTo>
                    <a:pt x="1496" y="13267"/>
                  </a:lnTo>
                  <a:lnTo>
                    <a:pt x="1509" y="13279"/>
                  </a:lnTo>
                  <a:lnTo>
                    <a:pt x="1509" y="13318"/>
                  </a:lnTo>
                  <a:lnTo>
                    <a:pt x="1496" y="13356"/>
                  </a:lnTo>
                  <a:lnTo>
                    <a:pt x="1471" y="13394"/>
                  </a:lnTo>
                  <a:lnTo>
                    <a:pt x="1432" y="13420"/>
                  </a:lnTo>
                  <a:lnTo>
                    <a:pt x="1407" y="13433"/>
                  </a:lnTo>
                  <a:lnTo>
                    <a:pt x="1368" y="13446"/>
                  </a:lnTo>
                  <a:lnTo>
                    <a:pt x="1305" y="13458"/>
                  </a:lnTo>
                  <a:lnTo>
                    <a:pt x="1241" y="13446"/>
                  </a:lnTo>
                  <a:lnTo>
                    <a:pt x="1164" y="13458"/>
                  </a:lnTo>
                  <a:lnTo>
                    <a:pt x="1062" y="13509"/>
                  </a:lnTo>
                  <a:lnTo>
                    <a:pt x="1011" y="13535"/>
                  </a:lnTo>
                  <a:lnTo>
                    <a:pt x="972" y="13573"/>
                  </a:lnTo>
                  <a:lnTo>
                    <a:pt x="947" y="13599"/>
                  </a:lnTo>
                  <a:lnTo>
                    <a:pt x="947" y="13624"/>
                  </a:lnTo>
                  <a:lnTo>
                    <a:pt x="947" y="13676"/>
                  </a:lnTo>
                  <a:lnTo>
                    <a:pt x="934" y="13727"/>
                  </a:lnTo>
                  <a:lnTo>
                    <a:pt x="921" y="13752"/>
                  </a:lnTo>
                  <a:lnTo>
                    <a:pt x="896" y="13778"/>
                  </a:lnTo>
                  <a:lnTo>
                    <a:pt x="844" y="13816"/>
                  </a:lnTo>
                  <a:lnTo>
                    <a:pt x="781" y="13842"/>
                  </a:lnTo>
                  <a:lnTo>
                    <a:pt x="653" y="13893"/>
                  </a:lnTo>
                  <a:lnTo>
                    <a:pt x="563" y="13918"/>
                  </a:lnTo>
                  <a:lnTo>
                    <a:pt x="525" y="13931"/>
                  </a:lnTo>
                  <a:lnTo>
                    <a:pt x="499" y="13957"/>
                  </a:lnTo>
                  <a:lnTo>
                    <a:pt x="499" y="13995"/>
                  </a:lnTo>
                  <a:lnTo>
                    <a:pt x="512" y="14008"/>
                  </a:lnTo>
                  <a:lnTo>
                    <a:pt x="550" y="14033"/>
                  </a:lnTo>
                  <a:lnTo>
                    <a:pt x="576" y="14046"/>
                  </a:lnTo>
                  <a:lnTo>
                    <a:pt x="678" y="14046"/>
                  </a:lnTo>
                  <a:lnTo>
                    <a:pt x="678" y="14059"/>
                  </a:lnTo>
                  <a:lnTo>
                    <a:pt x="678" y="14097"/>
                  </a:lnTo>
                  <a:lnTo>
                    <a:pt x="640" y="14123"/>
                  </a:lnTo>
                  <a:lnTo>
                    <a:pt x="602" y="14136"/>
                  </a:lnTo>
                  <a:lnTo>
                    <a:pt x="499" y="14161"/>
                  </a:lnTo>
                  <a:lnTo>
                    <a:pt x="410" y="14200"/>
                  </a:lnTo>
                  <a:lnTo>
                    <a:pt x="372" y="14225"/>
                  </a:lnTo>
                  <a:lnTo>
                    <a:pt x="346" y="14251"/>
                  </a:lnTo>
                  <a:lnTo>
                    <a:pt x="295" y="14302"/>
                  </a:lnTo>
                  <a:lnTo>
                    <a:pt x="269" y="14327"/>
                  </a:lnTo>
                  <a:lnTo>
                    <a:pt x="231" y="14327"/>
                  </a:lnTo>
                  <a:lnTo>
                    <a:pt x="218" y="14289"/>
                  </a:lnTo>
                  <a:lnTo>
                    <a:pt x="218" y="14251"/>
                  </a:lnTo>
                  <a:lnTo>
                    <a:pt x="231" y="14200"/>
                  </a:lnTo>
                  <a:lnTo>
                    <a:pt x="231" y="14161"/>
                  </a:lnTo>
                  <a:lnTo>
                    <a:pt x="129" y="14161"/>
                  </a:lnTo>
                  <a:lnTo>
                    <a:pt x="90" y="14174"/>
                  </a:lnTo>
                  <a:lnTo>
                    <a:pt x="52" y="14200"/>
                  </a:lnTo>
                  <a:lnTo>
                    <a:pt x="26" y="14238"/>
                  </a:lnTo>
                  <a:lnTo>
                    <a:pt x="14" y="14276"/>
                  </a:lnTo>
                  <a:lnTo>
                    <a:pt x="1" y="14366"/>
                  </a:lnTo>
                  <a:lnTo>
                    <a:pt x="1" y="14442"/>
                  </a:lnTo>
                  <a:lnTo>
                    <a:pt x="1" y="14519"/>
                  </a:lnTo>
                  <a:lnTo>
                    <a:pt x="1" y="14583"/>
                  </a:lnTo>
                  <a:lnTo>
                    <a:pt x="14" y="14660"/>
                  </a:lnTo>
                  <a:lnTo>
                    <a:pt x="116" y="14647"/>
                  </a:lnTo>
                  <a:lnTo>
                    <a:pt x="154" y="14634"/>
                  </a:lnTo>
                  <a:lnTo>
                    <a:pt x="180" y="14596"/>
                  </a:lnTo>
                  <a:lnTo>
                    <a:pt x="205" y="14557"/>
                  </a:lnTo>
                  <a:lnTo>
                    <a:pt x="218" y="14545"/>
                  </a:lnTo>
                  <a:lnTo>
                    <a:pt x="257" y="14557"/>
                  </a:lnTo>
                  <a:lnTo>
                    <a:pt x="333" y="14596"/>
                  </a:lnTo>
                  <a:lnTo>
                    <a:pt x="372" y="14596"/>
                  </a:lnTo>
                  <a:lnTo>
                    <a:pt x="384" y="14583"/>
                  </a:lnTo>
                  <a:lnTo>
                    <a:pt x="410" y="14557"/>
                  </a:lnTo>
                  <a:lnTo>
                    <a:pt x="423" y="14545"/>
                  </a:lnTo>
                  <a:lnTo>
                    <a:pt x="423" y="14506"/>
                  </a:lnTo>
                  <a:lnTo>
                    <a:pt x="423" y="14481"/>
                  </a:lnTo>
                  <a:lnTo>
                    <a:pt x="423" y="14455"/>
                  </a:lnTo>
                  <a:lnTo>
                    <a:pt x="448" y="14442"/>
                  </a:lnTo>
                  <a:lnTo>
                    <a:pt x="474" y="14417"/>
                  </a:lnTo>
                  <a:lnTo>
                    <a:pt x="499" y="14417"/>
                  </a:lnTo>
                  <a:lnTo>
                    <a:pt x="525" y="14430"/>
                  </a:lnTo>
                  <a:lnTo>
                    <a:pt x="538" y="14468"/>
                  </a:lnTo>
                  <a:lnTo>
                    <a:pt x="550" y="14506"/>
                  </a:lnTo>
                  <a:lnTo>
                    <a:pt x="563" y="14519"/>
                  </a:lnTo>
                  <a:lnTo>
                    <a:pt x="576" y="14532"/>
                  </a:lnTo>
                  <a:lnTo>
                    <a:pt x="602" y="14519"/>
                  </a:lnTo>
                  <a:lnTo>
                    <a:pt x="627" y="14506"/>
                  </a:lnTo>
                  <a:lnTo>
                    <a:pt x="640" y="14481"/>
                  </a:lnTo>
                  <a:lnTo>
                    <a:pt x="653" y="14455"/>
                  </a:lnTo>
                  <a:lnTo>
                    <a:pt x="653" y="14430"/>
                  </a:lnTo>
                  <a:lnTo>
                    <a:pt x="678" y="14404"/>
                  </a:lnTo>
                  <a:lnTo>
                    <a:pt x="755" y="14366"/>
                  </a:lnTo>
                  <a:lnTo>
                    <a:pt x="832" y="14340"/>
                  </a:lnTo>
                  <a:lnTo>
                    <a:pt x="870" y="14366"/>
                  </a:lnTo>
                  <a:lnTo>
                    <a:pt x="896" y="14391"/>
                  </a:lnTo>
                  <a:lnTo>
                    <a:pt x="896" y="14404"/>
                  </a:lnTo>
                  <a:lnTo>
                    <a:pt x="870" y="14404"/>
                  </a:lnTo>
                  <a:lnTo>
                    <a:pt x="832" y="14430"/>
                  </a:lnTo>
                  <a:lnTo>
                    <a:pt x="781" y="14468"/>
                  </a:lnTo>
                  <a:lnTo>
                    <a:pt x="742" y="14519"/>
                  </a:lnTo>
                  <a:lnTo>
                    <a:pt x="665" y="14596"/>
                  </a:lnTo>
                  <a:lnTo>
                    <a:pt x="627" y="14634"/>
                  </a:lnTo>
                  <a:lnTo>
                    <a:pt x="627" y="14660"/>
                  </a:lnTo>
                  <a:lnTo>
                    <a:pt x="627" y="14685"/>
                  </a:lnTo>
                  <a:lnTo>
                    <a:pt x="640" y="14724"/>
                  </a:lnTo>
                  <a:lnTo>
                    <a:pt x="653" y="14736"/>
                  </a:lnTo>
                  <a:lnTo>
                    <a:pt x="640" y="14749"/>
                  </a:lnTo>
                  <a:lnTo>
                    <a:pt x="614" y="14788"/>
                  </a:lnTo>
                  <a:lnTo>
                    <a:pt x="576" y="14813"/>
                  </a:lnTo>
                  <a:lnTo>
                    <a:pt x="563" y="14864"/>
                  </a:lnTo>
                  <a:lnTo>
                    <a:pt x="563" y="14915"/>
                  </a:lnTo>
                  <a:lnTo>
                    <a:pt x="563" y="14966"/>
                  </a:lnTo>
                  <a:lnTo>
                    <a:pt x="563" y="15005"/>
                  </a:lnTo>
                  <a:lnTo>
                    <a:pt x="538" y="15107"/>
                  </a:lnTo>
                  <a:lnTo>
                    <a:pt x="512" y="15158"/>
                  </a:lnTo>
                  <a:lnTo>
                    <a:pt x="499" y="15171"/>
                  </a:lnTo>
                  <a:lnTo>
                    <a:pt x="474" y="15184"/>
                  </a:lnTo>
                  <a:lnTo>
                    <a:pt x="410" y="15184"/>
                  </a:lnTo>
                  <a:lnTo>
                    <a:pt x="346" y="15158"/>
                  </a:lnTo>
                  <a:lnTo>
                    <a:pt x="269" y="15069"/>
                  </a:lnTo>
                  <a:lnTo>
                    <a:pt x="218" y="15030"/>
                  </a:lnTo>
                  <a:lnTo>
                    <a:pt x="193" y="15018"/>
                  </a:lnTo>
                  <a:lnTo>
                    <a:pt x="167" y="15005"/>
                  </a:lnTo>
                  <a:lnTo>
                    <a:pt x="129" y="15018"/>
                  </a:lnTo>
                  <a:lnTo>
                    <a:pt x="90" y="15030"/>
                  </a:lnTo>
                  <a:lnTo>
                    <a:pt x="65" y="15043"/>
                  </a:lnTo>
                  <a:lnTo>
                    <a:pt x="52" y="15069"/>
                  </a:lnTo>
                  <a:lnTo>
                    <a:pt x="39" y="15107"/>
                  </a:lnTo>
                  <a:lnTo>
                    <a:pt x="39" y="15133"/>
                  </a:lnTo>
                  <a:lnTo>
                    <a:pt x="65" y="15197"/>
                  </a:lnTo>
                  <a:lnTo>
                    <a:pt x="65" y="15286"/>
                  </a:lnTo>
                  <a:lnTo>
                    <a:pt x="65" y="15388"/>
                  </a:lnTo>
                  <a:lnTo>
                    <a:pt x="90" y="15529"/>
                  </a:lnTo>
                  <a:lnTo>
                    <a:pt x="103" y="15567"/>
                  </a:lnTo>
                  <a:lnTo>
                    <a:pt x="129" y="15580"/>
                  </a:lnTo>
                  <a:lnTo>
                    <a:pt x="180" y="15618"/>
                  </a:lnTo>
                  <a:lnTo>
                    <a:pt x="333" y="15682"/>
                  </a:lnTo>
                  <a:lnTo>
                    <a:pt x="435" y="15746"/>
                  </a:lnTo>
                  <a:lnTo>
                    <a:pt x="538" y="15823"/>
                  </a:lnTo>
                  <a:lnTo>
                    <a:pt x="614" y="15861"/>
                  </a:lnTo>
                  <a:lnTo>
                    <a:pt x="691" y="15874"/>
                  </a:lnTo>
                  <a:lnTo>
                    <a:pt x="781" y="15899"/>
                  </a:lnTo>
                  <a:lnTo>
                    <a:pt x="870" y="15938"/>
                  </a:lnTo>
                  <a:lnTo>
                    <a:pt x="908" y="15951"/>
                  </a:lnTo>
                  <a:lnTo>
                    <a:pt x="921" y="15963"/>
                  </a:lnTo>
                  <a:lnTo>
                    <a:pt x="908" y="15976"/>
                  </a:lnTo>
                  <a:lnTo>
                    <a:pt x="896" y="15989"/>
                  </a:lnTo>
                  <a:lnTo>
                    <a:pt x="793" y="16027"/>
                  </a:lnTo>
                  <a:lnTo>
                    <a:pt x="755" y="16040"/>
                  </a:lnTo>
                  <a:lnTo>
                    <a:pt x="729" y="16078"/>
                  </a:lnTo>
                  <a:lnTo>
                    <a:pt x="717" y="16117"/>
                  </a:lnTo>
                  <a:lnTo>
                    <a:pt x="742" y="16168"/>
                  </a:lnTo>
                  <a:lnTo>
                    <a:pt x="768" y="16193"/>
                  </a:lnTo>
                  <a:lnTo>
                    <a:pt x="806" y="16206"/>
                  </a:lnTo>
                  <a:lnTo>
                    <a:pt x="908" y="16206"/>
                  </a:lnTo>
                  <a:lnTo>
                    <a:pt x="998" y="16181"/>
                  </a:lnTo>
                  <a:lnTo>
                    <a:pt x="1074" y="16168"/>
                  </a:lnTo>
                  <a:lnTo>
                    <a:pt x="1100" y="16181"/>
                  </a:lnTo>
                  <a:lnTo>
                    <a:pt x="1113" y="16193"/>
                  </a:lnTo>
                  <a:lnTo>
                    <a:pt x="1241" y="16219"/>
                  </a:lnTo>
                  <a:lnTo>
                    <a:pt x="1394" y="16245"/>
                  </a:lnTo>
                  <a:lnTo>
                    <a:pt x="1471" y="16245"/>
                  </a:lnTo>
                  <a:lnTo>
                    <a:pt x="1496" y="16270"/>
                  </a:lnTo>
                  <a:lnTo>
                    <a:pt x="1509" y="16296"/>
                  </a:lnTo>
                  <a:lnTo>
                    <a:pt x="1522" y="16321"/>
                  </a:lnTo>
                  <a:lnTo>
                    <a:pt x="1547" y="16334"/>
                  </a:lnTo>
                  <a:lnTo>
                    <a:pt x="1586" y="16347"/>
                  </a:lnTo>
                  <a:lnTo>
                    <a:pt x="1624" y="16334"/>
                  </a:lnTo>
                  <a:lnTo>
                    <a:pt x="1714" y="16321"/>
                  </a:lnTo>
                  <a:lnTo>
                    <a:pt x="1777" y="16296"/>
                  </a:lnTo>
                  <a:lnTo>
                    <a:pt x="1816" y="16283"/>
                  </a:lnTo>
                  <a:lnTo>
                    <a:pt x="1829" y="16270"/>
                  </a:lnTo>
                  <a:lnTo>
                    <a:pt x="1841" y="16245"/>
                  </a:lnTo>
                  <a:lnTo>
                    <a:pt x="1854" y="16219"/>
                  </a:lnTo>
                  <a:lnTo>
                    <a:pt x="1854" y="16206"/>
                  </a:lnTo>
                  <a:lnTo>
                    <a:pt x="1867" y="16181"/>
                  </a:lnTo>
                  <a:lnTo>
                    <a:pt x="1905" y="16155"/>
                  </a:lnTo>
                  <a:lnTo>
                    <a:pt x="2059" y="16155"/>
                  </a:lnTo>
                  <a:lnTo>
                    <a:pt x="2071" y="16181"/>
                  </a:lnTo>
                  <a:lnTo>
                    <a:pt x="2084" y="16193"/>
                  </a:lnTo>
                  <a:lnTo>
                    <a:pt x="2097" y="16206"/>
                  </a:lnTo>
                  <a:lnTo>
                    <a:pt x="2186" y="16206"/>
                  </a:lnTo>
                  <a:lnTo>
                    <a:pt x="2250" y="16193"/>
                  </a:lnTo>
                  <a:lnTo>
                    <a:pt x="2314" y="16168"/>
                  </a:lnTo>
                  <a:lnTo>
                    <a:pt x="2378" y="16155"/>
                  </a:lnTo>
                  <a:lnTo>
                    <a:pt x="2416" y="16117"/>
                  </a:lnTo>
                  <a:lnTo>
                    <a:pt x="2442" y="16078"/>
                  </a:lnTo>
                  <a:lnTo>
                    <a:pt x="2493" y="16002"/>
                  </a:lnTo>
                  <a:lnTo>
                    <a:pt x="2583" y="15887"/>
                  </a:lnTo>
                  <a:lnTo>
                    <a:pt x="2685" y="15772"/>
                  </a:lnTo>
                  <a:lnTo>
                    <a:pt x="2736" y="15721"/>
                  </a:lnTo>
                  <a:lnTo>
                    <a:pt x="2774" y="15695"/>
                  </a:lnTo>
                  <a:lnTo>
                    <a:pt x="2902" y="15631"/>
                  </a:lnTo>
                  <a:lnTo>
                    <a:pt x="2979" y="15618"/>
                  </a:lnTo>
                  <a:lnTo>
                    <a:pt x="3017" y="15605"/>
                  </a:lnTo>
                  <a:lnTo>
                    <a:pt x="3043" y="15593"/>
                  </a:lnTo>
                  <a:lnTo>
                    <a:pt x="3055" y="15567"/>
                  </a:lnTo>
                  <a:lnTo>
                    <a:pt x="3055" y="15542"/>
                  </a:lnTo>
                  <a:lnTo>
                    <a:pt x="3055" y="15490"/>
                  </a:lnTo>
                  <a:lnTo>
                    <a:pt x="3209" y="15478"/>
                  </a:lnTo>
                  <a:lnTo>
                    <a:pt x="3273" y="15478"/>
                  </a:lnTo>
                  <a:lnTo>
                    <a:pt x="3311" y="15452"/>
                  </a:lnTo>
                  <a:lnTo>
                    <a:pt x="3375" y="15375"/>
                  </a:lnTo>
                  <a:lnTo>
                    <a:pt x="3413" y="15350"/>
                  </a:lnTo>
                  <a:lnTo>
                    <a:pt x="3439" y="15324"/>
                  </a:lnTo>
                  <a:lnTo>
                    <a:pt x="3477" y="15299"/>
                  </a:lnTo>
                  <a:lnTo>
                    <a:pt x="3503" y="15273"/>
                  </a:lnTo>
                  <a:lnTo>
                    <a:pt x="3516" y="15248"/>
                  </a:lnTo>
                  <a:lnTo>
                    <a:pt x="3516" y="15209"/>
                  </a:lnTo>
                  <a:lnTo>
                    <a:pt x="3503" y="15133"/>
                  </a:lnTo>
                  <a:lnTo>
                    <a:pt x="3605" y="15120"/>
                  </a:lnTo>
                  <a:lnTo>
                    <a:pt x="3605" y="15184"/>
                  </a:lnTo>
                  <a:lnTo>
                    <a:pt x="3605" y="15222"/>
                  </a:lnTo>
                  <a:lnTo>
                    <a:pt x="3618" y="15235"/>
                  </a:lnTo>
                  <a:lnTo>
                    <a:pt x="3643" y="15248"/>
                  </a:lnTo>
                  <a:lnTo>
                    <a:pt x="3746" y="15248"/>
                  </a:lnTo>
                  <a:lnTo>
                    <a:pt x="3976" y="15235"/>
                  </a:lnTo>
                  <a:lnTo>
                    <a:pt x="4116" y="15222"/>
                  </a:lnTo>
                  <a:lnTo>
                    <a:pt x="4193" y="15209"/>
                  </a:lnTo>
                  <a:lnTo>
                    <a:pt x="4219" y="15197"/>
                  </a:lnTo>
                  <a:lnTo>
                    <a:pt x="4244" y="15184"/>
                  </a:lnTo>
                  <a:lnTo>
                    <a:pt x="4257" y="15145"/>
                  </a:lnTo>
                  <a:lnTo>
                    <a:pt x="4257" y="15094"/>
                  </a:lnTo>
                  <a:lnTo>
                    <a:pt x="4244" y="15005"/>
                  </a:lnTo>
                  <a:lnTo>
                    <a:pt x="4231" y="14941"/>
                  </a:lnTo>
                  <a:lnTo>
                    <a:pt x="4244" y="14915"/>
                  </a:lnTo>
                  <a:lnTo>
                    <a:pt x="4257" y="14877"/>
                  </a:lnTo>
                  <a:lnTo>
                    <a:pt x="4282" y="14851"/>
                  </a:lnTo>
                  <a:lnTo>
                    <a:pt x="4308" y="14826"/>
                  </a:lnTo>
                  <a:lnTo>
                    <a:pt x="4334" y="14800"/>
                  </a:lnTo>
                  <a:lnTo>
                    <a:pt x="4334" y="14762"/>
                  </a:lnTo>
                  <a:lnTo>
                    <a:pt x="4295" y="14685"/>
                  </a:lnTo>
                  <a:lnTo>
                    <a:pt x="4257" y="14621"/>
                  </a:lnTo>
                  <a:lnTo>
                    <a:pt x="4231" y="14596"/>
                  </a:lnTo>
                  <a:lnTo>
                    <a:pt x="4231" y="14570"/>
                  </a:lnTo>
                  <a:lnTo>
                    <a:pt x="4244" y="14532"/>
                  </a:lnTo>
                  <a:lnTo>
                    <a:pt x="4270" y="14506"/>
                  </a:lnTo>
                  <a:lnTo>
                    <a:pt x="4295" y="14455"/>
                  </a:lnTo>
                  <a:lnTo>
                    <a:pt x="4334" y="14519"/>
                  </a:lnTo>
                  <a:lnTo>
                    <a:pt x="4359" y="14545"/>
                  </a:lnTo>
                  <a:lnTo>
                    <a:pt x="4397" y="14545"/>
                  </a:lnTo>
                  <a:lnTo>
                    <a:pt x="4449" y="14532"/>
                  </a:lnTo>
                  <a:lnTo>
                    <a:pt x="4461" y="14506"/>
                  </a:lnTo>
                  <a:lnTo>
                    <a:pt x="4474" y="14481"/>
                  </a:lnTo>
                  <a:lnTo>
                    <a:pt x="4474" y="14455"/>
                  </a:lnTo>
                  <a:lnTo>
                    <a:pt x="4474" y="14327"/>
                  </a:lnTo>
                  <a:lnTo>
                    <a:pt x="4487" y="14302"/>
                  </a:lnTo>
                  <a:lnTo>
                    <a:pt x="4500" y="14276"/>
                  </a:lnTo>
                  <a:lnTo>
                    <a:pt x="4538" y="14264"/>
                  </a:lnTo>
                  <a:lnTo>
                    <a:pt x="4576" y="14238"/>
                  </a:lnTo>
                  <a:lnTo>
                    <a:pt x="4589" y="14315"/>
                  </a:lnTo>
                  <a:lnTo>
                    <a:pt x="4602" y="14404"/>
                  </a:lnTo>
                  <a:lnTo>
                    <a:pt x="4602" y="14557"/>
                  </a:lnTo>
                  <a:lnTo>
                    <a:pt x="4602" y="14621"/>
                  </a:lnTo>
                  <a:lnTo>
                    <a:pt x="4627" y="14672"/>
                  </a:lnTo>
                  <a:lnTo>
                    <a:pt x="4653" y="14788"/>
                  </a:lnTo>
                  <a:lnTo>
                    <a:pt x="4666" y="14890"/>
                  </a:lnTo>
                  <a:lnTo>
                    <a:pt x="4679" y="14941"/>
                  </a:lnTo>
                  <a:lnTo>
                    <a:pt x="4691" y="14992"/>
                  </a:lnTo>
                  <a:lnTo>
                    <a:pt x="4870" y="14966"/>
                  </a:lnTo>
                  <a:lnTo>
                    <a:pt x="4960" y="14979"/>
                  </a:lnTo>
                  <a:lnTo>
                    <a:pt x="4998" y="14992"/>
                  </a:lnTo>
                  <a:lnTo>
                    <a:pt x="5024" y="15005"/>
                  </a:lnTo>
                  <a:lnTo>
                    <a:pt x="5049" y="15043"/>
                  </a:lnTo>
                  <a:lnTo>
                    <a:pt x="5062" y="15081"/>
                  </a:lnTo>
                  <a:lnTo>
                    <a:pt x="5100" y="15120"/>
                  </a:lnTo>
                  <a:lnTo>
                    <a:pt x="5113" y="15145"/>
                  </a:lnTo>
                  <a:lnTo>
                    <a:pt x="5126" y="15158"/>
                  </a:lnTo>
                  <a:lnTo>
                    <a:pt x="5407" y="15209"/>
                  </a:lnTo>
                  <a:lnTo>
                    <a:pt x="5407" y="15209"/>
                  </a:lnTo>
                  <a:lnTo>
                    <a:pt x="5394" y="14992"/>
                  </a:lnTo>
                  <a:lnTo>
                    <a:pt x="5394" y="14979"/>
                  </a:lnTo>
                  <a:lnTo>
                    <a:pt x="5650" y="14276"/>
                  </a:lnTo>
                  <a:lnTo>
                    <a:pt x="5663" y="14264"/>
                  </a:lnTo>
                  <a:lnTo>
                    <a:pt x="6072" y="13982"/>
                  </a:lnTo>
                  <a:lnTo>
                    <a:pt x="6327" y="13292"/>
                  </a:lnTo>
                  <a:lnTo>
                    <a:pt x="6200" y="13075"/>
                  </a:lnTo>
                  <a:lnTo>
                    <a:pt x="6200" y="13062"/>
                  </a:lnTo>
                  <a:lnTo>
                    <a:pt x="6123" y="12653"/>
                  </a:lnTo>
                  <a:lnTo>
                    <a:pt x="6148" y="12628"/>
                  </a:lnTo>
                  <a:lnTo>
                    <a:pt x="6493" y="12500"/>
                  </a:lnTo>
                  <a:lnTo>
                    <a:pt x="6430" y="12129"/>
                  </a:lnTo>
                  <a:lnTo>
                    <a:pt x="6148" y="11963"/>
                  </a:lnTo>
                  <a:lnTo>
                    <a:pt x="6136" y="11950"/>
                  </a:lnTo>
                  <a:lnTo>
                    <a:pt x="6046" y="11695"/>
                  </a:lnTo>
                  <a:lnTo>
                    <a:pt x="6059" y="11682"/>
                  </a:lnTo>
                  <a:lnTo>
                    <a:pt x="6212" y="11298"/>
                  </a:lnTo>
                  <a:lnTo>
                    <a:pt x="6136" y="11081"/>
                  </a:lnTo>
                  <a:lnTo>
                    <a:pt x="6136" y="11068"/>
                  </a:lnTo>
                  <a:lnTo>
                    <a:pt x="6110" y="10084"/>
                  </a:lnTo>
                  <a:lnTo>
                    <a:pt x="6123" y="10059"/>
                  </a:lnTo>
                  <a:lnTo>
                    <a:pt x="6915" y="9164"/>
                  </a:lnTo>
                  <a:lnTo>
                    <a:pt x="6954" y="9151"/>
                  </a:lnTo>
                  <a:lnTo>
                    <a:pt x="7580" y="9100"/>
                  </a:lnTo>
                  <a:lnTo>
                    <a:pt x="7784" y="8998"/>
                  </a:lnTo>
                  <a:lnTo>
                    <a:pt x="7593" y="8295"/>
                  </a:lnTo>
                  <a:lnTo>
                    <a:pt x="7593" y="8282"/>
                  </a:lnTo>
                  <a:lnTo>
                    <a:pt x="8014" y="7605"/>
                  </a:lnTo>
                  <a:lnTo>
                    <a:pt x="8181" y="6442"/>
                  </a:lnTo>
                  <a:lnTo>
                    <a:pt x="8206" y="6416"/>
                  </a:lnTo>
                  <a:lnTo>
                    <a:pt x="8768" y="6276"/>
                  </a:lnTo>
                  <a:lnTo>
                    <a:pt x="8768" y="5943"/>
                  </a:lnTo>
                  <a:lnTo>
                    <a:pt x="8781" y="5931"/>
                  </a:lnTo>
                  <a:lnTo>
                    <a:pt x="9446" y="5304"/>
                  </a:lnTo>
                  <a:lnTo>
                    <a:pt x="9356" y="4985"/>
                  </a:lnTo>
                  <a:lnTo>
                    <a:pt x="9356" y="4972"/>
                  </a:lnTo>
                  <a:lnTo>
                    <a:pt x="9535" y="4640"/>
                  </a:lnTo>
                  <a:lnTo>
                    <a:pt x="10136" y="4129"/>
                  </a:lnTo>
                  <a:lnTo>
                    <a:pt x="10187" y="4129"/>
                  </a:lnTo>
                  <a:lnTo>
                    <a:pt x="10455" y="4231"/>
                  </a:lnTo>
                  <a:lnTo>
                    <a:pt x="10737" y="3617"/>
                  </a:lnTo>
                  <a:lnTo>
                    <a:pt x="10788" y="3592"/>
                  </a:lnTo>
                  <a:lnTo>
                    <a:pt x="11951" y="3771"/>
                  </a:lnTo>
                  <a:lnTo>
                    <a:pt x="12168" y="3196"/>
                  </a:lnTo>
                  <a:lnTo>
                    <a:pt x="12079" y="3068"/>
                  </a:lnTo>
                  <a:lnTo>
                    <a:pt x="12002" y="2850"/>
                  </a:lnTo>
                  <a:lnTo>
                    <a:pt x="12040" y="2812"/>
                  </a:lnTo>
                  <a:lnTo>
                    <a:pt x="12373" y="2723"/>
                  </a:lnTo>
                  <a:lnTo>
                    <a:pt x="12552" y="2467"/>
                  </a:lnTo>
                  <a:lnTo>
                    <a:pt x="12615" y="2454"/>
                  </a:lnTo>
                  <a:lnTo>
                    <a:pt x="13625" y="3170"/>
                  </a:lnTo>
                  <a:lnTo>
                    <a:pt x="13893" y="3208"/>
                  </a:lnTo>
                  <a:lnTo>
                    <a:pt x="14315" y="3055"/>
                  </a:lnTo>
                  <a:lnTo>
                    <a:pt x="14354" y="3055"/>
                  </a:lnTo>
                  <a:lnTo>
                    <a:pt x="14750" y="3196"/>
                  </a:lnTo>
                  <a:lnTo>
                    <a:pt x="15082" y="3106"/>
                  </a:lnTo>
                  <a:lnTo>
                    <a:pt x="15146" y="2863"/>
                  </a:lnTo>
                  <a:lnTo>
                    <a:pt x="15159" y="2838"/>
                  </a:lnTo>
                  <a:lnTo>
                    <a:pt x="15465" y="2620"/>
                  </a:lnTo>
                  <a:lnTo>
                    <a:pt x="15338" y="1905"/>
                  </a:lnTo>
                  <a:lnTo>
                    <a:pt x="15338" y="1892"/>
                  </a:lnTo>
                  <a:lnTo>
                    <a:pt x="15440" y="1598"/>
                  </a:lnTo>
                  <a:lnTo>
                    <a:pt x="15465" y="1572"/>
                  </a:lnTo>
                  <a:lnTo>
                    <a:pt x="15708" y="1509"/>
                  </a:lnTo>
                  <a:lnTo>
                    <a:pt x="15874" y="1368"/>
                  </a:lnTo>
                  <a:lnTo>
                    <a:pt x="15926" y="1355"/>
                  </a:lnTo>
                  <a:lnTo>
                    <a:pt x="16168" y="1470"/>
                  </a:lnTo>
                  <a:lnTo>
                    <a:pt x="16526" y="1483"/>
                  </a:lnTo>
                  <a:lnTo>
                    <a:pt x="16552" y="1496"/>
                  </a:lnTo>
                  <a:lnTo>
                    <a:pt x="16846" y="1751"/>
                  </a:lnTo>
                  <a:lnTo>
                    <a:pt x="16859" y="1764"/>
                  </a:lnTo>
                  <a:lnTo>
                    <a:pt x="16884" y="2544"/>
                  </a:lnTo>
                  <a:lnTo>
                    <a:pt x="17613" y="2199"/>
                  </a:lnTo>
                  <a:lnTo>
                    <a:pt x="17625" y="1943"/>
                  </a:lnTo>
                  <a:lnTo>
                    <a:pt x="17638" y="1930"/>
                  </a:lnTo>
                  <a:lnTo>
                    <a:pt x="17971" y="1585"/>
                  </a:lnTo>
                  <a:lnTo>
                    <a:pt x="18034" y="1381"/>
                  </a:lnTo>
                  <a:lnTo>
                    <a:pt x="17945" y="1381"/>
                  </a:lnTo>
                  <a:lnTo>
                    <a:pt x="17907" y="1393"/>
                  </a:lnTo>
                  <a:lnTo>
                    <a:pt x="17894" y="1406"/>
                  </a:lnTo>
                  <a:lnTo>
                    <a:pt x="17868" y="1445"/>
                  </a:lnTo>
                  <a:lnTo>
                    <a:pt x="17843" y="1521"/>
                  </a:lnTo>
                  <a:lnTo>
                    <a:pt x="17817" y="1560"/>
                  </a:lnTo>
                  <a:lnTo>
                    <a:pt x="17779" y="1585"/>
                  </a:lnTo>
                  <a:lnTo>
                    <a:pt x="17766" y="1572"/>
                  </a:lnTo>
                  <a:lnTo>
                    <a:pt x="17766" y="1534"/>
                  </a:lnTo>
                  <a:lnTo>
                    <a:pt x="17753" y="1470"/>
                  </a:lnTo>
                  <a:lnTo>
                    <a:pt x="17740" y="1406"/>
                  </a:lnTo>
                  <a:lnTo>
                    <a:pt x="17728" y="1381"/>
                  </a:lnTo>
                  <a:lnTo>
                    <a:pt x="17702" y="1368"/>
                  </a:lnTo>
                  <a:lnTo>
                    <a:pt x="17664" y="1368"/>
                  </a:lnTo>
                  <a:lnTo>
                    <a:pt x="17638" y="1381"/>
                  </a:lnTo>
                  <a:lnTo>
                    <a:pt x="17613" y="1393"/>
                  </a:lnTo>
                  <a:lnTo>
                    <a:pt x="17600" y="1419"/>
                  </a:lnTo>
                  <a:lnTo>
                    <a:pt x="17587" y="1483"/>
                  </a:lnTo>
                  <a:lnTo>
                    <a:pt x="17587" y="1534"/>
                  </a:lnTo>
                  <a:lnTo>
                    <a:pt x="17587" y="1585"/>
                  </a:lnTo>
                  <a:lnTo>
                    <a:pt x="17574" y="1611"/>
                  </a:lnTo>
                  <a:lnTo>
                    <a:pt x="17536" y="1624"/>
                  </a:lnTo>
                  <a:lnTo>
                    <a:pt x="17472" y="1636"/>
                  </a:lnTo>
                  <a:lnTo>
                    <a:pt x="17280" y="1636"/>
                  </a:lnTo>
                  <a:lnTo>
                    <a:pt x="17255" y="1624"/>
                  </a:lnTo>
                  <a:lnTo>
                    <a:pt x="17216" y="1611"/>
                  </a:lnTo>
                  <a:lnTo>
                    <a:pt x="17204" y="1598"/>
                  </a:lnTo>
                  <a:lnTo>
                    <a:pt x="17191" y="1572"/>
                  </a:lnTo>
                  <a:lnTo>
                    <a:pt x="17191" y="1521"/>
                  </a:lnTo>
                  <a:lnTo>
                    <a:pt x="17204" y="1509"/>
                  </a:lnTo>
                  <a:lnTo>
                    <a:pt x="17229" y="1483"/>
                  </a:lnTo>
                  <a:lnTo>
                    <a:pt x="17280" y="1445"/>
                  </a:lnTo>
                  <a:lnTo>
                    <a:pt x="17306" y="1406"/>
                  </a:lnTo>
                  <a:lnTo>
                    <a:pt x="17306" y="1393"/>
                  </a:lnTo>
                  <a:lnTo>
                    <a:pt x="17293" y="1381"/>
                  </a:lnTo>
                  <a:lnTo>
                    <a:pt x="17255" y="1368"/>
                  </a:lnTo>
                  <a:lnTo>
                    <a:pt x="17204" y="1381"/>
                  </a:lnTo>
                  <a:lnTo>
                    <a:pt x="17089" y="1406"/>
                  </a:lnTo>
                  <a:lnTo>
                    <a:pt x="17038" y="1419"/>
                  </a:lnTo>
                  <a:lnTo>
                    <a:pt x="16999" y="1419"/>
                  </a:lnTo>
                  <a:lnTo>
                    <a:pt x="16986" y="1406"/>
                  </a:lnTo>
                  <a:lnTo>
                    <a:pt x="16986" y="1393"/>
                  </a:lnTo>
                  <a:lnTo>
                    <a:pt x="16999" y="1355"/>
                  </a:lnTo>
                  <a:lnTo>
                    <a:pt x="17025" y="1330"/>
                  </a:lnTo>
                  <a:lnTo>
                    <a:pt x="17038" y="1304"/>
                  </a:lnTo>
                  <a:lnTo>
                    <a:pt x="17025" y="1291"/>
                  </a:lnTo>
                  <a:lnTo>
                    <a:pt x="17012" y="1278"/>
                  </a:lnTo>
                  <a:lnTo>
                    <a:pt x="16986" y="1253"/>
                  </a:lnTo>
                  <a:lnTo>
                    <a:pt x="16897" y="1240"/>
                  </a:lnTo>
                  <a:lnTo>
                    <a:pt x="16731" y="1227"/>
                  </a:lnTo>
                  <a:lnTo>
                    <a:pt x="16680" y="1227"/>
                  </a:lnTo>
                  <a:lnTo>
                    <a:pt x="16654" y="1202"/>
                  </a:lnTo>
                  <a:lnTo>
                    <a:pt x="16654" y="1176"/>
                  </a:lnTo>
                  <a:lnTo>
                    <a:pt x="16654" y="1151"/>
                  </a:lnTo>
                  <a:lnTo>
                    <a:pt x="16667" y="1125"/>
                  </a:lnTo>
                  <a:lnTo>
                    <a:pt x="16680" y="1112"/>
                  </a:lnTo>
                  <a:lnTo>
                    <a:pt x="16718" y="1100"/>
                  </a:lnTo>
                  <a:lnTo>
                    <a:pt x="16756" y="1100"/>
                  </a:lnTo>
                  <a:lnTo>
                    <a:pt x="16846" y="1087"/>
                  </a:lnTo>
                  <a:lnTo>
                    <a:pt x="17025" y="1087"/>
                  </a:lnTo>
                  <a:lnTo>
                    <a:pt x="17268" y="1061"/>
                  </a:lnTo>
                  <a:lnTo>
                    <a:pt x="17357" y="1048"/>
                  </a:lnTo>
                  <a:lnTo>
                    <a:pt x="17395" y="1048"/>
                  </a:lnTo>
                  <a:lnTo>
                    <a:pt x="17434" y="1023"/>
                  </a:lnTo>
                  <a:lnTo>
                    <a:pt x="17510" y="959"/>
                  </a:lnTo>
                  <a:lnTo>
                    <a:pt x="17600" y="882"/>
                  </a:lnTo>
                  <a:lnTo>
                    <a:pt x="17689" y="818"/>
                  </a:lnTo>
                  <a:lnTo>
                    <a:pt x="17728" y="780"/>
                  </a:lnTo>
                  <a:lnTo>
                    <a:pt x="17740" y="742"/>
                  </a:lnTo>
                  <a:lnTo>
                    <a:pt x="17740" y="703"/>
                  </a:lnTo>
                  <a:lnTo>
                    <a:pt x="17728" y="678"/>
                  </a:lnTo>
                  <a:lnTo>
                    <a:pt x="17677" y="639"/>
                  </a:lnTo>
                  <a:lnTo>
                    <a:pt x="17638" y="601"/>
                  </a:lnTo>
                  <a:lnTo>
                    <a:pt x="17587" y="576"/>
                  </a:lnTo>
                  <a:lnTo>
                    <a:pt x="17549" y="576"/>
                  </a:lnTo>
                  <a:lnTo>
                    <a:pt x="17446" y="563"/>
                  </a:lnTo>
                  <a:lnTo>
                    <a:pt x="17280" y="563"/>
                  </a:lnTo>
                  <a:lnTo>
                    <a:pt x="17204" y="550"/>
                  </a:lnTo>
                  <a:lnTo>
                    <a:pt x="17127" y="537"/>
                  </a:lnTo>
                  <a:lnTo>
                    <a:pt x="17025" y="486"/>
                  </a:lnTo>
                  <a:lnTo>
                    <a:pt x="16910" y="448"/>
                  </a:lnTo>
                  <a:lnTo>
                    <a:pt x="16731" y="397"/>
                  </a:lnTo>
                  <a:lnTo>
                    <a:pt x="16667" y="384"/>
                  </a:lnTo>
                  <a:lnTo>
                    <a:pt x="16616" y="371"/>
                  </a:lnTo>
                  <a:lnTo>
                    <a:pt x="16565" y="371"/>
                  </a:lnTo>
                  <a:lnTo>
                    <a:pt x="16514" y="397"/>
                  </a:lnTo>
                  <a:lnTo>
                    <a:pt x="16475" y="435"/>
                  </a:lnTo>
                  <a:lnTo>
                    <a:pt x="16450" y="460"/>
                  </a:lnTo>
                  <a:lnTo>
                    <a:pt x="16411" y="537"/>
                  </a:lnTo>
                  <a:lnTo>
                    <a:pt x="16398" y="550"/>
                  </a:lnTo>
                  <a:lnTo>
                    <a:pt x="16398" y="576"/>
                  </a:lnTo>
                  <a:lnTo>
                    <a:pt x="16411" y="601"/>
                  </a:lnTo>
                  <a:lnTo>
                    <a:pt x="16424" y="614"/>
                  </a:lnTo>
                  <a:lnTo>
                    <a:pt x="16450" y="652"/>
                  </a:lnTo>
                  <a:lnTo>
                    <a:pt x="16462" y="665"/>
                  </a:lnTo>
                  <a:lnTo>
                    <a:pt x="16450" y="691"/>
                  </a:lnTo>
                  <a:lnTo>
                    <a:pt x="16424" y="742"/>
                  </a:lnTo>
                  <a:lnTo>
                    <a:pt x="16373" y="780"/>
                  </a:lnTo>
                  <a:lnTo>
                    <a:pt x="16335" y="806"/>
                  </a:lnTo>
                  <a:lnTo>
                    <a:pt x="16296" y="831"/>
                  </a:lnTo>
                  <a:lnTo>
                    <a:pt x="16271" y="869"/>
                  </a:lnTo>
                  <a:lnTo>
                    <a:pt x="16258" y="895"/>
                  </a:lnTo>
                  <a:lnTo>
                    <a:pt x="16258" y="908"/>
                  </a:lnTo>
                  <a:lnTo>
                    <a:pt x="16232" y="921"/>
                  </a:lnTo>
                  <a:lnTo>
                    <a:pt x="16207" y="921"/>
                  </a:lnTo>
                  <a:lnTo>
                    <a:pt x="16194" y="908"/>
                  </a:lnTo>
                  <a:lnTo>
                    <a:pt x="16181" y="882"/>
                  </a:lnTo>
                  <a:lnTo>
                    <a:pt x="16181" y="831"/>
                  </a:lnTo>
                  <a:lnTo>
                    <a:pt x="16168" y="806"/>
                  </a:lnTo>
                  <a:lnTo>
                    <a:pt x="16130" y="780"/>
                  </a:lnTo>
                  <a:lnTo>
                    <a:pt x="16092" y="767"/>
                  </a:lnTo>
                  <a:lnTo>
                    <a:pt x="16053" y="754"/>
                  </a:lnTo>
                  <a:lnTo>
                    <a:pt x="16041" y="729"/>
                  </a:lnTo>
                  <a:lnTo>
                    <a:pt x="16041" y="716"/>
                  </a:lnTo>
                  <a:lnTo>
                    <a:pt x="16053" y="691"/>
                  </a:lnTo>
                  <a:lnTo>
                    <a:pt x="16079" y="665"/>
                  </a:lnTo>
                  <a:lnTo>
                    <a:pt x="16092" y="627"/>
                  </a:lnTo>
                  <a:lnTo>
                    <a:pt x="16092" y="614"/>
                  </a:lnTo>
                  <a:lnTo>
                    <a:pt x="16092" y="601"/>
                  </a:lnTo>
                  <a:lnTo>
                    <a:pt x="16002" y="601"/>
                  </a:lnTo>
                  <a:lnTo>
                    <a:pt x="15964" y="627"/>
                  </a:lnTo>
                  <a:lnTo>
                    <a:pt x="15951" y="652"/>
                  </a:lnTo>
                  <a:lnTo>
                    <a:pt x="15926" y="678"/>
                  </a:lnTo>
                  <a:lnTo>
                    <a:pt x="15887" y="691"/>
                  </a:lnTo>
                  <a:lnTo>
                    <a:pt x="15849" y="703"/>
                  </a:lnTo>
                  <a:lnTo>
                    <a:pt x="15811" y="691"/>
                  </a:lnTo>
                  <a:lnTo>
                    <a:pt x="15785" y="678"/>
                  </a:lnTo>
                  <a:lnTo>
                    <a:pt x="15785" y="652"/>
                  </a:lnTo>
                  <a:lnTo>
                    <a:pt x="15785" y="627"/>
                  </a:lnTo>
                  <a:lnTo>
                    <a:pt x="15811" y="614"/>
                  </a:lnTo>
                  <a:lnTo>
                    <a:pt x="15874" y="576"/>
                  </a:lnTo>
                  <a:lnTo>
                    <a:pt x="15926" y="537"/>
                  </a:lnTo>
                  <a:lnTo>
                    <a:pt x="15938" y="512"/>
                  </a:lnTo>
                  <a:lnTo>
                    <a:pt x="15938" y="486"/>
                  </a:lnTo>
                  <a:lnTo>
                    <a:pt x="15887" y="460"/>
                  </a:lnTo>
                  <a:lnTo>
                    <a:pt x="15823" y="422"/>
                  </a:lnTo>
                  <a:lnTo>
                    <a:pt x="15811" y="397"/>
                  </a:lnTo>
                  <a:lnTo>
                    <a:pt x="15798" y="371"/>
                  </a:lnTo>
                  <a:lnTo>
                    <a:pt x="15811" y="358"/>
                  </a:lnTo>
                  <a:lnTo>
                    <a:pt x="15836" y="345"/>
                  </a:lnTo>
                  <a:lnTo>
                    <a:pt x="15862" y="345"/>
                  </a:lnTo>
                  <a:lnTo>
                    <a:pt x="15887" y="358"/>
                  </a:lnTo>
                  <a:lnTo>
                    <a:pt x="15900" y="371"/>
                  </a:lnTo>
                  <a:lnTo>
                    <a:pt x="15926" y="384"/>
                  </a:lnTo>
                  <a:lnTo>
                    <a:pt x="16002" y="397"/>
                  </a:lnTo>
                  <a:lnTo>
                    <a:pt x="16092" y="397"/>
                  </a:lnTo>
                  <a:lnTo>
                    <a:pt x="16194" y="371"/>
                  </a:lnTo>
                  <a:lnTo>
                    <a:pt x="16258" y="345"/>
                  </a:lnTo>
                  <a:lnTo>
                    <a:pt x="16283" y="345"/>
                  </a:lnTo>
                  <a:lnTo>
                    <a:pt x="16296" y="333"/>
                  </a:lnTo>
                  <a:lnTo>
                    <a:pt x="16283" y="320"/>
                  </a:lnTo>
                  <a:lnTo>
                    <a:pt x="16271" y="307"/>
                  </a:lnTo>
                  <a:lnTo>
                    <a:pt x="16207" y="256"/>
                  </a:lnTo>
                  <a:lnTo>
                    <a:pt x="16156" y="205"/>
                  </a:lnTo>
                  <a:lnTo>
                    <a:pt x="16117" y="167"/>
                  </a:lnTo>
                  <a:lnTo>
                    <a:pt x="16092" y="154"/>
                  </a:lnTo>
                  <a:lnTo>
                    <a:pt x="16053" y="141"/>
                  </a:lnTo>
                  <a:lnTo>
                    <a:pt x="16053" y="115"/>
                  </a:lnTo>
                  <a:lnTo>
                    <a:pt x="16053" y="103"/>
                  </a:lnTo>
                  <a:lnTo>
                    <a:pt x="16079" y="77"/>
                  </a:lnTo>
                  <a:lnTo>
                    <a:pt x="16079" y="64"/>
                  </a:lnTo>
                  <a:lnTo>
                    <a:pt x="16053" y="52"/>
                  </a:lnTo>
                  <a:lnTo>
                    <a:pt x="16028" y="39"/>
                  </a:lnTo>
                  <a:lnTo>
                    <a:pt x="15964" y="26"/>
                  </a:lnTo>
                  <a:lnTo>
                    <a:pt x="15823" y="26"/>
                  </a:lnTo>
                  <a:lnTo>
                    <a:pt x="1574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8"/>
            <p:cNvSpPr/>
            <p:nvPr/>
          </p:nvSpPr>
          <p:spPr>
            <a:xfrm>
              <a:off x="6380825" y="2498825"/>
              <a:ext cx="4175" cy="5450"/>
            </a:xfrm>
            <a:custGeom>
              <a:rect b="b" l="l" r="r" t="t"/>
              <a:pathLst>
                <a:path extrusionOk="0" h="218" w="167">
                  <a:moveTo>
                    <a:pt x="166" y="0"/>
                  </a:moveTo>
                  <a:lnTo>
                    <a:pt x="26" y="26"/>
                  </a:lnTo>
                  <a:lnTo>
                    <a:pt x="0" y="205"/>
                  </a:lnTo>
                  <a:lnTo>
                    <a:pt x="102" y="218"/>
                  </a:lnTo>
                  <a:lnTo>
                    <a:pt x="16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8"/>
            <p:cNvSpPr/>
            <p:nvPr/>
          </p:nvSpPr>
          <p:spPr>
            <a:xfrm>
              <a:off x="4042275" y="1707375"/>
              <a:ext cx="216350" cy="316350"/>
            </a:xfrm>
            <a:custGeom>
              <a:rect b="b" l="l" r="r" t="t"/>
              <a:pathLst>
                <a:path extrusionOk="0" h="12654" w="8654">
                  <a:moveTo>
                    <a:pt x="3656" y="1"/>
                  </a:moveTo>
                  <a:lnTo>
                    <a:pt x="3515" y="129"/>
                  </a:lnTo>
                  <a:lnTo>
                    <a:pt x="3502" y="141"/>
                  </a:lnTo>
                  <a:lnTo>
                    <a:pt x="3260" y="193"/>
                  </a:lnTo>
                  <a:lnTo>
                    <a:pt x="3170" y="474"/>
                  </a:lnTo>
                  <a:lnTo>
                    <a:pt x="3298" y="1189"/>
                  </a:lnTo>
                  <a:lnTo>
                    <a:pt x="3285" y="1215"/>
                  </a:lnTo>
                  <a:lnTo>
                    <a:pt x="2978" y="1445"/>
                  </a:lnTo>
                  <a:lnTo>
                    <a:pt x="2902" y="1701"/>
                  </a:lnTo>
                  <a:lnTo>
                    <a:pt x="2876" y="1713"/>
                  </a:lnTo>
                  <a:lnTo>
                    <a:pt x="2506" y="1828"/>
                  </a:lnTo>
                  <a:lnTo>
                    <a:pt x="2467" y="1828"/>
                  </a:lnTo>
                  <a:lnTo>
                    <a:pt x="2084" y="1688"/>
                  </a:lnTo>
                  <a:lnTo>
                    <a:pt x="1662" y="1828"/>
                  </a:lnTo>
                  <a:lnTo>
                    <a:pt x="1636" y="1841"/>
                  </a:lnTo>
                  <a:lnTo>
                    <a:pt x="1330" y="1803"/>
                  </a:lnTo>
                  <a:lnTo>
                    <a:pt x="1304" y="1790"/>
                  </a:lnTo>
                  <a:lnTo>
                    <a:pt x="346" y="1100"/>
                  </a:lnTo>
                  <a:lnTo>
                    <a:pt x="192" y="1330"/>
                  </a:lnTo>
                  <a:lnTo>
                    <a:pt x="167" y="1343"/>
                  </a:lnTo>
                  <a:lnTo>
                    <a:pt x="1" y="1394"/>
                  </a:lnTo>
                  <a:lnTo>
                    <a:pt x="435" y="1828"/>
                  </a:lnTo>
                  <a:lnTo>
                    <a:pt x="934" y="1995"/>
                  </a:lnTo>
                  <a:lnTo>
                    <a:pt x="1406" y="2467"/>
                  </a:lnTo>
                  <a:lnTo>
                    <a:pt x="1726" y="2404"/>
                  </a:lnTo>
                  <a:lnTo>
                    <a:pt x="1879" y="3055"/>
                  </a:lnTo>
                  <a:lnTo>
                    <a:pt x="2045" y="3119"/>
                  </a:lnTo>
                  <a:lnTo>
                    <a:pt x="1994" y="3528"/>
                  </a:lnTo>
                  <a:lnTo>
                    <a:pt x="2276" y="3758"/>
                  </a:lnTo>
                  <a:lnTo>
                    <a:pt x="2314" y="4027"/>
                  </a:lnTo>
                  <a:lnTo>
                    <a:pt x="2263" y="4321"/>
                  </a:lnTo>
                  <a:lnTo>
                    <a:pt x="2518" y="4832"/>
                  </a:lnTo>
                  <a:lnTo>
                    <a:pt x="2480" y="5087"/>
                  </a:lnTo>
                  <a:lnTo>
                    <a:pt x="2544" y="5113"/>
                  </a:lnTo>
                  <a:lnTo>
                    <a:pt x="2608" y="5139"/>
                  </a:lnTo>
                  <a:lnTo>
                    <a:pt x="2723" y="5190"/>
                  </a:lnTo>
                  <a:lnTo>
                    <a:pt x="3030" y="5330"/>
                  </a:lnTo>
                  <a:lnTo>
                    <a:pt x="3196" y="5407"/>
                  </a:lnTo>
                  <a:lnTo>
                    <a:pt x="3272" y="5458"/>
                  </a:lnTo>
                  <a:lnTo>
                    <a:pt x="3298" y="5484"/>
                  </a:lnTo>
                  <a:lnTo>
                    <a:pt x="3311" y="5522"/>
                  </a:lnTo>
                  <a:lnTo>
                    <a:pt x="3324" y="5586"/>
                  </a:lnTo>
                  <a:lnTo>
                    <a:pt x="3336" y="5650"/>
                  </a:lnTo>
                  <a:lnTo>
                    <a:pt x="3349" y="5714"/>
                  </a:lnTo>
                  <a:lnTo>
                    <a:pt x="3362" y="5778"/>
                  </a:lnTo>
                  <a:lnTo>
                    <a:pt x="3400" y="5842"/>
                  </a:lnTo>
                  <a:lnTo>
                    <a:pt x="3439" y="5893"/>
                  </a:lnTo>
                  <a:lnTo>
                    <a:pt x="3541" y="5982"/>
                  </a:lnTo>
                  <a:lnTo>
                    <a:pt x="3579" y="6008"/>
                  </a:lnTo>
                  <a:lnTo>
                    <a:pt x="3605" y="6020"/>
                  </a:lnTo>
                  <a:lnTo>
                    <a:pt x="3617" y="6033"/>
                  </a:lnTo>
                  <a:lnTo>
                    <a:pt x="3592" y="6072"/>
                  </a:lnTo>
                  <a:lnTo>
                    <a:pt x="3554" y="6110"/>
                  </a:lnTo>
                  <a:lnTo>
                    <a:pt x="3515" y="6148"/>
                  </a:lnTo>
                  <a:lnTo>
                    <a:pt x="3464" y="6199"/>
                  </a:lnTo>
                  <a:lnTo>
                    <a:pt x="3426" y="6225"/>
                  </a:lnTo>
                  <a:lnTo>
                    <a:pt x="3387" y="6238"/>
                  </a:lnTo>
                  <a:lnTo>
                    <a:pt x="3349" y="6238"/>
                  </a:lnTo>
                  <a:lnTo>
                    <a:pt x="3311" y="6225"/>
                  </a:lnTo>
                  <a:lnTo>
                    <a:pt x="3247" y="6225"/>
                  </a:lnTo>
                  <a:lnTo>
                    <a:pt x="3234" y="6238"/>
                  </a:lnTo>
                  <a:lnTo>
                    <a:pt x="3221" y="6263"/>
                  </a:lnTo>
                  <a:lnTo>
                    <a:pt x="3208" y="6289"/>
                  </a:lnTo>
                  <a:lnTo>
                    <a:pt x="3196" y="6314"/>
                  </a:lnTo>
                  <a:lnTo>
                    <a:pt x="3170" y="6327"/>
                  </a:lnTo>
                  <a:lnTo>
                    <a:pt x="3145" y="6340"/>
                  </a:lnTo>
                  <a:lnTo>
                    <a:pt x="3030" y="6340"/>
                  </a:lnTo>
                  <a:lnTo>
                    <a:pt x="2978" y="6353"/>
                  </a:lnTo>
                  <a:lnTo>
                    <a:pt x="2940" y="6378"/>
                  </a:lnTo>
                  <a:lnTo>
                    <a:pt x="2927" y="6417"/>
                  </a:lnTo>
                  <a:lnTo>
                    <a:pt x="2940" y="6481"/>
                  </a:lnTo>
                  <a:lnTo>
                    <a:pt x="2940" y="6583"/>
                  </a:lnTo>
                  <a:lnTo>
                    <a:pt x="2915" y="6685"/>
                  </a:lnTo>
                  <a:lnTo>
                    <a:pt x="2876" y="6775"/>
                  </a:lnTo>
                  <a:lnTo>
                    <a:pt x="2851" y="6826"/>
                  </a:lnTo>
                  <a:lnTo>
                    <a:pt x="2812" y="6864"/>
                  </a:lnTo>
                  <a:lnTo>
                    <a:pt x="2633" y="7030"/>
                  </a:lnTo>
                  <a:lnTo>
                    <a:pt x="2544" y="7107"/>
                  </a:lnTo>
                  <a:lnTo>
                    <a:pt x="2493" y="7196"/>
                  </a:lnTo>
                  <a:lnTo>
                    <a:pt x="2467" y="7222"/>
                  </a:lnTo>
                  <a:lnTo>
                    <a:pt x="2442" y="7235"/>
                  </a:lnTo>
                  <a:lnTo>
                    <a:pt x="2378" y="7260"/>
                  </a:lnTo>
                  <a:lnTo>
                    <a:pt x="2314" y="7286"/>
                  </a:lnTo>
                  <a:lnTo>
                    <a:pt x="2288" y="7299"/>
                  </a:lnTo>
                  <a:lnTo>
                    <a:pt x="2263" y="7311"/>
                  </a:lnTo>
                  <a:lnTo>
                    <a:pt x="2250" y="7337"/>
                  </a:lnTo>
                  <a:lnTo>
                    <a:pt x="2250" y="7350"/>
                  </a:lnTo>
                  <a:lnTo>
                    <a:pt x="2250" y="7401"/>
                  </a:lnTo>
                  <a:lnTo>
                    <a:pt x="2212" y="7452"/>
                  </a:lnTo>
                  <a:lnTo>
                    <a:pt x="2173" y="7503"/>
                  </a:lnTo>
                  <a:lnTo>
                    <a:pt x="2122" y="7580"/>
                  </a:lnTo>
                  <a:lnTo>
                    <a:pt x="2084" y="7618"/>
                  </a:lnTo>
                  <a:lnTo>
                    <a:pt x="2033" y="7644"/>
                  </a:lnTo>
                  <a:lnTo>
                    <a:pt x="1982" y="7656"/>
                  </a:lnTo>
                  <a:lnTo>
                    <a:pt x="1918" y="7656"/>
                  </a:lnTo>
                  <a:lnTo>
                    <a:pt x="1867" y="7669"/>
                  </a:lnTo>
                  <a:lnTo>
                    <a:pt x="1815" y="7695"/>
                  </a:lnTo>
                  <a:lnTo>
                    <a:pt x="1790" y="7708"/>
                  </a:lnTo>
                  <a:lnTo>
                    <a:pt x="1777" y="7733"/>
                  </a:lnTo>
                  <a:lnTo>
                    <a:pt x="1751" y="7771"/>
                  </a:lnTo>
                  <a:lnTo>
                    <a:pt x="1726" y="7835"/>
                  </a:lnTo>
                  <a:lnTo>
                    <a:pt x="1700" y="7899"/>
                  </a:lnTo>
                  <a:lnTo>
                    <a:pt x="1675" y="8040"/>
                  </a:lnTo>
                  <a:lnTo>
                    <a:pt x="1649" y="8065"/>
                  </a:lnTo>
                  <a:lnTo>
                    <a:pt x="1624" y="8104"/>
                  </a:lnTo>
                  <a:lnTo>
                    <a:pt x="1585" y="8129"/>
                  </a:lnTo>
                  <a:lnTo>
                    <a:pt x="1560" y="8168"/>
                  </a:lnTo>
                  <a:lnTo>
                    <a:pt x="1547" y="8206"/>
                  </a:lnTo>
                  <a:lnTo>
                    <a:pt x="1547" y="8257"/>
                  </a:lnTo>
                  <a:lnTo>
                    <a:pt x="1547" y="8410"/>
                  </a:lnTo>
                  <a:lnTo>
                    <a:pt x="1521" y="8487"/>
                  </a:lnTo>
                  <a:lnTo>
                    <a:pt x="1496" y="8551"/>
                  </a:lnTo>
                  <a:lnTo>
                    <a:pt x="1483" y="8564"/>
                  </a:lnTo>
                  <a:lnTo>
                    <a:pt x="1458" y="8577"/>
                  </a:lnTo>
                  <a:lnTo>
                    <a:pt x="1432" y="8589"/>
                  </a:lnTo>
                  <a:lnTo>
                    <a:pt x="1394" y="8589"/>
                  </a:lnTo>
                  <a:lnTo>
                    <a:pt x="1343" y="8564"/>
                  </a:lnTo>
                  <a:lnTo>
                    <a:pt x="1304" y="8538"/>
                  </a:lnTo>
                  <a:lnTo>
                    <a:pt x="1253" y="8487"/>
                  </a:lnTo>
                  <a:lnTo>
                    <a:pt x="1227" y="8462"/>
                  </a:lnTo>
                  <a:lnTo>
                    <a:pt x="1176" y="8449"/>
                  </a:lnTo>
                  <a:lnTo>
                    <a:pt x="1125" y="8462"/>
                  </a:lnTo>
                  <a:lnTo>
                    <a:pt x="1061" y="8474"/>
                  </a:lnTo>
                  <a:lnTo>
                    <a:pt x="985" y="8513"/>
                  </a:lnTo>
                  <a:lnTo>
                    <a:pt x="934" y="8551"/>
                  </a:lnTo>
                  <a:lnTo>
                    <a:pt x="895" y="8602"/>
                  </a:lnTo>
                  <a:lnTo>
                    <a:pt x="882" y="8653"/>
                  </a:lnTo>
                  <a:lnTo>
                    <a:pt x="895" y="8717"/>
                  </a:lnTo>
                  <a:lnTo>
                    <a:pt x="895" y="8781"/>
                  </a:lnTo>
                  <a:lnTo>
                    <a:pt x="908" y="8845"/>
                  </a:lnTo>
                  <a:lnTo>
                    <a:pt x="908" y="8909"/>
                  </a:lnTo>
                  <a:lnTo>
                    <a:pt x="882" y="8947"/>
                  </a:lnTo>
                  <a:lnTo>
                    <a:pt x="857" y="8986"/>
                  </a:lnTo>
                  <a:lnTo>
                    <a:pt x="806" y="9075"/>
                  </a:lnTo>
                  <a:lnTo>
                    <a:pt x="780" y="9126"/>
                  </a:lnTo>
                  <a:lnTo>
                    <a:pt x="767" y="9164"/>
                  </a:lnTo>
                  <a:lnTo>
                    <a:pt x="767" y="9216"/>
                  </a:lnTo>
                  <a:lnTo>
                    <a:pt x="793" y="9267"/>
                  </a:lnTo>
                  <a:lnTo>
                    <a:pt x="806" y="9280"/>
                  </a:lnTo>
                  <a:lnTo>
                    <a:pt x="831" y="9292"/>
                  </a:lnTo>
                  <a:lnTo>
                    <a:pt x="831" y="9318"/>
                  </a:lnTo>
                  <a:lnTo>
                    <a:pt x="831" y="9343"/>
                  </a:lnTo>
                  <a:lnTo>
                    <a:pt x="844" y="9458"/>
                  </a:lnTo>
                  <a:lnTo>
                    <a:pt x="844" y="9561"/>
                  </a:lnTo>
                  <a:lnTo>
                    <a:pt x="857" y="9599"/>
                  </a:lnTo>
                  <a:lnTo>
                    <a:pt x="882" y="9650"/>
                  </a:lnTo>
                  <a:lnTo>
                    <a:pt x="921" y="9688"/>
                  </a:lnTo>
                  <a:lnTo>
                    <a:pt x="934" y="9727"/>
                  </a:lnTo>
                  <a:lnTo>
                    <a:pt x="946" y="9765"/>
                  </a:lnTo>
                  <a:lnTo>
                    <a:pt x="921" y="9816"/>
                  </a:lnTo>
                  <a:lnTo>
                    <a:pt x="882" y="9867"/>
                  </a:lnTo>
                  <a:lnTo>
                    <a:pt x="870" y="9919"/>
                  </a:lnTo>
                  <a:lnTo>
                    <a:pt x="882" y="9970"/>
                  </a:lnTo>
                  <a:lnTo>
                    <a:pt x="895" y="10034"/>
                  </a:lnTo>
                  <a:lnTo>
                    <a:pt x="895" y="10085"/>
                  </a:lnTo>
                  <a:lnTo>
                    <a:pt x="908" y="10136"/>
                  </a:lnTo>
                  <a:lnTo>
                    <a:pt x="921" y="10161"/>
                  </a:lnTo>
                  <a:lnTo>
                    <a:pt x="946" y="10174"/>
                  </a:lnTo>
                  <a:lnTo>
                    <a:pt x="972" y="10187"/>
                  </a:lnTo>
                  <a:lnTo>
                    <a:pt x="997" y="10200"/>
                  </a:lnTo>
                  <a:lnTo>
                    <a:pt x="1023" y="10225"/>
                  </a:lnTo>
                  <a:lnTo>
                    <a:pt x="1036" y="10238"/>
                  </a:lnTo>
                  <a:lnTo>
                    <a:pt x="1049" y="10289"/>
                  </a:lnTo>
                  <a:lnTo>
                    <a:pt x="1049" y="10340"/>
                  </a:lnTo>
                  <a:lnTo>
                    <a:pt x="1074" y="10379"/>
                  </a:lnTo>
                  <a:lnTo>
                    <a:pt x="1112" y="10417"/>
                  </a:lnTo>
                  <a:lnTo>
                    <a:pt x="1125" y="10455"/>
                  </a:lnTo>
                  <a:lnTo>
                    <a:pt x="1125" y="10494"/>
                  </a:lnTo>
                  <a:lnTo>
                    <a:pt x="1112" y="10532"/>
                  </a:lnTo>
                  <a:lnTo>
                    <a:pt x="1087" y="10596"/>
                  </a:lnTo>
                  <a:lnTo>
                    <a:pt x="1087" y="10647"/>
                  </a:lnTo>
                  <a:lnTo>
                    <a:pt x="1087" y="10698"/>
                  </a:lnTo>
                  <a:lnTo>
                    <a:pt x="1100" y="10749"/>
                  </a:lnTo>
                  <a:lnTo>
                    <a:pt x="1125" y="10813"/>
                  </a:lnTo>
                  <a:lnTo>
                    <a:pt x="1138" y="10839"/>
                  </a:lnTo>
                  <a:lnTo>
                    <a:pt x="1138" y="10864"/>
                  </a:lnTo>
                  <a:lnTo>
                    <a:pt x="1125" y="10877"/>
                  </a:lnTo>
                  <a:lnTo>
                    <a:pt x="1100" y="10890"/>
                  </a:lnTo>
                  <a:lnTo>
                    <a:pt x="1061" y="10903"/>
                  </a:lnTo>
                  <a:lnTo>
                    <a:pt x="1010" y="10903"/>
                  </a:lnTo>
                  <a:lnTo>
                    <a:pt x="997" y="10928"/>
                  </a:lnTo>
                  <a:lnTo>
                    <a:pt x="997" y="10941"/>
                  </a:lnTo>
                  <a:lnTo>
                    <a:pt x="1010" y="10967"/>
                  </a:lnTo>
                  <a:lnTo>
                    <a:pt x="1036" y="10992"/>
                  </a:lnTo>
                  <a:lnTo>
                    <a:pt x="1087" y="11043"/>
                  </a:lnTo>
                  <a:lnTo>
                    <a:pt x="1151" y="11094"/>
                  </a:lnTo>
                  <a:lnTo>
                    <a:pt x="1202" y="11133"/>
                  </a:lnTo>
                  <a:lnTo>
                    <a:pt x="1215" y="11158"/>
                  </a:lnTo>
                  <a:lnTo>
                    <a:pt x="1215" y="11184"/>
                  </a:lnTo>
                  <a:lnTo>
                    <a:pt x="1215" y="11235"/>
                  </a:lnTo>
                  <a:lnTo>
                    <a:pt x="1215" y="11299"/>
                  </a:lnTo>
                  <a:lnTo>
                    <a:pt x="1240" y="11350"/>
                  </a:lnTo>
                  <a:lnTo>
                    <a:pt x="1266" y="11388"/>
                  </a:lnTo>
                  <a:lnTo>
                    <a:pt x="1291" y="11439"/>
                  </a:lnTo>
                  <a:lnTo>
                    <a:pt x="1291" y="11478"/>
                  </a:lnTo>
                  <a:lnTo>
                    <a:pt x="1291" y="11516"/>
                  </a:lnTo>
                  <a:lnTo>
                    <a:pt x="1279" y="11593"/>
                  </a:lnTo>
                  <a:lnTo>
                    <a:pt x="1279" y="11631"/>
                  </a:lnTo>
                  <a:lnTo>
                    <a:pt x="1279" y="11657"/>
                  </a:lnTo>
                  <a:lnTo>
                    <a:pt x="1304" y="11695"/>
                  </a:lnTo>
                  <a:lnTo>
                    <a:pt x="1343" y="11708"/>
                  </a:lnTo>
                  <a:lnTo>
                    <a:pt x="1381" y="11721"/>
                  </a:lnTo>
                  <a:lnTo>
                    <a:pt x="1419" y="11708"/>
                  </a:lnTo>
                  <a:lnTo>
                    <a:pt x="1496" y="11669"/>
                  </a:lnTo>
                  <a:lnTo>
                    <a:pt x="1547" y="11644"/>
                  </a:lnTo>
                  <a:lnTo>
                    <a:pt x="1585" y="11631"/>
                  </a:lnTo>
                  <a:lnTo>
                    <a:pt x="1611" y="11644"/>
                  </a:lnTo>
                  <a:lnTo>
                    <a:pt x="1624" y="11669"/>
                  </a:lnTo>
                  <a:lnTo>
                    <a:pt x="1636" y="11695"/>
                  </a:lnTo>
                  <a:lnTo>
                    <a:pt x="1636" y="11746"/>
                  </a:lnTo>
                  <a:lnTo>
                    <a:pt x="1636" y="11797"/>
                  </a:lnTo>
                  <a:lnTo>
                    <a:pt x="1636" y="11823"/>
                  </a:lnTo>
                  <a:lnTo>
                    <a:pt x="1662" y="11836"/>
                  </a:lnTo>
                  <a:lnTo>
                    <a:pt x="1700" y="11848"/>
                  </a:lnTo>
                  <a:lnTo>
                    <a:pt x="1751" y="11861"/>
                  </a:lnTo>
                  <a:lnTo>
                    <a:pt x="1854" y="11861"/>
                  </a:lnTo>
                  <a:lnTo>
                    <a:pt x="1930" y="11900"/>
                  </a:lnTo>
                  <a:lnTo>
                    <a:pt x="1982" y="11912"/>
                  </a:lnTo>
                  <a:lnTo>
                    <a:pt x="2020" y="11925"/>
                  </a:lnTo>
                  <a:lnTo>
                    <a:pt x="2058" y="11925"/>
                  </a:lnTo>
                  <a:lnTo>
                    <a:pt x="2084" y="11912"/>
                  </a:lnTo>
                  <a:lnTo>
                    <a:pt x="2135" y="11887"/>
                  </a:lnTo>
                  <a:lnTo>
                    <a:pt x="2199" y="11848"/>
                  </a:lnTo>
                  <a:lnTo>
                    <a:pt x="2263" y="11848"/>
                  </a:lnTo>
                  <a:lnTo>
                    <a:pt x="2301" y="11861"/>
                  </a:lnTo>
                  <a:lnTo>
                    <a:pt x="2301" y="11874"/>
                  </a:lnTo>
                  <a:lnTo>
                    <a:pt x="2301" y="11887"/>
                  </a:lnTo>
                  <a:lnTo>
                    <a:pt x="2276" y="11912"/>
                  </a:lnTo>
                  <a:lnTo>
                    <a:pt x="2224" y="11938"/>
                  </a:lnTo>
                  <a:lnTo>
                    <a:pt x="2199" y="11951"/>
                  </a:lnTo>
                  <a:lnTo>
                    <a:pt x="2186" y="11976"/>
                  </a:lnTo>
                  <a:lnTo>
                    <a:pt x="2212" y="11989"/>
                  </a:lnTo>
                  <a:lnTo>
                    <a:pt x="2237" y="12015"/>
                  </a:lnTo>
                  <a:lnTo>
                    <a:pt x="2276" y="12027"/>
                  </a:lnTo>
                  <a:lnTo>
                    <a:pt x="2301" y="12040"/>
                  </a:lnTo>
                  <a:lnTo>
                    <a:pt x="2314" y="12078"/>
                  </a:lnTo>
                  <a:lnTo>
                    <a:pt x="2314" y="12117"/>
                  </a:lnTo>
                  <a:lnTo>
                    <a:pt x="2301" y="12142"/>
                  </a:lnTo>
                  <a:lnTo>
                    <a:pt x="2276" y="12181"/>
                  </a:lnTo>
                  <a:lnTo>
                    <a:pt x="2199" y="12219"/>
                  </a:lnTo>
                  <a:lnTo>
                    <a:pt x="2173" y="12257"/>
                  </a:lnTo>
                  <a:lnTo>
                    <a:pt x="2160" y="12283"/>
                  </a:lnTo>
                  <a:lnTo>
                    <a:pt x="2160" y="12309"/>
                  </a:lnTo>
                  <a:lnTo>
                    <a:pt x="2173" y="12321"/>
                  </a:lnTo>
                  <a:lnTo>
                    <a:pt x="2212" y="12360"/>
                  </a:lnTo>
                  <a:lnTo>
                    <a:pt x="2314" y="12398"/>
                  </a:lnTo>
                  <a:lnTo>
                    <a:pt x="2378" y="12411"/>
                  </a:lnTo>
                  <a:lnTo>
                    <a:pt x="2454" y="12424"/>
                  </a:lnTo>
                  <a:lnTo>
                    <a:pt x="2531" y="12411"/>
                  </a:lnTo>
                  <a:lnTo>
                    <a:pt x="2557" y="12398"/>
                  </a:lnTo>
                  <a:lnTo>
                    <a:pt x="2582" y="12372"/>
                  </a:lnTo>
                  <a:lnTo>
                    <a:pt x="2608" y="12347"/>
                  </a:lnTo>
                  <a:lnTo>
                    <a:pt x="2621" y="12309"/>
                  </a:lnTo>
                  <a:lnTo>
                    <a:pt x="2633" y="12257"/>
                  </a:lnTo>
                  <a:lnTo>
                    <a:pt x="2659" y="12232"/>
                  </a:lnTo>
                  <a:lnTo>
                    <a:pt x="2710" y="12168"/>
                  </a:lnTo>
                  <a:lnTo>
                    <a:pt x="2748" y="12142"/>
                  </a:lnTo>
                  <a:lnTo>
                    <a:pt x="2774" y="12104"/>
                  </a:lnTo>
                  <a:lnTo>
                    <a:pt x="2787" y="12066"/>
                  </a:lnTo>
                  <a:lnTo>
                    <a:pt x="2787" y="12040"/>
                  </a:lnTo>
                  <a:lnTo>
                    <a:pt x="2812" y="12002"/>
                  </a:lnTo>
                  <a:lnTo>
                    <a:pt x="2851" y="11976"/>
                  </a:lnTo>
                  <a:lnTo>
                    <a:pt x="2876" y="12002"/>
                  </a:lnTo>
                  <a:lnTo>
                    <a:pt x="2902" y="12015"/>
                  </a:lnTo>
                  <a:lnTo>
                    <a:pt x="2902" y="12066"/>
                  </a:lnTo>
                  <a:lnTo>
                    <a:pt x="2902" y="12117"/>
                  </a:lnTo>
                  <a:lnTo>
                    <a:pt x="2902" y="12142"/>
                  </a:lnTo>
                  <a:lnTo>
                    <a:pt x="2915" y="12168"/>
                  </a:lnTo>
                  <a:lnTo>
                    <a:pt x="2940" y="12206"/>
                  </a:lnTo>
                  <a:lnTo>
                    <a:pt x="2978" y="12232"/>
                  </a:lnTo>
                  <a:lnTo>
                    <a:pt x="3017" y="12257"/>
                  </a:lnTo>
                  <a:lnTo>
                    <a:pt x="3030" y="12270"/>
                  </a:lnTo>
                  <a:lnTo>
                    <a:pt x="3030" y="12296"/>
                  </a:lnTo>
                  <a:lnTo>
                    <a:pt x="3017" y="12334"/>
                  </a:lnTo>
                  <a:lnTo>
                    <a:pt x="2991" y="12347"/>
                  </a:lnTo>
                  <a:lnTo>
                    <a:pt x="2940" y="12385"/>
                  </a:lnTo>
                  <a:lnTo>
                    <a:pt x="2889" y="12424"/>
                  </a:lnTo>
                  <a:lnTo>
                    <a:pt x="2863" y="12449"/>
                  </a:lnTo>
                  <a:lnTo>
                    <a:pt x="2863" y="12475"/>
                  </a:lnTo>
                  <a:lnTo>
                    <a:pt x="2876" y="12500"/>
                  </a:lnTo>
                  <a:lnTo>
                    <a:pt x="2889" y="12513"/>
                  </a:lnTo>
                  <a:lnTo>
                    <a:pt x="2927" y="12513"/>
                  </a:lnTo>
                  <a:lnTo>
                    <a:pt x="2966" y="12500"/>
                  </a:lnTo>
                  <a:lnTo>
                    <a:pt x="3042" y="12475"/>
                  </a:lnTo>
                  <a:lnTo>
                    <a:pt x="3106" y="12462"/>
                  </a:lnTo>
                  <a:lnTo>
                    <a:pt x="3106" y="12500"/>
                  </a:lnTo>
                  <a:lnTo>
                    <a:pt x="3093" y="12526"/>
                  </a:lnTo>
                  <a:lnTo>
                    <a:pt x="3042" y="12564"/>
                  </a:lnTo>
                  <a:lnTo>
                    <a:pt x="2991" y="12602"/>
                  </a:lnTo>
                  <a:lnTo>
                    <a:pt x="2966" y="12628"/>
                  </a:lnTo>
                  <a:lnTo>
                    <a:pt x="2966" y="12654"/>
                  </a:lnTo>
                  <a:lnTo>
                    <a:pt x="3042" y="12654"/>
                  </a:lnTo>
                  <a:lnTo>
                    <a:pt x="3106" y="12641"/>
                  </a:lnTo>
                  <a:lnTo>
                    <a:pt x="3208" y="12577"/>
                  </a:lnTo>
                  <a:lnTo>
                    <a:pt x="3375" y="12500"/>
                  </a:lnTo>
                  <a:lnTo>
                    <a:pt x="3554" y="12436"/>
                  </a:lnTo>
                  <a:lnTo>
                    <a:pt x="3643" y="12411"/>
                  </a:lnTo>
                  <a:lnTo>
                    <a:pt x="3733" y="12360"/>
                  </a:lnTo>
                  <a:lnTo>
                    <a:pt x="3911" y="12283"/>
                  </a:lnTo>
                  <a:lnTo>
                    <a:pt x="4065" y="12219"/>
                  </a:lnTo>
                  <a:lnTo>
                    <a:pt x="4141" y="12193"/>
                  </a:lnTo>
                  <a:lnTo>
                    <a:pt x="4218" y="12155"/>
                  </a:lnTo>
                  <a:lnTo>
                    <a:pt x="4346" y="12091"/>
                  </a:lnTo>
                  <a:lnTo>
                    <a:pt x="4487" y="12040"/>
                  </a:lnTo>
                  <a:lnTo>
                    <a:pt x="4678" y="12002"/>
                  </a:lnTo>
                  <a:lnTo>
                    <a:pt x="4781" y="11976"/>
                  </a:lnTo>
                  <a:lnTo>
                    <a:pt x="4870" y="11938"/>
                  </a:lnTo>
                  <a:lnTo>
                    <a:pt x="4934" y="11900"/>
                  </a:lnTo>
                  <a:lnTo>
                    <a:pt x="4998" y="11861"/>
                  </a:lnTo>
                  <a:lnTo>
                    <a:pt x="5049" y="11810"/>
                  </a:lnTo>
                  <a:lnTo>
                    <a:pt x="5087" y="11759"/>
                  </a:lnTo>
                  <a:lnTo>
                    <a:pt x="5126" y="11695"/>
                  </a:lnTo>
                  <a:lnTo>
                    <a:pt x="5151" y="11631"/>
                  </a:lnTo>
                  <a:lnTo>
                    <a:pt x="5164" y="11593"/>
                  </a:lnTo>
                  <a:lnTo>
                    <a:pt x="5164" y="11554"/>
                  </a:lnTo>
                  <a:lnTo>
                    <a:pt x="5177" y="11529"/>
                  </a:lnTo>
                  <a:lnTo>
                    <a:pt x="5202" y="11503"/>
                  </a:lnTo>
                  <a:lnTo>
                    <a:pt x="5241" y="11491"/>
                  </a:lnTo>
                  <a:lnTo>
                    <a:pt x="5292" y="11503"/>
                  </a:lnTo>
                  <a:lnTo>
                    <a:pt x="5330" y="11516"/>
                  </a:lnTo>
                  <a:lnTo>
                    <a:pt x="5356" y="11542"/>
                  </a:lnTo>
                  <a:lnTo>
                    <a:pt x="5394" y="11580"/>
                  </a:lnTo>
                  <a:lnTo>
                    <a:pt x="5420" y="11593"/>
                  </a:lnTo>
                  <a:lnTo>
                    <a:pt x="5445" y="11606"/>
                  </a:lnTo>
                  <a:lnTo>
                    <a:pt x="5483" y="11606"/>
                  </a:lnTo>
                  <a:lnTo>
                    <a:pt x="5547" y="11593"/>
                  </a:lnTo>
                  <a:lnTo>
                    <a:pt x="5650" y="11567"/>
                  </a:lnTo>
                  <a:lnTo>
                    <a:pt x="5752" y="11529"/>
                  </a:lnTo>
                  <a:lnTo>
                    <a:pt x="5854" y="11478"/>
                  </a:lnTo>
                  <a:lnTo>
                    <a:pt x="5956" y="11439"/>
                  </a:lnTo>
                  <a:lnTo>
                    <a:pt x="6033" y="11427"/>
                  </a:lnTo>
                  <a:lnTo>
                    <a:pt x="6110" y="11414"/>
                  </a:lnTo>
                  <a:lnTo>
                    <a:pt x="6468" y="11414"/>
                  </a:lnTo>
                  <a:lnTo>
                    <a:pt x="6493" y="11401"/>
                  </a:lnTo>
                  <a:lnTo>
                    <a:pt x="6519" y="11388"/>
                  </a:lnTo>
                  <a:lnTo>
                    <a:pt x="6519" y="11363"/>
                  </a:lnTo>
                  <a:lnTo>
                    <a:pt x="6506" y="11337"/>
                  </a:lnTo>
                  <a:lnTo>
                    <a:pt x="6480" y="11286"/>
                  </a:lnTo>
                  <a:lnTo>
                    <a:pt x="6468" y="11261"/>
                  </a:lnTo>
                  <a:lnTo>
                    <a:pt x="6480" y="11248"/>
                  </a:lnTo>
                  <a:lnTo>
                    <a:pt x="6480" y="11235"/>
                  </a:lnTo>
                  <a:lnTo>
                    <a:pt x="6480" y="11222"/>
                  </a:lnTo>
                  <a:lnTo>
                    <a:pt x="6685" y="10711"/>
                  </a:lnTo>
                  <a:lnTo>
                    <a:pt x="6685" y="10698"/>
                  </a:lnTo>
                  <a:lnTo>
                    <a:pt x="7375" y="9816"/>
                  </a:lnTo>
                  <a:lnTo>
                    <a:pt x="7388" y="9816"/>
                  </a:lnTo>
                  <a:lnTo>
                    <a:pt x="8219" y="8960"/>
                  </a:lnTo>
                  <a:lnTo>
                    <a:pt x="8602" y="8206"/>
                  </a:lnTo>
                  <a:lnTo>
                    <a:pt x="8653" y="7925"/>
                  </a:lnTo>
                  <a:lnTo>
                    <a:pt x="8116" y="7375"/>
                  </a:lnTo>
                  <a:lnTo>
                    <a:pt x="7784" y="7362"/>
                  </a:lnTo>
                  <a:lnTo>
                    <a:pt x="7758" y="7350"/>
                  </a:lnTo>
                  <a:lnTo>
                    <a:pt x="7337" y="6915"/>
                  </a:lnTo>
                  <a:lnTo>
                    <a:pt x="7324" y="6902"/>
                  </a:lnTo>
                  <a:lnTo>
                    <a:pt x="7375" y="6404"/>
                  </a:lnTo>
                  <a:lnTo>
                    <a:pt x="7119" y="6046"/>
                  </a:lnTo>
                  <a:lnTo>
                    <a:pt x="7119" y="6033"/>
                  </a:lnTo>
                  <a:lnTo>
                    <a:pt x="7055" y="5816"/>
                  </a:lnTo>
                  <a:lnTo>
                    <a:pt x="6787" y="5663"/>
                  </a:lnTo>
                  <a:lnTo>
                    <a:pt x="6762" y="5650"/>
                  </a:lnTo>
                  <a:lnTo>
                    <a:pt x="6672" y="5292"/>
                  </a:lnTo>
                  <a:lnTo>
                    <a:pt x="6455" y="4960"/>
                  </a:lnTo>
                  <a:lnTo>
                    <a:pt x="6442" y="4947"/>
                  </a:lnTo>
                  <a:lnTo>
                    <a:pt x="6429" y="4359"/>
                  </a:lnTo>
                  <a:lnTo>
                    <a:pt x="5688" y="3643"/>
                  </a:lnTo>
                  <a:lnTo>
                    <a:pt x="5675" y="3643"/>
                  </a:lnTo>
                  <a:lnTo>
                    <a:pt x="5483" y="3349"/>
                  </a:lnTo>
                  <a:lnTo>
                    <a:pt x="5483" y="3324"/>
                  </a:lnTo>
                  <a:lnTo>
                    <a:pt x="5752" y="2851"/>
                  </a:lnTo>
                  <a:lnTo>
                    <a:pt x="5803" y="2519"/>
                  </a:lnTo>
                  <a:lnTo>
                    <a:pt x="5317" y="2046"/>
                  </a:lnTo>
                  <a:lnTo>
                    <a:pt x="4729" y="1675"/>
                  </a:lnTo>
                  <a:lnTo>
                    <a:pt x="4717" y="1650"/>
                  </a:lnTo>
                  <a:lnTo>
                    <a:pt x="4704" y="1343"/>
                  </a:lnTo>
                  <a:lnTo>
                    <a:pt x="4550" y="1189"/>
                  </a:lnTo>
                  <a:lnTo>
                    <a:pt x="4563" y="1189"/>
                  </a:lnTo>
                  <a:lnTo>
                    <a:pt x="4538" y="1177"/>
                  </a:lnTo>
                  <a:lnTo>
                    <a:pt x="4512" y="359"/>
                  </a:lnTo>
                  <a:lnTo>
                    <a:pt x="4244" y="103"/>
                  </a:lnTo>
                  <a:lnTo>
                    <a:pt x="3873" y="103"/>
                  </a:lnTo>
                  <a:lnTo>
                    <a:pt x="36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8"/>
            <p:cNvSpPr/>
            <p:nvPr/>
          </p:nvSpPr>
          <p:spPr>
            <a:xfrm>
              <a:off x="6490400" y="2433325"/>
              <a:ext cx="23050" cy="23975"/>
            </a:xfrm>
            <a:custGeom>
              <a:rect b="b" l="l" r="r" t="t"/>
              <a:pathLst>
                <a:path extrusionOk="0" h="959" w="922">
                  <a:moveTo>
                    <a:pt x="819" y="0"/>
                  </a:moveTo>
                  <a:lnTo>
                    <a:pt x="448" y="256"/>
                  </a:lnTo>
                  <a:lnTo>
                    <a:pt x="78" y="665"/>
                  </a:lnTo>
                  <a:lnTo>
                    <a:pt x="1" y="959"/>
                  </a:lnTo>
                  <a:lnTo>
                    <a:pt x="142" y="869"/>
                  </a:lnTo>
                  <a:lnTo>
                    <a:pt x="244" y="805"/>
                  </a:lnTo>
                  <a:lnTo>
                    <a:pt x="269" y="780"/>
                  </a:lnTo>
                  <a:lnTo>
                    <a:pt x="282" y="754"/>
                  </a:lnTo>
                  <a:lnTo>
                    <a:pt x="308" y="729"/>
                  </a:lnTo>
                  <a:lnTo>
                    <a:pt x="359" y="678"/>
                  </a:lnTo>
                  <a:lnTo>
                    <a:pt x="512" y="537"/>
                  </a:lnTo>
                  <a:lnTo>
                    <a:pt x="742" y="333"/>
                  </a:lnTo>
                  <a:lnTo>
                    <a:pt x="921" y="230"/>
                  </a:lnTo>
                  <a:lnTo>
                    <a:pt x="81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8"/>
            <p:cNvSpPr/>
            <p:nvPr/>
          </p:nvSpPr>
          <p:spPr>
            <a:xfrm>
              <a:off x="6408300" y="3434675"/>
              <a:ext cx="190775" cy="154675"/>
            </a:xfrm>
            <a:custGeom>
              <a:rect b="b" l="l" r="r" t="t"/>
              <a:pathLst>
                <a:path extrusionOk="0" h="6187" w="7631">
                  <a:moveTo>
                    <a:pt x="0" y="1"/>
                  </a:moveTo>
                  <a:lnTo>
                    <a:pt x="0" y="5100"/>
                  </a:lnTo>
                  <a:lnTo>
                    <a:pt x="64" y="5151"/>
                  </a:lnTo>
                  <a:lnTo>
                    <a:pt x="218" y="5228"/>
                  </a:lnTo>
                  <a:lnTo>
                    <a:pt x="946" y="5215"/>
                  </a:lnTo>
                  <a:lnTo>
                    <a:pt x="984" y="5317"/>
                  </a:lnTo>
                  <a:lnTo>
                    <a:pt x="1419" y="5228"/>
                  </a:lnTo>
                  <a:lnTo>
                    <a:pt x="1649" y="4896"/>
                  </a:lnTo>
                  <a:lnTo>
                    <a:pt x="1508" y="4653"/>
                  </a:lnTo>
                  <a:lnTo>
                    <a:pt x="1802" y="4781"/>
                  </a:lnTo>
                  <a:lnTo>
                    <a:pt x="1802" y="4435"/>
                  </a:lnTo>
                  <a:lnTo>
                    <a:pt x="1790" y="4295"/>
                  </a:lnTo>
                  <a:lnTo>
                    <a:pt x="1956" y="4244"/>
                  </a:lnTo>
                  <a:lnTo>
                    <a:pt x="1956" y="4039"/>
                  </a:lnTo>
                  <a:lnTo>
                    <a:pt x="2365" y="4103"/>
                  </a:lnTo>
                  <a:lnTo>
                    <a:pt x="2493" y="3924"/>
                  </a:lnTo>
                  <a:lnTo>
                    <a:pt x="3515" y="4320"/>
                  </a:lnTo>
                  <a:lnTo>
                    <a:pt x="3988" y="4525"/>
                  </a:lnTo>
                  <a:lnTo>
                    <a:pt x="4333" y="5100"/>
                  </a:lnTo>
                  <a:lnTo>
                    <a:pt x="4895" y="5905"/>
                  </a:lnTo>
                  <a:lnTo>
                    <a:pt x="6518" y="6084"/>
                  </a:lnTo>
                  <a:lnTo>
                    <a:pt x="7451" y="6186"/>
                  </a:lnTo>
                  <a:lnTo>
                    <a:pt x="7630" y="6020"/>
                  </a:lnTo>
                  <a:lnTo>
                    <a:pt x="7132" y="5829"/>
                  </a:lnTo>
                  <a:lnTo>
                    <a:pt x="6442" y="5458"/>
                  </a:lnTo>
                  <a:lnTo>
                    <a:pt x="6199" y="5292"/>
                  </a:lnTo>
                  <a:lnTo>
                    <a:pt x="5547" y="4525"/>
                  </a:lnTo>
                  <a:lnTo>
                    <a:pt x="5228" y="3988"/>
                  </a:lnTo>
                  <a:lnTo>
                    <a:pt x="4576" y="3630"/>
                  </a:lnTo>
                  <a:lnTo>
                    <a:pt x="4576" y="3311"/>
                  </a:lnTo>
                  <a:lnTo>
                    <a:pt x="5266" y="3349"/>
                  </a:lnTo>
                  <a:lnTo>
                    <a:pt x="5470" y="3349"/>
                  </a:lnTo>
                  <a:lnTo>
                    <a:pt x="5125" y="2863"/>
                  </a:lnTo>
                  <a:lnTo>
                    <a:pt x="4627" y="2531"/>
                  </a:lnTo>
                  <a:lnTo>
                    <a:pt x="4218" y="2531"/>
                  </a:lnTo>
                  <a:lnTo>
                    <a:pt x="3681" y="2237"/>
                  </a:lnTo>
                  <a:lnTo>
                    <a:pt x="3681" y="2122"/>
                  </a:lnTo>
                  <a:lnTo>
                    <a:pt x="3336" y="1509"/>
                  </a:lnTo>
                  <a:lnTo>
                    <a:pt x="3196" y="1534"/>
                  </a:lnTo>
                  <a:lnTo>
                    <a:pt x="2787" y="1176"/>
                  </a:lnTo>
                  <a:lnTo>
                    <a:pt x="1956" y="678"/>
                  </a:lnTo>
                  <a:lnTo>
                    <a:pt x="1598" y="563"/>
                  </a:lnTo>
                  <a:lnTo>
                    <a:pt x="895" y="563"/>
                  </a:lnTo>
                  <a:lnTo>
                    <a:pt x="90" y="1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8"/>
            <p:cNvSpPr/>
            <p:nvPr/>
          </p:nvSpPr>
          <p:spPr>
            <a:xfrm>
              <a:off x="6504150" y="3074900"/>
              <a:ext cx="2575" cy="3875"/>
            </a:xfrm>
            <a:custGeom>
              <a:rect b="b" l="l" r="r" t="t"/>
              <a:pathLst>
                <a:path extrusionOk="0" h="155" w="103">
                  <a:moveTo>
                    <a:pt x="1" y="1"/>
                  </a:moveTo>
                  <a:lnTo>
                    <a:pt x="39" y="154"/>
                  </a:lnTo>
                  <a:lnTo>
                    <a:pt x="103" y="128"/>
                  </a:lnTo>
                  <a:lnTo>
                    <a:pt x="64" y="39"/>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8"/>
            <p:cNvSpPr/>
            <p:nvPr/>
          </p:nvSpPr>
          <p:spPr>
            <a:xfrm>
              <a:off x="6486250" y="3103975"/>
              <a:ext cx="6100" cy="8650"/>
            </a:xfrm>
            <a:custGeom>
              <a:rect b="b" l="l" r="r" t="t"/>
              <a:pathLst>
                <a:path extrusionOk="0" h="346" w="244">
                  <a:moveTo>
                    <a:pt x="154" y="1"/>
                  </a:moveTo>
                  <a:lnTo>
                    <a:pt x="78" y="116"/>
                  </a:lnTo>
                  <a:lnTo>
                    <a:pt x="1" y="167"/>
                  </a:lnTo>
                  <a:lnTo>
                    <a:pt x="1" y="346"/>
                  </a:lnTo>
                  <a:lnTo>
                    <a:pt x="52" y="346"/>
                  </a:lnTo>
                  <a:lnTo>
                    <a:pt x="65" y="320"/>
                  </a:lnTo>
                  <a:lnTo>
                    <a:pt x="52" y="256"/>
                  </a:lnTo>
                  <a:lnTo>
                    <a:pt x="39" y="180"/>
                  </a:lnTo>
                  <a:lnTo>
                    <a:pt x="180" y="180"/>
                  </a:lnTo>
                  <a:lnTo>
                    <a:pt x="244" y="39"/>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8"/>
            <p:cNvSpPr/>
            <p:nvPr/>
          </p:nvSpPr>
          <p:spPr>
            <a:xfrm>
              <a:off x="6494575" y="3091850"/>
              <a:ext cx="4800" cy="4175"/>
            </a:xfrm>
            <a:custGeom>
              <a:rect b="b" l="l" r="r" t="t"/>
              <a:pathLst>
                <a:path extrusionOk="0" h="167" w="192">
                  <a:moveTo>
                    <a:pt x="141" y="0"/>
                  </a:moveTo>
                  <a:lnTo>
                    <a:pt x="0" y="77"/>
                  </a:lnTo>
                  <a:lnTo>
                    <a:pt x="77" y="166"/>
                  </a:lnTo>
                  <a:lnTo>
                    <a:pt x="192" y="77"/>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8"/>
            <p:cNvSpPr/>
            <p:nvPr/>
          </p:nvSpPr>
          <p:spPr>
            <a:xfrm>
              <a:off x="3921825" y="1782150"/>
              <a:ext cx="6100" cy="8000"/>
            </a:xfrm>
            <a:custGeom>
              <a:rect b="b" l="l" r="r" t="t"/>
              <a:pathLst>
                <a:path extrusionOk="0" h="320" w="244">
                  <a:moveTo>
                    <a:pt x="179" y="0"/>
                  </a:moveTo>
                  <a:lnTo>
                    <a:pt x="141" y="26"/>
                  </a:lnTo>
                  <a:lnTo>
                    <a:pt x="77" y="116"/>
                  </a:lnTo>
                  <a:lnTo>
                    <a:pt x="26" y="205"/>
                  </a:lnTo>
                  <a:lnTo>
                    <a:pt x="13" y="243"/>
                  </a:lnTo>
                  <a:lnTo>
                    <a:pt x="0" y="307"/>
                  </a:lnTo>
                  <a:lnTo>
                    <a:pt x="64" y="320"/>
                  </a:lnTo>
                  <a:lnTo>
                    <a:pt x="128" y="320"/>
                  </a:lnTo>
                  <a:lnTo>
                    <a:pt x="141" y="256"/>
                  </a:lnTo>
                  <a:lnTo>
                    <a:pt x="179" y="192"/>
                  </a:lnTo>
                  <a:lnTo>
                    <a:pt x="205" y="128"/>
                  </a:lnTo>
                  <a:lnTo>
                    <a:pt x="243" y="77"/>
                  </a:lnTo>
                  <a:lnTo>
                    <a:pt x="230"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8"/>
            <p:cNvSpPr/>
            <p:nvPr/>
          </p:nvSpPr>
          <p:spPr>
            <a:xfrm>
              <a:off x="6212425" y="3525425"/>
              <a:ext cx="16975" cy="18225"/>
            </a:xfrm>
            <a:custGeom>
              <a:rect b="b" l="l" r="r" t="t"/>
              <a:pathLst>
                <a:path extrusionOk="0" h="729" w="679">
                  <a:moveTo>
                    <a:pt x="576" y="0"/>
                  </a:moveTo>
                  <a:lnTo>
                    <a:pt x="320" y="13"/>
                  </a:lnTo>
                  <a:lnTo>
                    <a:pt x="77" y="371"/>
                  </a:lnTo>
                  <a:lnTo>
                    <a:pt x="1" y="729"/>
                  </a:lnTo>
                  <a:lnTo>
                    <a:pt x="129" y="729"/>
                  </a:lnTo>
                  <a:lnTo>
                    <a:pt x="295" y="575"/>
                  </a:lnTo>
                  <a:lnTo>
                    <a:pt x="474" y="409"/>
                  </a:lnTo>
                  <a:lnTo>
                    <a:pt x="435" y="103"/>
                  </a:lnTo>
                  <a:lnTo>
                    <a:pt x="512" y="26"/>
                  </a:lnTo>
                  <a:lnTo>
                    <a:pt x="678" y="115"/>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8"/>
            <p:cNvSpPr/>
            <p:nvPr/>
          </p:nvSpPr>
          <p:spPr>
            <a:xfrm>
              <a:off x="6243100" y="3487725"/>
              <a:ext cx="10900" cy="15025"/>
            </a:xfrm>
            <a:custGeom>
              <a:rect b="b" l="l" r="r" t="t"/>
              <a:pathLst>
                <a:path extrusionOk="0" h="601" w="436">
                  <a:moveTo>
                    <a:pt x="397" y="0"/>
                  </a:moveTo>
                  <a:lnTo>
                    <a:pt x="320" y="281"/>
                  </a:lnTo>
                  <a:lnTo>
                    <a:pt x="218" y="332"/>
                  </a:lnTo>
                  <a:lnTo>
                    <a:pt x="167" y="550"/>
                  </a:lnTo>
                  <a:lnTo>
                    <a:pt x="167" y="217"/>
                  </a:lnTo>
                  <a:lnTo>
                    <a:pt x="1" y="269"/>
                  </a:lnTo>
                  <a:lnTo>
                    <a:pt x="26" y="550"/>
                  </a:lnTo>
                  <a:lnTo>
                    <a:pt x="116" y="499"/>
                  </a:lnTo>
                  <a:lnTo>
                    <a:pt x="180" y="601"/>
                  </a:lnTo>
                  <a:lnTo>
                    <a:pt x="256" y="550"/>
                  </a:lnTo>
                  <a:lnTo>
                    <a:pt x="269" y="384"/>
                  </a:lnTo>
                  <a:lnTo>
                    <a:pt x="435" y="269"/>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8"/>
            <p:cNvSpPr/>
            <p:nvPr/>
          </p:nvSpPr>
          <p:spPr>
            <a:xfrm>
              <a:off x="6271225" y="3490600"/>
              <a:ext cx="14725" cy="31000"/>
            </a:xfrm>
            <a:custGeom>
              <a:rect b="b" l="l" r="r" t="t"/>
              <a:pathLst>
                <a:path extrusionOk="0" h="1240" w="589">
                  <a:moveTo>
                    <a:pt x="409" y="0"/>
                  </a:moveTo>
                  <a:lnTo>
                    <a:pt x="256" y="243"/>
                  </a:lnTo>
                  <a:lnTo>
                    <a:pt x="179" y="243"/>
                  </a:lnTo>
                  <a:lnTo>
                    <a:pt x="115" y="307"/>
                  </a:lnTo>
                  <a:lnTo>
                    <a:pt x="230" y="281"/>
                  </a:lnTo>
                  <a:lnTo>
                    <a:pt x="205" y="473"/>
                  </a:lnTo>
                  <a:lnTo>
                    <a:pt x="269" y="563"/>
                  </a:lnTo>
                  <a:lnTo>
                    <a:pt x="90" y="499"/>
                  </a:lnTo>
                  <a:lnTo>
                    <a:pt x="90" y="665"/>
                  </a:lnTo>
                  <a:lnTo>
                    <a:pt x="52" y="690"/>
                  </a:lnTo>
                  <a:lnTo>
                    <a:pt x="0" y="1125"/>
                  </a:lnTo>
                  <a:lnTo>
                    <a:pt x="167" y="1240"/>
                  </a:lnTo>
                  <a:lnTo>
                    <a:pt x="409" y="959"/>
                  </a:lnTo>
                  <a:lnTo>
                    <a:pt x="141" y="678"/>
                  </a:lnTo>
                  <a:lnTo>
                    <a:pt x="409" y="895"/>
                  </a:lnTo>
                  <a:lnTo>
                    <a:pt x="473" y="793"/>
                  </a:lnTo>
                  <a:lnTo>
                    <a:pt x="333" y="716"/>
                  </a:lnTo>
                  <a:lnTo>
                    <a:pt x="269" y="741"/>
                  </a:lnTo>
                  <a:lnTo>
                    <a:pt x="282" y="678"/>
                  </a:lnTo>
                  <a:lnTo>
                    <a:pt x="512" y="780"/>
                  </a:lnTo>
                  <a:lnTo>
                    <a:pt x="588" y="626"/>
                  </a:lnTo>
                  <a:lnTo>
                    <a:pt x="486" y="460"/>
                  </a:lnTo>
                  <a:lnTo>
                    <a:pt x="588" y="396"/>
                  </a:lnTo>
                  <a:lnTo>
                    <a:pt x="588" y="20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8"/>
            <p:cNvSpPr/>
            <p:nvPr/>
          </p:nvSpPr>
          <p:spPr>
            <a:xfrm>
              <a:off x="6196125" y="3389300"/>
              <a:ext cx="210275" cy="171300"/>
            </a:xfrm>
            <a:custGeom>
              <a:rect b="b" l="l" r="r" t="t"/>
              <a:pathLst>
                <a:path extrusionOk="0" h="6852" w="8411">
                  <a:moveTo>
                    <a:pt x="1535" y="1"/>
                  </a:moveTo>
                  <a:lnTo>
                    <a:pt x="1241" y="244"/>
                  </a:lnTo>
                  <a:lnTo>
                    <a:pt x="793" y="282"/>
                  </a:lnTo>
                  <a:lnTo>
                    <a:pt x="729" y="589"/>
                  </a:lnTo>
                  <a:lnTo>
                    <a:pt x="678" y="716"/>
                  </a:lnTo>
                  <a:lnTo>
                    <a:pt x="563" y="653"/>
                  </a:lnTo>
                  <a:lnTo>
                    <a:pt x="614" y="410"/>
                  </a:lnTo>
                  <a:lnTo>
                    <a:pt x="384" y="410"/>
                  </a:lnTo>
                  <a:lnTo>
                    <a:pt x="499" y="359"/>
                  </a:lnTo>
                  <a:lnTo>
                    <a:pt x="384" y="282"/>
                  </a:lnTo>
                  <a:lnTo>
                    <a:pt x="333" y="359"/>
                  </a:lnTo>
                  <a:lnTo>
                    <a:pt x="27" y="371"/>
                  </a:lnTo>
                  <a:lnTo>
                    <a:pt x="1" y="448"/>
                  </a:lnTo>
                  <a:lnTo>
                    <a:pt x="269" y="448"/>
                  </a:lnTo>
                  <a:lnTo>
                    <a:pt x="359" y="397"/>
                  </a:lnTo>
                  <a:lnTo>
                    <a:pt x="282" y="538"/>
                  </a:lnTo>
                  <a:lnTo>
                    <a:pt x="359" y="538"/>
                  </a:lnTo>
                  <a:lnTo>
                    <a:pt x="359" y="704"/>
                  </a:lnTo>
                  <a:lnTo>
                    <a:pt x="474" y="819"/>
                  </a:lnTo>
                  <a:lnTo>
                    <a:pt x="563" y="716"/>
                  </a:lnTo>
                  <a:lnTo>
                    <a:pt x="499" y="870"/>
                  </a:lnTo>
                  <a:lnTo>
                    <a:pt x="729" y="908"/>
                  </a:lnTo>
                  <a:lnTo>
                    <a:pt x="768" y="806"/>
                  </a:lnTo>
                  <a:lnTo>
                    <a:pt x="857" y="819"/>
                  </a:lnTo>
                  <a:lnTo>
                    <a:pt x="857" y="908"/>
                  </a:lnTo>
                  <a:lnTo>
                    <a:pt x="1087" y="908"/>
                  </a:lnTo>
                  <a:lnTo>
                    <a:pt x="1126" y="985"/>
                  </a:lnTo>
                  <a:lnTo>
                    <a:pt x="1343" y="921"/>
                  </a:lnTo>
                  <a:lnTo>
                    <a:pt x="1292" y="1023"/>
                  </a:lnTo>
                  <a:lnTo>
                    <a:pt x="1420" y="1074"/>
                  </a:lnTo>
                  <a:lnTo>
                    <a:pt x="1305" y="1228"/>
                  </a:lnTo>
                  <a:lnTo>
                    <a:pt x="1420" y="1356"/>
                  </a:lnTo>
                  <a:lnTo>
                    <a:pt x="1611" y="1522"/>
                  </a:lnTo>
                  <a:lnTo>
                    <a:pt x="1867" y="1445"/>
                  </a:lnTo>
                  <a:lnTo>
                    <a:pt x="1956" y="1560"/>
                  </a:lnTo>
                  <a:lnTo>
                    <a:pt x="2084" y="1534"/>
                  </a:lnTo>
                  <a:lnTo>
                    <a:pt x="2161" y="1560"/>
                  </a:lnTo>
                  <a:lnTo>
                    <a:pt x="2532" y="1483"/>
                  </a:lnTo>
                  <a:lnTo>
                    <a:pt x="2672" y="1509"/>
                  </a:lnTo>
                  <a:lnTo>
                    <a:pt x="2889" y="1419"/>
                  </a:lnTo>
                  <a:lnTo>
                    <a:pt x="2889" y="1419"/>
                  </a:lnTo>
                  <a:lnTo>
                    <a:pt x="2826" y="1509"/>
                  </a:lnTo>
                  <a:lnTo>
                    <a:pt x="2864" y="1637"/>
                  </a:lnTo>
                  <a:lnTo>
                    <a:pt x="2787" y="1701"/>
                  </a:lnTo>
                  <a:lnTo>
                    <a:pt x="2698" y="1841"/>
                  </a:lnTo>
                  <a:lnTo>
                    <a:pt x="2672" y="1739"/>
                  </a:lnTo>
                  <a:lnTo>
                    <a:pt x="2595" y="1803"/>
                  </a:lnTo>
                  <a:lnTo>
                    <a:pt x="2659" y="1675"/>
                  </a:lnTo>
                  <a:lnTo>
                    <a:pt x="2493" y="1649"/>
                  </a:lnTo>
                  <a:lnTo>
                    <a:pt x="2455" y="1790"/>
                  </a:lnTo>
                  <a:lnTo>
                    <a:pt x="2391" y="1649"/>
                  </a:lnTo>
                  <a:lnTo>
                    <a:pt x="2174" y="1675"/>
                  </a:lnTo>
                  <a:lnTo>
                    <a:pt x="1982" y="1982"/>
                  </a:lnTo>
                  <a:lnTo>
                    <a:pt x="1829" y="1905"/>
                  </a:lnTo>
                  <a:lnTo>
                    <a:pt x="1688" y="1905"/>
                  </a:lnTo>
                  <a:lnTo>
                    <a:pt x="1586" y="1867"/>
                  </a:lnTo>
                  <a:lnTo>
                    <a:pt x="1369" y="1931"/>
                  </a:lnTo>
                  <a:lnTo>
                    <a:pt x="1381" y="2110"/>
                  </a:lnTo>
                  <a:lnTo>
                    <a:pt x="1611" y="2046"/>
                  </a:lnTo>
                  <a:lnTo>
                    <a:pt x="1893" y="2276"/>
                  </a:lnTo>
                  <a:lnTo>
                    <a:pt x="1880" y="2429"/>
                  </a:lnTo>
                  <a:lnTo>
                    <a:pt x="2046" y="2378"/>
                  </a:lnTo>
                  <a:lnTo>
                    <a:pt x="2059" y="2493"/>
                  </a:lnTo>
                  <a:lnTo>
                    <a:pt x="2097" y="2646"/>
                  </a:lnTo>
                  <a:lnTo>
                    <a:pt x="1918" y="2646"/>
                  </a:lnTo>
                  <a:lnTo>
                    <a:pt x="2097" y="3017"/>
                  </a:lnTo>
                  <a:lnTo>
                    <a:pt x="2301" y="2953"/>
                  </a:lnTo>
                  <a:lnTo>
                    <a:pt x="2353" y="3017"/>
                  </a:lnTo>
                  <a:lnTo>
                    <a:pt x="2532" y="2813"/>
                  </a:lnTo>
                  <a:lnTo>
                    <a:pt x="2506" y="2672"/>
                  </a:lnTo>
                  <a:lnTo>
                    <a:pt x="2659" y="2582"/>
                  </a:lnTo>
                  <a:lnTo>
                    <a:pt x="2595" y="2455"/>
                  </a:lnTo>
                  <a:lnTo>
                    <a:pt x="2685" y="2455"/>
                  </a:lnTo>
                  <a:lnTo>
                    <a:pt x="2698" y="2314"/>
                  </a:lnTo>
                  <a:lnTo>
                    <a:pt x="2710" y="2186"/>
                  </a:lnTo>
                  <a:lnTo>
                    <a:pt x="2838" y="2122"/>
                  </a:lnTo>
                  <a:lnTo>
                    <a:pt x="2864" y="2225"/>
                  </a:lnTo>
                  <a:lnTo>
                    <a:pt x="2736" y="2314"/>
                  </a:lnTo>
                  <a:lnTo>
                    <a:pt x="2736" y="2519"/>
                  </a:lnTo>
                  <a:lnTo>
                    <a:pt x="2762" y="2685"/>
                  </a:lnTo>
                  <a:lnTo>
                    <a:pt x="2826" y="2659"/>
                  </a:lnTo>
                  <a:lnTo>
                    <a:pt x="2915" y="2813"/>
                  </a:lnTo>
                  <a:lnTo>
                    <a:pt x="3030" y="2774"/>
                  </a:lnTo>
                  <a:lnTo>
                    <a:pt x="3132" y="2889"/>
                  </a:lnTo>
                  <a:lnTo>
                    <a:pt x="3234" y="2928"/>
                  </a:lnTo>
                  <a:lnTo>
                    <a:pt x="3260" y="2851"/>
                  </a:lnTo>
                  <a:lnTo>
                    <a:pt x="3401" y="2928"/>
                  </a:lnTo>
                  <a:lnTo>
                    <a:pt x="3528" y="2851"/>
                  </a:lnTo>
                  <a:lnTo>
                    <a:pt x="3618" y="2864"/>
                  </a:lnTo>
                  <a:lnTo>
                    <a:pt x="3503" y="2928"/>
                  </a:lnTo>
                  <a:lnTo>
                    <a:pt x="3528" y="3068"/>
                  </a:lnTo>
                  <a:lnTo>
                    <a:pt x="3669" y="3145"/>
                  </a:lnTo>
                  <a:lnTo>
                    <a:pt x="4014" y="3337"/>
                  </a:lnTo>
                  <a:lnTo>
                    <a:pt x="4219" y="3285"/>
                  </a:lnTo>
                  <a:lnTo>
                    <a:pt x="4538" y="3337"/>
                  </a:lnTo>
                  <a:lnTo>
                    <a:pt x="4666" y="3490"/>
                  </a:lnTo>
                  <a:lnTo>
                    <a:pt x="4870" y="3490"/>
                  </a:lnTo>
                  <a:lnTo>
                    <a:pt x="5305" y="3682"/>
                  </a:lnTo>
                  <a:lnTo>
                    <a:pt x="5407" y="3682"/>
                  </a:lnTo>
                  <a:lnTo>
                    <a:pt x="6289" y="4091"/>
                  </a:lnTo>
                  <a:lnTo>
                    <a:pt x="6289" y="4282"/>
                  </a:lnTo>
                  <a:lnTo>
                    <a:pt x="6430" y="4423"/>
                  </a:lnTo>
                  <a:lnTo>
                    <a:pt x="6532" y="4845"/>
                  </a:lnTo>
                  <a:lnTo>
                    <a:pt x="6775" y="5075"/>
                  </a:lnTo>
                  <a:lnTo>
                    <a:pt x="6775" y="5190"/>
                  </a:lnTo>
                  <a:lnTo>
                    <a:pt x="6647" y="5279"/>
                  </a:lnTo>
                  <a:lnTo>
                    <a:pt x="6698" y="5330"/>
                  </a:lnTo>
                  <a:lnTo>
                    <a:pt x="6775" y="5394"/>
                  </a:lnTo>
                  <a:lnTo>
                    <a:pt x="6941" y="5484"/>
                  </a:lnTo>
                  <a:lnTo>
                    <a:pt x="6724" y="5548"/>
                  </a:lnTo>
                  <a:lnTo>
                    <a:pt x="6941" y="5726"/>
                  </a:lnTo>
                  <a:lnTo>
                    <a:pt x="6941" y="5726"/>
                  </a:lnTo>
                  <a:lnTo>
                    <a:pt x="6749" y="5637"/>
                  </a:lnTo>
                  <a:lnTo>
                    <a:pt x="6468" y="5726"/>
                  </a:lnTo>
                  <a:lnTo>
                    <a:pt x="6187" y="5893"/>
                  </a:lnTo>
                  <a:lnTo>
                    <a:pt x="5893" y="6519"/>
                  </a:lnTo>
                  <a:lnTo>
                    <a:pt x="5893" y="6519"/>
                  </a:lnTo>
                  <a:lnTo>
                    <a:pt x="6200" y="6468"/>
                  </a:lnTo>
                  <a:lnTo>
                    <a:pt x="6379" y="6481"/>
                  </a:lnTo>
                  <a:lnTo>
                    <a:pt x="6519" y="6519"/>
                  </a:lnTo>
                  <a:lnTo>
                    <a:pt x="6672" y="6442"/>
                  </a:lnTo>
                  <a:lnTo>
                    <a:pt x="6864" y="6493"/>
                  </a:lnTo>
                  <a:lnTo>
                    <a:pt x="6941" y="6442"/>
                  </a:lnTo>
                  <a:lnTo>
                    <a:pt x="7184" y="6225"/>
                  </a:lnTo>
                  <a:lnTo>
                    <a:pt x="7299" y="6314"/>
                  </a:lnTo>
                  <a:lnTo>
                    <a:pt x="7631" y="6276"/>
                  </a:lnTo>
                  <a:lnTo>
                    <a:pt x="7759" y="6276"/>
                  </a:lnTo>
                  <a:lnTo>
                    <a:pt x="7797" y="6327"/>
                  </a:lnTo>
                  <a:lnTo>
                    <a:pt x="8411" y="6851"/>
                  </a:lnTo>
                  <a:lnTo>
                    <a:pt x="8411" y="1803"/>
                  </a:lnTo>
                  <a:lnTo>
                    <a:pt x="8398" y="1803"/>
                  </a:lnTo>
                  <a:lnTo>
                    <a:pt x="8270" y="1649"/>
                  </a:lnTo>
                  <a:lnTo>
                    <a:pt x="8117" y="1649"/>
                  </a:lnTo>
                  <a:lnTo>
                    <a:pt x="8002" y="1701"/>
                  </a:lnTo>
                  <a:lnTo>
                    <a:pt x="7951" y="1598"/>
                  </a:lnTo>
                  <a:lnTo>
                    <a:pt x="7682" y="1611"/>
                  </a:lnTo>
                  <a:lnTo>
                    <a:pt x="6979" y="1253"/>
                  </a:lnTo>
                  <a:lnTo>
                    <a:pt x="6864" y="1253"/>
                  </a:lnTo>
                  <a:lnTo>
                    <a:pt x="6762" y="1151"/>
                  </a:lnTo>
                  <a:lnTo>
                    <a:pt x="6545" y="1062"/>
                  </a:lnTo>
                  <a:lnTo>
                    <a:pt x="6085" y="870"/>
                  </a:lnTo>
                  <a:lnTo>
                    <a:pt x="5458" y="1138"/>
                  </a:lnTo>
                  <a:lnTo>
                    <a:pt x="5458" y="1266"/>
                  </a:lnTo>
                  <a:lnTo>
                    <a:pt x="5561" y="1343"/>
                  </a:lnTo>
                  <a:lnTo>
                    <a:pt x="5318" y="1471"/>
                  </a:lnTo>
                  <a:lnTo>
                    <a:pt x="5152" y="1547"/>
                  </a:lnTo>
                  <a:lnTo>
                    <a:pt x="4960" y="1458"/>
                  </a:lnTo>
                  <a:lnTo>
                    <a:pt x="4870" y="1496"/>
                  </a:lnTo>
                  <a:lnTo>
                    <a:pt x="4870" y="1598"/>
                  </a:lnTo>
                  <a:lnTo>
                    <a:pt x="4832" y="1649"/>
                  </a:lnTo>
                  <a:lnTo>
                    <a:pt x="4832" y="1752"/>
                  </a:lnTo>
                  <a:lnTo>
                    <a:pt x="4589" y="1880"/>
                  </a:lnTo>
                  <a:lnTo>
                    <a:pt x="4538" y="2058"/>
                  </a:lnTo>
                  <a:lnTo>
                    <a:pt x="4142" y="2416"/>
                  </a:lnTo>
                  <a:lnTo>
                    <a:pt x="3720" y="2378"/>
                  </a:lnTo>
                  <a:lnTo>
                    <a:pt x="3643" y="2288"/>
                  </a:lnTo>
                  <a:lnTo>
                    <a:pt x="3592" y="2237"/>
                  </a:lnTo>
                  <a:lnTo>
                    <a:pt x="3580" y="2212"/>
                  </a:lnTo>
                  <a:lnTo>
                    <a:pt x="3605" y="2186"/>
                  </a:lnTo>
                  <a:lnTo>
                    <a:pt x="3631" y="2135"/>
                  </a:lnTo>
                  <a:lnTo>
                    <a:pt x="3669" y="2046"/>
                  </a:lnTo>
                  <a:lnTo>
                    <a:pt x="3567" y="2071"/>
                  </a:lnTo>
                  <a:lnTo>
                    <a:pt x="3503" y="1739"/>
                  </a:lnTo>
                  <a:lnTo>
                    <a:pt x="3465" y="1534"/>
                  </a:lnTo>
                  <a:lnTo>
                    <a:pt x="3426" y="1701"/>
                  </a:lnTo>
                  <a:lnTo>
                    <a:pt x="3388" y="1726"/>
                  </a:lnTo>
                  <a:lnTo>
                    <a:pt x="3375" y="1982"/>
                  </a:lnTo>
                  <a:lnTo>
                    <a:pt x="3234" y="1739"/>
                  </a:lnTo>
                  <a:lnTo>
                    <a:pt x="3119" y="1573"/>
                  </a:lnTo>
                  <a:lnTo>
                    <a:pt x="3107" y="1317"/>
                  </a:lnTo>
                  <a:lnTo>
                    <a:pt x="3004" y="1074"/>
                  </a:lnTo>
                  <a:lnTo>
                    <a:pt x="3183" y="908"/>
                  </a:lnTo>
                  <a:lnTo>
                    <a:pt x="3209" y="768"/>
                  </a:lnTo>
                  <a:lnTo>
                    <a:pt x="2966" y="512"/>
                  </a:lnTo>
                  <a:lnTo>
                    <a:pt x="3056" y="410"/>
                  </a:lnTo>
                  <a:lnTo>
                    <a:pt x="2966" y="282"/>
                  </a:lnTo>
                  <a:lnTo>
                    <a:pt x="2532" y="282"/>
                  </a:lnTo>
                  <a:lnTo>
                    <a:pt x="19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8"/>
            <p:cNvSpPr/>
            <p:nvPr/>
          </p:nvSpPr>
          <p:spPr>
            <a:xfrm>
              <a:off x="6570925" y="2386025"/>
              <a:ext cx="25600" cy="26875"/>
            </a:xfrm>
            <a:custGeom>
              <a:rect b="b" l="l" r="r" t="t"/>
              <a:pathLst>
                <a:path extrusionOk="0" h="1075" w="1024">
                  <a:moveTo>
                    <a:pt x="1023" y="1"/>
                  </a:moveTo>
                  <a:lnTo>
                    <a:pt x="780" y="307"/>
                  </a:lnTo>
                  <a:lnTo>
                    <a:pt x="371" y="563"/>
                  </a:lnTo>
                  <a:lnTo>
                    <a:pt x="1" y="819"/>
                  </a:lnTo>
                  <a:lnTo>
                    <a:pt x="1" y="1074"/>
                  </a:lnTo>
                  <a:lnTo>
                    <a:pt x="141" y="1023"/>
                  </a:lnTo>
                  <a:lnTo>
                    <a:pt x="244" y="985"/>
                  </a:lnTo>
                  <a:lnTo>
                    <a:pt x="269" y="972"/>
                  </a:lnTo>
                  <a:lnTo>
                    <a:pt x="295" y="959"/>
                  </a:lnTo>
                  <a:lnTo>
                    <a:pt x="410" y="793"/>
                  </a:lnTo>
                  <a:lnTo>
                    <a:pt x="512" y="653"/>
                  </a:lnTo>
                  <a:lnTo>
                    <a:pt x="844" y="410"/>
                  </a:lnTo>
                  <a:lnTo>
                    <a:pt x="895" y="320"/>
                  </a:lnTo>
                  <a:lnTo>
                    <a:pt x="972" y="192"/>
                  </a:lnTo>
                  <a:lnTo>
                    <a:pt x="10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8"/>
            <p:cNvSpPr/>
            <p:nvPr/>
          </p:nvSpPr>
          <p:spPr>
            <a:xfrm>
              <a:off x="6411500" y="2429175"/>
              <a:ext cx="3850" cy="4175"/>
            </a:xfrm>
            <a:custGeom>
              <a:rect b="b" l="l" r="r" t="t"/>
              <a:pathLst>
                <a:path extrusionOk="0" h="167" w="154">
                  <a:moveTo>
                    <a:pt x="90" y="0"/>
                  </a:moveTo>
                  <a:lnTo>
                    <a:pt x="0" y="90"/>
                  </a:lnTo>
                  <a:lnTo>
                    <a:pt x="64" y="166"/>
                  </a:lnTo>
                  <a:lnTo>
                    <a:pt x="154" y="115"/>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8"/>
            <p:cNvSpPr/>
            <p:nvPr/>
          </p:nvSpPr>
          <p:spPr>
            <a:xfrm>
              <a:off x="6523950" y="2412875"/>
              <a:ext cx="34225" cy="23975"/>
            </a:xfrm>
            <a:custGeom>
              <a:rect b="b" l="l" r="r" t="t"/>
              <a:pathLst>
                <a:path extrusionOk="0" h="959" w="1369">
                  <a:moveTo>
                    <a:pt x="1190" y="0"/>
                  </a:moveTo>
                  <a:lnTo>
                    <a:pt x="870" y="205"/>
                  </a:lnTo>
                  <a:lnTo>
                    <a:pt x="870" y="103"/>
                  </a:lnTo>
                  <a:lnTo>
                    <a:pt x="793" y="103"/>
                  </a:lnTo>
                  <a:lnTo>
                    <a:pt x="678" y="205"/>
                  </a:lnTo>
                  <a:lnTo>
                    <a:pt x="359" y="422"/>
                  </a:lnTo>
                  <a:lnTo>
                    <a:pt x="103" y="652"/>
                  </a:lnTo>
                  <a:lnTo>
                    <a:pt x="1" y="959"/>
                  </a:lnTo>
                  <a:lnTo>
                    <a:pt x="231" y="857"/>
                  </a:lnTo>
                  <a:lnTo>
                    <a:pt x="512" y="524"/>
                  </a:lnTo>
                  <a:lnTo>
                    <a:pt x="538" y="499"/>
                  </a:lnTo>
                  <a:lnTo>
                    <a:pt x="602" y="473"/>
                  </a:lnTo>
                  <a:lnTo>
                    <a:pt x="781" y="397"/>
                  </a:lnTo>
                  <a:lnTo>
                    <a:pt x="1036" y="307"/>
                  </a:lnTo>
                  <a:lnTo>
                    <a:pt x="1368" y="179"/>
                  </a:lnTo>
                  <a:lnTo>
                    <a:pt x="1330" y="64"/>
                  </a:lnTo>
                  <a:lnTo>
                    <a:pt x="11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8"/>
            <p:cNvSpPr/>
            <p:nvPr/>
          </p:nvSpPr>
          <p:spPr>
            <a:xfrm>
              <a:off x="6416600" y="2185700"/>
              <a:ext cx="54975" cy="218250"/>
            </a:xfrm>
            <a:custGeom>
              <a:rect b="b" l="l" r="r" t="t"/>
              <a:pathLst>
                <a:path extrusionOk="0" h="8730" w="2199">
                  <a:moveTo>
                    <a:pt x="499" y="0"/>
                  </a:moveTo>
                  <a:lnTo>
                    <a:pt x="499" y="154"/>
                  </a:lnTo>
                  <a:lnTo>
                    <a:pt x="793" y="345"/>
                  </a:lnTo>
                  <a:lnTo>
                    <a:pt x="895" y="665"/>
                  </a:lnTo>
                  <a:lnTo>
                    <a:pt x="704" y="716"/>
                  </a:lnTo>
                  <a:lnTo>
                    <a:pt x="704" y="869"/>
                  </a:lnTo>
                  <a:lnTo>
                    <a:pt x="601" y="1112"/>
                  </a:lnTo>
                  <a:lnTo>
                    <a:pt x="422" y="869"/>
                  </a:lnTo>
                  <a:lnTo>
                    <a:pt x="90" y="997"/>
                  </a:lnTo>
                  <a:lnTo>
                    <a:pt x="90" y="1227"/>
                  </a:lnTo>
                  <a:lnTo>
                    <a:pt x="205" y="1419"/>
                  </a:lnTo>
                  <a:lnTo>
                    <a:pt x="167" y="1828"/>
                  </a:lnTo>
                  <a:lnTo>
                    <a:pt x="154" y="1943"/>
                  </a:lnTo>
                  <a:lnTo>
                    <a:pt x="128" y="2032"/>
                  </a:lnTo>
                  <a:lnTo>
                    <a:pt x="103" y="2058"/>
                  </a:lnTo>
                  <a:lnTo>
                    <a:pt x="90" y="2084"/>
                  </a:lnTo>
                  <a:lnTo>
                    <a:pt x="52" y="2109"/>
                  </a:lnTo>
                  <a:lnTo>
                    <a:pt x="26" y="2147"/>
                  </a:lnTo>
                  <a:lnTo>
                    <a:pt x="1" y="2211"/>
                  </a:lnTo>
                  <a:lnTo>
                    <a:pt x="77" y="2799"/>
                  </a:lnTo>
                  <a:lnTo>
                    <a:pt x="384" y="3170"/>
                  </a:lnTo>
                  <a:lnTo>
                    <a:pt x="512" y="3336"/>
                  </a:lnTo>
                  <a:lnTo>
                    <a:pt x="448" y="3528"/>
                  </a:lnTo>
                  <a:lnTo>
                    <a:pt x="333" y="3694"/>
                  </a:lnTo>
                  <a:lnTo>
                    <a:pt x="307" y="4026"/>
                  </a:lnTo>
                  <a:lnTo>
                    <a:pt x="448" y="4422"/>
                  </a:lnTo>
                  <a:lnTo>
                    <a:pt x="320" y="4831"/>
                  </a:lnTo>
                  <a:lnTo>
                    <a:pt x="371" y="4921"/>
                  </a:lnTo>
                  <a:lnTo>
                    <a:pt x="397" y="5087"/>
                  </a:lnTo>
                  <a:lnTo>
                    <a:pt x="320" y="5292"/>
                  </a:lnTo>
                  <a:lnTo>
                    <a:pt x="269" y="5534"/>
                  </a:lnTo>
                  <a:lnTo>
                    <a:pt x="90" y="5611"/>
                  </a:lnTo>
                  <a:lnTo>
                    <a:pt x="154" y="5994"/>
                  </a:lnTo>
                  <a:lnTo>
                    <a:pt x="243" y="6301"/>
                  </a:lnTo>
                  <a:lnTo>
                    <a:pt x="384" y="6403"/>
                  </a:lnTo>
                  <a:lnTo>
                    <a:pt x="371" y="6697"/>
                  </a:lnTo>
                  <a:lnTo>
                    <a:pt x="167" y="6940"/>
                  </a:lnTo>
                  <a:lnTo>
                    <a:pt x="205" y="7170"/>
                  </a:lnTo>
                  <a:lnTo>
                    <a:pt x="320" y="7362"/>
                  </a:lnTo>
                  <a:lnTo>
                    <a:pt x="256" y="7643"/>
                  </a:lnTo>
                  <a:lnTo>
                    <a:pt x="128" y="7963"/>
                  </a:lnTo>
                  <a:lnTo>
                    <a:pt x="141" y="8231"/>
                  </a:lnTo>
                  <a:lnTo>
                    <a:pt x="154" y="8538"/>
                  </a:lnTo>
                  <a:lnTo>
                    <a:pt x="295" y="8729"/>
                  </a:lnTo>
                  <a:lnTo>
                    <a:pt x="512" y="8640"/>
                  </a:lnTo>
                  <a:lnTo>
                    <a:pt x="589" y="8282"/>
                  </a:lnTo>
                  <a:lnTo>
                    <a:pt x="806" y="7912"/>
                  </a:lnTo>
                  <a:lnTo>
                    <a:pt x="998" y="7950"/>
                  </a:lnTo>
                  <a:lnTo>
                    <a:pt x="998" y="8129"/>
                  </a:lnTo>
                  <a:lnTo>
                    <a:pt x="1279" y="8090"/>
                  </a:lnTo>
                  <a:lnTo>
                    <a:pt x="1355" y="8359"/>
                  </a:lnTo>
                  <a:lnTo>
                    <a:pt x="1509" y="8448"/>
                  </a:lnTo>
                  <a:lnTo>
                    <a:pt x="1560" y="8116"/>
                  </a:lnTo>
                  <a:lnTo>
                    <a:pt x="1394" y="7860"/>
                  </a:lnTo>
                  <a:lnTo>
                    <a:pt x="1176" y="7758"/>
                  </a:lnTo>
                  <a:lnTo>
                    <a:pt x="1164" y="7413"/>
                  </a:lnTo>
                  <a:lnTo>
                    <a:pt x="959" y="7170"/>
                  </a:lnTo>
                  <a:lnTo>
                    <a:pt x="780" y="6966"/>
                  </a:lnTo>
                  <a:lnTo>
                    <a:pt x="780" y="6518"/>
                  </a:lnTo>
                  <a:lnTo>
                    <a:pt x="998" y="6148"/>
                  </a:lnTo>
                  <a:lnTo>
                    <a:pt x="1036" y="5841"/>
                  </a:lnTo>
                  <a:lnTo>
                    <a:pt x="1113" y="5726"/>
                  </a:lnTo>
                  <a:lnTo>
                    <a:pt x="1113" y="5419"/>
                  </a:lnTo>
                  <a:lnTo>
                    <a:pt x="1291" y="5317"/>
                  </a:lnTo>
                  <a:lnTo>
                    <a:pt x="1624" y="5292"/>
                  </a:lnTo>
                  <a:lnTo>
                    <a:pt x="1892" y="5394"/>
                  </a:lnTo>
                  <a:lnTo>
                    <a:pt x="2097" y="5624"/>
                  </a:lnTo>
                  <a:lnTo>
                    <a:pt x="2199" y="5585"/>
                  </a:lnTo>
                  <a:lnTo>
                    <a:pt x="2148" y="5138"/>
                  </a:lnTo>
                  <a:lnTo>
                    <a:pt x="1815" y="4665"/>
                  </a:lnTo>
                  <a:lnTo>
                    <a:pt x="1803" y="4307"/>
                  </a:lnTo>
                  <a:lnTo>
                    <a:pt x="1675" y="3950"/>
                  </a:lnTo>
                  <a:lnTo>
                    <a:pt x="1598" y="3247"/>
                  </a:lnTo>
                  <a:lnTo>
                    <a:pt x="1304" y="2774"/>
                  </a:lnTo>
                  <a:lnTo>
                    <a:pt x="1164" y="2646"/>
                  </a:lnTo>
                  <a:lnTo>
                    <a:pt x="1228" y="2058"/>
                  </a:lnTo>
                  <a:lnTo>
                    <a:pt x="1368" y="1969"/>
                  </a:lnTo>
                  <a:lnTo>
                    <a:pt x="1394" y="1330"/>
                  </a:lnTo>
                  <a:lnTo>
                    <a:pt x="1151" y="869"/>
                  </a:lnTo>
                  <a:lnTo>
                    <a:pt x="985" y="435"/>
                  </a:lnTo>
                  <a:lnTo>
                    <a:pt x="1100" y="294"/>
                  </a:lnTo>
                  <a:lnTo>
                    <a:pt x="1100" y="115"/>
                  </a:lnTo>
                  <a:lnTo>
                    <a:pt x="8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8"/>
            <p:cNvSpPr/>
            <p:nvPr/>
          </p:nvSpPr>
          <p:spPr>
            <a:xfrm>
              <a:off x="6407975" y="2423425"/>
              <a:ext cx="3850" cy="4800"/>
            </a:xfrm>
            <a:custGeom>
              <a:rect b="b" l="l" r="r" t="t"/>
              <a:pathLst>
                <a:path extrusionOk="0" h="192" w="154">
                  <a:moveTo>
                    <a:pt x="52" y="0"/>
                  </a:moveTo>
                  <a:lnTo>
                    <a:pt x="1" y="51"/>
                  </a:lnTo>
                  <a:lnTo>
                    <a:pt x="116" y="192"/>
                  </a:lnTo>
                  <a:lnTo>
                    <a:pt x="154"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8"/>
            <p:cNvSpPr/>
            <p:nvPr/>
          </p:nvSpPr>
          <p:spPr>
            <a:xfrm>
              <a:off x="6589150" y="3416150"/>
              <a:ext cx="11200" cy="10575"/>
            </a:xfrm>
            <a:custGeom>
              <a:rect b="b" l="l" r="r" t="t"/>
              <a:pathLst>
                <a:path extrusionOk="0" h="423" w="448">
                  <a:moveTo>
                    <a:pt x="77" y="0"/>
                  </a:moveTo>
                  <a:lnTo>
                    <a:pt x="26" y="13"/>
                  </a:lnTo>
                  <a:lnTo>
                    <a:pt x="0" y="26"/>
                  </a:lnTo>
                  <a:lnTo>
                    <a:pt x="141" y="141"/>
                  </a:lnTo>
                  <a:lnTo>
                    <a:pt x="141" y="230"/>
                  </a:lnTo>
                  <a:lnTo>
                    <a:pt x="217" y="333"/>
                  </a:lnTo>
                  <a:lnTo>
                    <a:pt x="332" y="294"/>
                  </a:lnTo>
                  <a:lnTo>
                    <a:pt x="294" y="345"/>
                  </a:lnTo>
                  <a:lnTo>
                    <a:pt x="332" y="422"/>
                  </a:lnTo>
                  <a:lnTo>
                    <a:pt x="396" y="422"/>
                  </a:lnTo>
                  <a:lnTo>
                    <a:pt x="448" y="384"/>
                  </a:lnTo>
                  <a:lnTo>
                    <a:pt x="371" y="307"/>
                  </a:lnTo>
                  <a:lnTo>
                    <a:pt x="332" y="103"/>
                  </a:lnTo>
                  <a:lnTo>
                    <a:pt x="205" y="51"/>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8"/>
            <p:cNvSpPr/>
            <p:nvPr/>
          </p:nvSpPr>
          <p:spPr>
            <a:xfrm>
              <a:off x="6530025" y="3442350"/>
              <a:ext cx="78950" cy="51150"/>
            </a:xfrm>
            <a:custGeom>
              <a:rect b="b" l="l" r="r" t="t"/>
              <a:pathLst>
                <a:path extrusionOk="0" h="2046" w="3158">
                  <a:moveTo>
                    <a:pt x="2774" y="0"/>
                  </a:moveTo>
                  <a:lnTo>
                    <a:pt x="2582" y="550"/>
                  </a:lnTo>
                  <a:lnTo>
                    <a:pt x="2506" y="946"/>
                  </a:lnTo>
                  <a:lnTo>
                    <a:pt x="2250" y="1023"/>
                  </a:lnTo>
                  <a:lnTo>
                    <a:pt x="2020" y="1163"/>
                  </a:lnTo>
                  <a:lnTo>
                    <a:pt x="1841" y="1483"/>
                  </a:lnTo>
                  <a:lnTo>
                    <a:pt x="1330" y="1649"/>
                  </a:lnTo>
                  <a:lnTo>
                    <a:pt x="985" y="1700"/>
                  </a:lnTo>
                  <a:lnTo>
                    <a:pt x="895" y="1802"/>
                  </a:lnTo>
                  <a:lnTo>
                    <a:pt x="589" y="1802"/>
                  </a:lnTo>
                  <a:lnTo>
                    <a:pt x="410" y="1930"/>
                  </a:lnTo>
                  <a:lnTo>
                    <a:pt x="1" y="1994"/>
                  </a:lnTo>
                  <a:lnTo>
                    <a:pt x="103" y="2045"/>
                  </a:lnTo>
                  <a:lnTo>
                    <a:pt x="1534" y="2045"/>
                  </a:lnTo>
                  <a:lnTo>
                    <a:pt x="2378" y="1508"/>
                  </a:lnTo>
                  <a:lnTo>
                    <a:pt x="2378" y="1304"/>
                  </a:lnTo>
                  <a:lnTo>
                    <a:pt x="2813" y="1151"/>
                  </a:lnTo>
                  <a:lnTo>
                    <a:pt x="3158" y="946"/>
                  </a:lnTo>
                  <a:lnTo>
                    <a:pt x="3158" y="639"/>
                  </a:lnTo>
                  <a:lnTo>
                    <a:pt x="3030" y="333"/>
                  </a:lnTo>
                  <a:lnTo>
                    <a:pt x="277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8"/>
            <p:cNvSpPr/>
            <p:nvPr/>
          </p:nvSpPr>
          <p:spPr>
            <a:xfrm>
              <a:off x="6566775" y="3400500"/>
              <a:ext cx="10900" cy="8650"/>
            </a:xfrm>
            <a:custGeom>
              <a:rect b="b" l="l" r="r" t="t"/>
              <a:pathLst>
                <a:path extrusionOk="0" h="346" w="436">
                  <a:moveTo>
                    <a:pt x="192" y="0"/>
                  </a:moveTo>
                  <a:lnTo>
                    <a:pt x="1" y="51"/>
                  </a:lnTo>
                  <a:lnTo>
                    <a:pt x="52" y="243"/>
                  </a:lnTo>
                  <a:lnTo>
                    <a:pt x="256" y="345"/>
                  </a:lnTo>
                  <a:lnTo>
                    <a:pt x="435" y="345"/>
                  </a:lnTo>
                  <a:lnTo>
                    <a:pt x="410" y="179"/>
                  </a:lnTo>
                  <a:lnTo>
                    <a:pt x="435" y="77"/>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8"/>
            <p:cNvSpPr/>
            <p:nvPr/>
          </p:nvSpPr>
          <p:spPr>
            <a:xfrm>
              <a:off x="6387525" y="2423425"/>
              <a:ext cx="102900" cy="95225"/>
            </a:xfrm>
            <a:custGeom>
              <a:rect b="b" l="l" r="r" t="t"/>
              <a:pathLst>
                <a:path extrusionOk="0" h="3809" w="4116">
                  <a:moveTo>
                    <a:pt x="1560" y="0"/>
                  </a:moveTo>
                  <a:lnTo>
                    <a:pt x="1445" y="115"/>
                  </a:lnTo>
                  <a:lnTo>
                    <a:pt x="1317" y="102"/>
                  </a:lnTo>
                  <a:lnTo>
                    <a:pt x="1279" y="358"/>
                  </a:lnTo>
                  <a:lnTo>
                    <a:pt x="1419" y="703"/>
                  </a:lnTo>
                  <a:lnTo>
                    <a:pt x="1394" y="997"/>
                  </a:lnTo>
                  <a:lnTo>
                    <a:pt x="1330" y="1099"/>
                  </a:lnTo>
                  <a:lnTo>
                    <a:pt x="1291" y="1521"/>
                  </a:lnTo>
                  <a:lnTo>
                    <a:pt x="1125" y="1598"/>
                  </a:lnTo>
                  <a:lnTo>
                    <a:pt x="1113" y="1725"/>
                  </a:lnTo>
                  <a:lnTo>
                    <a:pt x="1176" y="2045"/>
                  </a:lnTo>
                  <a:lnTo>
                    <a:pt x="1061" y="2173"/>
                  </a:lnTo>
                  <a:lnTo>
                    <a:pt x="908" y="2173"/>
                  </a:lnTo>
                  <a:lnTo>
                    <a:pt x="908" y="2109"/>
                  </a:lnTo>
                  <a:lnTo>
                    <a:pt x="755" y="2134"/>
                  </a:lnTo>
                  <a:lnTo>
                    <a:pt x="550" y="1956"/>
                  </a:lnTo>
                  <a:lnTo>
                    <a:pt x="397" y="2019"/>
                  </a:lnTo>
                  <a:lnTo>
                    <a:pt x="525" y="2326"/>
                  </a:lnTo>
                  <a:lnTo>
                    <a:pt x="384" y="2531"/>
                  </a:lnTo>
                  <a:lnTo>
                    <a:pt x="333" y="2492"/>
                  </a:lnTo>
                  <a:lnTo>
                    <a:pt x="243" y="2620"/>
                  </a:lnTo>
                  <a:lnTo>
                    <a:pt x="90" y="2646"/>
                  </a:lnTo>
                  <a:lnTo>
                    <a:pt x="77" y="2825"/>
                  </a:lnTo>
                  <a:lnTo>
                    <a:pt x="1" y="2952"/>
                  </a:lnTo>
                  <a:lnTo>
                    <a:pt x="231" y="3234"/>
                  </a:lnTo>
                  <a:lnTo>
                    <a:pt x="269" y="3425"/>
                  </a:lnTo>
                  <a:lnTo>
                    <a:pt x="141" y="3579"/>
                  </a:lnTo>
                  <a:lnTo>
                    <a:pt x="205" y="3783"/>
                  </a:lnTo>
                  <a:lnTo>
                    <a:pt x="307" y="3809"/>
                  </a:lnTo>
                  <a:lnTo>
                    <a:pt x="448" y="3706"/>
                  </a:lnTo>
                  <a:lnTo>
                    <a:pt x="473" y="3540"/>
                  </a:lnTo>
                  <a:lnTo>
                    <a:pt x="576" y="3528"/>
                  </a:lnTo>
                  <a:lnTo>
                    <a:pt x="601" y="3451"/>
                  </a:lnTo>
                  <a:lnTo>
                    <a:pt x="819" y="3528"/>
                  </a:lnTo>
                  <a:lnTo>
                    <a:pt x="1010" y="3464"/>
                  </a:lnTo>
                  <a:lnTo>
                    <a:pt x="793" y="3297"/>
                  </a:lnTo>
                  <a:lnTo>
                    <a:pt x="716" y="3182"/>
                  </a:lnTo>
                  <a:lnTo>
                    <a:pt x="537" y="3170"/>
                  </a:lnTo>
                  <a:lnTo>
                    <a:pt x="358" y="2978"/>
                  </a:lnTo>
                  <a:lnTo>
                    <a:pt x="563" y="2735"/>
                  </a:lnTo>
                  <a:lnTo>
                    <a:pt x="780" y="2850"/>
                  </a:lnTo>
                  <a:lnTo>
                    <a:pt x="819" y="2991"/>
                  </a:lnTo>
                  <a:lnTo>
                    <a:pt x="895" y="2991"/>
                  </a:lnTo>
                  <a:lnTo>
                    <a:pt x="1343" y="2684"/>
                  </a:lnTo>
                  <a:lnTo>
                    <a:pt x="1649" y="2837"/>
                  </a:lnTo>
                  <a:lnTo>
                    <a:pt x="1969" y="3080"/>
                  </a:lnTo>
                  <a:lnTo>
                    <a:pt x="2212" y="3106"/>
                  </a:lnTo>
                  <a:lnTo>
                    <a:pt x="2365" y="3323"/>
                  </a:lnTo>
                  <a:lnTo>
                    <a:pt x="2480" y="3272"/>
                  </a:lnTo>
                  <a:lnTo>
                    <a:pt x="2506" y="2952"/>
                  </a:lnTo>
                  <a:lnTo>
                    <a:pt x="3055" y="2352"/>
                  </a:lnTo>
                  <a:lnTo>
                    <a:pt x="3387" y="2403"/>
                  </a:lnTo>
                  <a:lnTo>
                    <a:pt x="3439" y="2313"/>
                  </a:lnTo>
                  <a:lnTo>
                    <a:pt x="3554" y="2352"/>
                  </a:lnTo>
                  <a:lnTo>
                    <a:pt x="3707" y="2186"/>
                  </a:lnTo>
                  <a:lnTo>
                    <a:pt x="3963" y="2173"/>
                  </a:lnTo>
                  <a:lnTo>
                    <a:pt x="3975" y="2045"/>
                  </a:lnTo>
                  <a:lnTo>
                    <a:pt x="4116" y="1956"/>
                  </a:lnTo>
                  <a:lnTo>
                    <a:pt x="4052" y="1917"/>
                  </a:lnTo>
                  <a:lnTo>
                    <a:pt x="3886" y="2032"/>
                  </a:lnTo>
                  <a:lnTo>
                    <a:pt x="3745" y="1815"/>
                  </a:lnTo>
                  <a:lnTo>
                    <a:pt x="3618" y="1623"/>
                  </a:lnTo>
                  <a:lnTo>
                    <a:pt x="3848" y="1138"/>
                  </a:lnTo>
                  <a:lnTo>
                    <a:pt x="3784" y="1074"/>
                  </a:lnTo>
                  <a:lnTo>
                    <a:pt x="3426" y="1457"/>
                  </a:lnTo>
                  <a:lnTo>
                    <a:pt x="3119" y="1444"/>
                  </a:lnTo>
                  <a:lnTo>
                    <a:pt x="3106" y="1316"/>
                  </a:lnTo>
                  <a:lnTo>
                    <a:pt x="2646" y="1176"/>
                  </a:lnTo>
                  <a:lnTo>
                    <a:pt x="2212" y="856"/>
                  </a:lnTo>
                  <a:lnTo>
                    <a:pt x="1918" y="460"/>
                  </a:lnTo>
                  <a:lnTo>
                    <a:pt x="15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8"/>
            <p:cNvSpPr/>
            <p:nvPr/>
          </p:nvSpPr>
          <p:spPr>
            <a:xfrm>
              <a:off x="6601275" y="3431175"/>
              <a:ext cx="8650" cy="5775"/>
            </a:xfrm>
            <a:custGeom>
              <a:rect b="b" l="l" r="r" t="t"/>
              <a:pathLst>
                <a:path extrusionOk="0" h="231" w="346">
                  <a:moveTo>
                    <a:pt x="1" y="0"/>
                  </a:moveTo>
                  <a:lnTo>
                    <a:pt x="26" y="51"/>
                  </a:lnTo>
                  <a:lnTo>
                    <a:pt x="52" y="89"/>
                  </a:lnTo>
                  <a:lnTo>
                    <a:pt x="103" y="115"/>
                  </a:lnTo>
                  <a:lnTo>
                    <a:pt x="346" y="230"/>
                  </a:lnTo>
                  <a:lnTo>
                    <a:pt x="308" y="141"/>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8"/>
            <p:cNvSpPr/>
            <p:nvPr/>
          </p:nvSpPr>
          <p:spPr>
            <a:xfrm>
              <a:off x="5504700" y="1428450"/>
              <a:ext cx="26875" cy="10875"/>
            </a:xfrm>
            <a:custGeom>
              <a:rect b="b" l="l" r="r" t="t"/>
              <a:pathLst>
                <a:path extrusionOk="0" h="435" w="1075">
                  <a:moveTo>
                    <a:pt x="806" y="0"/>
                  </a:moveTo>
                  <a:lnTo>
                    <a:pt x="499" y="154"/>
                  </a:lnTo>
                  <a:lnTo>
                    <a:pt x="1" y="282"/>
                  </a:lnTo>
                  <a:lnTo>
                    <a:pt x="1" y="435"/>
                  </a:lnTo>
                  <a:lnTo>
                    <a:pt x="563" y="435"/>
                  </a:lnTo>
                  <a:lnTo>
                    <a:pt x="1074" y="154"/>
                  </a:lnTo>
                  <a:lnTo>
                    <a:pt x="8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8"/>
            <p:cNvSpPr/>
            <p:nvPr/>
          </p:nvSpPr>
          <p:spPr>
            <a:xfrm>
              <a:off x="5421300" y="1303825"/>
              <a:ext cx="49250" cy="19850"/>
            </a:xfrm>
            <a:custGeom>
              <a:rect b="b" l="l" r="r" t="t"/>
              <a:pathLst>
                <a:path extrusionOk="0" h="794" w="1970">
                  <a:moveTo>
                    <a:pt x="333" y="1"/>
                  </a:moveTo>
                  <a:lnTo>
                    <a:pt x="52" y="154"/>
                  </a:lnTo>
                  <a:lnTo>
                    <a:pt x="1" y="461"/>
                  </a:lnTo>
                  <a:lnTo>
                    <a:pt x="359" y="448"/>
                  </a:lnTo>
                  <a:lnTo>
                    <a:pt x="704" y="589"/>
                  </a:lnTo>
                  <a:lnTo>
                    <a:pt x="793" y="793"/>
                  </a:lnTo>
                  <a:lnTo>
                    <a:pt x="1343" y="793"/>
                  </a:lnTo>
                  <a:lnTo>
                    <a:pt x="1739" y="576"/>
                  </a:lnTo>
                  <a:lnTo>
                    <a:pt x="1969" y="384"/>
                  </a:lnTo>
                  <a:lnTo>
                    <a:pt x="1164" y="142"/>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8"/>
            <p:cNvSpPr/>
            <p:nvPr/>
          </p:nvSpPr>
          <p:spPr>
            <a:xfrm>
              <a:off x="5583300" y="1330025"/>
              <a:ext cx="110900" cy="70975"/>
            </a:xfrm>
            <a:custGeom>
              <a:rect b="b" l="l" r="r" t="t"/>
              <a:pathLst>
                <a:path extrusionOk="0" h="2839" w="4436">
                  <a:moveTo>
                    <a:pt x="2455" y="1"/>
                  </a:moveTo>
                  <a:lnTo>
                    <a:pt x="2109" y="448"/>
                  </a:lnTo>
                  <a:lnTo>
                    <a:pt x="1905" y="282"/>
                  </a:lnTo>
                  <a:lnTo>
                    <a:pt x="1189" y="755"/>
                  </a:lnTo>
                  <a:lnTo>
                    <a:pt x="1189" y="1113"/>
                  </a:lnTo>
                  <a:lnTo>
                    <a:pt x="998" y="1241"/>
                  </a:lnTo>
                  <a:lnTo>
                    <a:pt x="384" y="2353"/>
                  </a:lnTo>
                  <a:lnTo>
                    <a:pt x="1" y="2557"/>
                  </a:lnTo>
                  <a:lnTo>
                    <a:pt x="1" y="2838"/>
                  </a:lnTo>
                  <a:lnTo>
                    <a:pt x="1547" y="2225"/>
                  </a:lnTo>
                  <a:lnTo>
                    <a:pt x="2685" y="2225"/>
                  </a:lnTo>
                  <a:lnTo>
                    <a:pt x="2812" y="2276"/>
                  </a:lnTo>
                  <a:lnTo>
                    <a:pt x="3068" y="2123"/>
                  </a:lnTo>
                  <a:lnTo>
                    <a:pt x="3720" y="2123"/>
                  </a:lnTo>
                  <a:lnTo>
                    <a:pt x="4308" y="1816"/>
                  </a:lnTo>
                  <a:lnTo>
                    <a:pt x="4436" y="1266"/>
                  </a:lnTo>
                  <a:lnTo>
                    <a:pt x="3771" y="781"/>
                  </a:lnTo>
                  <a:lnTo>
                    <a:pt x="2812" y="857"/>
                  </a:lnTo>
                  <a:lnTo>
                    <a:pt x="2812" y="857"/>
                  </a:lnTo>
                  <a:lnTo>
                    <a:pt x="3017" y="282"/>
                  </a:lnTo>
                  <a:lnTo>
                    <a:pt x="245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8"/>
            <p:cNvSpPr/>
            <p:nvPr/>
          </p:nvSpPr>
          <p:spPr>
            <a:xfrm>
              <a:off x="5462850" y="1299050"/>
              <a:ext cx="131975" cy="60075"/>
            </a:xfrm>
            <a:custGeom>
              <a:rect b="b" l="l" r="r" t="t"/>
              <a:pathLst>
                <a:path extrusionOk="0" h="2403" w="5279">
                  <a:moveTo>
                    <a:pt x="3323" y="0"/>
                  </a:moveTo>
                  <a:lnTo>
                    <a:pt x="2646" y="154"/>
                  </a:lnTo>
                  <a:lnTo>
                    <a:pt x="1828" y="154"/>
                  </a:lnTo>
                  <a:lnTo>
                    <a:pt x="1470" y="294"/>
                  </a:lnTo>
                  <a:lnTo>
                    <a:pt x="1048" y="294"/>
                  </a:lnTo>
                  <a:lnTo>
                    <a:pt x="614" y="754"/>
                  </a:lnTo>
                  <a:lnTo>
                    <a:pt x="0" y="1240"/>
                  </a:lnTo>
                  <a:lnTo>
                    <a:pt x="179" y="1496"/>
                  </a:lnTo>
                  <a:lnTo>
                    <a:pt x="869" y="1496"/>
                  </a:lnTo>
                  <a:lnTo>
                    <a:pt x="1202" y="2045"/>
                  </a:lnTo>
                  <a:lnTo>
                    <a:pt x="1547" y="2122"/>
                  </a:lnTo>
                  <a:lnTo>
                    <a:pt x="1675" y="1841"/>
                  </a:lnTo>
                  <a:lnTo>
                    <a:pt x="2109" y="2275"/>
                  </a:lnTo>
                  <a:lnTo>
                    <a:pt x="2787" y="2250"/>
                  </a:lnTo>
                  <a:lnTo>
                    <a:pt x="3911" y="2403"/>
                  </a:lnTo>
                  <a:lnTo>
                    <a:pt x="4819" y="2403"/>
                  </a:lnTo>
                  <a:lnTo>
                    <a:pt x="5049" y="1968"/>
                  </a:lnTo>
                  <a:lnTo>
                    <a:pt x="4819" y="1572"/>
                  </a:lnTo>
                  <a:lnTo>
                    <a:pt x="5279" y="1444"/>
                  </a:lnTo>
                  <a:lnTo>
                    <a:pt x="5279" y="575"/>
                  </a:lnTo>
                  <a:lnTo>
                    <a:pt x="4231" y="345"/>
                  </a:lnTo>
                  <a:lnTo>
                    <a:pt x="4231" y="550"/>
                  </a:lnTo>
                  <a:lnTo>
                    <a:pt x="4013" y="626"/>
                  </a:lnTo>
                  <a:lnTo>
                    <a:pt x="33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8"/>
            <p:cNvSpPr/>
            <p:nvPr/>
          </p:nvSpPr>
          <p:spPr>
            <a:xfrm>
              <a:off x="5177200" y="1590750"/>
              <a:ext cx="17275" cy="15375"/>
            </a:xfrm>
            <a:custGeom>
              <a:rect b="b" l="l" r="r" t="t"/>
              <a:pathLst>
                <a:path extrusionOk="0" h="615" w="691">
                  <a:moveTo>
                    <a:pt x="409" y="1"/>
                  </a:moveTo>
                  <a:lnTo>
                    <a:pt x="0" y="359"/>
                  </a:lnTo>
                  <a:lnTo>
                    <a:pt x="205" y="614"/>
                  </a:lnTo>
                  <a:lnTo>
                    <a:pt x="691" y="614"/>
                  </a:lnTo>
                  <a:lnTo>
                    <a:pt x="4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8"/>
            <p:cNvSpPr/>
            <p:nvPr/>
          </p:nvSpPr>
          <p:spPr>
            <a:xfrm>
              <a:off x="5394150" y="1248550"/>
              <a:ext cx="32925" cy="14725"/>
            </a:xfrm>
            <a:custGeom>
              <a:rect b="b" l="l" r="r" t="t"/>
              <a:pathLst>
                <a:path extrusionOk="0" h="589" w="1317">
                  <a:moveTo>
                    <a:pt x="1" y="1"/>
                  </a:moveTo>
                  <a:lnTo>
                    <a:pt x="1" y="231"/>
                  </a:lnTo>
                  <a:lnTo>
                    <a:pt x="294" y="372"/>
                  </a:lnTo>
                  <a:lnTo>
                    <a:pt x="499" y="487"/>
                  </a:lnTo>
                  <a:lnTo>
                    <a:pt x="563" y="525"/>
                  </a:lnTo>
                  <a:lnTo>
                    <a:pt x="601" y="563"/>
                  </a:lnTo>
                  <a:lnTo>
                    <a:pt x="627" y="576"/>
                  </a:lnTo>
                  <a:lnTo>
                    <a:pt x="678" y="589"/>
                  </a:lnTo>
                  <a:lnTo>
                    <a:pt x="831" y="576"/>
                  </a:lnTo>
                  <a:lnTo>
                    <a:pt x="1023" y="563"/>
                  </a:lnTo>
                  <a:lnTo>
                    <a:pt x="1317" y="90"/>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78"/>
            <p:cNvSpPr/>
            <p:nvPr/>
          </p:nvSpPr>
          <p:spPr>
            <a:xfrm>
              <a:off x="5228650" y="1496500"/>
              <a:ext cx="19825" cy="16000"/>
            </a:xfrm>
            <a:custGeom>
              <a:rect b="b" l="l" r="r" t="t"/>
              <a:pathLst>
                <a:path extrusionOk="0" h="640" w="793">
                  <a:moveTo>
                    <a:pt x="460" y="1"/>
                  </a:moveTo>
                  <a:lnTo>
                    <a:pt x="0" y="435"/>
                  </a:lnTo>
                  <a:lnTo>
                    <a:pt x="460" y="640"/>
                  </a:lnTo>
                  <a:lnTo>
                    <a:pt x="665" y="320"/>
                  </a:lnTo>
                  <a:lnTo>
                    <a:pt x="793" y="205"/>
                  </a:lnTo>
                  <a:lnTo>
                    <a:pt x="4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8"/>
            <p:cNvSpPr/>
            <p:nvPr/>
          </p:nvSpPr>
          <p:spPr>
            <a:xfrm>
              <a:off x="5376575" y="1428450"/>
              <a:ext cx="8025" cy="9300"/>
            </a:xfrm>
            <a:custGeom>
              <a:rect b="b" l="l" r="r" t="t"/>
              <a:pathLst>
                <a:path extrusionOk="0" h="372" w="321">
                  <a:moveTo>
                    <a:pt x="192" y="0"/>
                  </a:moveTo>
                  <a:lnTo>
                    <a:pt x="1" y="192"/>
                  </a:lnTo>
                  <a:lnTo>
                    <a:pt x="192" y="371"/>
                  </a:lnTo>
                  <a:lnTo>
                    <a:pt x="320" y="218"/>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8"/>
            <p:cNvSpPr/>
            <p:nvPr/>
          </p:nvSpPr>
          <p:spPr>
            <a:xfrm>
              <a:off x="5386175" y="1419825"/>
              <a:ext cx="12800" cy="13125"/>
            </a:xfrm>
            <a:custGeom>
              <a:rect b="b" l="l" r="r" t="t"/>
              <a:pathLst>
                <a:path extrusionOk="0" h="525" w="512">
                  <a:moveTo>
                    <a:pt x="141" y="0"/>
                  </a:moveTo>
                  <a:lnTo>
                    <a:pt x="0" y="115"/>
                  </a:lnTo>
                  <a:lnTo>
                    <a:pt x="0" y="397"/>
                  </a:lnTo>
                  <a:lnTo>
                    <a:pt x="268" y="524"/>
                  </a:lnTo>
                  <a:lnTo>
                    <a:pt x="460" y="345"/>
                  </a:lnTo>
                  <a:lnTo>
                    <a:pt x="498" y="218"/>
                  </a:lnTo>
                  <a:lnTo>
                    <a:pt x="511" y="141"/>
                  </a:lnTo>
                  <a:lnTo>
                    <a:pt x="511" y="115"/>
                  </a:lnTo>
                  <a:lnTo>
                    <a:pt x="473" y="115"/>
                  </a:lnTo>
                  <a:lnTo>
                    <a:pt x="435" y="103"/>
                  </a:lnTo>
                  <a:lnTo>
                    <a:pt x="307" y="64"/>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8"/>
            <p:cNvSpPr/>
            <p:nvPr/>
          </p:nvSpPr>
          <p:spPr>
            <a:xfrm>
              <a:off x="6046600" y="3114200"/>
              <a:ext cx="7700" cy="8325"/>
            </a:xfrm>
            <a:custGeom>
              <a:rect b="b" l="l" r="r" t="t"/>
              <a:pathLst>
                <a:path extrusionOk="0" h="333" w="308">
                  <a:moveTo>
                    <a:pt x="39" y="1"/>
                  </a:moveTo>
                  <a:lnTo>
                    <a:pt x="1" y="116"/>
                  </a:lnTo>
                  <a:lnTo>
                    <a:pt x="307" y="333"/>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8"/>
            <p:cNvSpPr/>
            <p:nvPr/>
          </p:nvSpPr>
          <p:spPr>
            <a:xfrm>
              <a:off x="6783100" y="1665850"/>
              <a:ext cx="10550" cy="15675"/>
            </a:xfrm>
            <a:custGeom>
              <a:rect b="b" l="l" r="r" t="t"/>
              <a:pathLst>
                <a:path extrusionOk="0" h="627" w="422">
                  <a:moveTo>
                    <a:pt x="345" y="0"/>
                  </a:moveTo>
                  <a:lnTo>
                    <a:pt x="0" y="166"/>
                  </a:lnTo>
                  <a:lnTo>
                    <a:pt x="179" y="627"/>
                  </a:lnTo>
                  <a:lnTo>
                    <a:pt x="422" y="627"/>
                  </a:lnTo>
                  <a:lnTo>
                    <a:pt x="422" y="473"/>
                  </a:lnTo>
                  <a:lnTo>
                    <a:pt x="34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8"/>
            <p:cNvSpPr/>
            <p:nvPr/>
          </p:nvSpPr>
          <p:spPr>
            <a:xfrm>
              <a:off x="6546000" y="1444100"/>
              <a:ext cx="27200" cy="11200"/>
            </a:xfrm>
            <a:custGeom>
              <a:rect b="b" l="l" r="r" t="t"/>
              <a:pathLst>
                <a:path extrusionOk="0" h="448" w="1088">
                  <a:moveTo>
                    <a:pt x="857" y="1"/>
                  </a:moveTo>
                  <a:lnTo>
                    <a:pt x="1" y="256"/>
                  </a:lnTo>
                  <a:lnTo>
                    <a:pt x="1" y="448"/>
                  </a:lnTo>
                  <a:lnTo>
                    <a:pt x="857" y="448"/>
                  </a:lnTo>
                  <a:lnTo>
                    <a:pt x="108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8"/>
            <p:cNvSpPr/>
            <p:nvPr/>
          </p:nvSpPr>
          <p:spPr>
            <a:xfrm>
              <a:off x="6505425" y="1493000"/>
              <a:ext cx="95875" cy="33250"/>
            </a:xfrm>
            <a:custGeom>
              <a:rect b="b" l="l" r="r" t="t"/>
              <a:pathLst>
                <a:path extrusionOk="0" h="1330" w="3835">
                  <a:moveTo>
                    <a:pt x="141" y="0"/>
                  </a:moveTo>
                  <a:lnTo>
                    <a:pt x="77" y="256"/>
                  </a:lnTo>
                  <a:lnTo>
                    <a:pt x="13" y="460"/>
                  </a:lnTo>
                  <a:lnTo>
                    <a:pt x="1" y="588"/>
                  </a:lnTo>
                  <a:lnTo>
                    <a:pt x="1" y="614"/>
                  </a:lnTo>
                  <a:lnTo>
                    <a:pt x="13" y="652"/>
                  </a:lnTo>
                  <a:lnTo>
                    <a:pt x="77" y="729"/>
                  </a:lnTo>
                  <a:lnTo>
                    <a:pt x="141" y="818"/>
                  </a:lnTo>
                  <a:lnTo>
                    <a:pt x="1113" y="1061"/>
                  </a:lnTo>
                  <a:lnTo>
                    <a:pt x="1522" y="1329"/>
                  </a:lnTo>
                  <a:lnTo>
                    <a:pt x="2889" y="1329"/>
                  </a:lnTo>
                  <a:lnTo>
                    <a:pt x="3592" y="1150"/>
                  </a:lnTo>
                  <a:lnTo>
                    <a:pt x="3835" y="665"/>
                  </a:lnTo>
                  <a:lnTo>
                    <a:pt x="3694" y="665"/>
                  </a:lnTo>
                  <a:lnTo>
                    <a:pt x="3324" y="882"/>
                  </a:lnTo>
                  <a:lnTo>
                    <a:pt x="3285" y="665"/>
                  </a:lnTo>
                  <a:lnTo>
                    <a:pt x="1918" y="665"/>
                  </a:lnTo>
                  <a:lnTo>
                    <a:pt x="1918" y="332"/>
                  </a:lnTo>
                  <a:lnTo>
                    <a:pt x="908" y="332"/>
                  </a:lnTo>
                  <a:lnTo>
                    <a:pt x="563" y="486"/>
                  </a:lnTo>
                  <a:lnTo>
                    <a:pt x="448" y="435"/>
                  </a:lnTo>
                  <a:lnTo>
                    <a:pt x="474" y="90"/>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8"/>
            <p:cNvSpPr/>
            <p:nvPr/>
          </p:nvSpPr>
          <p:spPr>
            <a:xfrm>
              <a:off x="7149900" y="1644750"/>
              <a:ext cx="73500" cy="32950"/>
            </a:xfrm>
            <a:custGeom>
              <a:rect b="b" l="l" r="r" t="t"/>
              <a:pathLst>
                <a:path extrusionOk="0" h="1318" w="2940">
                  <a:moveTo>
                    <a:pt x="1227" y="1"/>
                  </a:moveTo>
                  <a:lnTo>
                    <a:pt x="742" y="218"/>
                  </a:lnTo>
                  <a:lnTo>
                    <a:pt x="0" y="499"/>
                  </a:lnTo>
                  <a:lnTo>
                    <a:pt x="0" y="921"/>
                  </a:lnTo>
                  <a:lnTo>
                    <a:pt x="115" y="1317"/>
                  </a:lnTo>
                  <a:lnTo>
                    <a:pt x="1035" y="998"/>
                  </a:lnTo>
                  <a:lnTo>
                    <a:pt x="1496" y="1100"/>
                  </a:lnTo>
                  <a:lnTo>
                    <a:pt x="1764" y="998"/>
                  </a:lnTo>
                  <a:lnTo>
                    <a:pt x="2735" y="921"/>
                  </a:lnTo>
                  <a:lnTo>
                    <a:pt x="2940" y="576"/>
                  </a:lnTo>
                  <a:lnTo>
                    <a:pt x="2556" y="423"/>
                  </a:lnTo>
                  <a:lnTo>
                    <a:pt x="21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8"/>
            <p:cNvSpPr/>
            <p:nvPr/>
          </p:nvSpPr>
          <p:spPr>
            <a:xfrm>
              <a:off x="5717500" y="1379875"/>
              <a:ext cx="34225" cy="13450"/>
            </a:xfrm>
            <a:custGeom>
              <a:rect b="b" l="l" r="r" t="t"/>
              <a:pathLst>
                <a:path extrusionOk="0" h="538" w="1369">
                  <a:moveTo>
                    <a:pt x="333" y="1"/>
                  </a:moveTo>
                  <a:lnTo>
                    <a:pt x="1" y="307"/>
                  </a:lnTo>
                  <a:lnTo>
                    <a:pt x="1" y="448"/>
                  </a:lnTo>
                  <a:lnTo>
                    <a:pt x="371" y="218"/>
                  </a:lnTo>
                  <a:lnTo>
                    <a:pt x="243" y="538"/>
                  </a:lnTo>
                  <a:lnTo>
                    <a:pt x="997" y="538"/>
                  </a:lnTo>
                  <a:lnTo>
                    <a:pt x="1317" y="346"/>
                  </a:lnTo>
                  <a:lnTo>
                    <a:pt x="1330" y="333"/>
                  </a:lnTo>
                  <a:lnTo>
                    <a:pt x="1368" y="282"/>
                  </a:lnTo>
                  <a:lnTo>
                    <a:pt x="1368" y="256"/>
                  </a:lnTo>
                  <a:lnTo>
                    <a:pt x="1368" y="244"/>
                  </a:lnTo>
                  <a:lnTo>
                    <a:pt x="1355" y="218"/>
                  </a:lnTo>
                  <a:lnTo>
                    <a:pt x="1317" y="218"/>
                  </a:lnTo>
                  <a:lnTo>
                    <a:pt x="819" y="244"/>
                  </a:lnTo>
                  <a:lnTo>
                    <a:pt x="410" y="269"/>
                  </a:lnTo>
                  <a:lnTo>
                    <a:pt x="4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8"/>
            <p:cNvSpPr/>
            <p:nvPr/>
          </p:nvSpPr>
          <p:spPr>
            <a:xfrm>
              <a:off x="6292300" y="1482775"/>
              <a:ext cx="18875" cy="22375"/>
            </a:xfrm>
            <a:custGeom>
              <a:rect b="b" l="l" r="r" t="t"/>
              <a:pathLst>
                <a:path extrusionOk="0" h="895" w="755">
                  <a:moveTo>
                    <a:pt x="205" y="0"/>
                  </a:moveTo>
                  <a:lnTo>
                    <a:pt x="129" y="537"/>
                  </a:lnTo>
                  <a:lnTo>
                    <a:pt x="1" y="741"/>
                  </a:lnTo>
                  <a:lnTo>
                    <a:pt x="205" y="895"/>
                  </a:lnTo>
                  <a:lnTo>
                    <a:pt x="384" y="818"/>
                  </a:lnTo>
                  <a:lnTo>
                    <a:pt x="512" y="767"/>
                  </a:lnTo>
                  <a:lnTo>
                    <a:pt x="551" y="754"/>
                  </a:lnTo>
                  <a:lnTo>
                    <a:pt x="576" y="741"/>
                  </a:lnTo>
                  <a:lnTo>
                    <a:pt x="602" y="690"/>
                  </a:lnTo>
                  <a:lnTo>
                    <a:pt x="666" y="614"/>
                  </a:lnTo>
                  <a:lnTo>
                    <a:pt x="755" y="524"/>
                  </a:lnTo>
                  <a:lnTo>
                    <a:pt x="487" y="281"/>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8"/>
            <p:cNvSpPr/>
            <p:nvPr/>
          </p:nvSpPr>
          <p:spPr>
            <a:xfrm>
              <a:off x="6293600" y="1546025"/>
              <a:ext cx="17575" cy="16325"/>
            </a:xfrm>
            <a:custGeom>
              <a:rect b="b" l="l" r="r" t="t"/>
              <a:pathLst>
                <a:path extrusionOk="0" h="653" w="703">
                  <a:moveTo>
                    <a:pt x="38" y="1"/>
                  </a:moveTo>
                  <a:lnTo>
                    <a:pt x="0" y="231"/>
                  </a:lnTo>
                  <a:lnTo>
                    <a:pt x="588" y="652"/>
                  </a:lnTo>
                  <a:lnTo>
                    <a:pt x="703" y="474"/>
                  </a:lnTo>
                  <a:lnTo>
                    <a:pt x="537" y="103"/>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78"/>
            <p:cNvSpPr/>
            <p:nvPr/>
          </p:nvSpPr>
          <p:spPr>
            <a:xfrm>
              <a:off x="6374750" y="1544425"/>
              <a:ext cx="81825" cy="43175"/>
            </a:xfrm>
            <a:custGeom>
              <a:rect b="b" l="l" r="r" t="t"/>
              <a:pathLst>
                <a:path extrusionOk="0" h="1727" w="3273">
                  <a:moveTo>
                    <a:pt x="895" y="1"/>
                  </a:moveTo>
                  <a:lnTo>
                    <a:pt x="460" y="205"/>
                  </a:lnTo>
                  <a:lnTo>
                    <a:pt x="524" y="665"/>
                  </a:lnTo>
                  <a:lnTo>
                    <a:pt x="1176" y="665"/>
                  </a:lnTo>
                  <a:lnTo>
                    <a:pt x="857" y="1228"/>
                  </a:lnTo>
                  <a:lnTo>
                    <a:pt x="563" y="1343"/>
                  </a:lnTo>
                  <a:lnTo>
                    <a:pt x="0" y="1343"/>
                  </a:lnTo>
                  <a:lnTo>
                    <a:pt x="0" y="1573"/>
                  </a:lnTo>
                  <a:lnTo>
                    <a:pt x="588" y="1522"/>
                  </a:lnTo>
                  <a:lnTo>
                    <a:pt x="1176" y="1343"/>
                  </a:lnTo>
                  <a:lnTo>
                    <a:pt x="1330" y="1573"/>
                  </a:lnTo>
                  <a:lnTo>
                    <a:pt x="1700" y="1624"/>
                  </a:lnTo>
                  <a:lnTo>
                    <a:pt x="2096" y="1675"/>
                  </a:lnTo>
                  <a:lnTo>
                    <a:pt x="2493" y="1713"/>
                  </a:lnTo>
                  <a:lnTo>
                    <a:pt x="2863" y="1726"/>
                  </a:lnTo>
                  <a:lnTo>
                    <a:pt x="3272" y="1726"/>
                  </a:lnTo>
                  <a:lnTo>
                    <a:pt x="3272" y="1381"/>
                  </a:lnTo>
                  <a:lnTo>
                    <a:pt x="2799" y="870"/>
                  </a:lnTo>
                  <a:lnTo>
                    <a:pt x="2288" y="589"/>
                  </a:lnTo>
                  <a:lnTo>
                    <a:pt x="1215" y="755"/>
                  </a:lnTo>
                  <a:lnTo>
                    <a:pt x="1215" y="538"/>
                  </a:lnTo>
                  <a:lnTo>
                    <a:pt x="1330" y="129"/>
                  </a:lnTo>
                  <a:lnTo>
                    <a:pt x="89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78"/>
            <p:cNvSpPr/>
            <p:nvPr/>
          </p:nvSpPr>
          <p:spPr>
            <a:xfrm>
              <a:off x="6321375" y="1469675"/>
              <a:ext cx="167475" cy="62950"/>
            </a:xfrm>
            <a:custGeom>
              <a:rect b="b" l="l" r="r" t="t"/>
              <a:pathLst>
                <a:path extrusionOk="0" h="2518" w="6699">
                  <a:moveTo>
                    <a:pt x="1599" y="0"/>
                  </a:moveTo>
                  <a:lnTo>
                    <a:pt x="1151" y="205"/>
                  </a:lnTo>
                  <a:lnTo>
                    <a:pt x="845" y="320"/>
                  </a:lnTo>
                  <a:lnTo>
                    <a:pt x="384" y="320"/>
                  </a:lnTo>
                  <a:lnTo>
                    <a:pt x="384" y="754"/>
                  </a:lnTo>
                  <a:lnTo>
                    <a:pt x="193" y="754"/>
                  </a:lnTo>
                  <a:lnTo>
                    <a:pt x="295" y="1419"/>
                  </a:lnTo>
                  <a:lnTo>
                    <a:pt x="1" y="1419"/>
                  </a:lnTo>
                  <a:lnTo>
                    <a:pt x="142" y="1802"/>
                  </a:lnTo>
                  <a:lnTo>
                    <a:pt x="614" y="1802"/>
                  </a:lnTo>
                  <a:lnTo>
                    <a:pt x="845" y="2186"/>
                  </a:lnTo>
                  <a:lnTo>
                    <a:pt x="1317" y="2518"/>
                  </a:lnTo>
                  <a:lnTo>
                    <a:pt x="2020" y="2518"/>
                  </a:lnTo>
                  <a:lnTo>
                    <a:pt x="2225" y="2032"/>
                  </a:lnTo>
                  <a:lnTo>
                    <a:pt x="2813" y="2275"/>
                  </a:lnTo>
                  <a:lnTo>
                    <a:pt x="3669" y="1994"/>
                  </a:lnTo>
                  <a:lnTo>
                    <a:pt x="4104" y="2007"/>
                  </a:lnTo>
                  <a:lnTo>
                    <a:pt x="4628" y="2083"/>
                  </a:lnTo>
                  <a:lnTo>
                    <a:pt x="5152" y="2032"/>
                  </a:lnTo>
                  <a:lnTo>
                    <a:pt x="5548" y="2007"/>
                  </a:lnTo>
                  <a:lnTo>
                    <a:pt x="5241" y="1892"/>
                  </a:lnTo>
                  <a:lnTo>
                    <a:pt x="5062" y="1828"/>
                  </a:lnTo>
                  <a:lnTo>
                    <a:pt x="4883" y="1764"/>
                  </a:lnTo>
                  <a:lnTo>
                    <a:pt x="4436" y="1380"/>
                  </a:lnTo>
                  <a:lnTo>
                    <a:pt x="5688" y="1917"/>
                  </a:lnTo>
                  <a:lnTo>
                    <a:pt x="6085" y="1917"/>
                  </a:lnTo>
                  <a:lnTo>
                    <a:pt x="6391" y="1342"/>
                  </a:lnTo>
                  <a:lnTo>
                    <a:pt x="6251" y="1265"/>
                  </a:lnTo>
                  <a:lnTo>
                    <a:pt x="6698" y="1150"/>
                  </a:lnTo>
                  <a:lnTo>
                    <a:pt x="6596" y="907"/>
                  </a:lnTo>
                  <a:lnTo>
                    <a:pt x="5305" y="588"/>
                  </a:lnTo>
                  <a:lnTo>
                    <a:pt x="4794" y="588"/>
                  </a:lnTo>
                  <a:lnTo>
                    <a:pt x="3695" y="153"/>
                  </a:lnTo>
                  <a:lnTo>
                    <a:pt x="3477" y="153"/>
                  </a:lnTo>
                  <a:lnTo>
                    <a:pt x="3311" y="268"/>
                  </a:lnTo>
                  <a:lnTo>
                    <a:pt x="3119" y="971"/>
                  </a:lnTo>
                  <a:lnTo>
                    <a:pt x="3004" y="856"/>
                  </a:lnTo>
                  <a:lnTo>
                    <a:pt x="2800" y="562"/>
                  </a:lnTo>
                  <a:lnTo>
                    <a:pt x="2557" y="562"/>
                  </a:lnTo>
                  <a:lnTo>
                    <a:pt x="2417" y="358"/>
                  </a:lnTo>
                  <a:lnTo>
                    <a:pt x="1905" y="320"/>
                  </a:lnTo>
                  <a:lnTo>
                    <a:pt x="159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8"/>
            <p:cNvSpPr/>
            <p:nvPr/>
          </p:nvSpPr>
          <p:spPr>
            <a:xfrm>
              <a:off x="5421300" y="1246650"/>
              <a:ext cx="135825" cy="62650"/>
            </a:xfrm>
            <a:custGeom>
              <a:rect b="b" l="l" r="r" t="t"/>
              <a:pathLst>
                <a:path extrusionOk="0" h="2506" w="5433">
                  <a:moveTo>
                    <a:pt x="3375" y="0"/>
                  </a:moveTo>
                  <a:lnTo>
                    <a:pt x="2570" y="384"/>
                  </a:lnTo>
                  <a:lnTo>
                    <a:pt x="2212" y="448"/>
                  </a:lnTo>
                  <a:lnTo>
                    <a:pt x="1931" y="499"/>
                  </a:lnTo>
                  <a:lnTo>
                    <a:pt x="1726" y="537"/>
                  </a:lnTo>
                  <a:lnTo>
                    <a:pt x="1381" y="665"/>
                  </a:lnTo>
                  <a:lnTo>
                    <a:pt x="1177" y="754"/>
                  </a:lnTo>
                  <a:lnTo>
                    <a:pt x="1138" y="972"/>
                  </a:lnTo>
                  <a:lnTo>
                    <a:pt x="1445" y="1048"/>
                  </a:lnTo>
                  <a:lnTo>
                    <a:pt x="1011" y="1240"/>
                  </a:lnTo>
                  <a:lnTo>
                    <a:pt x="269" y="1611"/>
                  </a:lnTo>
                  <a:lnTo>
                    <a:pt x="1" y="1866"/>
                  </a:lnTo>
                  <a:lnTo>
                    <a:pt x="589" y="1930"/>
                  </a:lnTo>
                  <a:lnTo>
                    <a:pt x="589" y="2096"/>
                  </a:lnTo>
                  <a:lnTo>
                    <a:pt x="1522" y="2096"/>
                  </a:lnTo>
                  <a:lnTo>
                    <a:pt x="1573" y="2314"/>
                  </a:lnTo>
                  <a:lnTo>
                    <a:pt x="2237" y="2505"/>
                  </a:lnTo>
                  <a:lnTo>
                    <a:pt x="2838" y="2211"/>
                  </a:lnTo>
                  <a:lnTo>
                    <a:pt x="3132" y="2301"/>
                  </a:lnTo>
                  <a:lnTo>
                    <a:pt x="3388" y="2096"/>
                  </a:lnTo>
                  <a:lnTo>
                    <a:pt x="3861" y="2135"/>
                  </a:lnTo>
                  <a:lnTo>
                    <a:pt x="4487" y="2096"/>
                  </a:lnTo>
                  <a:lnTo>
                    <a:pt x="4679" y="1994"/>
                  </a:lnTo>
                  <a:lnTo>
                    <a:pt x="4870" y="1790"/>
                  </a:lnTo>
                  <a:lnTo>
                    <a:pt x="4487" y="1572"/>
                  </a:lnTo>
                  <a:lnTo>
                    <a:pt x="4704" y="1240"/>
                  </a:lnTo>
                  <a:lnTo>
                    <a:pt x="5254" y="1202"/>
                  </a:lnTo>
                  <a:lnTo>
                    <a:pt x="5433" y="920"/>
                  </a:lnTo>
                  <a:lnTo>
                    <a:pt x="5100" y="895"/>
                  </a:lnTo>
                  <a:lnTo>
                    <a:pt x="4743" y="869"/>
                  </a:lnTo>
                  <a:lnTo>
                    <a:pt x="4704" y="844"/>
                  </a:lnTo>
                  <a:lnTo>
                    <a:pt x="4653" y="793"/>
                  </a:lnTo>
                  <a:lnTo>
                    <a:pt x="4500" y="652"/>
                  </a:lnTo>
                  <a:lnTo>
                    <a:pt x="4308" y="460"/>
                  </a:lnTo>
                  <a:lnTo>
                    <a:pt x="3682" y="102"/>
                  </a:lnTo>
                  <a:lnTo>
                    <a:pt x="337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8"/>
            <p:cNvSpPr/>
            <p:nvPr/>
          </p:nvSpPr>
          <p:spPr>
            <a:xfrm>
              <a:off x="4060175" y="1691100"/>
              <a:ext cx="16950" cy="9600"/>
            </a:xfrm>
            <a:custGeom>
              <a:rect b="b" l="l" r="r" t="t"/>
              <a:pathLst>
                <a:path extrusionOk="0" h="384" w="678">
                  <a:moveTo>
                    <a:pt x="563" y="0"/>
                  </a:moveTo>
                  <a:lnTo>
                    <a:pt x="511" y="26"/>
                  </a:lnTo>
                  <a:lnTo>
                    <a:pt x="473" y="38"/>
                  </a:lnTo>
                  <a:lnTo>
                    <a:pt x="435" y="77"/>
                  </a:lnTo>
                  <a:lnTo>
                    <a:pt x="371" y="141"/>
                  </a:lnTo>
                  <a:lnTo>
                    <a:pt x="320" y="217"/>
                  </a:lnTo>
                  <a:lnTo>
                    <a:pt x="243" y="217"/>
                  </a:lnTo>
                  <a:lnTo>
                    <a:pt x="154" y="205"/>
                  </a:lnTo>
                  <a:lnTo>
                    <a:pt x="103" y="192"/>
                  </a:lnTo>
                  <a:lnTo>
                    <a:pt x="64" y="192"/>
                  </a:lnTo>
                  <a:lnTo>
                    <a:pt x="26" y="205"/>
                  </a:lnTo>
                  <a:lnTo>
                    <a:pt x="13" y="243"/>
                  </a:lnTo>
                  <a:lnTo>
                    <a:pt x="0" y="281"/>
                  </a:lnTo>
                  <a:lnTo>
                    <a:pt x="0" y="307"/>
                  </a:lnTo>
                  <a:lnTo>
                    <a:pt x="26" y="332"/>
                  </a:lnTo>
                  <a:lnTo>
                    <a:pt x="64" y="358"/>
                  </a:lnTo>
                  <a:lnTo>
                    <a:pt x="154" y="371"/>
                  </a:lnTo>
                  <a:lnTo>
                    <a:pt x="243" y="383"/>
                  </a:lnTo>
                  <a:lnTo>
                    <a:pt x="358" y="371"/>
                  </a:lnTo>
                  <a:lnTo>
                    <a:pt x="448" y="345"/>
                  </a:lnTo>
                  <a:lnTo>
                    <a:pt x="537" y="294"/>
                  </a:lnTo>
                  <a:lnTo>
                    <a:pt x="614" y="230"/>
                  </a:lnTo>
                  <a:lnTo>
                    <a:pt x="652" y="179"/>
                  </a:lnTo>
                  <a:lnTo>
                    <a:pt x="678" y="128"/>
                  </a:lnTo>
                  <a:lnTo>
                    <a:pt x="678" y="64"/>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8"/>
            <p:cNvSpPr/>
            <p:nvPr/>
          </p:nvSpPr>
          <p:spPr>
            <a:xfrm>
              <a:off x="4030125" y="1712175"/>
              <a:ext cx="5475" cy="4825"/>
            </a:xfrm>
            <a:custGeom>
              <a:rect b="b" l="l" r="r" t="t"/>
              <a:pathLst>
                <a:path extrusionOk="0" h="193" w="219">
                  <a:moveTo>
                    <a:pt x="52" y="1"/>
                  </a:moveTo>
                  <a:lnTo>
                    <a:pt x="26" y="13"/>
                  </a:lnTo>
                  <a:lnTo>
                    <a:pt x="1" y="39"/>
                  </a:lnTo>
                  <a:lnTo>
                    <a:pt x="1" y="64"/>
                  </a:lnTo>
                  <a:lnTo>
                    <a:pt x="1" y="90"/>
                  </a:lnTo>
                  <a:lnTo>
                    <a:pt x="26" y="141"/>
                  </a:lnTo>
                  <a:lnTo>
                    <a:pt x="52" y="179"/>
                  </a:lnTo>
                  <a:lnTo>
                    <a:pt x="78" y="192"/>
                  </a:lnTo>
                  <a:lnTo>
                    <a:pt x="116" y="192"/>
                  </a:lnTo>
                  <a:lnTo>
                    <a:pt x="154" y="179"/>
                  </a:lnTo>
                  <a:lnTo>
                    <a:pt x="193" y="167"/>
                  </a:lnTo>
                  <a:lnTo>
                    <a:pt x="218" y="154"/>
                  </a:lnTo>
                  <a:lnTo>
                    <a:pt x="218" y="128"/>
                  </a:lnTo>
                  <a:lnTo>
                    <a:pt x="205" y="103"/>
                  </a:lnTo>
                  <a:lnTo>
                    <a:pt x="167" y="52"/>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8"/>
            <p:cNvSpPr/>
            <p:nvPr/>
          </p:nvSpPr>
          <p:spPr>
            <a:xfrm>
              <a:off x="3946100" y="1774150"/>
              <a:ext cx="8975" cy="7375"/>
            </a:xfrm>
            <a:custGeom>
              <a:rect b="b" l="l" r="r" t="t"/>
              <a:pathLst>
                <a:path extrusionOk="0" h="295" w="359">
                  <a:moveTo>
                    <a:pt x="179" y="1"/>
                  </a:moveTo>
                  <a:lnTo>
                    <a:pt x="141" y="14"/>
                  </a:lnTo>
                  <a:lnTo>
                    <a:pt x="64" y="78"/>
                  </a:lnTo>
                  <a:lnTo>
                    <a:pt x="26" y="116"/>
                  </a:lnTo>
                  <a:lnTo>
                    <a:pt x="1" y="142"/>
                  </a:lnTo>
                  <a:lnTo>
                    <a:pt x="1" y="218"/>
                  </a:lnTo>
                  <a:lnTo>
                    <a:pt x="1" y="244"/>
                  </a:lnTo>
                  <a:lnTo>
                    <a:pt x="13" y="269"/>
                  </a:lnTo>
                  <a:lnTo>
                    <a:pt x="39" y="295"/>
                  </a:lnTo>
                  <a:lnTo>
                    <a:pt x="77" y="295"/>
                  </a:lnTo>
                  <a:lnTo>
                    <a:pt x="141" y="257"/>
                  </a:lnTo>
                  <a:lnTo>
                    <a:pt x="179" y="231"/>
                  </a:lnTo>
                  <a:lnTo>
                    <a:pt x="205" y="193"/>
                  </a:lnTo>
                  <a:lnTo>
                    <a:pt x="269" y="103"/>
                  </a:lnTo>
                  <a:lnTo>
                    <a:pt x="3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8"/>
            <p:cNvSpPr/>
            <p:nvPr/>
          </p:nvSpPr>
          <p:spPr>
            <a:xfrm>
              <a:off x="3949300" y="1760425"/>
              <a:ext cx="12800" cy="9600"/>
            </a:xfrm>
            <a:custGeom>
              <a:rect b="b" l="l" r="r" t="t"/>
              <a:pathLst>
                <a:path extrusionOk="0" h="384" w="512">
                  <a:moveTo>
                    <a:pt x="358" y="0"/>
                  </a:moveTo>
                  <a:lnTo>
                    <a:pt x="345" y="103"/>
                  </a:lnTo>
                  <a:lnTo>
                    <a:pt x="345" y="167"/>
                  </a:lnTo>
                  <a:lnTo>
                    <a:pt x="345" y="192"/>
                  </a:lnTo>
                  <a:lnTo>
                    <a:pt x="320" y="218"/>
                  </a:lnTo>
                  <a:lnTo>
                    <a:pt x="294" y="230"/>
                  </a:lnTo>
                  <a:lnTo>
                    <a:pt x="282" y="230"/>
                  </a:lnTo>
                  <a:lnTo>
                    <a:pt x="243" y="218"/>
                  </a:lnTo>
                  <a:lnTo>
                    <a:pt x="218" y="192"/>
                  </a:lnTo>
                  <a:lnTo>
                    <a:pt x="205" y="167"/>
                  </a:lnTo>
                  <a:lnTo>
                    <a:pt x="167" y="128"/>
                  </a:lnTo>
                  <a:lnTo>
                    <a:pt x="26" y="128"/>
                  </a:lnTo>
                  <a:lnTo>
                    <a:pt x="0" y="179"/>
                  </a:lnTo>
                  <a:lnTo>
                    <a:pt x="0" y="243"/>
                  </a:lnTo>
                  <a:lnTo>
                    <a:pt x="13" y="269"/>
                  </a:lnTo>
                  <a:lnTo>
                    <a:pt x="26" y="294"/>
                  </a:lnTo>
                  <a:lnTo>
                    <a:pt x="115" y="294"/>
                  </a:lnTo>
                  <a:lnTo>
                    <a:pt x="128" y="282"/>
                  </a:lnTo>
                  <a:lnTo>
                    <a:pt x="141" y="269"/>
                  </a:lnTo>
                  <a:lnTo>
                    <a:pt x="167" y="256"/>
                  </a:lnTo>
                  <a:lnTo>
                    <a:pt x="218" y="256"/>
                  </a:lnTo>
                  <a:lnTo>
                    <a:pt x="243" y="282"/>
                  </a:lnTo>
                  <a:lnTo>
                    <a:pt x="256" y="294"/>
                  </a:lnTo>
                  <a:lnTo>
                    <a:pt x="269" y="307"/>
                  </a:lnTo>
                  <a:lnTo>
                    <a:pt x="243" y="320"/>
                  </a:lnTo>
                  <a:lnTo>
                    <a:pt x="218" y="333"/>
                  </a:lnTo>
                  <a:lnTo>
                    <a:pt x="192" y="345"/>
                  </a:lnTo>
                  <a:lnTo>
                    <a:pt x="192" y="358"/>
                  </a:lnTo>
                  <a:lnTo>
                    <a:pt x="205" y="371"/>
                  </a:lnTo>
                  <a:lnTo>
                    <a:pt x="256" y="371"/>
                  </a:lnTo>
                  <a:lnTo>
                    <a:pt x="307" y="384"/>
                  </a:lnTo>
                  <a:lnTo>
                    <a:pt x="345" y="371"/>
                  </a:lnTo>
                  <a:lnTo>
                    <a:pt x="371" y="358"/>
                  </a:lnTo>
                  <a:lnTo>
                    <a:pt x="384" y="333"/>
                  </a:lnTo>
                  <a:lnTo>
                    <a:pt x="397" y="294"/>
                  </a:lnTo>
                  <a:lnTo>
                    <a:pt x="448" y="179"/>
                  </a:lnTo>
                  <a:lnTo>
                    <a:pt x="512" y="52"/>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8"/>
            <p:cNvSpPr/>
            <p:nvPr/>
          </p:nvSpPr>
          <p:spPr>
            <a:xfrm>
              <a:off x="4570125" y="1724000"/>
              <a:ext cx="36750" cy="32625"/>
            </a:xfrm>
            <a:custGeom>
              <a:rect b="b" l="l" r="r" t="t"/>
              <a:pathLst>
                <a:path extrusionOk="0" h="1305" w="1470">
                  <a:moveTo>
                    <a:pt x="550" y="0"/>
                  </a:moveTo>
                  <a:lnTo>
                    <a:pt x="141" y="345"/>
                  </a:lnTo>
                  <a:lnTo>
                    <a:pt x="0" y="1010"/>
                  </a:lnTo>
                  <a:lnTo>
                    <a:pt x="550" y="1304"/>
                  </a:lnTo>
                  <a:lnTo>
                    <a:pt x="869" y="1112"/>
                  </a:lnTo>
                  <a:lnTo>
                    <a:pt x="1099" y="857"/>
                  </a:lnTo>
                  <a:lnTo>
                    <a:pt x="1138" y="997"/>
                  </a:lnTo>
                  <a:lnTo>
                    <a:pt x="1470" y="997"/>
                  </a:lnTo>
                  <a:lnTo>
                    <a:pt x="1470" y="422"/>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8"/>
            <p:cNvSpPr/>
            <p:nvPr/>
          </p:nvSpPr>
          <p:spPr>
            <a:xfrm>
              <a:off x="3963675" y="1747650"/>
              <a:ext cx="14725" cy="10550"/>
            </a:xfrm>
            <a:custGeom>
              <a:rect b="b" l="l" r="r" t="t"/>
              <a:pathLst>
                <a:path extrusionOk="0" h="422" w="589">
                  <a:moveTo>
                    <a:pt x="512" y="0"/>
                  </a:moveTo>
                  <a:lnTo>
                    <a:pt x="461" y="13"/>
                  </a:lnTo>
                  <a:lnTo>
                    <a:pt x="371" y="64"/>
                  </a:lnTo>
                  <a:lnTo>
                    <a:pt x="282" y="102"/>
                  </a:lnTo>
                  <a:lnTo>
                    <a:pt x="192" y="154"/>
                  </a:lnTo>
                  <a:lnTo>
                    <a:pt x="128" y="192"/>
                  </a:lnTo>
                  <a:lnTo>
                    <a:pt x="64" y="256"/>
                  </a:lnTo>
                  <a:lnTo>
                    <a:pt x="13" y="320"/>
                  </a:lnTo>
                  <a:lnTo>
                    <a:pt x="1" y="358"/>
                  </a:lnTo>
                  <a:lnTo>
                    <a:pt x="1" y="384"/>
                  </a:lnTo>
                  <a:lnTo>
                    <a:pt x="13" y="396"/>
                  </a:lnTo>
                  <a:lnTo>
                    <a:pt x="26" y="409"/>
                  </a:lnTo>
                  <a:lnTo>
                    <a:pt x="64" y="422"/>
                  </a:lnTo>
                  <a:lnTo>
                    <a:pt x="116" y="422"/>
                  </a:lnTo>
                  <a:lnTo>
                    <a:pt x="167" y="409"/>
                  </a:lnTo>
                  <a:lnTo>
                    <a:pt x="218" y="396"/>
                  </a:lnTo>
                  <a:lnTo>
                    <a:pt x="243" y="358"/>
                  </a:lnTo>
                  <a:lnTo>
                    <a:pt x="269" y="320"/>
                  </a:lnTo>
                  <a:lnTo>
                    <a:pt x="307" y="281"/>
                  </a:lnTo>
                  <a:lnTo>
                    <a:pt x="384" y="243"/>
                  </a:lnTo>
                  <a:lnTo>
                    <a:pt x="486" y="179"/>
                  </a:lnTo>
                  <a:lnTo>
                    <a:pt x="563" y="128"/>
                  </a:lnTo>
                  <a:lnTo>
                    <a:pt x="588" y="90"/>
                  </a:lnTo>
                  <a:lnTo>
                    <a:pt x="588" y="64"/>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8"/>
            <p:cNvSpPr/>
            <p:nvPr/>
          </p:nvSpPr>
          <p:spPr>
            <a:xfrm>
              <a:off x="6170900" y="3602750"/>
              <a:ext cx="31325" cy="12800"/>
            </a:xfrm>
            <a:custGeom>
              <a:rect b="b" l="l" r="r" t="t"/>
              <a:pathLst>
                <a:path extrusionOk="0" h="512" w="1253">
                  <a:moveTo>
                    <a:pt x="358" y="0"/>
                  </a:moveTo>
                  <a:lnTo>
                    <a:pt x="320" y="13"/>
                  </a:lnTo>
                  <a:lnTo>
                    <a:pt x="269" y="39"/>
                  </a:lnTo>
                  <a:lnTo>
                    <a:pt x="230" y="64"/>
                  </a:lnTo>
                  <a:lnTo>
                    <a:pt x="205" y="102"/>
                  </a:lnTo>
                  <a:lnTo>
                    <a:pt x="179" y="141"/>
                  </a:lnTo>
                  <a:lnTo>
                    <a:pt x="179" y="179"/>
                  </a:lnTo>
                  <a:lnTo>
                    <a:pt x="179" y="217"/>
                  </a:lnTo>
                  <a:lnTo>
                    <a:pt x="166" y="256"/>
                  </a:lnTo>
                  <a:lnTo>
                    <a:pt x="141" y="294"/>
                  </a:lnTo>
                  <a:lnTo>
                    <a:pt x="115" y="307"/>
                  </a:lnTo>
                  <a:lnTo>
                    <a:pt x="51" y="358"/>
                  </a:lnTo>
                  <a:lnTo>
                    <a:pt x="26" y="371"/>
                  </a:lnTo>
                  <a:lnTo>
                    <a:pt x="0" y="409"/>
                  </a:lnTo>
                  <a:lnTo>
                    <a:pt x="103" y="435"/>
                  </a:lnTo>
                  <a:lnTo>
                    <a:pt x="205" y="448"/>
                  </a:lnTo>
                  <a:lnTo>
                    <a:pt x="409" y="448"/>
                  </a:lnTo>
                  <a:lnTo>
                    <a:pt x="601" y="460"/>
                  </a:lnTo>
                  <a:lnTo>
                    <a:pt x="703" y="473"/>
                  </a:lnTo>
                  <a:lnTo>
                    <a:pt x="805" y="499"/>
                  </a:lnTo>
                  <a:lnTo>
                    <a:pt x="869" y="511"/>
                  </a:lnTo>
                  <a:lnTo>
                    <a:pt x="933" y="511"/>
                  </a:lnTo>
                  <a:lnTo>
                    <a:pt x="997" y="486"/>
                  </a:lnTo>
                  <a:lnTo>
                    <a:pt x="1048" y="448"/>
                  </a:lnTo>
                  <a:lnTo>
                    <a:pt x="1112" y="396"/>
                  </a:lnTo>
                  <a:lnTo>
                    <a:pt x="1163" y="345"/>
                  </a:lnTo>
                  <a:lnTo>
                    <a:pt x="1240" y="230"/>
                  </a:lnTo>
                  <a:lnTo>
                    <a:pt x="1253" y="192"/>
                  </a:lnTo>
                  <a:lnTo>
                    <a:pt x="1253" y="141"/>
                  </a:lnTo>
                  <a:lnTo>
                    <a:pt x="1240" y="90"/>
                  </a:lnTo>
                  <a:lnTo>
                    <a:pt x="1214" y="51"/>
                  </a:lnTo>
                  <a:lnTo>
                    <a:pt x="1189" y="26"/>
                  </a:lnTo>
                  <a:lnTo>
                    <a:pt x="1151" y="13"/>
                  </a:lnTo>
                  <a:lnTo>
                    <a:pt x="1099" y="13"/>
                  </a:lnTo>
                  <a:lnTo>
                    <a:pt x="1048" y="26"/>
                  </a:lnTo>
                  <a:lnTo>
                    <a:pt x="895" y="77"/>
                  </a:lnTo>
                  <a:lnTo>
                    <a:pt x="831" y="90"/>
                  </a:lnTo>
                  <a:lnTo>
                    <a:pt x="754" y="102"/>
                  </a:lnTo>
                  <a:lnTo>
                    <a:pt x="678" y="102"/>
                  </a:lnTo>
                  <a:lnTo>
                    <a:pt x="601" y="90"/>
                  </a:lnTo>
                  <a:lnTo>
                    <a:pt x="524" y="64"/>
                  </a:lnTo>
                  <a:lnTo>
                    <a:pt x="448" y="26"/>
                  </a:lnTo>
                  <a:lnTo>
                    <a:pt x="40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8"/>
            <p:cNvSpPr/>
            <p:nvPr/>
          </p:nvSpPr>
          <p:spPr>
            <a:xfrm>
              <a:off x="4637850" y="1436750"/>
              <a:ext cx="347350" cy="249575"/>
            </a:xfrm>
            <a:custGeom>
              <a:rect b="b" l="l" r="r" t="t"/>
              <a:pathLst>
                <a:path extrusionOk="0" h="9983" w="13894">
                  <a:moveTo>
                    <a:pt x="12769" y="1"/>
                  </a:moveTo>
                  <a:lnTo>
                    <a:pt x="12654" y="13"/>
                  </a:lnTo>
                  <a:lnTo>
                    <a:pt x="12551" y="26"/>
                  </a:lnTo>
                  <a:lnTo>
                    <a:pt x="12360" y="90"/>
                  </a:lnTo>
                  <a:lnTo>
                    <a:pt x="12181" y="167"/>
                  </a:lnTo>
                  <a:lnTo>
                    <a:pt x="11989" y="256"/>
                  </a:lnTo>
                  <a:lnTo>
                    <a:pt x="11823" y="320"/>
                  </a:lnTo>
                  <a:lnTo>
                    <a:pt x="11746" y="371"/>
                  </a:lnTo>
                  <a:lnTo>
                    <a:pt x="11669" y="422"/>
                  </a:lnTo>
                  <a:lnTo>
                    <a:pt x="11657" y="448"/>
                  </a:lnTo>
                  <a:lnTo>
                    <a:pt x="11644" y="486"/>
                  </a:lnTo>
                  <a:lnTo>
                    <a:pt x="11618" y="563"/>
                  </a:lnTo>
                  <a:lnTo>
                    <a:pt x="11606" y="640"/>
                  </a:lnTo>
                  <a:lnTo>
                    <a:pt x="11593" y="665"/>
                  </a:lnTo>
                  <a:lnTo>
                    <a:pt x="11567" y="691"/>
                  </a:lnTo>
                  <a:lnTo>
                    <a:pt x="11529" y="716"/>
                  </a:lnTo>
                  <a:lnTo>
                    <a:pt x="11478" y="729"/>
                  </a:lnTo>
                  <a:lnTo>
                    <a:pt x="11350" y="742"/>
                  </a:lnTo>
                  <a:lnTo>
                    <a:pt x="11209" y="755"/>
                  </a:lnTo>
                  <a:lnTo>
                    <a:pt x="11094" y="768"/>
                  </a:lnTo>
                  <a:lnTo>
                    <a:pt x="10621" y="870"/>
                  </a:lnTo>
                  <a:lnTo>
                    <a:pt x="10315" y="921"/>
                  </a:lnTo>
                  <a:lnTo>
                    <a:pt x="10174" y="959"/>
                  </a:lnTo>
                  <a:lnTo>
                    <a:pt x="10021" y="998"/>
                  </a:lnTo>
                  <a:lnTo>
                    <a:pt x="9880" y="1061"/>
                  </a:lnTo>
                  <a:lnTo>
                    <a:pt x="9740" y="1125"/>
                  </a:lnTo>
                  <a:lnTo>
                    <a:pt x="9625" y="1215"/>
                  </a:lnTo>
                  <a:lnTo>
                    <a:pt x="9573" y="1279"/>
                  </a:lnTo>
                  <a:lnTo>
                    <a:pt x="9522" y="1330"/>
                  </a:lnTo>
                  <a:lnTo>
                    <a:pt x="9382" y="1292"/>
                  </a:lnTo>
                  <a:lnTo>
                    <a:pt x="9228" y="1266"/>
                  </a:lnTo>
                  <a:lnTo>
                    <a:pt x="9075" y="1253"/>
                  </a:lnTo>
                  <a:lnTo>
                    <a:pt x="8922" y="1240"/>
                  </a:lnTo>
                  <a:lnTo>
                    <a:pt x="8602" y="1253"/>
                  </a:lnTo>
                  <a:lnTo>
                    <a:pt x="8142" y="1253"/>
                  </a:lnTo>
                  <a:lnTo>
                    <a:pt x="8078" y="1240"/>
                  </a:lnTo>
                  <a:lnTo>
                    <a:pt x="8027" y="1215"/>
                  </a:lnTo>
                  <a:lnTo>
                    <a:pt x="7976" y="1189"/>
                  </a:lnTo>
                  <a:lnTo>
                    <a:pt x="7925" y="1151"/>
                  </a:lnTo>
                  <a:lnTo>
                    <a:pt x="7810" y="1049"/>
                  </a:lnTo>
                  <a:lnTo>
                    <a:pt x="7759" y="1164"/>
                  </a:lnTo>
                  <a:lnTo>
                    <a:pt x="7682" y="1292"/>
                  </a:lnTo>
                  <a:lnTo>
                    <a:pt x="7605" y="1419"/>
                  </a:lnTo>
                  <a:lnTo>
                    <a:pt x="7554" y="1458"/>
                  </a:lnTo>
                  <a:lnTo>
                    <a:pt x="7503" y="1496"/>
                  </a:lnTo>
                  <a:lnTo>
                    <a:pt x="7439" y="1509"/>
                  </a:lnTo>
                  <a:lnTo>
                    <a:pt x="7375" y="1509"/>
                  </a:lnTo>
                  <a:lnTo>
                    <a:pt x="7324" y="1470"/>
                  </a:lnTo>
                  <a:lnTo>
                    <a:pt x="7273" y="1432"/>
                  </a:lnTo>
                  <a:lnTo>
                    <a:pt x="7222" y="1407"/>
                  </a:lnTo>
                  <a:lnTo>
                    <a:pt x="7158" y="1368"/>
                  </a:lnTo>
                  <a:lnTo>
                    <a:pt x="7107" y="1368"/>
                  </a:lnTo>
                  <a:lnTo>
                    <a:pt x="7030" y="1381"/>
                  </a:lnTo>
                  <a:lnTo>
                    <a:pt x="7017" y="1407"/>
                  </a:lnTo>
                  <a:lnTo>
                    <a:pt x="6992" y="1432"/>
                  </a:lnTo>
                  <a:lnTo>
                    <a:pt x="6953" y="1522"/>
                  </a:lnTo>
                  <a:lnTo>
                    <a:pt x="6902" y="1611"/>
                  </a:lnTo>
                  <a:lnTo>
                    <a:pt x="6877" y="1637"/>
                  </a:lnTo>
                  <a:lnTo>
                    <a:pt x="6838" y="1662"/>
                  </a:lnTo>
                  <a:lnTo>
                    <a:pt x="6800" y="1675"/>
                  </a:lnTo>
                  <a:lnTo>
                    <a:pt x="6762" y="1662"/>
                  </a:lnTo>
                  <a:lnTo>
                    <a:pt x="6698" y="1649"/>
                  </a:lnTo>
                  <a:lnTo>
                    <a:pt x="6634" y="1611"/>
                  </a:lnTo>
                  <a:lnTo>
                    <a:pt x="6570" y="1611"/>
                  </a:lnTo>
                  <a:lnTo>
                    <a:pt x="6506" y="1624"/>
                  </a:lnTo>
                  <a:lnTo>
                    <a:pt x="6455" y="1675"/>
                  </a:lnTo>
                  <a:lnTo>
                    <a:pt x="6417" y="1726"/>
                  </a:lnTo>
                  <a:lnTo>
                    <a:pt x="6378" y="1790"/>
                  </a:lnTo>
                  <a:lnTo>
                    <a:pt x="6340" y="1854"/>
                  </a:lnTo>
                  <a:lnTo>
                    <a:pt x="6302" y="1918"/>
                  </a:lnTo>
                  <a:lnTo>
                    <a:pt x="6238" y="1956"/>
                  </a:lnTo>
                  <a:lnTo>
                    <a:pt x="6174" y="1994"/>
                  </a:lnTo>
                  <a:lnTo>
                    <a:pt x="6084" y="2007"/>
                  </a:lnTo>
                  <a:lnTo>
                    <a:pt x="6008" y="1994"/>
                  </a:lnTo>
                  <a:lnTo>
                    <a:pt x="5829" y="1969"/>
                  </a:lnTo>
                  <a:lnTo>
                    <a:pt x="5739" y="1956"/>
                  </a:lnTo>
                  <a:lnTo>
                    <a:pt x="5650" y="1956"/>
                  </a:lnTo>
                  <a:lnTo>
                    <a:pt x="5573" y="1969"/>
                  </a:lnTo>
                  <a:lnTo>
                    <a:pt x="5484" y="2007"/>
                  </a:lnTo>
                  <a:lnTo>
                    <a:pt x="5445" y="2046"/>
                  </a:lnTo>
                  <a:lnTo>
                    <a:pt x="5420" y="2109"/>
                  </a:lnTo>
                  <a:lnTo>
                    <a:pt x="5369" y="2250"/>
                  </a:lnTo>
                  <a:lnTo>
                    <a:pt x="5317" y="2391"/>
                  </a:lnTo>
                  <a:lnTo>
                    <a:pt x="5292" y="2442"/>
                  </a:lnTo>
                  <a:lnTo>
                    <a:pt x="5254" y="2480"/>
                  </a:lnTo>
                  <a:lnTo>
                    <a:pt x="5202" y="2493"/>
                  </a:lnTo>
                  <a:lnTo>
                    <a:pt x="5151" y="2493"/>
                  </a:lnTo>
                  <a:lnTo>
                    <a:pt x="5075" y="2455"/>
                  </a:lnTo>
                  <a:lnTo>
                    <a:pt x="5036" y="2442"/>
                  </a:lnTo>
                  <a:lnTo>
                    <a:pt x="4998" y="2429"/>
                  </a:lnTo>
                  <a:lnTo>
                    <a:pt x="4947" y="2442"/>
                  </a:lnTo>
                  <a:lnTo>
                    <a:pt x="4896" y="2467"/>
                  </a:lnTo>
                  <a:lnTo>
                    <a:pt x="4870" y="2506"/>
                  </a:lnTo>
                  <a:lnTo>
                    <a:pt x="4845" y="2557"/>
                  </a:lnTo>
                  <a:lnTo>
                    <a:pt x="4793" y="2646"/>
                  </a:lnTo>
                  <a:lnTo>
                    <a:pt x="4755" y="2736"/>
                  </a:lnTo>
                  <a:lnTo>
                    <a:pt x="4730" y="2774"/>
                  </a:lnTo>
                  <a:lnTo>
                    <a:pt x="4691" y="2800"/>
                  </a:lnTo>
                  <a:lnTo>
                    <a:pt x="4640" y="2761"/>
                  </a:lnTo>
                  <a:lnTo>
                    <a:pt x="4576" y="2723"/>
                  </a:lnTo>
                  <a:lnTo>
                    <a:pt x="4499" y="2697"/>
                  </a:lnTo>
                  <a:lnTo>
                    <a:pt x="4423" y="2672"/>
                  </a:lnTo>
                  <a:lnTo>
                    <a:pt x="4269" y="2672"/>
                  </a:lnTo>
                  <a:lnTo>
                    <a:pt x="4206" y="2685"/>
                  </a:lnTo>
                  <a:lnTo>
                    <a:pt x="4142" y="2723"/>
                  </a:lnTo>
                  <a:lnTo>
                    <a:pt x="4116" y="2748"/>
                  </a:lnTo>
                  <a:lnTo>
                    <a:pt x="4091" y="2800"/>
                  </a:lnTo>
                  <a:lnTo>
                    <a:pt x="4065" y="2915"/>
                  </a:lnTo>
                  <a:lnTo>
                    <a:pt x="4052" y="3030"/>
                  </a:lnTo>
                  <a:lnTo>
                    <a:pt x="4039" y="3132"/>
                  </a:lnTo>
                  <a:lnTo>
                    <a:pt x="3963" y="3119"/>
                  </a:lnTo>
                  <a:lnTo>
                    <a:pt x="3873" y="3094"/>
                  </a:lnTo>
                  <a:lnTo>
                    <a:pt x="3694" y="3017"/>
                  </a:lnTo>
                  <a:lnTo>
                    <a:pt x="3618" y="2979"/>
                  </a:lnTo>
                  <a:lnTo>
                    <a:pt x="3528" y="2953"/>
                  </a:lnTo>
                  <a:lnTo>
                    <a:pt x="3490" y="2953"/>
                  </a:lnTo>
                  <a:lnTo>
                    <a:pt x="3451" y="2966"/>
                  </a:lnTo>
                  <a:lnTo>
                    <a:pt x="3413" y="2979"/>
                  </a:lnTo>
                  <a:lnTo>
                    <a:pt x="3388" y="3004"/>
                  </a:lnTo>
                  <a:lnTo>
                    <a:pt x="3349" y="3042"/>
                  </a:lnTo>
                  <a:lnTo>
                    <a:pt x="3324" y="3068"/>
                  </a:lnTo>
                  <a:lnTo>
                    <a:pt x="3311" y="3106"/>
                  </a:lnTo>
                  <a:lnTo>
                    <a:pt x="3311" y="3132"/>
                  </a:lnTo>
                  <a:lnTo>
                    <a:pt x="3324" y="3157"/>
                  </a:lnTo>
                  <a:lnTo>
                    <a:pt x="3349" y="3183"/>
                  </a:lnTo>
                  <a:lnTo>
                    <a:pt x="3400" y="3221"/>
                  </a:lnTo>
                  <a:lnTo>
                    <a:pt x="3554" y="3285"/>
                  </a:lnTo>
                  <a:lnTo>
                    <a:pt x="3630" y="3324"/>
                  </a:lnTo>
                  <a:lnTo>
                    <a:pt x="3669" y="3362"/>
                  </a:lnTo>
                  <a:lnTo>
                    <a:pt x="3541" y="3541"/>
                  </a:lnTo>
                  <a:lnTo>
                    <a:pt x="3400" y="3720"/>
                  </a:lnTo>
                  <a:lnTo>
                    <a:pt x="3362" y="3745"/>
                  </a:lnTo>
                  <a:lnTo>
                    <a:pt x="3349" y="3771"/>
                  </a:lnTo>
                  <a:lnTo>
                    <a:pt x="3311" y="3784"/>
                  </a:lnTo>
                  <a:lnTo>
                    <a:pt x="3298" y="3784"/>
                  </a:lnTo>
                  <a:lnTo>
                    <a:pt x="3298" y="3809"/>
                  </a:lnTo>
                  <a:lnTo>
                    <a:pt x="3311" y="3886"/>
                  </a:lnTo>
                  <a:lnTo>
                    <a:pt x="3336" y="3937"/>
                  </a:lnTo>
                  <a:lnTo>
                    <a:pt x="3362" y="3988"/>
                  </a:lnTo>
                  <a:lnTo>
                    <a:pt x="3400" y="4039"/>
                  </a:lnTo>
                  <a:lnTo>
                    <a:pt x="3413" y="4090"/>
                  </a:lnTo>
                  <a:lnTo>
                    <a:pt x="3336" y="4103"/>
                  </a:lnTo>
                  <a:lnTo>
                    <a:pt x="3081" y="4103"/>
                  </a:lnTo>
                  <a:lnTo>
                    <a:pt x="3030" y="4090"/>
                  </a:lnTo>
                  <a:lnTo>
                    <a:pt x="2966" y="4218"/>
                  </a:lnTo>
                  <a:lnTo>
                    <a:pt x="2889" y="4372"/>
                  </a:lnTo>
                  <a:lnTo>
                    <a:pt x="2812" y="4499"/>
                  </a:lnTo>
                  <a:lnTo>
                    <a:pt x="2723" y="4614"/>
                  </a:lnTo>
                  <a:lnTo>
                    <a:pt x="2659" y="4666"/>
                  </a:lnTo>
                  <a:lnTo>
                    <a:pt x="2595" y="4691"/>
                  </a:lnTo>
                  <a:lnTo>
                    <a:pt x="2531" y="4717"/>
                  </a:lnTo>
                  <a:lnTo>
                    <a:pt x="2455" y="4729"/>
                  </a:lnTo>
                  <a:lnTo>
                    <a:pt x="2391" y="4768"/>
                  </a:lnTo>
                  <a:lnTo>
                    <a:pt x="2327" y="4806"/>
                  </a:lnTo>
                  <a:lnTo>
                    <a:pt x="2212" y="4908"/>
                  </a:lnTo>
                  <a:lnTo>
                    <a:pt x="2071" y="5011"/>
                  </a:lnTo>
                  <a:lnTo>
                    <a:pt x="1918" y="5100"/>
                  </a:lnTo>
                  <a:lnTo>
                    <a:pt x="1752" y="5177"/>
                  </a:lnTo>
                  <a:lnTo>
                    <a:pt x="1586" y="5241"/>
                  </a:lnTo>
                  <a:lnTo>
                    <a:pt x="1624" y="5292"/>
                  </a:lnTo>
                  <a:lnTo>
                    <a:pt x="1688" y="5330"/>
                  </a:lnTo>
                  <a:lnTo>
                    <a:pt x="1777" y="5369"/>
                  </a:lnTo>
                  <a:lnTo>
                    <a:pt x="1879" y="5394"/>
                  </a:lnTo>
                  <a:lnTo>
                    <a:pt x="2084" y="5432"/>
                  </a:lnTo>
                  <a:lnTo>
                    <a:pt x="2173" y="5445"/>
                  </a:lnTo>
                  <a:lnTo>
                    <a:pt x="2237" y="5445"/>
                  </a:lnTo>
                  <a:lnTo>
                    <a:pt x="2237" y="5586"/>
                  </a:lnTo>
                  <a:lnTo>
                    <a:pt x="2237" y="5765"/>
                  </a:lnTo>
                  <a:lnTo>
                    <a:pt x="2237" y="5854"/>
                  </a:lnTo>
                  <a:lnTo>
                    <a:pt x="2225" y="5931"/>
                  </a:lnTo>
                  <a:lnTo>
                    <a:pt x="2212" y="6008"/>
                  </a:lnTo>
                  <a:lnTo>
                    <a:pt x="2173" y="6046"/>
                  </a:lnTo>
                  <a:lnTo>
                    <a:pt x="2135" y="6059"/>
                  </a:lnTo>
                  <a:lnTo>
                    <a:pt x="2071" y="6071"/>
                  </a:lnTo>
                  <a:lnTo>
                    <a:pt x="1892" y="6071"/>
                  </a:lnTo>
                  <a:lnTo>
                    <a:pt x="1637" y="6046"/>
                  </a:lnTo>
                  <a:lnTo>
                    <a:pt x="1113" y="6046"/>
                  </a:lnTo>
                  <a:lnTo>
                    <a:pt x="1100" y="6148"/>
                  </a:lnTo>
                  <a:lnTo>
                    <a:pt x="1087" y="6199"/>
                  </a:lnTo>
                  <a:lnTo>
                    <a:pt x="1061" y="6250"/>
                  </a:lnTo>
                  <a:lnTo>
                    <a:pt x="998" y="6314"/>
                  </a:lnTo>
                  <a:lnTo>
                    <a:pt x="895" y="6404"/>
                  </a:lnTo>
                  <a:lnTo>
                    <a:pt x="768" y="6493"/>
                  </a:lnTo>
                  <a:lnTo>
                    <a:pt x="640" y="6570"/>
                  </a:lnTo>
                  <a:lnTo>
                    <a:pt x="512" y="6634"/>
                  </a:lnTo>
                  <a:lnTo>
                    <a:pt x="627" y="6672"/>
                  </a:lnTo>
                  <a:lnTo>
                    <a:pt x="729" y="6710"/>
                  </a:lnTo>
                  <a:lnTo>
                    <a:pt x="844" y="6749"/>
                  </a:lnTo>
                  <a:lnTo>
                    <a:pt x="959" y="6787"/>
                  </a:lnTo>
                  <a:lnTo>
                    <a:pt x="934" y="6889"/>
                  </a:lnTo>
                  <a:lnTo>
                    <a:pt x="921" y="7004"/>
                  </a:lnTo>
                  <a:lnTo>
                    <a:pt x="895" y="7273"/>
                  </a:lnTo>
                  <a:lnTo>
                    <a:pt x="870" y="7401"/>
                  </a:lnTo>
                  <a:lnTo>
                    <a:pt x="844" y="7516"/>
                  </a:lnTo>
                  <a:lnTo>
                    <a:pt x="806" y="7618"/>
                  </a:lnTo>
                  <a:lnTo>
                    <a:pt x="780" y="7656"/>
                  </a:lnTo>
                  <a:lnTo>
                    <a:pt x="742" y="7682"/>
                  </a:lnTo>
                  <a:lnTo>
                    <a:pt x="678" y="7707"/>
                  </a:lnTo>
                  <a:lnTo>
                    <a:pt x="601" y="7720"/>
                  </a:lnTo>
                  <a:lnTo>
                    <a:pt x="499" y="7720"/>
                  </a:lnTo>
                  <a:lnTo>
                    <a:pt x="384" y="7707"/>
                  </a:lnTo>
                  <a:lnTo>
                    <a:pt x="167" y="7695"/>
                  </a:lnTo>
                  <a:lnTo>
                    <a:pt x="1" y="7682"/>
                  </a:lnTo>
                  <a:lnTo>
                    <a:pt x="90" y="7861"/>
                  </a:lnTo>
                  <a:lnTo>
                    <a:pt x="116" y="7937"/>
                  </a:lnTo>
                  <a:lnTo>
                    <a:pt x="154" y="8040"/>
                  </a:lnTo>
                  <a:lnTo>
                    <a:pt x="167" y="8142"/>
                  </a:lnTo>
                  <a:lnTo>
                    <a:pt x="167" y="8244"/>
                  </a:lnTo>
                  <a:lnTo>
                    <a:pt x="180" y="8359"/>
                  </a:lnTo>
                  <a:lnTo>
                    <a:pt x="192" y="8410"/>
                  </a:lnTo>
                  <a:lnTo>
                    <a:pt x="205" y="8449"/>
                  </a:lnTo>
                  <a:lnTo>
                    <a:pt x="244" y="8513"/>
                  </a:lnTo>
                  <a:lnTo>
                    <a:pt x="269" y="8551"/>
                  </a:lnTo>
                  <a:lnTo>
                    <a:pt x="307" y="8576"/>
                  </a:lnTo>
                  <a:lnTo>
                    <a:pt x="359" y="8602"/>
                  </a:lnTo>
                  <a:lnTo>
                    <a:pt x="435" y="8602"/>
                  </a:lnTo>
                  <a:lnTo>
                    <a:pt x="525" y="8576"/>
                  </a:lnTo>
                  <a:lnTo>
                    <a:pt x="627" y="8538"/>
                  </a:lnTo>
                  <a:lnTo>
                    <a:pt x="716" y="8474"/>
                  </a:lnTo>
                  <a:lnTo>
                    <a:pt x="870" y="8385"/>
                  </a:lnTo>
                  <a:lnTo>
                    <a:pt x="908" y="8423"/>
                  </a:lnTo>
                  <a:lnTo>
                    <a:pt x="959" y="8461"/>
                  </a:lnTo>
                  <a:lnTo>
                    <a:pt x="1100" y="8538"/>
                  </a:lnTo>
                  <a:lnTo>
                    <a:pt x="1164" y="8576"/>
                  </a:lnTo>
                  <a:lnTo>
                    <a:pt x="1215" y="8628"/>
                  </a:lnTo>
                  <a:lnTo>
                    <a:pt x="1240" y="8666"/>
                  </a:lnTo>
                  <a:lnTo>
                    <a:pt x="1240" y="8691"/>
                  </a:lnTo>
                  <a:lnTo>
                    <a:pt x="1240" y="8704"/>
                  </a:lnTo>
                  <a:lnTo>
                    <a:pt x="1202" y="8730"/>
                  </a:lnTo>
                  <a:lnTo>
                    <a:pt x="1164" y="8755"/>
                  </a:lnTo>
                  <a:lnTo>
                    <a:pt x="1036" y="8755"/>
                  </a:lnTo>
                  <a:lnTo>
                    <a:pt x="895" y="8743"/>
                  </a:lnTo>
                  <a:lnTo>
                    <a:pt x="844" y="8743"/>
                  </a:lnTo>
                  <a:lnTo>
                    <a:pt x="793" y="8755"/>
                  </a:lnTo>
                  <a:lnTo>
                    <a:pt x="716" y="8819"/>
                  </a:lnTo>
                  <a:lnTo>
                    <a:pt x="704" y="8832"/>
                  </a:lnTo>
                  <a:lnTo>
                    <a:pt x="691" y="8858"/>
                  </a:lnTo>
                  <a:lnTo>
                    <a:pt x="691" y="8883"/>
                  </a:lnTo>
                  <a:lnTo>
                    <a:pt x="704" y="8909"/>
                  </a:lnTo>
                  <a:lnTo>
                    <a:pt x="755" y="8947"/>
                  </a:lnTo>
                  <a:lnTo>
                    <a:pt x="895" y="9011"/>
                  </a:lnTo>
                  <a:lnTo>
                    <a:pt x="1023" y="9062"/>
                  </a:lnTo>
                  <a:lnTo>
                    <a:pt x="1087" y="9113"/>
                  </a:lnTo>
                  <a:lnTo>
                    <a:pt x="1151" y="9164"/>
                  </a:lnTo>
                  <a:lnTo>
                    <a:pt x="1228" y="9254"/>
                  </a:lnTo>
                  <a:lnTo>
                    <a:pt x="1279" y="9279"/>
                  </a:lnTo>
                  <a:lnTo>
                    <a:pt x="1330" y="9279"/>
                  </a:lnTo>
                  <a:lnTo>
                    <a:pt x="1394" y="9267"/>
                  </a:lnTo>
                  <a:lnTo>
                    <a:pt x="1470" y="9215"/>
                  </a:lnTo>
                  <a:lnTo>
                    <a:pt x="1394" y="9139"/>
                  </a:lnTo>
                  <a:lnTo>
                    <a:pt x="1317" y="9075"/>
                  </a:lnTo>
                  <a:lnTo>
                    <a:pt x="1279" y="9049"/>
                  </a:lnTo>
                  <a:lnTo>
                    <a:pt x="1253" y="9011"/>
                  </a:lnTo>
                  <a:lnTo>
                    <a:pt x="1240" y="8960"/>
                  </a:lnTo>
                  <a:lnTo>
                    <a:pt x="1240" y="8909"/>
                  </a:lnTo>
                  <a:lnTo>
                    <a:pt x="1240" y="8858"/>
                  </a:lnTo>
                  <a:lnTo>
                    <a:pt x="1266" y="8819"/>
                  </a:lnTo>
                  <a:lnTo>
                    <a:pt x="1292" y="8781"/>
                  </a:lnTo>
                  <a:lnTo>
                    <a:pt x="1317" y="8768"/>
                  </a:lnTo>
                  <a:lnTo>
                    <a:pt x="1355" y="8755"/>
                  </a:lnTo>
                  <a:lnTo>
                    <a:pt x="1445" y="8755"/>
                  </a:lnTo>
                  <a:lnTo>
                    <a:pt x="1496" y="8781"/>
                  </a:lnTo>
                  <a:lnTo>
                    <a:pt x="1534" y="8806"/>
                  </a:lnTo>
                  <a:lnTo>
                    <a:pt x="1573" y="8845"/>
                  </a:lnTo>
                  <a:lnTo>
                    <a:pt x="1688" y="8973"/>
                  </a:lnTo>
                  <a:lnTo>
                    <a:pt x="1790" y="9126"/>
                  </a:lnTo>
                  <a:lnTo>
                    <a:pt x="1816" y="9177"/>
                  </a:lnTo>
                  <a:lnTo>
                    <a:pt x="1828" y="9228"/>
                  </a:lnTo>
                  <a:lnTo>
                    <a:pt x="1816" y="9267"/>
                  </a:lnTo>
                  <a:lnTo>
                    <a:pt x="1790" y="9305"/>
                  </a:lnTo>
                  <a:lnTo>
                    <a:pt x="1701" y="9356"/>
                  </a:lnTo>
                  <a:lnTo>
                    <a:pt x="1662" y="9382"/>
                  </a:lnTo>
                  <a:lnTo>
                    <a:pt x="1637" y="9420"/>
                  </a:lnTo>
                  <a:lnTo>
                    <a:pt x="1624" y="9458"/>
                  </a:lnTo>
                  <a:lnTo>
                    <a:pt x="1637" y="9522"/>
                  </a:lnTo>
                  <a:lnTo>
                    <a:pt x="1662" y="9548"/>
                  </a:lnTo>
                  <a:lnTo>
                    <a:pt x="1701" y="9561"/>
                  </a:lnTo>
                  <a:lnTo>
                    <a:pt x="1803" y="9586"/>
                  </a:lnTo>
                  <a:lnTo>
                    <a:pt x="1918" y="9586"/>
                  </a:lnTo>
                  <a:lnTo>
                    <a:pt x="1994" y="9599"/>
                  </a:lnTo>
                  <a:lnTo>
                    <a:pt x="2097" y="9624"/>
                  </a:lnTo>
                  <a:lnTo>
                    <a:pt x="2173" y="9650"/>
                  </a:lnTo>
                  <a:lnTo>
                    <a:pt x="2352" y="9739"/>
                  </a:lnTo>
                  <a:lnTo>
                    <a:pt x="2531" y="9829"/>
                  </a:lnTo>
                  <a:lnTo>
                    <a:pt x="2608" y="9867"/>
                  </a:lnTo>
                  <a:lnTo>
                    <a:pt x="2672" y="9880"/>
                  </a:lnTo>
                  <a:lnTo>
                    <a:pt x="2749" y="9893"/>
                  </a:lnTo>
                  <a:lnTo>
                    <a:pt x="2915" y="9893"/>
                  </a:lnTo>
                  <a:lnTo>
                    <a:pt x="3004" y="9867"/>
                  </a:lnTo>
                  <a:lnTo>
                    <a:pt x="3145" y="9816"/>
                  </a:lnTo>
                  <a:lnTo>
                    <a:pt x="3221" y="9791"/>
                  </a:lnTo>
                  <a:lnTo>
                    <a:pt x="3273" y="9791"/>
                  </a:lnTo>
                  <a:lnTo>
                    <a:pt x="3311" y="9803"/>
                  </a:lnTo>
                  <a:lnTo>
                    <a:pt x="3349" y="9829"/>
                  </a:lnTo>
                  <a:lnTo>
                    <a:pt x="3388" y="9854"/>
                  </a:lnTo>
                  <a:lnTo>
                    <a:pt x="3439" y="9906"/>
                  </a:lnTo>
                  <a:lnTo>
                    <a:pt x="3503" y="9957"/>
                  </a:lnTo>
                  <a:lnTo>
                    <a:pt x="3541" y="9970"/>
                  </a:lnTo>
                  <a:lnTo>
                    <a:pt x="3592" y="9982"/>
                  </a:lnTo>
                  <a:lnTo>
                    <a:pt x="3630" y="9970"/>
                  </a:lnTo>
                  <a:lnTo>
                    <a:pt x="3669" y="9957"/>
                  </a:lnTo>
                  <a:lnTo>
                    <a:pt x="3733" y="9918"/>
                  </a:lnTo>
                  <a:lnTo>
                    <a:pt x="3797" y="9880"/>
                  </a:lnTo>
                  <a:lnTo>
                    <a:pt x="3860" y="9842"/>
                  </a:lnTo>
                  <a:lnTo>
                    <a:pt x="3912" y="9829"/>
                  </a:lnTo>
                  <a:lnTo>
                    <a:pt x="3975" y="9816"/>
                  </a:lnTo>
                  <a:lnTo>
                    <a:pt x="4078" y="9816"/>
                  </a:lnTo>
                  <a:lnTo>
                    <a:pt x="4180" y="9842"/>
                  </a:lnTo>
                  <a:lnTo>
                    <a:pt x="4282" y="9880"/>
                  </a:lnTo>
                  <a:lnTo>
                    <a:pt x="4384" y="9918"/>
                  </a:lnTo>
                  <a:lnTo>
                    <a:pt x="4474" y="9944"/>
                  </a:lnTo>
                  <a:lnTo>
                    <a:pt x="4576" y="9970"/>
                  </a:lnTo>
                  <a:lnTo>
                    <a:pt x="4627" y="9970"/>
                  </a:lnTo>
                  <a:lnTo>
                    <a:pt x="4691" y="9957"/>
                  </a:lnTo>
                  <a:lnTo>
                    <a:pt x="4781" y="9931"/>
                  </a:lnTo>
                  <a:lnTo>
                    <a:pt x="4845" y="9893"/>
                  </a:lnTo>
                  <a:lnTo>
                    <a:pt x="4883" y="9842"/>
                  </a:lnTo>
                  <a:lnTo>
                    <a:pt x="4896" y="9791"/>
                  </a:lnTo>
                  <a:lnTo>
                    <a:pt x="4883" y="9739"/>
                  </a:lnTo>
                  <a:lnTo>
                    <a:pt x="4845" y="9688"/>
                  </a:lnTo>
                  <a:lnTo>
                    <a:pt x="4793" y="9637"/>
                  </a:lnTo>
                  <a:lnTo>
                    <a:pt x="4717" y="9573"/>
                  </a:lnTo>
                  <a:lnTo>
                    <a:pt x="4487" y="9471"/>
                  </a:lnTo>
                  <a:lnTo>
                    <a:pt x="4257" y="9356"/>
                  </a:lnTo>
                  <a:lnTo>
                    <a:pt x="4154" y="9305"/>
                  </a:lnTo>
                  <a:lnTo>
                    <a:pt x="4039" y="9228"/>
                  </a:lnTo>
                  <a:lnTo>
                    <a:pt x="3950" y="9152"/>
                  </a:lnTo>
                  <a:lnTo>
                    <a:pt x="3860" y="9062"/>
                  </a:lnTo>
                  <a:lnTo>
                    <a:pt x="3733" y="8896"/>
                  </a:lnTo>
                  <a:lnTo>
                    <a:pt x="3630" y="8730"/>
                  </a:lnTo>
                  <a:lnTo>
                    <a:pt x="3528" y="8551"/>
                  </a:lnTo>
                  <a:lnTo>
                    <a:pt x="3439" y="8359"/>
                  </a:lnTo>
                  <a:lnTo>
                    <a:pt x="3349" y="8206"/>
                  </a:lnTo>
                  <a:lnTo>
                    <a:pt x="3298" y="8116"/>
                  </a:lnTo>
                  <a:lnTo>
                    <a:pt x="3260" y="8027"/>
                  </a:lnTo>
                  <a:lnTo>
                    <a:pt x="3234" y="7937"/>
                  </a:lnTo>
                  <a:lnTo>
                    <a:pt x="3221" y="7848"/>
                  </a:lnTo>
                  <a:lnTo>
                    <a:pt x="3234" y="7758"/>
                  </a:lnTo>
                  <a:lnTo>
                    <a:pt x="3273" y="7682"/>
                  </a:lnTo>
                  <a:lnTo>
                    <a:pt x="3221" y="7643"/>
                  </a:lnTo>
                  <a:lnTo>
                    <a:pt x="3183" y="7618"/>
                  </a:lnTo>
                  <a:lnTo>
                    <a:pt x="3158" y="7592"/>
                  </a:lnTo>
                  <a:lnTo>
                    <a:pt x="3145" y="7554"/>
                  </a:lnTo>
                  <a:lnTo>
                    <a:pt x="3145" y="7516"/>
                  </a:lnTo>
                  <a:lnTo>
                    <a:pt x="3145" y="7477"/>
                  </a:lnTo>
                  <a:lnTo>
                    <a:pt x="3183" y="7413"/>
                  </a:lnTo>
                  <a:lnTo>
                    <a:pt x="3234" y="7337"/>
                  </a:lnTo>
                  <a:lnTo>
                    <a:pt x="3285" y="7273"/>
                  </a:lnTo>
                  <a:lnTo>
                    <a:pt x="3388" y="7145"/>
                  </a:lnTo>
                  <a:lnTo>
                    <a:pt x="3439" y="7081"/>
                  </a:lnTo>
                  <a:lnTo>
                    <a:pt x="3464" y="7004"/>
                  </a:lnTo>
                  <a:lnTo>
                    <a:pt x="3503" y="6928"/>
                  </a:lnTo>
                  <a:lnTo>
                    <a:pt x="3541" y="6864"/>
                  </a:lnTo>
                  <a:lnTo>
                    <a:pt x="3618" y="6800"/>
                  </a:lnTo>
                  <a:lnTo>
                    <a:pt x="3682" y="6749"/>
                  </a:lnTo>
                  <a:lnTo>
                    <a:pt x="3758" y="6710"/>
                  </a:lnTo>
                  <a:lnTo>
                    <a:pt x="3822" y="6659"/>
                  </a:lnTo>
                  <a:lnTo>
                    <a:pt x="3771" y="6608"/>
                  </a:lnTo>
                  <a:lnTo>
                    <a:pt x="3733" y="6557"/>
                  </a:lnTo>
                  <a:lnTo>
                    <a:pt x="3720" y="6506"/>
                  </a:lnTo>
                  <a:lnTo>
                    <a:pt x="3733" y="6429"/>
                  </a:lnTo>
                  <a:lnTo>
                    <a:pt x="3745" y="6404"/>
                  </a:lnTo>
                  <a:lnTo>
                    <a:pt x="3784" y="6391"/>
                  </a:lnTo>
                  <a:lnTo>
                    <a:pt x="3822" y="6378"/>
                  </a:lnTo>
                  <a:lnTo>
                    <a:pt x="3848" y="6353"/>
                  </a:lnTo>
                  <a:lnTo>
                    <a:pt x="3835" y="6314"/>
                  </a:lnTo>
                  <a:lnTo>
                    <a:pt x="3822" y="6289"/>
                  </a:lnTo>
                  <a:lnTo>
                    <a:pt x="3809" y="6250"/>
                  </a:lnTo>
                  <a:lnTo>
                    <a:pt x="3822" y="6225"/>
                  </a:lnTo>
                  <a:lnTo>
                    <a:pt x="3873" y="6148"/>
                  </a:lnTo>
                  <a:lnTo>
                    <a:pt x="3937" y="6084"/>
                  </a:lnTo>
                  <a:lnTo>
                    <a:pt x="4001" y="6033"/>
                  </a:lnTo>
                  <a:lnTo>
                    <a:pt x="4091" y="5982"/>
                  </a:lnTo>
                  <a:lnTo>
                    <a:pt x="4180" y="5944"/>
                  </a:lnTo>
                  <a:lnTo>
                    <a:pt x="4282" y="5918"/>
                  </a:lnTo>
                  <a:lnTo>
                    <a:pt x="4474" y="5880"/>
                  </a:lnTo>
                  <a:lnTo>
                    <a:pt x="4487" y="5765"/>
                  </a:lnTo>
                  <a:lnTo>
                    <a:pt x="4512" y="5726"/>
                  </a:lnTo>
                  <a:lnTo>
                    <a:pt x="4525" y="5714"/>
                  </a:lnTo>
                  <a:lnTo>
                    <a:pt x="4576" y="5675"/>
                  </a:lnTo>
                  <a:lnTo>
                    <a:pt x="4666" y="5624"/>
                  </a:lnTo>
                  <a:lnTo>
                    <a:pt x="4717" y="5560"/>
                  </a:lnTo>
                  <a:lnTo>
                    <a:pt x="4742" y="5496"/>
                  </a:lnTo>
                  <a:lnTo>
                    <a:pt x="4755" y="5420"/>
                  </a:lnTo>
                  <a:lnTo>
                    <a:pt x="4755" y="5330"/>
                  </a:lnTo>
                  <a:lnTo>
                    <a:pt x="4845" y="5343"/>
                  </a:lnTo>
                  <a:lnTo>
                    <a:pt x="4934" y="5343"/>
                  </a:lnTo>
                  <a:lnTo>
                    <a:pt x="5023" y="5330"/>
                  </a:lnTo>
                  <a:lnTo>
                    <a:pt x="5100" y="5305"/>
                  </a:lnTo>
                  <a:lnTo>
                    <a:pt x="5062" y="5177"/>
                  </a:lnTo>
                  <a:lnTo>
                    <a:pt x="5023" y="5049"/>
                  </a:lnTo>
                  <a:lnTo>
                    <a:pt x="4985" y="4908"/>
                  </a:lnTo>
                  <a:lnTo>
                    <a:pt x="4960" y="4832"/>
                  </a:lnTo>
                  <a:lnTo>
                    <a:pt x="4960" y="4755"/>
                  </a:lnTo>
                  <a:lnTo>
                    <a:pt x="4998" y="4806"/>
                  </a:lnTo>
                  <a:lnTo>
                    <a:pt x="5036" y="4857"/>
                  </a:lnTo>
                  <a:lnTo>
                    <a:pt x="5075" y="4883"/>
                  </a:lnTo>
                  <a:lnTo>
                    <a:pt x="5100" y="4896"/>
                  </a:lnTo>
                  <a:lnTo>
                    <a:pt x="5177" y="4896"/>
                  </a:lnTo>
                  <a:lnTo>
                    <a:pt x="5254" y="4857"/>
                  </a:lnTo>
                  <a:lnTo>
                    <a:pt x="5330" y="4806"/>
                  </a:lnTo>
                  <a:lnTo>
                    <a:pt x="5394" y="4742"/>
                  </a:lnTo>
                  <a:lnTo>
                    <a:pt x="5471" y="4666"/>
                  </a:lnTo>
                  <a:lnTo>
                    <a:pt x="5548" y="4602"/>
                  </a:lnTo>
                  <a:lnTo>
                    <a:pt x="5688" y="4499"/>
                  </a:lnTo>
                  <a:lnTo>
                    <a:pt x="5739" y="4448"/>
                  </a:lnTo>
                  <a:lnTo>
                    <a:pt x="5790" y="4397"/>
                  </a:lnTo>
                  <a:lnTo>
                    <a:pt x="5829" y="4333"/>
                  </a:lnTo>
                  <a:lnTo>
                    <a:pt x="5854" y="4269"/>
                  </a:lnTo>
                  <a:lnTo>
                    <a:pt x="5867" y="4180"/>
                  </a:lnTo>
                  <a:lnTo>
                    <a:pt x="5880" y="4090"/>
                  </a:lnTo>
                  <a:lnTo>
                    <a:pt x="5944" y="4103"/>
                  </a:lnTo>
                  <a:lnTo>
                    <a:pt x="5995" y="4142"/>
                  </a:lnTo>
                  <a:lnTo>
                    <a:pt x="6123" y="4218"/>
                  </a:lnTo>
                  <a:lnTo>
                    <a:pt x="6161" y="4180"/>
                  </a:lnTo>
                  <a:lnTo>
                    <a:pt x="6187" y="4129"/>
                  </a:lnTo>
                  <a:lnTo>
                    <a:pt x="6225" y="4014"/>
                  </a:lnTo>
                  <a:lnTo>
                    <a:pt x="6263" y="3899"/>
                  </a:lnTo>
                  <a:lnTo>
                    <a:pt x="6276" y="3860"/>
                  </a:lnTo>
                  <a:lnTo>
                    <a:pt x="6314" y="3835"/>
                  </a:lnTo>
                  <a:lnTo>
                    <a:pt x="6391" y="3835"/>
                  </a:lnTo>
                  <a:lnTo>
                    <a:pt x="6455" y="3886"/>
                  </a:lnTo>
                  <a:lnTo>
                    <a:pt x="6532" y="3950"/>
                  </a:lnTo>
                  <a:lnTo>
                    <a:pt x="6557" y="3963"/>
                  </a:lnTo>
                  <a:lnTo>
                    <a:pt x="6596" y="3975"/>
                  </a:lnTo>
                  <a:lnTo>
                    <a:pt x="6634" y="3963"/>
                  </a:lnTo>
                  <a:lnTo>
                    <a:pt x="6685" y="3950"/>
                  </a:lnTo>
                  <a:lnTo>
                    <a:pt x="6774" y="3899"/>
                  </a:lnTo>
                  <a:lnTo>
                    <a:pt x="6877" y="3835"/>
                  </a:lnTo>
                  <a:lnTo>
                    <a:pt x="6966" y="3758"/>
                  </a:lnTo>
                  <a:lnTo>
                    <a:pt x="7056" y="3681"/>
                  </a:lnTo>
                  <a:lnTo>
                    <a:pt x="7145" y="3592"/>
                  </a:lnTo>
                  <a:lnTo>
                    <a:pt x="7247" y="3451"/>
                  </a:lnTo>
                  <a:lnTo>
                    <a:pt x="7273" y="3413"/>
                  </a:lnTo>
                  <a:lnTo>
                    <a:pt x="7286" y="3375"/>
                  </a:lnTo>
                  <a:lnTo>
                    <a:pt x="7273" y="3336"/>
                  </a:lnTo>
                  <a:lnTo>
                    <a:pt x="7222" y="3311"/>
                  </a:lnTo>
                  <a:lnTo>
                    <a:pt x="7158" y="3298"/>
                  </a:lnTo>
                  <a:lnTo>
                    <a:pt x="7056" y="3285"/>
                  </a:lnTo>
                  <a:lnTo>
                    <a:pt x="7056" y="3234"/>
                  </a:lnTo>
                  <a:lnTo>
                    <a:pt x="7068" y="3196"/>
                  </a:lnTo>
                  <a:lnTo>
                    <a:pt x="7094" y="3183"/>
                  </a:lnTo>
                  <a:lnTo>
                    <a:pt x="7132" y="3170"/>
                  </a:lnTo>
                  <a:lnTo>
                    <a:pt x="7209" y="3183"/>
                  </a:lnTo>
                  <a:lnTo>
                    <a:pt x="7273" y="3183"/>
                  </a:lnTo>
                  <a:lnTo>
                    <a:pt x="7350" y="3145"/>
                  </a:lnTo>
                  <a:lnTo>
                    <a:pt x="7401" y="3094"/>
                  </a:lnTo>
                  <a:lnTo>
                    <a:pt x="7503" y="2991"/>
                  </a:lnTo>
                  <a:lnTo>
                    <a:pt x="7618" y="2876"/>
                  </a:lnTo>
                  <a:lnTo>
                    <a:pt x="7682" y="2825"/>
                  </a:lnTo>
                  <a:lnTo>
                    <a:pt x="7746" y="2787"/>
                  </a:lnTo>
                  <a:lnTo>
                    <a:pt x="7810" y="2774"/>
                  </a:lnTo>
                  <a:lnTo>
                    <a:pt x="7874" y="2774"/>
                  </a:lnTo>
                  <a:lnTo>
                    <a:pt x="7899" y="2787"/>
                  </a:lnTo>
                  <a:lnTo>
                    <a:pt x="7937" y="2812"/>
                  </a:lnTo>
                  <a:lnTo>
                    <a:pt x="7950" y="2838"/>
                  </a:lnTo>
                  <a:lnTo>
                    <a:pt x="7976" y="2889"/>
                  </a:lnTo>
                  <a:lnTo>
                    <a:pt x="8014" y="2851"/>
                  </a:lnTo>
                  <a:lnTo>
                    <a:pt x="8065" y="2812"/>
                  </a:lnTo>
                  <a:lnTo>
                    <a:pt x="8168" y="2787"/>
                  </a:lnTo>
                  <a:lnTo>
                    <a:pt x="8270" y="2761"/>
                  </a:lnTo>
                  <a:lnTo>
                    <a:pt x="8372" y="2736"/>
                  </a:lnTo>
                  <a:lnTo>
                    <a:pt x="8513" y="2672"/>
                  </a:lnTo>
                  <a:lnTo>
                    <a:pt x="8653" y="2621"/>
                  </a:lnTo>
                  <a:lnTo>
                    <a:pt x="8794" y="2557"/>
                  </a:lnTo>
                  <a:lnTo>
                    <a:pt x="8934" y="2493"/>
                  </a:lnTo>
                  <a:lnTo>
                    <a:pt x="9062" y="2455"/>
                  </a:lnTo>
                  <a:lnTo>
                    <a:pt x="9203" y="2429"/>
                  </a:lnTo>
                  <a:lnTo>
                    <a:pt x="9471" y="2378"/>
                  </a:lnTo>
                  <a:lnTo>
                    <a:pt x="9752" y="2327"/>
                  </a:lnTo>
                  <a:lnTo>
                    <a:pt x="9880" y="2288"/>
                  </a:lnTo>
                  <a:lnTo>
                    <a:pt x="10008" y="2237"/>
                  </a:lnTo>
                  <a:lnTo>
                    <a:pt x="10123" y="2212"/>
                  </a:lnTo>
                  <a:lnTo>
                    <a:pt x="10225" y="2199"/>
                  </a:lnTo>
                  <a:lnTo>
                    <a:pt x="10327" y="2186"/>
                  </a:lnTo>
                  <a:lnTo>
                    <a:pt x="10442" y="2173"/>
                  </a:lnTo>
                  <a:lnTo>
                    <a:pt x="10558" y="2135"/>
                  </a:lnTo>
                  <a:lnTo>
                    <a:pt x="10660" y="2084"/>
                  </a:lnTo>
                  <a:lnTo>
                    <a:pt x="10762" y="2033"/>
                  </a:lnTo>
                  <a:lnTo>
                    <a:pt x="10864" y="1994"/>
                  </a:lnTo>
                  <a:lnTo>
                    <a:pt x="11056" y="1931"/>
                  </a:lnTo>
                  <a:lnTo>
                    <a:pt x="11273" y="1867"/>
                  </a:lnTo>
                  <a:lnTo>
                    <a:pt x="11478" y="1816"/>
                  </a:lnTo>
                  <a:lnTo>
                    <a:pt x="11682" y="1752"/>
                  </a:lnTo>
                  <a:lnTo>
                    <a:pt x="11772" y="1726"/>
                  </a:lnTo>
                  <a:lnTo>
                    <a:pt x="11874" y="1713"/>
                  </a:lnTo>
                  <a:lnTo>
                    <a:pt x="12066" y="1700"/>
                  </a:lnTo>
                  <a:lnTo>
                    <a:pt x="12257" y="1688"/>
                  </a:lnTo>
                  <a:lnTo>
                    <a:pt x="12360" y="1688"/>
                  </a:lnTo>
                  <a:lnTo>
                    <a:pt x="12462" y="1662"/>
                  </a:lnTo>
                  <a:lnTo>
                    <a:pt x="12539" y="1637"/>
                  </a:lnTo>
                  <a:lnTo>
                    <a:pt x="12615" y="1611"/>
                  </a:lnTo>
                  <a:lnTo>
                    <a:pt x="12769" y="1534"/>
                  </a:lnTo>
                  <a:lnTo>
                    <a:pt x="12922" y="1445"/>
                  </a:lnTo>
                  <a:lnTo>
                    <a:pt x="13075" y="1368"/>
                  </a:lnTo>
                  <a:lnTo>
                    <a:pt x="13203" y="1292"/>
                  </a:lnTo>
                  <a:lnTo>
                    <a:pt x="13331" y="1202"/>
                  </a:lnTo>
                  <a:lnTo>
                    <a:pt x="13459" y="1100"/>
                  </a:lnTo>
                  <a:lnTo>
                    <a:pt x="13561" y="985"/>
                  </a:lnTo>
                  <a:lnTo>
                    <a:pt x="13676" y="883"/>
                  </a:lnTo>
                  <a:lnTo>
                    <a:pt x="13778" y="780"/>
                  </a:lnTo>
                  <a:lnTo>
                    <a:pt x="13829" y="716"/>
                  </a:lnTo>
                  <a:lnTo>
                    <a:pt x="13868" y="652"/>
                  </a:lnTo>
                  <a:lnTo>
                    <a:pt x="13880" y="589"/>
                  </a:lnTo>
                  <a:lnTo>
                    <a:pt x="13893" y="512"/>
                  </a:lnTo>
                  <a:lnTo>
                    <a:pt x="13868" y="435"/>
                  </a:lnTo>
                  <a:lnTo>
                    <a:pt x="13842" y="359"/>
                  </a:lnTo>
                  <a:lnTo>
                    <a:pt x="13804" y="295"/>
                  </a:lnTo>
                  <a:lnTo>
                    <a:pt x="13740" y="231"/>
                  </a:lnTo>
                  <a:lnTo>
                    <a:pt x="13676" y="180"/>
                  </a:lnTo>
                  <a:lnTo>
                    <a:pt x="13612" y="141"/>
                  </a:lnTo>
                  <a:lnTo>
                    <a:pt x="13535" y="103"/>
                  </a:lnTo>
                  <a:lnTo>
                    <a:pt x="13446" y="77"/>
                  </a:lnTo>
                  <a:lnTo>
                    <a:pt x="13267" y="26"/>
                  </a:lnTo>
                  <a:lnTo>
                    <a:pt x="13088" y="13"/>
                  </a:lnTo>
                  <a:lnTo>
                    <a:pt x="129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8"/>
            <p:cNvSpPr/>
            <p:nvPr/>
          </p:nvSpPr>
          <p:spPr>
            <a:xfrm>
              <a:off x="3926300" y="1762975"/>
              <a:ext cx="9600" cy="8325"/>
            </a:xfrm>
            <a:custGeom>
              <a:rect b="b" l="l" r="r" t="t"/>
              <a:pathLst>
                <a:path extrusionOk="0" h="333" w="384">
                  <a:moveTo>
                    <a:pt x="320" y="1"/>
                  </a:moveTo>
                  <a:lnTo>
                    <a:pt x="281" y="13"/>
                  </a:lnTo>
                  <a:lnTo>
                    <a:pt x="243" y="65"/>
                  </a:lnTo>
                  <a:lnTo>
                    <a:pt x="205" y="128"/>
                  </a:lnTo>
                  <a:lnTo>
                    <a:pt x="192" y="180"/>
                  </a:lnTo>
                  <a:lnTo>
                    <a:pt x="39" y="180"/>
                  </a:lnTo>
                  <a:lnTo>
                    <a:pt x="13" y="192"/>
                  </a:lnTo>
                  <a:lnTo>
                    <a:pt x="0" y="218"/>
                  </a:lnTo>
                  <a:lnTo>
                    <a:pt x="0" y="243"/>
                  </a:lnTo>
                  <a:lnTo>
                    <a:pt x="0" y="269"/>
                  </a:lnTo>
                  <a:lnTo>
                    <a:pt x="26" y="295"/>
                  </a:lnTo>
                  <a:lnTo>
                    <a:pt x="51" y="307"/>
                  </a:lnTo>
                  <a:lnTo>
                    <a:pt x="102" y="320"/>
                  </a:lnTo>
                  <a:lnTo>
                    <a:pt x="154" y="333"/>
                  </a:lnTo>
                  <a:lnTo>
                    <a:pt x="217" y="320"/>
                  </a:lnTo>
                  <a:lnTo>
                    <a:pt x="281" y="282"/>
                  </a:lnTo>
                  <a:lnTo>
                    <a:pt x="320" y="243"/>
                  </a:lnTo>
                  <a:lnTo>
                    <a:pt x="358" y="192"/>
                  </a:lnTo>
                  <a:lnTo>
                    <a:pt x="384" y="141"/>
                  </a:lnTo>
                  <a:lnTo>
                    <a:pt x="384" y="9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8"/>
            <p:cNvSpPr/>
            <p:nvPr/>
          </p:nvSpPr>
          <p:spPr>
            <a:xfrm>
              <a:off x="6168025" y="2698825"/>
              <a:ext cx="2250" cy="2600"/>
            </a:xfrm>
            <a:custGeom>
              <a:rect b="b" l="l" r="r" t="t"/>
              <a:pathLst>
                <a:path extrusionOk="0" h="104" w="90">
                  <a:moveTo>
                    <a:pt x="77" y="1"/>
                  </a:moveTo>
                  <a:lnTo>
                    <a:pt x="0" y="78"/>
                  </a:lnTo>
                  <a:lnTo>
                    <a:pt x="39" y="103"/>
                  </a:lnTo>
                  <a:lnTo>
                    <a:pt x="90" y="65"/>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8"/>
            <p:cNvSpPr/>
            <p:nvPr/>
          </p:nvSpPr>
          <p:spPr>
            <a:xfrm>
              <a:off x="6153650" y="3328600"/>
              <a:ext cx="9925" cy="11525"/>
            </a:xfrm>
            <a:custGeom>
              <a:rect b="b" l="l" r="r" t="t"/>
              <a:pathLst>
                <a:path extrusionOk="0" h="461" w="397">
                  <a:moveTo>
                    <a:pt x="256" y="0"/>
                  </a:moveTo>
                  <a:lnTo>
                    <a:pt x="0" y="231"/>
                  </a:lnTo>
                  <a:lnTo>
                    <a:pt x="64" y="461"/>
                  </a:lnTo>
                  <a:lnTo>
                    <a:pt x="256" y="422"/>
                  </a:lnTo>
                  <a:lnTo>
                    <a:pt x="396" y="115"/>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78"/>
            <p:cNvSpPr/>
            <p:nvPr/>
          </p:nvSpPr>
          <p:spPr>
            <a:xfrm>
              <a:off x="6171525" y="2695000"/>
              <a:ext cx="3225" cy="5450"/>
            </a:xfrm>
            <a:custGeom>
              <a:rect b="b" l="l" r="r" t="t"/>
              <a:pathLst>
                <a:path extrusionOk="0" h="218" w="129">
                  <a:moveTo>
                    <a:pt x="90" y="1"/>
                  </a:moveTo>
                  <a:lnTo>
                    <a:pt x="1" y="90"/>
                  </a:lnTo>
                  <a:lnTo>
                    <a:pt x="78" y="218"/>
                  </a:lnTo>
                  <a:lnTo>
                    <a:pt x="129" y="103"/>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8"/>
            <p:cNvSpPr/>
            <p:nvPr/>
          </p:nvSpPr>
          <p:spPr>
            <a:xfrm>
              <a:off x="6162900" y="2701075"/>
              <a:ext cx="5475" cy="4825"/>
            </a:xfrm>
            <a:custGeom>
              <a:rect b="b" l="l" r="r" t="t"/>
              <a:pathLst>
                <a:path extrusionOk="0" h="193" w="219">
                  <a:moveTo>
                    <a:pt x="77" y="0"/>
                  </a:moveTo>
                  <a:lnTo>
                    <a:pt x="1" y="128"/>
                  </a:lnTo>
                  <a:lnTo>
                    <a:pt x="90" y="192"/>
                  </a:lnTo>
                  <a:lnTo>
                    <a:pt x="141" y="154"/>
                  </a:lnTo>
                  <a:lnTo>
                    <a:pt x="218" y="154"/>
                  </a:lnTo>
                  <a:lnTo>
                    <a:pt x="205" y="90"/>
                  </a:lnTo>
                  <a:lnTo>
                    <a:pt x="129"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8"/>
            <p:cNvSpPr/>
            <p:nvPr/>
          </p:nvSpPr>
          <p:spPr>
            <a:xfrm>
              <a:off x="6168350" y="2802675"/>
              <a:ext cx="6400" cy="9625"/>
            </a:xfrm>
            <a:custGeom>
              <a:rect b="b" l="l" r="r" t="t"/>
              <a:pathLst>
                <a:path extrusionOk="0" h="385" w="256">
                  <a:moveTo>
                    <a:pt x="256" y="1"/>
                  </a:moveTo>
                  <a:lnTo>
                    <a:pt x="0" y="154"/>
                  </a:lnTo>
                  <a:lnTo>
                    <a:pt x="0" y="384"/>
                  </a:lnTo>
                  <a:lnTo>
                    <a:pt x="205" y="384"/>
                  </a:lnTo>
                  <a:lnTo>
                    <a:pt x="256" y="19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78"/>
            <p:cNvSpPr/>
            <p:nvPr/>
          </p:nvSpPr>
          <p:spPr>
            <a:xfrm>
              <a:off x="6107950" y="3443950"/>
              <a:ext cx="25575" cy="15675"/>
            </a:xfrm>
            <a:custGeom>
              <a:rect b="b" l="l" r="r" t="t"/>
              <a:pathLst>
                <a:path extrusionOk="0" h="627" w="1023">
                  <a:moveTo>
                    <a:pt x="384" y="0"/>
                  </a:moveTo>
                  <a:lnTo>
                    <a:pt x="179" y="90"/>
                  </a:lnTo>
                  <a:lnTo>
                    <a:pt x="128" y="39"/>
                  </a:lnTo>
                  <a:lnTo>
                    <a:pt x="39" y="64"/>
                  </a:lnTo>
                  <a:lnTo>
                    <a:pt x="1" y="230"/>
                  </a:lnTo>
                  <a:lnTo>
                    <a:pt x="256" y="460"/>
                  </a:lnTo>
                  <a:lnTo>
                    <a:pt x="614" y="627"/>
                  </a:lnTo>
                  <a:lnTo>
                    <a:pt x="921" y="460"/>
                  </a:lnTo>
                  <a:lnTo>
                    <a:pt x="1023" y="448"/>
                  </a:lnTo>
                  <a:lnTo>
                    <a:pt x="1023" y="256"/>
                  </a:lnTo>
                  <a:lnTo>
                    <a:pt x="882" y="256"/>
                  </a:lnTo>
                  <a:lnTo>
                    <a:pt x="857" y="166"/>
                  </a:lnTo>
                  <a:lnTo>
                    <a:pt x="946" y="166"/>
                  </a:lnTo>
                  <a:lnTo>
                    <a:pt x="946" y="77"/>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78"/>
            <p:cNvSpPr/>
            <p:nvPr/>
          </p:nvSpPr>
          <p:spPr>
            <a:xfrm>
              <a:off x="6033500" y="3470150"/>
              <a:ext cx="20150" cy="26550"/>
            </a:xfrm>
            <a:custGeom>
              <a:rect b="b" l="l" r="r" t="t"/>
              <a:pathLst>
                <a:path extrusionOk="0" h="1062" w="806">
                  <a:moveTo>
                    <a:pt x="640" y="0"/>
                  </a:moveTo>
                  <a:lnTo>
                    <a:pt x="461" y="179"/>
                  </a:lnTo>
                  <a:lnTo>
                    <a:pt x="461" y="358"/>
                  </a:lnTo>
                  <a:lnTo>
                    <a:pt x="384" y="524"/>
                  </a:lnTo>
                  <a:lnTo>
                    <a:pt x="422" y="665"/>
                  </a:lnTo>
                  <a:lnTo>
                    <a:pt x="346" y="754"/>
                  </a:lnTo>
                  <a:lnTo>
                    <a:pt x="282" y="716"/>
                  </a:lnTo>
                  <a:lnTo>
                    <a:pt x="269" y="563"/>
                  </a:lnTo>
                  <a:lnTo>
                    <a:pt x="384" y="473"/>
                  </a:lnTo>
                  <a:lnTo>
                    <a:pt x="422" y="409"/>
                  </a:lnTo>
                  <a:lnTo>
                    <a:pt x="358" y="409"/>
                  </a:lnTo>
                  <a:lnTo>
                    <a:pt x="358" y="179"/>
                  </a:lnTo>
                  <a:lnTo>
                    <a:pt x="192" y="281"/>
                  </a:lnTo>
                  <a:lnTo>
                    <a:pt x="65" y="307"/>
                  </a:lnTo>
                  <a:lnTo>
                    <a:pt x="26" y="396"/>
                  </a:lnTo>
                  <a:lnTo>
                    <a:pt x="65" y="588"/>
                  </a:lnTo>
                  <a:lnTo>
                    <a:pt x="1" y="793"/>
                  </a:lnTo>
                  <a:lnTo>
                    <a:pt x="269" y="831"/>
                  </a:lnTo>
                  <a:lnTo>
                    <a:pt x="320" y="767"/>
                  </a:lnTo>
                  <a:lnTo>
                    <a:pt x="320" y="767"/>
                  </a:lnTo>
                  <a:lnTo>
                    <a:pt x="243" y="959"/>
                  </a:lnTo>
                  <a:lnTo>
                    <a:pt x="384" y="1061"/>
                  </a:lnTo>
                  <a:lnTo>
                    <a:pt x="499" y="997"/>
                  </a:lnTo>
                  <a:lnTo>
                    <a:pt x="512" y="831"/>
                  </a:lnTo>
                  <a:lnTo>
                    <a:pt x="678" y="844"/>
                  </a:lnTo>
                  <a:lnTo>
                    <a:pt x="806" y="754"/>
                  </a:lnTo>
                  <a:lnTo>
                    <a:pt x="601" y="575"/>
                  </a:lnTo>
                  <a:lnTo>
                    <a:pt x="601" y="358"/>
                  </a:lnTo>
                  <a:lnTo>
                    <a:pt x="691" y="294"/>
                  </a:lnTo>
                  <a:lnTo>
                    <a:pt x="729" y="333"/>
                  </a:lnTo>
                  <a:lnTo>
                    <a:pt x="767" y="384"/>
                  </a:lnTo>
                  <a:lnTo>
                    <a:pt x="767" y="166"/>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78"/>
            <p:cNvSpPr/>
            <p:nvPr/>
          </p:nvSpPr>
          <p:spPr>
            <a:xfrm>
              <a:off x="6044050" y="3405275"/>
              <a:ext cx="16950" cy="11850"/>
            </a:xfrm>
            <a:custGeom>
              <a:rect b="b" l="l" r="r" t="t"/>
              <a:pathLst>
                <a:path extrusionOk="0" h="474" w="678">
                  <a:moveTo>
                    <a:pt x="90" y="1"/>
                  </a:moveTo>
                  <a:lnTo>
                    <a:pt x="0" y="141"/>
                  </a:lnTo>
                  <a:lnTo>
                    <a:pt x="64" y="333"/>
                  </a:lnTo>
                  <a:lnTo>
                    <a:pt x="154" y="244"/>
                  </a:lnTo>
                  <a:lnTo>
                    <a:pt x="243" y="141"/>
                  </a:lnTo>
                  <a:lnTo>
                    <a:pt x="333" y="167"/>
                  </a:lnTo>
                  <a:lnTo>
                    <a:pt x="243" y="333"/>
                  </a:lnTo>
                  <a:lnTo>
                    <a:pt x="371" y="397"/>
                  </a:lnTo>
                  <a:lnTo>
                    <a:pt x="371" y="154"/>
                  </a:lnTo>
                  <a:lnTo>
                    <a:pt x="460" y="256"/>
                  </a:lnTo>
                  <a:lnTo>
                    <a:pt x="563" y="269"/>
                  </a:lnTo>
                  <a:lnTo>
                    <a:pt x="550" y="474"/>
                  </a:lnTo>
                  <a:lnTo>
                    <a:pt x="550" y="474"/>
                  </a:lnTo>
                  <a:lnTo>
                    <a:pt x="614" y="448"/>
                  </a:lnTo>
                  <a:lnTo>
                    <a:pt x="678" y="423"/>
                  </a:lnTo>
                  <a:lnTo>
                    <a:pt x="639" y="256"/>
                  </a:lnTo>
                  <a:lnTo>
                    <a:pt x="563" y="231"/>
                  </a:lnTo>
                  <a:lnTo>
                    <a:pt x="627" y="129"/>
                  </a:lnTo>
                  <a:lnTo>
                    <a:pt x="563" y="26"/>
                  </a:lnTo>
                  <a:lnTo>
                    <a:pt x="435" y="39"/>
                  </a:lnTo>
                  <a:lnTo>
                    <a:pt x="409" y="154"/>
                  </a:lnTo>
                  <a:lnTo>
                    <a:pt x="282" y="129"/>
                  </a:lnTo>
                  <a:lnTo>
                    <a:pt x="384" y="39"/>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78"/>
            <p:cNvSpPr/>
            <p:nvPr/>
          </p:nvSpPr>
          <p:spPr>
            <a:xfrm>
              <a:off x="6075675" y="3413900"/>
              <a:ext cx="40300" cy="17300"/>
            </a:xfrm>
            <a:custGeom>
              <a:rect b="b" l="l" r="r" t="t"/>
              <a:pathLst>
                <a:path extrusionOk="0" h="692" w="1612">
                  <a:moveTo>
                    <a:pt x="141" y="1"/>
                  </a:moveTo>
                  <a:lnTo>
                    <a:pt x="39" y="65"/>
                  </a:lnTo>
                  <a:lnTo>
                    <a:pt x="1" y="359"/>
                  </a:lnTo>
                  <a:lnTo>
                    <a:pt x="180" y="346"/>
                  </a:lnTo>
                  <a:lnTo>
                    <a:pt x="359" y="231"/>
                  </a:lnTo>
                  <a:lnTo>
                    <a:pt x="461" y="256"/>
                  </a:lnTo>
                  <a:lnTo>
                    <a:pt x="601" y="231"/>
                  </a:lnTo>
                  <a:lnTo>
                    <a:pt x="768" y="218"/>
                  </a:lnTo>
                  <a:lnTo>
                    <a:pt x="806" y="205"/>
                  </a:lnTo>
                  <a:lnTo>
                    <a:pt x="831" y="193"/>
                  </a:lnTo>
                  <a:lnTo>
                    <a:pt x="857" y="180"/>
                  </a:lnTo>
                  <a:lnTo>
                    <a:pt x="857" y="256"/>
                  </a:lnTo>
                  <a:lnTo>
                    <a:pt x="1215" y="269"/>
                  </a:lnTo>
                  <a:lnTo>
                    <a:pt x="1266" y="359"/>
                  </a:lnTo>
                  <a:lnTo>
                    <a:pt x="1215" y="397"/>
                  </a:lnTo>
                  <a:lnTo>
                    <a:pt x="1355" y="691"/>
                  </a:lnTo>
                  <a:lnTo>
                    <a:pt x="1381" y="665"/>
                  </a:lnTo>
                  <a:lnTo>
                    <a:pt x="1317" y="435"/>
                  </a:lnTo>
                  <a:lnTo>
                    <a:pt x="1317" y="256"/>
                  </a:lnTo>
                  <a:lnTo>
                    <a:pt x="1496" y="244"/>
                  </a:lnTo>
                  <a:lnTo>
                    <a:pt x="1611" y="154"/>
                  </a:lnTo>
                  <a:lnTo>
                    <a:pt x="1292" y="141"/>
                  </a:lnTo>
                  <a:lnTo>
                    <a:pt x="985" y="180"/>
                  </a:lnTo>
                  <a:lnTo>
                    <a:pt x="895" y="167"/>
                  </a:lnTo>
                  <a:lnTo>
                    <a:pt x="691" y="129"/>
                  </a:lnTo>
                  <a:lnTo>
                    <a:pt x="652" y="52"/>
                  </a:lnTo>
                  <a:lnTo>
                    <a:pt x="537" y="12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8"/>
            <p:cNvSpPr/>
            <p:nvPr/>
          </p:nvSpPr>
          <p:spPr>
            <a:xfrm>
              <a:off x="6137025" y="3337225"/>
              <a:ext cx="13775" cy="27175"/>
            </a:xfrm>
            <a:custGeom>
              <a:rect b="b" l="l" r="r" t="t"/>
              <a:pathLst>
                <a:path extrusionOk="0" h="1087" w="551">
                  <a:moveTo>
                    <a:pt x="410" y="1"/>
                  </a:moveTo>
                  <a:lnTo>
                    <a:pt x="128" y="384"/>
                  </a:lnTo>
                  <a:lnTo>
                    <a:pt x="103" y="614"/>
                  </a:lnTo>
                  <a:lnTo>
                    <a:pt x="1" y="780"/>
                  </a:lnTo>
                  <a:lnTo>
                    <a:pt x="1" y="908"/>
                  </a:lnTo>
                  <a:lnTo>
                    <a:pt x="77" y="959"/>
                  </a:lnTo>
                  <a:lnTo>
                    <a:pt x="128" y="1087"/>
                  </a:lnTo>
                  <a:lnTo>
                    <a:pt x="179" y="1023"/>
                  </a:lnTo>
                  <a:lnTo>
                    <a:pt x="282" y="882"/>
                  </a:lnTo>
                  <a:lnTo>
                    <a:pt x="473" y="665"/>
                  </a:lnTo>
                  <a:lnTo>
                    <a:pt x="512" y="358"/>
                  </a:lnTo>
                  <a:lnTo>
                    <a:pt x="384" y="320"/>
                  </a:lnTo>
                  <a:lnTo>
                    <a:pt x="384" y="26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8"/>
            <p:cNvSpPr/>
            <p:nvPr/>
          </p:nvSpPr>
          <p:spPr>
            <a:xfrm>
              <a:off x="6047550" y="3462150"/>
              <a:ext cx="5800" cy="5775"/>
            </a:xfrm>
            <a:custGeom>
              <a:rect b="b" l="l" r="r" t="t"/>
              <a:pathLst>
                <a:path extrusionOk="0" h="231" w="232">
                  <a:moveTo>
                    <a:pt x="52" y="1"/>
                  </a:moveTo>
                  <a:lnTo>
                    <a:pt x="1" y="116"/>
                  </a:lnTo>
                  <a:lnTo>
                    <a:pt x="142" y="231"/>
                  </a:lnTo>
                  <a:lnTo>
                    <a:pt x="231" y="129"/>
                  </a:lnTo>
                  <a:lnTo>
                    <a:pt x="193" y="26"/>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78"/>
            <p:cNvSpPr/>
            <p:nvPr/>
          </p:nvSpPr>
          <p:spPr>
            <a:xfrm>
              <a:off x="6107000" y="2577750"/>
              <a:ext cx="71900" cy="95550"/>
            </a:xfrm>
            <a:custGeom>
              <a:rect b="b" l="l" r="r" t="t"/>
              <a:pathLst>
                <a:path extrusionOk="0" h="3822" w="2876">
                  <a:moveTo>
                    <a:pt x="1904" y="0"/>
                  </a:moveTo>
                  <a:lnTo>
                    <a:pt x="1508" y="307"/>
                  </a:lnTo>
                  <a:lnTo>
                    <a:pt x="920" y="307"/>
                  </a:lnTo>
                  <a:lnTo>
                    <a:pt x="550" y="614"/>
                  </a:lnTo>
                  <a:lnTo>
                    <a:pt x="320" y="869"/>
                  </a:lnTo>
                  <a:lnTo>
                    <a:pt x="396" y="882"/>
                  </a:lnTo>
                  <a:lnTo>
                    <a:pt x="422" y="933"/>
                  </a:lnTo>
                  <a:lnTo>
                    <a:pt x="447" y="1010"/>
                  </a:lnTo>
                  <a:lnTo>
                    <a:pt x="435" y="1048"/>
                  </a:lnTo>
                  <a:lnTo>
                    <a:pt x="422" y="1086"/>
                  </a:lnTo>
                  <a:lnTo>
                    <a:pt x="588" y="1240"/>
                  </a:lnTo>
                  <a:lnTo>
                    <a:pt x="486" y="1368"/>
                  </a:lnTo>
                  <a:lnTo>
                    <a:pt x="550" y="1572"/>
                  </a:lnTo>
                  <a:lnTo>
                    <a:pt x="550" y="1572"/>
                  </a:lnTo>
                  <a:lnTo>
                    <a:pt x="384" y="1495"/>
                  </a:lnTo>
                  <a:lnTo>
                    <a:pt x="154" y="1521"/>
                  </a:lnTo>
                  <a:lnTo>
                    <a:pt x="0" y="1572"/>
                  </a:lnTo>
                  <a:lnTo>
                    <a:pt x="39" y="1674"/>
                  </a:lnTo>
                  <a:lnTo>
                    <a:pt x="77" y="1892"/>
                  </a:lnTo>
                  <a:lnTo>
                    <a:pt x="179" y="1917"/>
                  </a:lnTo>
                  <a:lnTo>
                    <a:pt x="243" y="1789"/>
                  </a:lnTo>
                  <a:lnTo>
                    <a:pt x="358" y="1943"/>
                  </a:lnTo>
                  <a:lnTo>
                    <a:pt x="409" y="2109"/>
                  </a:lnTo>
                  <a:lnTo>
                    <a:pt x="307" y="2186"/>
                  </a:lnTo>
                  <a:lnTo>
                    <a:pt x="281" y="2365"/>
                  </a:lnTo>
                  <a:lnTo>
                    <a:pt x="422" y="2352"/>
                  </a:lnTo>
                  <a:lnTo>
                    <a:pt x="499" y="2441"/>
                  </a:lnTo>
                  <a:lnTo>
                    <a:pt x="537" y="2518"/>
                  </a:lnTo>
                  <a:lnTo>
                    <a:pt x="499" y="2543"/>
                  </a:lnTo>
                  <a:lnTo>
                    <a:pt x="435" y="2569"/>
                  </a:lnTo>
                  <a:lnTo>
                    <a:pt x="409" y="2569"/>
                  </a:lnTo>
                  <a:lnTo>
                    <a:pt x="371" y="2595"/>
                  </a:lnTo>
                  <a:lnTo>
                    <a:pt x="332" y="2620"/>
                  </a:lnTo>
                  <a:lnTo>
                    <a:pt x="358" y="2710"/>
                  </a:lnTo>
                  <a:lnTo>
                    <a:pt x="256" y="2799"/>
                  </a:lnTo>
                  <a:lnTo>
                    <a:pt x="179" y="2876"/>
                  </a:lnTo>
                  <a:lnTo>
                    <a:pt x="179" y="2952"/>
                  </a:lnTo>
                  <a:lnTo>
                    <a:pt x="205" y="3093"/>
                  </a:lnTo>
                  <a:lnTo>
                    <a:pt x="90" y="3272"/>
                  </a:lnTo>
                  <a:lnTo>
                    <a:pt x="102" y="3361"/>
                  </a:lnTo>
                  <a:lnTo>
                    <a:pt x="281" y="3425"/>
                  </a:lnTo>
                  <a:lnTo>
                    <a:pt x="64" y="3643"/>
                  </a:lnTo>
                  <a:lnTo>
                    <a:pt x="64" y="3796"/>
                  </a:lnTo>
                  <a:lnTo>
                    <a:pt x="217" y="3822"/>
                  </a:lnTo>
                  <a:lnTo>
                    <a:pt x="294" y="3783"/>
                  </a:lnTo>
                  <a:lnTo>
                    <a:pt x="499" y="3822"/>
                  </a:lnTo>
                  <a:lnTo>
                    <a:pt x="678" y="3694"/>
                  </a:lnTo>
                  <a:lnTo>
                    <a:pt x="729" y="3591"/>
                  </a:lnTo>
                  <a:lnTo>
                    <a:pt x="831" y="3604"/>
                  </a:lnTo>
                  <a:lnTo>
                    <a:pt x="895" y="3745"/>
                  </a:lnTo>
                  <a:lnTo>
                    <a:pt x="972" y="3732"/>
                  </a:lnTo>
                  <a:lnTo>
                    <a:pt x="1023" y="3630"/>
                  </a:lnTo>
                  <a:lnTo>
                    <a:pt x="1176" y="3591"/>
                  </a:lnTo>
                  <a:lnTo>
                    <a:pt x="1265" y="3438"/>
                  </a:lnTo>
                  <a:lnTo>
                    <a:pt x="1393" y="3361"/>
                  </a:lnTo>
                  <a:lnTo>
                    <a:pt x="1496" y="3425"/>
                  </a:lnTo>
                  <a:lnTo>
                    <a:pt x="1649" y="3464"/>
                  </a:lnTo>
                  <a:lnTo>
                    <a:pt x="1662" y="3387"/>
                  </a:lnTo>
                  <a:lnTo>
                    <a:pt x="1789" y="3361"/>
                  </a:lnTo>
                  <a:lnTo>
                    <a:pt x="1879" y="3515"/>
                  </a:lnTo>
                  <a:lnTo>
                    <a:pt x="1994" y="3515"/>
                  </a:lnTo>
                  <a:lnTo>
                    <a:pt x="2032" y="3400"/>
                  </a:lnTo>
                  <a:lnTo>
                    <a:pt x="1994" y="3323"/>
                  </a:lnTo>
                  <a:lnTo>
                    <a:pt x="2032" y="3246"/>
                  </a:lnTo>
                  <a:lnTo>
                    <a:pt x="2262" y="3285"/>
                  </a:lnTo>
                  <a:lnTo>
                    <a:pt x="2518" y="3182"/>
                  </a:lnTo>
                  <a:lnTo>
                    <a:pt x="2646" y="3131"/>
                  </a:lnTo>
                  <a:lnTo>
                    <a:pt x="2620" y="2889"/>
                  </a:lnTo>
                  <a:lnTo>
                    <a:pt x="2799" y="2620"/>
                  </a:lnTo>
                  <a:lnTo>
                    <a:pt x="2876" y="2173"/>
                  </a:lnTo>
                  <a:lnTo>
                    <a:pt x="2876" y="2173"/>
                  </a:lnTo>
                  <a:lnTo>
                    <a:pt x="2761" y="2186"/>
                  </a:lnTo>
                  <a:lnTo>
                    <a:pt x="2748" y="1777"/>
                  </a:lnTo>
                  <a:lnTo>
                    <a:pt x="2544" y="1125"/>
                  </a:lnTo>
                  <a:lnTo>
                    <a:pt x="2198" y="614"/>
                  </a:lnTo>
                  <a:lnTo>
                    <a:pt x="1981" y="243"/>
                  </a:lnTo>
                  <a:lnTo>
                    <a:pt x="19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78"/>
            <p:cNvSpPr/>
            <p:nvPr/>
          </p:nvSpPr>
          <p:spPr>
            <a:xfrm>
              <a:off x="6073750" y="3126675"/>
              <a:ext cx="29750" cy="54325"/>
            </a:xfrm>
            <a:custGeom>
              <a:rect b="b" l="l" r="r" t="t"/>
              <a:pathLst>
                <a:path extrusionOk="0" h="2173" w="1190">
                  <a:moveTo>
                    <a:pt x="742" y="0"/>
                  </a:moveTo>
                  <a:lnTo>
                    <a:pt x="614" y="77"/>
                  </a:lnTo>
                  <a:lnTo>
                    <a:pt x="231" y="64"/>
                  </a:lnTo>
                  <a:lnTo>
                    <a:pt x="1" y="0"/>
                  </a:lnTo>
                  <a:lnTo>
                    <a:pt x="1" y="0"/>
                  </a:lnTo>
                  <a:lnTo>
                    <a:pt x="142" y="384"/>
                  </a:lnTo>
                  <a:lnTo>
                    <a:pt x="269" y="371"/>
                  </a:lnTo>
                  <a:lnTo>
                    <a:pt x="512" y="690"/>
                  </a:lnTo>
                  <a:lnTo>
                    <a:pt x="614" y="678"/>
                  </a:lnTo>
                  <a:lnTo>
                    <a:pt x="525" y="793"/>
                  </a:lnTo>
                  <a:lnTo>
                    <a:pt x="512" y="793"/>
                  </a:lnTo>
                  <a:lnTo>
                    <a:pt x="487" y="780"/>
                  </a:lnTo>
                  <a:lnTo>
                    <a:pt x="461" y="767"/>
                  </a:lnTo>
                  <a:lnTo>
                    <a:pt x="448" y="767"/>
                  </a:lnTo>
                  <a:lnTo>
                    <a:pt x="448" y="780"/>
                  </a:lnTo>
                  <a:lnTo>
                    <a:pt x="461" y="882"/>
                  </a:lnTo>
                  <a:lnTo>
                    <a:pt x="487" y="971"/>
                  </a:lnTo>
                  <a:lnTo>
                    <a:pt x="333" y="1048"/>
                  </a:lnTo>
                  <a:lnTo>
                    <a:pt x="129" y="895"/>
                  </a:lnTo>
                  <a:lnTo>
                    <a:pt x="308" y="895"/>
                  </a:lnTo>
                  <a:lnTo>
                    <a:pt x="269" y="767"/>
                  </a:lnTo>
                  <a:lnTo>
                    <a:pt x="129" y="678"/>
                  </a:lnTo>
                  <a:lnTo>
                    <a:pt x="90" y="690"/>
                  </a:lnTo>
                  <a:lnTo>
                    <a:pt x="65" y="690"/>
                  </a:lnTo>
                  <a:lnTo>
                    <a:pt x="52" y="703"/>
                  </a:lnTo>
                  <a:lnTo>
                    <a:pt x="90" y="793"/>
                  </a:lnTo>
                  <a:lnTo>
                    <a:pt x="129" y="856"/>
                  </a:lnTo>
                  <a:lnTo>
                    <a:pt x="27" y="869"/>
                  </a:lnTo>
                  <a:lnTo>
                    <a:pt x="116" y="1393"/>
                  </a:lnTo>
                  <a:lnTo>
                    <a:pt x="205" y="1393"/>
                  </a:lnTo>
                  <a:lnTo>
                    <a:pt x="257" y="1291"/>
                  </a:lnTo>
                  <a:lnTo>
                    <a:pt x="436" y="1457"/>
                  </a:lnTo>
                  <a:lnTo>
                    <a:pt x="359" y="1930"/>
                  </a:lnTo>
                  <a:lnTo>
                    <a:pt x="640" y="2058"/>
                  </a:lnTo>
                  <a:lnTo>
                    <a:pt x="640" y="1866"/>
                  </a:lnTo>
                  <a:lnTo>
                    <a:pt x="793" y="2173"/>
                  </a:lnTo>
                  <a:lnTo>
                    <a:pt x="832" y="2134"/>
                  </a:lnTo>
                  <a:lnTo>
                    <a:pt x="729" y="1968"/>
                  </a:lnTo>
                  <a:lnTo>
                    <a:pt x="729" y="1879"/>
                  </a:lnTo>
                  <a:lnTo>
                    <a:pt x="870" y="1879"/>
                  </a:lnTo>
                  <a:lnTo>
                    <a:pt x="870" y="1764"/>
                  </a:lnTo>
                  <a:lnTo>
                    <a:pt x="729" y="1547"/>
                  </a:lnTo>
                  <a:lnTo>
                    <a:pt x="576" y="1457"/>
                  </a:lnTo>
                  <a:lnTo>
                    <a:pt x="666" y="1023"/>
                  </a:lnTo>
                  <a:lnTo>
                    <a:pt x="819" y="1189"/>
                  </a:lnTo>
                  <a:lnTo>
                    <a:pt x="1190" y="1138"/>
                  </a:lnTo>
                  <a:lnTo>
                    <a:pt x="1100" y="997"/>
                  </a:lnTo>
                  <a:lnTo>
                    <a:pt x="998" y="856"/>
                  </a:lnTo>
                  <a:lnTo>
                    <a:pt x="1023" y="307"/>
                  </a:lnTo>
                  <a:lnTo>
                    <a:pt x="960" y="230"/>
                  </a:lnTo>
                  <a:lnTo>
                    <a:pt x="819" y="230"/>
                  </a:lnTo>
                  <a:lnTo>
                    <a:pt x="870" y="102"/>
                  </a:lnTo>
                  <a:lnTo>
                    <a:pt x="74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8"/>
            <p:cNvSpPr/>
            <p:nvPr/>
          </p:nvSpPr>
          <p:spPr>
            <a:xfrm>
              <a:off x="6024875" y="2991200"/>
              <a:ext cx="2900" cy="6725"/>
            </a:xfrm>
            <a:custGeom>
              <a:rect b="b" l="l" r="r" t="t"/>
              <a:pathLst>
                <a:path extrusionOk="0" h="269" w="116">
                  <a:moveTo>
                    <a:pt x="64" y="0"/>
                  </a:moveTo>
                  <a:lnTo>
                    <a:pt x="1" y="269"/>
                  </a:lnTo>
                  <a:lnTo>
                    <a:pt x="116" y="12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8"/>
            <p:cNvSpPr/>
            <p:nvPr/>
          </p:nvSpPr>
          <p:spPr>
            <a:xfrm>
              <a:off x="6181125" y="2657300"/>
              <a:ext cx="6100" cy="8325"/>
            </a:xfrm>
            <a:custGeom>
              <a:rect b="b" l="l" r="r" t="t"/>
              <a:pathLst>
                <a:path extrusionOk="0" h="333" w="244">
                  <a:moveTo>
                    <a:pt x="192" y="0"/>
                  </a:moveTo>
                  <a:lnTo>
                    <a:pt x="39" y="115"/>
                  </a:lnTo>
                  <a:lnTo>
                    <a:pt x="51" y="192"/>
                  </a:lnTo>
                  <a:lnTo>
                    <a:pt x="0" y="320"/>
                  </a:lnTo>
                  <a:lnTo>
                    <a:pt x="64" y="333"/>
                  </a:lnTo>
                  <a:lnTo>
                    <a:pt x="205" y="205"/>
                  </a:lnTo>
                  <a:lnTo>
                    <a:pt x="243" y="52"/>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8"/>
            <p:cNvSpPr/>
            <p:nvPr/>
          </p:nvSpPr>
          <p:spPr>
            <a:xfrm>
              <a:off x="6139900" y="3349675"/>
              <a:ext cx="25900" cy="48925"/>
            </a:xfrm>
            <a:custGeom>
              <a:rect b="b" l="l" r="r" t="t"/>
              <a:pathLst>
                <a:path extrusionOk="0" h="1957" w="1036">
                  <a:moveTo>
                    <a:pt x="908" y="1"/>
                  </a:moveTo>
                  <a:lnTo>
                    <a:pt x="691" y="39"/>
                  </a:lnTo>
                  <a:lnTo>
                    <a:pt x="435" y="269"/>
                  </a:lnTo>
                  <a:lnTo>
                    <a:pt x="486" y="359"/>
                  </a:lnTo>
                  <a:lnTo>
                    <a:pt x="346" y="397"/>
                  </a:lnTo>
                  <a:lnTo>
                    <a:pt x="295" y="512"/>
                  </a:lnTo>
                  <a:lnTo>
                    <a:pt x="295" y="627"/>
                  </a:lnTo>
                  <a:lnTo>
                    <a:pt x="90" y="589"/>
                  </a:lnTo>
                  <a:lnTo>
                    <a:pt x="1" y="717"/>
                  </a:lnTo>
                  <a:lnTo>
                    <a:pt x="1" y="998"/>
                  </a:lnTo>
                  <a:lnTo>
                    <a:pt x="103" y="1036"/>
                  </a:lnTo>
                  <a:lnTo>
                    <a:pt x="77" y="1445"/>
                  </a:lnTo>
                  <a:lnTo>
                    <a:pt x="256" y="1560"/>
                  </a:lnTo>
                  <a:lnTo>
                    <a:pt x="397" y="1841"/>
                  </a:lnTo>
                  <a:lnTo>
                    <a:pt x="550" y="1867"/>
                  </a:lnTo>
                  <a:lnTo>
                    <a:pt x="652" y="1956"/>
                  </a:lnTo>
                  <a:lnTo>
                    <a:pt x="614" y="1854"/>
                  </a:lnTo>
                  <a:lnTo>
                    <a:pt x="295" y="1330"/>
                  </a:lnTo>
                  <a:lnTo>
                    <a:pt x="320" y="883"/>
                  </a:lnTo>
                  <a:lnTo>
                    <a:pt x="486" y="883"/>
                  </a:lnTo>
                  <a:lnTo>
                    <a:pt x="627" y="972"/>
                  </a:lnTo>
                  <a:lnTo>
                    <a:pt x="806" y="972"/>
                  </a:lnTo>
                  <a:lnTo>
                    <a:pt x="908" y="1062"/>
                  </a:lnTo>
                  <a:lnTo>
                    <a:pt x="1036" y="1062"/>
                  </a:lnTo>
                  <a:lnTo>
                    <a:pt x="946" y="972"/>
                  </a:lnTo>
                  <a:lnTo>
                    <a:pt x="946" y="819"/>
                  </a:lnTo>
                  <a:lnTo>
                    <a:pt x="678" y="768"/>
                  </a:lnTo>
                  <a:lnTo>
                    <a:pt x="550" y="640"/>
                  </a:lnTo>
                  <a:lnTo>
                    <a:pt x="742" y="499"/>
                  </a:lnTo>
                  <a:lnTo>
                    <a:pt x="908" y="499"/>
                  </a:lnTo>
                  <a:lnTo>
                    <a:pt x="1010" y="218"/>
                  </a:lnTo>
                  <a:lnTo>
                    <a:pt x="946" y="116"/>
                  </a:lnTo>
                  <a:lnTo>
                    <a:pt x="97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8"/>
            <p:cNvSpPr/>
            <p:nvPr/>
          </p:nvSpPr>
          <p:spPr>
            <a:xfrm>
              <a:off x="6136375" y="2838150"/>
              <a:ext cx="14100" cy="14075"/>
            </a:xfrm>
            <a:custGeom>
              <a:rect b="b" l="l" r="r" t="t"/>
              <a:pathLst>
                <a:path extrusionOk="0" h="563" w="564">
                  <a:moveTo>
                    <a:pt x="512" y="0"/>
                  </a:moveTo>
                  <a:lnTo>
                    <a:pt x="333" y="128"/>
                  </a:lnTo>
                  <a:lnTo>
                    <a:pt x="333" y="256"/>
                  </a:lnTo>
                  <a:lnTo>
                    <a:pt x="1" y="563"/>
                  </a:lnTo>
                  <a:lnTo>
                    <a:pt x="116" y="563"/>
                  </a:lnTo>
                  <a:lnTo>
                    <a:pt x="384" y="384"/>
                  </a:lnTo>
                  <a:lnTo>
                    <a:pt x="372" y="281"/>
                  </a:lnTo>
                  <a:lnTo>
                    <a:pt x="563" y="115"/>
                  </a:lnTo>
                  <a:lnTo>
                    <a:pt x="51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8"/>
            <p:cNvSpPr/>
            <p:nvPr/>
          </p:nvSpPr>
          <p:spPr>
            <a:xfrm>
              <a:off x="6177275" y="2666575"/>
              <a:ext cx="5150" cy="5450"/>
            </a:xfrm>
            <a:custGeom>
              <a:rect b="b" l="l" r="r" t="t"/>
              <a:pathLst>
                <a:path extrusionOk="0" h="218" w="206">
                  <a:moveTo>
                    <a:pt x="142" y="0"/>
                  </a:moveTo>
                  <a:lnTo>
                    <a:pt x="1" y="217"/>
                  </a:lnTo>
                  <a:lnTo>
                    <a:pt x="1" y="217"/>
                  </a:lnTo>
                  <a:lnTo>
                    <a:pt x="129" y="192"/>
                  </a:lnTo>
                  <a:lnTo>
                    <a:pt x="205" y="38"/>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8"/>
            <p:cNvSpPr/>
            <p:nvPr/>
          </p:nvSpPr>
          <p:spPr>
            <a:xfrm>
              <a:off x="6175700" y="3380675"/>
              <a:ext cx="5775" cy="5150"/>
            </a:xfrm>
            <a:custGeom>
              <a:rect b="b" l="l" r="r" t="t"/>
              <a:pathLst>
                <a:path extrusionOk="0" h="206" w="231">
                  <a:moveTo>
                    <a:pt x="0" y="1"/>
                  </a:moveTo>
                  <a:lnTo>
                    <a:pt x="26" y="103"/>
                  </a:lnTo>
                  <a:lnTo>
                    <a:pt x="141" y="205"/>
                  </a:lnTo>
                  <a:lnTo>
                    <a:pt x="230" y="16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8"/>
            <p:cNvSpPr/>
            <p:nvPr/>
          </p:nvSpPr>
          <p:spPr>
            <a:xfrm>
              <a:off x="6178575" y="2770100"/>
              <a:ext cx="3850" cy="3850"/>
            </a:xfrm>
            <a:custGeom>
              <a:rect b="b" l="l" r="r" t="t"/>
              <a:pathLst>
                <a:path extrusionOk="0" h="154" w="154">
                  <a:moveTo>
                    <a:pt x="77" y="0"/>
                  </a:moveTo>
                  <a:lnTo>
                    <a:pt x="0" y="38"/>
                  </a:lnTo>
                  <a:lnTo>
                    <a:pt x="77" y="153"/>
                  </a:lnTo>
                  <a:lnTo>
                    <a:pt x="153" y="77"/>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8"/>
            <p:cNvSpPr/>
            <p:nvPr/>
          </p:nvSpPr>
          <p:spPr>
            <a:xfrm>
              <a:off x="6024550" y="3138500"/>
              <a:ext cx="27500" cy="33250"/>
            </a:xfrm>
            <a:custGeom>
              <a:rect b="b" l="l" r="r" t="t"/>
              <a:pathLst>
                <a:path extrusionOk="0" h="1330" w="1100">
                  <a:moveTo>
                    <a:pt x="116" y="0"/>
                  </a:moveTo>
                  <a:lnTo>
                    <a:pt x="1" y="153"/>
                  </a:lnTo>
                  <a:lnTo>
                    <a:pt x="231" y="217"/>
                  </a:lnTo>
                  <a:lnTo>
                    <a:pt x="129" y="550"/>
                  </a:lnTo>
                  <a:lnTo>
                    <a:pt x="192" y="767"/>
                  </a:lnTo>
                  <a:lnTo>
                    <a:pt x="90" y="869"/>
                  </a:lnTo>
                  <a:lnTo>
                    <a:pt x="129" y="1048"/>
                  </a:lnTo>
                  <a:lnTo>
                    <a:pt x="129" y="1291"/>
                  </a:lnTo>
                  <a:lnTo>
                    <a:pt x="371" y="1074"/>
                  </a:lnTo>
                  <a:lnTo>
                    <a:pt x="614" y="1048"/>
                  </a:lnTo>
                  <a:lnTo>
                    <a:pt x="614" y="1048"/>
                  </a:lnTo>
                  <a:lnTo>
                    <a:pt x="512" y="1150"/>
                  </a:lnTo>
                  <a:lnTo>
                    <a:pt x="525" y="1329"/>
                  </a:lnTo>
                  <a:lnTo>
                    <a:pt x="704" y="1201"/>
                  </a:lnTo>
                  <a:lnTo>
                    <a:pt x="768" y="1074"/>
                  </a:lnTo>
                  <a:lnTo>
                    <a:pt x="640" y="1022"/>
                  </a:lnTo>
                  <a:lnTo>
                    <a:pt x="755" y="984"/>
                  </a:lnTo>
                  <a:lnTo>
                    <a:pt x="780" y="792"/>
                  </a:lnTo>
                  <a:lnTo>
                    <a:pt x="1062" y="690"/>
                  </a:lnTo>
                  <a:lnTo>
                    <a:pt x="1100" y="537"/>
                  </a:lnTo>
                  <a:lnTo>
                    <a:pt x="1062" y="371"/>
                  </a:lnTo>
                  <a:lnTo>
                    <a:pt x="934" y="473"/>
                  </a:lnTo>
                  <a:lnTo>
                    <a:pt x="832" y="320"/>
                  </a:lnTo>
                  <a:lnTo>
                    <a:pt x="704" y="435"/>
                  </a:lnTo>
                  <a:lnTo>
                    <a:pt x="448" y="179"/>
                  </a:lnTo>
                  <a:lnTo>
                    <a:pt x="282" y="166"/>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8"/>
            <p:cNvSpPr/>
            <p:nvPr/>
          </p:nvSpPr>
          <p:spPr>
            <a:xfrm>
              <a:off x="6024875" y="3105900"/>
              <a:ext cx="6425" cy="8325"/>
            </a:xfrm>
            <a:custGeom>
              <a:rect b="b" l="l" r="r" t="t"/>
              <a:pathLst>
                <a:path extrusionOk="0" h="333" w="257">
                  <a:moveTo>
                    <a:pt x="1" y="0"/>
                  </a:moveTo>
                  <a:lnTo>
                    <a:pt x="1" y="218"/>
                  </a:lnTo>
                  <a:lnTo>
                    <a:pt x="116" y="333"/>
                  </a:lnTo>
                  <a:lnTo>
                    <a:pt x="256" y="167"/>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8"/>
            <p:cNvSpPr/>
            <p:nvPr/>
          </p:nvSpPr>
          <p:spPr>
            <a:xfrm>
              <a:off x="5982700" y="3273325"/>
              <a:ext cx="8975" cy="6425"/>
            </a:xfrm>
            <a:custGeom>
              <a:rect b="b" l="l" r="r" t="t"/>
              <a:pathLst>
                <a:path extrusionOk="0" h="257" w="359">
                  <a:moveTo>
                    <a:pt x="358" y="0"/>
                  </a:moveTo>
                  <a:lnTo>
                    <a:pt x="0" y="205"/>
                  </a:lnTo>
                  <a:lnTo>
                    <a:pt x="0" y="256"/>
                  </a:lnTo>
                  <a:lnTo>
                    <a:pt x="358" y="141"/>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8"/>
            <p:cNvSpPr/>
            <p:nvPr/>
          </p:nvSpPr>
          <p:spPr>
            <a:xfrm>
              <a:off x="6035100" y="3128275"/>
              <a:ext cx="7050" cy="5125"/>
            </a:xfrm>
            <a:custGeom>
              <a:rect b="b" l="l" r="r" t="t"/>
              <a:pathLst>
                <a:path extrusionOk="0" h="205" w="282">
                  <a:moveTo>
                    <a:pt x="256" y="0"/>
                  </a:moveTo>
                  <a:lnTo>
                    <a:pt x="1" y="26"/>
                  </a:lnTo>
                  <a:lnTo>
                    <a:pt x="231" y="205"/>
                  </a:lnTo>
                  <a:lnTo>
                    <a:pt x="282" y="102"/>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8"/>
            <p:cNvSpPr/>
            <p:nvPr/>
          </p:nvSpPr>
          <p:spPr>
            <a:xfrm>
              <a:off x="6026800" y="3123800"/>
              <a:ext cx="5450" cy="11200"/>
            </a:xfrm>
            <a:custGeom>
              <a:rect b="b" l="l" r="r" t="t"/>
              <a:pathLst>
                <a:path extrusionOk="0" h="448" w="218">
                  <a:moveTo>
                    <a:pt x="217" y="0"/>
                  </a:moveTo>
                  <a:lnTo>
                    <a:pt x="51" y="64"/>
                  </a:lnTo>
                  <a:lnTo>
                    <a:pt x="39" y="77"/>
                  </a:lnTo>
                  <a:lnTo>
                    <a:pt x="39" y="90"/>
                  </a:lnTo>
                  <a:lnTo>
                    <a:pt x="39" y="128"/>
                  </a:lnTo>
                  <a:lnTo>
                    <a:pt x="51" y="179"/>
                  </a:lnTo>
                  <a:lnTo>
                    <a:pt x="0" y="217"/>
                  </a:lnTo>
                  <a:lnTo>
                    <a:pt x="64" y="447"/>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8"/>
            <p:cNvSpPr/>
            <p:nvPr/>
          </p:nvSpPr>
          <p:spPr>
            <a:xfrm>
              <a:off x="6051075" y="3126975"/>
              <a:ext cx="18250" cy="16650"/>
            </a:xfrm>
            <a:custGeom>
              <a:rect b="b" l="l" r="r" t="t"/>
              <a:pathLst>
                <a:path extrusionOk="0" h="666" w="730">
                  <a:moveTo>
                    <a:pt x="243" y="1"/>
                  </a:moveTo>
                  <a:lnTo>
                    <a:pt x="103" y="193"/>
                  </a:lnTo>
                  <a:lnTo>
                    <a:pt x="128" y="257"/>
                  </a:lnTo>
                  <a:lnTo>
                    <a:pt x="1" y="512"/>
                  </a:lnTo>
                  <a:lnTo>
                    <a:pt x="52" y="512"/>
                  </a:lnTo>
                  <a:lnTo>
                    <a:pt x="295" y="257"/>
                  </a:lnTo>
                  <a:lnTo>
                    <a:pt x="461" y="512"/>
                  </a:lnTo>
                  <a:lnTo>
                    <a:pt x="703" y="666"/>
                  </a:lnTo>
                  <a:lnTo>
                    <a:pt x="729" y="461"/>
                  </a:lnTo>
                  <a:lnTo>
                    <a:pt x="563" y="231"/>
                  </a:lnTo>
                  <a:lnTo>
                    <a:pt x="499" y="231"/>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8"/>
            <p:cNvSpPr/>
            <p:nvPr/>
          </p:nvSpPr>
          <p:spPr>
            <a:xfrm>
              <a:off x="6064500" y="3175550"/>
              <a:ext cx="16325" cy="11850"/>
            </a:xfrm>
            <a:custGeom>
              <a:rect b="b" l="l" r="r" t="t"/>
              <a:pathLst>
                <a:path extrusionOk="0" h="474" w="653">
                  <a:moveTo>
                    <a:pt x="345" y="1"/>
                  </a:moveTo>
                  <a:lnTo>
                    <a:pt x="0" y="307"/>
                  </a:lnTo>
                  <a:lnTo>
                    <a:pt x="77" y="473"/>
                  </a:lnTo>
                  <a:lnTo>
                    <a:pt x="422" y="473"/>
                  </a:lnTo>
                  <a:lnTo>
                    <a:pt x="588" y="358"/>
                  </a:lnTo>
                  <a:lnTo>
                    <a:pt x="652" y="52"/>
                  </a:lnTo>
                  <a:lnTo>
                    <a:pt x="601" y="77"/>
                  </a:lnTo>
                  <a:lnTo>
                    <a:pt x="563" y="90"/>
                  </a:lnTo>
                  <a:lnTo>
                    <a:pt x="524" y="90"/>
                  </a:lnTo>
                  <a:lnTo>
                    <a:pt x="3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8"/>
            <p:cNvSpPr/>
            <p:nvPr/>
          </p:nvSpPr>
          <p:spPr>
            <a:xfrm>
              <a:off x="6035750" y="3152875"/>
              <a:ext cx="34200" cy="45375"/>
            </a:xfrm>
            <a:custGeom>
              <a:rect b="b" l="l" r="r" t="t"/>
              <a:pathLst>
                <a:path extrusionOk="0" h="1815" w="1368">
                  <a:moveTo>
                    <a:pt x="1368" y="0"/>
                  </a:moveTo>
                  <a:lnTo>
                    <a:pt x="1291" y="38"/>
                  </a:lnTo>
                  <a:lnTo>
                    <a:pt x="1099" y="601"/>
                  </a:lnTo>
                  <a:lnTo>
                    <a:pt x="818" y="1023"/>
                  </a:lnTo>
                  <a:lnTo>
                    <a:pt x="741" y="1585"/>
                  </a:lnTo>
                  <a:lnTo>
                    <a:pt x="588" y="1342"/>
                  </a:lnTo>
                  <a:lnTo>
                    <a:pt x="639" y="1125"/>
                  </a:lnTo>
                  <a:lnTo>
                    <a:pt x="716" y="971"/>
                  </a:lnTo>
                  <a:lnTo>
                    <a:pt x="716" y="754"/>
                  </a:lnTo>
                  <a:lnTo>
                    <a:pt x="959" y="524"/>
                  </a:lnTo>
                  <a:lnTo>
                    <a:pt x="984" y="384"/>
                  </a:lnTo>
                  <a:lnTo>
                    <a:pt x="780" y="205"/>
                  </a:lnTo>
                  <a:lnTo>
                    <a:pt x="665" y="256"/>
                  </a:lnTo>
                  <a:lnTo>
                    <a:pt x="460" y="256"/>
                  </a:lnTo>
                  <a:lnTo>
                    <a:pt x="486" y="524"/>
                  </a:lnTo>
                  <a:lnTo>
                    <a:pt x="384" y="665"/>
                  </a:lnTo>
                  <a:lnTo>
                    <a:pt x="396" y="920"/>
                  </a:lnTo>
                  <a:lnTo>
                    <a:pt x="294" y="1023"/>
                  </a:lnTo>
                  <a:lnTo>
                    <a:pt x="51" y="1061"/>
                  </a:lnTo>
                  <a:lnTo>
                    <a:pt x="0" y="1278"/>
                  </a:lnTo>
                  <a:lnTo>
                    <a:pt x="230" y="1547"/>
                  </a:lnTo>
                  <a:lnTo>
                    <a:pt x="371" y="1598"/>
                  </a:lnTo>
                  <a:lnTo>
                    <a:pt x="409" y="1815"/>
                  </a:lnTo>
                  <a:lnTo>
                    <a:pt x="562" y="1815"/>
                  </a:lnTo>
                  <a:lnTo>
                    <a:pt x="767" y="1726"/>
                  </a:lnTo>
                  <a:lnTo>
                    <a:pt x="780" y="1534"/>
                  </a:lnTo>
                  <a:lnTo>
                    <a:pt x="895" y="1419"/>
                  </a:lnTo>
                  <a:lnTo>
                    <a:pt x="997" y="1163"/>
                  </a:lnTo>
                  <a:lnTo>
                    <a:pt x="1035" y="1023"/>
                  </a:lnTo>
                  <a:lnTo>
                    <a:pt x="1125" y="882"/>
                  </a:lnTo>
                  <a:lnTo>
                    <a:pt x="1240" y="818"/>
                  </a:lnTo>
                  <a:lnTo>
                    <a:pt x="1342" y="665"/>
                  </a:lnTo>
                  <a:lnTo>
                    <a:pt x="13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8"/>
            <p:cNvSpPr/>
            <p:nvPr/>
          </p:nvSpPr>
          <p:spPr>
            <a:xfrm>
              <a:off x="6059375" y="3123800"/>
              <a:ext cx="5475" cy="7050"/>
            </a:xfrm>
            <a:custGeom>
              <a:rect b="b" l="l" r="r" t="t"/>
              <a:pathLst>
                <a:path extrusionOk="0" h="282" w="219">
                  <a:moveTo>
                    <a:pt x="39" y="0"/>
                  </a:moveTo>
                  <a:lnTo>
                    <a:pt x="1" y="90"/>
                  </a:lnTo>
                  <a:lnTo>
                    <a:pt x="167" y="281"/>
                  </a:lnTo>
                  <a:lnTo>
                    <a:pt x="218" y="21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78"/>
            <p:cNvSpPr/>
            <p:nvPr/>
          </p:nvSpPr>
          <p:spPr>
            <a:xfrm>
              <a:off x="5993875" y="3107175"/>
              <a:ext cx="26550" cy="27175"/>
            </a:xfrm>
            <a:custGeom>
              <a:rect b="b" l="l" r="r" t="t"/>
              <a:pathLst>
                <a:path extrusionOk="0" h="1087" w="1062">
                  <a:moveTo>
                    <a:pt x="65" y="1"/>
                  </a:moveTo>
                  <a:lnTo>
                    <a:pt x="1" y="77"/>
                  </a:lnTo>
                  <a:lnTo>
                    <a:pt x="1" y="128"/>
                  </a:lnTo>
                  <a:lnTo>
                    <a:pt x="103" y="64"/>
                  </a:lnTo>
                  <a:lnTo>
                    <a:pt x="154" y="192"/>
                  </a:lnTo>
                  <a:lnTo>
                    <a:pt x="359" y="320"/>
                  </a:lnTo>
                  <a:lnTo>
                    <a:pt x="397" y="678"/>
                  </a:lnTo>
                  <a:lnTo>
                    <a:pt x="423" y="665"/>
                  </a:lnTo>
                  <a:lnTo>
                    <a:pt x="435" y="665"/>
                  </a:lnTo>
                  <a:lnTo>
                    <a:pt x="448" y="678"/>
                  </a:lnTo>
                  <a:lnTo>
                    <a:pt x="525" y="921"/>
                  </a:lnTo>
                  <a:lnTo>
                    <a:pt x="614" y="997"/>
                  </a:lnTo>
                  <a:lnTo>
                    <a:pt x="614" y="1061"/>
                  </a:lnTo>
                  <a:lnTo>
                    <a:pt x="780" y="1087"/>
                  </a:lnTo>
                  <a:lnTo>
                    <a:pt x="857" y="946"/>
                  </a:lnTo>
                  <a:lnTo>
                    <a:pt x="895" y="844"/>
                  </a:lnTo>
                  <a:lnTo>
                    <a:pt x="1062" y="755"/>
                  </a:lnTo>
                  <a:lnTo>
                    <a:pt x="947" y="627"/>
                  </a:lnTo>
                  <a:lnTo>
                    <a:pt x="934" y="307"/>
                  </a:lnTo>
                  <a:lnTo>
                    <a:pt x="704" y="77"/>
                  </a:lnTo>
                  <a:lnTo>
                    <a:pt x="550" y="103"/>
                  </a:lnTo>
                  <a:lnTo>
                    <a:pt x="486" y="1"/>
                  </a:lnTo>
                  <a:lnTo>
                    <a:pt x="282" y="52"/>
                  </a:lnTo>
                  <a:lnTo>
                    <a:pt x="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8"/>
            <p:cNvSpPr/>
            <p:nvPr/>
          </p:nvSpPr>
          <p:spPr>
            <a:xfrm>
              <a:off x="5996450" y="3498575"/>
              <a:ext cx="2900" cy="13125"/>
            </a:xfrm>
            <a:custGeom>
              <a:rect b="b" l="l" r="r" t="t"/>
              <a:pathLst>
                <a:path extrusionOk="0" h="525" w="116">
                  <a:moveTo>
                    <a:pt x="38" y="1"/>
                  </a:moveTo>
                  <a:lnTo>
                    <a:pt x="0" y="320"/>
                  </a:lnTo>
                  <a:lnTo>
                    <a:pt x="77" y="525"/>
                  </a:lnTo>
                  <a:lnTo>
                    <a:pt x="115" y="192"/>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8"/>
            <p:cNvSpPr/>
            <p:nvPr/>
          </p:nvSpPr>
          <p:spPr>
            <a:xfrm>
              <a:off x="6023600" y="3483575"/>
              <a:ext cx="5775" cy="9275"/>
            </a:xfrm>
            <a:custGeom>
              <a:rect b="b" l="l" r="r" t="t"/>
              <a:pathLst>
                <a:path extrusionOk="0" h="371" w="231">
                  <a:moveTo>
                    <a:pt x="103" y="0"/>
                  </a:moveTo>
                  <a:lnTo>
                    <a:pt x="0" y="128"/>
                  </a:lnTo>
                  <a:lnTo>
                    <a:pt x="90" y="268"/>
                  </a:lnTo>
                  <a:lnTo>
                    <a:pt x="205" y="371"/>
                  </a:lnTo>
                  <a:lnTo>
                    <a:pt x="230" y="294"/>
                  </a:lnTo>
                  <a:lnTo>
                    <a:pt x="230" y="128"/>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8"/>
            <p:cNvSpPr/>
            <p:nvPr/>
          </p:nvSpPr>
          <p:spPr>
            <a:xfrm>
              <a:off x="5985250" y="3138500"/>
              <a:ext cx="4175" cy="6725"/>
            </a:xfrm>
            <a:custGeom>
              <a:rect b="b" l="l" r="r" t="t"/>
              <a:pathLst>
                <a:path extrusionOk="0" h="269" w="167">
                  <a:moveTo>
                    <a:pt x="39" y="0"/>
                  </a:moveTo>
                  <a:lnTo>
                    <a:pt x="1" y="26"/>
                  </a:lnTo>
                  <a:lnTo>
                    <a:pt x="65" y="268"/>
                  </a:lnTo>
                  <a:lnTo>
                    <a:pt x="116" y="217"/>
                  </a:lnTo>
                  <a:lnTo>
                    <a:pt x="167" y="153"/>
                  </a:lnTo>
                  <a:lnTo>
                    <a:pt x="103"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8"/>
            <p:cNvSpPr/>
            <p:nvPr/>
          </p:nvSpPr>
          <p:spPr>
            <a:xfrm>
              <a:off x="6020400" y="3388350"/>
              <a:ext cx="10900" cy="4825"/>
            </a:xfrm>
            <a:custGeom>
              <a:rect b="b" l="l" r="r" t="t"/>
              <a:pathLst>
                <a:path extrusionOk="0" h="193" w="436">
                  <a:moveTo>
                    <a:pt x="231" y="0"/>
                  </a:moveTo>
                  <a:lnTo>
                    <a:pt x="205" y="39"/>
                  </a:lnTo>
                  <a:lnTo>
                    <a:pt x="192" y="64"/>
                  </a:lnTo>
                  <a:lnTo>
                    <a:pt x="77" y="64"/>
                  </a:lnTo>
                  <a:lnTo>
                    <a:pt x="1" y="192"/>
                  </a:lnTo>
                  <a:lnTo>
                    <a:pt x="65" y="192"/>
                  </a:lnTo>
                  <a:lnTo>
                    <a:pt x="90" y="115"/>
                  </a:lnTo>
                  <a:lnTo>
                    <a:pt x="218" y="167"/>
                  </a:lnTo>
                  <a:lnTo>
                    <a:pt x="218" y="52"/>
                  </a:lnTo>
                  <a:lnTo>
                    <a:pt x="410" y="77"/>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8"/>
            <p:cNvSpPr/>
            <p:nvPr/>
          </p:nvSpPr>
          <p:spPr>
            <a:xfrm>
              <a:off x="5999325" y="3522875"/>
              <a:ext cx="4175" cy="3200"/>
            </a:xfrm>
            <a:custGeom>
              <a:rect b="b" l="l" r="r" t="t"/>
              <a:pathLst>
                <a:path extrusionOk="0" h="128" w="167">
                  <a:moveTo>
                    <a:pt x="51" y="0"/>
                  </a:moveTo>
                  <a:lnTo>
                    <a:pt x="0" y="128"/>
                  </a:lnTo>
                  <a:lnTo>
                    <a:pt x="166" y="128"/>
                  </a:lnTo>
                  <a:lnTo>
                    <a:pt x="166" y="64"/>
                  </a:lnTo>
                  <a:lnTo>
                    <a:pt x="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8"/>
            <p:cNvSpPr/>
            <p:nvPr/>
          </p:nvSpPr>
          <p:spPr>
            <a:xfrm>
              <a:off x="5974400" y="3552575"/>
              <a:ext cx="4800" cy="6750"/>
            </a:xfrm>
            <a:custGeom>
              <a:rect b="b" l="l" r="r" t="t"/>
              <a:pathLst>
                <a:path extrusionOk="0" h="270" w="192">
                  <a:moveTo>
                    <a:pt x="64" y="1"/>
                  </a:moveTo>
                  <a:lnTo>
                    <a:pt x="0" y="77"/>
                  </a:lnTo>
                  <a:lnTo>
                    <a:pt x="64" y="180"/>
                  </a:lnTo>
                  <a:lnTo>
                    <a:pt x="26" y="256"/>
                  </a:lnTo>
                  <a:lnTo>
                    <a:pt x="154" y="269"/>
                  </a:lnTo>
                  <a:lnTo>
                    <a:pt x="77" y="192"/>
                  </a:lnTo>
                  <a:lnTo>
                    <a:pt x="192"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8"/>
            <p:cNvSpPr/>
            <p:nvPr/>
          </p:nvSpPr>
          <p:spPr>
            <a:xfrm>
              <a:off x="5985250" y="3130825"/>
              <a:ext cx="9625" cy="11200"/>
            </a:xfrm>
            <a:custGeom>
              <a:rect b="b" l="l" r="r" t="t"/>
              <a:pathLst>
                <a:path extrusionOk="0" h="448" w="385">
                  <a:moveTo>
                    <a:pt x="26" y="0"/>
                  </a:moveTo>
                  <a:lnTo>
                    <a:pt x="1" y="166"/>
                  </a:lnTo>
                  <a:lnTo>
                    <a:pt x="167" y="333"/>
                  </a:lnTo>
                  <a:lnTo>
                    <a:pt x="205" y="307"/>
                  </a:lnTo>
                  <a:lnTo>
                    <a:pt x="231" y="230"/>
                  </a:lnTo>
                  <a:lnTo>
                    <a:pt x="269" y="333"/>
                  </a:lnTo>
                  <a:lnTo>
                    <a:pt x="295" y="448"/>
                  </a:lnTo>
                  <a:lnTo>
                    <a:pt x="384" y="281"/>
                  </a:lnTo>
                  <a:lnTo>
                    <a:pt x="320" y="154"/>
                  </a:lnTo>
                  <a:lnTo>
                    <a:pt x="256" y="205"/>
                  </a:lnTo>
                  <a:lnTo>
                    <a:pt x="167" y="192"/>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8"/>
            <p:cNvSpPr/>
            <p:nvPr/>
          </p:nvSpPr>
          <p:spPr>
            <a:xfrm>
              <a:off x="6005075" y="3258300"/>
              <a:ext cx="11850" cy="5450"/>
            </a:xfrm>
            <a:custGeom>
              <a:rect b="b" l="l" r="r" t="t"/>
              <a:pathLst>
                <a:path extrusionOk="0" h="218" w="474">
                  <a:moveTo>
                    <a:pt x="141" y="1"/>
                  </a:moveTo>
                  <a:lnTo>
                    <a:pt x="0" y="77"/>
                  </a:lnTo>
                  <a:lnTo>
                    <a:pt x="26" y="154"/>
                  </a:lnTo>
                  <a:lnTo>
                    <a:pt x="256" y="103"/>
                  </a:lnTo>
                  <a:lnTo>
                    <a:pt x="332" y="218"/>
                  </a:lnTo>
                  <a:lnTo>
                    <a:pt x="460" y="167"/>
                  </a:lnTo>
                  <a:lnTo>
                    <a:pt x="473" y="103"/>
                  </a:lnTo>
                  <a:lnTo>
                    <a:pt x="320" y="39"/>
                  </a:lnTo>
                  <a:lnTo>
                    <a:pt x="294" y="103"/>
                  </a:lnTo>
                  <a:lnTo>
                    <a:pt x="256" y="26"/>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8"/>
            <p:cNvSpPr/>
            <p:nvPr/>
          </p:nvSpPr>
          <p:spPr>
            <a:xfrm>
              <a:off x="5962900" y="3346175"/>
              <a:ext cx="131325" cy="151800"/>
            </a:xfrm>
            <a:custGeom>
              <a:rect b="b" l="l" r="r" t="t"/>
              <a:pathLst>
                <a:path extrusionOk="0" h="6072" w="5253">
                  <a:moveTo>
                    <a:pt x="5023" y="0"/>
                  </a:moveTo>
                  <a:lnTo>
                    <a:pt x="4844" y="154"/>
                  </a:lnTo>
                  <a:lnTo>
                    <a:pt x="4831" y="243"/>
                  </a:lnTo>
                  <a:lnTo>
                    <a:pt x="4652" y="282"/>
                  </a:lnTo>
                  <a:lnTo>
                    <a:pt x="4639" y="397"/>
                  </a:lnTo>
                  <a:lnTo>
                    <a:pt x="4691" y="460"/>
                  </a:lnTo>
                  <a:lnTo>
                    <a:pt x="4499" y="473"/>
                  </a:lnTo>
                  <a:lnTo>
                    <a:pt x="4486" y="576"/>
                  </a:lnTo>
                  <a:lnTo>
                    <a:pt x="4077" y="767"/>
                  </a:lnTo>
                  <a:lnTo>
                    <a:pt x="3438" y="601"/>
                  </a:lnTo>
                  <a:lnTo>
                    <a:pt x="3259" y="729"/>
                  </a:lnTo>
                  <a:lnTo>
                    <a:pt x="3067" y="588"/>
                  </a:lnTo>
                  <a:lnTo>
                    <a:pt x="2684" y="550"/>
                  </a:lnTo>
                  <a:lnTo>
                    <a:pt x="2569" y="601"/>
                  </a:lnTo>
                  <a:lnTo>
                    <a:pt x="2505" y="499"/>
                  </a:lnTo>
                  <a:lnTo>
                    <a:pt x="2224" y="576"/>
                  </a:lnTo>
                  <a:lnTo>
                    <a:pt x="2109" y="435"/>
                  </a:lnTo>
                  <a:lnTo>
                    <a:pt x="2160" y="384"/>
                  </a:lnTo>
                  <a:lnTo>
                    <a:pt x="2160" y="384"/>
                  </a:lnTo>
                  <a:lnTo>
                    <a:pt x="1968" y="435"/>
                  </a:lnTo>
                  <a:lnTo>
                    <a:pt x="1866" y="333"/>
                  </a:lnTo>
                  <a:lnTo>
                    <a:pt x="1700" y="333"/>
                  </a:lnTo>
                  <a:lnTo>
                    <a:pt x="1623" y="601"/>
                  </a:lnTo>
                  <a:lnTo>
                    <a:pt x="1534" y="627"/>
                  </a:lnTo>
                  <a:lnTo>
                    <a:pt x="1470" y="780"/>
                  </a:lnTo>
                  <a:lnTo>
                    <a:pt x="1278" y="742"/>
                  </a:lnTo>
                  <a:lnTo>
                    <a:pt x="1304" y="601"/>
                  </a:lnTo>
                  <a:lnTo>
                    <a:pt x="1176" y="627"/>
                  </a:lnTo>
                  <a:lnTo>
                    <a:pt x="1176" y="754"/>
                  </a:lnTo>
                  <a:lnTo>
                    <a:pt x="1061" y="831"/>
                  </a:lnTo>
                  <a:lnTo>
                    <a:pt x="1023" y="997"/>
                  </a:lnTo>
                  <a:lnTo>
                    <a:pt x="869" y="1036"/>
                  </a:lnTo>
                  <a:lnTo>
                    <a:pt x="792" y="1304"/>
                  </a:lnTo>
                  <a:lnTo>
                    <a:pt x="869" y="1355"/>
                  </a:lnTo>
                  <a:lnTo>
                    <a:pt x="831" y="1483"/>
                  </a:lnTo>
                  <a:lnTo>
                    <a:pt x="703" y="1406"/>
                  </a:lnTo>
                  <a:lnTo>
                    <a:pt x="703" y="1483"/>
                  </a:lnTo>
                  <a:lnTo>
                    <a:pt x="831" y="1534"/>
                  </a:lnTo>
                  <a:lnTo>
                    <a:pt x="818" y="1841"/>
                  </a:lnTo>
                  <a:lnTo>
                    <a:pt x="869" y="2045"/>
                  </a:lnTo>
                  <a:lnTo>
                    <a:pt x="703" y="1969"/>
                  </a:lnTo>
                  <a:lnTo>
                    <a:pt x="460" y="2416"/>
                  </a:lnTo>
                  <a:lnTo>
                    <a:pt x="460" y="2927"/>
                  </a:lnTo>
                  <a:lnTo>
                    <a:pt x="511" y="2978"/>
                  </a:lnTo>
                  <a:lnTo>
                    <a:pt x="345" y="3068"/>
                  </a:lnTo>
                  <a:lnTo>
                    <a:pt x="256" y="3362"/>
                  </a:lnTo>
                  <a:lnTo>
                    <a:pt x="307" y="3387"/>
                  </a:lnTo>
                  <a:lnTo>
                    <a:pt x="90" y="3528"/>
                  </a:lnTo>
                  <a:lnTo>
                    <a:pt x="0" y="3528"/>
                  </a:lnTo>
                  <a:lnTo>
                    <a:pt x="0" y="3681"/>
                  </a:lnTo>
                  <a:lnTo>
                    <a:pt x="102" y="3732"/>
                  </a:lnTo>
                  <a:lnTo>
                    <a:pt x="0" y="3924"/>
                  </a:lnTo>
                  <a:lnTo>
                    <a:pt x="64" y="4269"/>
                  </a:lnTo>
                  <a:lnTo>
                    <a:pt x="332" y="4269"/>
                  </a:lnTo>
                  <a:lnTo>
                    <a:pt x="396" y="4192"/>
                  </a:lnTo>
                  <a:lnTo>
                    <a:pt x="588" y="4269"/>
                  </a:lnTo>
                  <a:lnTo>
                    <a:pt x="511" y="4384"/>
                  </a:lnTo>
                  <a:lnTo>
                    <a:pt x="639" y="4640"/>
                  </a:lnTo>
                  <a:lnTo>
                    <a:pt x="652" y="4742"/>
                  </a:lnTo>
                  <a:lnTo>
                    <a:pt x="652" y="4921"/>
                  </a:lnTo>
                  <a:lnTo>
                    <a:pt x="639" y="5164"/>
                  </a:lnTo>
                  <a:lnTo>
                    <a:pt x="550" y="5240"/>
                  </a:lnTo>
                  <a:lnTo>
                    <a:pt x="626" y="5343"/>
                  </a:lnTo>
                  <a:lnTo>
                    <a:pt x="435" y="5764"/>
                  </a:lnTo>
                  <a:lnTo>
                    <a:pt x="780" y="6071"/>
                  </a:lnTo>
                  <a:lnTo>
                    <a:pt x="946" y="5892"/>
                  </a:lnTo>
                  <a:lnTo>
                    <a:pt x="1112" y="5905"/>
                  </a:lnTo>
                  <a:lnTo>
                    <a:pt x="1329" y="5867"/>
                  </a:lnTo>
                  <a:lnTo>
                    <a:pt x="1393" y="5982"/>
                  </a:lnTo>
                  <a:lnTo>
                    <a:pt x="1253" y="5496"/>
                  </a:lnTo>
                  <a:lnTo>
                    <a:pt x="1240" y="5368"/>
                  </a:lnTo>
                  <a:lnTo>
                    <a:pt x="1317" y="5317"/>
                  </a:lnTo>
                  <a:lnTo>
                    <a:pt x="1368" y="5164"/>
                  </a:lnTo>
                  <a:lnTo>
                    <a:pt x="1278" y="5100"/>
                  </a:lnTo>
                  <a:lnTo>
                    <a:pt x="1265" y="4499"/>
                  </a:lnTo>
                  <a:lnTo>
                    <a:pt x="1317" y="4474"/>
                  </a:lnTo>
                  <a:lnTo>
                    <a:pt x="1342" y="4013"/>
                  </a:lnTo>
                  <a:lnTo>
                    <a:pt x="1112" y="3822"/>
                  </a:lnTo>
                  <a:lnTo>
                    <a:pt x="1662" y="3528"/>
                  </a:lnTo>
                  <a:lnTo>
                    <a:pt x="1866" y="3617"/>
                  </a:lnTo>
                  <a:lnTo>
                    <a:pt x="1802" y="3707"/>
                  </a:lnTo>
                  <a:lnTo>
                    <a:pt x="1866" y="3796"/>
                  </a:lnTo>
                  <a:lnTo>
                    <a:pt x="1866" y="3988"/>
                  </a:lnTo>
                  <a:lnTo>
                    <a:pt x="1649" y="4231"/>
                  </a:lnTo>
                  <a:lnTo>
                    <a:pt x="2032" y="4563"/>
                  </a:lnTo>
                  <a:lnTo>
                    <a:pt x="2096" y="4538"/>
                  </a:lnTo>
                  <a:lnTo>
                    <a:pt x="2122" y="4614"/>
                  </a:lnTo>
                  <a:lnTo>
                    <a:pt x="2288" y="4665"/>
                  </a:lnTo>
                  <a:lnTo>
                    <a:pt x="2288" y="4806"/>
                  </a:lnTo>
                  <a:lnTo>
                    <a:pt x="2237" y="4844"/>
                  </a:lnTo>
                  <a:lnTo>
                    <a:pt x="2211" y="4972"/>
                  </a:lnTo>
                  <a:lnTo>
                    <a:pt x="2173" y="5138"/>
                  </a:lnTo>
                  <a:lnTo>
                    <a:pt x="2198" y="5177"/>
                  </a:lnTo>
                  <a:lnTo>
                    <a:pt x="2249" y="5240"/>
                  </a:lnTo>
                  <a:lnTo>
                    <a:pt x="2313" y="5330"/>
                  </a:lnTo>
                  <a:lnTo>
                    <a:pt x="2671" y="5317"/>
                  </a:lnTo>
                  <a:lnTo>
                    <a:pt x="2607" y="5100"/>
                  </a:lnTo>
                  <a:lnTo>
                    <a:pt x="3093" y="4985"/>
                  </a:lnTo>
                  <a:lnTo>
                    <a:pt x="3208" y="5049"/>
                  </a:lnTo>
                  <a:lnTo>
                    <a:pt x="3310" y="4946"/>
                  </a:lnTo>
                  <a:lnTo>
                    <a:pt x="3310" y="4729"/>
                  </a:lnTo>
                  <a:lnTo>
                    <a:pt x="3170" y="4729"/>
                  </a:lnTo>
                  <a:lnTo>
                    <a:pt x="3067" y="4538"/>
                  </a:lnTo>
                  <a:lnTo>
                    <a:pt x="2927" y="4422"/>
                  </a:lnTo>
                  <a:lnTo>
                    <a:pt x="2735" y="4333"/>
                  </a:lnTo>
                  <a:lnTo>
                    <a:pt x="2850" y="4282"/>
                  </a:lnTo>
                  <a:lnTo>
                    <a:pt x="2812" y="4141"/>
                  </a:lnTo>
                  <a:lnTo>
                    <a:pt x="2812" y="4141"/>
                  </a:lnTo>
                  <a:lnTo>
                    <a:pt x="3004" y="4295"/>
                  </a:lnTo>
                  <a:lnTo>
                    <a:pt x="3004" y="4192"/>
                  </a:lnTo>
                  <a:lnTo>
                    <a:pt x="2850" y="4065"/>
                  </a:lnTo>
                  <a:lnTo>
                    <a:pt x="2978" y="4026"/>
                  </a:lnTo>
                  <a:lnTo>
                    <a:pt x="2991" y="3911"/>
                  </a:lnTo>
                  <a:lnTo>
                    <a:pt x="2825" y="3873"/>
                  </a:lnTo>
                  <a:lnTo>
                    <a:pt x="2850" y="3822"/>
                  </a:lnTo>
                  <a:lnTo>
                    <a:pt x="2863" y="3783"/>
                  </a:lnTo>
                  <a:lnTo>
                    <a:pt x="2876" y="3758"/>
                  </a:lnTo>
                  <a:lnTo>
                    <a:pt x="2825" y="3720"/>
                  </a:lnTo>
                  <a:lnTo>
                    <a:pt x="2748" y="3681"/>
                  </a:lnTo>
                  <a:lnTo>
                    <a:pt x="2633" y="3617"/>
                  </a:lnTo>
                  <a:lnTo>
                    <a:pt x="2607" y="3451"/>
                  </a:lnTo>
                  <a:lnTo>
                    <a:pt x="2416" y="3157"/>
                  </a:lnTo>
                  <a:lnTo>
                    <a:pt x="2198" y="3144"/>
                  </a:lnTo>
                  <a:lnTo>
                    <a:pt x="2096" y="3004"/>
                  </a:lnTo>
                  <a:lnTo>
                    <a:pt x="2083" y="2850"/>
                  </a:lnTo>
                  <a:lnTo>
                    <a:pt x="2224" y="3004"/>
                  </a:lnTo>
                  <a:lnTo>
                    <a:pt x="2377" y="2940"/>
                  </a:lnTo>
                  <a:lnTo>
                    <a:pt x="2492" y="2774"/>
                  </a:lnTo>
                  <a:lnTo>
                    <a:pt x="2901" y="2659"/>
                  </a:lnTo>
                  <a:lnTo>
                    <a:pt x="3221" y="2160"/>
                  </a:lnTo>
                  <a:lnTo>
                    <a:pt x="3464" y="2148"/>
                  </a:lnTo>
                  <a:lnTo>
                    <a:pt x="3643" y="2263"/>
                  </a:lnTo>
                  <a:lnTo>
                    <a:pt x="3809" y="2033"/>
                  </a:lnTo>
                  <a:lnTo>
                    <a:pt x="3604" y="1866"/>
                  </a:lnTo>
                  <a:lnTo>
                    <a:pt x="3208" y="1905"/>
                  </a:lnTo>
                  <a:lnTo>
                    <a:pt x="3349" y="2020"/>
                  </a:lnTo>
                  <a:lnTo>
                    <a:pt x="3131" y="2033"/>
                  </a:lnTo>
                  <a:lnTo>
                    <a:pt x="2646" y="2033"/>
                  </a:lnTo>
                  <a:lnTo>
                    <a:pt x="2671" y="2160"/>
                  </a:lnTo>
                  <a:lnTo>
                    <a:pt x="2390" y="2160"/>
                  </a:lnTo>
                  <a:lnTo>
                    <a:pt x="2288" y="2045"/>
                  </a:lnTo>
                  <a:lnTo>
                    <a:pt x="1994" y="2301"/>
                  </a:lnTo>
                  <a:lnTo>
                    <a:pt x="1956" y="2518"/>
                  </a:lnTo>
                  <a:lnTo>
                    <a:pt x="1534" y="2518"/>
                  </a:lnTo>
                  <a:lnTo>
                    <a:pt x="1419" y="2160"/>
                  </a:lnTo>
                  <a:lnTo>
                    <a:pt x="1214" y="2109"/>
                  </a:lnTo>
                  <a:lnTo>
                    <a:pt x="1010" y="1802"/>
                  </a:lnTo>
                  <a:lnTo>
                    <a:pt x="1061" y="1304"/>
                  </a:lnTo>
                  <a:lnTo>
                    <a:pt x="1444" y="959"/>
                  </a:lnTo>
                  <a:lnTo>
                    <a:pt x="1751" y="1061"/>
                  </a:lnTo>
                  <a:lnTo>
                    <a:pt x="1956" y="1074"/>
                  </a:lnTo>
                  <a:lnTo>
                    <a:pt x="2147" y="1036"/>
                  </a:lnTo>
                  <a:lnTo>
                    <a:pt x="2416" y="1087"/>
                  </a:lnTo>
                  <a:lnTo>
                    <a:pt x="2671" y="1036"/>
                  </a:lnTo>
                  <a:lnTo>
                    <a:pt x="3515" y="997"/>
                  </a:lnTo>
                  <a:lnTo>
                    <a:pt x="3655" y="1151"/>
                  </a:lnTo>
                  <a:lnTo>
                    <a:pt x="3809" y="1176"/>
                  </a:lnTo>
                  <a:lnTo>
                    <a:pt x="3937" y="1215"/>
                  </a:lnTo>
                  <a:lnTo>
                    <a:pt x="4601" y="1061"/>
                  </a:lnTo>
                  <a:lnTo>
                    <a:pt x="4755" y="754"/>
                  </a:lnTo>
                  <a:lnTo>
                    <a:pt x="4946" y="665"/>
                  </a:lnTo>
                  <a:lnTo>
                    <a:pt x="5138" y="282"/>
                  </a:lnTo>
                  <a:lnTo>
                    <a:pt x="5215" y="282"/>
                  </a:lnTo>
                  <a:lnTo>
                    <a:pt x="5253" y="192"/>
                  </a:lnTo>
                  <a:lnTo>
                    <a:pt x="5176" y="167"/>
                  </a:lnTo>
                  <a:lnTo>
                    <a:pt x="5151" y="39"/>
                  </a:lnTo>
                  <a:lnTo>
                    <a:pt x="50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8"/>
            <p:cNvSpPr/>
            <p:nvPr/>
          </p:nvSpPr>
          <p:spPr>
            <a:xfrm>
              <a:off x="6136700" y="3404975"/>
              <a:ext cx="16325" cy="12475"/>
            </a:xfrm>
            <a:custGeom>
              <a:rect b="b" l="l" r="r" t="t"/>
              <a:pathLst>
                <a:path extrusionOk="0" h="499" w="653">
                  <a:moveTo>
                    <a:pt x="154" y="0"/>
                  </a:moveTo>
                  <a:lnTo>
                    <a:pt x="77" y="13"/>
                  </a:lnTo>
                  <a:lnTo>
                    <a:pt x="52" y="13"/>
                  </a:lnTo>
                  <a:lnTo>
                    <a:pt x="39" y="26"/>
                  </a:lnTo>
                  <a:lnTo>
                    <a:pt x="52" y="38"/>
                  </a:lnTo>
                  <a:lnTo>
                    <a:pt x="65" y="51"/>
                  </a:lnTo>
                  <a:lnTo>
                    <a:pt x="103" y="77"/>
                  </a:lnTo>
                  <a:lnTo>
                    <a:pt x="154" y="102"/>
                  </a:lnTo>
                  <a:lnTo>
                    <a:pt x="231" y="77"/>
                  </a:lnTo>
                  <a:lnTo>
                    <a:pt x="231" y="77"/>
                  </a:lnTo>
                  <a:lnTo>
                    <a:pt x="192" y="141"/>
                  </a:lnTo>
                  <a:lnTo>
                    <a:pt x="1" y="243"/>
                  </a:lnTo>
                  <a:lnTo>
                    <a:pt x="14" y="422"/>
                  </a:lnTo>
                  <a:lnTo>
                    <a:pt x="26" y="435"/>
                  </a:lnTo>
                  <a:lnTo>
                    <a:pt x="65" y="460"/>
                  </a:lnTo>
                  <a:lnTo>
                    <a:pt x="129" y="498"/>
                  </a:lnTo>
                  <a:lnTo>
                    <a:pt x="282" y="422"/>
                  </a:lnTo>
                  <a:lnTo>
                    <a:pt x="627" y="447"/>
                  </a:lnTo>
                  <a:lnTo>
                    <a:pt x="653" y="332"/>
                  </a:lnTo>
                  <a:lnTo>
                    <a:pt x="218" y="141"/>
                  </a:lnTo>
                  <a:lnTo>
                    <a:pt x="282" y="77"/>
                  </a:lnTo>
                  <a:lnTo>
                    <a:pt x="269" y="13"/>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8"/>
            <p:cNvSpPr/>
            <p:nvPr/>
          </p:nvSpPr>
          <p:spPr>
            <a:xfrm>
              <a:off x="5668925" y="3378125"/>
              <a:ext cx="16650" cy="16325"/>
            </a:xfrm>
            <a:custGeom>
              <a:rect b="b" l="l" r="r" t="t"/>
              <a:pathLst>
                <a:path extrusionOk="0" h="653" w="666">
                  <a:moveTo>
                    <a:pt x="141" y="0"/>
                  </a:moveTo>
                  <a:lnTo>
                    <a:pt x="257" y="154"/>
                  </a:lnTo>
                  <a:lnTo>
                    <a:pt x="141" y="307"/>
                  </a:lnTo>
                  <a:lnTo>
                    <a:pt x="205" y="371"/>
                  </a:lnTo>
                  <a:lnTo>
                    <a:pt x="1" y="473"/>
                  </a:lnTo>
                  <a:lnTo>
                    <a:pt x="129" y="652"/>
                  </a:lnTo>
                  <a:lnTo>
                    <a:pt x="346" y="588"/>
                  </a:lnTo>
                  <a:lnTo>
                    <a:pt x="180" y="422"/>
                  </a:lnTo>
                  <a:lnTo>
                    <a:pt x="359" y="282"/>
                  </a:lnTo>
                  <a:lnTo>
                    <a:pt x="602" y="422"/>
                  </a:lnTo>
                  <a:lnTo>
                    <a:pt x="665" y="346"/>
                  </a:lnTo>
                  <a:lnTo>
                    <a:pt x="448" y="243"/>
                  </a:lnTo>
                  <a:lnTo>
                    <a:pt x="333" y="192"/>
                  </a:lnTo>
                  <a:lnTo>
                    <a:pt x="359" y="179"/>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8"/>
            <p:cNvSpPr/>
            <p:nvPr/>
          </p:nvSpPr>
          <p:spPr>
            <a:xfrm>
              <a:off x="5586175" y="3247125"/>
              <a:ext cx="84050" cy="108350"/>
            </a:xfrm>
            <a:custGeom>
              <a:rect b="b" l="l" r="r" t="t"/>
              <a:pathLst>
                <a:path extrusionOk="0" h="4334" w="3362">
                  <a:moveTo>
                    <a:pt x="77" y="0"/>
                  </a:moveTo>
                  <a:lnTo>
                    <a:pt x="1" y="205"/>
                  </a:lnTo>
                  <a:lnTo>
                    <a:pt x="167" y="524"/>
                  </a:lnTo>
                  <a:lnTo>
                    <a:pt x="231" y="959"/>
                  </a:lnTo>
                  <a:lnTo>
                    <a:pt x="180" y="1100"/>
                  </a:lnTo>
                  <a:lnTo>
                    <a:pt x="231" y="1215"/>
                  </a:lnTo>
                  <a:lnTo>
                    <a:pt x="218" y="1368"/>
                  </a:lnTo>
                  <a:lnTo>
                    <a:pt x="397" y="1470"/>
                  </a:lnTo>
                  <a:lnTo>
                    <a:pt x="384" y="1739"/>
                  </a:lnTo>
                  <a:lnTo>
                    <a:pt x="371" y="1943"/>
                  </a:lnTo>
                  <a:lnTo>
                    <a:pt x="448" y="2135"/>
                  </a:lnTo>
                  <a:lnTo>
                    <a:pt x="499" y="2263"/>
                  </a:lnTo>
                  <a:lnTo>
                    <a:pt x="921" y="2748"/>
                  </a:lnTo>
                  <a:lnTo>
                    <a:pt x="946" y="2876"/>
                  </a:lnTo>
                  <a:lnTo>
                    <a:pt x="934" y="3055"/>
                  </a:lnTo>
                  <a:lnTo>
                    <a:pt x="1113" y="3208"/>
                  </a:lnTo>
                  <a:lnTo>
                    <a:pt x="1279" y="3234"/>
                  </a:lnTo>
                  <a:lnTo>
                    <a:pt x="1368" y="3438"/>
                  </a:lnTo>
                  <a:lnTo>
                    <a:pt x="1458" y="3451"/>
                  </a:lnTo>
                  <a:lnTo>
                    <a:pt x="1675" y="3617"/>
                  </a:lnTo>
                  <a:lnTo>
                    <a:pt x="1879" y="3656"/>
                  </a:lnTo>
                  <a:lnTo>
                    <a:pt x="2058" y="3886"/>
                  </a:lnTo>
                  <a:lnTo>
                    <a:pt x="2122" y="3898"/>
                  </a:lnTo>
                  <a:lnTo>
                    <a:pt x="2327" y="4001"/>
                  </a:lnTo>
                  <a:lnTo>
                    <a:pt x="2634" y="4167"/>
                  </a:lnTo>
                  <a:lnTo>
                    <a:pt x="2697" y="4320"/>
                  </a:lnTo>
                  <a:lnTo>
                    <a:pt x="2761" y="4307"/>
                  </a:lnTo>
                  <a:lnTo>
                    <a:pt x="2851" y="4333"/>
                  </a:lnTo>
                  <a:lnTo>
                    <a:pt x="2927" y="4295"/>
                  </a:lnTo>
                  <a:lnTo>
                    <a:pt x="3081" y="4333"/>
                  </a:lnTo>
                  <a:lnTo>
                    <a:pt x="3145" y="4205"/>
                  </a:lnTo>
                  <a:lnTo>
                    <a:pt x="3158" y="4116"/>
                  </a:lnTo>
                  <a:lnTo>
                    <a:pt x="3158" y="4141"/>
                  </a:lnTo>
                  <a:lnTo>
                    <a:pt x="3260" y="4129"/>
                  </a:lnTo>
                  <a:lnTo>
                    <a:pt x="3362" y="4244"/>
                  </a:lnTo>
                  <a:lnTo>
                    <a:pt x="3362" y="4154"/>
                  </a:lnTo>
                  <a:lnTo>
                    <a:pt x="3311" y="4039"/>
                  </a:lnTo>
                  <a:lnTo>
                    <a:pt x="3311" y="3911"/>
                  </a:lnTo>
                  <a:lnTo>
                    <a:pt x="3209" y="3860"/>
                  </a:lnTo>
                  <a:lnTo>
                    <a:pt x="3183" y="3745"/>
                  </a:lnTo>
                  <a:lnTo>
                    <a:pt x="3119" y="3656"/>
                  </a:lnTo>
                  <a:lnTo>
                    <a:pt x="3106" y="3515"/>
                  </a:lnTo>
                  <a:lnTo>
                    <a:pt x="3030" y="3426"/>
                  </a:lnTo>
                  <a:lnTo>
                    <a:pt x="2953" y="3272"/>
                  </a:lnTo>
                  <a:lnTo>
                    <a:pt x="2851" y="3272"/>
                  </a:lnTo>
                  <a:lnTo>
                    <a:pt x="2761" y="3157"/>
                  </a:lnTo>
                  <a:lnTo>
                    <a:pt x="2672" y="2914"/>
                  </a:lnTo>
                  <a:lnTo>
                    <a:pt x="2710" y="2531"/>
                  </a:lnTo>
                  <a:lnTo>
                    <a:pt x="2595" y="2352"/>
                  </a:lnTo>
                  <a:lnTo>
                    <a:pt x="2595" y="2250"/>
                  </a:lnTo>
                  <a:lnTo>
                    <a:pt x="2685" y="2148"/>
                  </a:lnTo>
                  <a:lnTo>
                    <a:pt x="2646" y="2020"/>
                  </a:lnTo>
                  <a:lnTo>
                    <a:pt x="2723" y="1930"/>
                  </a:lnTo>
                  <a:lnTo>
                    <a:pt x="2710" y="1509"/>
                  </a:lnTo>
                  <a:lnTo>
                    <a:pt x="2506" y="1227"/>
                  </a:lnTo>
                  <a:lnTo>
                    <a:pt x="2314" y="921"/>
                  </a:lnTo>
                  <a:lnTo>
                    <a:pt x="2173" y="869"/>
                  </a:lnTo>
                  <a:lnTo>
                    <a:pt x="1956" y="678"/>
                  </a:lnTo>
                  <a:lnTo>
                    <a:pt x="1777" y="397"/>
                  </a:lnTo>
                  <a:lnTo>
                    <a:pt x="1637" y="371"/>
                  </a:lnTo>
                  <a:lnTo>
                    <a:pt x="1611" y="345"/>
                  </a:lnTo>
                  <a:lnTo>
                    <a:pt x="1470" y="550"/>
                  </a:lnTo>
                  <a:lnTo>
                    <a:pt x="1470" y="652"/>
                  </a:lnTo>
                  <a:lnTo>
                    <a:pt x="1458" y="665"/>
                  </a:lnTo>
                  <a:lnTo>
                    <a:pt x="1381" y="767"/>
                  </a:lnTo>
                  <a:lnTo>
                    <a:pt x="1368" y="780"/>
                  </a:lnTo>
                  <a:lnTo>
                    <a:pt x="1343" y="780"/>
                  </a:lnTo>
                  <a:lnTo>
                    <a:pt x="1151" y="614"/>
                  </a:lnTo>
                  <a:lnTo>
                    <a:pt x="780" y="857"/>
                  </a:lnTo>
                  <a:lnTo>
                    <a:pt x="768" y="869"/>
                  </a:lnTo>
                  <a:lnTo>
                    <a:pt x="755" y="857"/>
                  </a:lnTo>
                  <a:lnTo>
                    <a:pt x="653" y="703"/>
                  </a:lnTo>
                  <a:lnTo>
                    <a:pt x="653" y="691"/>
                  </a:lnTo>
                  <a:lnTo>
                    <a:pt x="653" y="678"/>
                  </a:lnTo>
                  <a:lnTo>
                    <a:pt x="755" y="563"/>
                  </a:lnTo>
                  <a:lnTo>
                    <a:pt x="704" y="320"/>
                  </a:lnTo>
                  <a:lnTo>
                    <a:pt x="550" y="371"/>
                  </a:lnTo>
                  <a:lnTo>
                    <a:pt x="525" y="358"/>
                  </a:lnTo>
                  <a:lnTo>
                    <a:pt x="525" y="345"/>
                  </a:lnTo>
                  <a:lnTo>
                    <a:pt x="499" y="179"/>
                  </a:lnTo>
                  <a:lnTo>
                    <a:pt x="167" y="141"/>
                  </a:lnTo>
                  <a:lnTo>
                    <a:pt x="154" y="141"/>
                  </a:lnTo>
                  <a:lnTo>
                    <a:pt x="154" y="115"/>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8"/>
            <p:cNvSpPr/>
            <p:nvPr/>
          </p:nvSpPr>
          <p:spPr>
            <a:xfrm>
              <a:off x="5544950" y="3158625"/>
              <a:ext cx="4200" cy="7050"/>
            </a:xfrm>
            <a:custGeom>
              <a:rect b="b" l="l" r="r" t="t"/>
              <a:pathLst>
                <a:path extrusionOk="0" h="282" w="168">
                  <a:moveTo>
                    <a:pt x="52" y="0"/>
                  </a:moveTo>
                  <a:lnTo>
                    <a:pt x="1" y="90"/>
                  </a:lnTo>
                  <a:lnTo>
                    <a:pt x="103" y="281"/>
                  </a:lnTo>
                  <a:lnTo>
                    <a:pt x="167" y="205"/>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78"/>
            <p:cNvSpPr/>
            <p:nvPr/>
          </p:nvSpPr>
          <p:spPr>
            <a:xfrm>
              <a:off x="5698650" y="3319325"/>
              <a:ext cx="3550" cy="5150"/>
            </a:xfrm>
            <a:custGeom>
              <a:rect b="b" l="l" r="r" t="t"/>
              <a:pathLst>
                <a:path extrusionOk="0" h="206" w="142">
                  <a:moveTo>
                    <a:pt x="0" y="1"/>
                  </a:moveTo>
                  <a:lnTo>
                    <a:pt x="0" y="205"/>
                  </a:lnTo>
                  <a:lnTo>
                    <a:pt x="141"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8"/>
            <p:cNvSpPr/>
            <p:nvPr/>
          </p:nvSpPr>
          <p:spPr>
            <a:xfrm>
              <a:off x="5541775" y="3128900"/>
              <a:ext cx="3850" cy="7050"/>
            </a:xfrm>
            <a:custGeom>
              <a:rect b="b" l="l" r="r" t="t"/>
              <a:pathLst>
                <a:path extrusionOk="0" h="282" w="154">
                  <a:moveTo>
                    <a:pt x="90" y="1"/>
                  </a:moveTo>
                  <a:lnTo>
                    <a:pt x="0" y="141"/>
                  </a:lnTo>
                  <a:lnTo>
                    <a:pt x="154" y="282"/>
                  </a:lnTo>
                  <a:lnTo>
                    <a:pt x="154" y="180"/>
                  </a:lnTo>
                  <a:lnTo>
                    <a:pt x="102" y="103"/>
                  </a:lnTo>
                  <a:lnTo>
                    <a:pt x="141" y="65"/>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8"/>
            <p:cNvSpPr/>
            <p:nvPr/>
          </p:nvSpPr>
          <p:spPr>
            <a:xfrm>
              <a:off x="5576925" y="3250650"/>
              <a:ext cx="5125" cy="6725"/>
            </a:xfrm>
            <a:custGeom>
              <a:rect b="b" l="l" r="r" t="t"/>
              <a:pathLst>
                <a:path extrusionOk="0" h="269" w="205">
                  <a:moveTo>
                    <a:pt x="0" y="0"/>
                  </a:moveTo>
                  <a:lnTo>
                    <a:pt x="26" y="166"/>
                  </a:lnTo>
                  <a:lnTo>
                    <a:pt x="77" y="230"/>
                  </a:lnTo>
                  <a:lnTo>
                    <a:pt x="115" y="268"/>
                  </a:lnTo>
                  <a:lnTo>
                    <a:pt x="141" y="268"/>
                  </a:lnTo>
                  <a:lnTo>
                    <a:pt x="179" y="192"/>
                  </a:lnTo>
                  <a:lnTo>
                    <a:pt x="205" y="115"/>
                  </a:lnTo>
                  <a:lnTo>
                    <a:pt x="166" y="38"/>
                  </a:lnTo>
                  <a:lnTo>
                    <a:pt x="64" y="64"/>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8"/>
            <p:cNvSpPr/>
            <p:nvPr/>
          </p:nvSpPr>
          <p:spPr>
            <a:xfrm>
              <a:off x="5651050" y="3362775"/>
              <a:ext cx="4800" cy="6425"/>
            </a:xfrm>
            <a:custGeom>
              <a:rect b="b" l="l" r="r" t="t"/>
              <a:pathLst>
                <a:path extrusionOk="0" h="257" w="192">
                  <a:moveTo>
                    <a:pt x="64" y="1"/>
                  </a:moveTo>
                  <a:lnTo>
                    <a:pt x="0" y="129"/>
                  </a:lnTo>
                  <a:lnTo>
                    <a:pt x="51" y="193"/>
                  </a:lnTo>
                  <a:lnTo>
                    <a:pt x="102" y="257"/>
                  </a:lnTo>
                  <a:lnTo>
                    <a:pt x="192" y="218"/>
                  </a:lnTo>
                  <a:lnTo>
                    <a:pt x="166" y="142"/>
                  </a:lnTo>
                  <a:lnTo>
                    <a:pt x="141" y="65"/>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78"/>
            <p:cNvSpPr/>
            <p:nvPr/>
          </p:nvSpPr>
          <p:spPr>
            <a:xfrm>
              <a:off x="5686825" y="3410400"/>
              <a:ext cx="37100" cy="33900"/>
            </a:xfrm>
            <a:custGeom>
              <a:rect b="b" l="l" r="r" t="t"/>
              <a:pathLst>
                <a:path extrusionOk="0" h="1356" w="1484">
                  <a:moveTo>
                    <a:pt x="627" y="0"/>
                  </a:moveTo>
                  <a:lnTo>
                    <a:pt x="525" y="77"/>
                  </a:lnTo>
                  <a:lnTo>
                    <a:pt x="563" y="294"/>
                  </a:lnTo>
                  <a:lnTo>
                    <a:pt x="473" y="256"/>
                  </a:lnTo>
                  <a:lnTo>
                    <a:pt x="410" y="64"/>
                  </a:lnTo>
                  <a:lnTo>
                    <a:pt x="358" y="77"/>
                  </a:lnTo>
                  <a:lnTo>
                    <a:pt x="154" y="192"/>
                  </a:lnTo>
                  <a:lnTo>
                    <a:pt x="180" y="243"/>
                  </a:lnTo>
                  <a:lnTo>
                    <a:pt x="256" y="281"/>
                  </a:lnTo>
                  <a:lnTo>
                    <a:pt x="218" y="333"/>
                  </a:lnTo>
                  <a:lnTo>
                    <a:pt x="1" y="435"/>
                  </a:lnTo>
                  <a:lnTo>
                    <a:pt x="1" y="524"/>
                  </a:lnTo>
                  <a:lnTo>
                    <a:pt x="116" y="537"/>
                  </a:lnTo>
                  <a:lnTo>
                    <a:pt x="180" y="588"/>
                  </a:lnTo>
                  <a:lnTo>
                    <a:pt x="435" y="550"/>
                  </a:lnTo>
                  <a:lnTo>
                    <a:pt x="563" y="652"/>
                  </a:lnTo>
                  <a:lnTo>
                    <a:pt x="563" y="742"/>
                  </a:lnTo>
                  <a:lnTo>
                    <a:pt x="665" y="844"/>
                  </a:lnTo>
                  <a:lnTo>
                    <a:pt x="665" y="1048"/>
                  </a:lnTo>
                  <a:lnTo>
                    <a:pt x="780" y="1138"/>
                  </a:lnTo>
                  <a:lnTo>
                    <a:pt x="985" y="1214"/>
                  </a:lnTo>
                  <a:lnTo>
                    <a:pt x="1074" y="1317"/>
                  </a:lnTo>
                  <a:lnTo>
                    <a:pt x="1202" y="1304"/>
                  </a:lnTo>
                  <a:lnTo>
                    <a:pt x="1202" y="1355"/>
                  </a:lnTo>
                  <a:lnTo>
                    <a:pt x="1330" y="1355"/>
                  </a:lnTo>
                  <a:lnTo>
                    <a:pt x="1304" y="1266"/>
                  </a:lnTo>
                  <a:lnTo>
                    <a:pt x="1458" y="1317"/>
                  </a:lnTo>
                  <a:lnTo>
                    <a:pt x="1483" y="1227"/>
                  </a:lnTo>
                  <a:lnTo>
                    <a:pt x="1343" y="1176"/>
                  </a:lnTo>
                  <a:lnTo>
                    <a:pt x="1279" y="1253"/>
                  </a:lnTo>
                  <a:lnTo>
                    <a:pt x="1164" y="1253"/>
                  </a:lnTo>
                  <a:lnTo>
                    <a:pt x="1215" y="1112"/>
                  </a:lnTo>
                  <a:lnTo>
                    <a:pt x="1228" y="1023"/>
                  </a:lnTo>
                  <a:lnTo>
                    <a:pt x="1394" y="1023"/>
                  </a:lnTo>
                  <a:lnTo>
                    <a:pt x="1330" y="933"/>
                  </a:lnTo>
                  <a:lnTo>
                    <a:pt x="1266" y="869"/>
                  </a:lnTo>
                  <a:lnTo>
                    <a:pt x="972" y="844"/>
                  </a:lnTo>
                  <a:lnTo>
                    <a:pt x="895" y="678"/>
                  </a:lnTo>
                  <a:lnTo>
                    <a:pt x="895" y="524"/>
                  </a:lnTo>
                  <a:lnTo>
                    <a:pt x="857" y="333"/>
                  </a:lnTo>
                  <a:lnTo>
                    <a:pt x="767" y="218"/>
                  </a:lnTo>
                  <a:lnTo>
                    <a:pt x="767" y="141"/>
                  </a:lnTo>
                  <a:lnTo>
                    <a:pt x="6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78"/>
            <p:cNvSpPr/>
            <p:nvPr/>
          </p:nvSpPr>
          <p:spPr>
            <a:xfrm>
              <a:off x="5532175" y="2964350"/>
              <a:ext cx="165225" cy="303250"/>
            </a:xfrm>
            <a:custGeom>
              <a:rect b="b" l="l" r="r" t="t"/>
              <a:pathLst>
                <a:path extrusionOk="0" h="12130" w="6609">
                  <a:moveTo>
                    <a:pt x="2084" y="1"/>
                  </a:moveTo>
                  <a:lnTo>
                    <a:pt x="1854" y="65"/>
                  </a:lnTo>
                  <a:lnTo>
                    <a:pt x="1841" y="65"/>
                  </a:lnTo>
                  <a:lnTo>
                    <a:pt x="1688" y="13"/>
                  </a:lnTo>
                  <a:lnTo>
                    <a:pt x="1688" y="180"/>
                  </a:lnTo>
                  <a:lnTo>
                    <a:pt x="1675" y="192"/>
                  </a:lnTo>
                  <a:lnTo>
                    <a:pt x="1534" y="282"/>
                  </a:lnTo>
                  <a:lnTo>
                    <a:pt x="1522" y="282"/>
                  </a:lnTo>
                  <a:lnTo>
                    <a:pt x="1330" y="243"/>
                  </a:lnTo>
                  <a:lnTo>
                    <a:pt x="1304" y="499"/>
                  </a:lnTo>
                  <a:lnTo>
                    <a:pt x="1292" y="512"/>
                  </a:lnTo>
                  <a:lnTo>
                    <a:pt x="1279" y="512"/>
                  </a:lnTo>
                  <a:lnTo>
                    <a:pt x="729" y="614"/>
                  </a:lnTo>
                  <a:lnTo>
                    <a:pt x="716" y="614"/>
                  </a:lnTo>
                  <a:lnTo>
                    <a:pt x="499" y="512"/>
                  </a:lnTo>
                  <a:lnTo>
                    <a:pt x="474" y="640"/>
                  </a:lnTo>
                  <a:lnTo>
                    <a:pt x="461" y="652"/>
                  </a:lnTo>
                  <a:lnTo>
                    <a:pt x="320" y="755"/>
                  </a:lnTo>
                  <a:lnTo>
                    <a:pt x="218" y="959"/>
                  </a:lnTo>
                  <a:lnTo>
                    <a:pt x="282" y="1023"/>
                  </a:lnTo>
                  <a:lnTo>
                    <a:pt x="282" y="1036"/>
                  </a:lnTo>
                  <a:lnTo>
                    <a:pt x="282" y="1049"/>
                  </a:lnTo>
                  <a:lnTo>
                    <a:pt x="205" y="1202"/>
                  </a:lnTo>
                  <a:lnTo>
                    <a:pt x="231" y="1496"/>
                  </a:lnTo>
                  <a:lnTo>
                    <a:pt x="231" y="1509"/>
                  </a:lnTo>
                  <a:lnTo>
                    <a:pt x="218" y="1521"/>
                  </a:lnTo>
                  <a:lnTo>
                    <a:pt x="1" y="1611"/>
                  </a:lnTo>
                  <a:lnTo>
                    <a:pt x="77" y="1764"/>
                  </a:lnTo>
                  <a:lnTo>
                    <a:pt x="129" y="1739"/>
                  </a:lnTo>
                  <a:lnTo>
                    <a:pt x="141" y="1739"/>
                  </a:lnTo>
                  <a:lnTo>
                    <a:pt x="154" y="1752"/>
                  </a:lnTo>
                  <a:lnTo>
                    <a:pt x="269" y="2033"/>
                  </a:lnTo>
                  <a:lnTo>
                    <a:pt x="269" y="2045"/>
                  </a:lnTo>
                  <a:lnTo>
                    <a:pt x="256" y="2058"/>
                  </a:lnTo>
                  <a:lnTo>
                    <a:pt x="167" y="2109"/>
                  </a:lnTo>
                  <a:lnTo>
                    <a:pt x="742" y="2800"/>
                  </a:lnTo>
                  <a:lnTo>
                    <a:pt x="844" y="2800"/>
                  </a:lnTo>
                  <a:lnTo>
                    <a:pt x="857" y="2812"/>
                  </a:lnTo>
                  <a:lnTo>
                    <a:pt x="870" y="2825"/>
                  </a:lnTo>
                  <a:lnTo>
                    <a:pt x="870" y="3157"/>
                  </a:lnTo>
                  <a:lnTo>
                    <a:pt x="959" y="3375"/>
                  </a:lnTo>
                  <a:lnTo>
                    <a:pt x="1062" y="3336"/>
                  </a:lnTo>
                  <a:lnTo>
                    <a:pt x="1177" y="3336"/>
                  </a:lnTo>
                  <a:lnTo>
                    <a:pt x="1177" y="3362"/>
                  </a:lnTo>
                  <a:lnTo>
                    <a:pt x="1125" y="3579"/>
                  </a:lnTo>
                  <a:lnTo>
                    <a:pt x="1125" y="3592"/>
                  </a:lnTo>
                  <a:lnTo>
                    <a:pt x="1113" y="3605"/>
                  </a:lnTo>
                  <a:lnTo>
                    <a:pt x="959" y="3605"/>
                  </a:lnTo>
                  <a:lnTo>
                    <a:pt x="883" y="4116"/>
                  </a:lnTo>
                  <a:lnTo>
                    <a:pt x="883" y="4129"/>
                  </a:lnTo>
                  <a:lnTo>
                    <a:pt x="844" y="4154"/>
                  </a:lnTo>
                  <a:lnTo>
                    <a:pt x="563" y="4308"/>
                  </a:lnTo>
                  <a:lnTo>
                    <a:pt x="601" y="4576"/>
                  </a:lnTo>
                  <a:lnTo>
                    <a:pt x="985" y="5087"/>
                  </a:lnTo>
                  <a:lnTo>
                    <a:pt x="1279" y="5330"/>
                  </a:lnTo>
                  <a:lnTo>
                    <a:pt x="1292" y="5343"/>
                  </a:lnTo>
                  <a:lnTo>
                    <a:pt x="1407" y="5905"/>
                  </a:lnTo>
                  <a:lnTo>
                    <a:pt x="1407" y="5918"/>
                  </a:lnTo>
                  <a:lnTo>
                    <a:pt x="1330" y="6071"/>
                  </a:lnTo>
                  <a:lnTo>
                    <a:pt x="1394" y="6353"/>
                  </a:lnTo>
                  <a:lnTo>
                    <a:pt x="1573" y="6468"/>
                  </a:lnTo>
                  <a:lnTo>
                    <a:pt x="1586" y="6480"/>
                  </a:lnTo>
                  <a:lnTo>
                    <a:pt x="1637" y="6800"/>
                  </a:lnTo>
                  <a:lnTo>
                    <a:pt x="1701" y="6825"/>
                  </a:lnTo>
                  <a:lnTo>
                    <a:pt x="1701" y="6838"/>
                  </a:lnTo>
                  <a:lnTo>
                    <a:pt x="1790" y="7145"/>
                  </a:lnTo>
                  <a:lnTo>
                    <a:pt x="1790" y="7158"/>
                  </a:lnTo>
                  <a:lnTo>
                    <a:pt x="1713" y="7273"/>
                  </a:lnTo>
                  <a:lnTo>
                    <a:pt x="1688" y="7286"/>
                  </a:lnTo>
                  <a:lnTo>
                    <a:pt x="1649" y="7286"/>
                  </a:lnTo>
                  <a:lnTo>
                    <a:pt x="1624" y="7452"/>
                  </a:lnTo>
                  <a:lnTo>
                    <a:pt x="1624" y="7464"/>
                  </a:lnTo>
                  <a:lnTo>
                    <a:pt x="1317" y="7822"/>
                  </a:lnTo>
                  <a:lnTo>
                    <a:pt x="1304" y="7822"/>
                  </a:lnTo>
                  <a:lnTo>
                    <a:pt x="1253" y="7861"/>
                  </a:lnTo>
                  <a:lnTo>
                    <a:pt x="1240" y="7937"/>
                  </a:lnTo>
                  <a:lnTo>
                    <a:pt x="1228" y="7950"/>
                  </a:lnTo>
                  <a:lnTo>
                    <a:pt x="1087" y="8014"/>
                  </a:lnTo>
                  <a:lnTo>
                    <a:pt x="1049" y="8334"/>
                  </a:lnTo>
                  <a:lnTo>
                    <a:pt x="883" y="8589"/>
                  </a:lnTo>
                  <a:lnTo>
                    <a:pt x="895" y="8615"/>
                  </a:lnTo>
                  <a:lnTo>
                    <a:pt x="832" y="8921"/>
                  </a:lnTo>
                  <a:lnTo>
                    <a:pt x="691" y="9241"/>
                  </a:lnTo>
                  <a:lnTo>
                    <a:pt x="729" y="9394"/>
                  </a:lnTo>
                  <a:lnTo>
                    <a:pt x="678" y="9522"/>
                  </a:lnTo>
                  <a:lnTo>
                    <a:pt x="576" y="9803"/>
                  </a:lnTo>
                  <a:lnTo>
                    <a:pt x="678" y="10072"/>
                  </a:lnTo>
                  <a:lnTo>
                    <a:pt x="755" y="10110"/>
                  </a:lnTo>
                  <a:lnTo>
                    <a:pt x="653" y="10136"/>
                  </a:lnTo>
                  <a:lnTo>
                    <a:pt x="653" y="10238"/>
                  </a:lnTo>
                  <a:lnTo>
                    <a:pt x="704" y="10391"/>
                  </a:lnTo>
                  <a:lnTo>
                    <a:pt x="793" y="10340"/>
                  </a:lnTo>
                  <a:lnTo>
                    <a:pt x="793" y="10046"/>
                  </a:lnTo>
                  <a:lnTo>
                    <a:pt x="857" y="9918"/>
                  </a:lnTo>
                  <a:lnTo>
                    <a:pt x="985" y="10021"/>
                  </a:lnTo>
                  <a:lnTo>
                    <a:pt x="1036" y="10187"/>
                  </a:lnTo>
                  <a:lnTo>
                    <a:pt x="1189" y="10187"/>
                  </a:lnTo>
                  <a:lnTo>
                    <a:pt x="1266" y="10327"/>
                  </a:lnTo>
                  <a:lnTo>
                    <a:pt x="1317" y="10545"/>
                  </a:lnTo>
                  <a:lnTo>
                    <a:pt x="1317" y="10430"/>
                  </a:lnTo>
                  <a:lnTo>
                    <a:pt x="1547" y="10583"/>
                  </a:lnTo>
                  <a:lnTo>
                    <a:pt x="1560" y="10839"/>
                  </a:lnTo>
                  <a:lnTo>
                    <a:pt x="1726" y="10724"/>
                  </a:lnTo>
                  <a:lnTo>
                    <a:pt x="1726" y="10724"/>
                  </a:lnTo>
                  <a:lnTo>
                    <a:pt x="1662" y="10839"/>
                  </a:lnTo>
                  <a:lnTo>
                    <a:pt x="1777" y="10954"/>
                  </a:lnTo>
                  <a:lnTo>
                    <a:pt x="1790" y="11132"/>
                  </a:lnTo>
                  <a:lnTo>
                    <a:pt x="2135" y="11452"/>
                  </a:lnTo>
                  <a:lnTo>
                    <a:pt x="2135" y="11465"/>
                  </a:lnTo>
                  <a:lnTo>
                    <a:pt x="2212" y="11286"/>
                  </a:lnTo>
                  <a:lnTo>
                    <a:pt x="2225" y="11273"/>
                  </a:lnTo>
                  <a:lnTo>
                    <a:pt x="2340" y="11273"/>
                  </a:lnTo>
                  <a:lnTo>
                    <a:pt x="2352" y="11286"/>
                  </a:lnTo>
                  <a:lnTo>
                    <a:pt x="2352" y="11414"/>
                  </a:lnTo>
                  <a:lnTo>
                    <a:pt x="2672" y="11452"/>
                  </a:lnTo>
                  <a:lnTo>
                    <a:pt x="2685" y="11465"/>
                  </a:lnTo>
                  <a:lnTo>
                    <a:pt x="2697" y="11465"/>
                  </a:lnTo>
                  <a:lnTo>
                    <a:pt x="2723" y="11631"/>
                  </a:lnTo>
                  <a:lnTo>
                    <a:pt x="2864" y="11580"/>
                  </a:lnTo>
                  <a:lnTo>
                    <a:pt x="2889" y="11580"/>
                  </a:lnTo>
                  <a:lnTo>
                    <a:pt x="2902" y="11593"/>
                  </a:lnTo>
                  <a:lnTo>
                    <a:pt x="2953" y="11874"/>
                  </a:lnTo>
                  <a:lnTo>
                    <a:pt x="2953" y="11899"/>
                  </a:lnTo>
                  <a:lnTo>
                    <a:pt x="2864" y="12002"/>
                  </a:lnTo>
                  <a:lnTo>
                    <a:pt x="2940" y="12129"/>
                  </a:lnTo>
                  <a:lnTo>
                    <a:pt x="3298" y="11887"/>
                  </a:lnTo>
                  <a:lnTo>
                    <a:pt x="3311" y="11874"/>
                  </a:lnTo>
                  <a:lnTo>
                    <a:pt x="3324" y="11887"/>
                  </a:lnTo>
                  <a:lnTo>
                    <a:pt x="3515" y="12040"/>
                  </a:lnTo>
                  <a:lnTo>
                    <a:pt x="3579" y="11950"/>
                  </a:lnTo>
                  <a:lnTo>
                    <a:pt x="3579" y="11861"/>
                  </a:lnTo>
                  <a:lnTo>
                    <a:pt x="3592" y="11848"/>
                  </a:lnTo>
                  <a:lnTo>
                    <a:pt x="3733" y="11631"/>
                  </a:lnTo>
                  <a:lnTo>
                    <a:pt x="3541" y="11478"/>
                  </a:lnTo>
                  <a:lnTo>
                    <a:pt x="3337" y="11196"/>
                  </a:lnTo>
                  <a:lnTo>
                    <a:pt x="3183" y="11081"/>
                  </a:lnTo>
                  <a:lnTo>
                    <a:pt x="3030" y="11171"/>
                  </a:lnTo>
                  <a:lnTo>
                    <a:pt x="2876" y="11145"/>
                  </a:lnTo>
                  <a:lnTo>
                    <a:pt x="2710" y="11030"/>
                  </a:lnTo>
                  <a:lnTo>
                    <a:pt x="2455" y="10711"/>
                  </a:lnTo>
                  <a:lnTo>
                    <a:pt x="2404" y="10698"/>
                  </a:lnTo>
                  <a:lnTo>
                    <a:pt x="2327" y="10749"/>
                  </a:lnTo>
                  <a:lnTo>
                    <a:pt x="2199" y="10455"/>
                  </a:lnTo>
                  <a:lnTo>
                    <a:pt x="2250" y="10391"/>
                  </a:lnTo>
                  <a:lnTo>
                    <a:pt x="2327" y="10417"/>
                  </a:lnTo>
                  <a:lnTo>
                    <a:pt x="2429" y="10685"/>
                  </a:lnTo>
                  <a:lnTo>
                    <a:pt x="2416" y="10596"/>
                  </a:lnTo>
                  <a:lnTo>
                    <a:pt x="2378" y="10404"/>
                  </a:lnTo>
                  <a:lnTo>
                    <a:pt x="2212" y="9803"/>
                  </a:lnTo>
                  <a:lnTo>
                    <a:pt x="2212" y="9918"/>
                  </a:lnTo>
                  <a:lnTo>
                    <a:pt x="2058" y="9778"/>
                  </a:lnTo>
                  <a:lnTo>
                    <a:pt x="2007" y="9382"/>
                  </a:lnTo>
                  <a:lnTo>
                    <a:pt x="1931" y="9139"/>
                  </a:lnTo>
                  <a:lnTo>
                    <a:pt x="1803" y="9100"/>
                  </a:lnTo>
                  <a:lnTo>
                    <a:pt x="1675" y="9190"/>
                  </a:lnTo>
                  <a:lnTo>
                    <a:pt x="1522" y="9241"/>
                  </a:lnTo>
                  <a:lnTo>
                    <a:pt x="1419" y="9164"/>
                  </a:lnTo>
                  <a:lnTo>
                    <a:pt x="1509" y="9088"/>
                  </a:lnTo>
                  <a:lnTo>
                    <a:pt x="1407" y="8870"/>
                  </a:lnTo>
                  <a:lnTo>
                    <a:pt x="1394" y="8436"/>
                  </a:lnTo>
                  <a:lnTo>
                    <a:pt x="1445" y="8385"/>
                  </a:lnTo>
                  <a:lnTo>
                    <a:pt x="1368" y="8321"/>
                  </a:lnTo>
                  <a:lnTo>
                    <a:pt x="1458" y="8334"/>
                  </a:lnTo>
                  <a:lnTo>
                    <a:pt x="1496" y="8282"/>
                  </a:lnTo>
                  <a:lnTo>
                    <a:pt x="1458" y="8167"/>
                  </a:lnTo>
                  <a:lnTo>
                    <a:pt x="1649" y="7912"/>
                  </a:lnTo>
                  <a:lnTo>
                    <a:pt x="1649" y="7707"/>
                  </a:lnTo>
                  <a:lnTo>
                    <a:pt x="1713" y="7669"/>
                  </a:lnTo>
                  <a:lnTo>
                    <a:pt x="1713" y="7567"/>
                  </a:lnTo>
                  <a:lnTo>
                    <a:pt x="1777" y="7311"/>
                  </a:lnTo>
                  <a:lnTo>
                    <a:pt x="1943" y="7107"/>
                  </a:lnTo>
                  <a:lnTo>
                    <a:pt x="1931" y="7030"/>
                  </a:lnTo>
                  <a:lnTo>
                    <a:pt x="2097" y="6813"/>
                  </a:lnTo>
                  <a:lnTo>
                    <a:pt x="2020" y="6314"/>
                  </a:lnTo>
                  <a:lnTo>
                    <a:pt x="2148" y="6033"/>
                  </a:lnTo>
                  <a:lnTo>
                    <a:pt x="2020" y="5892"/>
                  </a:lnTo>
                  <a:lnTo>
                    <a:pt x="2161" y="5726"/>
                  </a:lnTo>
                  <a:lnTo>
                    <a:pt x="2519" y="5688"/>
                  </a:lnTo>
                  <a:lnTo>
                    <a:pt x="2800" y="5714"/>
                  </a:lnTo>
                  <a:lnTo>
                    <a:pt x="2851" y="5816"/>
                  </a:lnTo>
                  <a:lnTo>
                    <a:pt x="2710" y="5944"/>
                  </a:lnTo>
                  <a:lnTo>
                    <a:pt x="2774" y="6135"/>
                  </a:lnTo>
                  <a:lnTo>
                    <a:pt x="2825" y="6276"/>
                  </a:lnTo>
                  <a:lnTo>
                    <a:pt x="2774" y="6404"/>
                  </a:lnTo>
                  <a:lnTo>
                    <a:pt x="2876" y="6442"/>
                  </a:lnTo>
                  <a:lnTo>
                    <a:pt x="3017" y="6391"/>
                  </a:lnTo>
                  <a:lnTo>
                    <a:pt x="3106" y="6442"/>
                  </a:lnTo>
                  <a:lnTo>
                    <a:pt x="3145" y="6442"/>
                  </a:lnTo>
                  <a:lnTo>
                    <a:pt x="3273" y="6404"/>
                  </a:lnTo>
                  <a:lnTo>
                    <a:pt x="3452" y="6455"/>
                  </a:lnTo>
                  <a:lnTo>
                    <a:pt x="3515" y="6391"/>
                  </a:lnTo>
                  <a:lnTo>
                    <a:pt x="3579" y="6493"/>
                  </a:lnTo>
                  <a:lnTo>
                    <a:pt x="3758" y="6519"/>
                  </a:lnTo>
                  <a:lnTo>
                    <a:pt x="3784" y="6621"/>
                  </a:lnTo>
                  <a:lnTo>
                    <a:pt x="3912" y="6736"/>
                  </a:lnTo>
                  <a:lnTo>
                    <a:pt x="3937" y="6787"/>
                  </a:lnTo>
                  <a:lnTo>
                    <a:pt x="3873" y="6851"/>
                  </a:lnTo>
                  <a:lnTo>
                    <a:pt x="3899" y="6979"/>
                  </a:lnTo>
                  <a:lnTo>
                    <a:pt x="4039" y="6966"/>
                  </a:lnTo>
                  <a:lnTo>
                    <a:pt x="3976" y="6851"/>
                  </a:lnTo>
                  <a:lnTo>
                    <a:pt x="4039" y="6838"/>
                  </a:lnTo>
                  <a:lnTo>
                    <a:pt x="4167" y="6915"/>
                  </a:lnTo>
                  <a:lnTo>
                    <a:pt x="4167" y="6813"/>
                  </a:lnTo>
                  <a:lnTo>
                    <a:pt x="4231" y="6877"/>
                  </a:lnTo>
                  <a:lnTo>
                    <a:pt x="4244" y="6647"/>
                  </a:lnTo>
                  <a:lnTo>
                    <a:pt x="4052" y="6455"/>
                  </a:lnTo>
                  <a:lnTo>
                    <a:pt x="4039" y="6442"/>
                  </a:lnTo>
                  <a:lnTo>
                    <a:pt x="4039" y="6123"/>
                  </a:lnTo>
                  <a:lnTo>
                    <a:pt x="3912" y="5982"/>
                  </a:lnTo>
                  <a:lnTo>
                    <a:pt x="3912" y="5969"/>
                  </a:lnTo>
                  <a:lnTo>
                    <a:pt x="3861" y="5688"/>
                  </a:lnTo>
                  <a:lnTo>
                    <a:pt x="3873" y="5675"/>
                  </a:lnTo>
                  <a:lnTo>
                    <a:pt x="3886" y="5662"/>
                  </a:lnTo>
                  <a:lnTo>
                    <a:pt x="4065" y="5662"/>
                  </a:lnTo>
                  <a:lnTo>
                    <a:pt x="4065" y="5573"/>
                  </a:lnTo>
                  <a:lnTo>
                    <a:pt x="4065" y="5560"/>
                  </a:lnTo>
                  <a:lnTo>
                    <a:pt x="4167" y="5496"/>
                  </a:lnTo>
                  <a:lnTo>
                    <a:pt x="4487" y="5074"/>
                  </a:lnTo>
                  <a:lnTo>
                    <a:pt x="4500" y="5062"/>
                  </a:lnTo>
                  <a:lnTo>
                    <a:pt x="4985" y="4921"/>
                  </a:lnTo>
                  <a:lnTo>
                    <a:pt x="5011" y="4921"/>
                  </a:lnTo>
                  <a:lnTo>
                    <a:pt x="5024" y="4934"/>
                  </a:lnTo>
                  <a:lnTo>
                    <a:pt x="5036" y="4998"/>
                  </a:lnTo>
                  <a:lnTo>
                    <a:pt x="5663" y="5023"/>
                  </a:lnTo>
                  <a:lnTo>
                    <a:pt x="5816" y="4959"/>
                  </a:lnTo>
                  <a:lnTo>
                    <a:pt x="5829" y="4959"/>
                  </a:lnTo>
                  <a:lnTo>
                    <a:pt x="6059" y="4998"/>
                  </a:lnTo>
                  <a:lnTo>
                    <a:pt x="6084" y="4998"/>
                  </a:lnTo>
                  <a:lnTo>
                    <a:pt x="6161" y="5113"/>
                  </a:lnTo>
                  <a:lnTo>
                    <a:pt x="6212" y="5023"/>
                  </a:lnTo>
                  <a:lnTo>
                    <a:pt x="6442" y="4870"/>
                  </a:lnTo>
                  <a:lnTo>
                    <a:pt x="6506" y="4474"/>
                  </a:lnTo>
                  <a:lnTo>
                    <a:pt x="6468" y="4372"/>
                  </a:lnTo>
                  <a:lnTo>
                    <a:pt x="6468" y="4359"/>
                  </a:lnTo>
                  <a:lnTo>
                    <a:pt x="6519" y="4295"/>
                  </a:lnTo>
                  <a:lnTo>
                    <a:pt x="6468" y="4193"/>
                  </a:lnTo>
                  <a:lnTo>
                    <a:pt x="6468" y="4167"/>
                  </a:lnTo>
                  <a:lnTo>
                    <a:pt x="6481" y="4154"/>
                  </a:lnTo>
                  <a:lnTo>
                    <a:pt x="6570" y="4154"/>
                  </a:lnTo>
                  <a:lnTo>
                    <a:pt x="6608" y="3963"/>
                  </a:lnTo>
                  <a:lnTo>
                    <a:pt x="6429" y="3822"/>
                  </a:lnTo>
                  <a:lnTo>
                    <a:pt x="6417" y="3796"/>
                  </a:lnTo>
                  <a:lnTo>
                    <a:pt x="6455" y="3656"/>
                  </a:lnTo>
                  <a:lnTo>
                    <a:pt x="6161" y="3592"/>
                  </a:lnTo>
                  <a:lnTo>
                    <a:pt x="6135" y="3579"/>
                  </a:lnTo>
                  <a:lnTo>
                    <a:pt x="6097" y="3387"/>
                  </a:lnTo>
                  <a:lnTo>
                    <a:pt x="6046" y="3439"/>
                  </a:lnTo>
                  <a:lnTo>
                    <a:pt x="6033" y="3439"/>
                  </a:lnTo>
                  <a:lnTo>
                    <a:pt x="6020" y="3426"/>
                  </a:lnTo>
                  <a:lnTo>
                    <a:pt x="5931" y="3209"/>
                  </a:lnTo>
                  <a:lnTo>
                    <a:pt x="5880" y="2825"/>
                  </a:lnTo>
                  <a:lnTo>
                    <a:pt x="5880" y="2812"/>
                  </a:lnTo>
                  <a:lnTo>
                    <a:pt x="5957" y="2582"/>
                  </a:lnTo>
                  <a:lnTo>
                    <a:pt x="5842" y="2518"/>
                  </a:lnTo>
                  <a:lnTo>
                    <a:pt x="5842" y="2506"/>
                  </a:lnTo>
                  <a:lnTo>
                    <a:pt x="5842" y="2480"/>
                  </a:lnTo>
                  <a:lnTo>
                    <a:pt x="5944" y="2391"/>
                  </a:lnTo>
                  <a:lnTo>
                    <a:pt x="5739" y="2276"/>
                  </a:lnTo>
                  <a:lnTo>
                    <a:pt x="5407" y="2007"/>
                  </a:lnTo>
                  <a:lnTo>
                    <a:pt x="5394" y="2007"/>
                  </a:lnTo>
                  <a:lnTo>
                    <a:pt x="5266" y="1752"/>
                  </a:lnTo>
                  <a:lnTo>
                    <a:pt x="5190" y="1815"/>
                  </a:lnTo>
                  <a:lnTo>
                    <a:pt x="5177" y="1828"/>
                  </a:lnTo>
                  <a:lnTo>
                    <a:pt x="5164" y="1828"/>
                  </a:lnTo>
                  <a:lnTo>
                    <a:pt x="5113" y="1790"/>
                  </a:lnTo>
                  <a:lnTo>
                    <a:pt x="4730" y="1637"/>
                  </a:lnTo>
                  <a:lnTo>
                    <a:pt x="4666" y="1675"/>
                  </a:lnTo>
                  <a:lnTo>
                    <a:pt x="4742" y="1790"/>
                  </a:lnTo>
                  <a:lnTo>
                    <a:pt x="4742" y="1815"/>
                  </a:lnTo>
                  <a:lnTo>
                    <a:pt x="4742" y="1828"/>
                  </a:lnTo>
                  <a:lnTo>
                    <a:pt x="4551" y="1956"/>
                  </a:lnTo>
                  <a:lnTo>
                    <a:pt x="4448" y="2020"/>
                  </a:lnTo>
                  <a:lnTo>
                    <a:pt x="4385" y="2045"/>
                  </a:lnTo>
                  <a:lnTo>
                    <a:pt x="4039" y="2020"/>
                  </a:lnTo>
                  <a:lnTo>
                    <a:pt x="4027" y="2020"/>
                  </a:lnTo>
                  <a:lnTo>
                    <a:pt x="3694" y="1918"/>
                  </a:lnTo>
                  <a:lnTo>
                    <a:pt x="3605" y="2033"/>
                  </a:lnTo>
                  <a:lnTo>
                    <a:pt x="3592" y="2045"/>
                  </a:lnTo>
                  <a:lnTo>
                    <a:pt x="3579" y="2045"/>
                  </a:lnTo>
                  <a:lnTo>
                    <a:pt x="3579" y="2033"/>
                  </a:lnTo>
                  <a:lnTo>
                    <a:pt x="3567" y="2020"/>
                  </a:lnTo>
                  <a:lnTo>
                    <a:pt x="3567" y="1994"/>
                  </a:lnTo>
                  <a:lnTo>
                    <a:pt x="2915" y="2467"/>
                  </a:lnTo>
                  <a:lnTo>
                    <a:pt x="2902" y="2467"/>
                  </a:lnTo>
                  <a:lnTo>
                    <a:pt x="2749" y="2416"/>
                  </a:lnTo>
                  <a:lnTo>
                    <a:pt x="2736" y="2403"/>
                  </a:lnTo>
                  <a:lnTo>
                    <a:pt x="2736" y="2391"/>
                  </a:lnTo>
                  <a:lnTo>
                    <a:pt x="2953" y="1790"/>
                  </a:lnTo>
                  <a:lnTo>
                    <a:pt x="2876" y="1624"/>
                  </a:lnTo>
                  <a:lnTo>
                    <a:pt x="2864" y="1611"/>
                  </a:lnTo>
                  <a:lnTo>
                    <a:pt x="2876" y="1598"/>
                  </a:lnTo>
                  <a:lnTo>
                    <a:pt x="3017" y="1458"/>
                  </a:lnTo>
                  <a:lnTo>
                    <a:pt x="3030" y="1279"/>
                  </a:lnTo>
                  <a:lnTo>
                    <a:pt x="3030" y="1266"/>
                  </a:lnTo>
                  <a:lnTo>
                    <a:pt x="3119" y="1138"/>
                  </a:lnTo>
                  <a:lnTo>
                    <a:pt x="3068" y="1138"/>
                  </a:lnTo>
                  <a:lnTo>
                    <a:pt x="3043" y="1125"/>
                  </a:lnTo>
                  <a:lnTo>
                    <a:pt x="2953" y="844"/>
                  </a:lnTo>
                  <a:lnTo>
                    <a:pt x="2953" y="831"/>
                  </a:lnTo>
                  <a:lnTo>
                    <a:pt x="2991" y="704"/>
                  </a:lnTo>
                  <a:lnTo>
                    <a:pt x="2825" y="640"/>
                  </a:lnTo>
                  <a:lnTo>
                    <a:pt x="2710" y="806"/>
                  </a:lnTo>
                  <a:lnTo>
                    <a:pt x="2697" y="819"/>
                  </a:lnTo>
                  <a:lnTo>
                    <a:pt x="2685" y="819"/>
                  </a:lnTo>
                  <a:lnTo>
                    <a:pt x="2582" y="755"/>
                  </a:lnTo>
                  <a:lnTo>
                    <a:pt x="2404" y="780"/>
                  </a:lnTo>
                  <a:lnTo>
                    <a:pt x="2391" y="780"/>
                  </a:lnTo>
                  <a:lnTo>
                    <a:pt x="2378" y="767"/>
                  </a:lnTo>
                  <a:lnTo>
                    <a:pt x="2301" y="614"/>
                  </a:lnTo>
                  <a:lnTo>
                    <a:pt x="2301" y="601"/>
                  </a:lnTo>
                  <a:lnTo>
                    <a:pt x="2519" y="231"/>
                  </a:lnTo>
                  <a:lnTo>
                    <a:pt x="2327" y="26"/>
                  </a:lnTo>
                  <a:lnTo>
                    <a:pt x="2186" y="141"/>
                  </a:lnTo>
                  <a:lnTo>
                    <a:pt x="2161" y="141"/>
                  </a:lnTo>
                  <a:lnTo>
                    <a:pt x="208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78"/>
            <p:cNvSpPr/>
            <p:nvPr/>
          </p:nvSpPr>
          <p:spPr>
            <a:xfrm>
              <a:off x="5707925" y="3313250"/>
              <a:ext cx="2900" cy="7075"/>
            </a:xfrm>
            <a:custGeom>
              <a:rect b="b" l="l" r="r" t="t"/>
              <a:pathLst>
                <a:path extrusionOk="0" h="283" w="116">
                  <a:moveTo>
                    <a:pt x="64" y="1"/>
                  </a:moveTo>
                  <a:lnTo>
                    <a:pt x="0" y="244"/>
                  </a:lnTo>
                  <a:lnTo>
                    <a:pt x="115" y="282"/>
                  </a:lnTo>
                  <a:lnTo>
                    <a:pt x="115" y="2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78"/>
            <p:cNvSpPr/>
            <p:nvPr/>
          </p:nvSpPr>
          <p:spPr>
            <a:xfrm>
              <a:off x="6181450" y="3539475"/>
              <a:ext cx="5450" cy="6100"/>
            </a:xfrm>
            <a:custGeom>
              <a:rect b="b" l="l" r="r" t="t"/>
              <a:pathLst>
                <a:path extrusionOk="0" h="244" w="218">
                  <a:moveTo>
                    <a:pt x="0" y="1"/>
                  </a:moveTo>
                  <a:lnTo>
                    <a:pt x="90" y="243"/>
                  </a:lnTo>
                  <a:lnTo>
                    <a:pt x="217" y="90"/>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8"/>
            <p:cNvSpPr/>
            <p:nvPr/>
          </p:nvSpPr>
          <p:spPr>
            <a:xfrm>
              <a:off x="5980475" y="3545550"/>
              <a:ext cx="85000" cy="17600"/>
            </a:xfrm>
            <a:custGeom>
              <a:rect b="b" l="l" r="r" t="t"/>
              <a:pathLst>
                <a:path extrusionOk="0" h="704" w="3400">
                  <a:moveTo>
                    <a:pt x="2671" y="0"/>
                  </a:moveTo>
                  <a:lnTo>
                    <a:pt x="2492" y="90"/>
                  </a:lnTo>
                  <a:lnTo>
                    <a:pt x="2671" y="90"/>
                  </a:lnTo>
                  <a:lnTo>
                    <a:pt x="2658" y="128"/>
                  </a:lnTo>
                  <a:lnTo>
                    <a:pt x="2454" y="243"/>
                  </a:lnTo>
                  <a:lnTo>
                    <a:pt x="2313" y="294"/>
                  </a:lnTo>
                  <a:lnTo>
                    <a:pt x="2262" y="384"/>
                  </a:lnTo>
                  <a:lnTo>
                    <a:pt x="2058" y="346"/>
                  </a:lnTo>
                  <a:lnTo>
                    <a:pt x="1892" y="256"/>
                  </a:lnTo>
                  <a:lnTo>
                    <a:pt x="1700" y="346"/>
                  </a:lnTo>
                  <a:lnTo>
                    <a:pt x="1585" y="307"/>
                  </a:lnTo>
                  <a:lnTo>
                    <a:pt x="1470" y="371"/>
                  </a:lnTo>
                  <a:lnTo>
                    <a:pt x="895" y="154"/>
                  </a:lnTo>
                  <a:lnTo>
                    <a:pt x="729" y="116"/>
                  </a:lnTo>
                  <a:lnTo>
                    <a:pt x="562" y="90"/>
                  </a:lnTo>
                  <a:lnTo>
                    <a:pt x="268" y="256"/>
                  </a:lnTo>
                  <a:lnTo>
                    <a:pt x="141" y="307"/>
                  </a:lnTo>
                  <a:lnTo>
                    <a:pt x="0" y="422"/>
                  </a:lnTo>
                  <a:lnTo>
                    <a:pt x="179" y="614"/>
                  </a:lnTo>
                  <a:lnTo>
                    <a:pt x="435" y="512"/>
                  </a:lnTo>
                  <a:lnTo>
                    <a:pt x="460" y="550"/>
                  </a:lnTo>
                  <a:lnTo>
                    <a:pt x="703" y="550"/>
                  </a:lnTo>
                  <a:lnTo>
                    <a:pt x="1010" y="640"/>
                  </a:lnTo>
                  <a:lnTo>
                    <a:pt x="1022" y="703"/>
                  </a:lnTo>
                  <a:lnTo>
                    <a:pt x="1278" y="678"/>
                  </a:lnTo>
                  <a:lnTo>
                    <a:pt x="1419" y="576"/>
                  </a:lnTo>
                  <a:lnTo>
                    <a:pt x="1585" y="640"/>
                  </a:lnTo>
                  <a:lnTo>
                    <a:pt x="1917" y="512"/>
                  </a:lnTo>
                  <a:lnTo>
                    <a:pt x="2045" y="448"/>
                  </a:lnTo>
                  <a:lnTo>
                    <a:pt x="2109" y="537"/>
                  </a:lnTo>
                  <a:lnTo>
                    <a:pt x="2479" y="448"/>
                  </a:lnTo>
                  <a:lnTo>
                    <a:pt x="2620" y="448"/>
                  </a:lnTo>
                  <a:lnTo>
                    <a:pt x="2543" y="307"/>
                  </a:lnTo>
                  <a:lnTo>
                    <a:pt x="2722" y="167"/>
                  </a:lnTo>
                  <a:lnTo>
                    <a:pt x="2748" y="294"/>
                  </a:lnTo>
                  <a:lnTo>
                    <a:pt x="3055" y="231"/>
                  </a:lnTo>
                  <a:lnTo>
                    <a:pt x="2991" y="371"/>
                  </a:lnTo>
                  <a:lnTo>
                    <a:pt x="3093" y="448"/>
                  </a:lnTo>
                  <a:lnTo>
                    <a:pt x="3234" y="282"/>
                  </a:lnTo>
                  <a:lnTo>
                    <a:pt x="3182" y="205"/>
                  </a:lnTo>
                  <a:lnTo>
                    <a:pt x="3272" y="269"/>
                  </a:lnTo>
                  <a:lnTo>
                    <a:pt x="3400" y="103"/>
                  </a:lnTo>
                  <a:lnTo>
                    <a:pt x="3336" y="52"/>
                  </a:lnTo>
                  <a:lnTo>
                    <a:pt x="3208" y="179"/>
                  </a:lnTo>
                  <a:lnTo>
                    <a:pt x="3093" y="231"/>
                  </a:lnTo>
                  <a:lnTo>
                    <a:pt x="2927" y="103"/>
                  </a:lnTo>
                  <a:lnTo>
                    <a:pt x="2761" y="179"/>
                  </a:lnTo>
                  <a:lnTo>
                    <a:pt x="2722" y="116"/>
                  </a:lnTo>
                  <a:lnTo>
                    <a:pt x="26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8"/>
            <p:cNvSpPr/>
            <p:nvPr/>
          </p:nvSpPr>
          <p:spPr>
            <a:xfrm>
              <a:off x="6141500" y="3437550"/>
              <a:ext cx="66475" cy="22075"/>
            </a:xfrm>
            <a:custGeom>
              <a:rect b="b" l="l" r="r" t="t"/>
              <a:pathLst>
                <a:path extrusionOk="0" h="883" w="2659">
                  <a:moveTo>
                    <a:pt x="1496" y="1"/>
                  </a:moveTo>
                  <a:lnTo>
                    <a:pt x="1202" y="141"/>
                  </a:lnTo>
                  <a:lnTo>
                    <a:pt x="1227" y="39"/>
                  </a:lnTo>
                  <a:lnTo>
                    <a:pt x="1112" y="39"/>
                  </a:lnTo>
                  <a:lnTo>
                    <a:pt x="972" y="90"/>
                  </a:lnTo>
                  <a:lnTo>
                    <a:pt x="461" y="52"/>
                  </a:lnTo>
                  <a:lnTo>
                    <a:pt x="435" y="65"/>
                  </a:lnTo>
                  <a:lnTo>
                    <a:pt x="346" y="231"/>
                  </a:lnTo>
                  <a:lnTo>
                    <a:pt x="205" y="333"/>
                  </a:lnTo>
                  <a:lnTo>
                    <a:pt x="128" y="307"/>
                  </a:lnTo>
                  <a:lnTo>
                    <a:pt x="77" y="295"/>
                  </a:lnTo>
                  <a:lnTo>
                    <a:pt x="0" y="346"/>
                  </a:lnTo>
                  <a:lnTo>
                    <a:pt x="90" y="422"/>
                  </a:lnTo>
                  <a:lnTo>
                    <a:pt x="154" y="333"/>
                  </a:lnTo>
                  <a:lnTo>
                    <a:pt x="243" y="422"/>
                  </a:lnTo>
                  <a:lnTo>
                    <a:pt x="243" y="563"/>
                  </a:lnTo>
                  <a:lnTo>
                    <a:pt x="371" y="435"/>
                  </a:lnTo>
                  <a:lnTo>
                    <a:pt x="397" y="256"/>
                  </a:lnTo>
                  <a:lnTo>
                    <a:pt x="461" y="218"/>
                  </a:lnTo>
                  <a:lnTo>
                    <a:pt x="461" y="358"/>
                  </a:lnTo>
                  <a:lnTo>
                    <a:pt x="524" y="384"/>
                  </a:lnTo>
                  <a:lnTo>
                    <a:pt x="716" y="601"/>
                  </a:lnTo>
                  <a:lnTo>
                    <a:pt x="601" y="665"/>
                  </a:lnTo>
                  <a:lnTo>
                    <a:pt x="550" y="601"/>
                  </a:lnTo>
                  <a:lnTo>
                    <a:pt x="461" y="665"/>
                  </a:lnTo>
                  <a:lnTo>
                    <a:pt x="333" y="665"/>
                  </a:lnTo>
                  <a:lnTo>
                    <a:pt x="192" y="806"/>
                  </a:lnTo>
                  <a:lnTo>
                    <a:pt x="333" y="844"/>
                  </a:lnTo>
                  <a:lnTo>
                    <a:pt x="563" y="665"/>
                  </a:lnTo>
                  <a:lnTo>
                    <a:pt x="652" y="704"/>
                  </a:lnTo>
                  <a:lnTo>
                    <a:pt x="793" y="640"/>
                  </a:lnTo>
                  <a:lnTo>
                    <a:pt x="908" y="691"/>
                  </a:lnTo>
                  <a:lnTo>
                    <a:pt x="921" y="652"/>
                  </a:lnTo>
                  <a:lnTo>
                    <a:pt x="921" y="614"/>
                  </a:lnTo>
                  <a:lnTo>
                    <a:pt x="908" y="601"/>
                  </a:lnTo>
                  <a:lnTo>
                    <a:pt x="716" y="614"/>
                  </a:lnTo>
                  <a:lnTo>
                    <a:pt x="729" y="550"/>
                  </a:lnTo>
                  <a:lnTo>
                    <a:pt x="882" y="550"/>
                  </a:lnTo>
                  <a:lnTo>
                    <a:pt x="985" y="371"/>
                  </a:lnTo>
                  <a:lnTo>
                    <a:pt x="1100" y="410"/>
                  </a:lnTo>
                  <a:lnTo>
                    <a:pt x="1100" y="474"/>
                  </a:lnTo>
                  <a:lnTo>
                    <a:pt x="1304" y="499"/>
                  </a:lnTo>
                  <a:lnTo>
                    <a:pt x="1496" y="563"/>
                  </a:lnTo>
                  <a:lnTo>
                    <a:pt x="1560" y="525"/>
                  </a:lnTo>
                  <a:lnTo>
                    <a:pt x="1547" y="435"/>
                  </a:lnTo>
                  <a:lnTo>
                    <a:pt x="1892" y="474"/>
                  </a:lnTo>
                  <a:lnTo>
                    <a:pt x="1905" y="563"/>
                  </a:lnTo>
                  <a:lnTo>
                    <a:pt x="2224" y="640"/>
                  </a:lnTo>
                  <a:lnTo>
                    <a:pt x="2544" y="883"/>
                  </a:lnTo>
                  <a:lnTo>
                    <a:pt x="2621" y="883"/>
                  </a:lnTo>
                  <a:lnTo>
                    <a:pt x="2595" y="742"/>
                  </a:lnTo>
                  <a:lnTo>
                    <a:pt x="2659" y="665"/>
                  </a:lnTo>
                  <a:lnTo>
                    <a:pt x="2582" y="537"/>
                  </a:lnTo>
                  <a:lnTo>
                    <a:pt x="2429" y="537"/>
                  </a:lnTo>
                  <a:lnTo>
                    <a:pt x="2416" y="358"/>
                  </a:lnTo>
                  <a:lnTo>
                    <a:pt x="2135" y="180"/>
                  </a:lnTo>
                  <a:lnTo>
                    <a:pt x="1866" y="205"/>
                  </a:lnTo>
                  <a:lnTo>
                    <a:pt x="14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8"/>
            <p:cNvSpPr/>
            <p:nvPr/>
          </p:nvSpPr>
          <p:spPr>
            <a:xfrm>
              <a:off x="6021350" y="3592850"/>
              <a:ext cx="7375" cy="4175"/>
            </a:xfrm>
            <a:custGeom>
              <a:rect b="b" l="l" r="r" t="t"/>
              <a:pathLst>
                <a:path extrusionOk="0" h="167" w="295">
                  <a:moveTo>
                    <a:pt x="244" y="0"/>
                  </a:moveTo>
                  <a:lnTo>
                    <a:pt x="1" y="128"/>
                  </a:lnTo>
                  <a:lnTo>
                    <a:pt x="180" y="166"/>
                  </a:lnTo>
                  <a:lnTo>
                    <a:pt x="295" y="51"/>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78"/>
            <p:cNvSpPr/>
            <p:nvPr/>
          </p:nvSpPr>
          <p:spPr>
            <a:xfrm>
              <a:off x="5762550" y="3293450"/>
              <a:ext cx="205475" cy="173850"/>
            </a:xfrm>
            <a:custGeom>
              <a:rect b="b" l="l" r="r" t="t"/>
              <a:pathLst>
                <a:path extrusionOk="0" h="6954" w="8219">
                  <a:moveTo>
                    <a:pt x="5650" y="1"/>
                  </a:moveTo>
                  <a:lnTo>
                    <a:pt x="5407" y="205"/>
                  </a:lnTo>
                  <a:lnTo>
                    <a:pt x="5458" y="384"/>
                  </a:lnTo>
                  <a:lnTo>
                    <a:pt x="5458" y="397"/>
                  </a:lnTo>
                  <a:lnTo>
                    <a:pt x="5343" y="1087"/>
                  </a:lnTo>
                  <a:lnTo>
                    <a:pt x="5343" y="1100"/>
                  </a:lnTo>
                  <a:lnTo>
                    <a:pt x="5177" y="1100"/>
                  </a:lnTo>
                  <a:lnTo>
                    <a:pt x="5049" y="1381"/>
                  </a:lnTo>
                  <a:lnTo>
                    <a:pt x="5151" y="1406"/>
                  </a:lnTo>
                  <a:lnTo>
                    <a:pt x="5164" y="1406"/>
                  </a:lnTo>
                  <a:lnTo>
                    <a:pt x="5215" y="1470"/>
                  </a:lnTo>
                  <a:lnTo>
                    <a:pt x="5215" y="1496"/>
                  </a:lnTo>
                  <a:lnTo>
                    <a:pt x="5202" y="1509"/>
                  </a:lnTo>
                  <a:lnTo>
                    <a:pt x="4781" y="1739"/>
                  </a:lnTo>
                  <a:lnTo>
                    <a:pt x="4729" y="1790"/>
                  </a:lnTo>
                  <a:lnTo>
                    <a:pt x="4857" y="1969"/>
                  </a:lnTo>
                  <a:lnTo>
                    <a:pt x="4857" y="1982"/>
                  </a:lnTo>
                  <a:lnTo>
                    <a:pt x="4844" y="1994"/>
                  </a:lnTo>
                  <a:lnTo>
                    <a:pt x="4729" y="2045"/>
                  </a:lnTo>
                  <a:lnTo>
                    <a:pt x="4640" y="2403"/>
                  </a:lnTo>
                  <a:lnTo>
                    <a:pt x="4627" y="2416"/>
                  </a:lnTo>
                  <a:lnTo>
                    <a:pt x="4614" y="2416"/>
                  </a:lnTo>
                  <a:lnTo>
                    <a:pt x="4410" y="2378"/>
                  </a:lnTo>
                  <a:lnTo>
                    <a:pt x="4333" y="2391"/>
                  </a:lnTo>
                  <a:lnTo>
                    <a:pt x="4320" y="2391"/>
                  </a:lnTo>
                  <a:lnTo>
                    <a:pt x="4142" y="2327"/>
                  </a:lnTo>
                  <a:lnTo>
                    <a:pt x="3950" y="2557"/>
                  </a:lnTo>
                  <a:lnTo>
                    <a:pt x="3924" y="2557"/>
                  </a:lnTo>
                  <a:lnTo>
                    <a:pt x="3336" y="2391"/>
                  </a:lnTo>
                  <a:lnTo>
                    <a:pt x="3324" y="2378"/>
                  </a:lnTo>
                  <a:lnTo>
                    <a:pt x="3324" y="2365"/>
                  </a:lnTo>
                  <a:lnTo>
                    <a:pt x="3375" y="2263"/>
                  </a:lnTo>
                  <a:lnTo>
                    <a:pt x="2889" y="2263"/>
                  </a:lnTo>
                  <a:lnTo>
                    <a:pt x="2659" y="2365"/>
                  </a:lnTo>
                  <a:lnTo>
                    <a:pt x="2582" y="2595"/>
                  </a:lnTo>
                  <a:lnTo>
                    <a:pt x="2570" y="2608"/>
                  </a:lnTo>
                  <a:lnTo>
                    <a:pt x="2224" y="2774"/>
                  </a:lnTo>
                  <a:lnTo>
                    <a:pt x="2212" y="2774"/>
                  </a:lnTo>
                  <a:lnTo>
                    <a:pt x="1943" y="2685"/>
                  </a:lnTo>
                  <a:lnTo>
                    <a:pt x="1585" y="2723"/>
                  </a:lnTo>
                  <a:lnTo>
                    <a:pt x="1560" y="2800"/>
                  </a:lnTo>
                  <a:lnTo>
                    <a:pt x="1547" y="2812"/>
                  </a:lnTo>
                  <a:lnTo>
                    <a:pt x="1343" y="2863"/>
                  </a:lnTo>
                  <a:lnTo>
                    <a:pt x="1317" y="2863"/>
                  </a:lnTo>
                  <a:lnTo>
                    <a:pt x="652" y="2263"/>
                  </a:lnTo>
                  <a:lnTo>
                    <a:pt x="640" y="2250"/>
                  </a:lnTo>
                  <a:lnTo>
                    <a:pt x="640" y="2109"/>
                  </a:lnTo>
                  <a:lnTo>
                    <a:pt x="499" y="2071"/>
                  </a:lnTo>
                  <a:lnTo>
                    <a:pt x="486" y="2058"/>
                  </a:lnTo>
                  <a:lnTo>
                    <a:pt x="486" y="2045"/>
                  </a:lnTo>
                  <a:lnTo>
                    <a:pt x="537" y="1918"/>
                  </a:lnTo>
                  <a:lnTo>
                    <a:pt x="371" y="1943"/>
                  </a:lnTo>
                  <a:lnTo>
                    <a:pt x="320" y="2161"/>
                  </a:lnTo>
                  <a:lnTo>
                    <a:pt x="154" y="2301"/>
                  </a:lnTo>
                  <a:lnTo>
                    <a:pt x="154" y="2416"/>
                  </a:lnTo>
                  <a:lnTo>
                    <a:pt x="26" y="2582"/>
                  </a:lnTo>
                  <a:lnTo>
                    <a:pt x="65" y="2748"/>
                  </a:lnTo>
                  <a:lnTo>
                    <a:pt x="1" y="2863"/>
                  </a:lnTo>
                  <a:lnTo>
                    <a:pt x="26" y="3030"/>
                  </a:lnTo>
                  <a:lnTo>
                    <a:pt x="90" y="3119"/>
                  </a:lnTo>
                  <a:lnTo>
                    <a:pt x="90" y="3247"/>
                  </a:lnTo>
                  <a:lnTo>
                    <a:pt x="192" y="3362"/>
                  </a:lnTo>
                  <a:lnTo>
                    <a:pt x="282" y="3707"/>
                  </a:lnTo>
                  <a:lnTo>
                    <a:pt x="128" y="3707"/>
                  </a:lnTo>
                  <a:lnTo>
                    <a:pt x="218" y="3963"/>
                  </a:lnTo>
                  <a:lnTo>
                    <a:pt x="231" y="3975"/>
                  </a:lnTo>
                  <a:lnTo>
                    <a:pt x="256" y="3988"/>
                  </a:lnTo>
                  <a:lnTo>
                    <a:pt x="346" y="4001"/>
                  </a:lnTo>
                  <a:lnTo>
                    <a:pt x="474" y="4014"/>
                  </a:lnTo>
                  <a:lnTo>
                    <a:pt x="422" y="4078"/>
                  </a:lnTo>
                  <a:lnTo>
                    <a:pt x="320" y="4078"/>
                  </a:lnTo>
                  <a:lnTo>
                    <a:pt x="346" y="4244"/>
                  </a:lnTo>
                  <a:lnTo>
                    <a:pt x="422" y="4244"/>
                  </a:lnTo>
                  <a:lnTo>
                    <a:pt x="474" y="4205"/>
                  </a:lnTo>
                  <a:lnTo>
                    <a:pt x="627" y="4282"/>
                  </a:lnTo>
                  <a:lnTo>
                    <a:pt x="550" y="4295"/>
                  </a:lnTo>
                  <a:lnTo>
                    <a:pt x="486" y="4308"/>
                  </a:lnTo>
                  <a:lnTo>
                    <a:pt x="474" y="4320"/>
                  </a:lnTo>
                  <a:lnTo>
                    <a:pt x="474" y="4602"/>
                  </a:lnTo>
                  <a:lnTo>
                    <a:pt x="844" y="4410"/>
                  </a:lnTo>
                  <a:lnTo>
                    <a:pt x="870" y="4525"/>
                  </a:lnTo>
                  <a:lnTo>
                    <a:pt x="972" y="4602"/>
                  </a:lnTo>
                  <a:lnTo>
                    <a:pt x="972" y="4883"/>
                  </a:lnTo>
                  <a:lnTo>
                    <a:pt x="793" y="4985"/>
                  </a:lnTo>
                  <a:lnTo>
                    <a:pt x="972" y="5100"/>
                  </a:lnTo>
                  <a:lnTo>
                    <a:pt x="1049" y="5343"/>
                  </a:lnTo>
                  <a:lnTo>
                    <a:pt x="1087" y="5547"/>
                  </a:lnTo>
                  <a:lnTo>
                    <a:pt x="1036" y="5637"/>
                  </a:lnTo>
                  <a:lnTo>
                    <a:pt x="1049" y="5701"/>
                  </a:lnTo>
                  <a:lnTo>
                    <a:pt x="1087" y="5918"/>
                  </a:lnTo>
                  <a:lnTo>
                    <a:pt x="1394" y="5841"/>
                  </a:lnTo>
                  <a:lnTo>
                    <a:pt x="1432" y="6033"/>
                  </a:lnTo>
                  <a:lnTo>
                    <a:pt x="1764" y="6033"/>
                  </a:lnTo>
                  <a:lnTo>
                    <a:pt x="1994" y="5867"/>
                  </a:lnTo>
                  <a:lnTo>
                    <a:pt x="2173" y="5969"/>
                  </a:lnTo>
                  <a:lnTo>
                    <a:pt x="2301" y="5803"/>
                  </a:lnTo>
                  <a:lnTo>
                    <a:pt x="2429" y="6071"/>
                  </a:lnTo>
                  <a:lnTo>
                    <a:pt x="2352" y="6404"/>
                  </a:lnTo>
                  <a:lnTo>
                    <a:pt x="2429" y="6404"/>
                  </a:lnTo>
                  <a:lnTo>
                    <a:pt x="2697" y="6212"/>
                  </a:lnTo>
                  <a:lnTo>
                    <a:pt x="2966" y="6289"/>
                  </a:lnTo>
                  <a:lnTo>
                    <a:pt x="3349" y="6110"/>
                  </a:lnTo>
                  <a:lnTo>
                    <a:pt x="3298" y="6033"/>
                  </a:lnTo>
                  <a:lnTo>
                    <a:pt x="3387" y="5944"/>
                  </a:lnTo>
                  <a:lnTo>
                    <a:pt x="3503" y="6059"/>
                  </a:lnTo>
                  <a:lnTo>
                    <a:pt x="3579" y="6135"/>
                  </a:lnTo>
                  <a:lnTo>
                    <a:pt x="3630" y="6174"/>
                  </a:lnTo>
                  <a:lnTo>
                    <a:pt x="3758" y="6135"/>
                  </a:lnTo>
                  <a:lnTo>
                    <a:pt x="3886" y="6084"/>
                  </a:lnTo>
                  <a:lnTo>
                    <a:pt x="3886" y="6340"/>
                  </a:lnTo>
                  <a:lnTo>
                    <a:pt x="4308" y="6212"/>
                  </a:lnTo>
                  <a:lnTo>
                    <a:pt x="4614" y="6429"/>
                  </a:lnTo>
                  <a:lnTo>
                    <a:pt x="4666" y="6953"/>
                  </a:lnTo>
                  <a:lnTo>
                    <a:pt x="5611" y="6493"/>
                  </a:lnTo>
                  <a:lnTo>
                    <a:pt x="5739" y="6404"/>
                  </a:lnTo>
                  <a:lnTo>
                    <a:pt x="5790" y="6238"/>
                  </a:lnTo>
                  <a:lnTo>
                    <a:pt x="5944" y="6122"/>
                  </a:lnTo>
                  <a:lnTo>
                    <a:pt x="5816" y="6263"/>
                  </a:lnTo>
                  <a:lnTo>
                    <a:pt x="5765" y="6442"/>
                  </a:lnTo>
                  <a:lnTo>
                    <a:pt x="5816" y="6570"/>
                  </a:lnTo>
                  <a:lnTo>
                    <a:pt x="5829" y="6787"/>
                  </a:lnTo>
                  <a:lnTo>
                    <a:pt x="6071" y="6608"/>
                  </a:lnTo>
                  <a:lnTo>
                    <a:pt x="6033" y="6455"/>
                  </a:lnTo>
                  <a:lnTo>
                    <a:pt x="6033" y="6455"/>
                  </a:lnTo>
                  <a:lnTo>
                    <a:pt x="6123" y="6493"/>
                  </a:lnTo>
                  <a:lnTo>
                    <a:pt x="6123" y="6289"/>
                  </a:lnTo>
                  <a:lnTo>
                    <a:pt x="6046" y="6301"/>
                  </a:lnTo>
                  <a:lnTo>
                    <a:pt x="6020" y="6416"/>
                  </a:lnTo>
                  <a:lnTo>
                    <a:pt x="5995" y="6148"/>
                  </a:lnTo>
                  <a:lnTo>
                    <a:pt x="5956" y="6135"/>
                  </a:lnTo>
                  <a:lnTo>
                    <a:pt x="5982" y="6046"/>
                  </a:lnTo>
                  <a:lnTo>
                    <a:pt x="5867" y="5931"/>
                  </a:lnTo>
                  <a:lnTo>
                    <a:pt x="6020" y="5956"/>
                  </a:lnTo>
                  <a:lnTo>
                    <a:pt x="6097" y="5790"/>
                  </a:lnTo>
                  <a:lnTo>
                    <a:pt x="6020" y="5637"/>
                  </a:lnTo>
                  <a:lnTo>
                    <a:pt x="6161" y="5586"/>
                  </a:lnTo>
                  <a:lnTo>
                    <a:pt x="6250" y="5279"/>
                  </a:lnTo>
                  <a:lnTo>
                    <a:pt x="6071" y="5266"/>
                  </a:lnTo>
                  <a:lnTo>
                    <a:pt x="6033" y="5253"/>
                  </a:lnTo>
                  <a:lnTo>
                    <a:pt x="6148" y="5113"/>
                  </a:lnTo>
                  <a:lnTo>
                    <a:pt x="6097" y="4972"/>
                  </a:lnTo>
                  <a:lnTo>
                    <a:pt x="6020" y="4972"/>
                  </a:lnTo>
                  <a:lnTo>
                    <a:pt x="6174" y="4844"/>
                  </a:lnTo>
                  <a:lnTo>
                    <a:pt x="6199" y="4717"/>
                  </a:lnTo>
                  <a:lnTo>
                    <a:pt x="6429" y="4640"/>
                  </a:lnTo>
                  <a:lnTo>
                    <a:pt x="6608" y="4512"/>
                  </a:lnTo>
                  <a:lnTo>
                    <a:pt x="6672" y="4372"/>
                  </a:lnTo>
                  <a:lnTo>
                    <a:pt x="6736" y="4269"/>
                  </a:lnTo>
                  <a:lnTo>
                    <a:pt x="6774" y="4205"/>
                  </a:lnTo>
                  <a:lnTo>
                    <a:pt x="6838" y="4193"/>
                  </a:lnTo>
                  <a:lnTo>
                    <a:pt x="6941" y="4193"/>
                  </a:lnTo>
                  <a:lnTo>
                    <a:pt x="7068" y="4180"/>
                  </a:lnTo>
                  <a:lnTo>
                    <a:pt x="7004" y="4078"/>
                  </a:lnTo>
                  <a:lnTo>
                    <a:pt x="7132" y="3873"/>
                  </a:lnTo>
                  <a:lnTo>
                    <a:pt x="7017" y="3848"/>
                  </a:lnTo>
                  <a:lnTo>
                    <a:pt x="6953" y="3694"/>
                  </a:lnTo>
                  <a:lnTo>
                    <a:pt x="6941" y="3349"/>
                  </a:lnTo>
                  <a:lnTo>
                    <a:pt x="7132" y="3094"/>
                  </a:lnTo>
                  <a:lnTo>
                    <a:pt x="7132" y="2902"/>
                  </a:lnTo>
                  <a:lnTo>
                    <a:pt x="7324" y="2838"/>
                  </a:lnTo>
                  <a:lnTo>
                    <a:pt x="7413" y="2902"/>
                  </a:lnTo>
                  <a:lnTo>
                    <a:pt x="7324" y="2633"/>
                  </a:lnTo>
                  <a:lnTo>
                    <a:pt x="7477" y="2838"/>
                  </a:lnTo>
                  <a:lnTo>
                    <a:pt x="7797" y="2876"/>
                  </a:lnTo>
                  <a:lnTo>
                    <a:pt x="7963" y="2825"/>
                  </a:lnTo>
                  <a:lnTo>
                    <a:pt x="8040" y="2889"/>
                  </a:lnTo>
                  <a:lnTo>
                    <a:pt x="8219" y="2685"/>
                  </a:lnTo>
                  <a:lnTo>
                    <a:pt x="8155" y="2633"/>
                  </a:lnTo>
                  <a:lnTo>
                    <a:pt x="8078" y="2646"/>
                  </a:lnTo>
                  <a:lnTo>
                    <a:pt x="7963" y="2442"/>
                  </a:lnTo>
                  <a:lnTo>
                    <a:pt x="7426" y="2135"/>
                  </a:lnTo>
                  <a:lnTo>
                    <a:pt x="7477" y="2071"/>
                  </a:lnTo>
                  <a:lnTo>
                    <a:pt x="7298" y="2045"/>
                  </a:lnTo>
                  <a:lnTo>
                    <a:pt x="7247" y="1867"/>
                  </a:lnTo>
                  <a:lnTo>
                    <a:pt x="7477" y="1713"/>
                  </a:lnTo>
                  <a:lnTo>
                    <a:pt x="7337" y="1509"/>
                  </a:lnTo>
                  <a:lnTo>
                    <a:pt x="7222" y="1279"/>
                  </a:lnTo>
                  <a:lnTo>
                    <a:pt x="7107" y="1253"/>
                  </a:lnTo>
                  <a:lnTo>
                    <a:pt x="7183" y="1189"/>
                  </a:lnTo>
                  <a:lnTo>
                    <a:pt x="7094" y="1023"/>
                  </a:lnTo>
                  <a:lnTo>
                    <a:pt x="6889" y="985"/>
                  </a:lnTo>
                  <a:lnTo>
                    <a:pt x="6774" y="921"/>
                  </a:lnTo>
                  <a:lnTo>
                    <a:pt x="7004" y="844"/>
                  </a:lnTo>
                  <a:lnTo>
                    <a:pt x="6953" y="742"/>
                  </a:lnTo>
                  <a:lnTo>
                    <a:pt x="6877" y="767"/>
                  </a:lnTo>
                  <a:lnTo>
                    <a:pt x="6774" y="716"/>
                  </a:lnTo>
                  <a:lnTo>
                    <a:pt x="6877" y="729"/>
                  </a:lnTo>
                  <a:lnTo>
                    <a:pt x="6979" y="704"/>
                  </a:lnTo>
                  <a:lnTo>
                    <a:pt x="6915" y="640"/>
                  </a:lnTo>
                  <a:lnTo>
                    <a:pt x="6749" y="614"/>
                  </a:lnTo>
                  <a:lnTo>
                    <a:pt x="6736" y="678"/>
                  </a:lnTo>
                  <a:lnTo>
                    <a:pt x="6710" y="601"/>
                  </a:lnTo>
                  <a:lnTo>
                    <a:pt x="6774" y="589"/>
                  </a:lnTo>
                  <a:lnTo>
                    <a:pt x="7107" y="601"/>
                  </a:lnTo>
                  <a:lnTo>
                    <a:pt x="7183" y="550"/>
                  </a:lnTo>
                  <a:lnTo>
                    <a:pt x="7132" y="486"/>
                  </a:lnTo>
                  <a:lnTo>
                    <a:pt x="7260" y="461"/>
                  </a:lnTo>
                  <a:lnTo>
                    <a:pt x="7234" y="397"/>
                  </a:lnTo>
                  <a:lnTo>
                    <a:pt x="7043" y="371"/>
                  </a:lnTo>
                  <a:lnTo>
                    <a:pt x="6992" y="295"/>
                  </a:lnTo>
                  <a:lnTo>
                    <a:pt x="6928" y="192"/>
                  </a:lnTo>
                  <a:lnTo>
                    <a:pt x="7056" y="307"/>
                  </a:lnTo>
                  <a:lnTo>
                    <a:pt x="7081" y="205"/>
                  </a:lnTo>
                  <a:lnTo>
                    <a:pt x="7081" y="307"/>
                  </a:lnTo>
                  <a:lnTo>
                    <a:pt x="7209" y="320"/>
                  </a:lnTo>
                  <a:lnTo>
                    <a:pt x="7209" y="231"/>
                  </a:lnTo>
                  <a:lnTo>
                    <a:pt x="7260" y="295"/>
                  </a:lnTo>
                  <a:lnTo>
                    <a:pt x="7375" y="269"/>
                  </a:lnTo>
                  <a:lnTo>
                    <a:pt x="7298" y="167"/>
                  </a:lnTo>
                  <a:lnTo>
                    <a:pt x="7132" y="90"/>
                  </a:lnTo>
                  <a:lnTo>
                    <a:pt x="7094" y="116"/>
                  </a:lnTo>
                  <a:lnTo>
                    <a:pt x="7183" y="205"/>
                  </a:lnTo>
                  <a:lnTo>
                    <a:pt x="7068" y="141"/>
                  </a:lnTo>
                  <a:lnTo>
                    <a:pt x="7056" y="141"/>
                  </a:lnTo>
                  <a:lnTo>
                    <a:pt x="6966" y="180"/>
                  </a:lnTo>
                  <a:lnTo>
                    <a:pt x="7030" y="141"/>
                  </a:lnTo>
                  <a:lnTo>
                    <a:pt x="6774" y="39"/>
                  </a:lnTo>
                  <a:lnTo>
                    <a:pt x="6263" y="1"/>
                  </a:lnTo>
                  <a:lnTo>
                    <a:pt x="6059" y="52"/>
                  </a:lnTo>
                  <a:lnTo>
                    <a:pt x="6046" y="52"/>
                  </a:lnTo>
                  <a:lnTo>
                    <a:pt x="5867" y="1"/>
                  </a:lnTo>
                  <a:lnTo>
                    <a:pt x="5765" y="77"/>
                  </a:lnTo>
                  <a:lnTo>
                    <a:pt x="5739" y="77"/>
                  </a:lnTo>
                  <a:lnTo>
                    <a:pt x="56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78"/>
            <p:cNvSpPr/>
            <p:nvPr/>
          </p:nvSpPr>
          <p:spPr>
            <a:xfrm>
              <a:off x="5731550" y="3432750"/>
              <a:ext cx="20475" cy="14725"/>
            </a:xfrm>
            <a:custGeom>
              <a:rect b="b" l="l" r="r" t="t"/>
              <a:pathLst>
                <a:path extrusionOk="0" h="589" w="819">
                  <a:moveTo>
                    <a:pt x="320" y="1"/>
                  </a:moveTo>
                  <a:lnTo>
                    <a:pt x="244" y="116"/>
                  </a:lnTo>
                  <a:lnTo>
                    <a:pt x="231" y="282"/>
                  </a:lnTo>
                  <a:lnTo>
                    <a:pt x="205" y="282"/>
                  </a:lnTo>
                  <a:lnTo>
                    <a:pt x="116" y="205"/>
                  </a:lnTo>
                  <a:lnTo>
                    <a:pt x="1" y="218"/>
                  </a:lnTo>
                  <a:lnTo>
                    <a:pt x="26" y="346"/>
                  </a:lnTo>
                  <a:lnTo>
                    <a:pt x="65" y="372"/>
                  </a:lnTo>
                  <a:lnTo>
                    <a:pt x="103" y="384"/>
                  </a:lnTo>
                  <a:lnTo>
                    <a:pt x="129" y="384"/>
                  </a:lnTo>
                  <a:lnTo>
                    <a:pt x="167" y="295"/>
                  </a:lnTo>
                  <a:lnTo>
                    <a:pt x="231" y="333"/>
                  </a:lnTo>
                  <a:lnTo>
                    <a:pt x="231" y="589"/>
                  </a:lnTo>
                  <a:lnTo>
                    <a:pt x="359" y="525"/>
                  </a:lnTo>
                  <a:lnTo>
                    <a:pt x="410" y="435"/>
                  </a:lnTo>
                  <a:lnTo>
                    <a:pt x="512" y="512"/>
                  </a:lnTo>
                  <a:lnTo>
                    <a:pt x="512" y="589"/>
                  </a:lnTo>
                  <a:lnTo>
                    <a:pt x="602" y="589"/>
                  </a:lnTo>
                  <a:lnTo>
                    <a:pt x="640" y="525"/>
                  </a:lnTo>
                  <a:lnTo>
                    <a:pt x="717" y="461"/>
                  </a:lnTo>
                  <a:lnTo>
                    <a:pt x="729" y="346"/>
                  </a:lnTo>
                  <a:lnTo>
                    <a:pt x="819" y="269"/>
                  </a:lnTo>
                  <a:lnTo>
                    <a:pt x="678" y="90"/>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8"/>
            <p:cNvSpPr/>
            <p:nvPr/>
          </p:nvSpPr>
          <p:spPr>
            <a:xfrm>
              <a:off x="5744650" y="3295700"/>
              <a:ext cx="8650" cy="12475"/>
            </a:xfrm>
            <a:custGeom>
              <a:rect b="b" l="l" r="r" t="t"/>
              <a:pathLst>
                <a:path extrusionOk="0" h="499" w="346">
                  <a:moveTo>
                    <a:pt x="205" y="0"/>
                  </a:moveTo>
                  <a:lnTo>
                    <a:pt x="1" y="179"/>
                  </a:lnTo>
                  <a:lnTo>
                    <a:pt x="39" y="320"/>
                  </a:lnTo>
                  <a:lnTo>
                    <a:pt x="218" y="358"/>
                  </a:lnTo>
                  <a:lnTo>
                    <a:pt x="218" y="422"/>
                  </a:lnTo>
                  <a:lnTo>
                    <a:pt x="180" y="396"/>
                  </a:lnTo>
                  <a:lnTo>
                    <a:pt x="78" y="435"/>
                  </a:lnTo>
                  <a:lnTo>
                    <a:pt x="116" y="499"/>
                  </a:lnTo>
                  <a:lnTo>
                    <a:pt x="269" y="473"/>
                  </a:lnTo>
                  <a:lnTo>
                    <a:pt x="346" y="294"/>
                  </a:lnTo>
                  <a:lnTo>
                    <a:pt x="346" y="192"/>
                  </a:lnTo>
                  <a:lnTo>
                    <a:pt x="218" y="115"/>
                  </a:lnTo>
                  <a:lnTo>
                    <a:pt x="244" y="26"/>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8"/>
            <p:cNvSpPr/>
            <p:nvPr/>
          </p:nvSpPr>
          <p:spPr>
            <a:xfrm>
              <a:off x="5890350" y="3518400"/>
              <a:ext cx="8025" cy="6075"/>
            </a:xfrm>
            <a:custGeom>
              <a:rect b="b" l="l" r="r" t="t"/>
              <a:pathLst>
                <a:path extrusionOk="0" h="243" w="321">
                  <a:moveTo>
                    <a:pt x="1" y="0"/>
                  </a:moveTo>
                  <a:lnTo>
                    <a:pt x="1" y="243"/>
                  </a:lnTo>
                  <a:lnTo>
                    <a:pt x="154" y="128"/>
                  </a:lnTo>
                  <a:lnTo>
                    <a:pt x="320" y="12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8"/>
            <p:cNvSpPr/>
            <p:nvPr/>
          </p:nvSpPr>
          <p:spPr>
            <a:xfrm>
              <a:off x="5627075" y="2900775"/>
              <a:ext cx="148600" cy="307075"/>
            </a:xfrm>
            <a:custGeom>
              <a:rect b="b" l="l" r="r" t="t"/>
              <a:pathLst>
                <a:path extrusionOk="0" h="12283" w="5944">
                  <a:moveTo>
                    <a:pt x="2544" y="0"/>
                  </a:moveTo>
                  <a:lnTo>
                    <a:pt x="2506" y="90"/>
                  </a:lnTo>
                  <a:lnTo>
                    <a:pt x="2173" y="269"/>
                  </a:lnTo>
                  <a:lnTo>
                    <a:pt x="2173" y="371"/>
                  </a:lnTo>
                  <a:lnTo>
                    <a:pt x="2071" y="511"/>
                  </a:lnTo>
                  <a:lnTo>
                    <a:pt x="1841" y="575"/>
                  </a:lnTo>
                  <a:lnTo>
                    <a:pt x="1688" y="639"/>
                  </a:lnTo>
                  <a:lnTo>
                    <a:pt x="1343" y="793"/>
                  </a:lnTo>
                  <a:lnTo>
                    <a:pt x="1317" y="639"/>
                  </a:lnTo>
                  <a:lnTo>
                    <a:pt x="1202" y="639"/>
                  </a:lnTo>
                  <a:lnTo>
                    <a:pt x="1100" y="933"/>
                  </a:lnTo>
                  <a:lnTo>
                    <a:pt x="870" y="550"/>
                  </a:lnTo>
                  <a:lnTo>
                    <a:pt x="742" y="908"/>
                  </a:lnTo>
                  <a:lnTo>
                    <a:pt x="512" y="627"/>
                  </a:lnTo>
                  <a:lnTo>
                    <a:pt x="269" y="550"/>
                  </a:lnTo>
                  <a:lnTo>
                    <a:pt x="90" y="831"/>
                  </a:lnTo>
                  <a:lnTo>
                    <a:pt x="1" y="831"/>
                  </a:lnTo>
                  <a:lnTo>
                    <a:pt x="397" y="1291"/>
                  </a:lnTo>
                  <a:lnTo>
                    <a:pt x="410" y="1304"/>
                  </a:lnTo>
                  <a:lnTo>
                    <a:pt x="422" y="1419"/>
                  </a:lnTo>
                  <a:lnTo>
                    <a:pt x="499" y="1342"/>
                  </a:lnTo>
                  <a:lnTo>
                    <a:pt x="525" y="1329"/>
                  </a:lnTo>
                  <a:lnTo>
                    <a:pt x="627" y="1355"/>
                  </a:lnTo>
                  <a:lnTo>
                    <a:pt x="652" y="1368"/>
                  </a:lnTo>
                  <a:lnTo>
                    <a:pt x="691" y="1534"/>
                  </a:lnTo>
                  <a:lnTo>
                    <a:pt x="691" y="1547"/>
                  </a:lnTo>
                  <a:lnTo>
                    <a:pt x="589" y="1853"/>
                  </a:lnTo>
                  <a:lnTo>
                    <a:pt x="819" y="2135"/>
                  </a:lnTo>
                  <a:lnTo>
                    <a:pt x="998" y="2186"/>
                  </a:lnTo>
                  <a:lnTo>
                    <a:pt x="1240" y="2262"/>
                  </a:lnTo>
                  <a:lnTo>
                    <a:pt x="1279" y="2173"/>
                  </a:lnTo>
                  <a:lnTo>
                    <a:pt x="1279" y="2160"/>
                  </a:lnTo>
                  <a:lnTo>
                    <a:pt x="1598" y="2020"/>
                  </a:lnTo>
                  <a:lnTo>
                    <a:pt x="1611" y="2020"/>
                  </a:lnTo>
                  <a:lnTo>
                    <a:pt x="1931" y="2250"/>
                  </a:lnTo>
                  <a:lnTo>
                    <a:pt x="2058" y="2326"/>
                  </a:lnTo>
                  <a:lnTo>
                    <a:pt x="2058" y="2352"/>
                  </a:lnTo>
                  <a:lnTo>
                    <a:pt x="2058" y="2365"/>
                  </a:lnTo>
                  <a:lnTo>
                    <a:pt x="1828" y="2518"/>
                  </a:lnTo>
                  <a:lnTo>
                    <a:pt x="1969" y="2646"/>
                  </a:lnTo>
                  <a:lnTo>
                    <a:pt x="2224" y="2671"/>
                  </a:lnTo>
                  <a:lnTo>
                    <a:pt x="2237" y="2671"/>
                  </a:lnTo>
                  <a:lnTo>
                    <a:pt x="2327" y="2838"/>
                  </a:lnTo>
                  <a:lnTo>
                    <a:pt x="2327" y="2850"/>
                  </a:lnTo>
                  <a:lnTo>
                    <a:pt x="2314" y="2863"/>
                  </a:lnTo>
                  <a:lnTo>
                    <a:pt x="2161" y="2953"/>
                  </a:lnTo>
                  <a:lnTo>
                    <a:pt x="2148" y="3029"/>
                  </a:lnTo>
                  <a:lnTo>
                    <a:pt x="2148" y="3042"/>
                  </a:lnTo>
                  <a:lnTo>
                    <a:pt x="1982" y="3221"/>
                  </a:lnTo>
                  <a:lnTo>
                    <a:pt x="1956" y="3234"/>
                  </a:lnTo>
                  <a:lnTo>
                    <a:pt x="1649" y="3132"/>
                  </a:lnTo>
                  <a:lnTo>
                    <a:pt x="1547" y="3183"/>
                  </a:lnTo>
                  <a:lnTo>
                    <a:pt x="1624" y="3285"/>
                  </a:lnTo>
                  <a:lnTo>
                    <a:pt x="1624" y="3298"/>
                  </a:lnTo>
                  <a:lnTo>
                    <a:pt x="1624" y="3310"/>
                  </a:lnTo>
                  <a:lnTo>
                    <a:pt x="1432" y="3438"/>
                  </a:lnTo>
                  <a:lnTo>
                    <a:pt x="2071" y="3834"/>
                  </a:lnTo>
                  <a:lnTo>
                    <a:pt x="2416" y="3937"/>
                  </a:lnTo>
                  <a:lnTo>
                    <a:pt x="2442" y="3949"/>
                  </a:lnTo>
                  <a:lnTo>
                    <a:pt x="2429" y="3975"/>
                  </a:lnTo>
                  <a:lnTo>
                    <a:pt x="2339" y="4090"/>
                  </a:lnTo>
                  <a:lnTo>
                    <a:pt x="2595" y="4346"/>
                  </a:lnTo>
                  <a:lnTo>
                    <a:pt x="2659" y="4333"/>
                  </a:lnTo>
                  <a:lnTo>
                    <a:pt x="2685" y="4333"/>
                  </a:lnTo>
                  <a:lnTo>
                    <a:pt x="2774" y="4486"/>
                  </a:lnTo>
                  <a:lnTo>
                    <a:pt x="2787" y="4486"/>
                  </a:lnTo>
                  <a:lnTo>
                    <a:pt x="2812" y="4691"/>
                  </a:lnTo>
                  <a:lnTo>
                    <a:pt x="3196" y="5087"/>
                  </a:lnTo>
                  <a:lnTo>
                    <a:pt x="3272" y="5087"/>
                  </a:lnTo>
                  <a:lnTo>
                    <a:pt x="3285" y="5100"/>
                  </a:lnTo>
                  <a:lnTo>
                    <a:pt x="3413" y="5304"/>
                  </a:lnTo>
                  <a:lnTo>
                    <a:pt x="3528" y="5368"/>
                  </a:lnTo>
                  <a:lnTo>
                    <a:pt x="3541" y="5381"/>
                  </a:lnTo>
                  <a:lnTo>
                    <a:pt x="3618" y="5688"/>
                  </a:lnTo>
                  <a:lnTo>
                    <a:pt x="3656" y="5803"/>
                  </a:lnTo>
                  <a:lnTo>
                    <a:pt x="3784" y="5752"/>
                  </a:lnTo>
                  <a:lnTo>
                    <a:pt x="3809" y="5752"/>
                  </a:lnTo>
                  <a:lnTo>
                    <a:pt x="3809" y="5777"/>
                  </a:lnTo>
                  <a:lnTo>
                    <a:pt x="3796" y="5841"/>
                  </a:lnTo>
                  <a:lnTo>
                    <a:pt x="4142" y="6122"/>
                  </a:lnTo>
                  <a:lnTo>
                    <a:pt x="4282" y="6122"/>
                  </a:lnTo>
                  <a:lnTo>
                    <a:pt x="4295" y="6135"/>
                  </a:lnTo>
                  <a:lnTo>
                    <a:pt x="4295" y="6148"/>
                  </a:lnTo>
                  <a:lnTo>
                    <a:pt x="4282" y="6224"/>
                  </a:lnTo>
                  <a:lnTo>
                    <a:pt x="4282" y="6237"/>
                  </a:lnTo>
                  <a:lnTo>
                    <a:pt x="4052" y="6416"/>
                  </a:lnTo>
                  <a:lnTo>
                    <a:pt x="4474" y="6863"/>
                  </a:lnTo>
                  <a:lnTo>
                    <a:pt x="4474" y="6889"/>
                  </a:lnTo>
                  <a:lnTo>
                    <a:pt x="4474" y="6902"/>
                  </a:lnTo>
                  <a:lnTo>
                    <a:pt x="4295" y="7055"/>
                  </a:lnTo>
                  <a:lnTo>
                    <a:pt x="4372" y="7234"/>
                  </a:lnTo>
                  <a:lnTo>
                    <a:pt x="4372" y="7247"/>
                  </a:lnTo>
                  <a:lnTo>
                    <a:pt x="4384" y="7451"/>
                  </a:lnTo>
                  <a:lnTo>
                    <a:pt x="4372" y="7477"/>
                  </a:lnTo>
                  <a:lnTo>
                    <a:pt x="4257" y="7554"/>
                  </a:lnTo>
                  <a:lnTo>
                    <a:pt x="4218" y="7784"/>
                  </a:lnTo>
                  <a:lnTo>
                    <a:pt x="4282" y="7848"/>
                  </a:lnTo>
                  <a:lnTo>
                    <a:pt x="4282" y="7860"/>
                  </a:lnTo>
                  <a:lnTo>
                    <a:pt x="4474" y="8244"/>
                  </a:lnTo>
                  <a:lnTo>
                    <a:pt x="4474" y="8257"/>
                  </a:lnTo>
                  <a:lnTo>
                    <a:pt x="4257" y="8666"/>
                  </a:lnTo>
                  <a:lnTo>
                    <a:pt x="4397" y="9036"/>
                  </a:lnTo>
                  <a:lnTo>
                    <a:pt x="4397" y="9049"/>
                  </a:lnTo>
                  <a:lnTo>
                    <a:pt x="4320" y="9317"/>
                  </a:lnTo>
                  <a:lnTo>
                    <a:pt x="4308" y="9330"/>
                  </a:lnTo>
                  <a:lnTo>
                    <a:pt x="4295" y="9330"/>
                  </a:lnTo>
                  <a:lnTo>
                    <a:pt x="4103" y="9279"/>
                  </a:lnTo>
                  <a:lnTo>
                    <a:pt x="3860" y="9509"/>
                  </a:lnTo>
                  <a:lnTo>
                    <a:pt x="3848" y="9522"/>
                  </a:lnTo>
                  <a:lnTo>
                    <a:pt x="3490" y="9573"/>
                  </a:lnTo>
                  <a:lnTo>
                    <a:pt x="3426" y="9816"/>
                  </a:lnTo>
                  <a:lnTo>
                    <a:pt x="3413" y="9829"/>
                  </a:lnTo>
                  <a:lnTo>
                    <a:pt x="3400" y="9829"/>
                  </a:lnTo>
                  <a:lnTo>
                    <a:pt x="3132" y="9726"/>
                  </a:lnTo>
                  <a:lnTo>
                    <a:pt x="2940" y="9854"/>
                  </a:lnTo>
                  <a:lnTo>
                    <a:pt x="3004" y="9944"/>
                  </a:lnTo>
                  <a:lnTo>
                    <a:pt x="3004" y="9956"/>
                  </a:lnTo>
                  <a:lnTo>
                    <a:pt x="2953" y="10110"/>
                  </a:lnTo>
                  <a:lnTo>
                    <a:pt x="3260" y="10263"/>
                  </a:lnTo>
                  <a:lnTo>
                    <a:pt x="3272" y="10289"/>
                  </a:lnTo>
                  <a:lnTo>
                    <a:pt x="3272" y="10493"/>
                  </a:lnTo>
                  <a:lnTo>
                    <a:pt x="3272" y="10506"/>
                  </a:lnTo>
                  <a:lnTo>
                    <a:pt x="3260" y="10519"/>
                  </a:lnTo>
                  <a:lnTo>
                    <a:pt x="3094" y="10531"/>
                  </a:lnTo>
                  <a:lnTo>
                    <a:pt x="3068" y="10519"/>
                  </a:lnTo>
                  <a:lnTo>
                    <a:pt x="2915" y="10314"/>
                  </a:lnTo>
                  <a:lnTo>
                    <a:pt x="2608" y="10404"/>
                  </a:lnTo>
                  <a:lnTo>
                    <a:pt x="2276" y="10404"/>
                  </a:lnTo>
                  <a:lnTo>
                    <a:pt x="2276" y="10506"/>
                  </a:lnTo>
                  <a:lnTo>
                    <a:pt x="2276" y="10519"/>
                  </a:lnTo>
                  <a:lnTo>
                    <a:pt x="2122" y="10723"/>
                  </a:lnTo>
                  <a:lnTo>
                    <a:pt x="2109" y="10723"/>
                  </a:lnTo>
                  <a:lnTo>
                    <a:pt x="1841" y="10813"/>
                  </a:lnTo>
                  <a:lnTo>
                    <a:pt x="1918" y="10864"/>
                  </a:lnTo>
                  <a:lnTo>
                    <a:pt x="2007" y="10992"/>
                  </a:lnTo>
                  <a:lnTo>
                    <a:pt x="2135" y="10953"/>
                  </a:lnTo>
                  <a:lnTo>
                    <a:pt x="2161" y="11030"/>
                  </a:lnTo>
                  <a:lnTo>
                    <a:pt x="2276" y="11055"/>
                  </a:lnTo>
                  <a:lnTo>
                    <a:pt x="2378" y="11170"/>
                  </a:lnTo>
                  <a:lnTo>
                    <a:pt x="2288" y="11209"/>
                  </a:lnTo>
                  <a:lnTo>
                    <a:pt x="2161" y="11388"/>
                  </a:lnTo>
                  <a:lnTo>
                    <a:pt x="2135" y="12052"/>
                  </a:lnTo>
                  <a:lnTo>
                    <a:pt x="2135" y="12155"/>
                  </a:lnTo>
                  <a:lnTo>
                    <a:pt x="2224" y="12180"/>
                  </a:lnTo>
                  <a:lnTo>
                    <a:pt x="2084" y="12282"/>
                  </a:lnTo>
                  <a:lnTo>
                    <a:pt x="2173" y="12282"/>
                  </a:lnTo>
                  <a:lnTo>
                    <a:pt x="2314" y="12257"/>
                  </a:lnTo>
                  <a:lnTo>
                    <a:pt x="2582" y="12091"/>
                  </a:lnTo>
                  <a:lnTo>
                    <a:pt x="2685" y="11886"/>
                  </a:lnTo>
                  <a:lnTo>
                    <a:pt x="2863" y="11784"/>
                  </a:lnTo>
                  <a:lnTo>
                    <a:pt x="3081" y="11707"/>
                  </a:lnTo>
                  <a:lnTo>
                    <a:pt x="3247" y="11669"/>
                  </a:lnTo>
                  <a:lnTo>
                    <a:pt x="3311" y="11516"/>
                  </a:lnTo>
                  <a:lnTo>
                    <a:pt x="2736" y="10889"/>
                  </a:lnTo>
                  <a:lnTo>
                    <a:pt x="3349" y="11477"/>
                  </a:lnTo>
                  <a:lnTo>
                    <a:pt x="3387" y="11516"/>
                  </a:lnTo>
                  <a:lnTo>
                    <a:pt x="3541" y="11477"/>
                  </a:lnTo>
                  <a:lnTo>
                    <a:pt x="3579" y="11375"/>
                  </a:lnTo>
                  <a:lnTo>
                    <a:pt x="3247" y="11043"/>
                  </a:lnTo>
                  <a:lnTo>
                    <a:pt x="3247" y="10966"/>
                  </a:lnTo>
                  <a:lnTo>
                    <a:pt x="3004" y="10851"/>
                  </a:lnTo>
                  <a:lnTo>
                    <a:pt x="3272" y="10928"/>
                  </a:lnTo>
                  <a:lnTo>
                    <a:pt x="3298" y="11068"/>
                  </a:lnTo>
                  <a:lnTo>
                    <a:pt x="3503" y="11260"/>
                  </a:lnTo>
                  <a:lnTo>
                    <a:pt x="3630" y="11260"/>
                  </a:lnTo>
                  <a:lnTo>
                    <a:pt x="3669" y="11183"/>
                  </a:lnTo>
                  <a:lnTo>
                    <a:pt x="3336" y="10915"/>
                  </a:lnTo>
                  <a:lnTo>
                    <a:pt x="3336" y="10915"/>
                  </a:lnTo>
                  <a:lnTo>
                    <a:pt x="3745" y="11081"/>
                  </a:lnTo>
                  <a:lnTo>
                    <a:pt x="3745" y="10940"/>
                  </a:lnTo>
                  <a:lnTo>
                    <a:pt x="3413" y="10838"/>
                  </a:lnTo>
                  <a:lnTo>
                    <a:pt x="3745" y="10902"/>
                  </a:lnTo>
                  <a:lnTo>
                    <a:pt x="3809" y="10800"/>
                  </a:lnTo>
                  <a:lnTo>
                    <a:pt x="3554" y="10762"/>
                  </a:lnTo>
                  <a:lnTo>
                    <a:pt x="3630" y="10710"/>
                  </a:lnTo>
                  <a:lnTo>
                    <a:pt x="3784" y="10659"/>
                  </a:lnTo>
                  <a:lnTo>
                    <a:pt x="3733" y="10583"/>
                  </a:lnTo>
                  <a:lnTo>
                    <a:pt x="3784" y="10583"/>
                  </a:lnTo>
                  <a:lnTo>
                    <a:pt x="3848" y="10595"/>
                  </a:lnTo>
                  <a:lnTo>
                    <a:pt x="3912" y="10723"/>
                  </a:lnTo>
                  <a:lnTo>
                    <a:pt x="4090" y="10800"/>
                  </a:lnTo>
                  <a:lnTo>
                    <a:pt x="4231" y="10800"/>
                  </a:lnTo>
                  <a:lnTo>
                    <a:pt x="4499" y="10595"/>
                  </a:lnTo>
                  <a:lnTo>
                    <a:pt x="4781" y="10493"/>
                  </a:lnTo>
                  <a:lnTo>
                    <a:pt x="4857" y="10378"/>
                  </a:lnTo>
                  <a:lnTo>
                    <a:pt x="4985" y="10365"/>
                  </a:lnTo>
                  <a:lnTo>
                    <a:pt x="5151" y="10212"/>
                  </a:lnTo>
                  <a:lnTo>
                    <a:pt x="5228" y="10212"/>
                  </a:lnTo>
                  <a:lnTo>
                    <a:pt x="5407" y="10084"/>
                  </a:lnTo>
                  <a:lnTo>
                    <a:pt x="5547" y="10033"/>
                  </a:lnTo>
                  <a:lnTo>
                    <a:pt x="5560" y="9854"/>
                  </a:lnTo>
                  <a:lnTo>
                    <a:pt x="5726" y="9854"/>
                  </a:lnTo>
                  <a:lnTo>
                    <a:pt x="5752" y="9777"/>
                  </a:lnTo>
                  <a:lnTo>
                    <a:pt x="5675" y="9662"/>
                  </a:lnTo>
                  <a:lnTo>
                    <a:pt x="5803" y="9547"/>
                  </a:lnTo>
                  <a:lnTo>
                    <a:pt x="5714" y="9471"/>
                  </a:lnTo>
                  <a:lnTo>
                    <a:pt x="5688" y="9356"/>
                  </a:lnTo>
                  <a:lnTo>
                    <a:pt x="5752" y="9317"/>
                  </a:lnTo>
                  <a:lnTo>
                    <a:pt x="5701" y="9164"/>
                  </a:lnTo>
                  <a:lnTo>
                    <a:pt x="5777" y="9151"/>
                  </a:lnTo>
                  <a:lnTo>
                    <a:pt x="5714" y="9011"/>
                  </a:lnTo>
                  <a:lnTo>
                    <a:pt x="5752" y="8908"/>
                  </a:lnTo>
                  <a:lnTo>
                    <a:pt x="5829" y="8896"/>
                  </a:lnTo>
                  <a:lnTo>
                    <a:pt x="5790" y="8985"/>
                  </a:lnTo>
                  <a:lnTo>
                    <a:pt x="5854" y="9049"/>
                  </a:lnTo>
                  <a:lnTo>
                    <a:pt x="5944" y="8972"/>
                  </a:lnTo>
                  <a:lnTo>
                    <a:pt x="5803" y="8844"/>
                  </a:lnTo>
                  <a:lnTo>
                    <a:pt x="5905" y="8781"/>
                  </a:lnTo>
                  <a:lnTo>
                    <a:pt x="5777" y="8487"/>
                  </a:lnTo>
                  <a:lnTo>
                    <a:pt x="5816" y="8193"/>
                  </a:lnTo>
                  <a:lnTo>
                    <a:pt x="5714" y="8154"/>
                  </a:lnTo>
                  <a:lnTo>
                    <a:pt x="5726" y="8090"/>
                  </a:lnTo>
                  <a:lnTo>
                    <a:pt x="5765" y="8052"/>
                  </a:lnTo>
                  <a:lnTo>
                    <a:pt x="5816" y="8001"/>
                  </a:lnTo>
                  <a:lnTo>
                    <a:pt x="5599" y="7451"/>
                  </a:lnTo>
                  <a:lnTo>
                    <a:pt x="5637" y="7234"/>
                  </a:lnTo>
                  <a:lnTo>
                    <a:pt x="5432" y="7030"/>
                  </a:lnTo>
                  <a:lnTo>
                    <a:pt x="5458" y="6915"/>
                  </a:lnTo>
                  <a:lnTo>
                    <a:pt x="5484" y="6838"/>
                  </a:lnTo>
                  <a:lnTo>
                    <a:pt x="5432" y="6697"/>
                  </a:lnTo>
                  <a:lnTo>
                    <a:pt x="5330" y="6697"/>
                  </a:lnTo>
                  <a:lnTo>
                    <a:pt x="4972" y="6263"/>
                  </a:lnTo>
                  <a:lnTo>
                    <a:pt x="4972" y="6084"/>
                  </a:lnTo>
                  <a:lnTo>
                    <a:pt x="4806" y="6045"/>
                  </a:lnTo>
                  <a:lnTo>
                    <a:pt x="4806" y="5969"/>
                  </a:lnTo>
                  <a:lnTo>
                    <a:pt x="4704" y="5918"/>
                  </a:lnTo>
                  <a:lnTo>
                    <a:pt x="4640" y="5969"/>
                  </a:lnTo>
                  <a:lnTo>
                    <a:pt x="4525" y="5815"/>
                  </a:lnTo>
                  <a:lnTo>
                    <a:pt x="4052" y="5496"/>
                  </a:lnTo>
                  <a:lnTo>
                    <a:pt x="4052" y="5355"/>
                  </a:lnTo>
                  <a:lnTo>
                    <a:pt x="3643" y="5036"/>
                  </a:lnTo>
                  <a:lnTo>
                    <a:pt x="3643" y="4921"/>
                  </a:lnTo>
                  <a:lnTo>
                    <a:pt x="3528" y="4780"/>
                  </a:lnTo>
                  <a:lnTo>
                    <a:pt x="3451" y="4678"/>
                  </a:lnTo>
                  <a:lnTo>
                    <a:pt x="3541" y="4576"/>
                  </a:lnTo>
                  <a:lnTo>
                    <a:pt x="3451" y="4422"/>
                  </a:lnTo>
                  <a:lnTo>
                    <a:pt x="3400" y="4473"/>
                  </a:lnTo>
                  <a:lnTo>
                    <a:pt x="3349" y="4397"/>
                  </a:lnTo>
                  <a:lnTo>
                    <a:pt x="3209" y="4295"/>
                  </a:lnTo>
                  <a:lnTo>
                    <a:pt x="3017" y="4128"/>
                  </a:lnTo>
                  <a:lnTo>
                    <a:pt x="2863" y="3873"/>
                  </a:lnTo>
                  <a:lnTo>
                    <a:pt x="2774" y="3681"/>
                  </a:lnTo>
                  <a:lnTo>
                    <a:pt x="2902" y="3643"/>
                  </a:lnTo>
                  <a:lnTo>
                    <a:pt x="2902" y="3553"/>
                  </a:lnTo>
                  <a:lnTo>
                    <a:pt x="2940" y="3387"/>
                  </a:lnTo>
                  <a:lnTo>
                    <a:pt x="2940" y="3195"/>
                  </a:lnTo>
                  <a:lnTo>
                    <a:pt x="3004" y="3080"/>
                  </a:lnTo>
                  <a:lnTo>
                    <a:pt x="3094" y="2927"/>
                  </a:lnTo>
                  <a:lnTo>
                    <a:pt x="3234" y="2927"/>
                  </a:lnTo>
                  <a:lnTo>
                    <a:pt x="3362" y="2825"/>
                  </a:lnTo>
                  <a:lnTo>
                    <a:pt x="3413" y="2710"/>
                  </a:lnTo>
                  <a:lnTo>
                    <a:pt x="3592" y="2659"/>
                  </a:lnTo>
                  <a:lnTo>
                    <a:pt x="3592" y="2326"/>
                  </a:lnTo>
                  <a:lnTo>
                    <a:pt x="3784" y="2224"/>
                  </a:lnTo>
                  <a:lnTo>
                    <a:pt x="3835" y="2020"/>
                  </a:lnTo>
                  <a:lnTo>
                    <a:pt x="4027" y="2084"/>
                  </a:lnTo>
                  <a:lnTo>
                    <a:pt x="4180" y="2020"/>
                  </a:lnTo>
                  <a:lnTo>
                    <a:pt x="4180" y="1905"/>
                  </a:lnTo>
                  <a:lnTo>
                    <a:pt x="4231" y="1764"/>
                  </a:lnTo>
                  <a:lnTo>
                    <a:pt x="4397" y="1764"/>
                  </a:lnTo>
                  <a:lnTo>
                    <a:pt x="4704" y="1585"/>
                  </a:lnTo>
                  <a:lnTo>
                    <a:pt x="4512" y="1496"/>
                  </a:lnTo>
                  <a:lnTo>
                    <a:pt x="4295" y="1496"/>
                  </a:lnTo>
                  <a:lnTo>
                    <a:pt x="4014" y="1406"/>
                  </a:lnTo>
                  <a:lnTo>
                    <a:pt x="3924" y="1253"/>
                  </a:lnTo>
                  <a:lnTo>
                    <a:pt x="3656" y="1189"/>
                  </a:lnTo>
                  <a:lnTo>
                    <a:pt x="3656" y="959"/>
                  </a:lnTo>
                  <a:lnTo>
                    <a:pt x="3579" y="920"/>
                  </a:lnTo>
                  <a:lnTo>
                    <a:pt x="3605" y="690"/>
                  </a:lnTo>
                  <a:lnTo>
                    <a:pt x="3669" y="665"/>
                  </a:lnTo>
                  <a:lnTo>
                    <a:pt x="3720" y="511"/>
                  </a:lnTo>
                  <a:lnTo>
                    <a:pt x="3541" y="396"/>
                  </a:lnTo>
                  <a:lnTo>
                    <a:pt x="3285" y="473"/>
                  </a:lnTo>
                  <a:lnTo>
                    <a:pt x="3260" y="371"/>
                  </a:lnTo>
                  <a:lnTo>
                    <a:pt x="3132" y="333"/>
                  </a:lnTo>
                  <a:lnTo>
                    <a:pt x="2991" y="422"/>
                  </a:lnTo>
                  <a:lnTo>
                    <a:pt x="2889" y="294"/>
                  </a:lnTo>
                  <a:lnTo>
                    <a:pt x="2748" y="281"/>
                  </a:lnTo>
                  <a:lnTo>
                    <a:pt x="2685" y="154"/>
                  </a:lnTo>
                  <a:lnTo>
                    <a:pt x="2621" y="51"/>
                  </a:lnTo>
                  <a:lnTo>
                    <a:pt x="25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8"/>
            <p:cNvSpPr/>
            <p:nvPr/>
          </p:nvSpPr>
          <p:spPr>
            <a:xfrm>
              <a:off x="5660625" y="3358000"/>
              <a:ext cx="7050" cy="4175"/>
            </a:xfrm>
            <a:custGeom>
              <a:rect b="b" l="l" r="r" t="t"/>
              <a:pathLst>
                <a:path extrusionOk="0" h="167" w="282">
                  <a:moveTo>
                    <a:pt x="180" y="0"/>
                  </a:moveTo>
                  <a:lnTo>
                    <a:pt x="1" y="154"/>
                  </a:lnTo>
                  <a:lnTo>
                    <a:pt x="141" y="166"/>
                  </a:lnTo>
                  <a:lnTo>
                    <a:pt x="282" y="90"/>
                  </a:lnTo>
                  <a:lnTo>
                    <a:pt x="269" y="26"/>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8"/>
            <p:cNvSpPr/>
            <p:nvPr/>
          </p:nvSpPr>
          <p:spPr>
            <a:xfrm>
              <a:off x="5757750" y="2981275"/>
              <a:ext cx="44125" cy="33900"/>
            </a:xfrm>
            <a:custGeom>
              <a:rect b="b" l="l" r="r" t="t"/>
              <a:pathLst>
                <a:path extrusionOk="0" h="1356" w="1765">
                  <a:moveTo>
                    <a:pt x="653" y="1"/>
                  </a:moveTo>
                  <a:lnTo>
                    <a:pt x="499" y="167"/>
                  </a:lnTo>
                  <a:lnTo>
                    <a:pt x="346" y="333"/>
                  </a:lnTo>
                  <a:lnTo>
                    <a:pt x="1" y="551"/>
                  </a:lnTo>
                  <a:lnTo>
                    <a:pt x="103" y="921"/>
                  </a:lnTo>
                  <a:lnTo>
                    <a:pt x="1" y="1151"/>
                  </a:lnTo>
                  <a:lnTo>
                    <a:pt x="589" y="1356"/>
                  </a:lnTo>
                  <a:lnTo>
                    <a:pt x="985" y="1228"/>
                  </a:lnTo>
                  <a:lnTo>
                    <a:pt x="1164" y="1190"/>
                  </a:lnTo>
                  <a:lnTo>
                    <a:pt x="1394" y="947"/>
                  </a:lnTo>
                  <a:lnTo>
                    <a:pt x="1394" y="678"/>
                  </a:lnTo>
                  <a:lnTo>
                    <a:pt x="1765" y="218"/>
                  </a:lnTo>
                  <a:lnTo>
                    <a:pt x="1765" y="1"/>
                  </a:lnTo>
                  <a:lnTo>
                    <a:pt x="1049" y="1"/>
                  </a:lnTo>
                  <a:lnTo>
                    <a:pt x="934" y="78"/>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8"/>
            <p:cNvSpPr/>
            <p:nvPr/>
          </p:nvSpPr>
          <p:spPr>
            <a:xfrm>
              <a:off x="5867675" y="3282275"/>
              <a:ext cx="17275" cy="18225"/>
            </a:xfrm>
            <a:custGeom>
              <a:rect b="b" l="l" r="r" t="t"/>
              <a:pathLst>
                <a:path extrusionOk="0" h="729" w="691">
                  <a:moveTo>
                    <a:pt x="639" y="0"/>
                  </a:moveTo>
                  <a:lnTo>
                    <a:pt x="307" y="205"/>
                  </a:lnTo>
                  <a:lnTo>
                    <a:pt x="0" y="243"/>
                  </a:lnTo>
                  <a:lnTo>
                    <a:pt x="205" y="409"/>
                  </a:lnTo>
                  <a:lnTo>
                    <a:pt x="218" y="422"/>
                  </a:lnTo>
                  <a:lnTo>
                    <a:pt x="231" y="524"/>
                  </a:lnTo>
                  <a:lnTo>
                    <a:pt x="320" y="537"/>
                  </a:lnTo>
                  <a:lnTo>
                    <a:pt x="333" y="550"/>
                  </a:lnTo>
                  <a:lnTo>
                    <a:pt x="473" y="729"/>
                  </a:lnTo>
                  <a:lnTo>
                    <a:pt x="639" y="460"/>
                  </a:lnTo>
                  <a:lnTo>
                    <a:pt x="576" y="358"/>
                  </a:lnTo>
                  <a:lnTo>
                    <a:pt x="576" y="345"/>
                  </a:lnTo>
                  <a:lnTo>
                    <a:pt x="691" y="1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8"/>
            <p:cNvSpPr/>
            <p:nvPr/>
          </p:nvSpPr>
          <p:spPr>
            <a:xfrm>
              <a:off x="5860000" y="2925050"/>
              <a:ext cx="18250" cy="12800"/>
            </a:xfrm>
            <a:custGeom>
              <a:rect b="b" l="l" r="r" t="t"/>
              <a:pathLst>
                <a:path extrusionOk="0" h="512" w="730">
                  <a:moveTo>
                    <a:pt x="410" y="1"/>
                  </a:moveTo>
                  <a:lnTo>
                    <a:pt x="307" y="39"/>
                  </a:lnTo>
                  <a:lnTo>
                    <a:pt x="141" y="103"/>
                  </a:lnTo>
                  <a:lnTo>
                    <a:pt x="77" y="154"/>
                  </a:lnTo>
                  <a:lnTo>
                    <a:pt x="1" y="205"/>
                  </a:lnTo>
                  <a:lnTo>
                    <a:pt x="77" y="218"/>
                  </a:lnTo>
                  <a:lnTo>
                    <a:pt x="129" y="256"/>
                  </a:lnTo>
                  <a:lnTo>
                    <a:pt x="52" y="397"/>
                  </a:lnTo>
                  <a:lnTo>
                    <a:pt x="116" y="422"/>
                  </a:lnTo>
                  <a:lnTo>
                    <a:pt x="231" y="358"/>
                  </a:lnTo>
                  <a:lnTo>
                    <a:pt x="295" y="397"/>
                  </a:lnTo>
                  <a:lnTo>
                    <a:pt x="269" y="473"/>
                  </a:lnTo>
                  <a:lnTo>
                    <a:pt x="435" y="512"/>
                  </a:lnTo>
                  <a:lnTo>
                    <a:pt x="461" y="448"/>
                  </a:lnTo>
                  <a:lnTo>
                    <a:pt x="640" y="422"/>
                  </a:lnTo>
                  <a:lnTo>
                    <a:pt x="665" y="320"/>
                  </a:lnTo>
                  <a:lnTo>
                    <a:pt x="729" y="256"/>
                  </a:lnTo>
                  <a:lnTo>
                    <a:pt x="678" y="141"/>
                  </a:lnTo>
                  <a:lnTo>
                    <a:pt x="576" y="77"/>
                  </a:lnTo>
                  <a:lnTo>
                    <a:pt x="538" y="39"/>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8"/>
            <p:cNvSpPr/>
            <p:nvPr/>
          </p:nvSpPr>
          <p:spPr>
            <a:xfrm>
              <a:off x="5775975" y="3239450"/>
              <a:ext cx="196850" cy="124650"/>
            </a:xfrm>
            <a:custGeom>
              <a:rect b="b" l="l" r="r" t="t"/>
              <a:pathLst>
                <a:path extrusionOk="0" h="4986" w="7874">
                  <a:moveTo>
                    <a:pt x="5803" y="1"/>
                  </a:moveTo>
                  <a:lnTo>
                    <a:pt x="5701" y="333"/>
                  </a:lnTo>
                  <a:lnTo>
                    <a:pt x="5317" y="716"/>
                  </a:lnTo>
                  <a:lnTo>
                    <a:pt x="5317" y="844"/>
                  </a:lnTo>
                  <a:lnTo>
                    <a:pt x="5177" y="1049"/>
                  </a:lnTo>
                  <a:lnTo>
                    <a:pt x="5087" y="1240"/>
                  </a:lnTo>
                  <a:lnTo>
                    <a:pt x="4959" y="1215"/>
                  </a:lnTo>
                  <a:lnTo>
                    <a:pt x="4921" y="1151"/>
                  </a:lnTo>
                  <a:lnTo>
                    <a:pt x="4729" y="1355"/>
                  </a:lnTo>
                  <a:lnTo>
                    <a:pt x="4793" y="1483"/>
                  </a:lnTo>
                  <a:lnTo>
                    <a:pt x="4883" y="1483"/>
                  </a:lnTo>
                  <a:lnTo>
                    <a:pt x="4908" y="1496"/>
                  </a:lnTo>
                  <a:lnTo>
                    <a:pt x="4870" y="1585"/>
                  </a:lnTo>
                  <a:lnTo>
                    <a:pt x="4844" y="1662"/>
                  </a:lnTo>
                  <a:lnTo>
                    <a:pt x="4716" y="1739"/>
                  </a:lnTo>
                  <a:lnTo>
                    <a:pt x="4614" y="1713"/>
                  </a:lnTo>
                  <a:lnTo>
                    <a:pt x="4729" y="2212"/>
                  </a:lnTo>
                  <a:lnTo>
                    <a:pt x="4729" y="2237"/>
                  </a:lnTo>
                  <a:lnTo>
                    <a:pt x="4704" y="2237"/>
                  </a:lnTo>
                  <a:lnTo>
                    <a:pt x="4448" y="2084"/>
                  </a:lnTo>
                  <a:lnTo>
                    <a:pt x="4435" y="2071"/>
                  </a:lnTo>
                  <a:lnTo>
                    <a:pt x="4371" y="1790"/>
                  </a:lnTo>
                  <a:lnTo>
                    <a:pt x="4282" y="2058"/>
                  </a:lnTo>
                  <a:lnTo>
                    <a:pt x="4359" y="2161"/>
                  </a:lnTo>
                  <a:lnTo>
                    <a:pt x="4359" y="2186"/>
                  </a:lnTo>
                  <a:lnTo>
                    <a:pt x="4154" y="2493"/>
                  </a:lnTo>
                  <a:lnTo>
                    <a:pt x="4141" y="2506"/>
                  </a:lnTo>
                  <a:lnTo>
                    <a:pt x="4116" y="2493"/>
                  </a:lnTo>
                  <a:lnTo>
                    <a:pt x="3962" y="2288"/>
                  </a:lnTo>
                  <a:lnTo>
                    <a:pt x="3873" y="2276"/>
                  </a:lnTo>
                  <a:lnTo>
                    <a:pt x="3860" y="2250"/>
                  </a:lnTo>
                  <a:lnTo>
                    <a:pt x="3847" y="2148"/>
                  </a:lnTo>
                  <a:lnTo>
                    <a:pt x="3605" y="1969"/>
                  </a:lnTo>
                  <a:lnTo>
                    <a:pt x="3566" y="1969"/>
                  </a:lnTo>
                  <a:lnTo>
                    <a:pt x="3553" y="2237"/>
                  </a:lnTo>
                  <a:lnTo>
                    <a:pt x="3132" y="2672"/>
                  </a:lnTo>
                  <a:lnTo>
                    <a:pt x="3068" y="2889"/>
                  </a:lnTo>
                  <a:lnTo>
                    <a:pt x="2735" y="3157"/>
                  </a:lnTo>
                  <a:lnTo>
                    <a:pt x="2007" y="3336"/>
                  </a:lnTo>
                  <a:lnTo>
                    <a:pt x="1726" y="3349"/>
                  </a:lnTo>
                  <a:lnTo>
                    <a:pt x="1534" y="3515"/>
                  </a:lnTo>
                  <a:lnTo>
                    <a:pt x="1470" y="3413"/>
                  </a:lnTo>
                  <a:lnTo>
                    <a:pt x="1406" y="3464"/>
                  </a:lnTo>
                  <a:lnTo>
                    <a:pt x="1381" y="3797"/>
                  </a:lnTo>
                  <a:lnTo>
                    <a:pt x="1253" y="3771"/>
                  </a:lnTo>
                  <a:lnTo>
                    <a:pt x="1355" y="3988"/>
                  </a:lnTo>
                  <a:lnTo>
                    <a:pt x="1291" y="4180"/>
                  </a:lnTo>
                  <a:lnTo>
                    <a:pt x="1266" y="4346"/>
                  </a:lnTo>
                  <a:lnTo>
                    <a:pt x="1151" y="4397"/>
                  </a:lnTo>
                  <a:lnTo>
                    <a:pt x="1151" y="4487"/>
                  </a:lnTo>
                  <a:lnTo>
                    <a:pt x="754" y="4384"/>
                  </a:lnTo>
                  <a:lnTo>
                    <a:pt x="639" y="4231"/>
                  </a:lnTo>
                  <a:lnTo>
                    <a:pt x="563" y="4295"/>
                  </a:lnTo>
                  <a:lnTo>
                    <a:pt x="307" y="4269"/>
                  </a:lnTo>
                  <a:lnTo>
                    <a:pt x="115" y="4116"/>
                  </a:lnTo>
                  <a:lnTo>
                    <a:pt x="90" y="4001"/>
                  </a:lnTo>
                  <a:lnTo>
                    <a:pt x="64" y="4027"/>
                  </a:lnTo>
                  <a:lnTo>
                    <a:pt x="0" y="4193"/>
                  </a:lnTo>
                  <a:lnTo>
                    <a:pt x="128" y="4244"/>
                  </a:lnTo>
                  <a:lnTo>
                    <a:pt x="141" y="4244"/>
                  </a:lnTo>
                  <a:lnTo>
                    <a:pt x="141" y="4257"/>
                  </a:lnTo>
                  <a:lnTo>
                    <a:pt x="141" y="4397"/>
                  </a:lnTo>
                  <a:lnTo>
                    <a:pt x="806" y="4985"/>
                  </a:lnTo>
                  <a:lnTo>
                    <a:pt x="985" y="4934"/>
                  </a:lnTo>
                  <a:lnTo>
                    <a:pt x="1010" y="4857"/>
                  </a:lnTo>
                  <a:lnTo>
                    <a:pt x="1036" y="4845"/>
                  </a:lnTo>
                  <a:lnTo>
                    <a:pt x="1406" y="4806"/>
                  </a:lnTo>
                  <a:lnTo>
                    <a:pt x="1675" y="4883"/>
                  </a:lnTo>
                  <a:lnTo>
                    <a:pt x="2007" y="4729"/>
                  </a:lnTo>
                  <a:lnTo>
                    <a:pt x="2084" y="4499"/>
                  </a:lnTo>
                  <a:lnTo>
                    <a:pt x="2096" y="4487"/>
                  </a:lnTo>
                  <a:lnTo>
                    <a:pt x="2339" y="4384"/>
                  </a:lnTo>
                  <a:lnTo>
                    <a:pt x="2352" y="4372"/>
                  </a:lnTo>
                  <a:lnTo>
                    <a:pt x="2876" y="4372"/>
                  </a:lnTo>
                  <a:lnTo>
                    <a:pt x="2889" y="4384"/>
                  </a:lnTo>
                  <a:lnTo>
                    <a:pt x="2889" y="4410"/>
                  </a:lnTo>
                  <a:lnTo>
                    <a:pt x="2838" y="4512"/>
                  </a:lnTo>
                  <a:lnTo>
                    <a:pt x="3387" y="4678"/>
                  </a:lnTo>
                  <a:lnTo>
                    <a:pt x="3592" y="4448"/>
                  </a:lnTo>
                  <a:lnTo>
                    <a:pt x="3617" y="4448"/>
                  </a:lnTo>
                  <a:lnTo>
                    <a:pt x="3796" y="4512"/>
                  </a:lnTo>
                  <a:lnTo>
                    <a:pt x="3873" y="4499"/>
                  </a:lnTo>
                  <a:lnTo>
                    <a:pt x="4065" y="4538"/>
                  </a:lnTo>
                  <a:lnTo>
                    <a:pt x="4154" y="4193"/>
                  </a:lnTo>
                  <a:lnTo>
                    <a:pt x="4167" y="4180"/>
                  </a:lnTo>
                  <a:lnTo>
                    <a:pt x="4269" y="4129"/>
                  </a:lnTo>
                  <a:lnTo>
                    <a:pt x="4154" y="3950"/>
                  </a:lnTo>
                  <a:lnTo>
                    <a:pt x="4154" y="3937"/>
                  </a:lnTo>
                  <a:lnTo>
                    <a:pt x="4154" y="3924"/>
                  </a:lnTo>
                  <a:lnTo>
                    <a:pt x="4218" y="3860"/>
                  </a:lnTo>
                  <a:lnTo>
                    <a:pt x="4231" y="3860"/>
                  </a:lnTo>
                  <a:lnTo>
                    <a:pt x="4627" y="3643"/>
                  </a:lnTo>
                  <a:lnTo>
                    <a:pt x="4589" y="3605"/>
                  </a:lnTo>
                  <a:lnTo>
                    <a:pt x="4486" y="3566"/>
                  </a:lnTo>
                  <a:lnTo>
                    <a:pt x="4474" y="3554"/>
                  </a:lnTo>
                  <a:lnTo>
                    <a:pt x="4474" y="3541"/>
                  </a:lnTo>
                  <a:lnTo>
                    <a:pt x="4601" y="3234"/>
                  </a:lnTo>
                  <a:lnTo>
                    <a:pt x="4614" y="3221"/>
                  </a:lnTo>
                  <a:lnTo>
                    <a:pt x="4768" y="3221"/>
                  </a:lnTo>
                  <a:lnTo>
                    <a:pt x="4883" y="2544"/>
                  </a:lnTo>
                  <a:lnTo>
                    <a:pt x="4831" y="2365"/>
                  </a:lnTo>
                  <a:lnTo>
                    <a:pt x="4831" y="2340"/>
                  </a:lnTo>
                  <a:lnTo>
                    <a:pt x="5100" y="2122"/>
                  </a:lnTo>
                  <a:lnTo>
                    <a:pt x="5113" y="2109"/>
                  </a:lnTo>
                  <a:lnTo>
                    <a:pt x="5125" y="2122"/>
                  </a:lnTo>
                  <a:lnTo>
                    <a:pt x="5215" y="2199"/>
                  </a:lnTo>
                  <a:lnTo>
                    <a:pt x="5304" y="2122"/>
                  </a:lnTo>
                  <a:lnTo>
                    <a:pt x="5330" y="2122"/>
                  </a:lnTo>
                  <a:lnTo>
                    <a:pt x="5522" y="2161"/>
                  </a:lnTo>
                  <a:lnTo>
                    <a:pt x="5726" y="2109"/>
                  </a:lnTo>
                  <a:lnTo>
                    <a:pt x="6237" y="2161"/>
                  </a:lnTo>
                  <a:lnTo>
                    <a:pt x="6250" y="2161"/>
                  </a:lnTo>
                  <a:lnTo>
                    <a:pt x="6531" y="2263"/>
                  </a:lnTo>
                  <a:lnTo>
                    <a:pt x="6621" y="2199"/>
                  </a:lnTo>
                  <a:lnTo>
                    <a:pt x="6787" y="2301"/>
                  </a:lnTo>
                  <a:lnTo>
                    <a:pt x="6979" y="2237"/>
                  </a:lnTo>
                  <a:lnTo>
                    <a:pt x="7170" y="2173"/>
                  </a:lnTo>
                  <a:lnTo>
                    <a:pt x="7298" y="2199"/>
                  </a:lnTo>
                  <a:lnTo>
                    <a:pt x="7375" y="2161"/>
                  </a:lnTo>
                  <a:lnTo>
                    <a:pt x="7362" y="2097"/>
                  </a:lnTo>
                  <a:lnTo>
                    <a:pt x="7196" y="2007"/>
                  </a:lnTo>
                  <a:lnTo>
                    <a:pt x="7260" y="1956"/>
                  </a:lnTo>
                  <a:lnTo>
                    <a:pt x="7119" y="1905"/>
                  </a:lnTo>
                  <a:lnTo>
                    <a:pt x="6940" y="1726"/>
                  </a:lnTo>
                  <a:lnTo>
                    <a:pt x="7068" y="1662"/>
                  </a:lnTo>
                  <a:lnTo>
                    <a:pt x="7247" y="1726"/>
                  </a:lnTo>
                  <a:lnTo>
                    <a:pt x="7426" y="1688"/>
                  </a:lnTo>
                  <a:lnTo>
                    <a:pt x="7873" y="1470"/>
                  </a:lnTo>
                  <a:lnTo>
                    <a:pt x="7861" y="1279"/>
                  </a:lnTo>
                  <a:lnTo>
                    <a:pt x="7784" y="1279"/>
                  </a:lnTo>
                  <a:lnTo>
                    <a:pt x="7669" y="1304"/>
                  </a:lnTo>
                  <a:lnTo>
                    <a:pt x="7541" y="1253"/>
                  </a:lnTo>
                  <a:lnTo>
                    <a:pt x="7196" y="1010"/>
                  </a:lnTo>
                  <a:lnTo>
                    <a:pt x="7043" y="972"/>
                  </a:lnTo>
                  <a:lnTo>
                    <a:pt x="6915" y="1100"/>
                  </a:lnTo>
                  <a:lnTo>
                    <a:pt x="6800" y="1023"/>
                  </a:lnTo>
                  <a:lnTo>
                    <a:pt x="6915" y="895"/>
                  </a:lnTo>
                  <a:lnTo>
                    <a:pt x="6864" y="768"/>
                  </a:lnTo>
                  <a:lnTo>
                    <a:pt x="6634" y="921"/>
                  </a:lnTo>
                  <a:lnTo>
                    <a:pt x="6519" y="908"/>
                  </a:lnTo>
                  <a:lnTo>
                    <a:pt x="6595" y="742"/>
                  </a:lnTo>
                  <a:lnTo>
                    <a:pt x="6544" y="691"/>
                  </a:lnTo>
                  <a:lnTo>
                    <a:pt x="6608" y="614"/>
                  </a:lnTo>
                  <a:lnTo>
                    <a:pt x="6608" y="461"/>
                  </a:lnTo>
                  <a:lnTo>
                    <a:pt x="6442" y="384"/>
                  </a:lnTo>
                  <a:lnTo>
                    <a:pt x="6314" y="346"/>
                  </a:lnTo>
                  <a:lnTo>
                    <a:pt x="6237" y="39"/>
                  </a:lnTo>
                  <a:lnTo>
                    <a:pt x="6161" y="13"/>
                  </a:lnTo>
                  <a:lnTo>
                    <a:pt x="6071" y="90"/>
                  </a:lnTo>
                  <a:lnTo>
                    <a:pt x="6084" y="205"/>
                  </a:lnTo>
                  <a:lnTo>
                    <a:pt x="5854" y="410"/>
                  </a:lnTo>
                  <a:lnTo>
                    <a:pt x="5854" y="410"/>
                  </a:lnTo>
                  <a:lnTo>
                    <a:pt x="5931" y="218"/>
                  </a:lnTo>
                  <a:lnTo>
                    <a:pt x="5918" y="26"/>
                  </a:lnTo>
                  <a:lnTo>
                    <a:pt x="58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8"/>
            <p:cNvSpPr/>
            <p:nvPr/>
          </p:nvSpPr>
          <p:spPr>
            <a:xfrm>
              <a:off x="5886200" y="3281950"/>
              <a:ext cx="6750" cy="11850"/>
            </a:xfrm>
            <a:custGeom>
              <a:rect b="b" l="l" r="r" t="t"/>
              <a:pathLst>
                <a:path extrusionOk="0" h="474" w="270">
                  <a:moveTo>
                    <a:pt x="167" y="1"/>
                  </a:moveTo>
                  <a:lnTo>
                    <a:pt x="52" y="64"/>
                  </a:lnTo>
                  <a:lnTo>
                    <a:pt x="1" y="39"/>
                  </a:lnTo>
                  <a:lnTo>
                    <a:pt x="1" y="39"/>
                  </a:lnTo>
                  <a:lnTo>
                    <a:pt x="65" y="358"/>
                  </a:lnTo>
                  <a:lnTo>
                    <a:pt x="269" y="473"/>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8"/>
            <p:cNvSpPr/>
            <p:nvPr/>
          </p:nvSpPr>
          <p:spPr>
            <a:xfrm>
              <a:off x="5986225" y="2870725"/>
              <a:ext cx="37075" cy="70650"/>
            </a:xfrm>
            <a:custGeom>
              <a:rect b="b" l="l" r="r" t="t"/>
              <a:pathLst>
                <a:path extrusionOk="0" h="2826" w="1483">
                  <a:moveTo>
                    <a:pt x="1368" y="1"/>
                  </a:moveTo>
                  <a:lnTo>
                    <a:pt x="895" y="180"/>
                  </a:lnTo>
                  <a:lnTo>
                    <a:pt x="639" y="180"/>
                  </a:lnTo>
                  <a:lnTo>
                    <a:pt x="409" y="627"/>
                  </a:lnTo>
                  <a:lnTo>
                    <a:pt x="115" y="1011"/>
                  </a:lnTo>
                  <a:lnTo>
                    <a:pt x="0" y="1611"/>
                  </a:lnTo>
                  <a:lnTo>
                    <a:pt x="0" y="2135"/>
                  </a:lnTo>
                  <a:lnTo>
                    <a:pt x="435" y="2493"/>
                  </a:lnTo>
                  <a:lnTo>
                    <a:pt x="473" y="2825"/>
                  </a:lnTo>
                  <a:lnTo>
                    <a:pt x="601" y="2736"/>
                  </a:lnTo>
                  <a:lnTo>
                    <a:pt x="677" y="2416"/>
                  </a:lnTo>
                  <a:lnTo>
                    <a:pt x="1010" y="1892"/>
                  </a:lnTo>
                  <a:lnTo>
                    <a:pt x="1176" y="1407"/>
                  </a:lnTo>
                  <a:lnTo>
                    <a:pt x="1138" y="1113"/>
                  </a:lnTo>
                  <a:lnTo>
                    <a:pt x="1368" y="768"/>
                  </a:lnTo>
                  <a:lnTo>
                    <a:pt x="1368" y="282"/>
                  </a:lnTo>
                  <a:lnTo>
                    <a:pt x="1483" y="141"/>
                  </a:lnTo>
                  <a:lnTo>
                    <a:pt x="136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8"/>
            <p:cNvSpPr/>
            <p:nvPr/>
          </p:nvSpPr>
          <p:spPr>
            <a:xfrm>
              <a:off x="5983650" y="2999175"/>
              <a:ext cx="88550" cy="129125"/>
            </a:xfrm>
            <a:custGeom>
              <a:rect b="b" l="l" r="r" t="t"/>
              <a:pathLst>
                <a:path extrusionOk="0" h="5165" w="3542">
                  <a:moveTo>
                    <a:pt x="1126" y="1"/>
                  </a:moveTo>
                  <a:lnTo>
                    <a:pt x="870" y="116"/>
                  </a:lnTo>
                  <a:lnTo>
                    <a:pt x="832" y="65"/>
                  </a:lnTo>
                  <a:lnTo>
                    <a:pt x="742" y="154"/>
                  </a:lnTo>
                  <a:lnTo>
                    <a:pt x="640" y="154"/>
                  </a:lnTo>
                  <a:lnTo>
                    <a:pt x="678" y="346"/>
                  </a:lnTo>
                  <a:lnTo>
                    <a:pt x="589" y="435"/>
                  </a:lnTo>
                  <a:lnTo>
                    <a:pt x="487" y="883"/>
                  </a:lnTo>
                  <a:lnTo>
                    <a:pt x="423" y="921"/>
                  </a:lnTo>
                  <a:lnTo>
                    <a:pt x="448" y="1036"/>
                  </a:lnTo>
                  <a:lnTo>
                    <a:pt x="550" y="1087"/>
                  </a:lnTo>
                  <a:lnTo>
                    <a:pt x="538" y="1240"/>
                  </a:lnTo>
                  <a:lnTo>
                    <a:pt x="550" y="1483"/>
                  </a:lnTo>
                  <a:lnTo>
                    <a:pt x="423" y="1573"/>
                  </a:lnTo>
                  <a:lnTo>
                    <a:pt x="423" y="2020"/>
                  </a:lnTo>
                  <a:lnTo>
                    <a:pt x="512" y="2161"/>
                  </a:lnTo>
                  <a:lnTo>
                    <a:pt x="371" y="2225"/>
                  </a:lnTo>
                  <a:lnTo>
                    <a:pt x="231" y="2173"/>
                  </a:lnTo>
                  <a:lnTo>
                    <a:pt x="103" y="2097"/>
                  </a:lnTo>
                  <a:lnTo>
                    <a:pt x="103" y="1943"/>
                  </a:lnTo>
                  <a:lnTo>
                    <a:pt x="1" y="2007"/>
                  </a:lnTo>
                  <a:lnTo>
                    <a:pt x="1" y="2314"/>
                  </a:lnTo>
                  <a:lnTo>
                    <a:pt x="90" y="2378"/>
                  </a:lnTo>
                  <a:lnTo>
                    <a:pt x="65" y="2570"/>
                  </a:lnTo>
                  <a:lnTo>
                    <a:pt x="103" y="2646"/>
                  </a:lnTo>
                  <a:lnTo>
                    <a:pt x="90" y="2723"/>
                  </a:lnTo>
                  <a:lnTo>
                    <a:pt x="205" y="2953"/>
                  </a:lnTo>
                  <a:lnTo>
                    <a:pt x="180" y="3209"/>
                  </a:lnTo>
                  <a:lnTo>
                    <a:pt x="346" y="3273"/>
                  </a:lnTo>
                  <a:lnTo>
                    <a:pt x="487" y="3541"/>
                  </a:lnTo>
                  <a:lnTo>
                    <a:pt x="627" y="3541"/>
                  </a:lnTo>
                  <a:lnTo>
                    <a:pt x="525" y="3209"/>
                  </a:lnTo>
                  <a:lnTo>
                    <a:pt x="640" y="3132"/>
                  </a:lnTo>
                  <a:lnTo>
                    <a:pt x="691" y="3298"/>
                  </a:lnTo>
                  <a:lnTo>
                    <a:pt x="1062" y="3298"/>
                  </a:lnTo>
                  <a:lnTo>
                    <a:pt x="1087" y="3541"/>
                  </a:lnTo>
                  <a:lnTo>
                    <a:pt x="1279" y="3605"/>
                  </a:lnTo>
                  <a:lnTo>
                    <a:pt x="1138" y="3745"/>
                  </a:lnTo>
                  <a:lnTo>
                    <a:pt x="985" y="3426"/>
                  </a:lnTo>
                  <a:lnTo>
                    <a:pt x="729" y="3669"/>
                  </a:lnTo>
                  <a:lnTo>
                    <a:pt x="640" y="3681"/>
                  </a:lnTo>
                  <a:lnTo>
                    <a:pt x="640" y="3988"/>
                  </a:lnTo>
                  <a:lnTo>
                    <a:pt x="883" y="4052"/>
                  </a:lnTo>
                  <a:lnTo>
                    <a:pt x="921" y="4218"/>
                  </a:lnTo>
                  <a:lnTo>
                    <a:pt x="998" y="4167"/>
                  </a:lnTo>
                  <a:lnTo>
                    <a:pt x="1023" y="4257"/>
                  </a:lnTo>
                  <a:lnTo>
                    <a:pt x="1279" y="4257"/>
                  </a:lnTo>
                  <a:lnTo>
                    <a:pt x="1343" y="4065"/>
                  </a:lnTo>
                  <a:lnTo>
                    <a:pt x="1573" y="4001"/>
                  </a:lnTo>
                  <a:lnTo>
                    <a:pt x="1611" y="3975"/>
                  </a:lnTo>
                  <a:lnTo>
                    <a:pt x="1790" y="4116"/>
                  </a:lnTo>
                  <a:lnTo>
                    <a:pt x="1905" y="4257"/>
                  </a:lnTo>
                  <a:lnTo>
                    <a:pt x="2097" y="4295"/>
                  </a:lnTo>
                  <a:lnTo>
                    <a:pt x="2199" y="4602"/>
                  </a:lnTo>
                  <a:lnTo>
                    <a:pt x="2352" y="4602"/>
                  </a:lnTo>
                  <a:lnTo>
                    <a:pt x="2352" y="4346"/>
                  </a:lnTo>
                  <a:lnTo>
                    <a:pt x="2174" y="4180"/>
                  </a:lnTo>
                  <a:lnTo>
                    <a:pt x="2225" y="4052"/>
                  </a:lnTo>
                  <a:lnTo>
                    <a:pt x="2097" y="3899"/>
                  </a:lnTo>
                  <a:lnTo>
                    <a:pt x="2314" y="4078"/>
                  </a:lnTo>
                  <a:lnTo>
                    <a:pt x="2404" y="4090"/>
                  </a:lnTo>
                  <a:lnTo>
                    <a:pt x="2404" y="4257"/>
                  </a:lnTo>
                  <a:lnTo>
                    <a:pt x="2761" y="4423"/>
                  </a:lnTo>
                  <a:lnTo>
                    <a:pt x="2761" y="4512"/>
                  </a:lnTo>
                  <a:lnTo>
                    <a:pt x="2825" y="4602"/>
                  </a:lnTo>
                  <a:lnTo>
                    <a:pt x="2800" y="4666"/>
                  </a:lnTo>
                  <a:lnTo>
                    <a:pt x="3081" y="4845"/>
                  </a:lnTo>
                  <a:lnTo>
                    <a:pt x="3273" y="4845"/>
                  </a:lnTo>
                  <a:lnTo>
                    <a:pt x="3311" y="5113"/>
                  </a:lnTo>
                  <a:lnTo>
                    <a:pt x="3477" y="5164"/>
                  </a:lnTo>
                  <a:lnTo>
                    <a:pt x="3541" y="4947"/>
                  </a:lnTo>
                  <a:lnTo>
                    <a:pt x="3541" y="4717"/>
                  </a:lnTo>
                  <a:lnTo>
                    <a:pt x="3349" y="4896"/>
                  </a:lnTo>
                  <a:lnTo>
                    <a:pt x="3273" y="4781"/>
                  </a:lnTo>
                  <a:lnTo>
                    <a:pt x="3452" y="4742"/>
                  </a:lnTo>
                  <a:lnTo>
                    <a:pt x="3222" y="4614"/>
                  </a:lnTo>
                  <a:lnTo>
                    <a:pt x="3247" y="4499"/>
                  </a:lnTo>
                  <a:lnTo>
                    <a:pt x="3081" y="4333"/>
                  </a:lnTo>
                  <a:lnTo>
                    <a:pt x="3081" y="4180"/>
                  </a:lnTo>
                  <a:lnTo>
                    <a:pt x="3311" y="4154"/>
                  </a:lnTo>
                  <a:lnTo>
                    <a:pt x="3285" y="4065"/>
                  </a:lnTo>
                  <a:lnTo>
                    <a:pt x="3055" y="3963"/>
                  </a:lnTo>
                  <a:lnTo>
                    <a:pt x="2813" y="3963"/>
                  </a:lnTo>
                  <a:lnTo>
                    <a:pt x="2761" y="4193"/>
                  </a:lnTo>
                  <a:lnTo>
                    <a:pt x="2595" y="4103"/>
                  </a:lnTo>
                  <a:lnTo>
                    <a:pt x="2659" y="3924"/>
                  </a:lnTo>
                  <a:lnTo>
                    <a:pt x="2429" y="3630"/>
                  </a:lnTo>
                  <a:lnTo>
                    <a:pt x="2250" y="3656"/>
                  </a:lnTo>
                  <a:lnTo>
                    <a:pt x="2174" y="3656"/>
                  </a:lnTo>
                  <a:lnTo>
                    <a:pt x="2071" y="3694"/>
                  </a:lnTo>
                  <a:lnTo>
                    <a:pt x="2059" y="3975"/>
                  </a:lnTo>
                  <a:lnTo>
                    <a:pt x="1956" y="4078"/>
                  </a:lnTo>
                  <a:lnTo>
                    <a:pt x="1611" y="3822"/>
                  </a:lnTo>
                  <a:lnTo>
                    <a:pt x="1624" y="3643"/>
                  </a:lnTo>
                  <a:lnTo>
                    <a:pt x="1509" y="3503"/>
                  </a:lnTo>
                  <a:lnTo>
                    <a:pt x="1560" y="3400"/>
                  </a:lnTo>
                  <a:lnTo>
                    <a:pt x="1624" y="3349"/>
                  </a:lnTo>
                  <a:lnTo>
                    <a:pt x="1586" y="3132"/>
                  </a:lnTo>
                  <a:lnTo>
                    <a:pt x="1713" y="3234"/>
                  </a:lnTo>
                  <a:lnTo>
                    <a:pt x="1675" y="3375"/>
                  </a:lnTo>
                  <a:lnTo>
                    <a:pt x="1841" y="3413"/>
                  </a:lnTo>
                  <a:lnTo>
                    <a:pt x="1765" y="3260"/>
                  </a:lnTo>
                  <a:lnTo>
                    <a:pt x="1867" y="3106"/>
                  </a:lnTo>
                  <a:lnTo>
                    <a:pt x="1701" y="2979"/>
                  </a:lnTo>
                  <a:lnTo>
                    <a:pt x="1637" y="3068"/>
                  </a:lnTo>
                  <a:lnTo>
                    <a:pt x="1701" y="3183"/>
                  </a:lnTo>
                  <a:lnTo>
                    <a:pt x="1573" y="3094"/>
                  </a:lnTo>
                  <a:lnTo>
                    <a:pt x="1471" y="3247"/>
                  </a:lnTo>
                  <a:lnTo>
                    <a:pt x="1483" y="3362"/>
                  </a:lnTo>
                  <a:lnTo>
                    <a:pt x="1419" y="3106"/>
                  </a:lnTo>
                  <a:lnTo>
                    <a:pt x="1279" y="2838"/>
                  </a:lnTo>
                  <a:lnTo>
                    <a:pt x="1509" y="2557"/>
                  </a:lnTo>
                  <a:lnTo>
                    <a:pt x="1432" y="2429"/>
                  </a:lnTo>
                  <a:lnTo>
                    <a:pt x="1445" y="2403"/>
                  </a:lnTo>
                  <a:lnTo>
                    <a:pt x="1471" y="2340"/>
                  </a:lnTo>
                  <a:lnTo>
                    <a:pt x="1522" y="2250"/>
                  </a:lnTo>
                  <a:lnTo>
                    <a:pt x="1841" y="2084"/>
                  </a:lnTo>
                  <a:lnTo>
                    <a:pt x="1803" y="2173"/>
                  </a:lnTo>
                  <a:lnTo>
                    <a:pt x="1803" y="2173"/>
                  </a:lnTo>
                  <a:lnTo>
                    <a:pt x="1931" y="2046"/>
                  </a:lnTo>
                  <a:lnTo>
                    <a:pt x="1982" y="1867"/>
                  </a:lnTo>
                  <a:lnTo>
                    <a:pt x="2174" y="1496"/>
                  </a:lnTo>
                  <a:lnTo>
                    <a:pt x="2174" y="1432"/>
                  </a:lnTo>
                  <a:lnTo>
                    <a:pt x="2237" y="1394"/>
                  </a:lnTo>
                  <a:lnTo>
                    <a:pt x="2186" y="1330"/>
                  </a:lnTo>
                  <a:lnTo>
                    <a:pt x="2110" y="1317"/>
                  </a:lnTo>
                  <a:lnTo>
                    <a:pt x="2148" y="1215"/>
                  </a:lnTo>
                  <a:lnTo>
                    <a:pt x="2110" y="1151"/>
                  </a:lnTo>
                  <a:lnTo>
                    <a:pt x="2020" y="1151"/>
                  </a:lnTo>
                  <a:lnTo>
                    <a:pt x="1918" y="946"/>
                  </a:lnTo>
                  <a:lnTo>
                    <a:pt x="1918" y="512"/>
                  </a:lnTo>
                  <a:lnTo>
                    <a:pt x="2097" y="359"/>
                  </a:lnTo>
                  <a:lnTo>
                    <a:pt x="1931" y="141"/>
                  </a:lnTo>
                  <a:lnTo>
                    <a:pt x="1841" y="269"/>
                  </a:lnTo>
                  <a:lnTo>
                    <a:pt x="1713" y="359"/>
                  </a:lnTo>
                  <a:lnTo>
                    <a:pt x="1279" y="244"/>
                  </a:lnTo>
                  <a:lnTo>
                    <a:pt x="1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8"/>
            <p:cNvSpPr/>
            <p:nvPr/>
          </p:nvSpPr>
          <p:spPr>
            <a:xfrm>
              <a:off x="5930625" y="3162450"/>
              <a:ext cx="57525" cy="53375"/>
            </a:xfrm>
            <a:custGeom>
              <a:rect b="b" l="l" r="r" t="t"/>
              <a:pathLst>
                <a:path extrusionOk="0" h="2135" w="2301">
                  <a:moveTo>
                    <a:pt x="1943" y="1"/>
                  </a:moveTo>
                  <a:lnTo>
                    <a:pt x="1764" y="64"/>
                  </a:lnTo>
                  <a:lnTo>
                    <a:pt x="1764" y="192"/>
                  </a:lnTo>
                  <a:lnTo>
                    <a:pt x="1611" y="333"/>
                  </a:lnTo>
                  <a:lnTo>
                    <a:pt x="1521" y="256"/>
                  </a:lnTo>
                  <a:lnTo>
                    <a:pt x="1444" y="397"/>
                  </a:lnTo>
                  <a:lnTo>
                    <a:pt x="1444" y="473"/>
                  </a:lnTo>
                  <a:lnTo>
                    <a:pt x="1355" y="537"/>
                  </a:lnTo>
                  <a:lnTo>
                    <a:pt x="1317" y="627"/>
                  </a:lnTo>
                  <a:lnTo>
                    <a:pt x="1240" y="665"/>
                  </a:lnTo>
                  <a:lnTo>
                    <a:pt x="1061" y="870"/>
                  </a:lnTo>
                  <a:lnTo>
                    <a:pt x="997" y="934"/>
                  </a:lnTo>
                  <a:lnTo>
                    <a:pt x="665" y="1279"/>
                  </a:lnTo>
                  <a:lnTo>
                    <a:pt x="575" y="1279"/>
                  </a:lnTo>
                  <a:lnTo>
                    <a:pt x="422" y="1419"/>
                  </a:lnTo>
                  <a:lnTo>
                    <a:pt x="333" y="1470"/>
                  </a:lnTo>
                  <a:lnTo>
                    <a:pt x="39" y="1943"/>
                  </a:lnTo>
                  <a:lnTo>
                    <a:pt x="0" y="2071"/>
                  </a:lnTo>
                  <a:lnTo>
                    <a:pt x="166" y="2135"/>
                  </a:lnTo>
                  <a:lnTo>
                    <a:pt x="154" y="2071"/>
                  </a:lnTo>
                  <a:lnTo>
                    <a:pt x="39" y="1994"/>
                  </a:lnTo>
                  <a:lnTo>
                    <a:pt x="269" y="1841"/>
                  </a:lnTo>
                  <a:lnTo>
                    <a:pt x="448" y="1867"/>
                  </a:lnTo>
                  <a:lnTo>
                    <a:pt x="563" y="1828"/>
                  </a:lnTo>
                  <a:lnTo>
                    <a:pt x="511" y="1739"/>
                  </a:lnTo>
                  <a:lnTo>
                    <a:pt x="716" y="1521"/>
                  </a:lnTo>
                  <a:lnTo>
                    <a:pt x="742" y="1368"/>
                  </a:lnTo>
                  <a:lnTo>
                    <a:pt x="972" y="1343"/>
                  </a:lnTo>
                  <a:lnTo>
                    <a:pt x="1202" y="1010"/>
                  </a:lnTo>
                  <a:lnTo>
                    <a:pt x="1317" y="985"/>
                  </a:lnTo>
                  <a:lnTo>
                    <a:pt x="1266" y="729"/>
                  </a:lnTo>
                  <a:lnTo>
                    <a:pt x="1355" y="665"/>
                  </a:lnTo>
                  <a:lnTo>
                    <a:pt x="1675" y="614"/>
                  </a:lnTo>
                  <a:lnTo>
                    <a:pt x="1675" y="410"/>
                  </a:lnTo>
                  <a:lnTo>
                    <a:pt x="1572" y="384"/>
                  </a:lnTo>
                  <a:lnTo>
                    <a:pt x="1841" y="358"/>
                  </a:lnTo>
                  <a:lnTo>
                    <a:pt x="1994" y="282"/>
                  </a:lnTo>
                  <a:lnTo>
                    <a:pt x="2083" y="269"/>
                  </a:lnTo>
                  <a:lnTo>
                    <a:pt x="2147" y="320"/>
                  </a:lnTo>
                  <a:lnTo>
                    <a:pt x="2301" y="231"/>
                  </a:lnTo>
                  <a:lnTo>
                    <a:pt x="2237" y="116"/>
                  </a:lnTo>
                  <a:lnTo>
                    <a:pt x="2122" y="167"/>
                  </a:lnTo>
                  <a:lnTo>
                    <a:pt x="2109" y="243"/>
                  </a:lnTo>
                  <a:lnTo>
                    <a:pt x="2007" y="243"/>
                  </a:lnTo>
                  <a:lnTo>
                    <a:pt x="1981" y="128"/>
                  </a:lnTo>
                  <a:lnTo>
                    <a:pt x="19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8"/>
            <p:cNvSpPr/>
            <p:nvPr/>
          </p:nvSpPr>
          <p:spPr>
            <a:xfrm>
              <a:off x="5971825" y="3150000"/>
              <a:ext cx="8975" cy="13125"/>
            </a:xfrm>
            <a:custGeom>
              <a:rect b="b" l="l" r="r" t="t"/>
              <a:pathLst>
                <a:path extrusionOk="0" h="525" w="359">
                  <a:moveTo>
                    <a:pt x="244" y="0"/>
                  </a:moveTo>
                  <a:lnTo>
                    <a:pt x="154" y="77"/>
                  </a:lnTo>
                  <a:lnTo>
                    <a:pt x="154" y="230"/>
                  </a:lnTo>
                  <a:lnTo>
                    <a:pt x="1" y="345"/>
                  </a:lnTo>
                  <a:lnTo>
                    <a:pt x="39" y="524"/>
                  </a:lnTo>
                  <a:lnTo>
                    <a:pt x="205" y="486"/>
                  </a:lnTo>
                  <a:lnTo>
                    <a:pt x="244" y="358"/>
                  </a:lnTo>
                  <a:lnTo>
                    <a:pt x="359" y="358"/>
                  </a:lnTo>
                  <a:lnTo>
                    <a:pt x="295" y="192"/>
                  </a:lnTo>
                  <a:lnTo>
                    <a:pt x="282" y="38"/>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8"/>
            <p:cNvSpPr/>
            <p:nvPr/>
          </p:nvSpPr>
          <p:spPr>
            <a:xfrm>
              <a:off x="5581375" y="3187050"/>
              <a:ext cx="4200" cy="5775"/>
            </a:xfrm>
            <a:custGeom>
              <a:rect b="b" l="l" r="r" t="t"/>
              <a:pathLst>
                <a:path extrusionOk="0" h="231" w="168">
                  <a:moveTo>
                    <a:pt x="1" y="1"/>
                  </a:moveTo>
                  <a:lnTo>
                    <a:pt x="39" y="231"/>
                  </a:lnTo>
                  <a:lnTo>
                    <a:pt x="167" y="116"/>
                  </a:lnTo>
                  <a:lnTo>
                    <a:pt x="167"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8"/>
            <p:cNvSpPr/>
            <p:nvPr/>
          </p:nvSpPr>
          <p:spPr>
            <a:xfrm>
              <a:off x="5629950" y="3082575"/>
              <a:ext cx="108025" cy="87900"/>
            </a:xfrm>
            <a:custGeom>
              <a:rect b="b" l="l" r="r" t="t"/>
              <a:pathLst>
                <a:path extrusionOk="0" h="3516" w="4321">
                  <a:moveTo>
                    <a:pt x="4218" y="0"/>
                  </a:moveTo>
                  <a:lnTo>
                    <a:pt x="4090" y="115"/>
                  </a:lnTo>
                  <a:lnTo>
                    <a:pt x="3988" y="192"/>
                  </a:lnTo>
                  <a:lnTo>
                    <a:pt x="3975" y="205"/>
                  </a:lnTo>
                  <a:lnTo>
                    <a:pt x="3873" y="218"/>
                  </a:lnTo>
                  <a:lnTo>
                    <a:pt x="3694" y="397"/>
                  </a:lnTo>
                  <a:lnTo>
                    <a:pt x="3669" y="397"/>
                  </a:lnTo>
                  <a:lnTo>
                    <a:pt x="3439" y="128"/>
                  </a:lnTo>
                  <a:lnTo>
                    <a:pt x="3183" y="230"/>
                  </a:lnTo>
                  <a:lnTo>
                    <a:pt x="3132" y="294"/>
                  </a:lnTo>
                  <a:lnTo>
                    <a:pt x="3119" y="307"/>
                  </a:lnTo>
                  <a:lnTo>
                    <a:pt x="3004" y="307"/>
                  </a:lnTo>
                  <a:lnTo>
                    <a:pt x="3132" y="512"/>
                  </a:lnTo>
                  <a:lnTo>
                    <a:pt x="3132" y="524"/>
                  </a:lnTo>
                  <a:lnTo>
                    <a:pt x="3068" y="652"/>
                  </a:lnTo>
                  <a:lnTo>
                    <a:pt x="3055" y="652"/>
                  </a:lnTo>
                  <a:lnTo>
                    <a:pt x="2927" y="716"/>
                  </a:lnTo>
                  <a:lnTo>
                    <a:pt x="2915" y="716"/>
                  </a:lnTo>
                  <a:lnTo>
                    <a:pt x="2902" y="703"/>
                  </a:lnTo>
                  <a:lnTo>
                    <a:pt x="2800" y="563"/>
                  </a:lnTo>
                  <a:lnTo>
                    <a:pt x="2621" y="486"/>
                  </a:lnTo>
                  <a:lnTo>
                    <a:pt x="2442" y="537"/>
                  </a:lnTo>
                  <a:lnTo>
                    <a:pt x="2416" y="524"/>
                  </a:lnTo>
                  <a:lnTo>
                    <a:pt x="2301" y="384"/>
                  </a:lnTo>
                  <a:lnTo>
                    <a:pt x="2276" y="422"/>
                  </a:lnTo>
                  <a:lnTo>
                    <a:pt x="2263" y="435"/>
                  </a:lnTo>
                  <a:lnTo>
                    <a:pt x="2237" y="435"/>
                  </a:lnTo>
                  <a:lnTo>
                    <a:pt x="2135" y="307"/>
                  </a:lnTo>
                  <a:lnTo>
                    <a:pt x="1918" y="269"/>
                  </a:lnTo>
                  <a:lnTo>
                    <a:pt x="1764" y="333"/>
                  </a:lnTo>
                  <a:lnTo>
                    <a:pt x="1752" y="345"/>
                  </a:lnTo>
                  <a:lnTo>
                    <a:pt x="1113" y="307"/>
                  </a:lnTo>
                  <a:lnTo>
                    <a:pt x="1100" y="294"/>
                  </a:lnTo>
                  <a:lnTo>
                    <a:pt x="1074" y="230"/>
                  </a:lnTo>
                  <a:lnTo>
                    <a:pt x="601" y="371"/>
                  </a:lnTo>
                  <a:lnTo>
                    <a:pt x="282" y="806"/>
                  </a:lnTo>
                  <a:lnTo>
                    <a:pt x="192" y="857"/>
                  </a:lnTo>
                  <a:lnTo>
                    <a:pt x="192" y="959"/>
                  </a:lnTo>
                  <a:lnTo>
                    <a:pt x="180" y="972"/>
                  </a:lnTo>
                  <a:lnTo>
                    <a:pt x="1" y="972"/>
                  </a:lnTo>
                  <a:lnTo>
                    <a:pt x="39" y="1227"/>
                  </a:lnTo>
                  <a:lnTo>
                    <a:pt x="167" y="1381"/>
                  </a:lnTo>
                  <a:lnTo>
                    <a:pt x="167" y="1394"/>
                  </a:lnTo>
                  <a:lnTo>
                    <a:pt x="180" y="1700"/>
                  </a:lnTo>
                  <a:lnTo>
                    <a:pt x="371" y="1892"/>
                  </a:lnTo>
                  <a:lnTo>
                    <a:pt x="371" y="1905"/>
                  </a:lnTo>
                  <a:lnTo>
                    <a:pt x="359" y="2173"/>
                  </a:lnTo>
                  <a:lnTo>
                    <a:pt x="371" y="2186"/>
                  </a:lnTo>
                  <a:lnTo>
                    <a:pt x="371" y="2301"/>
                  </a:lnTo>
                  <a:lnTo>
                    <a:pt x="499" y="2493"/>
                  </a:lnTo>
                  <a:lnTo>
                    <a:pt x="499" y="2620"/>
                  </a:lnTo>
                  <a:lnTo>
                    <a:pt x="589" y="2659"/>
                  </a:lnTo>
                  <a:lnTo>
                    <a:pt x="614" y="2838"/>
                  </a:lnTo>
                  <a:lnTo>
                    <a:pt x="691" y="2889"/>
                  </a:lnTo>
                  <a:lnTo>
                    <a:pt x="665" y="3017"/>
                  </a:lnTo>
                  <a:lnTo>
                    <a:pt x="652" y="3093"/>
                  </a:lnTo>
                  <a:lnTo>
                    <a:pt x="640" y="3132"/>
                  </a:lnTo>
                  <a:lnTo>
                    <a:pt x="640" y="3144"/>
                  </a:lnTo>
                  <a:lnTo>
                    <a:pt x="665" y="3144"/>
                  </a:lnTo>
                  <a:lnTo>
                    <a:pt x="716" y="3132"/>
                  </a:lnTo>
                  <a:lnTo>
                    <a:pt x="767" y="3221"/>
                  </a:lnTo>
                  <a:lnTo>
                    <a:pt x="742" y="3311"/>
                  </a:lnTo>
                  <a:lnTo>
                    <a:pt x="844" y="3438"/>
                  </a:lnTo>
                  <a:lnTo>
                    <a:pt x="806" y="3234"/>
                  </a:lnTo>
                  <a:lnTo>
                    <a:pt x="780" y="3196"/>
                  </a:lnTo>
                  <a:lnTo>
                    <a:pt x="742" y="3132"/>
                  </a:lnTo>
                  <a:lnTo>
                    <a:pt x="806" y="3093"/>
                  </a:lnTo>
                  <a:lnTo>
                    <a:pt x="883" y="3132"/>
                  </a:lnTo>
                  <a:lnTo>
                    <a:pt x="972" y="2902"/>
                  </a:lnTo>
                  <a:lnTo>
                    <a:pt x="1176" y="3093"/>
                  </a:lnTo>
                  <a:lnTo>
                    <a:pt x="1151" y="3234"/>
                  </a:lnTo>
                  <a:lnTo>
                    <a:pt x="1049" y="3272"/>
                  </a:lnTo>
                  <a:lnTo>
                    <a:pt x="946" y="3323"/>
                  </a:lnTo>
                  <a:lnTo>
                    <a:pt x="959" y="3336"/>
                  </a:lnTo>
                  <a:lnTo>
                    <a:pt x="998" y="3387"/>
                  </a:lnTo>
                  <a:lnTo>
                    <a:pt x="1049" y="3438"/>
                  </a:lnTo>
                  <a:lnTo>
                    <a:pt x="1215" y="3451"/>
                  </a:lnTo>
                  <a:lnTo>
                    <a:pt x="1291" y="3285"/>
                  </a:lnTo>
                  <a:lnTo>
                    <a:pt x="1407" y="3400"/>
                  </a:lnTo>
                  <a:lnTo>
                    <a:pt x="1560" y="3400"/>
                  </a:lnTo>
                  <a:lnTo>
                    <a:pt x="1637" y="3477"/>
                  </a:lnTo>
                  <a:lnTo>
                    <a:pt x="1688" y="3515"/>
                  </a:lnTo>
                  <a:lnTo>
                    <a:pt x="1969" y="3413"/>
                  </a:lnTo>
                  <a:lnTo>
                    <a:pt x="2122" y="3221"/>
                  </a:lnTo>
                  <a:lnTo>
                    <a:pt x="2122" y="3106"/>
                  </a:lnTo>
                  <a:lnTo>
                    <a:pt x="2135" y="3093"/>
                  </a:lnTo>
                  <a:lnTo>
                    <a:pt x="2493" y="3093"/>
                  </a:lnTo>
                  <a:lnTo>
                    <a:pt x="2800" y="2991"/>
                  </a:lnTo>
                  <a:lnTo>
                    <a:pt x="2825" y="3004"/>
                  </a:lnTo>
                  <a:lnTo>
                    <a:pt x="2979" y="3208"/>
                  </a:lnTo>
                  <a:lnTo>
                    <a:pt x="3119" y="3208"/>
                  </a:lnTo>
                  <a:lnTo>
                    <a:pt x="3119" y="3029"/>
                  </a:lnTo>
                  <a:lnTo>
                    <a:pt x="2812" y="2863"/>
                  </a:lnTo>
                  <a:lnTo>
                    <a:pt x="2800" y="2850"/>
                  </a:lnTo>
                  <a:lnTo>
                    <a:pt x="2800" y="2838"/>
                  </a:lnTo>
                  <a:lnTo>
                    <a:pt x="2851" y="2684"/>
                  </a:lnTo>
                  <a:lnTo>
                    <a:pt x="2774" y="2582"/>
                  </a:lnTo>
                  <a:lnTo>
                    <a:pt x="2774" y="2569"/>
                  </a:lnTo>
                  <a:lnTo>
                    <a:pt x="2787" y="2557"/>
                  </a:lnTo>
                  <a:lnTo>
                    <a:pt x="3004" y="2416"/>
                  </a:lnTo>
                  <a:lnTo>
                    <a:pt x="3017" y="2416"/>
                  </a:lnTo>
                  <a:lnTo>
                    <a:pt x="3272" y="2518"/>
                  </a:lnTo>
                  <a:lnTo>
                    <a:pt x="3336" y="2275"/>
                  </a:lnTo>
                  <a:lnTo>
                    <a:pt x="3349" y="2263"/>
                  </a:lnTo>
                  <a:lnTo>
                    <a:pt x="3720" y="2211"/>
                  </a:lnTo>
                  <a:lnTo>
                    <a:pt x="3963" y="1969"/>
                  </a:lnTo>
                  <a:lnTo>
                    <a:pt x="3988" y="1969"/>
                  </a:lnTo>
                  <a:lnTo>
                    <a:pt x="4167" y="2007"/>
                  </a:lnTo>
                  <a:lnTo>
                    <a:pt x="4244" y="1777"/>
                  </a:lnTo>
                  <a:lnTo>
                    <a:pt x="4103" y="1394"/>
                  </a:lnTo>
                  <a:lnTo>
                    <a:pt x="4103" y="1381"/>
                  </a:lnTo>
                  <a:lnTo>
                    <a:pt x="4321" y="972"/>
                  </a:lnTo>
                  <a:lnTo>
                    <a:pt x="4129" y="601"/>
                  </a:lnTo>
                  <a:lnTo>
                    <a:pt x="4065" y="537"/>
                  </a:lnTo>
                  <a:lnTo>
                    <a:pt x="4065" y="512"/>
                  </a:lnTo>
                  <a:lnTo>
                    <a:pt x="4103" y="256"/>
                  </a:lnTo>
                  <a:lnTo>
                    <a:pt x="4116" y="243"/>
                  </a:lnTo>
                  <a:lnTo>
                    <a:pt x="4218" y="179"/>
                  </a:lnTo>
                  <a:lnTo>
                    <a:pt x="4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8"/>
            <p:cNvSpPr/>
            <p:nvPr/>
          </p:nvSpPr>
          <p:spPr>
            <a:xfrm>
              <a:off x="5666375" y="3363425"/>
              <a:ext cx="4175" cy="5775"/>
            </a:xfrm>
            <a:custGeom>
              <a:rect b="b" l="l" r="r" t="t"/>
              <a:pathLst>
                <a:path extrusionOk="0" h="231" w="167">
                  <a:moveTo>
                    <a:pt x="52" y="1"/>
                  </a:moveTo>
                  <a:lnTo>
                    <a:pt x="1" y="39"/>
                  </a:lnTo>
                  <a:lnTo>
                    <a:pt x="141" y="231"/>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8"/>
            <p:cNvSpPr/>
            <p:nvPr/>
          </p:nvSpPr>
          <p:spPr>
            <a:xfrm>
              <a:off x="5585550" y="2919300"/>
              <a:ext cx="152100" cy="179925"/>
            </a:xfrm>
            <a:custGeom>
              <a:rect b="b" l="l" r="r" t="t"/>
              <a:pathLst>
                <a:path extrusionOk="0" h="7197" w="6084">
                  <a:moveTo>
                    <a:pt x="1380" y="1"/>
                  </a:moveTo>
                  <a:lnTo>
                    <a:pt x="1189" y="64"/>
                  </a:lnTo>
                  <a:lnTo>
                    <a:pt x="1227" y="320"/>
                  </a:lnTo>
                  <a:lnTo>
                    <a:pt x="1265" y="537"/>
                  </a:lnTo>
                  <a:lnTo>
                    <a:pt x="1329" y="1087"/>
                  </a:lnTo>
                  <a:lnTo>
                    <a:pt x="1329" y="1087"/>
                  </a:lnTo>
                  <a:lnTo>
                    <a:pt x="908" y="1061"/>
                  </a:lnTo>
                  <a:lnTo>
                    <a:pt x="844" y="882"/>
                  </a:lnTo>
                  <a:lnTo>
                    <a:pt x="575" y="1010"/>
                  </a:lnTo>
                  <a:lnTo>
                    <a:pt x="422" y="1343"/>
                  </a:lnTo>
                  <a:lnTo>
                    <a:pt x="422" y="1406"/>
                  </a:lnTo>
                  <a:lnTo>
                    <a:pt x="409" y="1419"/>
                  </a:lnTo>
                  <a:lnTo>
                    <a:pt x="396" y="1432"/>
                  </a:lnTo>
                  <a:lnTo>
                    <a:pt x="38" y="1521"/>
                  </a:lnTo>
                  <a:lnTo>
                    <a:pt x="38" y="1751"/>
                  </a:lnTo>
                  <a:lnTo>
                    <a:pt x="38" y="1764"/>
                  </a:lnTo>
                  <a:lnTo>
                    <a:pt x="26" y="1777"/>
                  </a:lnTo>
                  <a:lnTo>
                    <a:pt x="0" y="1790"/>
                  </a:lnTo>
                  <a:lnTo>
                    <a:pt x="51" y="1892"/>
                  </a:lnTo>
                  <a:lnTo>
                    <a:pt x="179" y="1790"/>
                  </a:lnTo>
                  <a:lnTo>
                    <a:pt x="192" y="1777"/>
                  </a:lnTo>
                  <a:lnTo>
                    <a:pt x="205" y="1790"/>
                  </a:lnTo>
                  <a:lnTo>
                    <a:pt x="422" y="2007"/>
                  </a:lnTo>
                  <a:lnTo>
                    <a:pt x="435" y="2020"/>
                  </a:lnTo>
                  <a:lnTo>
                    <a:pt x="435" y="2033"/>
                  </a:lnTo>
                  <a:lnTo>
                    <a:pt x="217" y="2416"/>
                  </a:lnTo>
                  <a:lnTo>
                    <a:pt x="281" y="2531"/>
                  </a:lnTo>
                  <a:lnTo>
                    <a:pt x="447" y="2506"/>
                  </a:lnTo>
                  <a:lnTo>
                    <a:pt x="460" y="2518"/>
                  </a:lnTo>
                  <a:lnTo>
                    <a:pt x="550" y="2569"/>
                  </a:lnTo>
                  <a:lnTo>
                    <a:pt x="665" y="2403"/>
                  </a:lnTo>
                  <a:lnTo>
                    <a:pt x="690" y="2403"/>
                  </a:lnTo>
                  <a:lnTo>
                    <a:pt x="895" y="2480"/>
                  </a:lnTo>
                  <a:lnTo>
                    <a:pt x="908" y="2480"/>
                  </a:lnTo>
                  <a:lnTo>
                    <a:pt x="908" y="2506"/>
                  </a:lnTo>
                  <a:lnTo>
                    <a:pt x="856" y="2646"/>
                  </a:lnTo>
                  <a:lnTo>
                    <a:pt x="946" y="2889"/>
                  </a:lnTo>
                  <a:lnTo>
                    <a:pt x="1023" y="2889"/>
                  </a:lnTo>
                  <a:lnTo>
                    <a:pt x="1035" y="2902"/>
                  </a:lnTo>
                  <a:lnTo>
                    <a:pt x="1035" y="2927"/>
                  </a:lnTo>
                  <a:lnTo>
                    <a:pt x="933" y="3093"/>
                  </a:lnTo>
                  <a:lnTo>
                    <a:pt x="920" y="3272"/>
                  </a:lnTo>
                  <a:lnTo>
                    <a:pt x="920" y="3285"/>
                  </a:lnTo>
                  <a:lnTo>
                    <a:pt x="780" y="3413"/>
                  </a:lnTo>
                  <a:lnTo>
                    <a:pt x="856" y="3579"/>
                  </a:lnTo>
                  <a:lnTo>
                    <a:pt x="856" y="3605"/>
                  </a:lnTo>
                  <a:lnTo>
                    <a:pt x="652" y="4180"/>
                  </a:lnTo>
                  <a:lnTo>
                    <a:pt x="767" y="4231"/>
                  </a:lnTo>
                  <a:lnTo>
                    <a:pt x="1444" y="3732"/>
                  </a:lnTo>
                  <a:lnTo>
                    <a:pt x="1470" y="3732"/>
                  </a:lnTo>
                  <a:lnTo>
                    <a:pt x="1483" y="3758"/>
                  </a:lnTo>
                  <a:lnTo>
                    <a:pt x="1534" y="3681"/>
                  </a:lnTo>
                  <a:lnTo>
                    <a:pt x="1547" y="3681"/>
                  </a:lnTo>
                  <a:lnTo>
                    <a:pt x="1904" y="3784"/>
                  </a:lnTo>
                  <a:lnTo>
                    <a:pt x="2250" y="3809"/>
                  </a:lnTo>
                  <a:lnTo>
                    <a:pt x="2288" y="3796"/>
                  </a:lnTo>
                  <a:lnTo>
                    <a:pt x="2365" y="3745"/>
                  </a:lnTo>
                  <a:lnTo>
                    <a:pt x="2556" y="3605"/>
                  </a:lnTo>
                  <a:lnTo>
                    <a:pt x="2480" y="3490"/>
                  </a:lnTo>
                  <a:lnTo>
                    <a:pt x="2480" y="3477"/>
                  </a:lnTo>
                  <a:lnTo>
                    <a:pt x="2492" y="3451"/>
                  </a:lnTo>
                  <a:lnTo>
                    <a:pt x="2582" y="3400"/>
                  </a:lnTo>
                  <a:lnTo>
                    <a:pt x="2595" y="3400"/>
                  </a:lnTo>
                  <a:lnTo>
                    <a:pt x="2991" y="3554"/>
                  </a:lnTo>
                  <a:lnTo>
                    <a:pt x="3042" y="3579"/>
                  </a:lnTo>
                  <a:lnTo>
                    <a:pt x="3119" y="3502"/>
                  </a:lnTo>
                  <a:lnTo>
                    <a:pt x="3144" y="3502"/>
                  </a:lnTo>
                  <a:lnTo>
                    <a:pt x="3157" y="3515"/>
                  </a:lnTo>
                  <a:lnTo>
                    <a:pt x="3298" y="3784"/>
                  </a:lnTo>
                  <a:lnTo>
                    <a:pt x="3630" y="4039"/>
                  </a:lnTo>
                  <a:lnTo>
                    <a:pt x="3847" y="4167"/>
                  </a:lnTo>
                  <a:lnTo>
                    <a:pt x="3860" y="4180"/>
                  </a:lnTo>
                  <a:lnTo>
                    <a:pt x="3860" y="4193"/>
                  </a:lnTo>
                  <a:lnTo>
                    <a:pt x="3758" y="4295"/>
                  </a:lnTo>
                  <a:lnTo>
                    <a:pt x="3860" y="4359"/>
                  </a:lnTo>
                  <a:lnTo>
                    <a:pt x="3860" y="4372"/>
                  </a:lnTo>
                  <a:lnTo>
                    <a:pt x="3860" y="4384"/>
                  </a:lnTo>
                  <a:lnTo>
                    <a:pt x="3783" y="4627"/>
                  </a:lnTo>
                  <a:lnTo>
                    <a:pt x="3834" y="4998"/>
                  </a:lnTo>
                  <a:lnTo>
                    <a:pt x="3911" y="5189"/>
                  </a:lnTo>
                  <a:lnTo>
                    <a:pt x="3949" y="5126"/>
                  </a:lnTo>
                  <a:lnTo>
                    <a:pt x="3975" y="5126"/>
                  </a:lnTo>
                  <a:lnTo>
                    <a:pt x="3988" y="5138"/>
                  </a:lnTo>
                  <a:lnTo>
                    <a:pt x="4039" y="5356"/>
                  </a:lnTo>
                  <a:lnTo>
                    <a:pt x="4346" y="5420"/>
                  </a:lnTo>
                  <a:lnTo>
                    <a:pt x="4358" y="5432"/>
                  </a:lnTo>
                  <a:lnTo>
                    <a:pt x="4371" y="5445"/>
                  </a:lnTo>
                  <a:lnTo>
                    <a:pt x="4333" y="5598"/>
                  </a:lnTo>
                  <a:lnTo>
                    <a:pt x="4512" y="5739"/>
                  </a:lnTo>
                  <a:lnTo>
                    <a:pt x="4524" y="5765"/>
                  </a:lnTo>
                  <a:lnTo>
                    <a:pt x="4473" y="5982"/>
                  </a:lnTo>
                  <a:lnTo>
                    <a:pt x="4461" y="5995"/>
                  </a:lnTo>
                  <a:lnTo>
                    <a:pt x="4448" y="6007"/>
                  </a:lnTo>
                  <a:lnTo>
                    <a:pt x="4384" y="6007"/>
                  </a:lnTo>
                  <a:lnTo>
                    <a:pt x="4422" y="6097"/>
                  </a:lnTo>
                  <a:lnTo>
                    <a:pt x="4422" y="6110"/>
                  </a:lnTo>
                  <a:lnTo>
                    <a:pt x="4371" y="6174"/>
                  </a:lnTo>
                  <a:lnTo>
                    <a:pt x="4409" y="6263"/>
                  </a:lnTo>
                  <a:lnTo>
                    <a:pt x="4409" y="6276"/>
                  </a:lnTo>
                  <a:lnTo>
                    <a:pt x="4346" y="6685"/>
                  </a:lnTo>
                  <a:lnTo>
                    <a:pt x="4333" y="6698"/>
                  </a:lnTo>
                  <a:lnTo>
                    <a:pt x="4116" y="6851"/>
                  </a:lnTo>
                  <a:lnTo>
                    <a:pt x="4103" y="6876"/>
                  </a:lnTo>
                  <a:lnTo>
                    <a:pt x="4218" y="7017"/>
                  </a:lnTo>
                  <a:lnTo>
                    <a:pt x="4397" y="6979"/>
                  </a:lnTo>
                  <a:lnTo>
                    <a:pt x="4409" y="6979"/>
                  </a:lnTo>
                  <a:lnTo>
                    <a:pt x="4588" y="7055"/>
                  </a:lnTo>
                  <a:lnTo>
                    <a:pt x="4601" y="7068"/>
                  </a:lnTo>
                  <a:lnTo>
                    <a:pt x="4703" y="7196"/>
                  </a:lnTo>
                  <a:lnTo>
                    <a:pt x="4806" y="7145"/>
                  </a:lnTo>
                  <a:lnTo>
                    <a:pt x="4870" y="7055"/>
                  </a:lnTo>
                  <a:lnTo>
                    <a:pt x="4729" y="6825"/>
                  </a:lnTo>
                  <a:lnTo>
                    <a:pt x="4729" y="6800"/>
                  </a:lnTo>
                  <a:lnTo>
                    <a:pt x="4755" y="6787"/>
                  </a:lnTo>
                  <a:lnTo>
                    <a:pt x="4882" y="6787"/>
                  </a:lnTo>
                  <a:lnTo>
                    <a:pt x="4921" y="6723"/>
                  </a:lnTo>
                  <a:lnTo>
                    <a:pt x="4933" y="6723"/>
                  </a:lnTo>
                  <a:lnTo>
                    <a:pt x="5215" y="6608"/>
                  </a:lnTo>
                  <a:lnTo>
                    <a:pt x="5227" y="6608"/>
                  </a:lnTo>
                  <a:lnTo>
                    <a:pt x="5240" y="6621"/>
                  </a:lnTo>
                  <a:lnTo>
                    <a:pt x="5457" y="6876"/>
                  </a:lnTo>
                  <a:lnTo>
                    <a:pt x="5624" y="6710"/>
                  </a:lnTo>
                  <a:lnTo>
                    <a:pt x="5636" y="6710"/>
                  </a:lnTo>
                  <a:lnTo>
                    <a:pt x="5739" y="6698"/>
                  </a:lnTo>
                  <a:lnTo>
                    <a:pt x="5841" y="6621"/>
                  </a:lnTo>
                  <a:lnTo>
                    <a:pt x="5981" y="6480"/>
                  </a:lnTo>
                  <a:lnTo>
                    <a:pt x="5918" y="6314"/>
                  </a:lnTo>
                  <a:lnTo>
                    <a:pt x="5918" y="6289"/>
                  </a:lnTo>
                  <a:lnTo>
                    <a:pt x="6084" y="6135"/>
                  </a:lnTo>
                  <a:lnTo>
                    <a:pt x="5662" y="5688"/>
                  </a:lnTo>
                  <a:lnTo>
                    <a:pt x="5662" y="5662"/>
                  </a:lnTo>
                  <a:lnTo>
                    <a:pt x="5662" y="5650"/>
                  </a:lnTo>
                  <a:lnTo>
                    <a:pt x="5905" y="5471"/>
                  </a:lnTo>
                  <a:lnTo>
                    <a:pt x="5918" y="5420"/>
                  </a:lnTo>
                  <a:lnTo>
                    <a:pt x="5777" y="5420"/>
                  </a:lnTo>
                  <a:lnTo>
                    <a:pt x="5419" y="5126"/>
                  </a:lnTo>
                  <a:lnTo>
                    <a:pt x="5406" y="5113"/>
                  </a:lnTo>
                  <a:lnTo>
                    <a:pt x="5419" y="5062"/>
                  </a:lnTo>
                  <a:lnTo>
                    <a:pt x="5317" y="5113"/>
                  </a:lnTo>
                  <a:lnTo>
                    <a:pt x="5304" y="5113"/>
                  </a:lnTo>
                  <a:lnTo>
                    <a:pt x="5291" y="5100"/>
                  </a:lnTo>
                  <a:lnTo>
                    <a:pt x="5240" y="4972"/>
                  </a:lnTo>
                  <a:lnTo>
                    <a:pt x="5227" y="4959"/>
                  </a:lnTo>
                  <a:lnTo>
                    <a:pt x="5164" y="4653"/>
                  </a:lnTo>
                  <a:lnTo>
                    <a:pt x="5048" y="4602"/>
                  </a:lnTo>
                  <a:lnTo>
                    <a:pt x="4921" y="4397"/>
                  </a:lnTo>
                  <a:lnTo>
                    <a:pt x="4844" y="4397"/>
                  </a:lnTo>
                  <a:lnTo>
                    <a:pt x="4831" y="4384"/>
                  </a:lnTo>
                  <a:lnTo>
                    <a:pt x="4435" y="3963"/>
                  </a:lnTo>
                  <a:lnTo>
                    <a:pt x="4409" y="3758"/>
                  </a:lnTo>
                  <a:lnTo>
                    <a:pt x="4320" y="3630"/>
                  </a:lnTo>
                  <a:lnTo>
                    <a:pt x="4256" y="3656"/>
                  </a:lnTo>
                  <a:lnTo>
                    <a:pt x="4231" y="3643"/>
                  </a:lnTo>
                  <a:lnTo>
                    <a:pt x="3962" y="3375"/>
                  </a:lnTo>
                  <a:lnTo>
                    <a:pt x="3949" y="3362"/>
                  </a:lnTo>
                  <a:lnTo>
                    <a:pt x="3949" y="3349"/>
                  </a:lnTo>
                  <a:lnTo>
                    <a:pt x="4039" y="3234"/>
                  </a:lnTo>
                  <a:lnTo>
                    <a:pt x="3719" y="3132"/>
                  </a:lnTo>
                  <a:lnTo>
                    <a:pt x="3707" y="3132"/>
                  </a:lnTo>
                  <a:lnTo>
                    <a:pt x="3042" y="2710"/>
                  </a:lnTo>
                  <a:lnTo>
                    <a:pt x="3029" y="2697"/>
                  </a:lnTo>
                  <a:lnTo>
                    <a:pt x="3042" y="2684"/>
                  </a:lnTo>
                  <a:lnTo>
                    <a:pt x="3234" y="2544"/>
                  </a:lnTo>
                  <a:lnTo>
                    <a:pt x="3157" y="2454"/>
                  </a:lnTo>
                  <a:lnTo>
                    <a:pt x="3157" y="2429"/>
                  </a:lnTo>
                  <a:lnTo>
                    <a:pt x="3170" y="2416"/>
                  </a:lnTo>
                  <a:lnTo>
                    <a:pt x="3298" y="2352"/>
                  </a:lnTo>
                  <a:lnTo>
                    <a:pt x="3323" y="2339"/>
                  </a:lnTo>
                  <a:lnTo>
                    <a:pt x="3617" y="2442"/>
                  </a:lnTo>
                  <a:lnTo>
                    <a:pt x="3770" y="2275"/>
                  </a:lnTo>
                  <a:lnTo>
                    <a:pt x="3783" y="2199"/>
                  </a:lnTo>
                  <a:lnTo>
                    <a:pt x="3796" y="2186"/>
                  </a:lnTo>
                  <a:lnTo>
                    <a:pt x="3937" y="2097"/>
                  </a:lnTo>
                  <a:lnTo>
                    <a:pt x="3860" y="1969"/>
                  </a:lnTo>
                  <a:lnTo>
                    <a:pt x="3617" y="1943"/>
                  </a:lnTo>
                  <a:lnTo>
                    <a:pt x="3604" y="1943"/>
                  </a:lnTo>
                  <a:lnTo>
                    <a:pt x="3464" y="1803"/>
                  </a:lnTo>
                  <a:lnTo>
                    <a:pt x="3451" y="1790"/>
                  </a:lnTo>
                  <a:lnTo>
                    <a:pt x="3451" y="1777"/>
                  </a:lnTo>
                  <a:lnTo>
                    <a:pt x="3476" y="1739"/>
                  </a:lnTo>
                  <a:lnTo>
                    <a:pt x="3668" y="1611"/>
                  </a:lnTo>
                  <a:lnTo>
                    <a:pt x="3566" y="1547"/>
                  </a:lnTo>
                  <a:lnTo>
                    <a:pt x="3259" y="1330"/>
                  </a:lnTo>
                  <a:lnTo>
                    <a:pt x="2965" y="1445"/>
                  </a:lnTo>
                  <a:lnTo>
                    <a:pt x="2940" y="1547"/>
                  </a:lnTo>
                  <a:lnTo>
                    <a:pt x="2927" y="1560"/>
                  </a:lnTo>
                  <a:lnTo>
                    <a:pt x="2914" y="1560"/>
                  </a:lnTo>
                  <a:lnTo>
                    <a:pt x="2646" y="1483"/>
                  </a:lnTo>
                  <a:lnTo>
                    <a:pt x="2467" y="1432"/>
                  </a:lnTo>
                  <a:lnTo>
                    <a:pt x="2454" y="1419"/>
                  </a:lnTo>
                  <a:lnTo>
                    <a:pt x="2211" y="1138"/>
                  </a:lnTo>
                  <a:lnTo>
                    <a:pt x="2211" y="1112"/>
                  </a:lnTo>
                  <a:lnTo>
                    <a:pt x="2301" y="793"/>
                  </a:lnTo>
                  <a:lnTo>
                    <a:pt x="2275" y="652"/>
                  </a:lnTo>
                  <a:lnTo>
                    <a:pt x="2186" y="640"/>
                  </a:lnTo>
                  <a:lnTo>
                    <a:pt x="2071" y="742"/>
                  </a:lnTo>
                  <a:lnTo>
                    <a:pt x="2058" y="742"/>
                  </a:lnTo>
                  <a:lnTo>
                    <a:pt x="2045" y="729"/>
                  </a:lnTo>
                  <a:lnTo>
                    <a:pt x="2019" y="576"/>
                  </a:lnTo>
                  <a:lnTo>
                    <a:pt x="1610" y="90"/>
                  </a:lnTo>
                  <a:lnTo>
                    <a:pt x="1521" y="77"/>
                  </a:lnTo>
                  <a:lnTo>
                    <a:pt x="13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8"/>
            <p:cNvSpPr/>
            <p:nvPr/>
          </p:nvSpPr>
          <p:spPr>
            <a:xfrm>
              <a:off x="5661900" y="3170125"/>
              <a:ext cx="5450" cy="7700"/>
            </a:xfrm>
            <a:custGeom>
              <a:rect b="b" l="l" r="r" t="t"/>
              <a:pathLst>
                <a:path extrusionOk="0" h="308" w="218">
                  <a:moveTo>
                    <a:pt x="129" y="0"/>
                  </a:moveTo>
                  <a:lnTo>
                    <a:pt x="90" y="64"/>
                  </a:lnTo>
                  <a:lnTo>
                    <a:pt x="1" y="64"/>
                  </a:lnTo>
                  <a:lnTo>
                    <a:pt x="1" y="128"/>
                  </a:lnTo>
                  <a:lnTo>
                    <a:pt x="103" y="230"/>
                  </a:lnTo>
                  <a:lnTo>
                    <a:pt x="90" y="307"/>
                  </a:lnTo>
                  <a:lnTo>
                    <a:pt x="192" y="205"/>
                  </a:lnTo>
                  <a:lnTo>
                    <a:pt x="218" y="51"/>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8"/>
            <p:cNvSpPr/>
            <p:nvPr/>
          </p:nvSpPr>
          <p:spPr>
            <a:xfrm>
              <a:off x="5668925" y="3357025"/>
              <a:ext cx="9950" cy="9950"/>
            </a:xfrm>
            <a:custGeom>
              <a:rect b="b" l="l" r="r" t="t"/>
              <a:pathLst>
                <a:path extrusionOk="0" h="398" w="398">
                  <a:moveTo>
                    <a:pt x="167" y="1"/>
                  </a:moveTo>
                  <a:lnTo>
                    <a:pt x="1" y="116"/>
                  </a:lnTo>
                  <a:lnTo>
                    <a:pt x="52" y="180"/>
                  </a:lnTo>
                  <a:lnTo>
                    <a:pt x="193" y="142"/>
                  </a:lnTo>
                  <a:lnTo>
                    <a:pt x="244" y="257"/>
                  </a:lnTo>
                  <a:lnTo>
                    <a:pt x="244" y="397"/>
                  </a:lnTo>
                  <a:lnTo>
                    <a:pt x="346" y="397"/>
                  </a:lnTo>
                  <a:lnTo>
                    <a:pt x="397" y="129"/>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78"/>
            <p:cNvSpPr/>
            <p:nvPr/>
          </p:nvSpPr>
          <p:spPr>
            <a:xfrm>
              <a:off x="6014650" y="2984475"/>
              <a:ext cx="4500" cy="4175"/>
            </a:xfrm>
            <a:custGeom>
              <a:rect b="b" l="l" r="r" t="t"/>
              <a:pathLst>
                <a:path extrusionOk="0" h="167" w="180">
                  <a:moveTo>
                    <a:pt x="179" y="1"/>
                  </a:moveTo>
                  <a:lnTo>
                    <a:pt x="1" y="65"/>
                  </a:lnTo>
                  <a:lnTo>
                    <a:pt x="179" y="167"/>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8"/>
            <p:cNvSpPr/>
            <p:nvPr/>
          </p:nvSpPr>
          <p:spPr>
            <a:xfrm>
              <a:off x="5666375" y="3323475"/>
              <a:ext cx="2575" cy="3550"/>
            </a:xfrm>
            <a:custGeom>
              <a:rect b="b" l="l" r="r" t="t"/>
              <a:pathLst>
                <a:path extrusionOk="0" h="142" w="103">
                  <a:moveTo>
                    <a:pt x="1" y="1"/>
                  </a:moveTo>
                  <a:lnTo>
                    <a:pt x="1" y="116"/>
                  </a:lnTo>
                  <a:lnTo>
                    <a:pt x="103" y="142"/>
                  </a:lnTo>
                  <a:lnTo>
                    <a:pt x="103" y="142"/>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8"/>
            <p:cNvSpPr/>
            <p:nvPr/>
          </p:nvSpPr>
          <p:spPr>
            <a:xfrm>
              <a:off x="5544950" y="3174925"/>
              <a:ext cx="4200" cy="8000"/>
            </a:xfrm>
            <a:custGeom>
              <a:rect b="b" l="l" r="r" t="t"/>
              <a:pathLst>
                <a:path extrusionOk="0" h="320" w="168">
                  <a:moveTo>
                    <a:pt x="90" y="0"/>
                  </a:moveTo>
                  <a:lnTo>
                    <a:pt x="1" y="320"/>
                  </a:lnTo>
                  <a:lnTo>
                    <a:pt x="1" y="320"/>
                  </a:lnTo>
                  <a:lnTo>
                    <a:pt x="167" y="166"/>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8"/>
            <p:cNvSpPr/>
            <p:nvPr/>
          </p:nvSpPr>
          <p:spPr>
            <a:xfrm>
              <a:off x="3703900" y="2268450"/>
              <a:ext cx="56900" cy="49225"/>
            </a:xfrm>
            <a:custGeom>
              <a:rect b="b" l="l" r="r" t="t"/>
              <a:pathLst>
                <a:path extrusionOk="0" h="1969" w="2276">
                  <a:moveTo>
                    <a:pt x="1292" y="1"/>
                  </a:moveTo>
                  <a:lnTo>
                    <a:pt x="1177" y="116"/>
                  </a:lnTo>
                  <a:lnTo>
                    <a:pt x="1164" y="128"/>
                  </a:lnTo>
                  <a:lnTo>
                    <a:pt x="717" y="243"/>
                  </a:lnTo>
                  <a:lnTo>
                    <a:pt x="704" y="243"/>
                  </a:lnTo>
                  <a:lnTo>
                    <a:pt x="538" y="116"/>
                  </a:lnTo>
                  <a:lnTo>
                    <a:pt x="397" y="116"/>
                  </a:lnTo>
                  <a:lnTo>
                    <a:pt x="282" y="141"/>
                  </a:lnTo>
                  <a:lnTo>
                    <a:pt x="167" y="179"/>
                  </a:lnTo>
                  <a:lnTo>
                    <a:pt x="65" y="218"/>
                  </a:lnTo>
                  <a:lnTo>
                    <a:pt x="1" y="435"/>
                  </a:lnTo>
                  <a:lnTo>
                    <a:pt x="141" y="537"/>
                  </a:lnTo>
                  <a:lnTo>
                    <a:pt x="333" y="525"/>
                  </a:lnTo>
                  <a:lnTo>
                    <a:pt x="359" y="537"/>
                  </a:lnTo>
                  <a:lnTo>
                    <a:pt x="397" y="767"/>
                  </a:lnTo>
                  <a:lnTo>
                    <a:pt x="691" y="1074"/>
                  </a:lnTo>
                  <a:lnTo>
                    <a:pt x="857" y="1061"/>
                  </a:lnTo>
                  <a:lnTo>
                    <a:pt x="883" y="1087"/>
                  </a:lnTo>
                  <a:lnTo>
                    <a:pt x="1023" y="1470"/>
                  </a:lnTo>
                  <a:lnTo>
                    <a:pt x="1241" y="1330"/>
                  </a:lnTo>
                  <a:lnTo>
                    <a:pt x="1279" y="1330"/>
                  </a:lnTo>
                  <a:lnTo>
                    <a:pt x="1381" y="1547"/>
                  </a:lnTo>
                  <a:lnTo>
                    <a:pt x="1662" y="1879"/>
                  </a:lnTo>
                  <a:lnTo>
                    <a:pt x="2020" y="1969"/>
                  </a:lnTo>
                  <a:lnTo>
                    <a:pt x="1943" y="1866"/>
                  </a:lnTo>
                  <a:lnTo>
                    <a:pt x="1943" y="1854"/>
                  </a:lnTo>
                  <a:lnTo>
                    <a:pt x="1892" y="1611"/>
                  </a:lnTo>
                  <a:lnTo>
                    <a:pt x="1905" y="1585"/>
                  </a:lnTo>
                  <a:lnTo>
                    <a:pt x="2250" y="1227"/>
                  </a:lnTo>
                  <a:lnTo>
                    <a:pt x="2276" y="946"/>
                  </a:lnTo>
                  <a:lnTo>
                    <a:pt x="2097" y="729"/>
                  </a:lnTo>
                  <a:lnTo>
                    <a:pt x="1854" y="256"/>
                  </a:lnTo>
                  <a:lnTo>
                    <a:pt x="1483" y="26"/>
                  </a:lnTo>
                  <a:lnTo>
                    <a:pt x="12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8"/>
            <p:cNvSpPr/>
            <p:nvPr/>
          </p:nvSpPr>
          <p:spPr>
            <a:xfrm>
              <a:off x="3786675" y="3356400"/>
              <a:ext cx="40275" cy="24950"/>
            </a:xfrm>
            <a:custGeom>
              <a:rect b="b" l="l" r="r" t="t"/>
              <a:pathLst>
                <a:path extrusionOk="0" h="998" w="1611">
                  <a:moveTo>
                    <a:pt x="371" y="0"/>
                  </a:moveTo>
                  <a:lnTo>
                    <a:pt x="358" y="282"/>
                  </a:lnTo>
                  <a:lnTo>
                    <a:pt x="166" y="435"/>
                  </a:lnTo>
                  <a:lnTo>
                    <a:pt x="0" y="857"/>
                  </a:lnTo>
                  <a:lnTo>
                    <a:pt x="256" y="921"/>
                  </a:lnTo>
                  <a:lnTo>
                    <a:pt x="268" y="972"/>
                  </a:lnTo>
                  <a:lnTo>
                    <a:pt x="1598" y="997"/>
                  </a:lnTo>
                  <a:lnTo>
                    <a:pt x="1610" y="141"/>
                  </a:lnTo>
                  <a:lnTo>
                    <a:pt x="1585" y="141"/>
                  </a:lnTo>
                  <a:lnTo>
                    <a:pt x="1572" y="154"/>
                  </a:lnTo>
                  <a:lnTo>
                    <a:pt x="831" y="90"/>
                  </a:lnTo>
                  <a:lnTo>
                    <a:pt x="818" y="90"/>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8"/>
            <p:cNvSpPr/>
            <p:nvPr/>
          </p:nvSpPr>
          <p:spPr>
            <a:xfrm>
              <a:off x="3772600" y="3117075"/>
              <a:ext cx="157550" cy="249250"/>
            </a:xfrm>
            <a:custGeom>
              <a:rect b="b" l="l" r="r" t="t"/>
              <a:pathLst>
                <a:path extrusionOk="0" h="9970" w="6302">
                  <a:moveTo>
                    <a:pt x="4206" y="1"/>
                  </a:moveTo>
                  <a:lnTo>
                    <a:pt x="4308" y="295"/>
                  </a:lnTo>
                  <a:lnTo>
                    <a:pt x="4461" y="793"/>
                  </a:lnTo>
                  <a:lnTo>
                    <a:pt x="4883" y="1023"/>
                  </a:lnTo>
                  <a:lnTo>
                    <a:pt x="4883" y="1036"/>
                  </a:lnTo>
                  <a:lnTo>
                    <a:pt x="5151" y="1240"/>
                  </a:lnTo>
                  <a:lnTo>
                    <a:pt x="5164" y="1266"/>
                  </a:lnTo>
                  <a:lnTo>
                    <a:pt x="5164" y="1304"/>
                  </a:lnTo>
                  <a:lnTo>
                    <a:pt x="5075" y="1777"/>
                  </a:lnTo>
                  <a:lnTo>
                    <a:pt x="5062" y="1803"/>
                  </a:lnTo>
                  <a:lnTo>
                    <a:pt x="5049" y="1816"/>
                  </a:lnTo>
                  <a:lnTo>
                    <a:pt x="4538" y="2097"/>
                  </a:lnTo>
                  <a:lnTo>
                    <a:pt x="4384" y="2659"/>
                  </a:lnTo>
                  <a:lnTo>
                    <a:pt x="4384" y="2672"/>
                  </a:lnTo>
                  <a:lnTo>
                    <a:pt x="4142" y="3221"/>
                  </a:lnTo>
                  <a:lnTo>
                    <a:pt x="4129" y="3234"/>
                  </a:lnTo>
                  <a:lnTo>
                    <a:pt x="4116" y="3247"/>
                  </a:lnTo>
                  <a:lnTo>
                    <a:pt x="3809" y="3349"/>
                  </a:lnTo>
                  <a:lnTo>
                    <a:pt x="3797" y="3515"/>
                  </a:lnTo>
                  <a:lnTo>
                    <a:pt x="3797" y="3541"/>
                  </a:lnTo>
                  <a:lnTo>
                    <a:pt x="3145" y="4691"/>
                  </a:lnTo>
                  <a:lnTo>
                    <a:pt x="3145" y="5113"/>
                  </a:lnTo>
                  <a:lnTo>
                    <a:pt x="3132" y="5139"/>
                  </a:lnTo>
                  <a:lnTo>
                    <a:pt x="2608" y="6008"/>
                  </a:lnTo>
                  <a:lnTo>
                    <a:pt x="2582" y="6033"/>
                  </a:lnTo>
                  <a:lnTo>
                    <a:pt x="2391" y="6097"/>
                  </a:lnTo>
                  <a:lnTo>
                    <a:pt x="2365" y="6097"/>
                  </a:lnTo>
                  <a:lnTo>
                    <a:pt x="2340" y="6084"/>
                  </a:lnTo>
                  <a:lnTo>
                    <a:pt x="1982" y="5688"/>
                  </a:lnTo>
                  <a:lnTo>
                    <a:pt x="1752" y="5765"/>
                  </a:lnTo>
                  <a:lnTo>
                    <a:pt x="1726" y="5765"/>
                  </a:lnTo>
                  <a:lnTo>
                    <a:pt x="1317" y="5675"/>
                  </a:lnTo>
                  <a:lnTo>
                    <a:pt x="384" y="6711"/>
                  </a:lnTo>
                  <a:lnTo>
                    <a:pt x="384" y="6877"/>
                  </a:lnTo>
                  <a:lnTo>
                    <a:pt x="371" y="6915"/>
                  </a:lnTo>
                  <a:lnTo>
                    <a:pt x="26" y="7413"/>
                  </a:lnTo>
                  <a:lnTo>
                    <a:pt x="1" y="7452"/>
                  </a:lnTo>
                  <a:lnTo>
                    <a:pt x="65" y="7567"/>
                  </a:lnTo>
                  <a:lnTo>
                    <a:pt x="359" y="7541"/>
                  </a:lnTo>
                  <a:lnTo>
                    <a:pt x="333" y="7669"/>
                  </a:lnTo>
                  <a:lnTo>
                    <a:pt x="537" y="8001"/>
                  </a:lnTo>
                  <a:lnTo>
                    <a:pt x="883" y="8014"/>
                  </a:lnTo>
                  <a:lnTo>
                    <a:pt x="831" y="8231"/>
                  </a:lnTo>
                  <a:lnTo>
                    <a:pt x="1049" y="8500"/>
                  </a:lnTo>
                  <a:lnTo>
                    <a:pt x="1074" y="8985"/>
                  </a:lnTo>
                  <a:lnTo>
                    <a:pt x="1151" y="9113"/>
                  </a:lnTo>
                  <a:lnTo>
                    <a:pt x="1036" y="9267"/>
                  </a:lnTo>
                  <a:lnTo>
                    <a:pt x="1049" y="9458"/>
                  </a:lnTo>
                  <a:lnTo>
                    <a:pt x="1036" y="9471"/>
                  </a:lnTo>
                  <a:lnTo>
                    <a:pt x="1253" y="9471"/>
                  </a:lnTo>
                  <a:lnTo>
                    <a:pt x="1419" y="9561"/>
                  </a:lnTo>
                  <a:lnTo>
                    <a:pt x="2135" y="9612"/>
                  </a:lnTo>
                  <a:lnTo>
                    <a:pt x="2301" y="9561"/>
                  </a:lnTo>
                  <a:lnTo>
                    <a:pt x="2902" y="9561"/>
                  </a:lnTo>
                  <a:lnTo>
                    <a:pt x="3209" y="9446"/>
                  </a:lnTo>
                  <a:lnTo>
                    <a:pt x="3234" y="9433"/>
                  </a:lnTo>
                  <a:lnTo>
                    <a:pt x="3260" y="9446"/>
                  </a:lnTo>
                  <a:lnTo>
                    <a:pt x="3400" y="9548"/>
                  </a:lnTo>
                  <a:lnTo>
                    <a:pt x="3822" y="9548"/>
                  </a:lnTo>
                  <a:lnTo>
                    <a:pt x="5266" y="9561"/>
                  </a:lnTo>
                  <a:lnTo>
                    <a:pt x="5279" y="9561"/>
                  </a:lnTo>
                  <a:lnTo>
                    <a:pt x="5956" y="9752"/>
                  </a:lnTo>
                  <a:lnTo>
                    <a:pt x="5982" y="9765"/>
                  </a:lnTo>
                  <a:lnTo>
                    <a:pt x="6161" y="9970"/>
                  </a:lnTo>
                  <a:lnTo>
                    <a:pt x="6174" y="9139"/>
                  </a:lnTo>
                  <a:lnTo>
                    <a:pt x="6187" y="9100"/>
                  </a:lnTo>
                  <a:lnTo>
                    <a:pt x="6302" y="8973"/>
                  </a:lnTo>
                  <a:lnTo>
                    <a:pt x="5714" y="8653"/>
                  </a:lnTo>
                  <a:lnTo>
                    <a:pt x="5688" y="8628"/>
                  </a:lnTo>
                  <a:lnTo>
                    <a:pt x="5356" y="7733"/>
                  </a:lnTo>
                  <a:lnTo>
                    <a:pt x="4998" y="7120"/>
                  </a:lnTo>
                  <a:lnTo>
                    <a:pt x="4985" y="7094"/>
                  </a:lnTo>
                  <a:lnTo>
                    <a:pt x="4998" y="7068"/>
                  </a:lnTo>
                  <a:lnTo>
                    <a:pt x="5394" y="6353"/>
                  </a:lnTo>
                  <a:lnTo>
                    <a:pt x="5407" y="6340"/>
                  </a:lnTo>
                  <a:lnTo>
                    <a:pt x="5496" y="6263"/>
                  </a:lnTo>
                  <a:lnTo>
                    <a:pt x="5496" y="5841"/>
                  </a:lnTo>
                  <a:lnTo>
                    <a:pt x="5509" y="5803"/>
                  </a:lnTo>
                  <a:lnTo>
                    <a:pt x="5701" y="5509"/>
                  </a:lnTo>
                  <a:lnTo>
                    <a:pt x="5854" y="4921"/>
                  </a:lnTo>
                  <a:lnTo>
                    <a:pt x="5624" y="4589"/>
                  </a:lnTo>
                  <a:lnTo>
                    <a:pt x="5202" y="4257"/>
                  </a:lnTo>
                  <a:lnTo>
                    <a:pt x="5190" y="4244"/>
                  </a:lnTo>
                  <a:lnTo>
                    <a:pt x="4640" y="3451"/>
                  </a:lnTo>
                  <a:lnTo>
                    <a:pt x="4640" y="3426"/>
                  </a:lnTo>
                  <a:lnTo>
                    <a:pt x="4640" y="3400"/>
                  </a:lnTo>
                  <a:lnTo>
                    <a:pt x="4730" y="3158"/>
                  </a:lnTo>
                  <a:lnTo>
                    <a:pt x="4742" y="3132"/>
                  </a:lnTo>
                  <a:lnTo>
                    <a:pt x="4755" y="3119"/>
                  </a:lnTo>
                  <a:lnTo>
                    <a:pt x="5202" y="2927"/>
                  </a:lnTo>
                  <a:lnTo>
                    <a:pt x="5241" y="2927"/>
                  </a:lnTo>
                  <a:lnTo>
                    <a:pt x="5790" y="3094"/>
                  </a:lnTo>
                  <a:lnTo>
                    <a:pt x="5790" y="3094"/>
                  </a:lnTo>
                  <a:lnTo>
                    <a:pt x="5445" y="1982"/>
                  </a:lnTo>
                  <a:lnTo>
                    <a:pt x="5432" y="1956"/>
                  </a:lnTo>
                  <a:lnTo>
                    <a:pt x="5484" y="1458"/>
                  </a:lnTo>
                  <a:lnTo>
                    <a:pt x="5075" y="883"/>
                  </a:lnTo>
                  <a:lnTo>
                    <a:pt x="5062" y="870"/>
                  </a:lnTo>
                  <a:lnTo>
                    <a:pt x="5011" y="422"/>
                  </a:lnTo>
                  <a:lnTo>
                    <a:pt x="4870" y="256"/>
                  </a:lnTo>
                  <a:lnTo>
                    <a:pt x="4730" y="244"/>
                  </a:lnTo>
                  <a:lnTo>
                    <a:pt x="4704" y="244"/>
                  </a:lnTo>
                  <a:lnTo>
                    <a:pt x="420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8"/>
            <p:cNvSpPr/>
            <p:nvPr/>
          </p:nvSpPr>
          <p:spPr>
            <a:xfrm>
              <a:off x="3658225" y="3111650"/>
              <a:ext cx="240925" cy="199400"/>
            </a:xfrm>
            <a:custGeom>
              <a:rect b="b" l="l" r="r" t="t"/>
              <a:pathLst>
                <a:path extrusionOk="0" h="7976" w="9637">
                  <a:moveTo>
                    <a:pt x="2454" y="0"/>
                  </a:moveTo>
                  <a:lnTo>
                    <a:pt x="2058" y="90"/>
                  </a:lnTo>
                  <a:lnTo>
                    <a:pt x="2045" y="90"/>
                  </a:lnTo>
                  <a:lnTo>
                    <a:pt x="1649" y="39"/>
                  </a:lnTo>
                  <a:lnTo>
                    <a:pt x="1355" y="192"/>
                  </a:lnTo>
                  <a:lnTo>
                    <a:pt x="1240" y="729"/>
                  </a:lnTo>
                  <a:lnTo>
                    <a:pt x="1214" y="755"/>
                  </a:lnTo>
                  <a:lnTo>
                    <a:pt x="946" y="997"/>
                  </a:lnTo>
                  <a:lnTo>
                    <a:pt x="741" y="1790"/>
                  </a:lnTo>
                  <a:lnTo>
                    <a:pt x="895" y="2160"/>
                  </a:lnTo>
                  <a:lnTo>
                    <a:pt x="895" y="2173"/>
                  </a:lnTo>
                  <a:lnTo>
                    <a:pt x="895" y="2199"/>
                  </a:lnTo>
                  <a:lnTo>
                    <a:pt x="729" y="2595"/>
                  </a:lnTo>
                  <a:lnTo>
                    <a:pt x="805" y="2876"/>
                  </a:lnTo>
                  <a:lnTo>
                    <a:pt x="805" y="2902"/>
                  </a:lnTo>
                  <a:lnTo>
                    <a:pt x="793" y="2927"/>
                  </a:lnTo>
                  <a:lnTo>
                    <a:pt x="422" y="3464"/>
                  </a:lnTo>
                  <a:lnTo>
                    <a:pt x="422" y="3643"/>
                  </a:lnTo>
                  <a:lnTo>
                    <a:pt x="409" y="3668"/>
                  </a:lnTo>
                  <a:lnTo>
                    <a:pt x="396" y="3681"/>
                  </a:lnTo>
                  <a:lnTo>
                    <a:pt x="13" y="3988"/>
                  </a:lnTo>
                  <a:lnTo>
                    <a:pt x="0" y="4947"/>
                  </a:lnTo>
                  <a:lnTo>
                    <a:pt x="102" y="5049"/>
                  </a:lnTo>
                  <a:lnTo>
                    <a:pt x="115" y="5062"/>
                  </a:lnTo>
                  <a:lnTo>
                    <a:pt x="115" y="5087"/>
                  </a:lnTo>
                  <a:lnTo>
                    <a:pt x="102" y="6084"/>
                  </a:lnTo>
                  <a:lnTo>
                    <a:pt x="128" y="6084"/>
                  </a:lnTo>
                  <a:lnTo>
                    <a:pt x="332" y="6161"/>
                  </a:lnTo>
                  <a:lnTo>
                    <a:pt x="499" y="6033"/>
                  </a:lnTo>
                  <a:lnTo>
                    <a:pt x="690" y="6033"/>
                  </a:lnTo>
                  <a:lnTo>
                    <a:pt x="754" y="6212"/>
                  </a:lnTo>
                  <a:lnTo>
                    <a:pt x="1163" y="6237"/>
                  </a:lnTo>
                  <a:lnTo>
                    <a:pt x="1432" y="6301"/>
                  </a:lnTo>
                  <a:lnTo>
                    <a:pt x="1674" y="6685"/>
                  </a:lnTo>
                  <a:lnTo>
                    <a:pt x="1815" y="6659"/>
                  </a:lnTo>
                  <a:lnTo>
                    <a:pt x="1815" y="6710"/>
                  </a:lnTo>
                  <a:lnTo>
                    <a:pt x="1917" y="6864"/>
                  </a:lnTo>
                  <a:lnTo>
                    <a:pt x="1917" y="6953"/>
                  </a:lnTo>
                  <a:lnTo>
                    <a:pt x="2020" y="7068"/>
                  </a:lnTo>
                  <a:lnTo>
                    <a:pt x="2020" y="7477"/>
                  </a:lnTo>
                  <a:lnTo>
                    <a:pt x="2147" y="7567"/>
                  </a:lnTo>
                  <a:lnTo>
                    <a:pt x="2301" y="7886"/>
                  </a:lnTo>
                  <a:lnTo>
                    <a:pt x="2416" y="7976"/>
                  </a:lnTo>
                  <a:lnTo>
                    <a:pt x="2710" y="7924"/>
                  </a:lnTo>
                  <a:lnTo>
                    <a:pt x="2940" y="7937"/>
                  </a:lnTo>
                  <a:lnTo>
                    <a:pt x="3119" y="7809"/>
                  </a:lnTo>
                  <a:lnTo>
                    <a:pt x="3221" y="7873"/>
                  </a:lnTo>
                  <a:lnTo>
                    <a:pt x="3374" y="7784"/>
                  </a:lnTo>
                  <a:lnTo>
                    <a:pt x="3489" y="7809"/>
                  </a:lnTo>
                  <a:lnTo>
                    <a:pt x="3668" y="7694"/>
                  </a:lnTo>
                  <a:lnTo>
                    <a:pt x="3949" y="7707"/>
                  </a:lnTo>
                  <a:lnTo>
                    <a:pt x="4384" y="7771"/>
                  </a:lnTo>
                  <a:lnTo>
                    <a:pt x="4346" y="7515"/>
                  </a:lnTo>
                  <a:lnTo>
                    <a:pt x="4499" y="7579"/>
                  </a:lnTo>
                  <a:lnTo>
                    <a:pt x="4844" y="7081"/>
                  </a:lnTo>
                  <a:lnTo>
                    <a:pt x="4844" y="6902"/>
                  </a:lnTo>
                  <a:lnTo>
                    <a:pt x="4870" y="6864"/>
                  </a:lnTo>
                  <a:lnTo>
                    <a:pt x="5828" y="5803"/>
                  </a:lnTo>
                  <a:lnTo>
                    <a:pt x="5854" y="5790"/>
                  </a:lnTo>
                  <a:lnTo>
                    <a:pt x="5879" y="5790"/>
                  </a:lnTo>
                  <a:lnTo>
                    <a:pt x="6314" y="5880"/>
                  </a:lnTo>
                  <a:lnTo>
                    <a:pt x="6557" y="5790"/>
                  </a:lnTo>
                  <a:lnTo>
                    <a:pt x="6582" y="5790"/>
                  </a:lnTo>
                  <a:lnTo>
                    <a:pt x="6608" y="5816"/>
                  </a:lnTo>
                  <a:lnTo>
                    <a:pt x="6966" y="6199"/>
                  </a:lnTo>
                  <a:lnTo>
                    <a:pt x="7093" y="6148"/>
                  </a:lnTo>
                  <a:lnTo>
                    <a:pt x="7605" y="5304"/>
                  </a:lnTo>
                  <a:lnTo>
                    <a:pt x="7605" y="4895"/>
                  </a:lnTo>
                  <a:lnTo>
                    <a:pt x="7617" y="4870"/>
                  </a:lnTo>
                  <a:lnTo>
                    <a:pt x="8269" y="3720"/>
                  </a:lnTo>
                  <a:lnTo>
                    <a:pt x="8269" y="3528"/>
                  </a:lnTo>
                  <a:lnTo>
                    <a:pt x="8282" y="3490"/>
                  </a:lnTo>
                  <a:lnTo>
                    <a:pt x="8308" y="3477"/>
                  </a:lnTo>
                  <a:lnTo>
                    <a:pt x="8627" y="3375"/>
                  </a:lnTo>
                  <a:lnTo>
                    <a:pt x="8857" y="2851"/>
                  </a:lnTo>
                  <a:lnTo>
                    <a:pt x="9011" y="2263"/>
                  </a:lnTo>
                  <a:lnTo>
                    <a:pt x="9023" y="2250"/>
                  </a:lnTo>
                  <a:lnTo>
                    <a:pt x="9036" y="2237"/>
                  </a:lnTo>
                  <a:lnTo>
                    <a:pt x="9547" y="1956"/>
                  </a:lnTo>
                  <a:lnTo>
                    <a:pt x="9637" y="1521"/>
                  </a:lnTo>
                  <a:lnTo>
                    <a:pt x="9394" y="1342"/>
                  </a:lnTo>
                  <a:lnTo>
                    <a:pt x="8959" y="1087"/>
                  </a:lnTo>
                  <a:lnTo>
                    <a:pt x="8934" y="1061"/>
                  </a:lnTo>
                  <a:lnTo>
                    <a:pt x="8781" y="550"/>
                  </a:lnTo>
                  <a:lnTo>
                    <a:pt x="8653" y="179"/>
                  </a:lnTo>
                  <a:lnTo>
                    <a:pt x="8269" y="294"/>
                  </a:lnTo>
                  <a:lnTo>
                    <a:pt x="8014" y="639"/>
                  </a:lnTo>
                  <a:lnTo>
                    <a:pt x="8001" y="652"/>
                  </a:lnTo>
                  <a:lnTo>
                    <a:pt x="7975" y="665"/>
                  </a:lnTo>
                  <a:lnTo>
                    <a:pt x="7630" y="691"/>
                  </a:lnTo>
                  <a:lnTo>
                    <a:pt x="7592" y="691"/>
                  </a:lnTo>
                  <a:lnTo>
                    <a:pt x="7451" y="588"/>
                  </a:lnTo>
                  <a:lnTo>
                    <a:pt x="6020" y="550"/>
                  </a:lnTo>
                  <a:lnTo>
                    <a:pt x="5688" y="818"/>
                  </a:lnTo>
                  <a:lnTo>
                    <a:pt x="5662" y="831"/>
                  </a:lnTo>
                  <a:lnTo>
                    <a:pt x="4857" y="895"/>
                  </a:lnTo>
                  <a:lnTo>
                    <a:pt x="4831" y="895"/>
                  </a:lnTo>
                  <a:lnTo>
                    <a:pt x="4819" y="882"/>
                  </a:lnTo>
                  <a:lnTo>
                    <a:pt x="4358" y="524"/>
                  </a:lnTo>
                  <a:lnTo>
                    <a:pt x="3451" y="665"/>
                  </a:lnTo>
                  <a:lnTo>
                    <a:pt x="3425" y="665"/>
                  </a:lnTo>
                  <a:lnTo>
                    <a:pt x="3400" y="639"/>
                  </a:lnTo>
                  <a:lnTo>
                    <a:pt x="3068" y="269"/>
                  </a:lnTo>
                  <a:lnTo>
                    <a:pt x="2620" y="90"/>
                  </a:lnTo>
                  <a:lnTo>
                    <a:pt x="2620" y="77"/>
                  </a:lnTo>
                  <a:lnTo>
                    <a:pt x="24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8"/>
            <p:cNvSpPr/>
            <p:nvPr/>
          </p:nvSpPr>
          <p:spPr>
            <a:xfrm>
              <a:off x="3622100" y="3141050"/>
              <a:ext cx="55625" cy="129425"/>
            </a:xfrm>
            <a:custGeom>
              <a:rect b="b" l="l" r="r" t="t"/>
              <a:pathLst>
                <a:path extrusionOk="0" h="5177" w="2225">
                  <a:moveTo>
                    <a:pt x="1650" y="0"/>
                  </a:moveTo>
                  <a:lnTo>
                    <a:pt x="1113" y="384"/>
                  </a:lnTo>
                  <a:lnTo>
                    <a:pt x="1062" y="716"/>
                  </a:lnTo>
                  <a:lnTo>
                    <a:pt x="1036" y="754"/>
                  </a:lnTo>
                  <a:lnTo>
                    <a:pt x="998" y="767"/>
                  </a:lnTo>
                  <a:lnTo>
                    <a:pt x="410" y="754"/>
                  </a:lnTo>
                  <a:lnTo>
                    <a:pt x="116" y="1138"/>
                  </a:lnTo>
                  <a:lnTo>
                    <a:pt x="90" y="1151"/>
                  </a:lnTo>
                  <a:lnTo>
                    <a:pt x="39" y="1151"/>
                  </a:lnTo>
                  <a:lnTo>
                    <a:pt x="1" y="1329"/>
                  </a:lnTo>
                  <a:lnTo>
                    <a:pt x="333" y="1828"/>
                  </a:lnTo>
                  <a:lnTo>
                    <a:pt x="346" y="1866"/>
                  </a:lnTo>
                  <a:lnTo>
                    <a:pt x="333" y="2390"/>
                  </a:lnTo>
                  <a:lnTo>
                    <a:pt x="589" y="2825"/>
                  </a:lnTo>
                  <a:lnTo>
                    <a:pt x="602" y="2850"/>
                  </a:lnTo>
                  <a:lnTo>
                    <a:pt x="653" y="3515"/>
                  </a:lnTo>
                  <a:lnTo>
                    <a:pt x="640" y="3540"/>
                  </a:lnTo>
                  <a:lnTo>
                    <a:pt x="627" y="3553"/>
                  </a:lnTo>
                  <a:lnTo>
                    <a:pt x="551" y="3617"/>
                  </a:lnTo>
                  <a:lnTo>
                    <a:pt x="538" y="4640"/>
                  </a:lnTo>
                  <a:lnTo>
                    <a:pt x="653" y="5176"/>
                  </a:lnTo>
                  <a:lnTo>
                    <a:pt x="781" y="5176"/>
                  </a:lnTo>
                  <a:lnTo>
                    <a:pt x="985" y="5100"/>
                  </a:lnTo>
                  <a:lnTo>
                    <a:pt x="1330" y="5061"/>
                  </a:lnTo>
                  <a:lnTo>
                    <a:pt x="1087" y="4959"/>
                  </a:lnTo>
                  <a:lnTo>
                    <a:pt x="1164" y="4844"/>
                  </a:lnTo>
                  <a:lnTo>
                    <a:pt x="1432" y="4895"/>
                  </a:lnTo>
                  <a:lnTo>
                    <a:pt x="1445" y="3937"/>
                  </a:lnTo>
                  <a:lnTo>
                    <a:pt x="1343" y="3834"/>
                  </a:lnTo>
                  <a:lnTo>
                    <a:pt x="1330" y="3822"/>
                  </a:lnTo>
                  <a:lnTo>
                    <a:pt x="1330" y="3796"/>
                  </a:lnTo>
                  <a:lnTo>
                    <a:pt x="1343" y="2786"/>
                  </a:lnTo>
                  <a:lnTo>
                    <a:pt x="1343" y="2761"/>
                  </a:lnTo>
                  <a:lnTo>
                    <a:pt x="1369" y="2735"/>
                  </a:lnTo>
                  <a:lnTo>
                    <a:pt x="1752" y="2441"/>
                  </a:lnTo>
                  <a:lnTo>
                    <a:pt x="1752" y="2275"/>
                  </a:lnTo>
                  <a:lnTo>
                    <a:pt x="1765" y="2250"/>
                  </a:lnTo>
                  <a:lnTo>
                    <a:pt x="2135" y="1713"/>
                  </a:lnTo>
                  <a:lnTo>
                    <a:pt x="2059" y="1432"/>
                  </a:lnTo>
                  <a:lnTo>
                    <a:pt x="2059" y="1393"/>
                  </a:lnTo>
                  <a:lnTo>
                    <a:pt x="2225" y="997"/>
                  </a:lnTo>
                  <a:lnTo>
                    <a:pt x="2071" y="639"/>
                  </a:lnTo>
                  <a:lnTo>
                    <a:pt x="1918" y="205"/>
                  </a:lnTo>
                  <a:lnTo>
                    <a:pt x="16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8"/>
            <p:cNvSpPr/>
            <p:nvPr/>
          </p:nvSpPr>
          <p:spPr>
            <a:xfrm>
              <a:off x="3778350" y="3355750"/>
              <a:ext cx="116650" cy="129750"/>
            </a:xfrm>
            <a:custGeom>
              <a:rect b="b" l="l" r="r" t="t"/>
              <a:pathLst>
                <a:path extrusionOk="0" h="5190" w="4666">
                  <a:moveTo>
                    <a:pt x="2991" y="1"/>
                  </a:moveTo>
                  <a:lnTo>
                    <a:pt x="2697" y="116"/>
                  </a:lnTo>
                  <a:lnTo>
                    <a:pt x="2672" y="129"/>
                  </a:lnTo>
                  <a:lnTo>
                    <a:pt x="2097" y="116"/>
                  </a:lnTo>
                  <a:lnTo>
                    <a:pt x="2058" y="129"/>
                  </a:lnTo>
                  <a:lnTo>
                    <a:pt x="2046" y="1074"/>
                  </a:lnTo>
                  <a:lnTo>
                    <a:pt x="2046" y="1100"/>
                  </a:lnTo>
                  <a:lnTo>
                    <a:pt x="2033" y="1113"/>
                  </a:lnTo>
                  <a:lnTo>
                    <a:pt x="2007" y="1126"/>
                  </a:lnTo>
                  <a:lnTo>
                    <a:pt x="1995" y="1126"/>
                  </a:lnTo>
                  <a:lnTo>
                    <a:pt x="614" y="1113"/>
                  </a:lnTo>
                  <a:lnTo>
                    <a:pt x="640" y="1292"/>
                  </a:lnTo>
                  <a:lnTo>
                    <a:pt x="589" y="1394"/>
                  </a:lnTo>
                  <a:lnTo>
                    <a:pt x="397" y="1368"/>
                  </a:lnTo>
                  <a:lnTo>
                    <a:pt x="550" y="1534"/>
                  </a:lnTo>
                  <a:lnTo>
                    <a:pt x="870" y="1637"/>
                  </a:lnTo>
                  <a:lnTo>
                    <a:pt x="806" y="1765"/>
                  </a:lnTo>
                  <a:lnTo>
                    <a:pt x="550" y="1752"/>
                  </a:lnTo>
                  <a:lnTo>
                    <a:pt x="333" y="1637"/>
                  </a:lnTo>
                  <a:lnTo>
                    <a:pt x="346" y="1905"/>
                  </a:lnTo>
                  <a:lnTo>
                    <a:pt x="231" y="2493"/>
                  </a:lnTo>
                  <a:lnTo>
                    <a:pt x="346" y="2698"/>
                  </a:lnTo>
                  <a:lnTo>
                    <a:pt x="269" y="2749"/>
                  </a:lnTo>
                  <a:lnTo>
                    <a:pt x="1" y="2570"/>
                  </a:lnTo>
                  <a:lnTo>
                    <a:pt x="295" y="3145"/>
                  </a:lnTo>
                  <a:lnTo>
                    <a:pt x="52" y="2966"/>
                  </a:lnTo>
                  <a:lnTo>
                    <a:pt x="320" y="3541"/>
                  </a:lnTo>
                  <a:lnTo>
                    <a:pt x="512" y="3822"/>
                  </a:lnTo>
                  <a:lnTo>
                    <a:pt x="755" y="3950"/>
                  </a:lnTo>
                  <a:lnTo>
                    <a:pt x="653" y="4065"/>
                  </a:lnTo>
                  <a:lnTo>
                    <a:pt x="780" y="4142"/>
                  </a:lnTo>
                  <a:lnTo>
                    <a:pt x="1215" y="4359"/>
                  </a:lnTo>
                  <a:lnTo>
                    <a:pt x="1483" y="4589"/>
                  </a:lnTo>
                  <a:lnTo>
                    <a:pt x="1905" y="4717"/>
                  </a:lnTo>
                  <a:lnTo>
                    <a:pt x="1892" y="4883"/>
                  </a:lnTo>
                  <a:lnTo>
                    <a:pt x="1713" y="4806"/>
                  </a:lnTo>
                  <a:lnTo>
                    <a:pt x="1470" y="4768"/>
                  </a:lnTo>
                  <a:lnTo>
                    <a:pt x="1470" y="4768"/>
                  </a:lnTo>
                  <a:lnTo>
                    <a:pt x="1879" y="5151"/>
                  </a:lnTo>
                  <a:lnTo>
                    <a:pt x="1918" y="5190"/>
                  </a:lnTo>
                  <a:lnTo>
                    <a:pt x="2071" y="4768"/>
                  </a:lnTo>
                  <a:lnTo>
                    <a:pt x="2097" y="4742"/>
                  </a:lnTo>
                  <a:lnTo>
                    <a:pt x="2135" y="4730"/>
                  </a:lnTo>
                  <a:lnTo>
                    <a:pt x="2519" y="4806"/>
                  </a:lnTo>
                  <a:lnTo>
                    <a:pt x="2544" y="4410"/>
                  </a:lnTo>
                  <a:lnTo>
                    <a:pt x="2314" y="4295"/>
                  </a:lnTo>
                  <a:lnTo>
                    <a:pt x="2301" y="4282"/>
                  </a:lnTo>
                  <a:lnTo>
                    <a:pt x="2288" y="4257"/>
                  </a:lnTo>
                  <a:lnTo>
                    <a:pt x="2237" y="4027"/>
                  </a:lnTo>
                  <a:lnTo>
                    <a:pt x="2237" y="4014"/>
                  </a:lnTo>
                  <a:lnTo>
                    <a:pt x="2250" y="3988"/>
                  </a:lnTo>
                  <a:lnTo>
                    <a:pt x="2263" y="3976"/>
                  </a:lnTo>
                  <a:lnTo>
                    <a:pt x="2276" y="3963"/>
                  </a:lnTo>
                  <a:lnTo>
                    <a:pt x="3004" y="3809"/>
                  </a:lnTo>
                  <a:lnTo>
                    <a:pt x="2915" y="3541"/>
                  </a:lnTo>
                  <a:lnTo>
                    <a:pt x="2902" y="3503"/>
                  </a:lnTo>
                  <a:lnTo>
                    <a:pt x="2902" y="3490"/>
                  </a:lnTo>
                  <a:lnTo>
                    <a:pt x="2915" y="3477"/>
                  </a:lnTo>
                  <a:lnTo>
                    <a:pt x="2940" y="3452"/>
                  </a:lnTo>
                  <a:lnTo>
                    <a:pt x="3068" y="3375"/>
                  </a:lnTo>
                  <a:lnTo>
                    <a:pt x="3094" y="3375"/>
                  </a:lnTo>
                  <a:lnTo>
                    <a:pt x="3119" y="3388"/>
                  </a:lnTo>
                  <a:lnTo>
                    <a:pt x="3592" y="3784"/>
                  </a:lnTo>
                  <a:lnTo>
                    <a:pt x="4065" y="3656"/>
                  </a:lnTo>
                  <a:lnTo>
                    <a:pt x="4091" y="3656"/>
                  </a:lnTo>
                  <a:lnTo>
                    <a:pt x="4116" y="3669"/>
                  </a:lnTo>
                  <a:lnTo>
                    <a:pt x="4423" y="3924"/>
                  </a:lnTo>
                  <a:lnTo>
                    <a:pt x="4551" y="3247"/>
                  </a:lnTo>
                  <a:lnTo>
                    <a:pt x="4563" y="3209"/>
                  </a:lnTo>
                  <a:lnTo>
                    <a:pt x="4666" y="3132"/>
                  </a:lnTo>
                  <a:lnTo>
                    <a:pt x="4602" y="3004"/>
                  </a:lnTo>
                  <a:lnTo>
                    <a:pt x="4589" y="2979"/>
                  </a:lnTo>
                  <a:lnTo>
                    <a:pt x="4615" y="2404"/>
                  </a:lnTo>
                  <a:lnTo>
                    <a:pt x="4154" y="2020"/>
                  </a:lnTo>
                  <a:lnTo>
                    <a:pt x="4142" y="1995"/>
                  </a:lnTo>
                  <a:lnTo>
                    <a:pt x="4142" y="1982"/>
                  </a:lnTo>
                  <a:lnTo>
                    <a:pt x="4142" y="1956"/>
                  </a:lnTo>
                  <a:lnTo>
                    <a:pt x="4154" y="1943"/>
                  </a:lnTo>
                  <a:lnTo>
                    <a:pt x="4333" y="1739"/>
                  </a:lnTo>
                  <a:lnTo>
                    <a:pt x="4346" y="1483"/>
                  </a:lnTo>
                  <a:lnTo>
                    <a:pt x="4359" y="1458"/>
                  </a:lnTo>
                  <a:lnTo>
                    <a:pt x="4372" y="1419"/>
                  </a:lnTo>
                  <a:lnTo>
                    <a:pt x="4576" y="1164"/>
                  </a:lnTo>
                  <a:lnTo>
                    <a:pt x="4602" y="806"/>
                  </a:lnTo>
                  <a:lnTo>
                    <a:pt x="4321" y="704"/>
                  </a:lnTo>
                  <a:lnTo>
                    <a:pt x="4078" y="819"/>
                  </a:lnTo>
                  <a:lnTo>
                    <a:pt x="4065" y="819"/>
                  </a:lnTo>
                  <a:lnTo>
                    <a:pt x="3528" y="870"/>
                  </a:lnTo>
                  <a:lnTo>
                    <a:pt x="3515" y="870"/>
                  </a:lnTo>
                  <a:lnTo>
                    <a:pt x="3490" y="857"/>
                  </a:lnTo>
                  <a:lnTo>
                    <a:pt x="3477" y="844"/>
                  </a:lnTo>
                  <a:lnTo>
                    <a:pt x="3477" y="819"/>
                  </a:lnTo>
                  <a:lnTo>
                    <a:pt x="3452" y="244"/>
                  </a:lnTo>
                  <a:lnTo>
                    <a:pt x="3464" y="218"/>
                  </a:lnTo>
                  <a:lnTo>
                    <a:pt x="3528" y="116"/>
                  </a:lnTo>
                  <a:lnTo>
                    <a:pt x="3158" y="103"/>
                  </a:lnTo>
                  <a:lnTo>
                    <a:pt x="3119" y="103"/>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8"/>
            <p:cNvSpPr/>
            <p:nvPr/>
          </p:nvSpPr>
          <p:spPr>
            <a:xfrm>
              <a:off x="3828200" y="3328600"/>
              <a:ext cx="151150" cy="175425"/>
            </a:xfrm>
            <a:custGeom>
              <a:rect b="b" l="l" r="r" t="t"/>
              <a:pathLst>
                <a:path extrusionOk="0" h="7017" w="6046">
                  <a:moveTo>
                    <a:pt x="5662" y="0"/>
                  </a:moveTo>
                  <a:lnTo>
                    <a:pt x="4665" y="39"/>
                  </a:lnTo>
                  <a:lnTo>
                    <a:pt x="4269" y="473"/>
                  </a:lnTo>
                  <a:lnTo>
                    <a:pt x="4065" y="691"/>
                  </a:lnTo>
                  <a:lnTo>
                    <a:pt x="4052" y="1662"/>
                  </a:lnTo>
                  <a:lnTo>
                    <a:pt x="4039" y="1688"/>
                  </a:lnTo>
                  <a:lnTo>
                    <a:pt x="4014" y="1700"/>
                  </a:lnTo>
                  <a:lnTo>
                    <a:pt x="3988" y="1713"/>
                  </a:lnTo>
                  <a:lnTo>
                    <a:pt x="3975" y="1700"/>
                  </a:lnTo>
                  <a:lnTo>
                    <a:pt x="3950" y="1688"/>
                  </a:lnTo>
                  <a:lnTo>
                    <a:pt x="3681" y="1394"/>
                  </a:lnTo>
                  <a:lnTo>
                    <a:pt x="3042" y="1202"/>
                  </a:lnTo>
                  <a:lnTo>
                    <a:pt x="1675" y="1202"/>
                  </a:lnTo>
                  <a:lnTo>
                    <a:pt x="1573" y="1342"/>
                  </a:lnTo>
                  <a:lnTo>
                    <a:pt x="1585" y="1841"/>
                  </a:lnTo>
                  <a:lnTo>
                    <a:pt x="2045" y="1803"/>
                  </a:lnTo>
                  <a:lnTo>
                    <a:pt x="2301" y="1688"/>
                  </a:lnTo>
                  <a:lnTo>
                    <a:pt x="2352" y="1688"/>
                  </a:lnTo>
                  <a:lnTo>
                    <a:pt x="2684" y="1815"/>
                  </a:lnTo>
                  <a:lnTo>
                    <a:pt x="2710" y="1828"/>
                  </a:lnTo>
                  <a:lnTo>
                    <a:pt x="2723" y="1866"/>
                  </a:lnTo>
                  <a:lnTo>
                    <a:pt x="2684" y="2275"/>
                  </a:lnTo>
                  <a:lnTo>
                    <a:pt x="2672" y="2301"/>
                  </a:lnTo>
                  <a:lnTo>
                    <a:pt x="2467" y="2582"/>
                  </a:lnTo>
                  <a:lnTo>
                    <a:pt x="2442" y="2838"/>
                  </a:lnTo>
                  <a:lnTo>
                    <a:pt x="2429" y="2876"/>
                  </a:lnTo>
                  <a:lnTo>
                    <a:pt x="2275" y="3055"/>
                  </a:lnTo>
                  <a:lnTo>
                    <a:pt x="2710" y="3426"/>
                  </a:lnTo>
                  <a:lnTo>
                    <a:pt x="2723" y="3451"/>
                  </a:lnTo>
                  <a:lnTo>
                    <a:pt x="2736" y="3477"/>
                  </a:lnTo>
                  <a:lnTo>
                    <a:pt x="2710" y="4052"/>
                  </a:lnTo>
                  <a:lnTo>
                    <a:pt x="2787" y="4205"/>
                  </a:lnTo>
                  <a:lnTo>
                    <a:pt x="2799" y="4231"/>
                  </a:lnTo>
                  <a:lnTo>
                    <a:pt x="2774" y="4269"/>
                  </a:lnTo>
                  <a:lnTo>
                    <a:pt x="2659" y="4371"/>
                  </a:lnTo>
                  <a:lnTo>
                    <a:pt x="2531" y="5125"/>
                  </a:lnTo>
                  <a:lnTo>
                    <a:pt x="2518" y="5151"/>
                  </a:lnTo>
                  <a:lnTo>
                    <a:pt x="2493" y="5164"/>
                  </a:lnTo>
                  <a:lnTo>
                    <a:pt x="2467" y="5164"/>
                  </a:lnTo>
                  <a:lnTo>
                    <a:pt x="2442" y="5151"/>
                  </a:lnTo>
                  <a:lnTo>
                    <a:pt x="2071" y="4857"/>
                  </a:lnTo>
                  <a:lnTo>
                    <a:pt x="1598" y="4972"/>
                  </a:lnTo>
                  <a:lnTo>
                    <a:pt x="1573" y="4972"/>
                  </a:lnTo>
                  <a:lnTo>
                    <a:pt x="1547" y="4959"/>
                  </a:lnTo>
                  <a:lnTo>
                    <a:pt x="1087" y="4576"/>
                  </a:lnTo>
                  <a:lnTo>
                    <a:pt x="1023" y="4614"/>
                  </a:lnTo>
                  <a:lnTo>
                    <a:pt x="1138" y="4921"/>
                  </a:lnTo>
                  <a:lnTo>
                    <a:pt x="1151" y="4947"/>
                  </a:lnTo>
                  <a:lnTo>
                    <a:pt x="1138" y="4972"/>
                  </a:lnTo>
                  <a:lnTo>
                    <a:pt x="1125" y="4985"/>
                  </a:lnTo>
                  <a:lnTo>
                    <a:pt x="1100" y="4998"/>
                  </a:lnTo>
                  <a:lnTo>
                    <a:pt x="358" y="5151"/>
                  </a:lnTo>
                  <a:lnTo>
                    <a:pt x="397" y="5292"/>
                  </a:lnTo>
                  <a:lnTo>
                    <a:pt x="640" y="5407"/>
                  </a:lnTo>
                  <a:lnTo>
                    <a:pt x="652" y="5432"/>
                  </a:lnTo>
                  <a:lnTo>
                    <a:pt x="665" y="5458"/>
                  </a:lnTo>
                  <a:lnTo>
                    <a:pt x="627" y="5969"/>
                  </a:lnTo>
                  <a:lnTo>
                    <a:pt x="614" y="5982"/>
                  </a:lnTo>
                  <a:lnTo>
                    <a:pt x="601" y="6007"/>
                  </a:lnTo>
                  <a:lnTo>
                    <a:pt x="563" y="6007"/>
                  </a:lnTo>
                  <a:lnTo>
                    <a:pt x="167" y="5931"/>
                  </a:lnTo>
                  <a:lnTo>
                    <a:pt x="1" y="6365"/>
                  </a:lnTo>
                  <a:lnTo>
                    <a:pt x="243" y="6621"/>
                  </a:lnTo>
                  <a:lnTo>
                    <a:pt x="461" y="7017"/>
                  </a:lnTo>
                  <a:lnTo>
                    <a:pt x="1049" y="6570"/>
                  </a:lnTo>
                  <a:lnTo>
                    <a:pt x="1061" y="6557"/>
                  </a:lnTo>
                  <a:lnTo>
                    <a:pt x="1087" y="6557"/>
                  </a:lnTo>
                  <a:lnTo>
                    <a:pt x="1100" y="6570"/>
                  </a:lnTo>
                  <a:lnTo>
                    <a:pt x="1112" y="6582"/>
                  </a:lnTo>
                  <a:lnTo>
                    <a:pt x="1266" y="6736"/>
                  </a:lnTo>
                  <a:lnTo>
                    <a:pt x="1803" y="6787"/>
                  </a:lnTo>
                  <a:lnTo>
                    <a:pt x="2390" y="6557"/>
                  </a:lnTo>
                  <a:lnTo>
                    <a:pt x="2416" y="6544"/>
                  </a:lnTo>
                  <a:lnTo>
                    <a:pt x="2442" y="6557"/>
                  </a:lnTo>
                  <a:lnTo>
                    <a:pt x="2454" y="6570"/>
                  </a:lnTo>
                  <a:lnTo>
                    <a:pt x="2467" y="6582"/>
                  </a:lnTo>
                  <a:lnTo>
                    <a:pt x="2608" y="6966"/>
                  </a:lnTo>
                  <a:lnTo>
                    <a:pt x="3042" y="6749"/>
                  </a:lnTo>
                  <a:lnTo>
                    <a:pt x="3362" y="6276"/>
                  </a:lnTo>
                  <a:lnTo>
                    <a:pt x="3387" y="6263"/>
                  </a:lnTo>
                  <a:lnTo>
                    <a:pt x="3847" y="6097"/>
                  </a:lnTo>
                  <a:lnTo>
                    <a:pt x="3860" y="5471"/>
                  </a:lnTo>
                  <a:lnTo>
                    <a:pt x="4065" y="4461"/>
                  </a:lnTo>
                  <a:lnTo>
                    <a:pt x="4078" y="4448"/>
                  </a:lnTo>
                  <a:lnTo>
                    <a:pt x="4090" y="4423"/>
                  </a:lnTo>
                  <a:lnTo>
                    <a:pt x="4371" y="4269"/>
                  </a:lnTo>
                  <a:lnTo>
                    <a:pt x="4371" y="3975"/>
                  </a:lnTo>
                  <a:lnTo>
                    <a:pt x="4384" y="3950"/>
                  </a:lnTo>
                  <a:lnTo>
                    <a:pt x="4397" y="3937"/>
                  </a:lnTo>
                  <a:lnTo>
                    <a:pt x="4410" y="3924"/>
                  </a:lnTo>
                  <a:lnTo>
                    <a:pt x="4678" y="3924"/>
                  </a:lnTo>
                  <a:lnTo>
                    <a:pt x="4947" y="3809"/>
                  </a:lnTo>
                  <a:lnTo>
                    <a:pt x="5087" y="3579"/>
                  </a:lnTo>
                  <a:lnTo>
                    <a:pt x="5100" y="3566"/>
                  </a:lnTo>
                  <a:lnTo>
                    <a:pt x="5368" y="3311"/>
                  </a:lnTo>
                  <a:lnTo>
                    <a:pt x="5279" y="2927"/>
                  </a:lnTo>
                  <a:lnTo>
                    <a:pt x="5279" y="2889"/>
                  </a:lnTo>
                  <a:lnTo>
                    <a:pt x="5420" y="2442"/>
                  </a:lnTo>
                  <a:lnTo>
                    <a:pt x="5292" y="2084"/>
                  </a:lnTo>
                  <a:lnTo>
                    <a:pt x="5279" y="2058"/>
                  </a:lnTo>
                  <a:lnTo>
                    <a:pt x="5292" y="2045"/>
                  </a:lnTo>
                  <a:lnTo>
                    <a:pt x="5535" y="1662"/>
                  </a:lnTo>
                  <a:lnTo>
                    <a:pt x="5816" y="512"/>
                  </a:lnTo>
                  <a:lnTo>
                    <a:pt x="5841" y="486"/>
                  </a:lnTo>
                  <a:lnTo>
                    <a:pt x="6046" y="307"/>
                  </a:lnTo>
                  <a:lnTo>
                    <a:pt x="5982" y="52"/>
                  </a:lnTo>
                  <a:lnTo>
                    <a:pt x="566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8"/>
            <p:cNvSpPr/>
            <p:nvPr/>
          </p:nvSpPr>
          <p:spPr>
            <a:xfrm>
              <a:off x="3331025" y="3182575"/>
              <a:ext cx="57225" cy="66175"/>
            </a:xfrm>
            <a:custGeom>
              <a:rect b="b" l="l" r="r" t="t"/>
              <a:pathLst>
                <a:path extrusionOk="0" h="2647" w="2289">
                  <a:moveTo>
                    <a:pt x="742" y="1"/>
                  </a:moveTo>
                  <a:lnTo>
                    <a:pt x="256" y="576"/>
                  </a:lnTo>
                  <a:lnTo>
                    <a:pt x="244" y="589"/>
                  </a:lnTo>
                  <a:lnTo>
                    <a:pt x="218" y="601"/>
                  </a:lnTo>
                  <a:lnTo>
                    <a:pt x="1" y="627"/>
                  </a:lnTo>
                  <a:lnTo>
                    <a:pt x="14" y="640"/>
                  </a:lnTo>
                  <a:lnTo>
                    <a:pt x="65" y="857"/>
                  </a:lnTo>
                  <a:lnTo>
                    <a:pt x="167" y="1062"/>
                  </a:lnTo>
                  <a:lnTo>
                    <a:pt x="1" y="1164"/>
                  </a:lnTo>
                  <a:lnTo>
                    <a:pt x="180" y="1253"/>
                  </a:lnTo>
                  <a:lnTo>
                    <a:pt x="461" y="1343"/>
                  </a:lnTo>
                  <a:lnTo>
                    <a:pt x="308" y="1598"/>
                  </a:lnTo>
                  <a:lnTo>
                    <a:pt x="461" y="1777"/>
                  </a:lnTo>
                  <a:lnTo>
                    <a:pt x="653" y="1816"/>
                  </a:lnTo>
                  <a:lnTo>
                    <a:pt x="678" y="1969"/>
                  </a:lnTo>
                  <a:lnTo>
                    <a:pt x="576" y="2046"/>
                  </a:lnTo>
                  <a:lnTo>
                    <a:pt x="576" y="2122"/>
                  </a:lnTo>
                  <a:lnTo>
                    <a:pt x="742" y="2173"/>
                  </a:lnTo>
                  <a:lnTo>
                    <a:pt x="1330" y="2582"/>
                  </a:lnTo>
                  <a:lnTo>
                    <a:pt x="1394" y="2646"/>
                  </a:lnTo>
                  <a:lnTo>
                    <a:pt x="1726" y="2007"/>
                  </a:lnTo>
                  <a:lnTo>
                    <a:pt x="1752" y="1982"/>
                  </a:lnTo>
                  <a:lnTo>
                    <a:pt x="1943" y="1918"/>
                  </a:lnTo>
                  <a:lnTo>
                    <a:pt x="2289" y="1304"/>
                  </a:lnTo>
                  <a:lnTo>
                    <a:pt x="1995" y="1151"/>
                  </a:lnTo>
                  <a:lnTo>
                    <a:pt x="1982" y="1138"/>
                  </a:lnTo>
                  <a:lnTo>
                    <a:pt x="1969" y="1113"/>
                  </a:lnTo>
                  <a:lnTo>
                    <a:pt x="1969" y="1087"/>
                  </a:lnTo>
                  <a:lnTo>
                    <a:pt x="1982" y="1074"/>
                  </a:lnTo>
                  <a:lnTo>
                    <a:pt x="2174" y="857"/>
                  </a:lnTo>
                  <a:lnTo>
                    <a:pt x="1982" y="397"/>
                  </a:lnTo>
                  <a:lnTo>
                    <a:pt x="1982" y="371"/>
                  </a:lnTo>
                  <a:lnTo>
                    <a:pt x="1982" y="320"/>
                  </a:lnTo>
                  <a:lnTo>
                    <a:pt x="1777" y="14"/>
                  </a:lnTo>
                  <a:lnTo>
                    <a:pt x="1266" y="1"/>
                  </a:lnTo>
                  <a:lnTo>
                    <a:pt x="1100" y="77"/>
                  </a:lnTo>
                  <a:lnTo>
                    <a:pt x="1062" y="77"/>
                  </a:lnTo>
                  <a:lnTo>
                    <a:pt x="74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8"/>
            <p:cNvSpPr/>
            <p:nvPr/>
          </p:nvSpPr>
          <p:spPr>
            <a:xfrm>
              <a:off x="3269375" y="3117075"/>
              <a:ext cx="55600" cy="39000"/>
            </a:xfrm>
            <a:custGeom>
              <a:rect b="b" l="l" r="r" t="t"/>
              <a:pathLst>
                <a:path extrusionOk="0" h="1560" w="2224">
                  <a:moveTo>
                    <a:pt x="1202" y="1"/>
                  </a:moveTo>
                  <a:lnTo>
                    <a:pt x="831" y="205"/>
                  </a:lnTo>
                  <a:lnTo>
                    <a:pt x="805" y="218"/>
                  </a:lnTo>
                  <a:lnTo>
                    <a:pt x="0" y="205"/>
                  </a:lnTo>
                  <a:lnTo>
                    <a:pt x="281" y="499"/>
                  </a:lnTo>
                  <a:lnTo>
                    <a:pt x="320" y="601"/>
                  </a:lnTo>
                  <a:lnTo>
                    <a:pt x="537" y="627"/>
                  </a:lnTo>
                  <a:lnTo>
                    <a:pt x="665" y="755"/>
                  </a:lnTo>
                  <a:lnTo>
                    <a:pt x="997" y="601"/>
                  </a:lnTo>
                  <a:lnTo>
                    <a:pt x="946" y="806"/>
                  </a:lnTo>
                  <a:lnTo>
                    <a:pt x="831" y="895"/>
                  </a:lnTo>
                  <a:lnTo>
                    <a:pt x="1048" y="934"/>
                  </a:lnTo>
                  <a:lnTo>
                    <a:pt x="946" y="1074"/>
                  </a:lnTo>
                  <a:lnTo>
                    <a:pt x="984" y="1355"/>
                  </a:lnTo>
                  <a:lnTo>
                    <a:pt x="1176" y="1534"/>
                  </a:lnTo>
                  <a:lnTo>
                    <a:pt x="1317" y="1560"/>
                  </a:lnTo>
                  <a:lnTo>
                    <a:pt x="1355" y="1534"/>
                  </a:lnTo>
                  <a:lnTo>
                    <a:pt x="1444" y="1189"/>
                  </a:lnTo>
                  <a:lnTo>
                    <a:pt x="1457" y="1164"/>
                  </a:lnTo>
                  <a:lnTo>
                    <a:pt x="1470" y="1151"/>
                  </a:lnTo>
                  <a:lnTo>
                    <a:pt x="2160" y="780"/>
                  </a:lnTo>
                  <a:lnTo>
                    <a:pt x="2224" y="90"/>
                  </a:lnTo>
                  <a:lnTo>
                    <a:pt x="1968" y="14"/>
                  </a:lnTo>
                  <a:lnTo>
                    <a:pt x="12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8"/>
            <p:cNvSpPr/>
            <p:nvPr/>
          </p:nvSpPr>
          <p:spPr>
            <a:xfrm>
              <a:off x="3305800" y="3119950"/>
              <a:ext cx="137400" cy="118900"/>
            </a:xfrm>
            <a:custGeom>
              <a:rect b="b" l="l" r="r" t="t"/>
              <a:pathLst>
                <a:path extrusionOk="0" h="4756" w="5496">
                  <a:moveTo>
                    <a:pt x="882" y="1"/>
                  </a:moveTo>
                  <a:lnTo>
                    <a:pt x="805" y="704"/>
                  </a:lnTo>
                  <a:lnTo>
                    <a:pt x="805" y="729"/>
                  </a:lnTo>
                  <a:lnTo>
                    <a:pt x="780" y="742"/>
                  </a:lnTo>
                  <a:lnTo>
                    <a:pt x="90" y="1125"/>
                  </a:lnTo>
                  <a:lnTo>
                    <a:pt x="0" y="1471"/>
                  </a:lnTo>
                  <a:lnTo>
                    <a:pt x="0" y="1483"/>
                  </a:lnTo>
                  <a:lnTo>
                    <a:pt x="102" y="1560"/>
                  </a:lnTo>
                  <a:lnTo>
                    <a:pt x="51" y="1739"/>
                  </a:lnTo>
                  <a:lnTo>
                    <a:pt x="230" y="2020"/>
                  </a:lnTo>
                  <a:lnTo>
                    <a:pt x="690" y="2493"/>
                  </a:lnTo>
                  <a:lnTo>
                    <a:pt x="575" y="2723"/>
                  </a:lnTo>
                  <a:lnTo>
                    <a:pt x="831" y="2749"/>
                  </a:lnTo>
                  <a:lnTo>
                    <a:pt x="959" y="3030"/>
                  </a:lnTo>
                  <a:lnTo>
                    <a:pt x="1202" y="3004"/>
                  </a:lnTo>
                  <a:lnTo>
                    <a:pt x="1687" y="2416"/>
                  </a:lnTo>
                  <a:lnTo>
                    <a:pt x="1713" y="2391"/>
                  </a:lnTo>
                  <a:lnTo>
                    <a:pt x="1738" y="2391"/>
                  </a:lnTo>
                  <a:lnTo>
                    <a:pt x="2083" y="2480"/>
                  </a:lnTo>
                  <a:lnTo>
                    <a:pt x="2237" y="2403"/>
                  </a:lnTo>
                  <a:lnTo>
                    <a:pt x="2812" y="2403"/>
                  </a:lnTo>
                  <a:lnTo>
                    <a:pt x="2837" y="2416"/>
                  </a:lnTo>
                  <a:lnTo>
                    <a:pt x="2863" y="2429"/>
                  </a:lnTo>
                  <a:lnTo>
                    <a:pt x="3093" y="2787"/>
                  </a:lnTo>
                  <a:lnTo>
                    <a:pt x="3093" y="2812"/>
                  </a:lnTo>
                  <a:lnTo>
                    <a:pt x="3093" y="2876"/>
                  </a:lnTo>
                  <a:lnTo>
                    <a:pt x="3298" y="3362"/>
                  </a:lnTo>
                  <a:lnTo>
                    <a:pt x="3298" y="3388"/>
                  </a:lnTo>
                  <a:lnTo>
                    <a:pt x="3285" y="3413"/>
                  </a:lnTo>
                  <a:lnTo>
                    <a:pt x="3119" y="3592"/>
                  </a:lnTo>
                  <a:lnTo>
                    <a:pt x="3387" y="3733"/>
                  </a:lnTo>
                  <a:lnTo>
                    <a:pt x="3834" y="3822"/>
                  </a:lnTo>
                  <a:lnTo>
                    <a:pt x="3860" y="3835"/>
                  </a:lnTo>
                  <a:lnTo>
                    <a:pt x="4090" y="4065"/>
                  </a:lnTo>
                  <a:lnTo>
                    <a:pt x="4103" y="4091"/>
                  </a:lnTo>
                  <a:lnTo>
                    <a:pt x="4103" y="4116"/>
                  </a:lnTo>
                  <a:lnTo>
                    <a:pt x="4000" y="4615"/>
                  </a:lnTo>
                  <a:lnTo>
                    <a:pt x="4090" y="4576"/>
                  </a:lnTo>
                  <a:lnTo>
                    <a:pt x="4115" y="4576"/>
                  </a:lnTo>
                  <a:lnTo>
                    <a:pt x="4141" y="4602"/>
                  </a:lnTo>
                  <a:lnTo>
                    <a:pt x="4282" y="4755"/>
                  </a:lnTo>
                  <a:lnTo>
                    <a:pt x="4576" y="4653"/>
                  </a:lnTo>
                  <a:lnTo>
                    <a:pt x="4678" y="4436"/>
                  </a:lnTo>
                  <a:lnTo>
                    <a:pt x="4691" y="4423"/>
                  </a:lnTo>
                  <a:lnTo>
                    <a:pt x="4716" y="4410"/>
                  </a:lnTo>
                  <a:lnTo>
                    <a:pt x="4755" y="4410"/>
                  </a:lnTo>
                  <a:lnTo>
                    <a:pt x="4857" y="4461"/>
                  </a:lnTo>
                  <a:lnTo>
                    <a:pt x="5151" y="4014"/>
                  </a:lnTo>
                  <a:lnTo>
                    <a:pt x="5061" y="3873"/>
                  </a:lnTo>
                  <a:lnTo>
                    <a:pt x="5048" y="3848"/>
                  </a:lnTo>
                  <a:lnTo>
                    <a:pt x="5061" y="3822"/>
                  </a:lnTo>
                  <a:lnTo>
                    <a:pt x="5074" y="3797"/>
                  </a:lnTo>
                  <a:lnTo>
                    <a:pt x="5100" y="3797"/>
                  </a:lnTo>
                  <a:lnTo>
                    <a:pt x="5496" y="3720"/>
                  </a:lnTo>
                  <a:lnTo>
                    <a:pt x="5496" y="2876"/>
                  </a:lnTo>
                  <a:lnTo>
                    <a:pt x="5279" y="2736"/>
                  </a:lnTo>
                  <a:lnTo>
                    <a:pt x="5253" y="2710"/>
                  </a:lnTo>
                  <a:lnTo>
                    <a:pt x="5253" y="2685"/>
                  </a:lnTo>
                  <a:lnTo>
                    <a:pt x="5253" y="2352"/>
                  </a:lnTo>
                  <a:lnTo>
                    <a:pt x="5253" y="2327"/>
                  </a:lnTo>
                  <a:lnTo>
                    <a:pt x="5279" y="2314"/>
                  </a:lnTo>
                  <a:lnTo>
                    <a:pt x="5470" y="2148"/>
                  </a:lnTo>
                  <a:lnTo>
                    <a:pt x="5470" y="2122"/>
                  </a:lnTo>
                  <a:lnTo>
                    <a:pt x="5470" y="1995"/>
                  </a:lnTo>
                  <a:lnTo>
                    <a:pt x="5164" y="1918"/>
                  </a:lnTo>
                  <a:lnTo>
                    <a:pt x="5138" y="1905"/>
                  </a:lnTo>
                  <a:lnTo>
                    <a:pt x="5125" y="1867"/>
                  </a:lnTo>
                  <a:lnTo>
                    <a:pt x="5125" y="1739"/>
                  </a:lnTo>
                  <a:lnTo>
                    <a:pt x="4933" y="1739"/>
                  </a:lnTo>
                  <a:lnTo>
                    <a:pt x="4831" y="1713"/>
                  </a:lnTo>
                  <a:lnTo>
                    <a:pt x="4806" y="1701"/>
                  </a:lnTo>
                  <a:lnTo>
                    <a:pt x="4793" y="1688"/>
                  </a:lnTo>
                  <a:lnTo>
                    <a:pt x="4793" y="1662"/>
                  </a:lnTo>
                  <a:lnTo>
                    <a:pt x="4793" y="1637"/>
                  </a:lnTo>
                  <a:lnTo>
                    <a:pt x="4921" y="1343"/>
                  </a:lnTo>
                  <a:lnTo>
                    <a:pt x="4691" y="1151"/>
                  </a:lnTo>
                  <a:lnTo>
                    <a:pt x="4678" y="1125"/>
                  </a:lnTo>
                  <a:lnTo>
                    <a:pt x="4678" y="1100"/>
                  </a:lnTo>
                  <a:lnTo>
                    <a:pt x="4716" y="793"/>
                  </a:lnTo>
                  <a:lnTo>
                    <a:pt x="4524" y="627"/>
                  </a:lnTo>
                  <a:lnTo>
                    <a:pt x="4512" y="601"/>
                  </a:lnTo>
                  <a:lnTo>
                    <a:pt x="4512" y="589"/>
                  </a:lnTo>
                  <a:lnTo>
                    <a:pt x="4512" y="410"/>
                  </a:lnTo>
                  <a:lnTo>
                    <a:pt x="4384" y="410"/>
                  </a:lnTo>
                  <a:lnTo>
                    <a:pt x="3860" y="678"/>
                  </a:lnTo>
                  <a:lnTo>
                    <a:pt x="3834" y="691"/>
                  </a:lnTo>
                  <a:lnTo>
                    <a:pt x="3809" y="678"/>
                  </a:lnTo>
                  <a:lnTo>
                    <a:pt x="3553" y="512"/>
                  </a:lnTo>
                  <a:lnTo>
                    <a:pt x="3246" y="704"/>
                  </a:lnTo>
                  <a:lnTo>
                    <a:pt x="3208" y="716"/>
                  </a:lnTo>
                  <a:lnTo>
                    <a:pt x="3170" y="691"/>
                  </a:lnTo>
                  <a:lnTo>
                    <a:pt x="3042" y="563"/>
                  </a:lnTo>
                  <a:lnTo>
                    <a:pt x="2799" y="550"/>
                  </a:lnTo>
                  <a:lnTo>
                    <a:pt x="2774" y="550"/>
                  </a:lnTo>
                  <a:lnTo>
                    <a:pt x="2748" y="525"/>
                  </a:lnTo>
                  <a:lnTo>
                    <a:pt x="2607" y="192"/>
                  </a:lnTo>
                  <a:lnTo>
                    <a:pt x="1917" y="282"/>
                  </a:lnTo>
                  <a:lnTo>
                    <a:pt x="1904" y="28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8"/>
            <p:cNvSpPr/>
            <p:nvPr/>
          </p:nvSpPr>
          <p:spPr>
            <a:xfrm>
              <a:off x="3271600" y="3095025"/>
              <a:ext cx="52100" cy="11225"/>
            </a:xfrm>
            <a:custGeom>
              <a:rect b="b" l="l" r="r" t="t"/>
              <a:pathLst>
                <a:path extrusionOk="0" h="449" w="2084">
                  <a:moveTo>
                    <a:pt x="946" y="1"/>
                  </a:moveTo>
                  <a:lnTo>
                    <a:pt x="665" y="141"/>
                  </a:lnTo>
                  <a:lnTo>
                    <a:pt x="627" y="154"/>
                  </a:lnTo>
                  <a:lnTo>
                    <a:pt x="180" y="65"/>
                  </a:lnTo>
                  <a:lnTo>
                    <a:pt x="243" y="308"/>
                  </a:lnTo>
                  <a:lnTo>
                    <a:pt x="13" y="308"/>
                  </a:lnTo>
                  <a:lnTo>
                    <a:pt x="1" y="359"/>
                  </a:lnTo>
                  <a:lnTo>
                    <a:pt x="461" y="448"/>
                  </a:lnTo>
                  <a:lnTo>
                    <a:pt x="729" y="218"/>
                  </a:lnTo>
                  <a:lnTo>
                    <a:pt x="767" y="205"/>
                  </a:lnTo>
                  <a:lnTo>
                    <a:pt x="1317" y="205"/>
                  </a:lnTo>
                  <a:lnTo>
                    <a:pt x="2084" y="384"/>
                  </a:lnTo>
                  <a:lnTo>
                    <a:pt x="2084" y="320"/>
                  </a:lnTo>
                  <a:lnTo>
                    <a:pt x="1790" y="269"/>
                  </a:lnTo>
                  <a:lnTo>
                    <a:pt x="1777" y="256"/>
                  </a:lnTo>
                  <a:lnTo>
                    <a:pt x="12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8"/>
            <p:cNvSpPr/>
            <p:nvPr/>
          </p:nvSpPr>
          <p:spPr>
            <a:xfrm>
              <a:off x="3534250" y="3162125"/>
              <a:ext cx="88525" cy="134875"/>
            </a:xfrm>
            <a:custGeom>
              <a:rect b="b" l="l" r="r" t="t"/>
              <a:pathLst>
                <a:path extrusionOk="0" h="5395" w="3541">
                  <a:moveTo>
                    <a:pt x="2671" y="1"/>
                  </a:moveTo>
                  <a:lnTo>
                    <a:pt x="2429" y="14"/>
                  </a:lnTo>
                  <a:lnTo>
                    <a:pt x="2160" y="205"/>
                  </a:lnTo>
                  <a:lnTo>
                    <a:pt x="2122" y="218"/>
                  </a:lnTo>
                  <a:lnTo>
                    <a:pt x="652" y="129"/>
                  </a:lnTo>
                  <a:lnTo>
                    <a:pt x="460" y="244"/>
                  </a:lnTo>
                  <a:lnTo>
                    <a:pt x="652" y="704"/>
                  </a:lnTo>
                  <a:lnTo>
                    <a:pt x="665" y="729"/>
                  </a:lnTo>
                  <a:lnTo>
                    <a:pt x="652" y="742"/>
                  </a:lnTo>
                  <a:lnTo>
                    <a:pt x="448" y="1215"/>
                  </a:lnTo>
                  <a:lnTo>
                    <a:pt x="537" y="1419"/>
                  </a:lnTo>
                  <a:lnTo>
                    <a:pt x="550" y="1432"/>
                  </a:lnTo>
                  <a:lnTo>
                    <a:pt x="537" y="1458"/>
                  </a:lnTo>
                  <a:lnTo>
                    <a:pt x="435" y="1713"/>
                  </a:lnTo>
                  <a:lnTo>
                    <a:pt x="627" y="2455"/>
                  </a:lnTo>
                  <a:lnTo>
                    <a:pt x="627" y="2493"/>
                  </a:lnTo>
                  <a:lnTo>
                    <a:pt x="409" y="2902"/>
                  </a:lnTo>
                  <a:lnTo>
                    <a:pt x="218" y="3221"/>
                  </a:lnTo>
                  <a:lnTo>
                    <a:pt x="218" y="3464"/>
                  </a:lnTo>
                  <a:lnTo>
                    <a:pt x="205" y="3503"/>
                  </a:lnTo>
                  <a:lnTo>
                    <a:pt x="0" y="3758"/>
                  </a:lnTo>
                  <a:lnTo>
                    <a:pt x="0" y="4129"/>
                  </a:lnTo>
                  <a:lnTo>
                    <a:pt x="294" y="4742"/>
                  </a:lnTo>
                  <a:lnTo>
                    <a:pt x="294" y="4768"/>
                  </a:lnTo>
                  <a:lnTo>
                    <a:pt x="269" y="5126"/>
                  </a:lnTo>
                  <a:lnTo>
                    <a:pt x="908" y="5394"/>
                  </a:lnTo>
                  <a:lnTo>
                    <a:pt x="1266" y="5139"/>
                  </a:lnTo>
                  <a:lnTo>
                    <a:pt x="1419" y="5215"/>
                  </a:lnTo>
                  <a:lnTo>
                    <a:pt x="1585" y="5126"/>
                  </a:lnTo>
                  <a:lnTo>
                    <a:pt x="1917" y="5087"/>
                  </a:lnTo>
                  <a:lnTo>
                    <a:pt x="2045" y="4921"/>
                  </a:lnTo>
                  <a:lnTo>
                    <a:pt x="2403" y="4781"/>
                  </a:lnTo>
                  <a:lnTo>
                    <a:pt x="2812" y="4640"/>
                  </a:lnTo>
                  <a:lnTo>
                    <a:pt x="3285" y="4563"/>
                  </a:lnTo>
                  <a:lnTo>
                    <a:pt x="3489" y="4410"/>
                  </a:lnTo>
                  <a:lnTo>
                    <a:pt x="3541" y="4410"/>
                  </a:lnTo>
                  <a:lnTo>
                    <a:pt x="3170" y="3822"/>
                  </a:lnTo>
                  <a:lnTo>
                    <a:pt x="3157" y="3797"/>
                  </a:lnTo>
                  <a:lnTo>
                    <a:pt x="3170" y="3081"/>
                  </a:lnTo>
                  <a:lnTo>
                    <a:pt x="3170" y="3043"/>
                  </a:lnTo>
                  <a:lnTo>
                    <a:pt x="3247" y="2940"/>
                  </a:lnTo>
                  <a:lnTo>
                    <a:pt x="3170" y="2697"/>
                  </a:lnTo>
                  <a:lnTo>
                    <a:pt x="3170" y="2685"/>
                  </a:lnTo>
                  <a:lnTo>
                    <a:pt x="3183" y="2084"/>
                  </a:lnTo>
                  <a:lnTo>
                    <a:pt x="3119" y="1624"/>
                  </a:lnTo>
                  <a:lnTo>
                    <a:pt x="2927" y="1394"/>
                  </a:lnTo>
                  <a:lnTo>
                    <a:pt x="2927" y="1368"/>
                  </a:lnTo>
                  <a:lnTo>
                    <a:pt x="2927" y="1343"/>
                  </a:lnTo>
                  <a:lnTo>
                    <a:pt x="3106" y="768"/>
                  </a:lnTo>
                  <a:lnTo>
                    <a:pt x="2953" y="538"/>
                  </a:lnTo>
                  <a:lnTo>
                    <a:pt x="2646" y="474"/>
                  </a:lnTo>
                  <a:lnTo>
                    <a:pt x="2620" y="461"/>
                  </a:lnTo>
                  <a:lnTo>
                    <a:pt x="2608" y="423"/>
                  </a:lnTo>
                  <a:lnTo>
                    <a:pt x="2608" y="231"/>
                  </a:lnTo>
                  <a:lnTo>
                    <a:pt x="2608" y="205"/>
                  </a:lnTo>
                  <a:lnTo>
                    <a:pt x="2633" y="192"/>
                  </a:lnTo>
                  <a:lnTo>
                    <a:pt x="2812" y="65"/>
                  </a:lnTo>
                  <a:lnTo>
                    <a:pt x="26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8"/>
            <p:cNvSpPr/>
            <p:nvPr/>
          </p:nvSpPr>
          <p:spPr>
            <a:xfrm>
              <a:off x="3601975" y="3165000"/>
              <a:ext cx="33575" cy="107400"/>
            </a:xfrm>
            <a:custGeom>
              <a:rect b="b" l="l" r="r" t="t"/>
              <a:pathLst>
                <a:path extrusionOk="0" h="4296" w="1343">
                  <a:moveTo>
                    <a:pt x="218" y="1"/>
                  </a:moveTo>
                  <a:lnTo>
                    <a:pt x="1" y="154"/>
                  </a:lnTo>
                  <a:lnTo>
                    <a:pt x="1" y="269"/>
                  </a:lnTo>
                  <a:lnTo>
                    <a:pt x="295" y="320"/>
                  </a:lnTo>
                  <a:lnTo>
                    <a:pt x="308" y="333"/>
                  </a:lnTo>
                  <a:lnTo>
                    <a:pt x="320" y="346"/>
                  </a:lnTo>
                  <a:lnTo>
                    <a:pt x="499" y="614"/>
                  </a:lnTo>
                  <a:lnTo>
                    <a:pt x="512" y="640"/>
                  </a:lnTo>
                  <a:lnTo>
                    <a:pt x="512" y="653"/>
                  </a:lnTo>
                  <a:lnTo>
                    <a:pt x="333" y="1241"/>
                  </a:lnTo>
                  <a:lnTo>
                    <a:pt x="499" y="1458"/>
                  </a:lnTo>
                  <a:lnTo>
                    <a:pt x="512" y="1483"/>
                  </a:lnTo>
                  <a:lnTo>
                    <a:pt x="576" y="1969"/>
                  </a:lnTo>
                  <a:lnTo>
                    <a:pt x="576" y="2557"/>
                  </a:lnTo>
                  <a:lnTo>
                    <a:pt x="653" y="2813"/>
                  </a:lnTo>
                  <a:lnTo>
                    <a:pt x="653" y="2838"/>
                  </a:lnTo>
                  <a:lnTo>
                    <a:pt x="640" y="2864"/>
                  </a:lnTo>
                  <a:lnTo>
                    <a:pt x="563" y="2979"/>
                  </a:lnTo>
                  <a:lnTo>
                    <a:pt x="563" y="3669"/>
                  </a:lnTo>
                  <a:lnTo>
                    <a:pt x="959" y="4295"/>
                  </a:lnTo>
                  <a:lnTo>
                    <a:pt x="1010" y="4295"/>
                  </a:lnTo>
                  <a:lnTo>
                    <a:pt x="1113" y="4206"/>
                  </a:lnTo>
                  <a:lnTo>
                    <a:pt x="1343" y="4218"/>
                  </a:lnTo>
                  <a:lnTo>
                    <a:pt x="1228" y="3707"/>
                  </a:lnTo>
                  <a:lnTo>
                    <a:pt x="1228" y="3694"/>
                  </a:lnTo>
                  <a:lnTo>
                    <a:pt x="1241" y="2634"/>
                  </a:lnTo>
                  <a:lnTo>
                    <a:pt x="1253" y="2621"/>
                  </a:lnTo>
                  <a:lnTo>
                    <a:pt x="1266" y="2595"/>
                  </a:lnTo>
                  <a:lnTo>
                    <a:pt x="1343" y="2531"/>
                  </a:lnTo>
                  <a:lnTo>
                    <a:pt x="1292" y="1918"/>
                  </a:lnTo>
                  <a:lnTo>
                    <a:pt x="1036" y="1483"/>
                  </a:lnTo>
                  <a:lnTo>
                    <a:pt x="1023" y="1445"/>
                  </a:lnTo>
                  <a:lnTo>
                    <a:pt x="1036" y="921"/>
                  </a:lnTo>
                  <a:lnTo>
                    <a:pt x="691" y="410"/>
                  </a:lnTo>
                  <a:lnTo>
                    <a:pt x="691" y="397"/>
                  </a:lnTo>
                  <a:lnTo>
                    <a:pt x="691" y="371"/>
                  </a:lnTo>
                  <a:lnTo>
                    <a:pt x="729" y="180"/>
                  </a:lnTo>
                  <a:lnTo>
                    <a:pt x="525" y="141"/>
                  </a:lnTo>
                  <a:lnTo>
                    <a:pt x="512" y="141"/>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8"/>
            <p:cNvSpPr/>
            <p:nvPr/>
          </p:nvSpPr>
          <p:spPr>
            <a:xfrm>
              <a:off x="3427850" y="3171400"/>
              <a:ext cx="119200" cy="131975"/>
            </a:xfrm>
            <a:custGeom>
              <a:rect b="b" l="l" r="r" t="t"/>
              <a:pathLst>
                <a:path extrusionOk="0" h="5279" w="4768">
                  <a:moveTo>
                    <a:pt x="1662" y="0"/>
                  </a:moveTo>
                  <a:lnTo>
                    <a:pt x="1266" y="345"/>
                  </a:lnTo>
                  <a:lnTo>
                    <a:pt x="1240" y="358"/>
                  </a:lnTo>
                  <a:lnTo>
                    <a:pt x="1215" y="358"/>
                  </a:lnTo>
                  <a:lnTo>
                    <a:pt x="1202" y="345"/>
                  </a:lnTo>
                  <a:lnTo>
                    <a:pt x="972" y="128"/>
                  </a:lnTo>
                  <a:lnTo>
                    <a:pt x="703" y="128"/>
                  </a:lnTo>
                  <a:lnTo>
                    <a:pt x="486" y="320"/>
                  </a:lnTo>
                  <a:lnTo>
                    <a:pt x="473" y="601"/>
                  </a:lnTo>
                  <a:lnTo>
                    <a:pt x="703" y="742"/>
                  </a:lnTo>
                  <a:lnTo>
                    <a:pt x="729" y="767"/>
                  </a:lnTo>
                  <a:lnTo>
                    <a:pt x="729" y="793"/>
                  </a:lnTo>
                  <a:lnTo>
                    <a:pt x="716" y="1713"/>
                  </a:lnTo>
                  <a:lnTo>
                    <a:pt x="703" y="1739"/>
                  </a:lnTo>
                  <a:lnTo>
                    <a:pt x="678" y="1764"/>
                  </a:lnTo>
                  <a:lnTo>
                    <a:pt x="307" y="1828"/>
                  </a:lnTo>
                  <a:lnTo>
                    <a:pt x="384" y="1930"/>
                  </a:lnTo>
                  <a:lnTo>
                    <a:pt x="384" y="1969"/>
                  </a:lnTo>
                  <a:lnTo>
                    <a:pt x="384" y="1994"/>
                  </a:lnTo>
                  <a:lnTo>
                    <a:pt x="13" y="2544"/>
                  </a:lnTo>
                  <a:lnTo>
                    <a:pt x="0" y="3311"/>
                  </a:lnTo>
                  <a:lnTo>
                    <a:pt x="269" y="3502"/>
                  </a:lnTo>
                  <a:lnTo>
                    <a:pt x="282" y="3515"/>
                  </a:lnTo>
                  <a:lnTo>
                    <a:pt x="460" y="3822"/>
                  </a:lnTo>
                  <a:lnTo>
                    <a:pt x="767" y="4039"/>
                  </a:lnTo>
                  <a:lnTo>
                    <a:pt x="780" y="4065"/>
                  </a:lnTo>
                  <a:lnTo>
                    <a:pt x="780" y="4077"/>
                  </a:lnTo>
                  <a:lnTo>
                    <a:pt x="831" y="4359"/>
                  </a:lnTo>
                  <a:lnTo>
                    <a:pt x="831" y="4384"/>
                  </a:lnTo>
                  <a:lnTo>
                    <a:pt x="678" y="4844"/>
                  </a:lnTo>
                  <a:lnTo>
                    <a:pt x="665" y="5253"/>
                  </a:lnTo>
                  <a:lnTo>
                    <a:pt x="972" y="5279"/>
                  </a:lnTo>
                  <a:lnTo>
                    <a:pt x="1266" y="5074"/>
                  </a:lnTo>
                  <a:lnTo>
                    <a:pt x="1585" y="5010"/>
                  </a:lnTo>
                  <a:lnTo>
                    <a:pt x="1675" y="4895"/>
                  </a:lnTo>
                  <a:lnTo>
                    <a:pt x="2160" y="4627"/>
                  </a:lnTo>
                  <a:lnTo>
                    <a:pt x="2876" y="4665"/>
                  </a:lnTo>
                  <a:lnTo>
                    <a:pt x="3362" y="4435"/>
                  </a:lnTo>
                  <a:lnTo>
                    <a:pt x="3566" y="4448"/>
                  </a:lnTo>
                  <a:lnTo>
                    <a:pt x="3553" y="4601"/>
                  </a:lnTo>
                  <a:lnTo>
                    <a:pt x="3988" y="4640"/>
                  </a:lnTo>
                  <a:lnTo>
                    <a:pt x="4116" y="4410"/>
                  </a:lnTo>
                  <a:lnTo>
                    <a:pt x="4307" y="4474"/>
                  </a:lnTo>
                  <a:lnTo>
                    <a:pt x="4205" y="4589"/>
                  </a:lnTo>
                  <a:lnTo>
                    <a:pt x="4282" y="4653"/>
                  </a:lnTo>
                  <a:lnTo>
                    <a:pt x="4422" y="4704"/>
                  </a:lnTo>
                  <a:lnTo>
                    <a:pt x="4435" y="4397"/>
                  </a:lnTo>
                  <a:lnTo>
                    <a:pt x="4154" y="3796"/>
                  </a:lnTo>
                  <a:lnTo>
                    <a:pt x="4141" y="3771"/>
                  </a:lnTo>
                  <a:lnTo>
                    <a:pt x="4154" y="3374"/>
                  </a:lnTo>
                  <a:lnTo>
                    <a:pt x="4154" y="3336"/>
                  </a:lnTo>
                  <a:lnTo>
                    <a:pt x="4359" y="3081"/>
                  </a:lnTo>
                  <a:lnTo>
                    <a:pt x="4359" y="2838"/>
                  </a:lnTo>
                  <a:lnTo>
                    <a:pt x="4371" y="2812"/>
                  </a:lnTo>
                  <a:lnTo>
                    <a:pt x="4563" y="2480"/>
                  </a:lnTo>
                  <a:lnTo>
                    <a:pt x="4768" y="2096"/>
                  </a:lnTo>
                  <a:lnTo>
                    <a:pt x="4576" y="1355"/>
                  </a:lnTo>
                  <a:lnTo>
                    <a:pt x="4576" y="1317"/>
                  </a:lnTo>
                  <a:lnTo>
                    <a:pt x="4691" y="1074"/>
                  </a:lnTo>
                  <a:lnTo>
                    <a:pt x="4589" y="882"/>
                  </a:lnTo>
                  <a:lnTo>
                    <a:pt x="4192" y="627"/>
                  </a:lnTo>
                  <a:lnTo>
                    <a:pt x="3975" y="793"/>
                  </a:lnTo>
                  <a:lnTo>
                    <a:pt x="3937" y="806"/>
                  </a:lnTo>
                  <a:lnTo>
                    <a:pt x="3617" y="793"/>
                  </a:lnTo>
                  <a:lnTo>
                    <a:pt x="3489" y="972"/>
                  </a:lnTo>
                  <a:lnTo>
                    <a:pt x="3477" y="985"/>
                  </a:lnTo>
                  <a:lnTo>
                    <a:pt x="3451" y="997"/>
                  </a:lnTo>
                  <a:lnTo>
                    <a:pt x="3426" y="997"/>
                  </a:lnTo>
                  <a:lnTo>
                    <a:pt x="3400" y="985"/>
                  </a:lnTo>
                  <a:lnTo>
                    <a:pt x="2774" y="294"/>
                  </a:lnTo>
                  <a:lnTo>
                    <a:pt x="2595" y="256"/>
                  </a:lnTo>
                  <a:lnTo>
                    <a:pt x="2569" y="243"/>
                  </a:lnTo>
                  <a:lnTo>
                    <a:pt x="2556" y="205"/>
                  </a:lnTo>
                  <a:lnTo>
                    <a:pt x="2556" y="154"/>
                  </a:lnTo>
                  <a:lnTo>
                    <a:pt x="2429" y="141"/>
                  </a:lnTo>
                  <a:lnTo>
                    <a:pt x="2250" y="345"/>
                  </a:lnTo>
                  <a:lnTo>
                    <a:pt x="2237" y="371"/>
                  </a:lnTo>
                  <a:lnTo>
                    <a:pt x="2199" y="371"/>
                  </a:lnTo>
                  <a:lnTo>
                    <a:pt x="2173" y="358"/>
                  </a:lnTo>
                  <a:lnTo>
                    <a:pt x="18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8"/>
            <p:cNvSpPr/>
            <p:nvPr/>
          </p:nvSpPr>
          <p:spPr>
            <a:xfrm>
              <a:off x="3367775" y="3216125"/>
              <a:ext cx="78000" cy="86300"/>
            </a:xfrm>
            <a:custGeom>
              <a:rect b="b" l="l" r="r" t="t"/>
              <a:pathLst>
                <a:path extrusionOk="0" h="3452" w="3120">
                  <a:moveTo>
                    <a:pt x="921" y="1"/>
                  </a:moveTo>
                  <a:lnTo>
                    <a:pt x="563" y="640"/>
                  </a:lnTo>
                  <a:lnTo>
                    <a:pt x="537" y="665"/>
                  </a:lnTo>
                  <a:lnTo>
                    <a:pt x="346" y="742"/>
                  </a:lnTo>
                  <a:lnTo>
                    <a:pt x="1" y="1381"/>
                  </a:lnTo>
                  <a:lnTo>
                    <a:pt x="52" y="1407"/>
                  </a:lnTo>
                  <a:lnTo>
                    <a:pt x="231" y="1432"/>
                  </a:lnTo>
                  <a:lnTo>
                    <a:pt x="448" y="1841"/>
                  </a:lnTo>
                  <a:lnTo>
                    <a:pt x="767" y="1879"/>
                  </a:lnTo>
                  <a:lnTo>
                    <a:pt x="1100" y="2173"/>
                  </a:lnTo>
                  <a:lnTo>
                    <a:pt x="1228" y="2225"/>
                  </a:lnTo>
                  <a:lnTo>
                    <a:pt x="1228" y="2365"/>
                  </a:lnTo>
                  <a:lnTo>
                    <a:pt x="1930" y="2966"/>
                  </a:lnTo>
                  <a:lnTo>
                    <a:pt x="2186" y="2979"/>
                  </a:lnTo>
                  <a:lnTo>
                    <a:pt x="2863" y="3451"/>
                  </a:lnTo>
                  <a:lnTo>
                    <a:pt x="2966" y="3451"/>
                  </a:lnTo>
                  <a:lnTo>
                    <a:pt x="2966" y="3055"/>
                  </a:lnTo>
                  <a:lnTo>
                    <a:pt x="2978" y="3030"/>
                  </a:lnTo>
                  <a:lnTo>
                    <a:pt x="3119" y="2570"/>
                  </a:lnTo>
                  <a:lnTo>
                    <a:pt x="3081" y="2327"/>
                  </a:lnTo>
                  <a:lnTo>
                    <a:pt x="2787" y="2109"/>
                  </a:lnTo>
                  <a:lnTo>
                    <a:pt x="2774" y="2097"/>
                  </a:lnTo>
                  <a:lnTo>
                    <a:pt x="2595" y="1790"/>
                  </a:lnTo>
                  <a:lnTo>
                    <a:pt x="2314" y="1585"/>
                  </a:lnTo>
                  <a:lnTo>
                    <a:pt x="2301" y="1573"/>
                  </a:lnTo>
                  <a:lnTo>
                    <a:pt x="2301" y="1547"/>
                  </a:lnTo>
                  <a:lnTo>
                    <a:pt x="2301" y="729"/>
                  </a:lnTo>
                  <a:lnTo>
                    <a:pt x="2314" y="704"/>
                  </a:lnTo>
                  <a:lnTo>
                    <a:pt x="2276" y="691"/>
                  </a:lnTo>
                  <a:lnTo>
                    <a:pt x="2186" y="870"/>
                  </a:lnTo>
                  <a:lnTo>
                    <a:pt x="2173" y="895"/>
                  </a:lnTo>
                  <a:lnTo>
                    <a:pt x="2161" y="908"/>
                  </a:lnTo>
                  <a:lnTo>
                    <a:pt x="1803" y="1023"/>
                  </a:lnTo>
                  <a:lnTo>
                    <a:pt x="1777" y="1023"/>
                  </a:lnTo>
                  <a:lnTo>
                    <a:pt x="1764" y="1010"/>
                  </a:lnTo>
                  <a:lnTo>
                    <a:pt x="1739" y="998"/>
                  </a:lnTo>
                  <a:lnTo>
                    <a:pt x="1611" y="844"/>
                  </a:lnTo>
                  <a:lnTo>
                    <a:pt x="1458" y="895"/>
                  </a:lnTo>
                  <a:lnTo>
                    <a:pt x="1432" y="895"/>
                  </a:lnTo>
                  <a:lnTo>
                    <a:pt x="1406" y="883"/>
                  </a:lnTo>
                  <a:lnTo>
                    <a:pt x="1394" y="857"/>
                  </a:lnTo>
                  <a:lnTo>
                    <a:pt x="1394" y="831"/>
                  </a:lnTo>
                  <a:lnTo>
                    <a:pt x="1509" y="269"/>
                  </a:lnTo>
                  <a:lnTo>
                    <a:pt x="1317" y="77"/>
                  </a:lnTo>
                  <a:lnTo>
                    <a:pt x="9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8"/>
            <p:cNvSpPr/>
            <p:nvPr/>
          </p:nvSpPr>
          <p:spPr>
            <a:xfrm>
              <a:off x="4492800" y="2547700"/>
              <a:ext cx="366500" cy="321150"/>
            </a:xfrm>
            <a:custGeom>
              <a:rect b="b" l="l" r="r" t="t"/>
              <a:pathLst>
                <a:path extrusionOk="0" h="12846" w="14660">
                  <a:moveTo>
                    <a:pt x="1087" y="1522"/>
                  </a:moveTo>
                  <a:lnTo>
                    <a:pt x="1393" y="1598"/>
                  </a:lnTo>
                  <a:lnTo>
                    <a:pt x="1317" y="1995"/>
                  </a:lnTo>
                  <a:lnTo>
                    <a:pt x="1483" y="2007"/>
                  </a:lnTo>
                  <a:lnTo>
                    <a:pt x="1560" y="2455"/>
                  </a:lnTo>
                  <a:lnTo>
                    <a:pt x="1457" y="2634"/>
                  </a:lnTo>
                  <a:lnTo>
                    <a:pt x="1227" y="2634"/>
                  </a:lnTo>
                  <a:lnTo>
                    <a:pt x="1227" y="2020"/>
                  </a:lnTo>
                  <a:lnTo>
                    <a:pt x="1087" y="1803"/>
                  </a:lnTo>
                  <a:lnTo>
                    <a:pt x="1087" y="1522"/>
                  </a:lnTo>
                  <a:close/>
                  <a:moveTo>
                    <a:pt x="550" y="1"/>
                  </a:moveTo>
                  <a:lnTo>
                    <a:pt x="435" y="320"/>
                  </a:lnTo>
                  <a:lnTo>
                    <a:pt x="435" y="333"/>
                  </a:lnTo>
                  <a:lnTo>
                    <a:pt x="409" y="346"/>
                  </a:lnTo>
                  <a:lnTo>
                    <a:pt x="154" y="410"/>
                  </a:lnTo>
                  <a:lnTo>
                    <a:pt x="0" y="538"/>
                  </a:lnTo>
                  <a:lnTo>
                    <a:pt x="333" y="870"/>
                  </a:lnTo>
                  <a:lnTo>
                    <a:pt x="345" y="883"/>
                  </a:lnTo>
                  <a:lnTo>
                    <a:pt x="384" y="1189"/>
                  </a:lnTo>
                  <a:lnTo>
                    <a:pt x="512" y="1407"/>
                  </a:lnTo>
                  <a:lnTo>
                    <a:pt x="512" y="1432"/>
                  </a:lnTo>
                  <a:lnTo>
                    <a:pt x="486" y="1458"/>
                  </a:lnTo>
                  <a:lnTo>
                    <a:pt x="333" y="1522"/>
                  </a:lnTo>
                  <a:lnTo>
                    <a:pt x="256" y="1764"/>
                  </a:lnTo>
                  <a:lnTo>
                    <a:pt x="499" y="1905"/>
                  </a:lnTo>
                  <a:lnTo>
                    <a:pt x="512" y="1918"/>
                  </a:lnTo>
                  <a:lnTo>
                    <a:pt x="690" y="2352"/>
                  </a:lnTo>
                  <a:lnTo>
                    <a:pt x="869" y="2736"/>
                  </a:lnTo>
                  <a:lnTo>
                    <a:pt x="1176" y="2889"/>
                  </a:lnTo>
                  <a:lnTo>
                    <a:pt x="1189" y="2902"/>
                  </a:lnTo>
                  <a:lnTo>
                    <a:pt x="1202" y="2915"/>
                  </a:lnTo>
                  <a:lnTo>
                    <a:pt x="1202" y="3324"/>
                  </a:lnTo>
                  <a:lnTo>
                    <a:pt x="1457" y="3541"/>
                  </a:lnTo>
                  <a:lnTo>
                    <a:pt x="1726" y="3541"/>
                  </a:lnTo>
                  <a:lnTo>
                    <a:pt x="1751" y="3554"/>
                  </a:lnTo>
                  <a:lnTo>
                    <a:pt x="1892" y="3669"/>
                  </a:lnTo>
                  <a:lnTo>
                    <a:pt x="1905" y="3694"/>
                  </a:lnTo>
                  <a:lnTo>
                    <a:pt x="1892" y="3720"/>
                  </a:lnTo>
                  <a:lnTo>
                    <a:pt x="1764" y="3886"/>
                  </a:lnTo>
                  <a:lnTo>
                    <a:pt x="1841" y="4065"/>
                  </a:lnTo>
                  <a:lnTo>
                    <a:pt x="1841" y="4091"/>
                  </a:lnTo>
                  <a:lnTo>
                    <a:pt x="1777" y="4308"/>
                  </a:lnTo>
                  <a:lnTo>
                    <a:pt x="1764" y="4321"/>
                  </a:lnTo>
                  <a:lnTo>
                    <a:pt x="1432" y="4615"/>
                  </a:lnTo>
                  <a:lnTo>
                    <a:pt x="1202" y="5202"/>
                  </a:lnTo>
                  <a:lnTo>
                    <a:pt x="1381" y="5394"/>
                  </a:lnTo>
                  <a:lnTo>
                    <a:pt x="1393" y="5407"/>
                  </a:lnTo>
                  <a:lnTo>
                    <a:pt x="1470" y="5560"/>
                  </a:lnTo>
                  <a:lnTo>
                    <a:pt x="1598" y="5637"/>
                  </a:lnTo>
                  <a:lnTo>
                    <a:pt x="1611" y="5650"/>
                  </a:lnTo>
                  <a:lnTo>
                    <a:pt x="1611" y="5675"/>
                  </a:lnTo>
                  <a:lnTo>
                    <a:pt x="1611" y="6020"/>
                  </a:lnTo>
                  <a:lnTo>
                    <a:pt x="1841" y="6072"/>
                  </a:lnTo>
                  <a:lnTo>
                    <a:pt x="1853" y="6072"/>
                  </a:lnTo>
                  <a:lnTo>
                    <a:pt x="2595" y="6596"/>
                  </a:lnTo>
                  <a:lnTo>
                    <a:pt x="2608" y="6596"/>
                  </a:lnTo>
                  <a:lnTo>
                    <a:pt x="3106" y="7094"/>
                  </a:lnTo>
                  <a:lnTo>
                    <a:pt x="3119" y="7107"/>
                  </a:lnTo>
                  <a:lnTo>
                    <a:pt x="3183" y="7298"/>
                  </a:lnTo>
                  <a:lnTo>
                    <a:pt x="3183" y="7324"/>
                  </a:lnTo>
                  <a:lnTo>
                    <a:pt x="3170" y="7350"/>
                  </a:lnTo>
                  <a:lnTo>
                    <a:pt x="2965" y="7452"/>
                  </a:lnTo>
                  <a:lnTo>
                    <a:pt x="2965" y="7899"/>
                  </a:lnTo>
                  <a:lnTo>
                    <a:pt x="3285" y="7899"/>
                  </a:lnTo>
                  <a:lnTo>
                    <a:pt x="3310" y="7912"/>
                  </a:lnTo>
                  <a:lnTo>
                    <a:pt x="3310" y="7937"/>
                  </a:lnTo>
                  <a:lnTo>
                    <a:pt x="3310" y="8346"/>
                  </a:lnTo>
                  <a:lnTo>
                    <a:pt x="3566" y="8653"/>
                  </a:lnTo>
                  <a:lnTo>
                    <a:pt x="3643" y="8755"/>
                  </a:lnTo>
                  <a:lnTo>
                    <a:pt x="3617" y="8781"/>
                  </a:lnTo>
                  <a:lnTo>
                    <a:pt x="4026" y="8768"/>
                  </a:lnTo>
                  <a:lnTo>
                    <a:pt x="3950" y="8449"/>
                  </a:lnTo>
                  <a:lnTo>
                    <a:pt x="4167" y="8372"/>
                  </a:lnTo>
                  <a:lnTo>
                    <a:pt x="4192" y="8615"/>
                  </a:lnTo>
                  <a:lnTo>
                    <a:pt x="4461" y="8768"/>
                  </a:lnTo>
                  <a:lnTo>
                    <a:pt x="4729" y="8602"/>
                  </a:lnTo>
                  <a:lnTo>
                    <a:pt x="5010" y="8768"/>
                  </a:lnTo>
                  <a:lnTo>
                    <a:pt x="5010" y="8934"/>
                  </a:lnTo>
                  <a:lnTo>
                    <a:pt x="5215" y="9062"/>
                  </a:lnTo>
                  <a:lnTo>
                    <a:pt x="5458" y="9394"/>
                  </a:lnTo>
                  <a:lnTo>
                    <a:pt x="5355" y="9407"/>
                  </a:lnTo>
                  <a:lnTo>
                    <a:pt x="5547" y="9535"/>
                  </a:lnTo>
                  <a:lnTo>
                    <a:pt x="5522" y="9663"/>
                  </a:lnTo>
                  <a:lnTo>
                    <a:pt x="5624" y="9778"/>
                  </a:lnTo>
                  <a:lnTo>
                    <a:pt x="5688" y="9867"/>
                  </a:lnTo>
                  <a:lnTo>
                    <a:pt x="5726" y="10110"/>
                  </a:lnTo>
                  <a:lnTo>
                    <a:pt x="5854" y="10430"/>
                  </a:lnTo>
                  <a:lnTo>
                    <a:pt x="5994" y="10570"/>
                  </a:lnTo>
                  <a:lnTo>
                    <a:pt x="6288" y="10570"/>
                  </a:lnTo>
                  <a:lnTo>
                    <a:pt x="6748" y="10800"/>
                  </a:lnTo>
                  <a:lnTo>
                    <a:pt x="6915" y="11107"/>
                  </a:lnTo>
                  <a:lnTo>
                    <a:pt x="7681" y="11503"/>
                  </a:lnTo>
                  <a:lnTo>
                    <a:pt x="7720" y="11605"/>
                  </a:lnTo>
                  <a:lnTo>
                    <a:pt x="8052" y="11580"/>
                  </a:lnTo>
                  <a:lnTo>
                    <a:pt x="8384" y="11733"/>
                  </a:lnTo>
                  <a:lnTo>
                    <a:pt x="9036" y="11529"/>
                  </a:lnTo>
                  <a:lnTo>
                    <a:pt x="9228" y="11503"/>
                  </a:lnTo>
                  <a:lnTo>
                    <a:pt x="9317" y="11337"/>
                  </a:lnTo>
                  <a:lnTo>
                    <a:pt x="9662" y="11260"/>
                  </a:lnTo>
                  <a:lnTo>
                    <a:pt x="10225" y="11248"/>
                  </a:lnTo>
                  <a:lnTo>
                    <a:pt x="10378" y="11593"/>
                  </a:lnTo>
                  <a:lnTo>
                    <a:pt x="10417" y="12142"/>
                  </a:lnTo>
                  <a:lnTo>
                    <a:pt x="10557" y="12423"/>
                  </a:lnTo>
                  <a:lnTo>
                    <a:pt x="11196" y="12500"/>
                  </a:lnTo>
                  <a:lnTo>
                    <a:pt x="11477" y="12590"/>
                  </a:lnTo>
                  <a:lnTo>
                    <a:pt x="11937" y="12641"/>
                  </a:lnTo>
                  <a:lnTo>
                    <a:pt x="12321" y="12705"/>
                  </a:lnTo>
                  <a:lnTo>
                    <a:pt x="12960" y="12756"/>
                  </a:lnTo>
                  <a:lnTo>
                    <a:pt x="13228" y="12845"/>
                  </a:lnTo>
                  <a:lnTo>
                    <a:pt x="13369" y="11925"/>
                  </a:lnTo>
                  <a:lnTo>
                    <a:pt x="13880" y="11554"/>
                  </a:lnTo>
                  <a:lnTo>
                    <a:pt x="14494" y="11542"/>
                  </a:lnTo>
                  <a:lnTo>
                    <a:pt x="14660" y="11184"/>
                  </a:lnTo>
                  <a:lnTo>
                    <a:pt x="14455" y="11043"/>
                  </a:lnTo>
                  <a:lnTo>
                    <a:pt x="14302" y="11043"/>
                  </a:lnTo>
                  <a:lnTo>
                    <a:pt x="14097" y="10289"/>
                  </a:lnTo>
                  <a:lnTo>
                    <a:pt x="13318" y="9855"/>
                  </a:lnTo>
                  <a:lnTo>
                    <a:pt x="12781" y="8909"/>
                  </a:lnTo>
                  <a:lnTo>
                    <a:pt x="12704" y="8768"/>
                  </a:lnTo>
                  <a:lnTo>
                    <a:pt x="13522" y="8947"/>
                  </a:lnTo>
                  <a:lnTo>
                    <a:pt x="13522" y="8947"/>
                  </a:lnTo>
                  <a:lnTo>
                    <a:pt x="13343" y="8589"/>
                  </a:lnTo>
                  <a:lnTo>
                    <a:pt x="13701" y="8295"/>
                  </a:lnTo>
                  <a:lnTo>
                    <a:pt x="13982" y="8104"/>
                  </a:lnTo>
                  <a:lnTo>
                    <a:pt x="13803" y="7925"/>
                  </a:lnTo>
                  <a:lnTo>
                    <a:pt x="13791" y="7912"/>
                  </a:lnTo>
                  <a:lnTo>
                    <a:pt x="13791" y="7886"/>
                  </a:lnTo>
                  <a:lnTo>
                    <a:pt x="13791" y="7874"/>
                  </a:lnTo>
                  <a:lnTo>
                    <a:pt x="13803" y="7861"/>
                  </a:lnTo>
                  <a:lnTo>
                    <a:pt x="13982" y="7707"/>
                  </a:lnTo>
                  <a:lnTo>
                    <a:pt x="13931" y="7644"/>
                  </a:lnTo>
                  <a:lnTo>
                    <a:pt x="13573" y="7528"/>
                  </a:lnTo>
                  <a:lnTo>
                    <a:pt x="13561" y="7528"/>
                  </a:lnTo>
                  <a:lnTo>
                    <a:pt x="13382" y="7401"/>
                  </a:lnTo>
                  <a:lnTo>
                    <a:pt x="13369" y="7388"/>
                  </a:lnTo>
                  <a:lnTo>
                    <a:pt x="13369" y="7375"/>
                  </a:lnTo>
                  <a:lnTo>
                    <a:pt x="13369" y="6391"/>
                  </a:lnTo>
                  <a:lnTo>
                    <a:pt x="13177" y="6046"/>
                  </a:lnTo>
                  <a:lnTo>
                    <a:pt x="13177" y="6033"/>
                  </a:lnTo>
                  <a:lnTo>
                    <a:pt x="13177" y="6020"/>
                  </a:lnTo>
                  <a:lnTo>
                    <a:pt x="13343" y="5765"/>
                  </a:lnTo>
                  <a:lnTo>
                    <a:pt x="13279" y="5586"/>
                  </a:lnTo>
                  <a:lnTo>
                    <a:pt x="13177" y="5381"/>
                  </a:lnTo>
                  <a:lnTo>
                    <a:pt x="13177" y="5369"/>
                  </a:lnTo>
                  <a:lnTo>
                    <a:pt x="13177" y="5343"/>
                  </a:lnTo>
                  <a:lnTo>
                    <a:pt x="13305" y="5100"/>
                  </a:lnTo>
                  <a:lnTo>
                    <a:pt x="13177" y="4793"/>
                  </a:lnTo>
                  <a:lnTo>
                    <a:pt x="13177" y="4768"/>
                  </a:lnTo>
                  <a:lnTo>
                    <a:pt x="13190" y="4742"/>
                  </a:lnTo>
                  <a:lnTo>
                    <a:pt x="13522" y="4602"/>
                  </a:lnTo>
                  <a:lnTo>
                    <a:pt x="13624" y="3784"/>
                  </a:lnTo>
                  <a:lnTo>
                    <a:pt x="13573" y="2889"/>
                  </a:lnTo>
                  <a:lnTo>
                    <a:pt x="12973" y="2889"/>
                  </a:lnTo>
                  <a:lnTo>
                    <a:pt x="12947" y="2876"/>
                  </a:lnTo>
                  <a:lnTo>
                    <a:pt x="12691" y="2570"/>
                  </a:lnTo>
                  <a:lnTo>
                    <a:pt x="12372" y="2506"/>
                  </a:lnTo>
                  <a:lnTo>
                    <a:pt x="12346" y="2480"/>
                  </a:lnTo>
                  <a:lnTo>
                    <a:pt x="12180" y="2110"/>
                  </a:lnTo>
                  <a:lnTo>
                    <a:pt x="11720" y="1969"/>
                  </a:lnTo>
                  <a:lnTo>
                    <a:pt x="11541" y="1969"/>
                  </a:lnTo>
                  <a:lnTo>
                    <a:pt x="11132" y="1841"/>
                  </a:lnTo>
                  <a:lnTo>
                    <a:pt x="10749" y="1739"/>
                  </a:lnTo>
                  <a:lnTo>
                    <a:pt x="10723" y="1726"/>
                  </a:lnTo>
                  <a:lnTo>
                    <a:pt x="10519" y="1496"/>
                  </a:lnTo>
                  <a:lnTo>
                    <a:pt x="10123" y="1496"/>
                  </a:lnTo>
                  <a:lnTo>
                    <a:pt x="9701" y="1688"/>
                  </a:lnTo>
                  <a:lnTo>
                    <a:pt x="9688" y="1688"/>
                  </a:lnTo>
                  <a:lnTo>
                    <a:pt x="9305" y="1586"/>
                  </a:lnTo>
                  <a:lnTo>
                    <a:pt x="8576" y="1892"/>
                  </a:lnTo>
                  <a:lnTo>
                    <a:pt x="8576" y="2186"/>
                  </a:lnTo>
                  <a:lnTo>
                    <a:pt x="8576" y="2212"/>
                  </a:lnTo>
                  <a:lnTo>
                    <a:pt x="8551" y="2225"/>
                  </a:lnTo>
                  <a:lnTo>
                    <a:pt x="7988" y="2288"/>
                  </a:lnTo>
                  <a:lnTo>
                    <a:pt x="8078" y="2621"/>
                  </a:lnTo>
                  <a:lnTo>
                    <a:pt x="7988" y="2749"/>
                  </a:lnTo>
                  <a:lnTo>
                    <a:pt x="7503" y="2697"/>
                  </a:lnTo>
                  <a:lnTo>
                    <a:pt x="6276" y="2940"/>
                  </a:lnTo>
                  <a:lnTo>
                    <a:pt x="5777" y="2876"/>
                  </a:lnTo>
                  <a:lnTo>
                    <a:pt x="5368" y="2582"/>
                  </a:lnTo>
                  <a:lnTo>
                    <a:pt x="5061" y="2340"/>
                  </a:lnTo>
                  <a:lnTo>
                    <a:pt x="5087" y="2058"/>
                  </a:lnTo>
                  <a:lnTo>
                    <a:pt x="4857" y="1892"/>
                  </a:lnTo>
                  <a:lnTo>
                    <a:pt x="4908" y="2046"/>
                  </a:lnTo>
                  <a:lnTo>
                    <a:pt x="4589" y="2110"/>
                  </a:lnTo>
                  <a:lnTo>
                    <a:pt x="4218" y="2046"/>
                  </a:lnTo>
                  <a:lnTo>
                    <a:pt x="3988" y="1777"/>
                  </a:lnTo>
                  <a:lnTo>
                    <a:pt x="3975" y="1330"/>
                  </a:lnTo>
                  <a:lnTo>
                    <a:pt x="3732" y="1355"/>
                  </a:lnTo>
                  <a:lnTo>
                    <a:pt x="3732" y="1368"/>
                  </a:lnTo>
                  <a:lnTo>
                    <a:pt x="3707" y="1355"/>
                  </a:lnTo>
                  <a:lnTo>
                    <a:pt x="3489" y="1125"/>
                  </a:lnTo>
                  <a:lnTo>
                    <a:pt x="3272" y="1010"/>
                  </a:lnTo>
                  <a:lnTo>
                    <a:pt x="3259" y="985"/>
                  </a:lnTo>
                  <a:lnTo>
                    <a:pt x="3234" y="819"/>
                  </a:lnTo>
                  <a:lnTo>
                    <a:pt x="3234" y="793"/>
                  </a:lnTo>
                  <a:lnTo>
                    <a:pt x="3298" y="640"/>
                  </a:lnTo>
                  <a:lnTo>
                    <a:pt x="3272" y="486"/>
                  </a:lnTo>
                  <a:lnTo>
                    <a:pt x="3272" y="461"/>
                  </a:lnTo>
                  <a:lnTo>
                    <a:pt x="3285" y="448"/>
                  </a:lnTo>
                  <a:lnTo>
                    <a:pt x="3374" y="384"/>
                  </a:lnTo>
                  <a:lnTo>
                    <a:pt x="3374" y="218"/>
                  </a:lnTo>
                  <a:lnTo>
                    <a:pt x="3221" y="218"/>
                  </a:lnTo>
                  <a:lnTo>
                    <a:pt x="3093" y="320"/>
                  </a:lnTo>
                  <a:lnTo>
                    <a:pt x="3068" y="333"/>
                  </a:lnTo>
                  <a:lnTo>
                    <a:pt x="2978" y="320"/>
                  </a:lnTo>
                  <a:lnTo>
                    <a:pt x="2697" y="435"/>
                  </a:lnTo>
                  <a:lnTo>
                    <a:pt x="2633" y="435"/>
                  </a:lnTo>
                  <a:lnTo>
                    <a:pt x="2275" y="768"/>
                  </a:lnTo>
                  <a:lnTo>
                    <a:pt x="2250" y="780"/>
                  </a:lnTo>
                  <a:lnTo>
                    <a:pt x="1866" y="844"/>
                  </a:lnTo>
                  <a:lnTo>
                    <a:pt x="1483" y="895"/>
                  </a:lnTo>
                  <a:lnTo>
                    <a:pt x="1457" y="895"/>
                  </a:lnTo>
                  <a:lnTo>
                    <a:pt x="1036" y="601"/>
                  </a:lnTo>
                  <a:lnTo>
                    <a:pt x="1023" y="58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8"/>
            <p:cNvSpPr/>
            <p:nvPr/>
          </p:nvSpPr>
          <p:spPr>
            <a:xfrm>
              <a:off x="4654150" y="2875850"/>
              <a:ext cx="154025" cy="170000"/>
            </a:xfrm>
            <a:custGeom>
              <a:rect b="b" l="l" r="r" t="t"/>
              <a:pathLst>
                <a:path extrusionOk="0" h="6800" w="6161">
                  <a:moveTo>
                    <a:pt x="3068" y="0"/>
                  </a:moveTo>
                  <a:lnTo>
                    <a:pt x="3055" y="13"/>
                  </a:lnTo>
                  <a:lnTo>
                    <a:pt x="3004" y="537"/>
                  </a:lnTo>
                  <a:lnTo>
                    <a:pt x="3081" y="537"/>
                  </a:lnTo>
                  <a:lnTo>
                    <a:pt x="3106" y="550"/>
                  </a:lnTo>
                  <a:lnTo>
                    <a:pt x="3119" y="576"/>
                  </a:lnTo>
                  <a:lnTo>
                    <a:pt x="3119" y="742"/>
                  </a:lnTo>
                  <a:lnTo>
                    <a:pt x="3106" y="767"/>
                  </a:lnTo>
                  <a:lnTo>
                    <a:pt x="3081" y="780"/>
                  </a:lnTo>
                  <a:lnTo>
                    <a:pt x="2799" y="844"/>
                  </a:lnTo>
                  <a:lnTo>
                    <a:pt x="2799" y="1048"/>
                  </a:lnTo>
                  <a:lnTo>
                    <a:pt x="2787" y="1061"/>
                  </a:lnTo>
                  <a:lnTo>
                    <a:pt x="2557" y="1470"/>
                  </a:lnTo>
                  <a:lnTo>
                    <a:pt x="2467" y="1879"/>
                  </a:lnTo>
                  <a:lnTo>
                    <a:pt x="2876" y="2429"/>
                  </a:lnTo>
                  <a:lnTo>
                    <a:pt x="2889" y="2454"/>
                  </a:lnTo>
                  <a:lnTo>
                    <a:pt x="2889" y="2467"/>
                  </a:lnTo>
                  <a:lnTo>
                    <a:pt x="2339" y="4013"/>
                  </a:lnTo>
                  <a:lnTo>
                    <a:pt x="2327" y="4039"/>
                  </a:lnTo>
                  <a:lnTo>
                    <a:pt x="1" y="4921"/>
                  </a:lnTo>
                  <a:lnTo>
                    <a:pt x="857" y="6800"/>
                  </a:lnTo>
                  <a:lnTo>
                    <a:pt x="946" y="6749"/>
                  </a:lnTo>
                  <a:lnTo>
                    <a:pt x="1688" y="6518"/>
                  </a:lnTo>
                  <a:lnTo>
                    <a:pt x="2263" y="6582"/>
                  </a:lnTo>
                  <a:lnTo>
                    <a:pt x="2595" y="6340"/>
                  </a:lnTo>
                  <a:lnTo>
                    <a:pt x="2493" y="6110"/>
                  </a:lnTo>
                  <a:lnTo>
                    <a:pt x="2684" y="5828"/>
                  </a:lnTo>
                  <a:lnTo>
                    <a:pt x="3426" y="5777"/>
                  </a:lnTo>
                  <a:lnTo>
                    <a:pt x="3566" y="5509"/>
                  </a:lnTo>
                  <a:lnTo>
                    <a:pt x="3630" y="5253"/>
                  </a:lnTo>
                  <a:lnTo>
                    <a:pt x="4001" y="4998"/>
                  </a:lnTo>
                  <a:lnTo>
                    <a:pt x="4550" y="4985"/>
                  </a:lnTo>
                  <a:lnTo>
                    <a:pt x="4487" y="4627"/>
                  </a:lnTo>
                  <a:lnTo>
                    <a:pt x="4550" y="3962"/>
                  </a:lnTo>
                  <a:lnTo>
                    <a:pt x="4819" y="3579"/>
                  </a:lnTo>
                  <a:lnTo>
                    <a:pt x="4921" y="3745"/>
                  </a:lnTo>
                  <a:lnTo>
                    <a:pt x="5113" y="3732"/>
                  </a:lnTo>
                  <a:lnTo>
                    <a:pt x="5394" y="3093"/>
                  </a:lnTo>
                  <a:lnTo>
                    <a:pt x="5880" y="2812"/>
                  </a:lnTo>
                  <a:lnTo>
                    <a:pt x="6161" y="2122"/>
                  </a:lnTo>
                  <a:lnTo>
                    <a:pt x="6110" y="1994"/>
                  </a:lnTo>
                  <a:lnTo>
                    <a:pt x="5892" y="1905"/>
                  </a:lnTo>
                  <a:lnTo>
                    <a:pt x="5432" y="1304"/>
                  </a:lnTo>
                  <a:lnTo>
                    <a:pt x="5151" y="1074"/>
                  </a:lnTo>
                  <a:lnTo>
                    <a:pt x="4640" y="997"/>
                  </a:lnTo>
                  <a:lnTo>
                    <a:pt x="3988" y="869"/>
                  </a:lnTo>
                  <a:lnTo>
                    <a:pt x="3515" y="179"/>
                  </a:lnTo>
                  <a:lnTo>
                    <a:pt x="3490" y="103"/>
                  </a:lnTo>
                  <a:lnTo>
                    <a:pt x="3208" y="179"/>
                  </a:lnTo>
                  <a:lnTo>
                    <a:pt x="3183" y="179"/>
                  </a:lnTo>
                  <a:lnTo>
                    <a:pt x="3170" y="167"/>
                  </a:lnTo>
                  <a:lnTo>
                    <a:pt x="30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78"/>
            <p:cNvSpPr/>
            <p:nvPr/>
          </p:nvSpPr>
          <p:spPr>
            <a:xfrm>
              <a:off x="4708150" y="3793500"/>
              <a:ext cx="23025" cy="11850"/>
            </a:xfrm>
            <a:custGeom>
              <a:rect b="b" l="l" r="r" t="t"/>
              <a:pathLst>
                <a:path extrusionOk="0" h="474" w="921">
                  <a:moveTo>
                    <a:pt x="282" y="0"/>
                  </a:moveTo>
                  <a:lnTo>
                    <a:pt x="0" y="320"/>
                  </a:lnTo>
                  <a:lnTo>
                    <a:pt x="665" y="473"/>
                  </a:lnTo>
                  <a:lnTo>
                    <a:pt x="921" y="371"/>
                  </a:lnTo>
                  <a:lnTo>
                    <a:pt x="461" y="230"/>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8"/>
            <p:cNvSpPr/>
            <p:nvPr/>
          </p:nvSpPr>
          <p:spPr>
            <a:xfrm>
              <a:off x="4754475" y="3773375"/>
              <a:ext cx="11850" cy="10875"/>
            </a:xfrm>
            <a:custGeom>
              <a:rect b="b" l="l" r="r" t="t"/>
              <a:pathLst>
                <a:path extrusionOk="0" h="435" w="474">
                  <a:moveTo>
                    <a:pt x="256" y="0"/>
                  </a:moveTo>
                  <a:lnTo>
                    <a:pt x="1" y="435"/>
                  </a:lnTo>
                  <a:lnTo>
                    <a:pt x="358" y="435"/>
                  </a:lnTo>
                  <a:lnTo>
                    <a:pt x="474" y="28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8"/>
            <p:cNvSpPr/>
            <p:nvPr/>
          </p:nvSpPr>
          <p:spPr>
            <a:xfrm>
              <a:off x="5043000" y="3259900"/>
              <a:ext cx="6100" cy="17600"/>
            </a:xfrm>
            <a:custGeom>
              <a:rect b="b" l="l" r="r" t="t"/>
              <a:pathLst>
                <a:path extrusionOk="0" h="704" w="244">
                  <a:moveTo>
                    <a:pt x="128" y="1"/>
                  </a:moveTo>
                  <a:lnTo>
                    <a:pt x="1" y="180"/>
                  </a:lnTo>
                  <a:lnTo>
                    <a:pt x="154" y="474"/>
                  </a:lnTo>
                  <a:lnTo>
                    <a:pt x="1" y="576"/>
                  </a:lnTo>
                  <a:lnTo>
                    <a:pt x="77" y="704"/>
                  </a:lnTo>
                  <a:lnTo>
                    <a:pt x="243" y="665"/>
                  </a:lnTo>
                  <a:lnTo>
                    <a:pt x="218" y="550"/>
                  </a:lnTo>
                  <a:lnTo>
                    <a:pt x="128" y="525"/>
                  </a:lnTo>
                  <a:lnTo>
                    <a:pt x="218" y="461"/>
                  </a:lnTo>
                  <a:lnTo>
                    <a:pt x="231" y="307"/>
                  </a:lnTo>
                  <a:lnTo>
                    <a:pt x="167" y="167"/>
                  </a:lnTo>
                  <a:lnTo>
                    <a:pt x="180"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8"/>
            <p:cNvSpPr/>
            <p:nvPr/>
          </p:nvSpPr>
          <p:spPr>
            <a:xfrm>
              <a:off x="4198850" y="3949100"/>
              <a:ext cx="27500" cy="34525"/>
            </a:xfrm>
            <a:custGeom>
              <a:rect b="b" l="l" r="r" t="t"/>
              <a:pathLst>
                <a:path extrusionOk="0" h="1381" w="1100">
                  <a:moveTo>
                    <a:pt x="639" y="0"/>
                  </a:moveTo>
                  <a:lnTo>
                    <a:pt x="460" y="26"/>
                  </a:lnTo>
                  <a:lnTo>
                    <a:pt x="0" y="793"/>
                  </a:lnTo>
                  <a:lnTo>
                    <a:pt x="217" y="1368"/>
                  </a:lnTo>
                  <a:lnTo>
                    <a:pt x="729" y="1381"/>
                  </a:lnTo>
                  <a:lnTo>
                    <a:pt x="920" y="1048"/>
                  </a:lnTo>
                  <a:lnTo>
                    <a:pt x="1099" y="524"/>
                  </a:lnTo>
                  <a:lnTo>
                    <a:pt x="1035" y="33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8"/>
            <p:cNvSpPr/>
            <p:nvPr/>
          </p:nvSpPr>
          <p:spPr>
            <a:xfrm>
              <a:off x="5043000" y="3309750"/>
              <a:ext cx="13775" cy="25275"/>
            </a:xfrm>
            <a:custGeom>
              <a:rect b="b" l="l" r="r" t="t"/>
              <a:pathLst>
                <a:path extrusionOk="0" h="1011" w="551">
                  <a:moveTo>
                    <a:pt x="154" y="0"/>
                  </a:moveTo>
                  <a:lnTo>
                    <a:pt x="39" y="77"/>
                  </a:lnTo>
                  <a:lnTo>
                    <a:pt x="1" y="192"/>
                  </a:lnTo>
                  <a:lnTo>
                    <a:pt x="90" y="307"/>
                  </a:lnTo>
                  <a:lnTo>
                    <a:pt x="192" y="282"/>
                  </a:lnTo>
                  <a:lnTo>
                    <a:pt x="52" y="384"/>
                  </a:lnTo>
                  <a:lnTo>
                    <a:pt x="39" y="524"/>
                  </a:lnTo>
                  <a:lnTo>
                    <a:pt x="205" y="588"/>
                  </a:lnTo>
                  <a:lnTo>
                    <a:pt x="231" y="678"/>
                  </a:lnTo>
                  <a:lnTo>
                    <a:pt x="116" y="793"/>
                  </a:lnTo>
                  <a:lnTo>
                    <a:pt x="154" y="946"/>
                  </a:lnTo>
                  <a:lnTo>
                    <a:pt x="320" y="1010"/>
                  </a:lnTo>
                  <a:lnTo>
                    <a:pt x="384" y="908"/>
                  </a:lnTo>
                  <a:lnTo>
                    <a:pt x="550" y="729"/>
                  </a:lnTo>
                  <a:lnTo>
                    <a:pt x="461" y="627"/>
                  </a:lnTo>
                  <a:lnTo>
                    <a:pt x="243" y="639"/>
                  </a:lnTo>
                  <a:lnTo>
                    <a:pt x="205" y="563"/>
                  </a:lnTo>
                  <a:lnTo>
                    <a:pt x="231" y="512"/>
                  </a:lnTo>
                  <a:lnTo>
                    <a:pt x="269" y="435"/>
                  </a:lnTo>
                  <a:lnTo>
                    <a:pt x="269" y="320"/>
                  </a:lnTo>
                  <a:lnTo>
                    <a:pt x="192" y="230"/>
                  </a:lnTo>
                  <a:lnTo>
                    <a:pt x="269" y="192"/>
                  </a:lnTo>
                  <a:lnTo>
                    <a:pt x="269" y="64"/>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78"/>
            <p:cNvSpPr/>
            <p:nvPr/>
          </p:nvSpPr>
          <p:spPr>
            <a:xfrm>
              <a:off x="3259775" y="3031775"/>
              <a:ext cx="115700" cy="92350"/>
            </a:xfrm>
            <a:custGeom>
              <a:rect b="b" l="l" r="r" t="t"/>
              <a:pathLst>
                <a:path extrusionOk="0" h="3694" w="4628">
                  <a:moveTo>
                    <a:pt x="1138" y="0"/>
                  </a:moveTo>
                  <a:lnTo>
                    <a:pt x="921" y="320"/>
                  </a:lnTo>
                  <a:lnTo>
                    <a:pt x="908" y="333"/>
                  </a:lnTo>
                  <a:lnTo>
                    <a:pt x="883" y="345"/>
                  </a:lnTo>
                  <a:lnTo>
                    <a:pt x="870" y="345"/>
                  </a:lnTo>
                  <a:lnTo>
                    <a:pt x="857" y="358"/>
                  </a:lnTo>
                  <a:lnTo>
                    <a:pt x="231" y="1317"/>
                  </a:lnTo>
                  <a:lnTo>
                    <a:pt x="1" y="1496"/>
                  </a:lnTo>
                  <a:lnTo>
                    <a:pt x="154" y="1572"/>
                  </a:lnTo>
                  <a:lnTo>
                    <a:pt x="371" y="1905"/>
                  </a:lnTo>
                  <a:lnTo>
                    <a:pt x="359" y="2096"/>
                  </a:lnTo>
                  <a:lnTo>
                    <a:pt x="640" y="2352"/>
                  </a:lnTo>
                  <a:lnTo>
                    <a:pt x="640" y="2480"/>
                  </a:lnTo>
                  <a:lnTo>
                    <a:pt x="1100" y="2569"/>
                  </a:lnTo>
                  <a:lnTo>
                    <a:pt x="1381" y="2429"/>
                  </a:lnTo>
                  <a:lnTo>
                    <a:pt x="1790" y="2429"/>
                  </a:lnTo>
                  <a:lnTo>
                    <a:pt x="2288" y="2684"/>
                  </a:lnTo>
                  <a:lnTo>
                    <a:pt x="2621" y="2748"/>
                  </a:lnTo>
                  <a:lnTo>
                    <a:pt x="2659" y="2774"/>
                  </a:lnTo>
                  <a:lnTo>
                    <a:pt x="2672" y="2799"/>
                  </a:lnTo>
                  <a:lnTo>
                    <a:pt x="2672" y="2978"/>
                  </a:lnTo>
                  <a:lnTo>
                    <a:pt x="2659" y="3004"/>
                  </a:lnTo>
                  <a:lnTo>
                    <a:pt x="2646" y="3029"/>
                  </a:lnTo>
                  <a:lnTo>
                    <a:pt x="2621" y="3042"/>
                  </a:lnTo>
                  <a:lnTo>
                    <a:pt x="2608" y="3042"/>
                  </a:lnTo>
                  <a:lnTo>
                    <a:pt x="1764" y="2850"/>
                  </a:lnTo>
                  <a:lnTo>
                    <a:pt x="1253" y="2838"/>
                  </a:lnTo>
                  <a:lnTo>
                    <a:pt x="985" y="3068"/>
                  </a:lnTo>
                  <a:lnTo>
                    <a:pt x="946" y="3093"/>
                  </a:lnTo>
                  <a:lnTo>
                    <a:pt x="934" y="3080"/>
                  </a:lnTo>
                  <a:lnTo>
                    <a:pt x="448" y="2991"/>
                  </a:lnTo>
                  <a:lnTo>
                    <a:pt x="397" y="3272"/>
                  </a:lnTo>
                  <a:lnTo>
                    <a:pt x="525" y="3400"/>
                  </a:lnTo>
                  <a:lnTo>
                    <a:pt x="346" y="3413"/>
                  </a:lnTo>
                  <a:lnTo>
                    <a:pt x="346" y="3502"/>
                  </a:lnTo>
                  <a:lnTo>
                    <a:pt x="1177" y="3515"/>
                  </a:lnTo>
                  <a:lnTo>
                    <a:pt x="1547" y="3323"/>
                  </a:lnTo>
                  <a:lnTo>
                    <a:pt x="1573" y="3310"/>
                  </a:lnTo>
                  <a:lnTo>
                    <a:pt x="2365" y="3323"/>
                  </a:lnTo>
                  <a:lnTo>
                    <a:pt x="2378" y="3323"/>
                  </a:lnTo>
                  <a:lnTo>
                    <a:pt x="3758" y="3694"/>
                  </a:lnTo>
                  <a:lnTo>
                    <a:pt x="4448" y="3617"/>
                  </a:lnTo>
                  <a:lnTo>
                    <a:pt x="4627" y="3259"/>
                  </a:lnTo>
                  <a:lnTo>
                    <a:pt x="4551" y="2927"/>
                  </a:lnTo>
                  <a:lnTo>
                    <a:pt x="4269" y="2761"/>
                  </a:lnTo>
                  <a:lnTo>
                    <a:pt x="4244" y="2748"/>
                  </a:lnTo>
                  <a:lnTo>
                    <a:pt x="4244" y="2723"/>
                  </a:lnTo>
                  <a:lnTo>
                    <a:pt x="4167" y="2160"/>
                  </a:lnTo>
                  <a:lnTo>
                    <a:pt x="4167" y="2147"/>
                  </a:lnTo>
                  <a:lnTo>
                    <a:pt x="4180" y="1790"/>
                  </a:lnTo>
                  <a:lnTo>
                    <a:pt x="3362" y="946"/>
                  </a:lnTo>
                  <a:lnTo>
                    <a:pt x="3349" y="921"/>
                  </a:lnTo>
                  <a:lnTo>
                    <a:pt x="3234" y="460"/>
                  </a:lnTo>
                  <a:lnTo>
                    <a:pt x="2864" y="460"/>
                  </a:lnTo>
                  <a:lnTo>
                    <a:pt x="2838" y="448"/>
                  </a:lnTo>
                  <a:lnTo>
                    <a:pt x="2825" y="435"/>
                  </a:lnTo>
                  <a:lnTo>
                    <a:pt x="2621" y="77"/>
                  </a:lnTo>
                  <a:lnTo>
                    <a:pt x="2352" y="64"/>
                  </a:lnTo>
                  <a:lnTo>
                    <a:pt x="2327" y="64"/>
                  </a:lnTo>
                  <a:lnTo>
                    <a:pt x="2173" y="0"/>
                  </a:lnTo>
                  <a:lnTo>
                    <a:pt x="1956" y="90"/>
                  </a:lnTo>
                  <a:lnTo>
                    <a:pt x="1931" y="103"/>
                  </a:lnTo>
                  <a:lnTo>
                    <a:pt x="1292" y="77"/>
                  </a:lnTo>
                  <a:lnTo>
                    <a:pt x="1266" y="77"/>
                  </a:lnTo>
                  <a:lnTo>
                    <a:pt x="11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8"/>
            <p:cNvSpPr/>
            <p:nvPr/>
          </p:nvSpPr>
          <p:spPr>
            <a:xfrm>
              <a:off x="4467875" y="2999500"/>
              <a:ext cx="206100" cy="128475"/>
            </a:xfrm>
            <a:custGeom>
              <a:rect b="b" l="l" r="r" t="t"/>
              <a:pathLst>
                <a:path extrusionOk="0" h="5139" w="8244">
                  <a:moveTo>
                    <a:pt x="7388" y="0"/>
                  </a:moveTo>
                  <a:lnTo>
                    <a:pt x="7349" y="13"/>
                  </a:lnTo>
                  <a:lnTo>
                    <a:pt x="7336" y="26"/>
                  </a:lnTo>
                  <a:lnTo>
                    <a:pt x="4857" y="397"/>
                  </a:lnTo>
                  <a:lnTo>
                    <a:pt x="4346" y="716"/>
                  </a:lnTo>
                  <a:lnTo>
                    <a:pt x="3988" y="1125"/>
                  </a:lnTo>
                  <a:lnTo>
                    <a:pt x="3873" y="1457"/>
                  </a:lnTo>
                  <a:lnTo>
                    <a:pt x="3860" y="1470"/>
                  </a:lnTo>
                  <a:lnTo>
                    <a:pt x="3400" y="1662"/>
                  </a:lnTo>
                  <a:lnTo>
                    <a:pt x="3374" y="1662"/>
                  </a:lnTo>
                  <a:lnTo>
                    <a:pt x="3362" y="1649"/>
                  </a:lnTo>
                  <a:lnTo>
                    <a:pt x="3234" y="1432"/>
                  </a:lnTo>
                  <a:lnTo>
                    <a:pt x="2748" y="1432"/>
                  </a:lnTo>
                  <a:lnTo>
                    <a:pt x="1815" y="1215"/>
                  </a:lnTo>
                  <a:lnTo>
                    <a:pt x="844" y="1317"/>
                  </a:lnTo>
                  <a:lnTo>
                    <a:pt x="818" y="1317"/>
                  </a:lnTo>
                  <a:lnTo>
                    <a:pt x="588" y="1138"/>
                  </a:lnTo>
                  <a:lnTo>
                    <a:pt x="397" y="1176"/>
                  </a:lnTo>
                  <a:lnTo>
                    <a:pt x="397" y="1803"/>
                  </a:lnTo>
                  <a:lnTo>
                    <a:pt x="384" y="1828"/>
                  </a:lnTo>
                  <a:lnTo>
                    <a:pt x="103" y="2058"/>
                  </a:lnTo>
                  <a:lnTo>
                    <a:pt x="115" y="2122"/>
                  </a:lnTo>
                  <a:lnTo>
                    <a:pt x="179" y="2263"/>
                  </a:lnTo>
                  <a:lnTo>
                    <a:pt x="0" y="2723"/>
                  </a:lnTo>
                  <a:lnTo>
                    <a:pt x="128" y="3119"/>
                  </a:lnTo>
                  <a:lnTo>
                    <a:pt x="333" y="4103"/>
                  </a:lnTo>
                  <a:lnTo>
                    <a:pt x="486" y="4244"/>
                  </a:lnTo>
                  <a:lnTo>
                    <a:pt x="422" y="4435"/>
                  </a:lnTo>
                  <a:lnTo>
                    <a:pt x="627" y="5049"/>
                  </a:lnTo>
                  <a:lnTo>
                    <a:pt x="1202" y="5138"/>
                  </a:lnTo>
                  <a:lnTo>
                    <a:pt x="1636" y="4921"/>
                  </a:lnTo>
                  <a:lnTo>
                    <a:pt x="2135" y="4921"/>
                  </a:lnTo>
                  <a:lnTo>
                    <a:pt x="2263" y="4589"/>
                  </a:lnTo>
                  <a:lnTo>
                    <a:pt x="2966" y="4589"/>
                  </a:lnTo>
                  <a:lnTo>
                    <a:pt x="4192" y="3962"/>
                  </a:lnTo>
                  <a:lnTo>
                    <a:pt x="4704" y="3988"/>
                  </a:lnTo>
                  <a:lnTo>
                    <a:pt x="4959" y="3771"/>
                  </a:lnTo>
                  <a:lnTo>
                    <a:pt x="5100" y="3592"/>
                  </a:lnTo>
                  <a:lnTo>
                    <a:pt x="6672" y="3106"/>
                  </a:lnTo>
                  <a:lnTo>
                    <a:pt x="7336" y="2723"/>
                  </a:lnTo>
                  <a:lnTo>
                    <a:pt x="7515" y="2748"/>
                  </a:lnTo>
                  <a:lnTo>
                    <a:pt x="7567" y="2608"/>
                  </a:lnTo>
                  <a:lnTo>
                    <a:pt x="7630" y="2199"/>
                  </a:lnTo>
                  <a:lnTo>
                    <a:pt x="8244" y="1879"/>
                  </a:lnTo>
                  <a:lnTo>
                    <a:pt x="73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78"/>
            <p:cNvSpPr/>
            <p:nvPr/>
          </p:nvSpPr>
          <p:spPr>
            <a:xfrm>
              <a:off x="4680350" y="3124750"/>
              <a:ext cx="23025" cy="9925"/>
            </a:xfrm>
            <a:custGeom>
              <a:rect b="b" l="l" r="r" t="t"/>
              <a:pathLst>
                <a:path extrusionOk="0" h="397" w="921">
                  <a:moveTo>
                    <a:pt x="652" y="0"/>
                  </a:moveTo>
                  <a:lnTo>
                    <a:pt x="486" y="77"/>
                  </a:lnTo>
                  <a:lnTo>
                    <a:pt x="205" y="77"/>
                  </a:lnTo>
                  <a:lnTo>
                    <a:pt x="1" y="192"/>
                  </a:lnTo>
                  <a:lnTo>
                    <a:pt x="205" y="397"/>
                  </a:lnTo>
                  <a:lnTo>
                    <a:pt x="640" y="346"/>
                  </a:lnTo>
                  <a:lnTo>
                    <a:pt x="921" y="128"/>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8"/>
            <p:cNvSpPr/>
            <p:nvPr/>
          </p:nvSpPr>
          <p:spPr>
            <a:xfrm>
              <a:off x="1388050" y="2785750"/>
              <a:ext cx="8025" cy="13125"/>
            </a:xfrm>
            <a:custGeom>
              <a:rect b="b" l="l" r="r" t="t"/>
              <a:pathLst>
                <a:path extrusionOk="0" h="525" w="321">
                  <a:moveTo>
                    <a:pt x="26" y="0"/>
                  </a:moveTo>
                  <a:lnTo>
                    <a:pt x="26" y="77"/>
                  </a:lnTo>
                  <a:lnTo>
                    <a:pt x="1" y="115"/>
                  </a:lnTo>
                  <a:lnTo>
                    <a:pt x="52" y="230"/>
                  </a:lnTo>
                  <a:lnTo>
                    <a:pt x="52" y="256"/>
                  </a:lnTo>
                  <a:lnTo>
                    <a:pt x="103" y="269"/>
                  </a:lnTo>
                  <a:lnTo>
                    <a:pt x="103" y="320"/>
                  </a:lnTo>
                  <a:lnTo>
                    <a:pt x="231" y="448"/>
                  </a:lnTo>
                  <a:lnTo>
                    <a:pt x="320" y="524"/>
                  </a:lnTo>
                  <a:lnTo>
                    <a:pt x="320" y="511"/>
                  </a:lnTo>
                  <a:lnTo>
                    <a:pt x="282" y="435"/>
                  </a:lnTo>
                  <a:lnTo>
                    <a:pt x="295" y="281"/>
                  </a:lnTo>
                  <a:lnTo>
                    <a:pt x="192" y="269"/>
                  </a:lnTo>
                  <a:lnTo>
                    <a:pt x="154" y="230"/>
                  </a:lnTo>
                  <a:lnTo>
                    <a:pt x="180" y="179"/>
                  </a:lnTo>
                  <a:lnTo>
                    <a:pt x="128" y="90"/>
                  </a:lnTo>
                  <a:lnTo>
                    <a:pt x="77" y="13"/>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8"/>
            <p:cNvSpPr/>
            <p:nvPr/>
          </p:nvSpPr>
          <p:spPr>
            <a:xfrm>
              <a:off x="2401875" y="3821925"/>
              <a:ext cx="160750" cy="180225"/>
            </a:xfrm>
            <a:custGeom>
              <a:rect b="b" l="l" r="r" t="t"/>
              <a:pathLst>
                <a:path extrusionOk="0" h="7209" w="6430">
                  <a:moveTo>
                    <a:pt x="2135" y="1"/>
                  </a:moveTo>
                  <a:lnTo>
                    <a:pt x="793" y="180"/>
                  </a:lnTo>
                  <a:lnTo>
                    <a:pt x="384" y="921"/>
                  </a:lnTo>
                  <a:lnTo>
                    <a:pt x="1" y="2340"/>
                  </a:lnTo>
                  <a:lnTo>
                    <a:pt x="192" y="2570"/>
                  </a:lnTo>
                  <a:lnTo>
                    <a:pt x="205" y="2582"/>
                  </a:lnTo>
                  <a:lnTo>
                    <a:pt x="499" y="3196"/>
                  </a:lnTo>
                  <a:lnTo>
                    <a:pt x="1061" y="3528"/>
                  </a:lnTo>
                  <a:lnTo>
                    <a:pt x="1074" y="3554"/>
                  </a:lnTo>
                  <a:lnTo>
                    <a:pt x="1151" y="3771"/>
                  </a:lnTo>
                  <a:lnTo>
                    <a:pt x="1892" y="4014"/>
                  </a:lnTo>
                  <a:lnTo>
                    <a:pt x="1905" y="4014"/>
                  </a:lnTo>
                  <a:lnTo>
                    <a:pt x="3042" y="4845"/>
                  </a:lnTo>
                  <a:lnTo>
                    <a:pt x="3886" y="5164"/>
                  </a:lnTo>
                  <a:lnTo>
                    <a:pt x="3912" y="5190"/>
                  </a:lnTo>
                  <a:lnTo>
                    <a:pt x="3912" y="5215"/>
                  </a:lnTo>
                  <a:lnTo>
                    <a:pt x="3796" y="5509"/>
                  </a:lnTo>
                  <a:lnTo>
                    <a:pt x="3784" y="5522"/>
                  </a:lnTo>
                  <a:lnTo>
                    <a:pt x="3618" y="5701"/>
                  </a:lnTo>
                  <a:lnTo>
                    <a:pt x="3515" y="5944"/>
                  </a:lnTo>
                  <a:lnTo>
                    <a:pt x="3503" y="5956"/>
                  </a:lnTo>
                  <a:lnTo>
                    <a:pt x="3477" y="5969"/>
                  </a:lnTo>
                  <a:lnTo>
                    <a:pt x="3362" y="5995"/>
                  </a:lnTo>
                  <a:lnTo>
                    <a:pt x="3247" y="6417"/>
                  </a:lnTo>
                  <a:lnTo>
                    <a:pt x="3234" y="6429"/>
                  </a:lnTo>
                  <a:lnTo>
                    <a:pt x="2851" y="6762"/>
                  </a:lnTo>
                  <a:lnTo>
                    <a:pt x="2876" y="6864"/>
                  </a:lnTo>
                  <a:lnTo>
                    <a:pt x="3439" y="6902"/>
                  </a:lnTo>
                  <a:lnTo>
                    <a:pt x="3451" y="6902"/>
                  </a:lnTo>
                  <a:lnTo>
                    <a:pt x="3873" y="7119"/>
                  </a:lnTo>
                  <a:lnTo>
                    <a:pt x="4384" y="7081"/>
                  </a:lnTo>
                  <a:lnTo>
                    <a:pt x="4397" y="7081"/>
                  </a:lnTo>
                  <a:lnTo>
                    <a:pt x="4410" y="7094"/>
                  </a:lnTo>
                  <a:lnTo>
                    <a:pt x="4499" y="7209"/>
                  </a:lnTo>
                  <a:lnTo>
                    <a:pt x="4678" y="7017"/>
                  </a:lnTo>
                  <a:lnTo>
                    <a:pt x="4691" y="7004"/>
                  </a:lnTo>
                  <a:lnTo>
                    <a:pt x="4717" y="7004"/>
                  </a:lnTo>
                  <a:lnTo>
                    <a:pt x="4998" y="7119"/>
                  </a:lnTo>
                  <a:lnTo>
                    <a:pt x="5100" y="7030"/>
                  </a:lnTo>
                  <a:lnTo>
                    <a:pt x="5164" y="6864"/>
                  </a:lnTo>
                  <a:lnTo>
                    <a:pt x="5177" y="6851"/>
                  </a:lnTo>
                  <a:lnTo>
                    <a:pt x="5190" y="6838"/>
                  </a:lnTo>
                  <a:lnTo>
                    <a:pt x="5560" y="6787"/>
                  </a:lnTo>
                  <a:lnTo>
                    <a:pt x="5841" y="6442"/>
                  </a:lnTo>
                  <a:lnTo>
                    <a:pt x="5931" y="6046"/>
                  </a:lnTo>
                  <a:lnTo>
                    <a:pt x="5944" y="6046"/>
                  </a:lnTo>
                  <a:lnTo>
                    <a:pt x="6046" y="5790"/>
                  </a:lnTo>
                  <a:lnTo>
                    <a:pt x="6429" y="4589"/>
                  </a:lnTo>
                  <a:lnTo>
                    <a:pt x="6238" y="4218"/>
                  </a:lnTo>
                  <a:lnTo>
                    <a:pt x="5586" y="4308"/>
                  </a:lnTo>
                  <a:lnTo>
                    <a:pt x="5560" y="4295"/>
                  </a:lnTo>
                  <a:lnTo>
                    <a:pt x="5535" y="4282"/>
                  </a:lnTo>
                  <a:lnTo>
                    <a:pt x="5279" y="2800"/>
                  </a:lnTo>
                  <a:lnTo>
                    <a:pt x="5036" y="2787"/>
                  </a:lnTo>
                  <a:lnTo>
                    <a:pt x="5011" y="2774"/>
                  </a:lnTo>
                  <a:lnTo>
                    <a:pt x="4806" y="2570"/>
                  </a:lnTo>
                  <a:lnTo>
                    <a:pt x="4589" y="2736"/>
                  </a:lnTo>
                  <a:lnTo>
                    <a:pt x="4563" y="2736"/>
                  </a:lnTo>
                  <a:lnTo>
                    <a:pt x="3656" y="2570"/>
                  </a:lnTo>
                  <a:lnTo>
                    <a:pt x="3630" y="2557"/>
                  </a:lnTo>
                  <a:lnTo>
                    <a:pt x="3618" y="2518"/>
                  </a:lnTo>
                  <a:lnTo>
                    <a:pt x="3758" y="1343"/>
                  </a:lnTo>
                  <a:lnTo>
                    <a:pt x="3566" y="883"/>
                  </a:lnTo>
                  <a:lnTo>
                    <a:pt x="3566" y="870"/>
                  </a:lnTo>
                  <a:lnTo>
                    <a:pt x="3592" y="742"/>
                  </a:lnTo>
                  <a:lnTo>
                    <a:pt x="3515" y="410"/>
                  </a:lnTo>
                  <a:lnTo>
                    <a:pt x="2889" y="13"/>
                  </a:lnTo>
                  <a:lnTo>
                    <a:pt x="21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8"/>
            <p:cNvSpPr/>
            <p:nvPr/>
          </p:nvSpPr>
          <p:spPr>
            <a:xfrm>
              <a:off x="2013350" y="3400175"/>
              <a:ext cx="266825" cy="393025"/>
            </a:xfrm>
            <a:custGeom>
              <a:rect b="b" l="l" r="r" t="t"/>
              <a:pathLst>
                <a:path extrusionOk="0" h="15721" w="10673">
                  <a:moveTo>
                    <a:pt x="5304" y="0"/>
                  </a:moveTo>
                  <a:lnTo>
                    <a:pt x="5074" y="51"/>
                  </a:lnTo>
                  <a:lnTo>
                    <a:pt x="5419" y="448"/>
                  </a:lnTo>
                  <a:lnTo>
                    <a:pt x="5419" y="486"/>
                  </a:lnTo>
                  <a:lnTo>
                    <a:pt x="5381" y="754"/>
                  </a:lnTo>
                  <a:lnTo>
                    <a:pt x="5368" y="767"/>
                  </a:lnTo>
                  <a:lnTo>
                    <a:pt x="5355" y="780"/>
                  </a:lnTo>
                  <a:lnTo>
                    <a:pt x="5177" y="818"/>
                  </a:lnTo>
                  <a:lnTo>
                    <a:pt x="5074" y="1266"/>
                  </a:lnTo>
                  <a:lnTo>
                    <a:pt x="5061" y="1278"/>
                  </a:lnTo>
                  <a:lnTo>
                    <a:pt x="4307" y="2084"/>
                  </a:lnTo>
                  <a:lnTo>
                    <a:pt x="4295" y="2084"/>
                  </a:lnTo>
                  <a:lnTo>
                    <a:pt x="2978" y="2595"/>
                  </a:lnTo>
                  <a:lnTo>
                    <a:pt x="2390" y="3822"/>
                  </a:lnTo>
                  <a:lnTo>
                    <a:pt x="2390" y="4001"/>
                  </a:lnTo>
                  <a:lnTo>
                    <a:pt x="2378" y="4026"/>
                  </a:lnTo>
                  <a:lnTo>
                    <a:pt x="2352" y="4039"/>
                  </a:lnTo>
                  <a:lnTo>
                    <a:pt x="2160" y="4052"/>
                  </a:lnTo>
                  <a:lnTo>
                    <a:pt x="2045" y="4295"/>
                  </a:lnTo>
                  <a:lnTo>
                    <a:pt x="2032" y="4320"/>
                  </a:lnTo>
                  <a:lnTo>
                    <a:pt x="2007" y="4320"/>
                  </a:lnTo>
                  <a:lnTo>
                    <a:pt x="1700" y="4295"/>
                  </a:lnTo>
                  <a:lnTo>
                    <a:pt x="1687" y="4282"/>
                  </a:lnTo>
                  <a:lnTo>
                    <a:pt x="1675" y="4269"/>
                  </a:lnTo>
                  <a:lnTo>
                    <a:pt x="1470" y="3937"/>
                  </a:lnTo>
                  <a:lnTo>
                    <a:pt x="1023" y="3783"/>
                  </a:lnTo>
                  <a:lnTo>
                    <a:pt x="806" y="3924"/>
                  </a:lnTo>
                  <a:lnTo>
                    <a:pt x="793" y="3937"/>
                  </a:lnTo>
                  <a:lnTo>
                    <a:pt x="780" y="3924"/>
                  </a:lnTo>
                  <a:lnTo>
                    <a:pt x="754" y="3911"/>
                  </a:lnTo>
                  <a:lnTo>
                    <a:pt x="754" y="3898"/>
                  </a:lnTo>
                  <a:lnTo>
                    <a:pt x="716" y="3617"/>
                  </a:lnTo>
                  <a:lnTo>
                    <a:pt x="716" y="3592"/>
                  </a:lnTo>
                  <a:lnTo>
                    <a:pt x="729" y="3579"/>
                  </a:lnTo>
                  <a:lnTo>
                    <a:pt x="908" y="3438"/>
                  </a:lnTo>
                  <a:lnTo>
                    <a:pt x="818" y="3068"/>
                  </a:lnTo>
                  <a:lnTo>
                    <a:pt x="0" y="3745"/>
                  </a:lnTo>
                  <a:lnTo>
                    <a:pt x="26" y="4231"/>
                  </a:lnTo>
                  <a:lnTo>
                    <a:pt x="230" y="4346"/>
                  </a:lnTo>
                  <a:lnTo>
                    <a:pt x="103" y="4537"/>
                  </a:lnTo>
                  <a:lnTo>
                    <a:pt x="422" y="4908"/>
                  </a:lnTo>
                  <a:lnTo>
                    <a:pt x="345" y="5125"/>
                  </a:lnTo>
                  <a:lnTo>
                    <a:pt x="51" y="5113"/>
                  </a:lnTo>
                  <a:lnTo>
                    <a:pt x="115" y="5394"/>
                  </a:lnTo>
                  <a:lnTo>
                    <a:pt x="818" y="5675"/>
                  </a:lnTo>
                  <a:lnTo>
                    <a:pt x="1381" y="6109"/>
                  </a:lnTo>
                  <a:lnTo>
                    <a:pt x="1687" y="6863"/>
                  </a:lnTo>
                  <a:lnTo>
                    <a:pt x="2032" y="7157"/>
                  </a:lnTo>
                  <a:lnTo>
                    <a:pt x="2441" y="7963"/>
                  </a:lnTo>
                  <a:lnTo>
                    <a:pt x="2978" y="9062"/>
                  </a:lnTo>
                  <a:lnTo>
                    <a:pt x="3221" y="9432"/>
                  </a:lnTo>
                  <a:lnTo>
                    <a:pt x="3132" y="9739"/>
                  </a:lnTo>
                  <a:lnTo>
                    <a:pt x="3528" y="10110"/>
                  </a:lnTo>
                  <a:lnTo>
                    <a:pt x="3630" y="10429"/>
                  </a:lnTo>
                  <a:lnTo>
                    <a:pt x="4026" y="10953"/>
                  </a:lnTo>
                  <a:lnTo>
                    <a:pt x="4461" y="11580"/>
                  </a:lnTo>
                  <a:lnTo>
                    <a:pt x="4333" y="11937"/>
                  </a:lnTo>
                  <a:lnTo>
                    <a:pt x="4397" y="12282"/>
                  </a:lnTo>
                  <a:lnTo>
                    <a:pt x="4793" y="12730"/>
                  </a:lnTo>
                  <a:lnTo>
                    <a:pt x="5087" y="12858"/>
                  </a:lnTo>
                  <a:lnTo>
                    <a:pt x="5394" y="13318"/>
                  </a:lnTo>
                  <a:lnTo>
                    <a:pt x="6263" y="13714"/>
                  </a:lnTo>
                  <a:lnTo>
                    <a:pt x="7042" y="14174"/>
                  </a:lnTo>
                  <a:lnTo>
                    <a:pt x="7324" y="14366"/>
                  </a:lnTo>
                  <a:lnTo>
                    <a:pt x="7605" y="14263"/>
                  </a:lnTo>
                  <a:lnTo>
                    <a:pt x="8231" y="14813"/>
                  </a:lnTo>
                  <a:lnTo>
                    <a:pt x="8397" y="14864"/>
                  </a:lnTo>
                  <a:lnTo>
                    <a:pt x="8410" y="15209"/>
                  </a:lnTo>
                  <a:lnTo>
                    <a:pt x="9202" y="15669"/>
                  </a:lnTo>
                  <a:lnTo>
                    <a:pt x="9215" y="15720"/>
                  </a:lnTo>
                  <a:lnTo>
                    <a:pt x="9611" y="15618"/>
                  </a:lnTo>
                  <a:lnTo>
                    <a:pt x="9611" y="15184"/>
                  </a:lnTo>
                  <a:lnTo>
                    <a:pt x="9611" y="15158"/>
                  </a:lnTo>
                  <a:lnTo>
                    <a:pt x="9624" y="15145"/>
                  </a:lnTo>
                  <a:lnTo>
                    <a:pt x="9905" y="14979"/>
                  </a:lnTo>
                  <a:lnTo>
                    <a:pt x="9829" y="14800"/>
                  </a:lnTo>
                  <a:lnTo>
                    <a:pt x="9829" y="14775"/>
                  </a:lnTo>
                  <a:lnTo>
                    <a:pt x="9841" y="14749"/>
                  </a:lnTo>
                  <a:lnTo>
                    <a:pt x="10302" y="14327"/>
                  </a:lnTo>
                  <a:lnTo>
                    <a:pt x="10225" y="13931"/>
                  </a:lnTo>
                  <a:lnTo>
                    <a:pt x="10097" y="13893"/>
                  </a:lnTo>
                  <a:lnTo>
                    <a:pt x="10059" y="13688"/>
                  </a:lnTo>
                  <a:lnTo>
                    <a:pt x="9841" y="13637"/>
                  </a:lnTo>
                  <a:lnTo>
                    <a:pt x="9624" y="13573"/>
                  </a:lnTo>
                  <a:lnTo>
                    <a:pt x="9624" y="13445"/>
                  </a:lnTo>
                  <a:lnTo>
                    <a:pt x="9752" y="13433"/>
                  </a:lnTo>
                  <a:lnTo>
                    <a:pt x="9701" y="13356"/>
                  </a:lnTo>
                  <a:lnTo>
                    <a:pt x="9688" y="13177"/>
                  </a:lnTo>
                  <a:lnTo>
                    <a:pt x="9841" y="13100"/>
                  </a:lnTo>
                  <a:lnTo>
                    <a:pt x="10033" y="13241"/>
                  </a:lnTo>
                  <a:lnTo>
                    <a:pt x="10199" y="13088"/>
                  </a:lnTo>
                  <a:lnTo>
                    <a:pt x="10199" y="12909"/>
                  </a:lnTo>
                  <a:lnTo>
                    <a:pt x="10084" y="12768"/>
                  </a:lnTo>
                  <a:lnTo>
                    <a:pt x="10072" y="12743"/>
                  </a:lnTo>
                  <a:lnTo>
                    <a:pt x="10084" y="12717"/>
                  </a:lnTo>
                  <a:lnTo>
                    <a:pt x="10506" y="12142"/>
                  </a:lnTo>
                  <a:lnTo>
                    <a:pt x="10353" y="11771"/>
                  </a:lnTo>
                  <a:lnTo>
                    <a:pt x="10340" y="11746"/>
                  </a:lnTo>
                  <a:lnTo>
                    <a:pt x="10442" y="10992"/>
                  </a:lnTo>
                  <a:lnTo>
                    <a:pt x="10455" y="10979"/>
                  </a:lnTo>
                  <a:lnTo>
                    <a:pt x="10672" y="10634"/>
                  </a:lnTo>
                  <a:lnTo>
                    <a:pt x="10020" y="9368"/>
                  </a:lnTo>
                  <a:lnTo>
                    <a:pt x="9752" y="9330"/>
                  </a:lnTo>
                  <a:lnTo>
                    <a:pt x="9369" y="9484"/>
                  </a:lnTo>
                  <a:lnTo>
                    <a:pt x="9343" y="9484"/>
                  </a:lnTo>
                  <a:lnTo>
                    <a:pt x="9049" y="9330"/>
                  </a:lnTo>
                  <a:lnTo>
                    <a:pt x="9036" y="9317"/>
                  </a:lnTo>
                  <a:lnTo>
                    <a:pt x="9023" y="9292"/>
                  </a:lnTo>
                  <a:lnTo>
                    <a:pt x="9100" y="8103"/>
                  </a:lnTo>
                  <a:lnTo>
                    <a:pt x="8576" y="8576"/>
                  </a:lnTo>
                  <a:lnTo>
                    <a:pt x="8551" y="8589"/>
                  </a:lnTo>
                  <a:lnTo>
                    <a:pt x="7784" y="8487"/>
                  </a:lnTo>
                  <a:lnTo>
                    <a:pt x="7771" y="8474"/>
                  </a:lnTo>
                  <a:lnTo>
                    <a:pt x="7758" y="8461"/>
                  </a:lnTo>
                  <a:lnTo>
                    <a:pt x="7682" y="8090"/>
                  </a:lnTo>
                  <a:lnTo>
                    <a:pt x="6940" y="8052"/>
                  </a:lnTo>
                  <a:lnTo>
                    <a:pt x="6927" y="8052"/>
                  </a:lnTo>
                  <a:lnTo>
                    <a:pt x="6915" y="8027"/>
                  </a:lnTo>
                  <a:lnTo>
                    <a:pt x="6902" y="8014"/>
                  </a:lnTo>
                  <a:lnTo>
                    <a:pt x="6915" y="7988"/>
                  </a:lnTo>
                  <a:lnTo>
                    <a:pt x="7145" y="7681"/>
                  </a:lnTo>
                  <a:lnTo>
                    <a:pt x="6442" y="6825"/>
                  </a:lnTo>
                  <a:lnTo>
                    <a:pt x="6442" y="6800"/>
                  </a:lnTo>
                  <a:lnTo>
                    <a:pt x="6467" y="6621"/>
                  </a:lnTo>
                  <a:lnTo>
                    <a:pt x="6301" y="6467"/>
                  </a:lnTo>
                  <a:lnTo>
                    <a:pt x="6288" y="6442"/>
                  </a:lnTo>
                  <a:lnTo>
                    <a:pt x="6288" y="6224"/>
                  </a:lnTo>
                  <a:lnTo>
                    <a:pt x="6301" y="6199"/>
                  </a:lnTo>
                  <a:lnTo>
                    <a:pt x="6327" y="6186"/>
                  </a:lnTo>
                  <a:lnTo>
                    <a:pt x="6518" y="6173"/>
                  </a:lnTo>
                  <a:lnTo>
                    <a:pt x="6518" y="5713"/>
                  </a:lnTo>
                  <a:lnTo>
                    <a:pt x="6531" y="5700"/>
                  </a:lnTo>
                  <a:lnTo>
                    <a:pt x="6544" y="5688"/>
                  </a:lnTo>
                  <a:lnTo>
                    <a:pt x="7042" y="5394"/>
                  </a:lnTo>
                  <a:lnTo>
                    <a:pt x="6966" y="5164"/>
                  </a:lnTo>
                  <a:lnTo>
                    <a:pt x="6966" y="5138"/>
                  </a:lnTo>
                  <a:lnTo>
                    <a:pt x="7247" y="4320"/>
                  </a:lnTo>
                  <a:lnTo>
                    <a:pt x="7260" y="4295"/>
                  </a:lnTo>
                  <a:lnTo>
                    <a:pt x="8014" y="3809"/>
                  </a:lnTo>
                  <a:lnTo>
                    <a:pt x="8027" y="3809"/>
                  </a:lnTo>
                  <a:lnTo>
                    <a:pt x="8857" y="3630"/>
                  </a:lnTo>
                  <a:lnTo>
                    <a:pt x="9317" y="3400"/>
                  </a:lnTo>
                  <a:lnTo>
                    <a:pt x="9330" y="3387"/>
                  </a:lnTo>
                  <a:lnTo>
                    <a:pt x="9356" y="3400"/>
                  </a:lnTo>
                  <a:lnTo>
                    <a:pt x="9586" y="3604"/>
                  </a:lnTo>
                  <a:lnTo>
                    <a:pt x="9726" y="3604"/>
                  </a:lnTo>
                  <a:lnTo>
                    <a:pt x="9509" y="3272"/>
                  </a:lnTo>
                  <a:lnTo>
                    <a:pt x="9266" y="3259"/>
                  </a:lnTo>
                  <a:lnTo>
                    <a:pt x="9241" y="3247"/>
                  </a:lnTo>
                  <a:lnTo>
                    <a:pt x="9228" y="3234"/>
                  </a:lnTo>
                  <a:lnTo>
                    <a:pt x="9151" y="3093"/>
                  </a:lnTo>
                  <a:lnTo>
                    <a:pt x="9139" y="3068"/>
                  </a:lnTo>
                  <a:lnTo>
                    <a:pt x="9151" y="3055"/>
                  </a:lnTo>
                  <a:lnTo>
                    <a:pt x="9726" y="2301"/>
                  </a:lnTo>
                  <a:lnTo>
                    <a:pt x="9075" y="1879"/>
                  </a:lnTo>
                  <a:lnTo>
                    <a:pt x="8832" y="2032"/>
                  </a:lnTo>
                  <a:lnTo>
                    <a:pt x="8806" y="2045"/>
                  </a:lnTo>
                  <a:lnTo>
                    <a:pt x="8793" y="2032"/>
                  </a:lnTo>
                  <a:lnTo>
                    <a:pt x="8423" y="1790"/>
                  </a:lnTo>
                  <a:lnTo>
                    <a:pt x="8116" y="2045"/>
                  </a:lnTo>
                  <a:lnTo>
                    <a:pt x="8091" y="2045"/>
                  </a:lnTo>
                  <a:lnTo>
                    <a:pt x="7707" y="2032"/>
                  </a:lnTo>
                  <a:lnTo>
                    <a:pt x="7400" y="2173"/>
                  </a:lnTo>
                  <a:lnTo>
                    <a:pt x="7388" y="2173"/>
                  </a:lnTo>
                  <a:lnTo>
                    <a:pt x="7362" y="2160"/>
                  </a:lnTo>
                  <a:lnTo>
                    <a:pt x="7081" y="1943"/>
                  </a:lnTo>
                  <a:lnTo>
                    <a:pt x="7068" y="1930"/>
                  </a:lnTo>
                  <a:lnTo>
                    <a:pt x="7068" y="1917"/>
                  </a:lnTo>
                  <a:lnTo>
                    <a:pt x="7094" y="1572"/>
                  </a:lnTo>
                  <a:lnTo>
                    <a:pt x="6838" y="1534"/>
                  </a:lnTo>
                  <a:lnTo>
                    <a:pt x="6812" y="1521"/>
                  </a:lnTo>
                  <a:lnTo>
                    <a:pt x="6800" y="1508"/>
                  </a:lnTo>
                  <a:lnTo>
                    <a:pt x="6646" y="1087"/>
                  </a:lnTo>
                  <a:lnTo>
                    <a:pt x="6084" y="780"/>
                  </a:lnTo>
                  <a:lnTo>
                    <a:pt x="6071" y="742"/>
                  </a:lnTo>
                  <a:lnTo>
                    <a:pt x="6007" y="345"/>
                  </a:lnTo>
                  <a:lnTo>
                    <a:pt x="53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8"/>
            <p:cNvSpPr/>
            <p:nvPr/>
          </p:nvSpPr>
          <p:spPr>
            <a:xfrm>
              <a:off x="2260975" y="3610100"/>
              <a:ext cx="247650" cy="281825"/>
            </a:xfrm>
            <a:custGeom>
              <a:rect b="b" l="l" r="r" t="t"/>
              <a:pathLst>
                <a:path extrusionOk="0" h="11273" w="9906">
                  <a:moveTo>
                    <a:pt x="3630" y="0"/>
                  </a:moveTo>
                  <a:lnTo>
                    <a:pt x="2697" y="102"/>
                  </a:lnTo>
                  <a:lnTo>
                    <a:pt x="1739" y="754"/>
                  </a:lnTo>
                  <a:lnTo>
                    <a:pt x="1713" y="767"/>
                  </a:lnTo>
                  <a:lnTo>
                    <a:pt x="1406" y="729"/>
                  </a:lnTo>
                  <a:lnTo>
                    <a:pt x="895" y="1202"/>
                  </a:lnTo>
                  <a:lnTo>
                    <a:pt x="882" y="1214"/>
                  </a:lnTo>
                  <a:lnTo>
                    <a:pt x="857" y="1214"/>
                  </a:lnTo>
                  <a:lnTo>
                    <a:pt x="844" y="1202"/>
                  </a:lnTo>
                  <a:lnTo>
                    <a:pt x="831" y="1189"/>
                  </a:lnTo>
                  <a:lnTo>
                    <a:pt x="767" y="1061"/>
                  </a:lnTo>
                  <a:lnTo>
                    <a:pt x="218" y="984"/>
                  </a:lnTo>
                  <a:lnTo>
                    <a:pt x="844" y="2224"/>
                  </a:lnTo>
                  <a:lnTo>
                    <a:pt x="857" y="2237"/>
                  </a:lnTo>
                  <a:lnTo>
                    <a:pt x="844" y="2250"/>
                  </a:lnTo>
                  <a:lnTo>
                    <a:pt x="614" y="2620"/>
                  </a:lnTo>
                  <a:lnTo>
                    <a:pt x="512" y="3349"/>
                  </a:lnTo>
                  <a:lnTo>
                    <a:pt x="678" y="3732"/>
                  </a:lnTo>
                  <a:lnTo>
                    <a:pt x="678" y="3758"/>
                  </a:lnTo>
                  <a:lnTo>
                    <a:pt x="678" y="3770"/>
                  </a:lnTo>
                  <a:lnTo>
                    <a:pt x="256" y="4346"/>
                  </a:lnTo>
                  <a:lnTo>
                    <a:pt x="448" y="4588"/>
                  </a:lnTo>
                  <a:lnTo>
                    <a:pt x="448" y="4614"/>
                  </a:lnTo>
                  <a:lnTo>
                    <a:pt x="435" y="4640"/>
                  </a:lnTo>
                  <a:lnTo>
                    <a:pt x="358" y="4729"/>
                  </a:lnTo>
                  <a:lnTo>
                    <a:pt x="371" y="4742"/>
                  </a:lnTo>
                  <a:lnTo>
                    <a:pt x="269" y="4870"/>
                  </a:lnTo>
                  <a:lnTo>
                    <a:pt x="282" y="4933"/>
                  </a:lnTo>
                  <a:lnTo>
                    <a:pt x="345" y="4972"/>
                  </a:lnTo>
                  <a:lnTo>
                    <a:pt x="448" y="5138"/>
                  </a:lnTo>
                  <a:lnTo>
                    <a:pt x="639" y="5291"/>
                  </a:lnTo>
                  <a:lnTo>
                    <a:pt x="627" y="5445"/>
                  </a:lnTo>
                  <a:lnTo>
                    <a:pt x="703" y="5470"/>
                  </a:lnTo>
                  <a:lnTo>
                    <a:pt x="818" y="5598"/>
                  </a:lnTo>
                  <a:lnTo>
                    <a:pt x="588" y="5854"/>
                  </a:lnTo>
                  <a:lnTo>
                    <a:pt x="473" y="5918"/>
                  </a:lnTo>
                  <a:lnTo>
                    <a:pt x="473" y="5930"/>
                  </a:lnTo>
                  <a:lnTo>
                    <a:pt x="473" y="5956"/>
                  </a:lnTo>
                  <a:lnTo>
                    <a:pt x="460" y="5969"/>
                  </a:lnTo>
                  <a:lnTo>
                    <a:pt x="0" y="6390"/>
                  </a:lnTo>
                  <a:lnTo>
                    <a:pt x="90" y="6582"/>
                  </a:lnTo>
                  <a:lnTo>
                    <a:pt x="409" y="7029"/>
                  </a:lnTo>
                  <a:lnTo>
                    <a:pt x="409" y="7042"/>
                  </a:lnTo>
                  <a:lnTo>
                    <a:pt x="550" y="7937"/>
                  </a:lnTo>
                  <a:lnTo>
                    <a:pt x="921" y="8205"/>
                  </a:lnTo>
                  <a:lnTo>
                    <a:pt x="933" y="8231"/>
                  </a:lnTo>
                  <a:lnTo>
                    <a:pt x="933" y="8256"/>
                  </a:lnTo>
                  <a:lnTo>
                    <a:pt x="754" y="8486"/>
                  </a:lnTo>
                  <a:lnTo>
                    <a:pt x="895" y="8806"/>
                  </a:lnTo>
                  <a:lnTo>
                    <a:pt x="895" y="8832"/>
                  </a:lnTo>
                  <a:lnTo>
                    <a:pt x="882" y="8857"/>
                  </a:lnTo>
                  <a:lnTo>
                    <a:pt x="754" y="8895"/>
                  </a:lnTo>
                  <a:lnTo>
                    <a:pt x="716" y="9151"/>
                  </a:lnTo>
                  <a:lnTo>
                    <a:pt x="908" y="9292"/>
                  </a:lnTo>
                  <a:lnTo>
                    <a:pt x="921" y="9304"/>
                  </a:lnTo>
                  <a:lnTo>
                    <a:pt x="921" y="9330"/>
                  </a:lnTo>
                  <a:lnTo>
                    <a:pt x="882" y="9458"/>
                  </a:lnTo>
                  <a:lnTo>
                    <a:pt x="1163" y="9765"/>
                  </a:lnTo>
                  <a:lnTo>
                    <a:pt x="1176" y="9790"/>
                  </a:lnTo>
                  <a:lnTo>
                    <a:pt x="1176" y="9803"/>
                  </a:lnTo>
                  <a:lnTo>
                    <a:pt x="1112" y="10084"/>
                  </a:lnTo>
                  <a:lnTo>
                    <a:pt x="1419" y="11183"/>
                  </a:lnTo>
                  <a:lnTo>
                    <a:pt x="1905" y="11170"/>
                  </a:lnTo>
                  <a:lnTo>
                    <a:pt x="2071" y="10966"/>
                  </a:lnTo>
                  <a:lnTo>
                    <a:pt x="2084" y="10966"/>
                  </a:lnTo>
                  <a:lnTo>
                    <a:pt x="2237" y="10915"/>
                  </a:lnTo>
                  <a:lnTo>
                    <a:pt x="2237" y="10685"/>
                  </a:lnTo>
                  <a:lnTo>
                    <a:pt x="2250" y="10659"/>
                  </a:lnTo>
                  <a:lnTo>
                    <a:pt x="2275" y="10646"/>
                  </a:lnTo>
                  <a:lnTo>
                    <a:pt x="2672" y="10557"/>
                  </a:lnTo>
                  <a:lnTo>
                    <a:pt x="2723" y="10327"/>
                  </a:lnTo>
                  <a:lnTo>
                    <a:pt x="2735" y="10314"/>
                  </a:lnTo>
                  <a:lnTo>
                    <a:pt x="2748" y="10301"/>
                  </a:lnTo>
                  <a:lnTo>
                    <a:pt x="2787" y="10301"/>
                  </a:lnTo>
                  <a:lnTo>
                    <a:pt x="3132" y="10557"/>
                  </a:lnTo>
                  <a:lnTo>
                    <a:pt x="3950" y="10697"/>
                  </a:lnTo>
                  <a:lnTo>
                    <a:pt x="3962" y="10697"/>
                  </a:lnTo>
                  <a:lnTo>
                    <a:pt x="3975" y="10710"/>
                  </a:lnTo>
                  <a:lnTo>
                    <a:pt x="4244" y="11273"/>
                  </a:lnTo>
                  <a:lnTo>
                    <a:pt x="4576" y="10608"/>
                  </a:lnTo>
                  <a:lnTo>
                    <a:pt x="4589" y="10595"/>
                  </a:lnTo>
                  <a:lnTo>
                    <a:pt x="4601" y="10595"/>
                  </a:lnTo>
                  <a:lnTo>
                    <a:pt x="5304" y="10557"/>
                  </a:lnTo>
                  <a:lnTo>
                    <a:pt x="5330" y="10570"/>
                  </a:lnTo>
                  <a:lnTo>
                    <a:pt x="5573" y="10761"/>
                  </a:lnTo>
                  <a:lnTo>
                    <a:pt x="5943" y="9368"/>
                  </a:lnTo>
                  <a:lnTo>
                    <a:pt x="6378" y="8601"/>
                  </a:lnTo>
                  <a:lnTo>
                    <a:pt x="6391" y="8589"/>
                  </a:lnTo>
                  <a:lnTo>
                    <a:pt x="6403" y="8589"/>
                  </a:lnTo>
                  <a:lnTo>
                    <a:pt x="7758" y="8397"/>
                  </a:lnTo>
                  <a:lnTo>
                    <a:pt x="7771" y="8397"/>
                  </a:lnTo>
                  <a:lnTo>
                    <a:pt x="8538" y="8410"/>
                  </a:lnTo>
                  <a:lnTo>
                    <a:pt x="8551" y="8423"/>
                  </a:lnTo>
                  <a:lnTo>
                    <a:pt x="9215" y="8832"/>
                  </a:lnTo>
                  <a:lnTo>
                    <a:pt x="9228" y="8857"/>
                  </a:lnTo>
                  <a:lnTo>
                    <a:pt x="9292" y="9164"/>
                  </a:lnTo>
                  <a:lnTo>
                    <a:pt x="9509" y="9074"/>
                  </a:lnTo>
                  <a:lnTo>
                    <a:pt x="9356" y="8908"/>
                  </a:lnTo>
                  <a:lnTo>
                    <a:pt x="9343" y="8883"/>
                  </a:lnTo>
                  <a:lnTo>
                    <a:pt x="9343" y="8857"/>
                  </a:lnTo>
                  <a:lnTo>
                    <a:pt x="9701" y="8308"/>
                  </a:lnTo>
                  <a:lnTo>
                    <a:pt x="9586" y="8129"/>
                  </a:lnTo>
                  <a:lnTo>
                    <a:pt x="9586" y="8116"/>
                  </a:lnTo>
                  <a:lnTo>
                    <a:pt x="9586" y="8090"/>
                  </a:lnTo>
                  <a:lnTo>
                    <a:pt x="9905" y="7541"/>
                  </a:lnTo>
                  <a:lnTo>
                    <a:pt x="9701" y="7042"/>
                  </a:lnTo>
                  <a:lnTo>
                    <a:pt x="9458" y="7029"/>
                  </a:lnTo>
                  <a:lnTo>
                    <a:pt x="9432" y="7017"/>
                  </a:lnTo>
                  <a:lnTo>
                    <a:pt x="9215" y="6736"/>
                  </a:lnTo>
                  <a:lnTo>
                    <a:pt x="9215" y="6723"/>
                  </a:lnTo>
                  <a:lnTo>
                    <a:pt x="9126" y="6314"/>
                  </a:lnTo>
                  <a:lnTo>
                    <a:pt x="9139" y="6288"/>
                  </a:lnTo>
                  <a:lnTo>
                    <a:pt x="9317" y="6033"/>
                  </a:lnTo>
                  <a:lnTo>
                    <a:pt x="9305" y="5892"/>
                  </a:lnTo>
                  <a:lnTo>
                    <a:pt x="7835" y="5803"/>
                  </a:lnTo>
                  <a:lnTo>
                    <a:pt x="7809" y="5790"/>
                  </a:lnTo>
                  <a:lnTo>
                    <a:pt x="7797" y="5764"/>
                  </a:lnTo>
                  <a:lnTo>
                    <a:pt x="7835" y="5164"/>
                  </a:lnTo>
                  <a:lnTo>
                    <a:pt x="7503" y="4755"/>
                  </a:lnTo>
                  <a:lnTo>
                    <a:pt x="7490" y="4729"/>
                  </a:lnTo>
                  <a:lnTo>
                    <a:pt x="7503" y="4716"/>
                  </a:lnTo>
                  <a:lnTo>
                    <a:pt x="7515" y="4691"/>
                  </a:lnTo>
                  <a:lnTo>
                    <a:pt x="7541" y="4691"/>
                  </a:lnTo>
                  <a:lnTo>
                    <a:pt x="7797" y="4703"/>
                  </a:lnTo>
                  <a:lnTo>
                    <a:pt x="7784" y="4346"/>
                  </a:lnTo>
                  <a:lnTo>
                    <a:pt x="7618" y="3949"/>
                  </a:lnTo>
                  <a:lnTo>
                    <a:pt x="7618" y="3937"/>
                  </a:lnTo>
                  <a:lnTo>
                    <a:pt x="7669" y="3694"/>
                  </a:lnTo>
                  <a:lnTo>
                    <a:pt x="7196" y="3425"/>
                  </a:lnTo>
                  <a:lnTo>
                    <a:pt x="6455" y="3413"/>
                  </a:lnTo>
                  <a:lnTo>
                    <a:pt x="6442" y="3400"/>
                  </a:lnTo>
                  <a:lnTo>
                    <a:pt x="6429" y="3387"/>
                  </a:lnTo>
                  <a:lnTo>
                    <a:pt x="6288" y="3016"/>
                  </a:lnTo>
                  <a:lnTo>
                    <a:pt x="5752" y="2927"/>
                  </a:lnTo>
                  <a:lnTo>
                    <a:pt x="5726" y="2914"/>
                  </a:lnTo>
                  <a:lnTo>
                    <a:pt x="5509" y="2543"/>
                  </a:lnTo>
                  <a:lnTo>
                    <a:pt x="4985" y="2339"/>
                  </a:lnTo>
                  <a:lnTo>
                    <a:pt x="4883" y="2441"/>
                  </a:lnTo>
                  <a:lnTo>
                    <a:pt x="4870" y="2454"/>
                  </a:lnTo>
                  <a:lnTo>
                    <a:pt x="4857" y="2454"/>
                  </a:lnTo>
                  <a:lnTo>
                    <a:pt x="4435" y="2416"/>
                  </a:lnTo>
                  <a:lnTo>
                    <a:pt x="4410" y="2403"/>
                  </a:lnTo>
                  <a:lnTo>
                    <a:pt x="4397" y="2390"/>
                  </a:lnTo>
                  <a:lnTo>
                    <a:pt x="4295" y="2173"/>
                  </a:lnTo>
                  <a:lnTo>
                    <a:pt x="3950" y="1994"/>
                  </a:lnTo>
                  <a:lnTo>
                    <a:pt x="3937" y="1981"/>
                  </a:lnTo>
                  <a:lnTo>
                    <a:pt x="3566" y="1317"/>
                  </a:lnTo>
                  <a:lnTo>
                    <a:pt x="3553" y="1291"/>
                  </a:lnTo>
                  <a:lnTo>
                    <a:pt x="3566" y="1278"/>
                  </a:lnTo>
                  <a:lnTo>
                    <a:pt x="3707" y="1035"/>
                  </a:lnTo>
                  <a:lnTo>
                    <a:pt x="3528" y="614"/>
                  </a:lnTo>
                  <a:lnTo>
                    <a:pt x="3528" y="601"/>
                  </a:lnTo>
                  <a:lnTo>
                    <a:pt x="3528" y="575"/>
                  </a:lnTo>
                  <a:lnTo>
                    <a:pt x="3720" y="384"/>
                  </a:lnTo>
                  <a:lnTo>
                    <a:pt x="36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8"/>
            <p:cNvSpPr/>
            <p:nvPr/>
          </p:nvSpPr>
          <p:spPr>
            <a:xfrm>
              <a:off x="1995450" y="3206550"/>
              <a:ext cx="115700" cy="53700"/>
            </a:xfrm>
            <a:custGeom>
              <a:rect b="b" l="l" r="r" t="t"/>
              <a:pathLst>
                <a:path extrusionOk="0" h="2148" w="4628">
                  <a:moveTo>
                    <a:pt x="3004" y="0"/>
                  </a:moveTo>
                  <a:lnTo>
                    <a:pt x="2391" y="409"/>
                  </a:lnTo>
                  <a:lnTo>
                    <a:pt x="1445" y="857"/>
                  </a:lnTo>
                  <a:lnTo>
                    <a:pt x="959" y="550"/>
                  </a:lnTo>
                  <a:lnTo>
                    <a:pt x="716" y="780"/>
                  </a:lnTo>
                  <a:lnTo>
                    <a:pt x="448" y="371"/>
                  </a:lnTo>
                  <a:lnTo>
                    <a:pt x="218" y="205"/>
                  </a:lnTo>
                  <a:lnTo>
                    <a:pt x="39" y="333"/>
                  </a:lnTo>
                  <a:lnTo>
                    <a:pt x="65" y="690"/>
                  </a:lnTo>
                  <a:lnTo>
                    <a:pt x="218" y="793"/>
                  </a:lnTo>
                  <a:lnTo>
                    <a:pt x="231" y="805"/>
                  </a:lnTo>
                  <a:lnTo>
                    <a:pt x="231" y="831"/>
                  </a:lnTo>
                  <a:lnTo>
                    <a:pt x="103" y="1253"/>
                  </a:lnTo>
                  <a:lnTo>
                    <a:pt x="90" y="1266"/>
                  </a:lnTo>
                  <a:lnTo>
                    <a:pt x="1" y="1355"/>
                  </a:lnTo>
                  <a:lnTo>
                    <a:pt x="65" y="1432"/>
                  </a:lnTo>
                  <a:lnTo>
                    <a:pt x="793" y="1355"/>
                  </a:lnTo>
                  <a:lnTo>
                    <a:pt x="1164" y="1764"/>
                  </a:lnTo>
                  <a:lnTo>
                    <a:pt x="1483" y="1764"/>
                  </a:lnTo>
                  <a:lnTo>
                    <a:pt x="1483" y="1572"/>
                  </a:lnTo>
                  <a:lnTo>
                    <a:pt x="1585" y="1560"/>
                  </a:lnTo>
                  <a:lnTo>
                    <a:pt x="1803" y="2147"/>
                  </a:lnTo>
                  <a:lnTo>
                    <a:pt x="2442" y="1802"/>
                  </a:lnTo>
                  <a:lnTo>
                    <a:pt x="2109" y="1291"/>
                  </a:lnTo>
                  <a:lnTo>
                    <a:pt x="2736" y="908"/>
                  </a:lnTo>
                  <a:lnTo>
                    <a:pt x="2825" y="601"/>
                  </a:lnTo>
                  <a:lnTo>
                    <a:pt x="3375" y="524"/>
                  </a:lnTo>
                  <a:lnTo>
                    <a:pt x="3924" y="1304"/>
                  </a:lnTo>
                  <a:lnTo>
                    <a:pt x="4142" y="1074"/>
                  </a:lnTo>
                  <a:lnTo>
                    <a:pt x="4346" y="1151"/>
                  </a:lnTo>
                  <a:lnTo>
                    <a:pt x="4627" y="857"/>
                  </a:lnTo>
                  <a:lnTo>
                    <a:pt x="4423" y="473"/>
                  </a:lnTo>
                  <a:lnTo>
                    <a:pt x="4499" y="371"/>
                  </a:lnTo>
                  <a:lnTo>
                    <a:pt x="4065" y="218"/>
                  </a:lnTo>
                  <a:lnTo>
                    <a:pt x="3515" y="115"/>
                  </a:lnTo>
                  <a:lnTo>
                    <a:pt x="30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8"/>
            <p:cNvSpPr/>
            <p:nvPr/>
          </p:nvSpPr>
          <p:spPr>
            <a:xfrm>
              <a:off x="2270875" y="3748125"/>
              <a:ext cx="4825" cy="9275"/>
            </a:xfrm>
            <a:custGeom>
              <a:rect b="b" l="l" r="r" t="t"/>
              <a:pathLst>
                <a:path extrusionOk="0" h="371" w="193">
                  <a:moveTo>
                    <a:pt x="64" y="0"/>
                  </a:moveTo>
                  <a:lnTo>
                    <a:pt x="1" y="13"/>
                  </a:lnTo>
                  <a:lnTo>
                    <a:pt x="77" y="371"/>
                  </a:lnTo>
                  <a:lnTo>
                    <a:pt x="141" y="230"/>
                  </a:lnTo>
                  <a:lnTo>
                    <a:pt x="192" y="77"/>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8"/>
            <p:cNvSpPr/>
            <p:nvPr/>
          </p:nvSpPr>
          <p:spPr>
            <a:xfrm>
              <a:off x="2184300" y="3776250"/>
              <a:ext cx="136775" cy="811575"/>
            </a:xfrm>
            <a:custGeom>
              <a:rect b="b" l="l" r="r" t="t"/>
              <a:pathLst>
                <a:path extrusionOk="0" h="32463" w="5471">
                  <a:moveTo>
                    <a:pt x="3106" y="0"/>
                  </a:moveTo>
                  <a:lnTo>
                    <a:pt x="2850" y="153"/>
                  </a:lnTo>
                  <a:lnTo>
                    <a:pt x="2850" y="614"/>
                  </a:lnTo>
                  <a:lnTo>
                    <a:pt x="2837" y="626"/>
                  </a:lnTo>
                  <a:lnTo>
                    <a:pt x="2825" y="639"/>
                  </a:lnTo>
                  <a:lnTo>
                    <a:pt x="2403" y="754"/>
                  </a:lnTo>
                  <a:lnTo>
                    <a:pt x="2658" y="1968"/>
                  </a:lnTo>
                  <a:lnTo>
                    <a:pt x="2607" y="2505"/>
                  </a:lnTo>
                  <a:lnTo>
                    <a:pt x="2748" y="3067"/>
                  </a:lnTo>
                  <a:lnTo>
                    <a:pt x="2479" y="4652"/>
                  </a:lnTo>
                  <a:lnTo>
                    <a:pt x="2224" y="4831"/>
                  </a:lnTo>
                  <a:lnTo>
                    <a:pt x="2249" y="5163"/>
                  </a:lnTo>
                  <a:lnTo>
                    <a:pt x="2416" y="5266"/>
                  </a:lnTo>
                  <a:lnTo>
                    <a:pt x="2352" y="6199"/>
                  </a:lnTo>
                  <a:lnTo>
                    <a:pt x="2428" y="6608"/>
                  </a:lnTo>
                  <a:lnTo>
                    <a:pt x="2224" y="7042"/>
                  </a:lnTo>
                  <a:lnTo>
                    <a:pt x="2288" y="7413"/>
                  </a:lnTo>
                  <a:lnTo>
                    <a:pt x="2032" y="8371"/>
                  </a:lnTo>
                  <a:lnTo>
                    <a:pt x="2134" y="8691"/>
                  </a:lnTo>
                  <a:lnTo>
                    <a:pt x="1892" y="8883"/>
                  </a:lnTo>
                  <a:lnTo>
                    <a:pt x="1738" y="9854"/>
                  </a:lnTo>
                  <a:lnTo>
                    <a:pt x="1623" y="10097"/>
                  </a:lnTo>
                  <a:lnTo>
                    <a:pt x="1955" y="10442"/>
                  </a:lnTo>
                  <a:lnTo>
                    <a:pt x="1610" y="11311"/>
                  </a:lnTo>
                  <a:lnTo>
                    <a:pt x="1866" y="12921"/>
                  </a:lnTo>
                  <a:lnTo>
                    <a:pt x="1700" y="13420"/>
                  </a:lnTo>
                  <a:lnTo>
                    <a:pt x="1777" y="13905"/>
                  </a:lnTo>
                  <a:lnTo>
                    <a:pt x="1035" y="16513"/>
                  </a:lnTo>
                  <a:lnTo>
                    <a:pt x="959" y="17152"/>
                  </a:lnTo>
                  <a:lnTo>
                    <a:pt x="524" y="17062"/>
                  </a:lnTo>
                  <a:lnTo>
                    <a:pt x="524" y="17062"/>
                  </a:lnTo>
                  <a:lnTo>
                    <a:pt x="537" y="17446"/>
                  </a:lnTo>
                  <a:lnTo>
                    <a:pt x="741" y="17765"/>
                  </a:lnTo>
                  <a:lnTo>
                    <a:pt x="677" y="18263"/>
                  </a:lnTo>
                  <a:lnTo>
                    <a:pt x="895" y="18890"/>
                  </a:lnTo>
                  <a:lnTo>
                    <a:pt x="805" y="19273"/>
                  </a:lnTo>
                  <a:lnTo>
                    <a:pt x="601" y="19452"/>
                  </a:lnTo>
                  <a:lnTo>
                    <a:pt x="652" y="20705"/>
                  </a:lnTo>
                  <a:lnTo>
                    <a:pt x="818" y="20858"/>
                  </a:lnTo>
                  <a:lnTo>
                    <a:pt x="729" y="21050"/>
                  </a:lnTo>
                  <a:lnTo>
                    <a:pt x="601" y="21050"/>
                  </a:lnTo>
                  <a:lnTo>
                    <a:pt x="422" y="22366"/>
                  </a:lnTo>
                  <a:lnTo>
                    <a:pt x="844" y="22353"/>
                  </a:lnTo>
                  <a:lnTo>
                    <a:pt x="1022" y="21944"/>
                  </a:lnTo>
                  <a:lnTo>
                    <a:pt x="856" y="21638"/>
                  </a:lnTo>
                  <a:lnTo>
                    <a:pt x="1022" y="21369"/>
                  </a:lnTo>
                  <a:lnTo>
                    <a:pt x="907" y="21088"/>
                  </a:lnTo>
                  <a:lnTo>
                    <a:pt x="1150" y="20947"/>
                  </a:lnTo>
                  <a:lnTo>
                    <a:pt x="1227" y="20756"/>
                  </a:lnTo>
                  <a:lnTo>
                    <a:pt x="1419" y="20807"/>
                  </a:lnTo>
                  <a:lnTo>
                    <a:pt x="1342" y="21050"/>
                  </a:lnTo>
                  <a:lnTo>
                    <a:pt x="1559" y="21152"/>
                  </a:lnTo>
                  <a:lnTo>
                    <a:pt x="1406" y="21471"/>
                  </a:lnTo>
                  <a:lnTo>
                    <a:pt x="1495" y="21957"/>
                  </a:lnTo>
                  <a:lnTo>
                    <a:pt x="1227" y="22404"/>
                  </a:lnTo>
                  <a:lnTo>
                    <a:pt x="1393" y="22583"/>
                  </a:lnTo>
                  <a:lnTo>
                    <a:pt x="1444" y="22775"/>
                  </a:lnTo>
                  <a:lnTo>
                    <a:pt x="1265" y="22826"/>
                  </a:lnTo>
                  <a:lnTo>
                    <a:pt x="1278" y="23005"/>
                  </a:lnTo>
                  <a:lnTo>
                    <a:pt x="1495" y="23146"/>
                  </a:lnTo>
                  <a:lnTo>
                    <a:pt x="1240" y="23337"/>
                  </a:lnTo>
                  <a:lnTo>
                    <a:pt x="1329" y="23708"/>
                  </a:lnTo>
                  <a:lnTo>
                    <a:pt x="1291" y="24155"/>
                  </a:lnTo>
                  <a:lnTo>
                    <a:pt x="1125" y="24206"/>
                  </a:lnTo>
                  <a:lnTo>
                    <a:pt x="1201" y="24373"/>
                  </a:lnTo>
                  <a:lnTo>
                    <a:pt x="1176" y="24679"/>
                  </a:lnTo>
                  <a:lnTo>
                    <a:pt x="984" y="24807"/>
                  </a:lnTo>
                  <a:lnTo>
                    <a:pt x="882" y="24488"/>
                  </a:lnTo>
                  <a:lnTo>
                    <a:pt x="703" y="24462"/>
                  </a:lnTo>
                  <a:lnTo>
                    <a:pt x="677" y="24181"/>
                  </a:lnTo>
                  <a:lnTo>
                    <a:pt x="588" y="24232"/>
                  </a:lnTo>
                  <a:lnTo>
                    <a:pt x="524" y="24526"/>
                  </a:lnTo>
                  <a:lnTo>
                    <a:pt x="294" y="24488"/>
                  </a:lnTo>
                  <a:lnTo>
                    <a:pt x="268" y="24628"/>
                  </a:lnTo>
                  <a:lnTo>
                    <a:pt x="447" y="24679"/>
                  </a:lnTo>
                  <a:lnTo>
                    <a:pt x="0" y="25101"/>
                  </a:lnTo>
                  <a:lnTo>
                    <a:pt x="26" y="25395"/>
                  </a:lnTo>
                  <a:lnTo>
                    <a:pt x="230" y="25382"/>
                  </a:lnTo>
                  <a:lnTo>
                    <a:pt x="179" y="25165"/>
                  </a:lnTo>
                  <a:lnTo>
                    <a:pt x="345" y="25114"/>
                  </a:lnTo>
                  <a:lnTo>
                    <a:pt x="613" y="25408"/>
                  </a:lnTo>
                  <a:lnTo>
                    <a:pt x="767" y="25191"/>
                  </a:lnTo>
                  <a:lnTo>
                    <a:pt x="1035" y="25472"/>
                  </a:lnTo>
                  <a:lnTo>
                    <a:pt x="729" y="25817"/>
                  </a:lnTo>
                  <a:lnTo>
                    <a:pt x="767" y="25957"/>
                  </a:lnTo>
                  <a:lnTo>
                    <a:pt x="665" y="26072"/>
                  </a:lnTo>
                  <a:lnTo>
                    <a:pt x="741" y="26162"/>
                  </a:lnTo>
                  <a:lnTo>
                    <a:pt x="933" y="26124"/>
                  </a:lnTo>
                  <a:lnTo>
                    <a:pt x="933" y="26124"/>
                  </a:lnTo>
                  <a:lnTo>
                    <a:pt x="780" y="26341"/>
                  </a:lnTo>
                  <a:lnTo>
                    <a:pt x="1061" y="26942"/>
                  </a:lnTo>
                  <a:lnTo>
                    <a:pt x="869" y="27005"/>
                  </a:lnTo>
                  <a:lnTo>
                    <a:pt x="665" y="26494"/>
                  </a:lnTo>
                  <a:lnTo>
                    <a:pt x="486" y="26430"/>
                  </a:lnTo>
                  <a:lnTo>
                    <a:pt x="588" y="26226"/>
                  </a:lnTo>
                  <a:lnTo>
                    <a:pt x="409" y="26098"/>
                  </a:lnTo>
                  <a:lnTo>
                    <a:pt x="345" y="26354"/>
                  </a:lnTo>
                  <a:lnTo>
                    <a:pt x="230" y="26379"/>
                  </a:lnTo>
                  <a:lnTo>
                    <a:pt x="230" y="26609"/>
                  </a:lnTo>
                  <a:lnTo>
                    <a:pt x="371" y="26648"/>
                  </a:lnTo>
                  <a:lnTo>
                    <a:pt x="217" y="26826"/>
                  </a:lnTo>
                  <a:lnTo>
                    <a:pt x="320" y="27031"/>
                  </a:lnTo>
                  <a:lnTo>
                    <a:pt x="307" y="27223"/>
                  </a:lnTo>
                  <a:lnTo>
                    <a:pt x="332" y="27402"/>
                  </a:lnTo>
                  <a:lnTo>
                    <a:pt x="550" y="27338"/>
                  </a:lnTo>
                  <a:lnTo>
                    <a:pt x="575" y="27478"/>
                  </a:lnTo>
                  <a:lnTo>
                    <a:pt x="422" y="27504"/>
                  </a:lnTo>
                  <a:lnTo>
                    <a:pt x="422" y="27823"/>
                  </a:lnTo>
                  <a:lnTo>
                    <a:pt x="907" y="27990"/>
                  </a:lnTo>
                  <a:lnTo>
                    <a:pt x="1086" y="27440"/>
                  </a:lnTo>
                  <a:lnTo>
                    <a:pt x="1189" y="27504"/>
                  </a:lnTo>
                  <a:lnTo>
                    <a:pt x="1086" y="28143"/>
                  </a:lnTo>
                  <a:lnTo>
                    <a:pt x="1291" y="28411"/>
                  </a:lnTo>
                  <a:lnTo>
                    <a:pt x="1061" y="28373"/>
                  </a:lnTo>
                  <a:lnTo>
                    <a:pt x="946" y="28462"/>
                  </a:lnTo>
                  <a:lnTo>
                    <a:pt x="1074" y="28603"/>
                  </a:lnTo>
                  <a:lnTo>
                    <a:pt x="882" y="28667"/>
                  </a:lnTo>
                  <a:lnTo>
                    <a:pt x="1010" y="28910"/>
                  </a:lnTo>
                  <a:lnTo>
                    <a:pt x="1278" y="28986"/>
                  </a:lnTo>
                  <a:lnTo>
                    <a:pt x="1316" y="28731"/>
                  </a:lnTo>
                  <a:lnTo>
                    <a:pt x="1483" y="29025"/>
                  </a:lnTo>
                  <a:lnTo>
                    <a:pt x="1368" y="29204"/>
                  </a:lnTo>
                  <a:lnTo>
                    <a:pt x="1610" y="29293"/>
                  </a:lnTo>
                  <a:lnTo>
                    <a:pt x="1738" y="29510"/>
                  </a:lnTo>
                  <a:lnTo>
                    <a:pt x="1700" y="29753"/>
                  </a:lnTo>
                  <a:lnTo>
                    <a:pt x="1955" y="29574"/>
                  </a:lnTo>
                  <a:lnTo>
                    <a:pt x="2019" y="29408"/>
                  </a:lnTo>
                  <a:lnTo>
                    <a:pt x="2390" y="29395"/>
                  </a:lnTo>
                  <a:lnTo>
                    <a:pt x="2364" y="29523"/>
                  </a:lnTo>
                  <a:lnTo>
                    <a:pt x="1725" y="29907"/>
                  </a:lnTo>
                  <a:lnTo>
                    <a:pt x="1802" y="30162"/>
                  </a:lnTo>
                  <a:lnTo>
                    <a:pt x="1994" y="30162"/>
                  </a:lnTo>
                  <a:lnTo>
                    <a:pt x="1802" y="30354"/>
                  </a:lnTo>
                  <a:lnTo>
                    <a:pt x="2007" y="30431"/>
                  </a:lnTo>
                  <a:lnTo>
                    <a:pt x="2083" y="30546"/>
                  </a:lnTo>
                  <a:lnTo>
                    <a:pt x="2352" y="30495"/>
                  </a:lnTo>
                  <a:lnTo>
                    <a:pt x="2352" y="30699"/>
                  </a:lnTo>
                  <a:lnTo>
                    <a:pt x="1866" y="30584"/>
                  </a:lnTo>
                  <a:lnTo>
                    <a:pt x="1623" y="30456"/>
                  </a:lnTo>
                  <a:lnTo>
                    <a:pt x="1444" y="30379"/>
                  </a:lnTo>
                  <a:lnTo>
                    <a:pt x="1316" y="30264"/>
                  </a:lnTo>
                  <a:lnTo>
                    <a:pt x="1253" y="30354"/>
                  </a:lnTo>
                  <a:lnTo>
                    <a:pt x="1483" y="30546"/>
                  </a:lnTo>
                  <a:lnTo>
                    <a:pt x="1789" y="30635"/>
                  </a:lnTo>
                  <a:lnTo>
                    <a:pt x="1777" y="30865"/>
                  </a:lnTo>
                  <a:lnTo>
                    <a:pt x="1981" y="31057"/>
                  </a:lnTo>
                  <a:lnTo>
                    <a:pt x="2083" y="31210"/>
                  </a:lnTo>
                  <a:lnTo>
                    <a:pt x="2096" y="31402"/>
                  </a:lnTo>
                  <a:lnTo>
                    <a:pt x="2211" y="31415"/>
                  </a:lnTo>
                  <a:lnTo>
                    <a:pt x="2275" y="31236"/>
                  </a:lnTo>
                  <a:lnTo>
                    <a:pt x="2428" y="31351"/>
                  </a:lnTo>
                  <a:lnTo>
                    <a:pt x="2646" y="31325"/>
                  </a:lnTo>
                  <a:lnTo>
                    <a:pt x="2646" y="31325"/>
                  </a:lnTo>
                  <a:lnTo>
                    <a:pt x="2620" y="31581"/>
                  </a:lnTo>
                  <a:lnTo>
                    <a:pt x="2812" y="31402"/>
                  </a:lnTo>
                  <a:lnTo>
                    <a:pt x="3042" y="31312"/>
                  </a:lnTo>
                  <a:lnTo>
                    <a:pt x="3170" y="31427"/>
                  </a:lnTo>
                  <a:lnTo>
                    <a:pt x="3157" y="31594"/>
                  </a:lnTo>
                  <a:lnTo>
                    <a:pt x="2850" y="31709"/>
                  </a:lnTo>
                  <a:lnTo>
                    <a:pt x="2978" y="31849"/>
                  </a:lnTo>
                  <a:lnTo>
                    <a:pt x="3285" y="31811"/>
                  </a:lnTo>
                  <a:lnTo>
                    <a:pt x="3527" y="31888"/>
                  </a:lnTo>
                  <a:lnTo>
                    <a:pt x="3540" y="31939"/>
                  </a:lnTo>
                  <a:lnTo>
                    <a:pt x="3387" y="31888"/>
                  </a:lnTo>
                  <a:lnTo>
                    <a:pt x="3246" y="31926"/>
                  </a:lnTo>
                  <a:lnTo>
                    <a:pt x="3259" y="31990"/>
                  </a:lnTo>
                  <a:lnTo>
                    <a:pt x="3451" y="31990"/>
                  </a:lnTo>
                  <a:lnTo>
                    <a:pt x="3694" y="32169"/>
                  </a:lnTo>
                  <a:lnTo>
                    <a:pt x="3911" y="32130"/>
                  </a:lnTo>
                  <a:lnTo>
                    <a:pt x="3834" y="32015"/>
                  </a:lnTo>
                  <a:lnTo>
                    <a:pt x="3681" y="31990"/>
                  </a:lnTo>
                  <a:lnTo>
                    <a:pt x="3642" y="31977"/>
                  </a:lnTo>
                  <a:lnTo>
                    <a:pt x="3745" y="31913"/>
                  </a:lnTo>
                  <a:lnTo>
                    <a:pt x="4064" y="31875"/>
                  </a:lnTo>
                  <a:lnTo>
                    <a:pt x="4064" y="31875"/>
                  </a:lnTo>
                  <a:lnTo>
                    <a:pt x="3949" y="32015"/>
                  </a:lnTo>
                  <a:lnTo>
                    <a:pt x="4026" y="32309"/>
                  </a:lnTo>
                  <a:lnTo>
                    <a:pt x="4345" y="32463"/>
                  </a:lnTo>
                  <a:lnTo>
                    <a:pt x="4320" y="32233"/>
                  </a:lnTo>
                  <a:lnTo>
                    <a:pt x="4627" y="32463"/>
                  </a:lnTo>
                  <a:lnTo>
                    <a:pt x="4895" y="32463"/>
                  </a:lnTo>
                  <a:lnTo>
                    <a:pt x="4857" y="32322"/>
                  </a:lnTo>
                  <a:lnTo>
                    <a:pt x="4703" y="32143"/>
                  </a:lnTo>
                  <a:lnTo>
                    <a:pt x="4869" y="32067"/>
                  </a:lnTo>
                  <a:lnTo>
                    <a:pt x="5010" y="32233"/>
                  </a:lnTo>
                  <a:lnTo>
                    <a:pt x="5432" y="32245"/>
                  </a:lnTo>
                  <a:lnTo>
                    <a:pt x="5470" y="32118"/>
                  </a:lnTo>
                  <a:lnTo>
                    <a:pt x="5432" y="32015"/>
                  </a:lnTo>
                  <a:lnTo>
                    <a:pt x="4601" y="31951"/>
                  </a:lnTo>
                  <a:lnTo>
                    <a:pt x="4575" y="31939"/>
                  </a:lnTo>
                  <a:lnTo>
                    <a:pt x="4563" y="31913"/>
                  </a:lnTo>
                  <a:lnTo>
                    <a:pt x="4460" y="30034"/>
                  </a:lnTo>
                  <a:lnTo>
                    <a:pt x="4230" y="30111"/>
                  </a:lnTo>
                  <a:lnTo>
                    <a:pt x="4064" y="29958"/>
                  </a:lnTo>
                  <a:lnTo>
                    <a:pt x="4013" y="29843"/>
                  </a:lnTo>
                  <a:lnTo>
                    <a:pt x="4154" y="29766"/>
                  </a:lnTo>
                  <a:lnTo>
                    <a:pt x="4026" y="29638"/>
                  </a:lnTo>
                  <a:lnTo>
                    <a:pt x="3962" y="29574"/>
                  </a:lnTo>
                  <a:lnTo>
                    <a:pt x="3821" y="29562"/>
                  </a:lnTo>
                  <a:lnTo>
                    <a:pt x="3796" y="29536"/>
                  </a:lnTo>
                  <a:lnTo>
                    <a:pt x="2671" y="29562"/>
                  </a:lnTo>
                  <a:lnTo>
                    <a:pt x="2646" y="29562"/>
                  </a:lnTo>
                  <a:lnTo>
                    <a:pt x="2301" y="29229"/>
                  </a:lnTo>
                  <a:lnTo>
                    <a:pt x="2288" y="29216"/>
                  </a:lnTo>
                  <a:lnTo>
                    <a:pt x="2288" y="29191"/>
                  </a:lnTo>
                  <a:lnTo>
                    <a:pt x="2364" y="28731"/>
                  </a:lnTo>
                  <a:lnTo>
                    <a:pt x="2288" y="28424"/>
                  </a:lnTo>
                  <a:lnTo>
                    <a:pt x="1892" y="28629"/>
                  </a:lnTo>
                  <a:lnTo>
                    <a:pt x="1866" y="28629"/>
                  </a:lnTo>
                  <a:lnTo>
                    <a:pt x="1840" y="28616"/>
                  </a:lnTo>
                  <a:lnTo>
                    <a:pt x="1521" y="28015"/>
                  </a:lnTo>
                  <a:lnTo>
                    <a:pt x="1521" y="27990"/>
                  </a:lnTo>
                  <a:lnTo>
                    <a:pt x="1559" y="27785"/>
                  </a:lnTo>
                  <a:lnTo>
                    <a:pt x="1508" y="27414"/>
                  </a:lnTo>
                  <a:lnTo>
                    <a:pt x="1508" y="27389"/>
                  </a:lnTo>
                  <a:lnTo>
                    <a:pt x="1521" y="27376"/>
                  </a:lnTo>
                  <a:lnTo>
                    <a:pt x="2032" y="26942"/>
                  </a:lnTo>
                  <a:lnTo>
                    <a:pt x="1981" y="26660"/>
                  </a:lnTo>
                  <a:lnTo>
                    <a:pt x="1994" y="26635"/>
                  </a:lnTo>
                  <a:lnTo>
                    <a:pt x="2147" y="26430"/>
                  </a:lnTo>
                  <a:lnTo>
                    <a:pt x="1968" y="26175"/>
                  </a:lnTo>
                  <a:lnTo>
                    <a:pt x="1968" y="26162"/>
                  </a:lnTo>
                  <a:lnTo>
                    <a:pt x="1968" y="26149"/>
                  </a:lnTo>
                  <a:lnTo>
                    <a:pt x="2070" y="25766"/>
                  </a:lnTo>
                  <a:lnTo>
                    <a:pt x="2083" y="25753"/>
                  </a:lnTo>
                  <a:lnTo>
                    <a:pt x="2262" y="25548"/>
                  </a:lnTo>
                  <a:lnTo>
                    <a:pt x="2249" y="25229"/>
                  </a:lnTo>
                  <a:lnTo>
                    <a:pt x="2262" y="25203"/>
                  </a:lnTo>
                  <a:lnTo>
                    <a:pt x="2275" y="25191"/>
                  </a:lnTo>
                  <a:lnTo>
                    <a:pt x="2377" y="25165"/>
                  </a:lnTo>
                  <a:lnTo>
                    <a:pt x="2301" y="24654"/>
                  </a:lnTo>
                  <a:lnTo>
                    <a:pt x="2313" y="24628"/>
                  </a:lnTo>
                  <a:lnTo>
                    <a:pt x="2416" y="24449"/>
                  </a:lnTo>
                  <a:lnTo>
                    <a:pt x="2275" y="24232"/>
                  </a:lnTo>
                  <a:lnTo>
                    <a:pt x="2262" y="24206"/>
                  </a:lnTo>
                  <a:lnTo>
                    <a:pt x="2275" y="24181"/>
                  </a:lnTo>
                  <a:lnTo>
                    <a:pt x="2531" y="23938"/>
                  </a:lnTo>
                  <a:lnTo>
                    <a:pt x="2377" y="23708"/>
                  </a:lnTo>
                  <a:lnTo>
                    <a:pt x="2058" y="23670"/>
                  </a:lnTo>
                  <a:lnTo>
                    <a:pt x="2032" y="23657"/>
                  </a:lnTo>
                  <a:lnTo>
                    <a:pt x="2019" y="23644"/>
                  </a:lnTo>
                  <a:lnTo>
                    <a:pt x="1968" y="23478"/>
                  </a:lnTo>
                  <a:lnTo>
                    <a:pt x="1968" y="23452"/>
                  </a:lnTo>
                  <a:lnTo>
                    <a:pt x="1981" y="23440"/>
                  </a:lnTo>
                  <a:lnTo>
                    <a:pt x="1994" y="23427"/>
                  </a:lnTo>
                  <a:lnTo>
                    <a:pt x="2007" y="23427"/>
                  </a:lnTo>
                  <a:lnTo>
                    <a:pt x="2518" y="23440"/>
                  </a:lnTo>
                  <a:lnTo>
                    <a:pt x="2556" y="23184"/>
                  </a:lnTo>
                  <a:lnTo>
                    <a:pt x="2160" y="23158"/>
                  </a:lnTo>
                  <a:lnTo>
                    <a:pt x="2147" y="23146"/>
                  </a:lnTo>
                  <a:lnTo>
                    <a:pt x="2134" y="23146"/>
                  </a:lnTo>
                  <a:lnTo>
                    <a:pt x="2122" y="23120"/>
                  </a:lnTo>
                  <a:lnTo>
                    <a:pt x="2134" y="23107"/>
                  </a:lnTo>
                  <a:lnTo>
                    <a:pt x="2211" y="22890"/>
                  </a:lnTo>
                  <a:lnTo>
                    <a:pt x="2147" y="22801"/>
                  </a:lnTo>
                  <a:lnTo>
                    <a:pt x="2134" y="22775"/>
                  </a:lnTo>
                  <a:lnTo>
                    <a:pt x="2160" y="22519"/>
                  </a:lnTo>
                  <a:lnTo>
                    <a:pt x="1994" y="22366"/>
                  </a:lnTo>
                  <a:lnTo>
                    <a:pt x="1981" y="22340"/>
                  </a:lnTo>
                  <a:lnTo>
                    <a:pt x="1994" y="22315"/>
                  </a:lnTo>
                  <a:lnTo>
                    <a:pt x="2109" y="22136"/>
                  </a:lnTo>
                  <a:lnTo>
                    <a:pt x="1904" y="22123"/>
                  </a:lnTo>
                  <a:lnTo>
                    <a:pt x="1879" y="22110"/>
                  </a:lnTo>
                  <a:lnTo>
                    <a:pt x="1866" y="22085"/>
                  </a:lnTo>
                  <a:lnTo>
                    <a:pt x="1815" y="21331"/>
                  </a:lnTo>
                  <a:lnTo>
                    <a:pt x="1815" y="21305"/>
                  </a:lnTo>
                  <a:lnTo>
                    <a:pt x="1828" y="21292"/>
                  </a:lnTo>
                  <a:lnTo>
                    <a:pt x="2070" y="21088"/>
                  </a:lnTo>
                  <a:lnTo>
                    <a:pt x="1943" y="20922"/>
                  </a:lnTo>
                  <a:lnTo>
                    <a:pt x="1930" y="20896"/>
                  </a:lnTo>
                  <a:lnTo>
                    <a:pt x="1866" y="19593"/>
                  </a:lnTo>
                  <a:lnTo>
                    <a:pt x="1879" y="19567"/>
                  </a:lnTo>
                  <a:lnTo>
                    <a:pt x="1981" y="19439"/>
                  </a:lnTo>
                  <a:lnTo>
                    <a:pt x="1917" y="19184"/>
                  </a:lnTo>
                  <a:lnTo>
                    <a:pt x="1917" y="19158"/>
                  </a:lnTo>
                  <a:lnTo>
                    <a:pt x="1930" y="19145"/>
                  </a:lnTo>
                  <a:lnTo>
                    <a:pt x="2109" y="19081"/>
                  </a:lnTo>
                  <a:lnTo>
                    <a:pt x="2070" y="18481"/>
                  </a:lnTo>
                  <a:lnTo>
                    <a:pt x="2070" y="18468"/>
                  </a:lnTo>
                  <a:lnTo>
                    <a:pt x="2096" y="18442"/>
                  </a:lnTo>
                  <a:lnTo>
                    <a:pt x="2428" y="18327"/>
                  </a:lnTo>
                  <a:lnTo>
                    <a:pt x="2454" y="18200"/>
                  </a:lnTo>
                  <a:lnTo>
                    <a:pt x="2211" y="17509"/>
                  </a:lnTo>
                  <a:lnTo>
                    <a:pt x="2211" y="17497"/>
                  </a:lnTo>
                  <a:lnTo>
                    <a:pt x="2185" y="16500"/>
                  </a:lnTo>
                  <a:lnTo>
                    <a:pt x="2185" y="16487"/>
                  </a:lnTo>
                  <a:lnTo>
                    <a:pt x="2198" y="16474"/>
                  </a:lnTo>
                  <a:lnTo>
                    <a:pt x="2710" y="16091"/>
                  </a:lnTo>
                  <a:lnTo>
                    <a:pt x="2531" y="15350"/>
                  </a:lnTo>
                  <a:lnTo>
                    <a:pt x="2531" y="15324"/>
                  </a:lnTo>
                  <a:lnTo>
                    <a:pt x="2556" y="15311"/>
                  </a:lnTo>
                  <a:lnTo>
                    <a:pt x="2684" y="15247"/>
                  </a:lnTo>
                  <a:lnTo>
                    <a:pt x="2876" y="14493"/>
                  </a:lnTo>
                  <a:lnTo>
                    <a:pt x="2876" y="14480"/>
                  </a:lnTo>
                  <a:lnTo>
                    <a:pt x="2901" y="14468"/>
                  </a:lnTo>
                  <a:lnTo>
                    <a:pt x="3067" y="14404"/>
                  </a:lnTo>
                  <a:lnTo>
                    <a:pt x="3067" y="13688"/>
                  </a:lnTo>
                  <a:lnTo>
                    <a:pt x="2888" y="13688"/>
                  </a:lnTo>
                  <a:lnTo>
                    <a:pt x="2876" y="13662"/>
                  </a:lnTo>
                  <a:lnTo>
                    <a:pt x="2786" y="13496"/>
                  </a:lnTo>
                  <a:lnTo>
                    <a:pt x="2786" y="13471"/>
                  </a:lnTo>
                  <a:lnTo>
                    <a:pt x="2799" y="13445"/>
                  </a:lnTo>
                  <a:lnTo>
                    <a:pt x="2952" y="13317"/>
                  </a:lnTo>
                  <a:lnTo>
                    <a:pt x="2518" y="12589"/>
                  </a:lnTo>
                  <a:lnTo>
                    <a:pt x="2518" y="12576"/>
                  </a:lnTo>
                  <a:lnTo>
                    <a:pt x="2518" y="12551"/>
                  </a:lnTo>
                  <a:lnTo>
                    <a:pt x="2594" y="12448"/>
                  </a:lnTo>
                  <a:lnTo>
                    <a:pt x="2390" y="12180"/>
                  </a:lnTo>
                  <a:lnTo>
                    <a:pt x="2377" y="12154"/>
                  </a:lnTo>
                  <a:lnTo>
                    <a:pt x="2377" y="11848"/>
                  </a:lnTo>
                  <a:lnTo>
                    <a:pt x="2377" y="11822"/>
                  </a:lnTo>
                  <a:lnTo>
                    <a:pt x="2390" y="11809"/>
                  </a:lnTo>
                  <a:lnTo>
                    <a:pt x="2556" y="11694"/>
                  </a:lnTo>
                  <a:lnTo>
                    <a:pt x="2646" y="11234"/>
                  </a:lnTo>
                  <a:lnTo>
                    <a:pt x="2671" y="11209"/>
                  </a:lnTo>
                  <a:lnTo>
                    <a:pt x="2888" y="11068"/>
                  </a:lnTo>
                  <a:lnTo>
                    <a:pt x="2671" y="10186"/>
                  </a:lnTo>
                  <a:lnTo>
                    <a:pt x="2684" y="10161"/>
                  </a:lnTo>
                  <a:lnTo>
                    <a:pt x="2697" y="10148"/>
                  </a:lnTo>
                  <a:lnTo>
                    <a:pt x="2888" y="10033"/>
                  </a:lnTo>
                  <a:lnTo>
                    <a:pt x="3042" y="9407"/>
                  </a:lnTo>
                  <a:lnTo>
                    <a:pt x="3055" y="9381"/>
                  </a:lnTo>
                  <a:lnTo>
                    <a:pt x="3451" y="9061"/>
                  </a:lnTo>
                  <a:lnTo>
                    <a:pt x="3655" y="8256"/>
                  </a:lnTo>
                  <a:lnTo>
                    <a:pt x="3668" y="8231"/>
                  </a:lnTo>
                  <a:lnTo>
                    <a:pt x="3694" y="8218"/>
                  </a:lnTo>
                  <a:lnTo>
                    <a:pt x="3962" y="8218"/>
                  </a:lnTo>
                  <a:lnTo>
                    <a:pt x="4026" y="8065"/>
                  </a:lnTo>
                  <a:lnTo>
                    <a:pt x="3834" y="7592"/>
                  </a:lnTo>
                  <a:lnTo>
                    <a:pt x="3834" y="7566"/>
                  </a:lnTo>
                  <a:lnTo>
                    <a:pt x="3847" y="7541"/>
                  </a:lnTo>
                  <a:lnTo>
                    <a:pt x="4026" y="7451"/>
                  </a:lnTo>
                  <a:lnTo>
                    <a:pt x="3847" y="6774"/>
                  </a:lnTo>
                  <a:lnTo>
                    <a:pt x="3847" y="6748"/>
                  </a:lnTo>
                  <a:lnTo>
                    <a:pt x="3860" y="6735"/>
                  </a:lnTo>
                  <a:lnTo>
                    <a:pt x="4064" y="6531"/>
                  </a:lnTo>
                  <a:lnTo>
                    <a:pt x="3873" y="6339"/>
                  </a:lnTo>
                  <a:lnTo>
                    <a:pt x="3873" y="6326"/>
                  </a:lnTo>
                  <a:lnTo>
                    <a:pt x="3873" y="6301"/>
                  </a:lnTo>
                  <a:lnTo>
                    <a:pt x="3949" y="6007"/>
                  </a:lnTo>
                  <a:lnTo>
                    <a:pt x="3975" y="5981"/>
                  </a:lnTo>
                  <a:lnTo>
                    <a:pt x="4818" y="5598"/>
                  </a:lnTo>
                  <a:lnTo>
                    <a:pt x="5087" y="4754"/>
                  </a:lnTo>
                  <a:lnTo>
                    <a:pt x="4972" y="4601"/>
                  </a:lnTo>
                  <a:lnTo>
                    <a:pt x="4460" y="4614"/>
                  </a:lnTo>
                  <a:lnTo>
                    <a:pt x="4435" y="4614"/>
                  </a:lnTo>
                  <a:lnTo>
                    <a:pt x="4422" y="4588"/>
                  </a:lnTo>
                  <a:lnTo>
                    <a:pt x="4103" y="3451"/>
                  </a:lnTo>
                  <a:lnTo>
                    <a:pt x="4103" y="3425"/>
                  </a:lnTo>
                  <a:lnTo>
                    <a:pt x="4167" y="3157"/>
                  </a:lnTo>
                  <a:lnTo>
                    <a:pt x="3873" y="2850"/>
                  </a:lnTo>
                  <a:lnTo>
                    <a:pt x="3860" y="2837"/>
                  </a:lnTo>
                  <a:lnTo>
                    <a:pt x="3860" y="2812"/>
                  </a:lnTo>
                  <a:lnTo>
                    <a:pt x="3898" y="2684"/>
                  </a:lnTo>
                  <a:lnTo>
                    <a:pt x="3719" y="2556"/>
                  </a:lnTo>
                  <a:lnTo>
                    <a:pt x="3706" y="2543"/>
                  </a:lnTo>
                  <a:lnTo>
                    <a:pt x="3694" y="2518"/>
                  </a:lnTo>
                  <a:lnTo>
                    <a:pt x="3758" y="2211"/>
                  </a:lnTo>
                  <a:lnTo>
                    <a:pt x="3758" y="2198"/>
                  </a:lnTo>
                  <a:lnTo>
                    <a:pt x="3783" y="2186"/>
                  </a:lnTo>
                  <a:lnTo>
                    <a:pt x="3873" y="2147"/>
                  </a:lnTo>
                  <a:lnTo>
                    <a:pt x="3745" y="1853"/>
                  </a:lnTo>
                  <a:lnTo>
                    <a:pt x="3745" y="1828"/>
                  </a:lnTo>
                  <a:lnTo>
                    <a:pt x="3745" y="1815"/>
                  </a:lnTo>
                  <a:lnTo>
                    <a:pt x="3911" y="1598"/>
                  </a:lnTo>
                  <a:lnTo>
                    <a:pt x="3566" y="1342"/>
                  </a:lnTo>
                  <a:lnTo>
                    <a:pt x="3553" y="1316"/>
                  </a:lnTo>
                  <a:lnTo>
                    <a:pt x="3400" y="422"/>
                  </a:lnTo>
                  <a:lnTo>
                    <a:pt x="31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8"/>
            <p:cNvSpPr/>
            <p:nvPr/>
          </p:nvSpPr>
          <p:spPr>
            <a:xfrm>
              <a:off x="2268950" y="3724150"/>
              <a:ext cx="1000" cy="1950"/>
            </a:xfrm>
            <a:custGeom>
              <a:rect b="b" l="l" r="r" t="t"/>
              <a:pathLst>
                <a:path extrusionOk="0" h="78" w="40">
                  <a:moveTo>
                    <a:pt x="1" y="1"/>
                  </a:moveTo>
                  <a:lnTo>
                    <a:pt x="26" y="78"/>
                  </a:lnTo>
                  <a:lnTo>
                    <a:pt x="39" y="52"/>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8"/>
            <p:cNvSpPr/>
            <p:nvPr/>
          </p:nvSpPr>
          <p:spPr>
            <a:xfrm>
              <a:off x="1931550" y="3184825"/>
              <a:ext cx="67750" cy="54325"/>
            </a:xfrm>
            <a:custGeom>
              <a:rect b="b" l="l" r="r" t="t"/>
              <a:pathLst>
                <a:path extrusionOk="0" h="2173" w="2710">
                  <a:moveTo>
                    <a:pt x="358" y="0"/>
                  </a:moveTo>
                  <a:lnTo>
                    <a:pt x="116" y="64"/>
                  </a:lnTo>
                  <a:lnTo>
                    <a:pt x="39" y="230"/>
                  </a:lnTo>
                  <a:lnTo>
                    <a:pt x="243" y="384"/>
                  </a:lnTo>
                  <a:lnTo>
                    <a:pt x="1" y="690"/>
                  </a:lnTo>
                  <a:lnTo>
                    <a:pt x="192" y="1112"/>
                  </a:lnTo>
                  <a:lnTo>
                    <a:pt x="537" y="1176"/>
                  </a:lnTo>
                  <a:lnTo>
                    <a:pt x="652" y="1329"/>
                  </a:lnTo>
                  <a:lnTo>
                    <a:pt x="831" y="1099"/>
                  </a:lnTo>
                  <a:lnTo>
                    <a:pt x="563" y="793"/>
                  </a:lnTo>
                  <a:lnTo>
                    <a:pt x="742" y="780"/>
                  </a:lnTo>
                  <a:lnTo>
                    <a:pt x="1049" y="1023"/>
                  </a:lnTo>
                  <a:lnTo>
                    <a:pt x="1074" y="1342"/>
                  </a:lnTo>
                  <a:lnTo>
                    <a:pt x="1649" y="1393"/>
                  </a:lnTo>
                  <a:lnTo>
                    <a:pt x="1956" y="1636"/>
                  </a:lnTo>
                  <a:lnTo>
                    <a:pt x="1892" y="1994"/>
                  </a:lnTo>
                  <a:lnTo>
                    <a:pt x="2148" y="2147"/>
                  </a:lnTo>
                  <a:lnTo>
                    <a:pt x="2212" y="1866"/>
                  </a:lnTo>
                  <a:lnTo>
                    <a:pt x="2506" y="2173"/>
                  </a:lnTo>
                  <a:lnTo>
                    <a:pt x="2582" y="2096"/>
                  </a:lnTo>
                  <a:lnTo>
                    <a:pt x="2697" y="1713"/>
                  </a:lnTo>
                  <a:lnTo>
                    <a:pt x="2557" y="1611"/>
                  </a:lnTo>
                  <a:lnTo>
                    <a:pt x="2544" y="1585"/>
                  </a:lnTo>
                  <a:lnTo>
                    <a:pt x="2506" y="1189"/>
                  </a:lnTo>
                  <a:lnTo>
                    <a:pt x="2518" y="1163"/>
                  </a:lnTo>
                  <a:lnTo>
                    <a:pt x="2531" y="1150"/>
                  </a:lnTo>
                  <a:lnTo>
                    <a:pt x="2710" y="1023"/>
                  </a:lnTo>
                  <a:lnTo>
                    <a:pt x="1969" y="179"/>
                  </a:lnTo>
                  <a:lnTo>
                    <a:pt x="1649" y="281"/>
                  </a:lnTo>
                  <a:lnTo>
                    <a:pt x="1636" y="294"/>
                  </a:lnTo>
                  <a:lnTo>
                    <a:pt x="1624" y="281"/>
                  </a:lnTo>
                  <a:lnTo>
                    <a:pt x="1112" y="0"/>
                  </a:lnTo>
                  <a:lnTo>
                    <a:pt x="908" y="154"/>
                  </a:lnTo>
                  <a:lnTo>
                    <a:pt x="895" y="166"/>
                  </a:lnTo>
                  <a:lnTo>
                    <a:pt x="870" y="166"/>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8"/>
            <p:cNvSpPr/>
            <p:nvPr/>
          </p:nvSpPr>
          <p:spPr>
            <a:xfrm>
              <a:off x="1843375" y="3115175"/>
              <a:ext cx="55600" cy="33250"/>
            </a:xfrm>
            <a:custGeom>
              <a:rect b="b" l="l" r="r" t="t"/>
              <a:pathLst>
                <a:path extrusionOk="0" h="1330" w="2224">
                  <a:moveTo>
                    <a:pt x="562" y="0"/>
                  </a:moveTo>
                  <a:lnTo>
                    <a:pt x="0" y="614"/>
                  </a:lnTo>
                  <a:lnTo>
                    <a:pt x="141" y="614"/>
                  </a:lnTo>
                  <a:lnTo>
                    <a:pt x="524" y="1022"/>
                  </a:lnTo>
                  <a:lnTo>
                    <a:pt x="1994" y="1099"/>
                  </a:lnTo>
                  <a:lnTo>
                    <a:pt x="2186" y="1329"/>
                  </a:lnTo>
                  <a:lnTo>
                    <a:pt x="2224" y="562"/>
                  </a:lnTo>
                  <a:lnTo>
                    <a:pt x="1559" y="511"/>
                  </a:lnTo>
                  <a:lnTo>
                    <a:pt x="8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8"/>
            <p:cNvSpPr/>
            <p:nvPr/>
          </p:nvSpPr>
          <p:spPr>
            <a:xfrm>
              <a:off x="3155300" y="1803875"/>
              <a:ext cx="206100" cy="126875"/>
            </a:xfrm>
            <a:custGeom>
              <a:rect b="b" l="l" r="r" t="t"/>
              <a:pathLst>
                <a:path extrusionOk="0" h="5075" w="8244">
                  <a:moveTo>
                    <a:pt x="2314" y="1"/>
                  </a:moveTo>
                  <a:lnTo>
                    <a:pt x="2224" y="64"/>
                  </a:lnTo>
                  <a:lnTo>
                    <a:pt x="2211" y="90"/>
                  </a:lnTo>
                  <a:lnTo>
                    <a:pt x="2199" y="116"/>
                  </a:lnTo>
                  <a:lnTo>
                    <a:pt x="2199" y="141"/>
                  </a:lnTo>
                  <a:lnTo>
                    <a:pt x="2199" y="154"/>
                  </a:lnTo>
                  <a:lnTo>
                    <a:pt x="2224" y="205"/>
                  </a:lnTo>
                  <a:lnTo>
                    <a:pt x="2314" y="307"/>
                  </a:lnTo>
                  <a:lnTo>
                    <a:pt x="2352" y="358"/>
                  </a:lnTo>
                  <a:lnTo>
                    <a:pt x="2365" y="410"/>
                  </a:lnTo>
                  <a:lnTo>
                    <a:pt x="2352" y="461"/>
                  </a:lnTo>
                  <a:lnTo>
                    <a:pt x="2327" y="525"/>
                  </a:lnTo>
                  <a:lnTo>
                    <a:pt x="2288" y="588"/>
                  </a:lnTo>
                  <a:lnTo>
                    <a:pt x="2237" y="652"/>
                  </a:lnTo>
                  <a:lnTo>
                    <a:pt x="2186" y="703"/>
                  </a:lnTo>
                  <a:lnTo>
                    <a:pt x="2122" y="755"/>
                  </a:lnTo>
                  <a:lnTo>
                    <a:pt x="2058" y="793"/>
                  </a:lnTo>
                  <a:lnTo>
                    <a:pt x="2007" y="806"/>
                  </a:lnTo>
                  <a:lnTo>
                    <a:pt x="1956" y="665"/>
                  </a:lnTo>
                  <a:lnTo>
                    <a:pt x="1918" y="576"/>
                  </a:lnTo>
                  <a:lnTo>
                    <a:pt x="1866" y="499"/>
                  </a:lnTo>
                  <a:lnTo>
                    <a:pt x="1828" y="473"/>
                  </a:lnTo>
                  <a:lnTo>
                    <a:pt x="1803" y="448"/>
                  </a:lnTo>
                  <a:lnTo>
                    <a:pt x="1764" y="435"/>
                  </a:lnTo>
                  <a:lnTo>
                    <a:pt x="1726" y="435"/>
                  </a:lnTo>
                  <a:lnTo>
                    <a:pt x="1700" y="448"/>
                  </a:lnTo>
                  <a:lnTo>
                    <a:pt x="1662" y="473"/>
                  </a:lnTo>
                  <a:lnTo>
                    <a:pt x="1611" y="525"/>
                  </a:lnTo>
                  <a:lnTo>
                    <a:pt x="1572" y="588"/>
                  </a:lnTo>
                  <a:lnTo>
                    <a:pt x="1547" y="550"/>
                  </a:lnTo>
                  <a:lnTo>
                    <a:pt x="1509" y="512"/>
                  </a:lnTo>
                  <a:lnTo>
                    <a:pt x="1470" y="486"/>
                  </a:lnTo>
                  <a:lnTo>
                    <a:pt x="1419" y="473"/>
                  </a:lnTo>
                  <a:lnTo>
                    <a:pt x="1317" y="473"/>
                  </a:lnTo>
                  <a:lnTo>
                    <a:pt x="1266" y="486"/>
                  </a:lnTo>
                  <a:lnTo>
                    <a:pt x="1202" y="512"/>
                  </a:lnTo>
                  <a:lnTo>
                    <a:pt x="1215" y="550"/>
                  </a:lnTo>
                  <a:lnTo>
                    <a:pt x="1215" y="614"/>
                  </a:lnTo>
                  <a:lnTo>
                    <a:pt x="1227" y="665"/>
                  </a:lnTo>
                  <a:lnTo>
                    <a:pt x="1240" y="716"/>
                  </a:lnTo>
                  <a:lnTo>
                    <a:pt x="1163" y="729"/>
                  </a:lnTo>
                  <a:lnTo>
                    <a:pt x="1112" y="742"/>
                  </a:lnTo>
                  <a:lnTo>
                    <a:pt x="1074" y="742"/>
                  </a:lnTo>
                  <a:lnTo>
                    <a:pt x="1100" y="806"/>
                  </a:lnTo>
                  <a:lnTo>
                    <a:pt x="1100" y="857"/>
                  </a:lnTo>
                  <a:lnTo>
                    <a:pt x="1087" y="895"/>
                  </a:lnTo>
                  <a:lnTo>
                    <a:pt x="1061" y="934"/>
                  </a:lnTo>
                  <a:lnTo>
                    <a:pt x="1010" y="959"/>
                  </a:lnTo>
                  <a:lnTo>
                    <a:pt x="959" y="972"/>
                  </a:lnTo>
                  <a:lnTo>
                    <a:pt x="806" y="997"/>
                  </a:lnTo>
                  <a:lnTo>
                    <a:pt x="793" y="946"/>
                  </a:lnTo>
                  <a:lnTo>
                    <a:pt x="780" y="921"/>
                  </a:lnTo>
                  <a:lnTo>
                    <a:pt x="754" y="908"/>
                  </a:lnTo>
                  <a:lnTo>
                    <a:pt x="729" y="908"/>
                  </a:lnTo>
                  <a:lnTo>
                    <a:pt x="665" y="921"/>
                  </a:lnTo>
                  <a:lnTo>
                    <a:pt x="307" y="921"/>
                  </a:lnTo>
                  <a:lnTo>
                    <a:pt x="269" y="946"/>
                  </a:lnTo>
                  <a:lnTo>
                    <a:pt x="243" y="985"/>
                  </a:lnTo>
                  <a:lnTo>
                    <a:pt x="230" y="1010"/>
                  </a:lnTo>
                  <a:lnTo>
                    <a:pt x="230" y="1049"/>
                  </a:lnTo>
                  <a:lnTo>
                    <a:pt x="230" y="1074"/>
                  </a:lnTo>
                  <a:lnTo>
                    <a:pt x="243" y="1112"/>
                  </a:lnTo>
                  <a:lnTo>
                    <a:pt x="294" y="1176"/>
                  </a:lnTo>
                  <a:lnTo>
                    <a:pt x="358" y="1240"/>
                  </a:lnTo>
                  <a:lnTo>
                    <a:pt x="435" y="1291"/>
                  </a:lnTo>
                  <a:lnTo>
                    <a:pt x="524" y="1330"/>
                  </a:lnTo>
                  <a:lnTo>
                    <a:pt x="614" y="1343"/>
                  </a:lnTo>
                  <a:lnTo>
                    <a:pt x="729" y="1343"/>
                  </a:lnTo>
                  <a:lnTo>
                    <a:pt x="831" y="1330"/>
                  </a:lnTo>
                  <a:lnTo>
                    <a:pt x="1023" y="1304"/>
                  </a:lnTo>
                  <a:lnTo>
                    <a:pt x="1112" y="1291"/>
                  </a:lnTo>
                  <a:lnTo>
                    <a:pt x="1215" y="1291"/>
                  </a:lnTo>
                  <a:lnTo>
                    <a:pt x="1317" y="1304"/>
                  </a:lnTo>
                  <a:lnTo>
                    <a:pt x="1445" y="1330"/>
                  </a:lnTo>
                  <a:lnTo>
                    <a:pt x="1509" y="1355"/>
                  </a:lnTo>
                  <a:lnTo>
                    <a:pt x="1572" y="1394"/>
                  </a:lnTo>
                  <a:lnTo>
                    <a:pt x="1687" y="1458"/>
                  </a:lnTo>
                  <a:lnTo>
                    <a:pt x="1751" y="1496"/>
                  </a:lnTo>
                  <a:lnTo>
                    <a:pt x="1815" y="1509"/>
                  </a:lnTo>
                  <a:lnTo>
                    <a:pt x="1892" y="1521"/>
                  </a:lnTo>
                  <a:lnTo>
                    <a:pt x="1969" y="1509"/>
                  </a:lnTo>
                  <a:lnTo>
                    <a:pt x="1943" y="1547"/>
                  </a:lnTo>
                  <a:lnTo>
                    <a:pt x="1905" y="1573"/>
                  </a:lnTo>
                  <a:lnTo>
                    <a:pt x="1854" y="1598"/>
                  </a:lnTo>
                  <a:lnTo>
                    <a:pt x="1803" y="1611"/>
                  </a:lnTo>
                  <a:lnTo>
                    <a:pt x="1675" y="1649"/>
                  </a:lnTo>
                  <a:lnTo>
                    <a:pt x="1560" y="1662"/>
                  </a:lnTo>
                  <a:lnTo>
                    <a:pt x="1457" y="1700"/>
                  </a:lnTo>
                  <a:lnTo>
                    <a:pt x="1406" y="1713"/>
                  </a:lnTo>
                  <a:lnTo>
                    <a:pt x="1381" y="1739"/>
                  </a:lnTo>
                  <a:lnTo>
                    <a:pt x="1355" y="1764"/>
                  </a:lnTo>
                  <a:lnTo>
                    <a:pt x="1342" y="1815"/>
                  </a:lnTo>
                  <a:lnTo>
                    <a:pt x="1355" y="1854"/>
                  </a:lnTo>
                  <a:lnTo>
                    <a:pt x="1381" y="1918"/>
                  </a:lnTo>
                  <a:lnTo>
                    <a:pt x="1739" y="1854"/>
                  </a:lnTo>
                  <a:lnTo>
                    <a:pt x="1777" y="1943"/>
                  </a:lnTo>
                  <a:lnTo>
                    <a:pt x="1777" y="1994"/>
                  </a:lnTo>
                  <a:lnTo>
                    <a:pt x="1777" y="2033"/>
                  </a:lnTo>
                  <a:lnTo>
                    <a:pt x="1368" y="2135"/>
                  </a:lnTo>
                  <a:lnTo>
                    <a:pt x="1163" y="2173"/>
                  </a:lnTo>
                  <a:lnTo>
                    <a:pt x="959" y="2199"/>
                  </a:lnTo>
                  <a:lnTo>
                    <a:pt x="831" y="2199"/>
                  </a:lnTo>
                  <a:lnTo>
                    <a:pt x="716" y="2186"/>
                  </a:lnTo>
                  <a:lnTo>
                    <a:pt x="486" y="2148"/>
                  </a:lnTo>
                  <a:lnTo>
                    <a:pt x="269" y="2122"/>
                  </a:lnTo>
                  <a:lnTo>
                    <a:pt x="154" y="2109"/>
                  </a:lnTo>
                  <a:lnTo>
                    <a:pt x="26" y="2109"/>
                  </a:lnTo>
                  <a:lnTo>
                    <a:pt x="13" y="2160"/>
                  </a:lnTo>
                  <a:lnTo>
                    <a:pt x="13" y="2212"/>
                  </a:lnTo>
                  <a:lnTo>
                    <a:pt x="26" y="2237"/>
                  </a:lnTo>
                  <a:lnTo>
                    <a:pt x="52" y="2275"/>
                  </a:lnTo>
                  <a:lnTo>
                    <a:pt x="77" y="2288"/>
                  </a:lnTo>
                  <a:lnTo>
                    <a:pt x="115" y="2314"/>
                  </a:lnTo>
                  <a:lnTo>
                    <a:pt x="218" y="2339"/>
                  </a:lnTo>
                  <a:lnTo>
                    <a:pt x="320" y="2352"/>
                  </a:lnTo>
                  <a:lnTo>
                    <a:pt x="435" y="2365"/>
                  </a:lnTo>
                  <a:lnTo>
                    <a:pt x="550" y="2378"/>
                  </a:lnTo>
                  <a:lnTo>
                    <a:pt x="639" y="2391"/>
                  </a:lnTo>
                  <a:lnTo>
                    <a:pt x="754" y="2416"/>
                  </a:lnTo>
                  <a:lnTo>
                    <a:pt x="818" y="2454"/>
                  </a:lnTo>
                  <a:lnTo>
                    <a:pt x="844" y="2493"/>
                  </a:lnTo>
                  <a:lnTo>
                    <a:pt x="857" y="2531"/>
                  </a:lnTo>
                  <a:lnTo>
                    <a:pt x="844" y="2646"/>
                  </a:lnTo>
                  <a:lnTo>
                    <a:pt x="831" y="2710"/>
                  </a:lnTo>
                  <a:lnTo>
                    <a:pt x="844" y="2787"/>
                  </a:lnTo>
                  <a:lnTo>
                    <a:pt x="985" y="2774"/>
                  </a:lnTo>
                  <a:lnTo>
                    <a:pt x="1125" y="2761"/>
                  </a:lnTo>
                  <a:lnTo>
                    <a:pt x="1151" y="2825"/>
                  </a:lnTo>
                  <a:lnTo>
                    <a:pt x="1151" y="2863"/>
                  </a:lnTo>
                  <a:lnTo>
                    <a:pt x="1151" y="2889"/>
                  </a:lnTo>
                  <a:lnTo>
                    <a:pt x="1125" y="2927"/>
                  </a:lnTo>
                  <a:lnTo>
                    <a:pt x="1100" y="2953"/>
                  </a:lnTo>
                  <a:lnTo>
                    <a:pt x="1061" y="2966"/>
                  </a:lnTo>
                  <a:lnTo>
                    <a:pt x="1010" y="2978"/>
                  </a:lnTo>
                  <a:lnTo>
                    <a:pt x="1036" y="3042"/>
                  </a:lnTo>
                  <a:lnTo>
                    <a:pt x="1048" y="3093"/>
                  </a:lnTo>
                  <a:lnTo>
                    <a:pt x="1074" y="3132"/>
                  </a:lnTo>
                  <a:lnTo>
                    <a:pt x="1074" y="3157"/>
                  </a:lnTo>
                  <a:lnTo>
                    <a:pt x="1061" y="3183"/>
                  </a:lnTo>
                  <a:lnTo>
                    <a:pt x="1023" y="3208"/>
                  </a:lnTo>
                  <a:lnTo>
                    <a:pt x="870" y="3298"/>
                  </a:lnTo>
                  <a:lnTo>
                    <a:pt x="729" y="3362"/>
                  </a:lnTo>
                  <a:lnTo>
                    <a:pt x="601" y="3400"/>
                  </a:lnTo>
                  <a:lnTo>
                    <a:pt x="473" y="3426"/>
                  </a:lnTo>
                  <a:lnTo>
                    <a:pt x="64" y="3426"/>
                  </a:lnTo>
                  <a:lnTo>
                    <a:pt x="26" y="3451"/>
                  </a:lnTo>
                  <a:lnTo>
                    <a:pt x="13" y="3490"/>
                  </a:lnTo>
                  <a:lnTo>
                    <a:pt x="0" y="3541"/>
                  </a:lnTo>
                  <a:lnTo>
                    <a:pt x="13" y="3617"/>
                  </a:lnTo>
                  <a:lnTo>
                    <a:pt x="39" y="3707"/>
                  </a:lnTo>
                  <a:lnTo>
                    <a:pt x="77" y="3758"/>
                  </a:lnTo>
                  <a:lnTo>
                    <a:pt x="128" y="3796"/>
                  </a:lnTo>
                  <a:lnTo>
                    <a:pt x="192" y="3809"/>
                  </a:lnTo>
                  <a:lnTo>
                    <a:pt x="358" y="3809"/>
                  </a:lnTo>
                  <a:lnTo>
                    <a:pt x="461" y="3822"/>
                  </a:lnTo>
                  <a:lnTo>
                    <a:pt x="550" y="3835"/>
                  </a:lnTo>
                  <a:lnTo>
                    <a:pt x="716" y="3873"/>
                  </a:lnTo>
                  <a:lnTo>
                    <a:pt x="870" y="3937"/>
                  </a:lnTo>
                  <a:lnTo>
                    <a:pt x="1023" y="3988"/>
                  </a:lnTo>
                  <a:lnTo>
                    <a:pt x="1189" y="4026"/>
                  </a:lnTo>
                  <a:lnTo>
                    <a:pt x="1355" y="4052"/>
                  </a:lnTo>
                  <a:lnTo>
                    <a:pt x="1457" y="4078"/>
                  </a:lnTo>
                  <a:lnTo>
                    <a:pt x="1509" y="4090"/>
                  </a:lnTo>
                  <a:lnTo>
                    <a:pt x="1547" y="4129"/>
                  </a:lnTo>
                  <a:lnTo>
                    <a:pt x="1649" y="4218"/>
                  </a:lnTo>
                  <a:lnTo>
                    <a:pt x="1700" y="4282"/>
                  </a:lnTo>
                  <a:lnTo>
                    <a:pt x="1739" y="4346"/>
                  </a:lnTo>
                  <a:lnTo>
                    <a:pt x="1751" y="4397"/>
                  </a:lnTo>
                  <a:lnTo>
                    <a:pt x="1751" y="4461"/>
                  </a:lnTo>
                  <a:lnTo>
                    <a:pt x="1739" y="4499"/>
                  </a:lnTo>
                  <a:lnTo>
                    <a:pt x="1726" y="4525"/>
                  </a:lnTo>
                  <a:lnTo>
                    <a:pt x="1675" y="4563"/>
                  </a:lnTo>
                  <a:lnTo>
                    <a:pt x="1662" y="4589"/>
                  </a:lnTo>
                  <a:lnTo>
                    <a:pt x="1649" y="4614"/>
                  </a:lnTo>
                  <a:lnTo>
                    <a:pt x="1662" y="4640"/>
                  </a:lnTo>
                  <a:lnTo>
                    <a:pt x="1700" y="4678"/>
                  </a:lnTo>
                  <a:lnTo>
                    <a:pt x="1751" y="4704"/>
                  </a:lnTo>
                  <a:lnTo>
                    <a:pt x="1803" y="4729"/>
                  </a:lnTo>
                  <a:lnTo>
                    <a:pt x="1969" y="4768"/>
                  </a:lnTo>
                  <a:lnTo>
                    <a:pt x="2135" y="4793"/>
                  </a:lnTo>
                  <a:lnTo>
                    <a:pt x="2263" y="4793"/>
                  </a:lnTo>
                  <a:lnTo>
                    <a:pt x="2352" y="4883"/>
                  </a:lnTo>
                  <a:lnTo>
                    <a:pt x="2454" y="4972"/>
                  </a:lnTo>
                  <a:lnTo>
                    <a:pt x="2518" y="5011"/>
                  </a:lnTo>
                  <a:lnTo>
                    <a:pt x="2582" y="5049"/>
                  </a:lnTo>
                  <a:lnTo>
                    <a:pt x="2659" y="5062"/>
                  </a:lnTo>
                  <a:lnTo>
                    <a:pt x="2735" y="5074"/>
                  </a:lnTo>
                  <a:lnTo>
                    <a:pt x="2876" y="5074"/>
                  </a:lnTo>
                  <a:lnTo>
                    <a:pt x="2927" y="5062"/>
                  </a:lnTo>
                  <a:lnTo>
                    <a:pt x="2966" y="5036"/>
                  </a:lnTo>
                  <a:lnTo>
                    <a:pt x="2978" y="5011"/>
                  </a:lnTo>
                  <a:lnTo>
                    <a:pt x="2991" y="4972"/>
                  </a:lnTo>
                  <a:lnTo>
                    <a:pt x="2991" y="4921"/>
                  </a:lnTo>
                  <a:lnTo>
                    <a:pt x="2966" y="4857"/>
                  </a:lnTo>
                  <a:lnTo>
                    <a:pt x="3068" y="4832"/>
                  </a:lnTo>
                  <a:lnTo>
                    <a:pt x="3093" y="4896"/>
                  </a:lnTo>
                  <a:lnTo>
                    <a:pt x="3119" y="4959"/>
                  </a:lnTo>
                  <a:lnTo>
                    <a:pt x="3170" y="4998"/>
                  </a:lnTo>
                  <a:lnTo>
                    <a:pt x="3196" y="5023"/>
                  </a:lnTo>
                  <a:lnTo>
                    <a:pt x="3234" y="5036"/>
                  </a:lnTo>
                  <a:lnTo>
                    <a:pt x="3323" y="5049"/>
                  </a:lnTo>
                  <a:lnTo>
                    <a:pt x="3375" y="5049"/>
                  </a:lnTo>
                  <a:lnTo>
                    <a:pt x="3413" y="5036"/>
                  </a:lnTo>
                  <a:lnTo>
                    <a:pt x="3426" y="4998"/>
                  </a:lnTo>
                  <a:lnTo>
                    <a:pt x="3438" y="4934"/>
                  </a:lnTo>
                  <a:lnTo>
                    <a:pt x="3451" y="4908"/>
                  </a:lnTo>
                  <a:lnTo>
                    <a:pt x="3464" y="4883"/>
                  </a:lnTo>
                  <a:lnTo>
                    <a:pt x="3553" y="4806"/>
                  </a:lnTo>
                  <a:lnTo>
                    <a:pt x="3579" y="4793"/>
                  </a:lnTo>
                  <a:lnTo>
                    <a:pt x="3605" y="4793"/>
                  </a:lnTo>
                  <a:lnTo>
                    <a:pt x="3668" y="4806"/>
                  </a:lnTo>
                  <a:lnTo>
                    <a:pt x="3784" y="4819"/>
                  </a:lnTo>
                  <a:lnTo>
                    <a:pt x="3873" y="4844"/>
                  </a:lnTo>
                  <a:lnTo>
                    <a:pt x="3950" y="4870"/>
                  </a:lnTo>
                  <a:lnTo>
                    <a:pt x="3988" y="4870"/>
                  </a:lnTo>
                  <a:lnTo>
                    <a:pt x="4014" y="4844"/>
                  </a:lnTo>
                  <a:lnTo>
                    <a:pt x="4026" y="4819"/>
                  </a:lnTo>
                  <a:lnTo>
                    <a:pt x="4039" y="4755"/>
                  </a:lnTo>
                  <a:lnTo>
                    <a:pt x="4116" y="4742"/>
                  </a:lnTo>
                  <a:lnTo>
                    <a:pt x="4180" y="4729"/>
                  </a:lnTo>
                  <a:lnTo>
                    <a:pt x="4295" y="4729"/>
                  </a:lnTo>
                  <a:lnTo>
                    <a:pt x="4410" y="4742"/>
                  </a:lnTo>
                  <a:lnTo>
                    <a:pt x="4538" y="4742"/>
                  </a:lnTo>
                  <a:lnTo>
                    <a:pt x="4678" y="4729"/>
                  </a:lnTo>
                  <a:lnTo>
                    <a:pt x="4819" y="4704"/>
                  </a:lnTo>
                  <a:lnTo>
                    <a:pt x="5087" y="4640"/>
                  </a:lnTo>
                  <a:lnTo>
                    <a:pt x="5368" y="4576"/>
                  </a:lnTo>
                  <a:lnTo>
                    <a:pt x="5522" y="4538"/>
                  </a:lnTo>
                  <a:lnTo>
                    <a:pt x="5624" y="4512"/>
                  </a:lnTo>
                  <a:lnTo>
                    <a:pt x="5662" y="4487"/>
                  </a:lnTo>
                  <a:lnTo>
                    <a:pt x="5701" y="4461"/>
                  </a:lnTo>
                  <a:lnTo>
                    <a:pt x="5752" y="4410"/>
                  </a:lnTo>
                  <a:lnTo>
                    <a:pt x="5777" y="4384"/>
                  </a:lnTo>
                  <a:lnTo>
                    <a:pt x="5803" y="4372"/>
                  </a:lnTo>
                  <a:lnTo>
                    <a:pt x="5892" y="4372"/>
                  </a:lnTo>
                  <a:lnTo>
                    <a:pt x="5931" y="4397"/>
                  </a:lnTo>
                  <a:lnTo>
                    <a:pt x="5956" y="4423"/>
                  </a:lnTo>
                  <a:lnTo>
                    <a:pt x="5995" y="4487"/>
                  </a:lnTo>
                  <a:lnTo>
                    <a:pt x="6046" y="4550"/>
                  </a:lnTo>
                  <a:lnTo>
                    <a:pt x="6071" y="4576"/>
                  </a:lnTo>
                  <a:lnTo>
                    <a:pt x="6110" y="4602"/>
                  </a:lnTo>
                  <a:lnTo>
                    <a:pt x="6199" y="4614"/>
                  </a:lnTo>
                  <a:lnTo>
                    <a:pt x="6289" y="4614"/>
                  </a:lnTo>
                  <a:lnTo>
                    <a:pt x="6378" y="4589"/>
                  </a:lnTo>
                  <a:lnTo>
                    <a:pt x="6455" y="4550"/>
                  </a:lnTo>
                  <a:lnTo>
                    <a:pt x="6531" y="4512"/>
                  </a:lnTo>
                  <a:lnTo>
                    <a:pt x="6621" y="4448"/>
                  </a:lnTo>
                  <a:lnTo>
                    <a:pt x="6710" y="4372"/>
                  </a:lnTo>
                  <a:lnTo>
                    <a:pt x="6761" y="4320"/>
                  </a:lnTo>
                  <a:lnTo>
                    <a:pt x="6800" y="4269"/>
                  </a:lnTo>
                  <a:lnTo>
                    <a:pt x="6813" y="4231"/>
                  </a:lnTo>
                  <a:lnTo>
                    <a:pt x="6825" y="4154"/>
                  </a:lnTo>
                  <a:lnTo>
                    <a:pt x="6838" y="4078"/>
                  </a:lnTo>
                  <a:lnTo>
                    <a:pt x="6851" y="3975"/>
                  </a:lnTo>
                  <a:lnTo>
                    <a:pt x="7170" y="3911"/>
                  </a:lnTo>
                  <a:lnTo>
                    <a:pt x="7324" y="3873"/>
                  </a:lnTo>
                  <a:lnTo>
                    <a:pt x="7388" y="3848"/>
                  </a:lnTo>
                  <a:lnTo>
                    <a:pt x="7452" y="3822"/>
                  </a:lnTo>
                  <a:lnTo>
                    <a:pt x="7528" y="3758"/>
                  </a:lnTo>
                  <a:lnTo>
                    <a:pt x="7567" y="3707"/>
                  </a:lnTo>
                  <a:lnTo>
                    <a:pt x="7592" y="3656"/>
                  </a:lnTo>
                  <a:lnTo>
                    <a:pt x="7592" y="3605"/>
                  </a:lnTo>
                  <a:lnTo>
                    <a:pt x="7592" y="3554"/>
                  </a:lnTo>
                  <a:lnTo>
                    <a:pt x="7567" y="3502"/>
                  </a:lnTo>
                  <a:lnTo>
                    <a:pt x="7490" y="3387"/>
                  </a:lnTo>
                  <a:lnTo>
                    <a:pt x="7656" y="3362"/>
                  </a:lnTo>
                  <a:lnTo>
                    <a:pt x="7771" y="3336"/>
                  </a:lnTo>
                  <a:lnTo>
                    <a:pt x="7809" y="3311"/>
                  </a:lnTo>
                  <a:lnTo>
                    <a:pt x="7848" y="3285"/>
                  </a:lnTo>
                  <a:lnTo>
                    <a:pt x="7886" y="3247"/>
                  </a:lnTo>
                  <a:lnTo>
                    <a:pt x="7924" y="3196"/>
                  </a:lnTo>
                  <a:lnTo>
                    <a:pt x="7937" y="3157"/>
                  </a:lnTo>
                  <a:lnTo>
                    <a:pt x="7937" y="3093"/>
                  </a:lnTo>
                  <a:lnTo>
                    <a:pt x="7937" y="3042"/>
                  </a:lnTo>
                  <a:lnTo>
                    <a:pt x="7963" y="2991"/>
                  </a:lnTo>
                  <a:lnTo>
                    <a:pt x="7988" y="2966"/>
                  </a:lnTo>
                  <a:lnTo>
                    <a:pt x="8014" y="2953"/>
                  </a:lnTo>
                  <a:lnTo>
                    <a:pt x="8078" y="2915"/>
                  </a:lnTo>
                  <a:lnTo>
                    <a:pt x="8142" y="2876"/>
                  </a:lnTo>
                  <a:lnTo>
                    <a:pt x="8180" y="2851"/>
                  </a:lnTo>
                  <a:lnTo>
                    <a:pt x="8206" y="2825"/>
                  </a:lnTo>
                  <a:lnTo>
                    <a:pt x="8231" y="2774"/>
                  </a:lnTo>
                  <a:lnTo>
                    <a:pt x="8244" y="2723"/>
                  </a:lnTo>
                  <a:lnTo>
                    <a:pt x="8244" y="2672"/>
                  </a:lnTo>
                  <a:lnTo>
                    <a:pt x="8231" y="2621"/>
                  </a:lnTo>
                  <a:lnTo>
                    <a:pt x="8218" y="2582"/>
                  </a:lnTo>
                  <a:lnTo>
                    <a:pt x="8180" y="2544"/>
                  </a:lnTo>
                  <a:lnTo>
                    <a:pt x="8103" y="2480"/>
                  </a:lnTo>
                  <a:lnTo>
                    <a:pt x="8014" y="2416"/>
                  </a:lnTo>
                  <a:lnTo>
                    <a:pt x="7924" y="2339"/>
                  </a:lnTo>
                  <a:lnTo>
                    <a:pt x="7886" y="2301"/>
                  </a:lnTo>
                  <a:lnTo>
                    <a:pt x="7848" y="2263"/>
                  </a:lnTo>
                  <a:lnTo>
                    <a:pt x="7835" y="2212"/>
                  </a:lnTo>
                  <a:lnTo>
                    <a:pt x="7822" y="2160"/>
                  </a:lnTo>
                  <a:lnTo>
                    <a:pt x="7758" y="2186"/>
                  </a:lnTo>
                  <a:lnTo>
                    <a:pt x="7592" y="2186"/>
                  </a:lnTo>
                  <a:lnTo>
                    <a:pt x="7515" y="2173"/>
                  </a:lnTo>
                  <a:lnTo>
                    <a:pt x="7464" y="2148"/>
                  </a:lnTo>
                  <a:lnTo>
                    <a:pt x="7426" y="2122"/>
                  </a:lnTo>
                  <a:lnTo>
                    <a:pt x="7426" y="2097"/>
                  </a:lnTo>
                  <a:lnTo>
                    <a:pt x="7426" y="2071"/>
                  </a:lnTo>
                  <a:lnTo>
                    <a:pt x="7439" y="2045"/>
                  </a:lnTo>
                  <a:lnTo>
                    <a:pt x="7464" y="2007"/>
                  </a:lnTo>
                  <a:lnTo>
                    <a:pt x="7515" y="1982"/>
                  </a:lnTo>
                  <a:lnTo>
                    <a:pt x="7592" y="1956"/>
                  </a:lnTo>
                  <a:lnTo>
                    <a:pt x="7758" y="1918"/>
                  </a:lnTo>
                  <a:lnTo>
                    <a:pt x="7822" y="1892"/>
                  </a:lnTo>
                  <a:lnTo>
                    <a:pt x="7848" y="1867"/>
                  </a:lnTo>
                  <a:lnTo>
                    <a:pt x="7861" y="1854"/>
                  </a:lnTo>
                  <a:lnTo>
                    <a:pt x="7861" y="1828"/>
                  </a:lnTo>
                  <a:lnTo>
                    <a:pt x="7848" y="1790"/>
                  </a:lnTo>
                  <a:lnTo>
                    <a:pt x="7822" y="1751"/>
                  </a:lnTo>
                  <a:lnTo>
                    <a:pt x="7784" y="1713"/>
                  </a:lnTo>
                  <a:lnTo>
                    <a:pt x="7707" y="1726"/>
                  </a:lnTo>
                  <a:lnTo>
                    <a:pt x="7630" y="1726"/>
                  </a:lnTo>
                  <a:lnTo>
                    <a:pt x="7567" y="1700"/>
                  </a:lnTo>
                  <a:lnTo>
                    <a:pt x="7515" y="1675"/>
                  </a:lnTo>
                  <a:lnTo>
                    <a:pt x="7618" y="1611"/>
                  </a:lnTo>
                  <a:lnTo>
                    <a:pt x="7656" y="1573"/>
                  </a:lnTo>
                  <a:lnTo>
                    <a:pt x="7694" y="1534"/>
                  </a:lnTo>
                  <a:lnTo>
                    <a:pt x="7707" y="1509"/>
                  </a:lnTo>
                  <a:lnTo>
                    <a:pt x="7707" y="1470"/>
                  </a:lnTo>
                  <a:lnTo>
                    <a:pt x="7669" y="1432"/>
                  </a:lnTo>
                  <a:lnTo>
                    <a:pt x="7618" y="1394"/>
                  </a:lnTo>
                  <a:lnTo>
                    <a:pt x="7554" y="1381"/>
                  </a:lnTo>
                  <a:lnTo>
                    <a:pt x="7439" y="1381"/>
                  </a:lnTo>
                  <a:lnTo>
                    <a:pt x="7375" y="1406"/>
                  </a:lnTo>
                  <a:lnTo>
                    <a:pt x="7247" y="1432"/>
                  </a:lnTo>
                  <a:lnTo>
                    <a:pt x="7196" y="1445"/>
                  </a:lnTo>
                  <a:lnTo>
                    <a:pt x="7145" y="1432"/>
                  </a:lnTo>
                  <a:lnTo>
                    <a:pt x="7094" y="1419"/>
                  </a:lnTo>
                  <a:lnTo>
                    <a:pt x="7068" y="1394"/>
                  </a:lnTo>
                  <a:lnTo>
                    <a:pt x="7017" y="1317"/>
                  </a:lnTo>
                  <a:lnTo>
                    <a:pt x="6953" y="1151"/>
                  </a:lnTo>
                  <a:lnTo>
                    <a:pt x="6902" y="1087"/>
                  </a:lnTo>
                  <a:lnTo>
                    <a:pt x="6876" y="1061"/>
                  </a:lnTo>
                  <a:lnTo>
                    <a:pt x="6851" y="1036"/>
                  </a:lnTo>
                  <a:lnTo>
                    <a:pt x="6761" y="1036"/>
                  </a:lnTo>
                  <a:lnTo>
                    <a:pt x="6698" y="1049"/>
                  </a:lnTo>
                  <a:lnTo>
                    <a:pt x="6621" y="1074"/>
                  </a:lnTo>
                  <a:lnTo>
                    <a:pt x="6570" y="1112"/>
                  </a:lnTo>
                  <a:lnTo>
                    <a:pt x="6531" y="1151"/>
                  </a:lnTo>
                  <a:lnTo>
                    <a:pt x="6480" y="1227"/>
                  </a:lnTo>
                  <a:lnTo>
                    <a:pt x="6429" y="1304"/>
                  </a:lnTo>
                  <a:lnTo>
                    <a:pt x="6378" y="1343"/>
                  </a:lnTo>
                  <a:lnTo>
                    <a:pt x="6327" y="1368"/>
                  </a:lnTo>
                  <a:lnTo>
                    <a:pt x="6263" y="1381"/>
                  </a:lnTo>
                  <a:lnTo>
                    <a:pt x="6161" y="1381"/>
                  </a:lnTo>
                  <a:lnTo>
                    <a:pt x="6046" y="1394"/>
                  </a:lnTo>
                  <a:lnTo>
                    <a:pt x="5943" y="1394"/>
                  </a:lnTo>
                  <a:lnTo>
                    <a:pt x="5854" y="1432"/>
                  </a:lnTo>
                  <a:lnTo>
                    <a:pt x="5739" y="1458"/>
                  </a:lnTo>
                  <a:lnTo>
                    <a:pt x="5637" y="1483"/>
                  </a:lnTo>
                  <a:lnTo>
                    <a:pt x="5547" y="1483"/>
                  </a:lnTo>
                  <a:lnTo>
                    <a:pt x="5509" y="1458"/>
                  </a:lnTo>
                  <a:lnTo>
                    <a:pt x="5471" y="1432"/>
                  </a:lnTo>
                  <a:lnTo>
                    <a:pt x="5394" y="1330"/>
                  </a:lnTo>
                  <a:lnTo>
                    <a:pt x="5317" y="1227"/>
                  </a:lnTo>
                  <a:lnTo>
                    <a:pt x="5266" y="1151"/>
                  </a:lnTo>
                  <a:lnTo>
                    <a:pt x="5151" y="1164"/>
                  </a:lnTo>
                  <a:lnTo>
                    <a:pt x="5125" y="1176"/>
                  </a:lnTo>
                  <a:lnTo>
                    <a:pt x="5100" y="1202"/>
                  </a:lnTo>
                  <a:lnTo>
                    <a:pt x="5087" y="1215"/>
                  </a:lnTo>
                  <a:lnTo>
                    <a:pt x="5074" y="1240"/>
                  </a:lnTo>
                  <a:lnTo>
                    <a:pt x="5087" y="1304"/>
                  </a:lnTo>
                  <a:lnTo>
                    <a:pt x="5113" y="1432"/>
                  </a:lnTo>
                  <a:lnTo>
                    <a:pt x="5113" y="1496"/>
                  </a:lnTo>
                  <a:lnTo>
                    <a:pt x="5113" y="1521"/>
                  </a:lnTo>
                  <a:lnTo>
                    <a:pt x="5087" y="1547"/>
                  </a:lnTo>
                  <a:lnTo>
                    <a:pt x="5049" y="1573"/>
                  </a:lnTo>
                  <a:lnTo>
                    <a:pt x="5023" y="1585"/>
                  </a:lnTo>
                  <a:lnTo>
                    <a:pt x="4985" y="1585"/>
                  </a:lnTo>
                  <a:lnTo>
                    <a:pt x="4959" y="1573"/>
                  </a:lnTo>
                  <a:lnTo>
                    <a:pt x="4934" y="1560"/>
                  </a:lnTo>
                  <a:lnTo>
                    <a:pt x="4921" y="1521"/>
                  </a:lnTo>
                  <a:lnTo>
                    <a:pt x="4883" y="1458"/>
                  </a:lnTo>
                  <a:lnTo>
                    <a:pt x="4870" y="1368"/>
                  </a:lnTo>
                  <a:lnTo>
                    <a:pt x="4844" y="1279"/>
                  </a:lnTo>
                  <a:lnTo>
                    <a:pt x="4819" y="1138"/>
                  </a:lnTo>
                  <a:lnTo>
                    <a:pt x="4742" y="1125"/>
                  </a:lnTo>
                  <a:lnTo>
                    <a:pt x="4665" y="1125"/>
                  </a:lnTo>
                  <a:lnTo>
                    <a:pt x="4499" y="1151"/>
                  </a:lnTo>
                  <a:lnTo>
                    <a:pt x="4346" y="1176"/>
                  </a:lnTo>
                  <a:lnTo>
                    <a:pt x="4282" y="1215"/>
                  </a:lnTo>
                  <a:lnTo>
                    <a:pt x="4218" y="1266"/>
                  </a:lnTo>
                  <a:lnTo>
                    <a:pt x="4129" y="1330"/>
                  </a:lnTo>
                  <a:lnTo>
                    <a:pt x="4014" y="1394"/>
                  </a:lnTo>
                  <a:lnTo>
                    <a:pt x="3937" y="1432"/>
                  </a:lnTo>
                  <a:lnTo>
                    <a:pt x="3924" y="1432"/>
                  </a:lnTo>
                  <a:lnTo>
                    <a:pt x="3899" y="1419"/>
                  </a:lnTo>
                  <a:lnTo>
                    <a:pt x="3886" y="1394"/>
                  </a:lnTo>
                  <a:lnTo>
                    <a:pt x="3873" y="1343"/>
                  </a:lnTo>
                  <a:lnTo>
                    <a:pt x="3873" y="1279"/>
                  </a:lnTo>
                  <a:lnTo>
                    <a:pt x="3860" y="1202"/>
                  </a:lnTo>
                  <a:lnTo>
                    <a:pt x="3835" y="1125"/>
                  </a:lnTo>
                  <a:lnTo>
                    <a:pt x="3796" y="1049"/>
                  </a:lnTo>
                  <a:lnTo>
                    <a:pt x="3771" y="1036"/>
                  </a:lnTo>
                  <a:lnTo>
                    <a:pt x="3745" y="1023"/>
                  </a:lnTo>
                  <a:lnTo>
                    <a:pt x="3720" y="1010"/>
                  </a:lnTo>
                  <a:lnTo>
                    <a:pt x="3694" y="1023"/>
                  </a:lnTo>
                  <a:lnTo>
                    <a:pt x="3643" y="1049"/>
                  </a:lnTo>
                  <a:lnTo>
                    <a:pt x="3592" y="1087"/>
                  </a:lnTo>
                  <a:lnTo>
                    <a:pt x="3553" y="1151"/>
                  </a:lnTo>
                  <a:lnTo>
                    <a:pt x="3464" y="1279"/>
                  </a:lnTo>
                  <a:lnTo>
                    <a:pt x="3285" y="1534"/>
                  </a:lnTo>
                  <a:lnTo>
                    <a:pt x="3183" y="1662"/>
                  </a:lnTo>
                  <a:lnTo>
                    <a:pt x="3068" y="1777"/>
                  </a:lnTo>
                  <a:lnTo>
                    <a:pt x="3055" y="1713"/>
                  </a:lnTo>
                  <a:lnTo>
                    <a:pt x="3029" y="1675"/>
                  </a:lnTo>
                  <a:lnTo>
                    <a:pt x="3004" y="1649"/>
                  </a:lnTo>
                  <a:lnTo>
                    <a:pt x="2966" y="1636"/>
                  </a:lnTo>
                  <a:lnTo>
                    <a:pt x="2927" y="1636"/>
                  </a:lnTo>
                  <a:lnTo>
                    <a:pt x="2876" y="1649"/>
                  </a:lnTo>
                  <a:lnTo>
                    <a:pt x="2774" y="1700"/>
                  </a:lnTo>
                  <a:lnTo>
                    <a:pt x="2569" y="1841"/>
                  </a:lnTo>
                  <a:lnTo>
                    <a:pt x="2467" y="1892"/>
                  </a:lnTo>
                  <a:lnTo>
                    <a:pt x="2390" y="1930"/>
                  </a:lnTo>
                  <a:lnTo>
                    <a:pt x="2339" y="1867"/>
                  </a:lnTo>
                  <a:lnTo>
                    <a:pt x="2314" y="1828"/>
                  </a:lnTo>
                  <a:lnTo>
                    <a:pt x="2301" y="1790"/>
                  </a:lnTo>
                  <a:lnTo>
                    <a:pt x="2301" y="1751"/>
                  </a:lnTo>
                  <a:lnTo>
                    <a:pt x="2327" y="1726"/>
                  </a:lnTo>
                  <a:lnTo>
                    <a:pt x="2352" y="1688"/>
                  </a:lnTo>
                  <a:lnTo>
                    <a:pt x="2429" y="1611"/>
                  </a:lnTo>
                  <a:lnTo>
                    <a:pt x="2518" y="1509"/>
                  </a:lnTo>
                  <a:lnTo>
                    <a:pt x="2557" y="1470"/>
                  </a:lnTo>
                  <a:lnTo>
                    <a:pt x="2569" y="1445"/>
                  </a:lnTo>
                  <a:lnTo>
                    <a:pt x="2557" y="1406"/>
                  </a:lnTo>
                  <a:lnTo>
                    <a:pt x="2518" y="1266"/>
                  </a:lnTo>
                  <a:lnTo>
                    <a:pt x="2595" y="1240"/>
                  </a:lnTo>
                  <a:lnTo>
                    <a:pt x="2684" y="1227"/>
                  </a:lnTo>
                  <a:lnTo>
                    <a:pt x="2851" y="1215"/>
                  </a:lnTo>
                  <a:lnTo>
                    <a:pt x="2876" y="1125"/>
                  </a:lnTo>
                  <a:lnTo>
                    <a:pt x="2889" y="1087"/>
                  </a:lnTo>
                  <a:lnTo>
                    <a:pt x="2914" y="1049"/>
                  </a:lnTo>
                  <a:lnTo>
                    <a:pt x="2953" y="1023"/>
                  </a:lnTo>
                  <a:lnTo>
                    <a:pt x="2991" y="997"/>
                  </a:lnTo>
                  <a:lnTo>
                    <a:pt x="3042" y="985"/>
                  </a:lnTo>
                  <a:lnTo>
                    <a:pt x="3093" y="972"/>
                  </a:lnTo>
                  <a:lnTo>
                    <a:pt x="3093" y="934"/>
                  </a:lnTo>
                  <a:lnTo>
                    <a:pt x="3093" y="908"/>
                  </a:lnTo>
                  <a:lnTo>
                    <a:pt x="3055" y="844"/>
                  </a:lnTo>
                  <a:lnTo>
                    <a:pt x="3004" y="793"/>
                  </a:lnTo>
                  <a:lnTo>
                    <a:pt x="2940" y="742"/>
                  </a:lnTo>
                  <a:lnTo>
                    <a:pt x="2812" y="640"/>
                  </a:lnTo>
                  <a:lnTo>
                    <a:pt x="2748" y="588"/>
                  </a:lnTo>
                  <a:lnTo>
                    <a:pt x="2710" y="525"/>
                  </a:lnTo>
                  <a:lnTo>
                    <a:pt x="2697" y="461"/>
                  </a:lnTo>
                  <a:lnTo>
                    <a:pt x="2697" y="371"/>
                  </a:lnTo>
                  <a:lnTo>
                    <a:pt x="2697" y="269"/>
                  </a:lnTo>
                  <a:lnTo>
                    <a:pt x="2697" y="179"/>
                  </a:lnTo>
                  <a:lnTo>
                    <a:pt x="2684" y="90"/>
                  </a:lnTo>
                  <a:lnTo>
                    <a:pt x="2672" y="64"/>
                  </a:lnTo>
                  <a:lnTo>
                    <a:pt x="2646" y="26"/>
                  </a:lnTo>
                  <a:lnTo>
                    <a:pt x="2608" y="13"/>
                  </a:lnTo>
                  <a:lnTo>
                    <a:pt x="2569" y="1"/>
                  </a:lnTo>
                  <a:lnTo>
                    <a:pt x="2518" y="1"/>
                  </a:lnTo>
                  <a:lnTo>
                    <a:pt x="2467" y="26"/>
                  </a:lnTo>
                  <a:lnTo>
                    <a:pt x="23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8"/>
            <p:cNvSpPr/>
            <p:nvPr/>
          </p:nvSpPr>
          <p:spPr>
            <a:xfrm>
              <a:off x="1797675" y="3041675"/>
              <a:ext cx="87250" cy="88850"/>
            </a:xfrm>
            <a:custGeom>
              <a:rect b="b" l="l" r="r" t="t"/>
              <a:pathLst>
                <a:path extrusionOk="0" h="3554" w="3490">
                  <a:moveTo>
                    <a:pt x="1509" y="1"/>
                  </a:moveTo>
                  <a:lnTo>
                    <a:pt x="1317" y="154"/>
                  </a:lnTo>
                  <a:lnTo>
                    <a:pt x="1432" y="397"/>
                  </a:lnTo>
                  <a:lnTo>
                    <a:pt x="1176" y="627"/>
                  </a:lnTo>
                  <a:lnTo>
                    <a:pt x="1342" y="985"/>
                  </a:lnTo>
                  <a:lnTo>
                    <a:pt x="1713" y="1355"/>
                  </a:lnTo>
                  <a:lnTo>
                    <a:pt x="1330" y="1662"/>
                  </a:lnTo>
                  <a:lnTo>
                    <a:pt x="397" y="2160"/>
                  </a:lnTo>
                  <a:lnTo>
                    <a:pt x="0" y="2812"/>
                  </a:lnTo>
                  <a:lnTo>
                    <a:pt x="243" y="3017"/>
                  </a:lnTo>
                  <a:lnTo>
                    <a:pt x="985" y="3554"/>
                  </a:lnTo>
                  <a:lnTo>
                    <a:pt x="1739" y="3554"/>
                  </a:lnTo>
                  <a:lnTo>
                    <a:pt x="2365" y="2876"/>
                  </a:lnTo>
                  <a:lnTo>
                    <a:pt x="2684" y="2876"/>
                  </a:lnTo>
                  <a:lnTo>
                    <a:pt x="2684" y="2263"/>
                  </a:lnTo>
                  <a:lnTo>
                    <a:pt x="3387" y="1803"/>
                  </a:lnTo>
                  <a:lnTo>
                    <a:pt x="3490" y="1688"/>
                  </a:lnTo>
                  <a:lnTo>
                    <a:pt x="2646" y="1624"/>
                  </a:lnTo>
                  <a:lnTo>
                    <a:pt x="2723" y="218"/>
                  </a:lnTo>
                  <a:lnTo>
                    <a:pt x="15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8"/>
            <p:cNvSpPr/>
            <p:nvPr/>
          </p:nvSpPr>
          <p:spPr>
            <a:xfrm>
              <a:off x="1865400" y="3030175"/>
              <a:ext cx="25275" cy="52425"/>
            </a:xfrm>
            <a:custGeom>
              <a:rect b="b" l="l" r="r" t="t"/>
              <a:pathLst>
                <a:path extrusionOk="0" h="2097" w="1011">
                  <a:moveTo>
                    <a:pt x="614" y="0"/>
                  </a:moveTo>
                  <a:lnTo>
                    <a:pt x="333" y="678"/>
                  </a:lnTo>
                  <a:lnTo>
                    <a:pt x="78" y="678"/>
                  </a:lnTo>
                  <a:lnTo>
                    <a:pt x="1" y="2033"/>
                  </a:lnTo>
                  <a:lnTo>
                    <a:pt x="844" y="2096"/>
                  </a:lnTo>
                  <a:lnTo>
                    <a:pt x="1011" y="1917"/>
                  </a:lnTo>
                  <a:lnTo>
                    <a:pt x="806" y="1917"/>
                  </a:lnTo>
                  <a:lnTo>
                    <a:pt x="729" y="1636"/>
                  </a:lnTo>
                  <a:lnTo>
                    <a:pt x="921" y="1381"/>
                  </a:lnTo>
                  <a:lnTo>
                    <a:pt x="755" y="908"/>
                  </a:lnTo>
                  <a:lnTo>
                    <a:pt x="793" y="154"/>
                  </a:lnTo>
                  <a:lnTo>
                    <a:pt x="793" y="13"/>
                  </a:lnTo>
                  <a:lnTo>
                    <a:pt x="61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8"/>
            <p:cNvSpPr/>
            <p:nvPr/>
          </p:nvSpPr>
          <p:spPr>
            <a:xfrm>
              <a:off x="1866375" y="3076500"/>
              <a:ext cx="123025" cy="77025"/>
            </a:xfrm>
            <a:custGeom>
              <a:rect b="b" l="l" r="r" t="t"/>
              <a:pathLst>
                <a:path extrusionOk="0" h="3081" w="4921">
                  <a:moveTo>
                    <a:pt x="3247" y="1"/>
                  </a:moveTo>
                  <a:lnTo>
                    <a:pt x="1074" y="64"/>
                  </a:lnTo>
                  <a:lnTo>
                    <a:pt x="831" y="295"/>
                  </a:lnTo>
                  <a:lnTo>
                    <a:pt x="831" y="307"/>
                  </a:lnTo>
                  <a:lnTo>
                    <a:pt x="678" y="461"/>
                  </a:lnTo>
                  <a:lnTo>
                    <a:pt x="665" y="461"/>
                  </a:lnTo>
                  <a:lnTo>
                    <a:pt x="0" y="895"/>
                  </a:lnTo>
                  <a:lnTo>
                    <a:pt x="0" y="1496"/>
                  </a:lnTo>
                  <a:lnTo>
                    <a:pt x="652" y="1994"/>
                  </a:lnTo>
                  <a:lnTo>
                    <a:pt x="1368" y="2058"/>
                  </a:lnTo>
                  <a:lnTo>
                    <a:pt x="1329" y="2940"/>
                  </a:lnTo>
                  <a:lnTo>
                    <a:pt x="1444" y="3081"/>
                  </a:lnTo>
                  <a:lnTo>
                    <a:pt x="1828" y="2812"/>
                  </a:lnTo>
                  <a:lnTo>
                    <a:pt x="2173" y="1994"/>
                  </a:lnTo>
                  <a:lnTo>
                    <a:pt x="2774" y="1918"/>
                  </a:lnTo>
                  <a:lnTo>
                    <a:pt x="3106" y="1573"/>
                  </a:lnTo>
                  <a:lnTo>
                    <a:pt x="3400" y="1164"/>
                  </a:lnTo>
                  <a:lnTo>
                    <a:pt x="4154" y="1240"/>
                  </a:lnTo>
                  <a:lnTo>
                    <a:pt x="4793" y="1010"/>
                  </a:lnTo>
                  <a:lnTo>
                    <a:pt x="4921" y="908"/>
                  </a:lnTo>
                  <a:lnTo>
                    <a:pt x="4908" y="819"/>
                  </a:lnTo>
                  <a:lnTo>
                    <a:pt x="4895" y="819"/>
                  </a:lnTo>
                  <a:lnTo>
                    <a:pt x="4742" y="295"/>
                  </a:lnTo>
                  <a:lnTo>
                    <a:pt x="324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8"/>
            <p:cNvSpPr/>
            <p:nvPr/>
          </p:nvSpPr>
          <p:spPr>
            <a:xfrm>
              <a:off x="1903425" y="3100775"/>
              <a:ext cx="89825" cy="89175"/>
            </a:xfrm>
            <a:custGeom>
              <a:rect b="b" l="l" r="r" t="t"/>
              <a:pathLst>
                <a:path extrusionOk="0" h="3567" w="3593">
                  <a:moveTo>
                    <a:pt x="3452" y="1"/>
                  </a:moveTo>
                  <a:lnTo>
                    <a:pt x="3349" y="90"/>
                  </a:lnTo>
                  <a:lnTo>
                    <a:pt x="2672" y="333"/>
                  </a:lnTo>
                  <a:lnTo>
                    <a:pt x="1943" y="257"/>
                  </a:lnTo>
                  <a:lnTo>
                    <a:pt x="1675" y="640"/>
                  </a:lnTo>
                  <a:lnTo>
                    <a:pt x="1317" y="1011"/>
                  </a:lnTo>
                  <a:lnTo>
                    <a:pt x="742" y="1087"/>
                  </a:lnTo>
                  <a:lnTo>
                    <a:pt x="384" y="1892"/>
                  </a:lnTo>
                  <a:lnTo>
                    <a:pt x="1" y="2161"/>
                  </a:lnTo>
                  <a:lnTo>
                    <a:pt x="26" y="2225"/>
                  </a:lnTo>
                  <a:lnTo>
                    <a:pt x="397" y="2519"/>
                  </a:lnTo>
                  <a:lnTo>
                    <a:pt x="729" y="3030"/>
                  </a:lnTo>
                  <a:lnTo>
                    <a:pt x="1279" y="3324"/>
                  </a:lnTo>
                  <a:lnTo>
                    <a:pt x="1279" y="3337"/>
                  </a:lnTo>
                  <a:lnTo>
                    <a:pt x="1471" y="3286"/>
                  </a:lnTo>
                  <a:lnTo>
                    <a:pt x="1496" y="3286"/>
                  </a:lnTo>
                  <a:lnTo>
                    <a:pt x="2007" y="3452"/>
                  </a:lnTo>
                  <a:lnTo>
                    <a:pt x="2212" y="3286"/>
                  </a:lnTo>
                  <a:lnTo>
                    <a:pt x="2237" y="3273"/>
                  </a:lnTo>
                  <a:lnTo>
                    <a:pt x="2263" y="3286"/>
                  </a:lnTo>
                  <a:lnTo>
                    <a:pt x="2761" y="3567"/>
                  </a:lnTo>
                  <a:lnTo>
                    <a:pt x="3030" y="3477"/>
                  </a:lnTo>
                  <a:lnTo>
                    <a:pt x="3004" y="2902"/>
                  </a:lnTo>
                  <a:lnTo>
                    <a:pt x="3081" y="2634"/>
                  </a:lnTo>
                  <a:lnTo>
                    <a:pt x="2940" y="2455"/>
                  </a:lnTo>
                  <a:lnTo>
                    <a:pt x="3170" y="2174"/>
                  </a:lnTo>
                  <a:lnTo>
                    <a:pt x="3222" y="1074"/>
                  </a:lnTo>
                  <a:lnTo>
                    <a:pt x="3592" y="550"/>
                  </a:lnTo>
                  <a:lnTo>
                    <a:pt x="34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78"/>
            <p:cNvSpPr/>
            <p:nvPr/>
          </p:nvSpPr>
          <p:spPr>
            <a:xfrm>
              <a:off x="2300275" y="4526775"/>
              <a:ext cx="5775" cy="10250"/>
            </a:xfrm>
            <a:custGeom>
              <a:rect b="b" l="l" r="r" t="t"/>
              <a:pathLst>
                <a:path extrusionOk="0" h="410" w="231">
                  <a:moveTo>
                    <a:pt x="0" y="1"/>
                  </a:moveTo>
                  <a:lnTo>
                    <a:pt x="26" y="410"/>
                  </a:lnTo>
                  <a:lnTo>
                    <a:pt x="39" y="333"/>
                  </a:lnTo>
                  <a:lnTo>
                    <a:pt x="230" y="346"/>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8"/>
            <p:cNvSpPr/>
            <p:nvPr/>
          </p:nvSpPr>
          <p:spPr>
            <a:xfrm>
              <a:off x="1886825" y="3030500"/>
              <a:ext cx="325" cy="25"/>
            </a:xfrm>
            <a:custGeom>
              <a:rect b="b" l="l" r="r" t="t"/>
              <a:pathLst>
                <a:path extrusionOk="0" h="1" w="13">
                  <a:moveTo>
                    <a:pt x="0" y="0"/>
                  </a:moveTo>
                  <a:lnTo>
                    <a:pt x="13" y="0"/>
                  </a:lnTo>
                  <a:lnTo>
                    <a:pt x="13" y="0"/>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8"/>
            <p:cNvSpPr/>
            <p:nvPr/>
          </p:nvSpPr>
          <p:spPr>
            <a:xfrm>
              <a:off x="2656525" y="3433725"/>
              <a:ext cx="17275" cy="18225"/>
            </a:xfrm>
            <a:custGeom>
              <a:rect b="b" l="l" r="r" t="t"/>
              <a:pathLst>
                <a:path extrusionOk="0" h="729" w="691">
                  <a:moveTo>
                    <a:pt x="538" y="0"/>
                  </a:moveTo>
                  <a:lnTo>
                    <a:pt x="346" y="39"/>
                  </a:lnTo>
                  <a:lnTo>
                    <a:pt x="218" y="256"/>
                  </a:lnTo>
                  <a:lnTo>
                    <a:pt x="26" y="588"/>
                  </a:lnTo>
                  <a:lnTo>
                    <a:pt x="1" y="729"/>
                  </a:lnTo>
                  <a:lnTo>
                    <a:pt x="346" y="588"/>
                  </a:lnTo>
                  <a:lnTo>
                    <a:pt x="614" y="256"/>
                  </a:lnTo>
                  <a:lnTo>
                    <a:pt x="691" y="13"/>
                  </a:lnTo>
                  <a:lnTo>
                    <a:pt x="5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8"/>
            <p:cNvSpPr/>
            <p:nvPr/>
          </p:nvSpPr>
          <p:spPr>
            <a:xfrm>
              <a:off x="2672200" y="3433075"/>
              <a:ext cx="8325" cy="10575"/>
            </a:xfrm>
            <a:custGeom>
              <a:rect b="b" l="l" r="r" t="t"/>
              <a:pathLst>
                <a:path extrusionOk="0" h="423" w="333">
                  <a:moveTo>
                    <a:pt x="294" y="1"/>
                  </a:moveTo>
                  <a:lnTo>
                    <a:pt x="128" y="26"/>
                  </a:lnTo>
                  <a:lnTo>
                    <a:pt x="77" y="192"/>
                  </a:lnTo>
                  <a:lnTo>
                    <a:pt x="0" y="422"/>
                  </a:lnTo>
                  <a:lnTo>
                    <a:pt x="115" y="422"/>
                  </a:lnTo>
                  <a:lnTo>
                    <a:pt x="256" y="205"/>
                  </a:lnTo>
                  <a:lnTo>
                    <a:pt x="33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8"/>
            <p:cNvSpPr/>
            <p:nvPr/>
          </p:nvSpPr>
          <p:spPr>
            <a:xfrm>
              <a:off x="2676975" y="3423175"/>
              <a:ext cx="7050" cy="6425"/>
            </a:xfrm>
            <a:custGeom>
              <a:rect b="b" l="l" r="r" t="t"/>
              <a:pathLst>
                <a:path extrusionOk="0" h="257" w="282">
                  <a:moveTo>
                    <a:pt x="282" y="1"/>
                  </a:moveTo>
                  <a:lnTo>
                    <a:pt x="39" y="39"/>
                  </a:lnTo>
                  <a:lnTo>
                    <a:pt x="1" y="205"/>
                  </a:lnTo>
                  <a:lnTo>
                    <a:pt x="129" y="256"/>
                  </a:lnTo>
                  <a:lnTo>
                    <a:pt x="244" y="141"/>
                  </a:lnTo>
                  <a:lnTo>
                    <a:pt x="2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8"/>
            <p:cNvSpPr/>
            <p:nvPr/>
          </p:nvSpPr>
          <p:spPr>
            <a:xfrm>
              <a:off x="2172475" y="3296325"/>
              <a:ext cx="833000" cy="844500"/>
            </a:xfrm>
            <a:custGeom>
              <a:rect b="b" l="l" r="r" t="t"/>
              <a:pathLst>
                <a:path extrusionOk="0" h="33780" w="33320">
                  <a:moveTo>
                    <a:pt x="12423" y="1"/>
                  </a:moveTo>
                  <a:lnTo>
                    <a:pt x="12065" y="39"/>
                  </a:lnTo>
                  <a:lnTo>
                    <a:pt x="12078" y="192"/>
                  </a:lnTo>
                  <a:lnTo>
                    <a:pt x="12078" y="218"/>
                  </a:lnTo>
                  <a:lnTo>
                    <a:pt x="11720" y="576"/>
                  </a:lnTo>
                  <a:lnTo>
                    <a:pt x="11707" y="589"/>
                  </a:lnTo>
                  <a:lnTo>
                    <a:pt x="10813" y="908"/>
                  </a:lnTo>
                  <a:lnTo>
                    <a:pt x="10787" y="908"/>
                  </a:lnTo>
                  <a:lnTo>
                    <a:pt x="10544" y="767"/>
                  </a:lnTo>
                  <a:lnTo>
                    <a:pt x="10212" y="882"/>
                  </a:lnTo>
                  <a:lnTo>
                    <a:pt x="10237" y="1215"/>
                  </a:lnTo>
                  <a:lnTo>
                    <a:pt x="10237" y="1240"/>
                  </a:lnTo>
                  <a:lnTo>
                    <a:pt x="10212" y="1253"/>
                  </a:lnTo>
                  <a:lnTo>
                    <a:pt x="9982" y="1355"/>
                  </a:lnTo>
                  <a:lnTo>
                    <a:pt x="9943" y="1355"/>
                  </a:lnTo>
                  <a:lnTo>
                    <a:pt x="9573" y="1010"/>
                  </a:lnTo>
                  <a:lnTo>
                    <a:pt x="8934" y="985"/>
                  </a:lnTo>
                  <a:lnTo>
                    <a:pt x="8908" y="972"/>
                  </a:lnTo>
                  <a:lnTo>
                    <a:pt x="8895" y="946"/>
                  </a:lnTo>
                  <a:lnTo>
                    <a:pt x="8895" y="793"/>
                  </a:lnTo>
                  <a:lnTo>
                    <a:pt x="8448" y="640"/>
                  </a:lnTo>
                  <a:lnTo>
                    <a:pt x="8857" y="1151"/>
                  </a:lnTo>
                  <a:lnTo>
                    <a:pt x="8857" y="1164"/>
                  </a:lnTo>
                  <a:lnTo>
                    <a:pt x="9049" y="1982"/>
                  </a:lnTo>
                  <a:lnTo>
                    <a:pt x="9049" y="2007"/>
                  </a:lnTo>
                  <a:lnTo>
                    <a:pt x="8959" y="2135"/>
                  </a:lnTo>
                  <a:lnTo>
                    <a:pt x="9471" y="2212"/>
                  </a:lnTo>
                  <a:lnTo>
                    <a:pt x="9496" y="2224"/>
                  </a:lnTo>
                  <a:lnTo>
                    <a:pt x="9496" y="2263"/>
                  </a:lnTo>
                  <a:lnTo>
                    <a:pt x="9483" y="2493"/>
                  </a:lnTo>
                  <a:lnTo>
                    <a:pt x="9483" y="2518"/>
                  </a:lnTo>
                  <a:lnTo>
                    <a:pt x="9458" y="2531"/>
                  </a:lnTo>
                  <a:lnTo>
                    <a:pt x="8947" y="2633"/>
                  </a:lnTo>
                  <a:lnTo>
                    <a:pt x="8627" y="3106"/>
                  </a:lnTo>
                  <a:lnTo>
                    <a:pt x="8614" y="3119"/>
                  </a:lnTo>
                  <a:lnTo>
                    <a:pt x="8576" y="3119"/>
                  </a:lnTo>
                  <a:lnTo>
                    <a:pt x="8563" y="3106"/>
                  </a:lnTo>
                  <a:lnTo>
                    <a:pt x="8474" y="3004"/>
                  </a:lnTo>
                  <a:lnTo>
                    <a:pt x="8180" y="3170"/>
                  </a:lnTo>
                  <a:lnTo>
                    <a:pt x="7541" y="3681"/>
                  </a:lnTo>
                  <a:lnTo>
                    <a:pt x="7515" y="3694"/>
                  </a:lnTo>
                  <a:lnTo>
                    <a:pt x="7502" y="3681"/>
                  </a:lnTo>
                  <a:lnTo>
                    <a:pt x="7490" y="3669"/>
                  </a:lnTo>
                  <a:lnTo>
                    <a:pt x="7490" y="3656"/>
                  </a:lnTo>
                  <a:lnTo>
                    <a:pt x="7438" y="3324"/>
                  </a:lnTo>
                  <a:lnTo>
                    <a:pt x="6927" y="3541"/>
                  </a:lnTo>
                  <a:lnTo>
                    <a:pt x="6914" y="3554"/>
                  </a:lnTo>
                  <a:lnTo>
                    <a:pt x="6889" y="3541"/>
                  </a:lnTo>
                  <a:lnTo>
                    <a:pt x="6327" y="3119"/>
                  </a:lnTo>
                  <a:lnTo>
                    <a:pt x="6160" y="3183"/>
                  </a:lnTo>
                  <a:lnTo>
                    <a:pt x="6135" y="3170"/>
                  </a:lnTo>
                  <a:lnTo>
                    <a:pt x="6109" y="3145"/>
                  </a:lnTo>
                  <a:lnTo>
                    <a:pt x="6045" y="2748"/>
                  </a:lnTo>
                  <a:lnTo>
                    <a:pt x="5777" y="2391"/>
                  </a:lnTo>
                  <a:lnTo>
                    <a:pt x="5470" y="2659"/>
                  </a:lnTo>
                  <a:lnTo>
                    <a:pt x="5445" y="2672"/>
                  </a:lnTo>
                  <a:lnTo>
                    <a:pt x="5419" y="2659"/>
                  </a:lnTo>
                  <a:lnTo>
                    <a:pt x="5266" y="2493"/>
                  </a:lnTo>
                  <a:lnTo>
                    <a:pt x="5202" y="2672"/>
                  </a:lnTo>
                  <a:lnTo>
                    <a:pt x="5189" y="2697"/>
                  </a:lnTo>
                  <a:lnTo>
                    <a:pt x="5164" y="2697"/>
                  </a:lnTo>
                  <a:lnTo>
                    <a:pt x="3911" y="2621"/>
                  </a:lnTo>
                  <a:lnTo>
                    <a:pt x="3809" y="2685"/>
                  </a:lnTo>
                  <a:lnTo>
                    <a:pt x="3770" y="3145"/>
                  </a:lnTo>
                  <a:lnTo>
                    <a:pt x="4269" y="3196"/>
                  </a:lnTo>
                  <a:lnTo>
                    <a:pt x="4282" y="3209"/>
                  </a:lnTo>
                  <a:lnTo>
                    <a:pt x="4294" y="3221"/>
                  </a:lnTo>
                  <a:lnTo>
                    <a:pt x="4384" y="3605"/>
                  </a:lnTo>
                  <a:lnTo>
                    <a:pt x="4384" y="3630"/>
                  </a:lnTo>
                  <a:lnTo>
                    <a:pt x="4371" y="3643"/>
                  </a:lnTo>
                  <a:lnTo>
                    <a:pt x="4346" y="3656"/>
                  </a:lnTo>
                  <a:lnTo>
                    <a:pt x="4333" y="3643"/>
                  </a:lnTo>
                  <a:lnTo>
                    <a:pt x="3975" y="3503"/>
                  </a:lnTo>
                  <a:lnTo>
                    <a:pt x="3591" y="3618"/>
                  </a:lnTo>
                  <a:lnTo>
                    <a:pt x="3553" y="4244"/>
                  </a:lnTo>
                  <a:lnTo>
                    <a:pt x="3924" y="4499"/>
                  </a:lnTo>
                  <a:lnTo>
                    <a:pt x="3937" y="4512"/>
                  </a:lnTo>
                  <a:lnTo>
                    <a:pt x="3937" y="4538"/>
                  </a:lnTo>
                  <a:lnTo>
                    <a:pt x="3898" y="4768"/>
                  </a:lnTo>
                  <a:lnTo>
                    <a:pt x="4090" y="5023"/>
                  </a:lnTo>
                  <a:lnTo>
                    <a:pt x="4090" y="5049"/>
                  </a:lnTo>
                  <a:lnTo>
                    <a:pt x="3476" y="7810"/>
                  </a:lnTo>
                  <a:lnTo>
                    <a:pt x="3464" y="7822"/>
                  </a:lnTo>
                  <a:lnTo>
                    <a:pt x="3438" y="7835"/>
                  </a:lnTo>
                  <a:lnTo>
                    <a:pt x="3208" y="7835"/>
                  </a:lnTo>
                  <a:lnTo>
                    <a:pt x="3183" y="7822"/>
                  </a:lnTo>
                  <a:lnTo>
                    <a:pt x="2965" y="7631"/>
                  </a:lnTo>
                  <a:lnTo>
                    <a:pt x="2531" y="7861"/>
                  </a:lnTo>
                  <a:lnTo>
                    <a:pt x="2518" y="7861"/>
                  </a:lnTo>
                  <a:lnTo>
                    <a:pt x="1687" y="8040"/>
                  </a:lnTo>
                  <a:lnTo>
                    <a:pt x="946" y="8500"/>
                  </a:lnTo>
                  <a:lnTo>
                    <a:pt x="677" y="9305"/>
                  </a:lnTo>
                  <a:lnTo>
                    <a:pt x="754" y="9548"/>
                  </a:lnTo>
                  <a:lnTo>
                    <a:pt x="754" y="9573"/>
                  </a:lnTo>
                  <a:lnTo>
                    <a:pt x="741" y="9599"/>
                  </a:lnTo>
                  <a:lnTo>
                    <a:pt x="230" y="9893"/>
                  </a:lnTo>
                  <a:lnTo>
                    <a:pt x="230" y="10366"/>
                  </a:lnTo>
                  <a:lnTo>
                    <a:pt x="230" y="10391"/>
                  </a:lnTo>
                  <a:lnTo>
                    <a:pt x="205" y="10404"/>
                  </a:lnTo>
                  <a:lnTo>
                    <a:pt x="0" y="10417"/>
                  </a:lnTo>
                  <a:lnTo>
                    <a:pt x="0" y="10583"/>
                  </a:lnTo>
                  <a:lnTo>
                    <a:pt x="166" y="10736"/>
                  </a:lnTo>
                  <a:lnTo>
                    <a:pt x="179" y="10749"/>
                  </a:lnTo>
                  <a:lnTo>
                    <a:pt x="179" y="10762"/>
                  </a:lnTo>
                  <a:lnTo>
                    <a:pt x="153" y="10954"/>
                  </a:lnTo>
                  <a:lnTo>
                    <a:pt x="856" y="11810"/>
                  </a:lnTo>
                  <a:lnTo>
                    <a:pt x="869" y="11835"/>
                  </a:lnTo>
                  <a:lnTo>
                    <a:pt x="856" y="11861"/>
                  </a:lnTo>
                  <a:lnTo>
                    <a:pt x="652" y="12129"/>
                  </a:lnTo>
                  <a:lnTo>
                    <a:pt x="1342" y="12168"/>
                  </a:lnTo>
                  <a:lnTo>
                    <a:pt x="1368" y="12181"/>
                  </a:lnTo>
                  <a:lnTo>
                    <a:pt x="1380" y="12193"/>
                  </a:lnTo>
                  <a:lnTo>
                    <a:pt x="1457" y="12564"/>
                  </a:lnTo>
                  <a:lnTo>
                    <a:pt x="2173" y="12666"/>
                  </a:lnTo>
                  <a:lnTo>
                    <a:pt x="2748" y="12142"/>
                  </a:lnTo>
                  <a:lnTo>
                    <a:pt x="2774" y="12129"/>
                  </a:lnTo>
                  <a:lnTo>
                    <a:pt x="2799" y="12129"/>
                  </a:lnTo>
                  <a:lnTo>
                    <a:pt x="2812" y="12142"/>
                  </a:lnTo>
                  <a:lnTo>
                    <a:pt x="2812" y="12168"/>
                  </a:lnTo>
                  <a:lnTo>
                    <a:pt x="2748" y="13420"/>
                  </a:lnTo>
                  <a:lnTo>
                    <a:pt x="2991" y="13561"/>
                  </a:lnTo>
                  <a:lnTo>
                    <a:pt x="3374" y="13420"/>
                  </a:lnTo>
                  <a:lnTo>
                    <a:pt x="3387" y="13407"/>
                  </a:lnTo>
                  <a:lnTo>
                    <a:pt x="4333" y="13535"/>
                  </a:lnTo>
                  <a:lnTo>
                    <a:pt x="4346" y="13548"/>
                  </a:lnTo>
                  <a:lnTo>
                    <a:pt x="4358" y="13561"/>
                  </a:lnTo>
                  <a:lnTo>
                    <a:pt x="4422" y="13663"/>
                  </a:lnTo>
                  <a:lnTo>
                    <a:pt x="4908" y="13216"/>
                  </a:lnTo>
                  <a:lnTo>
                    <a:pt x="4933" y="13203"/>
                  </a:lnTo>
                  <a:lnTo>
                    <a:pt x="5253" y="13229"/>
                  </a:lnTo>
                  <a:lnTo>
                    <a:pt x="6199" y="12577"/>
                  </a:lnTo>
                  <a:lnTo>
                    <a:pt x="6212" y="12577"/>
                  </a:lnTo>
                  <a:lnTo>
                    <a:pt x="7196" y="12462"/>
                  </a:lnTo>
                  <a:lnTo>
                    <a:pt x="7221" y="12474"/>
                  </a:lnTo>
                  <a:lnTo>
                    <a:pt x="7234" y="12500"/>
                  </a:lnTo>
                  <a:lnTo>
                    <a:pt x="7336" y="12935"/>
                  </a:lnTo>
                  <a:lnTo>
                    <a:pt x="7336" y="12947"/>
                  </a:lnTo>
                  <a:lnTo>
                    <a:pt x="7323" y="12973"/>
                  </a:lnTo>
                  <a:lnTo>
                    <a:pt x="7145" y="13165"/>
                  </a:lnTo>
                  <a:lnTo>
                    <a:pt x="7323" y="13574"/>
                  </a:lnTo>
                  <a:lnTo>
                    <a:pt x="7323" y="13586"/>
                  </a:lnTo>
                  <a:lnTo>
                    <a:pt x="7323" y="13612"/>
                  </a:lnTo>
                  <a:lnTo>
                    <a:pt x="7183" y="13842"/>
                  </a:lnTo>
                  <a:lnTo>
                    <a:pt x="7541" y="14481"/>
                  </a:lnTo>
                  <a:lnTo>
                    <a:pt x="7886" y="14660"/>
                  </a:lnTo>
                  <a:lnTo>
                    <a:pt x="7899" y="14686"/>
                  </a:lnTo>
                  <a:lnTo>
                    <a:pt x="8001" y="14890"/>
                  </a:lnTo>
                  <a:lnTo>
                    <a:pt x="8384" y="14928"/>
                  </a:lnTo>
                  <a:lnTo>
                    <a:pt x="8486" y="14813"/>
                  </a:lnTo>
                  <a:lnTo>
                    <a:pt x="8512" y="14801"/>
                  </a:lnTo>
                  <a:lnTo>
                    <a:pt x="8538" y="14801"/>
                  </a:lnTo>
                  <a:lnTo>
                    <a:pt x="9087" y="15018"/>
                  </a:lnTo>
                  <a:lnTo>
                    <a:pt x="9100" y="15043"/>
                  </a:lnTo>
                  <a:lnTo>
                    <a:pt x="9317" y="15414"/>
                  </a:lnTo>
                  <a:lnTo>
                    <a:pt x="9854" y="15491"/>
                  </a:lnTo>
                  <a:lnTo>
                    <a:pt x="9880" y="15491"/>
                  </a:lnTo>
                  <a:lnTo>
                    <a:pt x="9892" y="15516"/>
                  </a:lnTo>
                  <a:lnTo>
                    <a:pt x="10033" y="15887"/>
                  </a:lnTo>
                  <a:lnTo>
                    <a:pt x="10749" y="15900"/>
                  </a:lnTo>
                  <a:lnTo>
                    <a:pt x="10774" y="15900"/>
                  </a:lnTo>
                  <a:lnTo>
                    <a:pt x="11273" y="16194"/>
                  </a:lnTo>
                  <a:lnTo>
                    <a:pt x="11285" y="16206"/>
                  </a:lnTo>
                  <a:lnTo>
                    <a:pt x="11285" y="16232"/>
                  </a:lnTo>
                  <a:lnTo>
                    <a:pt x="11234" y="16488"/>
                  </a:lnTo>
                  <a:lnTo>
                    <a:pt x="11400" y="16884"/>
                  </a:lnTo>
                  <a:lnTo>
                    <a:pt x="11400" y="16897"/>
                  </a:lnTo>
                  <a:lnTo>
                    <a:pt x="11413" y="17293"/>
                  </a:lnTo>
                  <a:lnTo>
                    <a:pt x="11400" y="17318"/>
                  </a:lnTo>
                  <a:lnTo>
                    <a:pt x="11375" y="17331"/>
                  </a:lnTo>
                  <a:lnTo>
                    <a:pt x="11158" y="17318"/>
                  </a:lnTo>
                  <a:lnTo>
                    <a:pt x="11439" y="17676"/>
                  </a:lnTo>
                  <a:lnTo>
                    <a:pt x="11452" y="17702"/>
                  </a:lnTo>
                  <a:lnTo>
                    <a:pt x="11413" y="18277"/>
                  </a:lnTo>
                  <a:lnTo>
                    <a:pt x="12883" y="18366"/>
                  </a:lnTo>
                  <a:lnTo>
                    <a:pt x="12909" y="18379"/>
                  </a:lnTo>
                  <a:lnTo>
                    <a:pt x="12921" y="18405"/>
                  </a:lnTo>
                  <a:lnTo>
                    <a:pt x="12934" y="18584"/>
                  </a:lnTo>
                  <a:lnTo>
                    <a:pt x="12934" y="18609"/>
                  </a:lnTo>
                  <a:lnTo>
                    <a:pt x="12755" y="18865"/>
                  </a:lnTo>
                  <a:lnTo>
                    <a:pt x="12832" y="19248"/>
                  </a:lnTo>
                  <a:lnTo>
                    <a:pt x="13024" y="19504"/>
                  </a:lnTo>
                  <a:lnTo>
                    <a:pt x="13279" y="19517"/>
                  </a:lnTo>
                  <a:lnTo>
                    <a:pt x="13292" y="19517"/>
                  </a:lnTo>
                  <a:lnTo>
                    <a:pt x="13305" y="19542"/>
                  </a:lnTo>
                  <a:lnTo>
                    <a:pt x="13522" y="20079"/>
                  </a:lnTo>
                  <a:lnTo>
                    <a:pt x="13535" y="20092"/>
                  </a:lnTo>
                  <a:lnTo>
                    <a:pt x="13522" y="20117"/>
                  </a:lnTo>
                  <a:lnTo>
                    <a:pt x="13203" y="20667"/>
                  </a:lnTo>
                  <a:lnTo>
                    <a:pt x="13318" y="20846"/>
                  </a:lnTo>
                  <a:lnTo>
                    <a:pt x="13318" y="20859"/>
                  </a:lnTo>
                  <a:lnTo>
                    <a:pt x="13318" y="20884"/>
                  </a:lnTo>
                  <a:lnTo>
                    <a:pt x="12972" y="21434"/>
                  </a:lnTo>
                  <a:lnTo>
                    <a:pt x="13151" y="21613"/>
                  </a:lnTo>
                  <a:lnTo>
                    <a:pt x="13151" y="21625"/>
                  </a:lnTo>
                  <a:lnTo>
                    <a:pt x="13164" y="21651"/>
                  </a:lnTo>
                  <a:lnTo>
                    <a:pt x="13151" y="21664"/>
                  </a:lnTo>
                  <a:lnTo>
                    <a:pt x="13139" y="21676"/>
                  </a:lnTo>
                  <a:lnTo>
                    <a:pt x="12845" y="21792"/>
                  </a:lnTo>
                  <a:lnTo>
                    <a:pt x="12819" y="21894"/>
                  </a:lnTo>
                  <a:lnTo>
                    <a:pt x="12998" y="22341"/>
                  </a:lnTo>
                  <a:lnTo>
                    <a:pt x="13011" y="22367"/>
                  </a:lnTo>
                  <a:lnTo>
                    <a:pt x="12870" y="23517"/>
                  </a:lnTo>
                  <a:lnTo>
                    <a:pt x="13739" y="23683"/>
                  </a:lnTo>
                  <a:lnTo>
                    <a:pt x="13969" y="23517"/>
                  </a:lnTo>
                  <a:lnTo>
                    <a:pt x="13995" y="23504"/>
                  </a:lnTo>
                  <a:lnTo>
                    <a:pt x="14021" y="23517"/>
                  </a:lnTo>
                  <a:lnTo>
                    <a:pt x="14238" y="23734"/>
                  </a:lnTo>
                  <a:lnTo>
                    <a:pt x="14493" y="23760"/>
                  </a:lnTo>
                  <a:lnTo>
                    <a:pt x="14506" y="23760"/>
                  </a:lnTo>
                  <a:lnTo>
                    <a:pt x="14519" y="23785"/>
                  </a:lnTo>
                  <a:lnTo>
                    <a:pt x="14787" y="25255"/>
                  </a:lnTo>
                  <a:lnTo>
                    <a:pt x="15439" y="25153"/>
                  </a:lnTo>
                  <a:lnTo>
                    <a:pt x="15452" y="25166"/>
                  </a:lnTo>
                  <a:lnTo>
                    <a:pt x="15478" y="25178"/>
                  </a:lnTo>
                  <a:lnTo>
                    <a:pt x="15682" y="25600"/>
                  </a:lnTo>
                  <a:lnTo>
                    <a:pt x="15682" y="25626"/>
                  </a:lnTo>
                  <a:lnTo>
                    <a:pt x="15311" y="26776"/>
                  </a:lnTo>
                  <a:lnTo>
                    <a:pt x="15311" y="26776"/>
                  </a:lnTo>
                  <a:lnTo>
                    <a:pt x="15733" y="26750"/>
                  </a:lnTo>
                  <a:lnTo>
                    <a:pt x="15759" y="26750"/>
                  </a:lnTo>
                  <a:lnTo>
                    <a:pt x="15784" y="26776"/>
                  </a:lnTo>
                  <a:lnTo>
                    <a:pt x="15938" y="27351"/>
                  </a:lnTo>
                  <a:lnTo>
                    <a:pt x="15938" y="27364"/>
                  </a:lnTo>
                  <a:lnTo>
                    <a:pt x="15746" y="28118"/>
                  </a:lnTo>
                  <a:lnTo>
                    <a:pt x="15746" y="28131"/>
                  </a:lnTo>
                  <a:lnTo>
                    <a:pt x="15733" y="28143"/>
                  </a:lnTo>
                  <a:lnTo>
                    <a:pt x="14749" y="28514"/>
                  </a:lnTo>
                  <a:lnTo>
                    <a:pt x="14212" y="28910"/>
                  </a:lnTo>
                  <a:lnTo>
                    <a:pt x="14212" y="29064"/>
                  </a:lnTo>
                  <a:lnTo>
                    <a:pt x="14199" y="29089"/>
                  </a:lnTo>
                  <a:lnTo>
                    <a:pt x="14174" y="29102"/>
                  </a:lnTo>
                  <a:lnTo>
                    <a:pt x="13995" y="29102"/>
                  </a:lnTo>
                  <a:lnTo>
                    <a:pt x="13369" y="29792"/>
                  </a:lnTo>
                  <a:lnTo>
                    <a:pt x="13049" y="30188"/>
                  </a:lnTo>
                  <a:lnTo>
                    <a:pt x="13036" y="30201"/>
                  </a:lnTo>
                  <a:lnTo>
                    <a:pt x="13011" y="30201"/>
                  </a:lnTo>
                  <a:lnTo>
                    <a:pt x="12845" y="30188"/>
                  </a:lnTo>
                  <a:lnTo>
                    <a:pt x="12781" y="30431"/>
                  </a:lnTo>
                  <a:lnTo>
                    <a:pt x="12781" y="30457"/>
                  </a:lnTo>
                  <a:lnTo>
                    <a:pt x="12755" y="30457"/>
                  </a:lnTo>
                  <a:lnTo>
                    <a:pt x="12666" y="30508"/>
                  </a:lnTo>
                  <a:lnTo>
                    <a:pt x="12845" y="30585"/>
                  </a:lnTo>
                  <a:lnTo>
                    <a:pt x="12985" y="30406"/>
                  </a:lnTo>
                  <a:lnTo>
                    <a:pt x="12998" y="30406"/>
                  </a:lnTo>
                  <a:lnTo>
                    <a:pt x="13011" y="30393"/>
                  </a:lnTo>
                  <a:lnTo>
                    <a:pt x="13203" y="30418"/>
                  </a:lnTo>
                  <a:lnTo>
                    <a:pt x="13228" y="30431"/>
                  </a:lnTo>
                  <a:lnTo>
                    <a:pt x="13739" y="31045"/>
                  </a:lnTo>
                  <a:lnTo>
                    <a:pt x="13752" y="31083"/>
                  </a:lnTo>
                  <a:lnTo>
                    <a:pt x="13714" y="31275"/>
                  </a:lnTo>
                  <a:lnTo>
                    <a:pt x="13778" y="31326"/>
                  </a:lnTo>
                  <a:lnTo>
                    <a:pt x="14008" y="31121"/>
                  </a:lnTo>
                  <a:lnTo>
                    <a:pt x="14021" y="31109"/>
                  </a:lnTo>
                  <a:lnTo>
                    <a:pt x="14046" y="31109"/>
                  </a:lnTo>
                  <a:lnTo>
                    <a:pt x="14059" y="31121"/>
                  </a:lnTo>
                  <a:lnTo>
                    <a:pt x="14072" y="31134"/>
                  </a:lnTo>
                  <a:lnTo>
                    <a:pt x="14238" y="31479"/>
                  </a:lnTo>
                  <a:lnTo>
                    <a:pt x="14787" y="31799"/>
                  </a:lnTo>
                  <a:lnTo>
                    <a:pt x="14800" y="31811"/>
                  </a:lnTo>
                  <a:lnTo>
                    <a:pt x="14902" y="32105"/>
                  </a:lnTo>
                  <a:lnTo>
                    <a:pt x="15120" y="32093"/>
                  </a:lnTo>
                  <a:lnTo>
                    <a:pt x="15132" y="32105"/>
                  </a:lnTo>
                  <a:lnTo>
                    <a:pt x="15145" y="32118"/>
                  </a:lnTo>
                  <a:lnTo>
                    <a:pt x="15452" y="32693"/>
                  </a:lnTo>
                  <a:lnTo>
                    <a:pt x="15720" y="32872"/>
                  </a:lnTo>
                  <a:lnTo>
                    <a:pt x="15810" y="32783"/>
                  </a:lnTo>
                  <a:lnTo>
                    <a:pt x="16002" y="32527"/>
                  </a:lnTo>
                  <a:lnTo>
                    <a:pt x="16027" y="32655"/>
                  </a:lnTo>
                  <a:lnTo>
                    <a:pt x="16078" y="32783"/>
                  </a:lnTo>
                  <a:lnTo>
                    <a:pt x="16040" y="32911"/>
                  </a:lnTo>
                  <a:lnTo>
                    <a:pt x="15861" y="33141"/>
                  </a:lnTo>
                  <a:lnTo>
                    <a:pt x="15720" y="32962"/>
                  </a:lnTo>
                  <a:lnTo>
                    <a:pt x="15311" y="33294"/>
                  </a:lnTo>
                  <a:lnTo>
                    <a:pt x="15311" y="33677"/>
                  </a:lnTo>
                  <a:lnTo>
                    <a:pt x="15414" y="33780"/>
                  </a:lnTo>
                  <a:lnTo>
                    <a:pt x="16078" y="33307"/>
                  </a:lnTo>
                  <a:lnTo>
                    <a:pt x="16283" y="32706"/>
                  </a:lnTo>
                  <a:lnTo>
                    <a:pt x="16653" y="32438"/>
                  </a:lnTo>
                  <a:lnTo>
                    <a:pt x="17343" y="32003"/>
                  </a:lnTo>
                  <a:lnTo>
                    <a:pt x="18072" y="31070"/>
                  </a:lnTo>
                  <a:lnTo>
                    <a:pt x="18583" y="30316"/>
                  </a:lnTo>
                  <a:lnTo>
                    <a:pt x="19222" y="29792"/>
                  </a:lnTo>
                  <a:lnTo>
                    <a:pt x="19286" y="29652"/>
                  </a:lnTo>
                  <a:lnTo>
                    <a:pt x="19388" y="29588"/>
                  </a:lnTo>
                  <a:lnTo>
                    <a:pt x="19606" y="29140"/>
                  </a:lnTo>
                  <a:lnTo>
                    <a:pt x="19606" y="28961"/>
                  </a:lnTo>
                  <a:lnTo>
                    <a:pt x="19606" y="28757"/>
                  </a:lnTo>
                  <a:lnTo>
                    <a:pt x="19708" y="28552"/>
                  </a:lnTo>
                  <a:lnTo>
                    <a:pt x="19695" y="28348"/>
                  </a:lnTo>
                  <a:lnTo>
                    <a:pt x="19657" y="28169"/>
                  </a:lnTo>
                  <a:lnTo>
                    <a:pt x="19823" y="27926"/>
                  </a:lnTo>
                  <a:lnTo>
                    <a:pt x="19797" y="27492"/>
                  </a:lnTo>
                  <a:lnTo>
                    <a:pt x="20002" y="27313"/>
                  </a:lnTo>
                  <a:lnTo>
                    <a:pt x="19861" y="27198"/>
                  </a:lnTo>
                  <a:lnTo>
                    <a:pt x="20168" y="27032"/>
                  </a:lnTo>
                  <a:lnTo>
                    <a:pt x="20194" y="27172"/>
                  </a:lnTo>
                  <a:lnTo>
                    <a:pt x="20436" y="26942"/>
                  </a:lnTo>
                  <a:lnTo>
                    <a:pt x="20513" y="26725"/>
                  </a:lnTo>
                  <a:lnTo>
                    <a:pt x="21037" y="26533"/>
                  </a:lnTo>
                  <a:lnTo>
                    <a:pt x="21523" y="26188"/>
                  </a:lnTo>
                  <a:lnTo>
                    <a:pt x="22226" y="25984"/>
                  </a:lnTo>
                  <a:lnTo>
                    <a:pt x="22584" y="26175"/>
                  </a:lnTo>
                  <a:lnTo>
                    <a:pt x="22711" y="26073"/>
                  </a:lnTo>
                  <a:lnTo>
                    <a:pt x="22584" y="25920"/>
                  </a:lnTo>
                  <a:lnTo>
                    <a:pt x="22967" y="25779"/>
                  </a:lnTo>
                  <a:lnTo>
                    <a:pt x="23248" y="25766"/>
                  </a:lnTo>
                  <a:lnTo>
                    <a:pt x="23235" y="25523"/>
                  </a:lnTo>
                  <a:lnTo>
                    <a:pt x="23491" y="25485"/>
                  </a:lnTo>
                  <a:lnTo>
                    <a:pt x="23555" y="25651"/>
                  </a:lnTo>
                  <a:lnTo>
                    <a:pt x="23836" y="25511"/>
                  </a:lnTo>
                  <a:lnTo>
                    <a:pt x="24092" y="25677"/>
                  </a:lnTo>
                  <a:lnTo>
                    <a:pt x="25101" y="25702"/>
                  </a:lnTo>
                  <a:lnTo>
                    <a:pt x="25331" y="25805"/>
                  </a:lnTo>
                  <a:lnTo>
                    <a:pt x="25434" y="25600"/>
                  </a:lnTo>
                  <a:lnTo>
                    <a:pt x="25370" y="25421"/>
                  </a:lnTo>
                  <a:lnTo>
                    <a:pt x="25753" y="25204"/>
                  </a:lnTo>
                  <a:lnTo>
                    <a:pt x="26277" y="25140"/>
                  </a:lnTo>
                  <a:lnTo>
                    <a:pt x="26200" y="24667"/>
                  </a:lnTo>
                  <a:lnTo>
                    <a:pt x="26699" y="24118"/>
                  </a:lnTo>
                  <a:lnTo>
                    <a:pt x="26916" y="23990"/>
                  </a:lnTo>
                  <a:lnTo>
                    <a:pt x="27312" y="23376"/>
                  </a:lnTo>
                  <a:lnTo>
                    <a:pt x="27645" y="23185"/>
                  </a:lnTo>
                  <a:lnTo>
                    <a:pt x="27709" y="22635"/>
                  </a:lnTo>
                  <a:lnTo>
                    <a:pt x="27798" y="22200"/>
                  </a:lnTo>
                  <a:lnTo>
                    <a:pt x="28297" y="21766"/>
                  </a:lnTo>
                  <a:lnTo>
                    <a:pt x="28527" y="21050"/>
                  </a:lnTo>
                  <a:lnTo>
                    <a:pt x="28846" y="20219"/>
                  </a:lnTo>
                  <a:lnTo>
                    <a:pt x="28884" y="19031"/>
                  </a:lnTo>
                  <a:lnTo>
                    <a:pt x="29089" y="18571"/>
                  </a:lnTo>
                  <a:lnTo>
                    <a:pt x="28987" y="18315"/>
                  </a:lnTo>
                  <a:lnTo>
                    <a:pt x="29140" y="18175"/>
                  </a:lnTo>
                  <a:lnTo>
                    <a:pt x="29076" y="17970"/>
                  </a:lnTo>
                  <a:lnTo>
                    <a:pt x="29332" y="17638"/>
                  </a:lnTo>
                  <a:lnTo>
                    <a:pt x="29319" y="17421"/>
                  </a:lnTo>
                  <a:lnTo>
                    <a:pt x="29549" y="17408"/>
                  </a:lnTo>
                  <a:lnTo>
                    <a:pt x="29549" y="17689"/>
                  </a:lnTo>
                  <a:lnTo>
                    <a:pt x="29741" y="17702"/>
                  </a:lnTo>
                  <a:lnTo>
                    <a:pt x="30712" y="16705"/>
                  </a:lnTo>
                  <a:lnTo>
                    <a:pt x="30738" y="16449"/>
                  </a:lnTo>
                  <a:lnTo>
                    <a:pt x="30891" y="16321"/>
                  </a:lnTo>
                  <a:lnTo>
                    <a:pt x="30980" y="16104"/>
                  </a:lnTo>
                  <a:lnTo>
                    <a:pt x="31185" y="16040"/>
                  </a:lnTo>
                  <a:lnTo>
                    <a:pt x="31645" y="15861"/>
                  </a:lnTo>
                  <a:lnTo>
                    <a:pt x="32156" y="15350"/>
                  </a:lnTo>
                  <a:lnTo>
                    <a:pt x="32131" y="15171"/>
                  </a:lnTo>
                  <a:lnTo>
                    <a:pt x="32374" y="15222"/>
                  </a:lnTo>
                  <a:lnTo>
                    <a:pt x="32949" y="14570"/>
                  </a:lnTo>
                  <a:lnTo>
                    <a:pt x="33153" y="14021"/>
                  </a:lnTo>
                  <a:lnTo>
                    <a:pt x="33319" y="13574"/>
                  </a:lnTo>
                  <a:lnTo>
                    <a:pt x="33307" y="13011"/>
                  </a:lnTo>
                  <a:lnTo>
                    <a:pt x="33230" y="12091"/>
                  </a:lnTo>
                  <a:lnTo>
                    <a:pt x="33255" y="11810"/>
                  </a:lnTo>
                  <a:lnTo>
                    <a:pt x="33013" y="11414"/>
                  </a:lnTo>
                  <a:lnTo>
                    <a:pt x="32604" y="11248"/>
                  </a:lnTo>
                  <a:lnTo>
                    <a:pt x="32156" y="11209"/>
                  </a:lnTo>
                  <a:lnTo>
                    <a:pt x="31798" y="10992"/>
                  </a:lnTo>
                  <a:lnTo>
                    <a:pt x="31683" y="10954"/>
                  </a:lnTo>
                  <a:lnTo>
                    <a:pt x="31108" y="10366"/>
                  </a:lnTo>
                  <a:lnTo>
                    <a:pt x="30712" y="9752"/>
                  </a:lnTo>
                  <a:lnTo>
                    <a:pt x="30559" y="9701"/>
                  </a:lnTo>
                  <a:lnTo>
                    <a:pt x="29626" y="8883"/>
                  </a:lnTo>
                  <a:lnTo>
                    <a:pt x="29204" y="8640"/>
                  </a:lnTo>
                  <a:lnTo>
                    <a:pt x="28514" y="8602"/>
                  </a:lnTo>
                  <a:lnTo>
                    <a:pt x="28360" y="8717"/>
                  </a:lnTo>
                  <a:lnTo>
                    <a:pt x="27836" y="8423"/>
                  </a:lnTo>
                  <a:lnTo>
                    <a:pt x="27402" y="8385"/>
                  </a:lnTo>
                  <a:lnTo>
                    <a:pt x="26712" y="7912"/>
                  </a:lnTo>
                  <a:lnTo>
                    <a:pt x="25970" y="8167"/>
                  </a:lnTo>
                  <a:lnTo>
                    <a:pt x="25970" y="8167"/>
                  </a:lnTo>
                  <a:lnTo>
                    <a:pt x="26060" y="7912"/>
                  </a:lnTo>
                  <a:lnTo>
                    <a:pt x="25779" y="7886"/>
                  </a:lnTo>
                  <a:lnTo>
                    <a:pt x="25600" y="8180"/>
                  </a:lnTo>
                  <a:lnTo>
                    <a:pt x="25536" y="7912"/>
                  </a:lnTo>
                  <a:lnTo>
                    <a:pt x="25791" y="7656"/>
                  </a:lnTo>
                  <a:lnTo>
                    <a:pt x="25395" y="7043"/>
                  </a:lnTo>
                  <a:lnTo>
                    <a:pt x="25127" y="6915"/>
                  </a:lnTo>
                  <a:lnTo>
                    <a:pt x="25012" y="7068"/>
                  </a:lnTo>
                  <a:lnTo>
                    <a:pt x="24398" y="6493"/>
                  </a:lnTo>
                  <a:lnTo>
                    <a:pt x="23951" y="6365"/>
                  </a:lnTo>
                  <a:lnTo>
                    <a:pt x="23657" y="6033"/>
                  </a:lnTo>
                  <a:lnTo>
                    <a:pt x="22916" y="5905"/>
                  </a:lnTo>
                  <a:lnTo>
                    <a:pt x="22558" y="6020"/>
                  </a:lnTo>
                  <a:lnTo>
                    <a:pt x="22366" y="6289"/>
                  </a:lnTo>
                  <a:lnTo>
                    <a:pt x="22405" y="6557"/>
                  </a:lnTo>
                  <a:lnTo>
                    <a:pt x="22085" y="6519"/>
                  </a:lnTo>
                  <a:lnTo>
                    <a:pt x="21829" y="6787"/>
                  </a:lnTo>
                  <a:lnTo>
                    <a:pt x="21599" y="6864"/>
                  </a:lnTo>
                  <a:lnTo>
                    <a:pt x="21331" y="7158"/>
                  </a:lnTo>
                  <a:lnTo>
                    <a:pt x="21484" y="6710"/>
                  </a:lnTo>
                  <a:lnTo>
                    <a:pt x="21088" y="6736"/>
                  </a:lnTo>
                  <a:lnTo>
                    <a:pt x="20705" y="6634"/>
                  </a:lnTo>
                  <a:lnTo>
                    <a:pt x="21331" y="6595"/>
                  </a:lnTo>
                  <a:lnTo>
                    <a:pt x="21523" y="6506"/>
                  </a:lnTo>
                  <a:lnTo>
                    <a:pt x="21829" y="6519"/>
                  </a:lnTo>
                  <a:lnTo>
                    <a:pt x="22021" y="6378"/>
                  </a:lnTo>
                  <a:lnTo>
                    <a:pt x="22136" y="6135"/>
                  </a:lnTo>
                  <a:lnTo>
                    <a:pt x="22481" y="5586"/>
                  </a:lnTo>
                  <a:lnTo>
                    <a:pt x="21829" y="5330"/>
                  </a:lnTo>
                  <a:lnTo>
                    <a:pt x="21561" y="5432"/>
                  </a:lnTo>
                  <a:lnTo>
                    <a:pt x="20833" y="5215"/>
                  </a:lnTo>
                  <a:lnTo>
                    <a:pt x="20513" y="5228"/>
                  </a:lnTo>
                  <a:lnTo>
                    <a:pt x="20372" y="5535"/>
                  </a:lnTo>
                  <a:lnTo>
                    <a:pt x="20245" y="5841"/>
                  </a:lnTo>
                  <a:lnTo>
                    <a:pt x="20066" y="5956"/>
                  </a:lnTo>
                  <a:lnTo>
                    <a:pt x="19951" y="6046"/>
                  </a:lnTo>
                  <a:lnTo>
                    <a:pt x="19887" y="6071"/>
                  </a:lnTo>
                  <a:lnTo>
                    <a:pt x="19567" y="6212"/>
                  </a:lnTo>
                  <a:lnTo>
                    <a:pt x="19261" y="6353"/>
                  </a:lnTo>
                  <a:lnTo>
                    <a:pt x="19018" y="6365"/>
                  </a:lnTo>
                  <a:lnTo>
                    <a:pt x="18915" y="6225"/>
                  </a:lnTo>
                  <a:lnTo>
                    <a:pt x="18609" y="6250"/>
                  </a:lnTo>
                  <a:lnTo>
                    <a:pt x="18609" y="6250"/>
                  </a:lnTo>
                  <a:lnTo>
                    <a:pt x="19018" y="6148"/>
                  </a:lnTo>
                  <a:lnTo>
                    <a:pt x="19261" y="6186"/>
                  </a:lnTo>
                  <a:lnTo>
                    <a:pt x="19452" y="5918"/>
                  </a:lnTo>
                  <a:lnTo>
                    <a:pt x="19631" y="5547"/>
                  </a:lnTo>
                  <a:lnTo>
                    <a:pt x="20053" y="5049"/>
                  </a:lnTo>
                  <a:lnTo>
                    <a:pt x="20424" y="4883"/>
                  </a:lnTo>
                  <a:lnTo>
                    <a:pt x="20769" y="4499"/>
                  </a:lnTo>
                  <a:lnTo>
                    <a:pt x="21139" y="4116"/>
                  </a:lnTo>
                  <a:lnTo>
                    <a:pt x="21280" y="3720"/>
                  </a:lnTo>
                  <a:lnTo>
                    <a:pt x="21152" y="3579"/>
                  </a:lnTo>
                  <a:lnTo>
                    <a:pt x="20833" y="3554"/>
                  </a:lnTo>
                  <a:lnTo>
                    <a:pt x="20615" y="3285"/>
                  </a:lnTo>
                  <a:lnTo>
                    <a:pt x="20360" y="2327"/>
                  </a:lnTo>
                  <a:lnTo>
                    <a:pt x="20372" y="1675"/>
                  </a:lnTo>
                  <a:lnTo>
                    <a:pt x="19976" y="1355"/>
                  </a:lnTo>
                  <a:lnTo>
                    <a:pt x="19951" y="1522"/>
                  </a:lnTo>
                  <a:lnTo>
                    <a:pt x="19938" y="1522"/>
                  </a:lnTo>
                  <a:lnTo>
                    <a:pt x="19938" y="1534"/>
                  </a:lnTo>
                  <a:lnTo>
                    <a:pt x="19925" y="1560"/>
                  </a:lnTo>
                  <a:lnTo>
                    <a:pt x="19273" y="2161"/>
                  </a:lnTo>
                  <a:lnTo>
                    <a:pt x="19043" y="2838"/>
                  </a:lnTo>
                  <a:lnTo>
                    <a:pt x="19031" y="2851"/>
                  </a:lnTo>
                  <a:lnTo>
                    <a:pt x="18749" y="3030"/>
                  </a:lnTo>
                  <a:lnTo>
                    <a:pt x="18737" y="3042"/>
                  </a:lnTo>
                  <a:lnTo>
                    <a:pt x="18391" y="3030"/>
                  </a:lnTo>
                  <a:lnTo>
                    <a:pt x="18379" y="3017"/>
                  </a:lnTo>
                  <a:lnTo>
                    <a:pt x="18366" y="3004"/>
                  </a:lnTo>
                  <a:lnTo>
                    <a:pt x="18315" y="2940"/>
                  </a:lnTo>
                  <a:lnTo>
                    <a:pt x="18213" y="3004"/>
                  </a:lnTo>
                  <a:lnTo>
                    <a:pt x="18187" y="3004"/>
                  </a:lnTo>
                  <a:lnTo>
                    <a:pt x="17931" y="2876"/>
                  </a:lnTo>
                  <a:lnTo>
                    <a:pt x="17561" y="3042"/>
                  </a:lnTo>
                  <a:lnTo>
                    <a:pt x="17522" y="3055"/>
                  </a:lnTo>
                  <a:lnTo>
                    <a:pt x="17254" y="2940"/>
                  </a:lnTo>
                  <a:lnTo>
                    <a:pt x="17241" y="2927"/>
                  </a:lnTo>
                  <a:lnTo>
                    <a:pt x="16858" y="2608"/>
                  </a:lnTo>
                  <a:lnTo>
                    <a:pt x="16257" y="2697"/>
                  </a:lnTo>
                  <a:lnTo>
                    <a:pt x="16232" y="2697"/>
                  </a:lnTo>
                  <a:lnTo>
                    <a:pt x="16053" y="2595"/>
                  </a:lnTo>
                  <a:lnTo>
                    <a:pt x="15963" y="2748"/>
                  </a:lnTo>
                  <a:lnTo>
                    <a:pt x="16104" y="2979"/>
                  </a:lnTo>
                  <a:lnTo>
                    <a:pt x="16117" y="3004"/>
                  </a:lnTo>
                  <a:lnTo>
                    <a:pt x="16078" y="3132"/>
                  </a:lnTo>
                  <a:lnTo>
                    <a:pt x="16053" y="3145"/>
                  </a:lnTo>
                  <a:lnTo>
                    <a:pt x="16027" y="3157"/>
                  </a:lnTo>
                  <a:lnTo>
                    <a:pt x="15426" y="2953"/>
                  </a:lnTo>
                  <a:lnTo>
                    <a:pt x="15299" y="3055"/>
                  </a:lnTo>
                  <a:lnTo>
                    <a:pt x="15260" y="3055"/>
                  </a:lnTo>
                  <a:lnTo>
                    <a:pt x="14749" y="2927"/>
                  </a:lnTo>
                  <a:lnTo>
                    <a:pt x="14634" y="3132"/>
                  </a:lnTo>
                  <a:lnTo>
                    <a:pt x="14608" y="3157"/>
                  </a:lnTo>
                  <a:lnTo>
                    <a:pt x="14583" y="3157"/>
                  </a:lnTo>
                  <a:lnTo>
                    <a:pt x="14327" y="3081"/>
                  </a:lnTo>
                  <a:lnTo>
                    <a:pt x="14110" y="3260"/>
                  </a:lnTo>
                  <a:lnTo>
                    <a:pt x="14097" y="3272"/>
                  </a:lnTo>
                  <a:lnTo>
                    <a:pt x="14072" y="3272"/>
                  </a:lnTo>
                  <a:lnTo>
                    <a:pt x="13854" y="3183"/>
                  </a:lnTo>
                  <a:lnTo>
                    <a:pt x="13675" y="3387"/>
                  </a:lnTo>
                  <a:lnTo>
                    <a:pt x="13663" y="3400"/>
                  </a:lnTo>
                  <a:lnTo>
                    <a:pt x="13458" y="3528"/>
                  </a:lnTo>
                  <a:lnTo>
                    <a:pt x="13420" y="3528"/>
                  </a:lnTo>
                  <a:lnTo>
                    <a:pt x="13407" y="3515"/>
                  </a:lnTo>
                  <a:lnTo>
                    <a:pt x="13305" y="3362"/>
                  </a:lnTo>
                  <a:lnTo>
                    <a:pt x="13075" y="3298"/>
                  </a:lnTo>
                  <a:lnTo>
                    <a:pt x="13062" y="3285"/>
                  </a:lnTo>
                  <a:lnTo>
                    <a:pt x="12640" y="2876"/>
                  </a:lnTo>
                  <a:lnTo>
                    <a:pt x="12627" y="2851"/>
                  </a:lnTo>
                  <a:lnTo>
                    <a:pt x="12653" y="2582"/>
                  </a:lnTo>
                  <a:lnTo>
                    <a:pt x="12512" y="2454"/>
                  </a:lnTo>
                  <a:lnTo>
                    <a:pt x="12500" y="2429"/>
                  </a:lnTo>
                  <a:lnTo>
                    <a:pt x="12474" y="1905"/>
                  </a:lnTo>
                  <a:lnTo>
                    <a:pt x="12487" y="1879"/>
                  </a:lnTo>
                  <a:lnTo>
                    <a:pt x="12640" y="1624"/>
                  </a:lnTo>
                  <a:lnTo>
                    <a:pt x="12615" y="1406"/>
                  </a:lnTo>
                  <a:lnTo>
                    <a:pt x="12615" y="1381"/>
                  </a:lnTo>
                  <a:lnTo>
                    <a:pt x="12627" y="1368"/>
                  </a:lnTo>
                  <a:lnTo>
                    <a:pt x="12883" y="1164"/>
                  </a:lnTo>
                  <a:lnTo>
                    <a:pt x="12742" y="716"/>
                  </a:lnTo>
                  <a:lnTo>
                    <a:pt x="12448" y="614"/>
                  </a:lnTo>
                  <a:lnTo>
                    <a:pt x="12423" y="601"/>
                  </a:lnTo>
                  <a:lnTo>
                    <a:pt x="12423" y="563"/>
                  </a:lnTo>
                  <a:lnTo>
                    <a:pt x="12564" y="167"/>
                  </a:lnTo>
                  <a:lnTo>
                    <a:pt x="124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8"/>
            <p:cNvSpPr/>
            <p:nvPr/>
          </p:nvSpPr>
          <p:spPr>
            <a:xfrm>
              <a:off x="5043000" y="3293125"/>
              <a:ext cx="6100" cy="13775"/>
            </a:xfrm>
            <a:custGeom>
              <a:rect b="b" l="l" r="r" t="t"/>
              <a:pathLst>
                <a:path extrusionOk="0" h="551" w="244">
                  <a:moveTo>
                    <a:pt x="154" y="1"/>
                  </a:moveTo>
                  <a:lnTo>
                    <a:pt x="77" y="26"/>
                  </a:lnTo>
                  <a:lnTo>
                    <a:pt x="77" y="244"/>
                  </a:lnTo>
                  <a:lnTo>
                    <a:pt x="116" y="384"/>
                  </a:lnTo>
                  <a:lnTo>
                    <a:pt x="1" y="423"/>
                  </a:lnTo>
                  <a:lnTo>
                    <a:pt x="1" y="550"/>
                  </a:lnTo>
                  <a:lnTo>
                    <a:pt x="154" y="512"/>
                  </a:lnTo>
                  <a:lnTo>
                    <a:pt x="180" y="461"/>
                  </a:lnTo>
                  <a:lnTo>
                    <a:pt x="128" y="333"/>
                  </a:lnTo>
                  <a:lnTo>
                    <a:pt x="167" y="282"/>
                  </a:lnTo>
                  <a:lnTo>
                    <a:pt x="218" y="231"/>
                  </a:lnTo>
                  <a:lnTo>
                    <a:pt x="231" y="218"/>
                  </a:lnTo>
                  <a:lnTo>
                    <a:pt x="243" y="180"/>
                  </a:lnTo>
                  <a:lnTo>
                    <a:pt x="243" y="116"/>
                  </a:lnTo>
                  <a:lnTo>
                    <a:pt x="205" y="52"/>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8"/>
            <p:cNvSpPr/>
            <p:nvPr/>
          </p:nvSpPr>
          <p:spPr>
            <a:xfrm>
              <a:off x="2466750" y="4058375"/>
              <a:ext cx="97150" cy="105150"/>
            </a:xfrm>
            <a:custGeom>
              <a:rect b="b" l="l" r="r" t="t"/>
              <a:pathLst>
                <a:path extrusionOk="0" h="4206" w="3886">
                  <a:moveTo>
                    <a:pt x="1265" y="0"/>
                  </a:moveTo>
                  <a:lnTo>
                    <a:pt x="1112" y="179"/>
                  </a:lnTo>
                  <a:lnTo>
                    <a:pt x="1086" y="192"/>
                  </a:lnTo>
                  <a:lnTo>
                    <a:pt x="1074" y="179"/>
                  </a:lnTo>
                  <a:lnTo>
                    <a:pt x="818" y="77"/>
                  </a:lnTo>
                  <a:lnTo>
                    <a:pt x="626" y="422"/>
                  </a:lnTo>
                  <a:lnTo>
                    <a:pt x="703" y="537"/>
                  </a:lnTo>
                  <a:lnTo>
                    <a:pt x="703" y="563"/>
                  </a:lnTo>
                  <a:lnTo>
                    <a:pt x="460" y="1291"/>
                  </a:lnTo>
                  <a:lnTo>
                    <a:pt x="447" y="1317"/>
                  </a:lnTo>
                  <a:lnTo>
                    <a:pt x="256" y="1457"/>
                  </a:lnTo>
                  <a:lnTo>
                    <a:pt x="345" y="1828"/>
                  </a:lnTo>
                  <a:lnTo>
                    <a:pt x="345" y="1866"/>
                  </a:lnTo>
                  <a:lnTo>
                    <a:pt x="320" y="1879"/>
                  </a:lnTo>
                  <a:lnTo>
                    <a:pt x="217" y="1892"/>
                  </a:lnTo>
                  <a:lnTo>
                    <a:pt x="205" y="2416"/>
                  </a:lnTo>
                  <a:lnTo>
                    <a:pt x="192" y="2441"/>
                  </a:lnTo>
                  <a:lnTo>
                    <a:pt x="179" y="2454"/>
                  </a:lnTo>
                  <a:lnTo>
                    <a:pt x="0" y="2518"/>
                  </a:lnTo>
                  <a:lnTo>
                    <a:pt x="0" y="3029"/>
                  </a:lnTo>
                  <a:lnTo>
                    <a:pt x="51" y="3310"/>
                  </a:lnTo>
                  <a:lnTo>
                    <a:pt x="90" y="3285"/>
                  </a:lnTo>
                  <a:lnTo>
                    <a:pt x="345" y="3643"/>
                  </a:lnTo>
                  <a:lnTo>
                    <a:pt x="882" y="3643"/>
                  </a:lnTo>
                  <a:lnTo>
                    <a:pt x="1189" y="3962"/>
                  </a:lnTo>
                  <a:lnTo>
                    <a:pt x="1649" y="4065"/>
                  </a:lnTo>
                  <a:lnTo>
                    <a:pt x="1930" y="4001"/>
                  </a:lnTo>
                  <a:lnTo>
                    <a:pt x="2224" y="4192"/>
                  </a:lnTo>
                  <a:lnTo>
                    <a:pt x="2556" y="4205"/>
                  </a:lnTo>
                  <a:lnTo>
                    <a:pt x="3234" y="3822"/>
                  </a:lnTo>
                  <a:lnTo>
                    <a:pt x="3579" y="3349"/>
                  </a:lnTo>
                  <a:lnTo>
                    <a:pt x="3476" y="3247"/>
                  </a:lnTo>
                  <a:lnTo>
                    <a:pt x="3464" y="3208"/>
                  </a:lnTo>
                  <a:lnTo>
                    <a:pt x="3464" y="2786"/>
                  </a:lnTo>
                  <a:lnTo>
                    <a:pt x="3464" y="2774"/>
                  </a:lnTo>
                  <a:lnTo>
                    <a:pt x="3476" y="2761"/>
                  </a:lnTo>
                  <a:lnTo>
                    <a:pt x="3885" y="2441"/>
                  </a:lnTo>
                  <a:lnTo>
                    <a:pt x="3630" y="2275"/>
                  </a:lnTo>
                  <a:lnTo>
                    <a:pt x="3617" y="2250"/>
                  </a:lnTo>
                  <a:lnTo>
                    <a:pt x="3323" y="1700"/>
                  </a:lnTo>
                  <a:lnTo>
                    <a:pt x="3106" y="1700"/>
                  </a:lnTo>
                  <a:lnTo>
                    <a:pt x="3080" y="1687"/>
                  </a:lnTo>
                  <a:lnTo>
                    <a:pt x="3067" y="1675"/>
                  </a:lnTo>
                  <a:lnTo>
                    <a:pt x="2965" y="1368"/>
                  </a:lnTo>
                  <a:lnTo>
                    <a:pt x="2416" y="1048"/>
                  </a:lnTo>
                  <a:lnTo>
                    <a:pt x="2403" y="1036"/>
                  </a:lnTo>
                  <a:lnTo>
                    <a:pt x="2250" y="729"/>
                  </a:lnTo>
                  <a:lnTo>
                    <a:pt x="2032" y="921"/>
                  </a:lnTo>
                  <a:lnTo>
                    <a:pt x="2007" y="933"/>
                  </a:lnTo>
                  <a:lnTo>
                    <a:pt x="1981" y="921"/>
                  </a:lnTo>
                  <a:lnTo>
                    <a:pt x="1879" y="831"/>
                  </a:lnTo>
                  <a:lnTo>
                    <a:pt x="1866" y="818"/>
                  </a:lnTo>
                  <a:lnTo>
                    <a:pt x="1866" y="805"/>
                  </a:lnTo>
                  <a:lnTo>
                    <a:pt x="1904" y="601"/>
                  </a:lnTo>
                  <a:lnTo>
                    <a:pt x="1406" y="13"/>
                  </a:lnTo>
                  <a:lnTo>
                    <a:pt x="12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8"/>
            <p:cNvSpPr/>
            <p:nvPr/>
          </p:nvSpPr>
          <p:spPr>
            <a:xfrm>
              <a:off x="2300900" y="4539550"/>
              <a:ext cx="46375" cy="38700"/>
            </a:xfrm>
            <a:custGeom>
              <a:rect b="b" l="l" r="r" t="t"/>
              <a:pathLst>
                <a:path extrusionOk="0" h="1548" w="1855">
                  <a:moveTo>
                    <a:pt x="1" y="1"/>
                  </a:moveTo>
                  <a:lnTo>
                    <a:pt x="78" y="1279"/>
                  </a:lnTo>
                  <a:lnTo>
                    <a:pt x="896" y="1330"/>
                  </a:lnTo>
                  <a:lnTo>
                    <a:pt x="908" y="1343"/>
                  </a:lnTo>
                  <a:lnTo>
                    <a:pt x="934" y="1356"/>
                  </a:lnTo>
                  <a:lnTo>
                    <a:pt x="972" y="1471"/>
                  </a:lnTo>
                  <a:lnTo>
                    <a:pt x="1177" y="1547"/>
                  </a:lnTo>
                  <a:lnTo>
                    <a:pt x="1356" y="1394"/>
                  </a:lnTo>
                  <a:lnTo>
                    <a:pt x="1790" y="1368"/>
                  </a:lnTo>
                  <a:lnTo>
                    <a:pt x="1854" y="1138"/>
                  </a:lnTo>
                  <a:lnTo>
                    <a:pt x="1241" y="947"/>
                  </a:lnTo>
                  <a:lnTo>
                    <a:pt x="551" y="448"/>
                  </a:lnTo>
                  <a:lnTo>
                    <a:pt x="20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8"/>
            <p:cNvSpPr/>
            <p:nvPr/>
          </p:nvSpPr>
          <p:spPr>
            <a:xfrm>
              <a:off x="2223900" y="3870175"/>
              <a:ext cx="345100" cy="652475"/>
            </a:xfrm>
            <a:custGeom>
              <a:rect b="b" l="l" r="r" t="t"/>
              <a:pathLst>
                <a:path extrusionOk="0" h="26099" w="13804">
                  <a:moveTo>
                    <a:pt x="4270" y="1"/>
                  </a:moveTo>
                  <a:lnTo>
                    <a:pt x="4218" y="192"/>
                  </a:lnTo>
                  <a:lnTo>
                    <a:pt x="4206" y="218"/>
                  </a:lnTo>
                  <a:lnTo>
                    <a:pt x="4193" y="231"/>
                  </a:lnTo>
                  <a:lnTo>
                    <a:pt x="3797" y="307"/>
                  </a:lnTo>
                  <a:lnTo>
                    <a:pt x="3797" y="550"/>
                  </a:lnTo>
                  <a:lnTo>
                    <a:pt x="3784" y="576"/>
                  </a:lnTo>
                  <a:lnTo>
                    <a:pt x="3771" y="588"/>
                  </a:lnTo>
                  <a:lnTo>
                    <a:pt x="3605" y="627"/>
                  </a:lnTo>
                  <a:lnTo>
                    <a:pt x="3452" y="806"/>
                  </a:lnTo>
                  <a:lnTo>
                    <a:pt x="3579" y="959"/>
                  </a:lnTo>
                  <a:lnTo>
                    <a:pt x="3579" y="985"/>
                  </a:lnTo>
                  <a:lnTo>
                    <a:pt x="3579" y="997"/>
                  </a:lnTo>
                  <a:lnTo>
                    <a:pt x="3298" y="1879"/>
                  </a:lnTo>
                  <a:lnTo>
                    <a:pt x="3285" y="1905"/>
                  </a:lnTo>
                  <a:lnTo>
                    <a:pt x="2442" y="2288"/>
                  </a:lnTo>
                  <a:lnTo>
                    <a:pt x="2365" y="2544"/>
                  </a:lnTo>
                  <a:lnTo>
                    <a:pt x="2570" y="2748"/>
                  </a:lnTo>
                  <a:lnTo>
                    <a:pt x="2583" y="2787"/>
                  </a:lnTo>
                  <a:lnTo>
                    <a:pt x="2570" y="2812"/>
                  </a:lnTo>
                  <a:lnTo>
                    <a:pt x="2352" y="3017"/>
                  </a:lnTo>
                  <a:lnTo>
                    <a:pt x="2519" y="3707"/>
                  </a:lnTo>
                  <a:lnTo>
                    <a:pt x="2519" y="3732"/>
                  </a:lnTo>
                  <a:lnTo>
                    <a:pt x="2506" y="3758"/>
                  </a:lnTo>
                  <a:lnTo>
                    <a:pt x="2327" y="3835"/>
                  </a:lnTo>
                  <a:lnTo>
                    <a:pt x="2519" y="4295"/>
                  </a:lnTo>
                  <a:lnTo>
                    <a:pt x="2519" y="4333"/>
                  </a:lnTo>
                  <a:lnTo>
                    <a:pt x="2442" y="4512"/>
                  </a:lnTo>
                  <a:lnTo>
                    <a:pt x="2429" y="4538"/>
                  </a:lnTo>
                  <a:lnTo>
                    <a:pt x="2135" y="4538"/>
                  </a:lnTo>
                  <a:lnTo>
                    <a:pt x="1943" y="5330"/>
                  </a:lnTo>
                  <a:lnTo>
                    <a:pt x="1931" y="5356"/>
                  </a:lnTo>
                  <a:lnTo>
                    <a:pt x="1522" y="5675"/>
                  </a:lnTo>
                  <a:lnTo>
                    <a:pt x="1381" y="6314"/>
                  </a:lnTo>
                  <a:lnTo>
                    <a:pt x="1356" y="6340"/>
                  </a:lnTo>
                  <a:lnTo>
                    <a:pt x="1177" y="6442"/>
                  </a:lnTo>
                  <a:lnTo>
                    <a:pt x="1381" y="7324"/>
                  </a:lnTo>
                  <a:lnTo>
                    <a:pt x="1381" y="7349"/>
                  </a:lnTo>
                  <a:lnTo>
                    <a:pt x="1368" y="7362"/>
                  </a:lnTo>
                  <a:lnTo>
                    <a:pt x="1138" y="7516"/>
                  </a:lnTo>
                  <a:lnTo>
                    <a:pt x="1049" y="7976"/>
                  </a:lnTo>
                  <a:lnTo>
                    <a:pt x="1036" y="8001"/>
                  </a:lnTo>
                  <a:lnTo>
                    <a:pt x="870" y="8103"/>
                  </a:lnTo>
                  <a:lnTo>
                    <a:pt x="870" y="8385"/>
                  </a:lnTo>
                  <a:lnTo>
                    <a:pt x="1087" y="8666"/>
                  </a:lnTo>
                  <a:lnTo>
                    <a:pt x="1087" y="8691"/>
                  </a:lnTo>
                  <a:lnTo>
                    <a:pt x="1087" y="8704"/>
                  </a:lnTo>
                  <a:lnTo>
                    <a:pt x="1010" y="8819"/>
                  </a:lnTo>
                  <a:lnTo>
                    <a:pt x="1445" y="9548"/>
                  </a:lnTo>
                  <a:lnTo>
                    <a:pt x="1458" y="9573"/>
                  </a:lnTo>
                  <a:lnTo>
                    <a:pt x="1432" y="9599"/>
                  </a:lnTo>
                  <a:lnTo>
                    <a:pt x="1292" y="9727"/>
                  </a:lnTo>
                  <a:lnTo>
                    <a:pt x="1356" y="9854"/>
                  </a:lnTo>
                  <a:lnTo>
                    <a:pt x="1522" y="9854"/>
                  </a:lnTo>
                  <a:lnTo>
                    <a:pt x="1547" y="9867"/>
                  </a:lnTo>
                  <a:lnTo>
                    <a:pt x="1560" y="9893"/>
                  </a:lnTo>
                  <a:lnTo>
                    <a:pt x="1560" y="10672"/>
                  </a:lnTo>
                  <a:lnTo>
                    <a:pt x="1547" y="10698"/>
                  </a:lnTo>
                  <a:lnTo>
                    <a:pt x="1534" y="10711"/>
                  </a:lnTo>
                  <a:lnTo>
                    <a:pt x="1356" y="10775"/>
                  </a:lnTo>
                  <a:lnTo>
                    <a:pt x="1177" y="11529"/>
                  </a:lnTo>
                  <a:lnTo>
                    <a:pt x="1151" y="11554"/>
                  </a:lnTo>
                  <a:lnTo>
                    <a:pt x="1036" y="11605"/>
                  </a:lnTo>
                  <a:lnTo>
                    <a:pt x="1215" y="12334"/>
                  </a:lnTo>
                  <a:lnTo>
                    <a:pt x="1202" y="12359"/>
                  </a:lnTo>
                  <a:lnTo>
                    <a:pt x="1189" y="12372"/>
                  </a:lnTo>
                  <a:lnTo>
                    <a:pt x="678" y="12768"/>
                  </a:lnTo>
                  <a:lnTo>
                    <a:pt x="704" y="13727"/>
                  </a:lnTo>
                  <a:lnTo>
                    <a:pt x="947" y="14430"/>
                  </a:lnTo>
                  <a:lnTo>
                    <a:pt x="947" y="14455"/>
                  </a:lnTo>
                  <a:lnTo>
                    <a:pt x="921" y="14609"/>
                  </a:lnTo>
                  <a:lnTo>
                    <a:pt x="908" y="14634"/>
                  </a:lnTo>
                  <a:lnTo>
                    <a:pt x="895" y="14647"/>
                  </a:lnTo>
                  <a:lnTo>
                    <a:pt x="563" y="14749"/>
                  </a:lnTo>
                  <a:lnTo>
                    <a:pt x="601" y="15337"/>
                  </a:lnTo>
                  <a:lnTo>
                    <a:pt x="589" y="15363"/>
                  </a:lnTo>
                  <a:lnTo>
                    <a:pt x="576" y="15376"/>
                  </a:lnTo>
                  <a:lnTo>
                    <a:pt x="410" y="15439"/>
                  </a:lnTo>
                  <a:lnTo>
                    <a:pt x="486" y="15682"/>
                  </a:lnTo>
                  <a:lnTo>
                    <a:pt x="486" y="15695"/>
                  </a:lnTo>
                  <a:lnTo>
                    <a:pt x="474" y="15721"/>
                  </a:lnTo>
                  <a:lnTo>
                    <a:pt x="359" y="15848"/>
                  </a:lnTo>
                  <a:lnTo>
                    <a:pt x="423" y="17127"/>
                  </a:lnTo>
                  <a:lnTo>
                    <a:pt x="563" y="17318"/>
                  </a:lnTo>
                  <a:lnTo>
                    <a:pt x="576" y="17344"/>
                  </a:lnTo>
                  <a:lnTo>
                    <a:pt x="563" y="17369"/>
                  </a:lnTo>
                  <a:lnTo>
                    <a:pt x="308" y="17587"/>
                  </a:lnTo>
                  <a:lnTo>
                    <a:pt x="359" y="18290"/>
                  </a:lnTo>
                  <a:lnTo>
                    <a:pt x="601" y="18302"/>
                  </a:lnTo>
                  <a:lnTo>
                    <a:pt x="614" y="18315"/>
                  </a:lnTo>
                  <a:lnTo>
                    <a:pt x="627" y="18328"/>
                  </a:lnTo>
                  <a:lnTo>
                    <a:pt x="627" y="18341"/>
                  </a:lnTo>
                  <a:lnTo>
                    <a:pt x="627" y="18366"/>
                  </a:lnTo>
                  <a:lnTo>
                    <a:pt x="486" y="18583"/>
                  </a:lnTo>
                  <a:lnTo>
                    <a:pt x="640" y="18724"/>
                  </a:lnTo>
                  <a:lnTo>
                    <a:pt x="653" y="18737"/>
                  </a:lnTo>
                  <a:lnTo>
                    <a:pt x="653" y="18750"/>
                  </a:lnTo>
                  <a:lnTo>
                    <a:pt x="627" y="19005"/>
                  </a:lnTo>
                  <a:lnTo>
                    <a:pt x="704" y="19108"/>
                  </a:lnTo>
                  <a:lnTo>
                    <a:pt x="717" y="19120"/>
                  </a:lnTo>
                  <a:lnTo>
                    <a:pt x="704" y="19146"/>
                  </a:lnTo>
                  <a:lnTo>
                    <a:pt x="640" y="19325"/>
                  </a:lnTo>
                  <a:lnTo>
                    <a:pt x="1010" y="19350"/>
                  </a:lnTo>
                  <a:lnTo>
                    <a:pt x="1049" y="19363"/>
                  </a:lnTo>
                  <a:lnTo>
                    <a:pt x="1049" y="19389"/>
                  </a:lnTo>
                  <a:lnTo>
                    <a:pt x="998" y="19721"/>
                  </a:lnTo>
                  <a:lnTo>
                    <a:pt x="985" y="19747"/>
                  </a:lnTo>
                  <a:lnTo>
                    <a:pt x="959" y="19759"/>
                  </a:lnTo>
                  <a:lnTo>
                    <a:pt x="474" y="19747"/>
                  </a:lnTo>
                  <a:lnTo>
                    <a:pt x="499" y="19836"/>
                  </a:lnTo>
                  <a:lnTo>
                    <a:pt x="819" y="19874"/>
                  </a:lnTo>
                  <a:lnTo>
                    <a:pt x="844" y="19887"/>
                  </a:lnTo>
                  <a:lnTo>
                    <a:pt x="1023" y="20168"/>
                  </a:lnTo>
                  <a:lnTo>
                    <a:pt x="1036" y="20194"/>
                  </a:lnTo>
                  <a:lnTo>
                    <a:pt x="1023" y="20207"/>
                  </a:lnTo>
                  <a:lnTo>
                    <a:pt x="768" y="20462"/>
                  </a:lnTo>
                  <a:lnTo>
                    <a:pt x="908" y="20680"/>
                  </a:lnTo>
                  <a:lnTo>
                    <a:pt x="921" y="20692"/>
                  </a:lnTo>
                  <a:lnTo>
                    <a:pt x="908" y="20718"/>
                  </a:lnTo>
                  <a:lnTo>
                    <a:pt x="806" y="20897"/>
                  </a:lnTo>
                  <a:lnTo>
                    <a:pt x="870" y="21434"/>
                  </a:lnTo>
                  <a:lnTo>
                    <a:pt x="870" y="21459"/>
                  </a:lnTo>
                  <a:lnTo>
                    <a:pt x="844" y="21472"/>
                  </a:lnTo>
                  <a:lnTo>
                    <a:pt x="742" y="21497"/>
                  </a:lnTo>
                  <a:lnTo>
                    <a:pt x="755" y="21804"/>
                  </a:lnTo>
                  <a:lnTo>
                    <a:pt x="742" y="21830"/>
                  </a:lnTo>
                  <a:lnTo>
                    <a:pt x="563" y="22034"/>
                  </a:lnTo>
                  <a:lnTo>
                    <a:pt x="461" y="22392"/>
                  </a:lnTo>
                  <a:lnTo>
                    <a:pt x="653" y="22648"/>
                  </a:lnTo>
                  <a:lnTo>
                    <a:pt x="653" y="22673"/>
                  </a:lnTo>
                  <a:lnTo>
                    <a:pt x="653" y="22686"/>
                  </a:lnTo>
                  <a:lnTo>
                    <a:pt x="474" y="22903"/>
                  </a:lnTo>
                  <a:lnTo>
                    <a:pt x="525" y="23197"/>
                  </a:lnTo>
                  <a:lnTo>
                    <a:pt x="525" y="23210"/>
                  </a:lnTo>
                  <a:lnTo>
                    <a:pt x="512" y="23223"/>
                  </a:lnTo>
                  <a:lnTo>
                    <a:pt x="1" y="23657"/>
                  </a:lnTo>
                  <a:lnTo>
                    <a:pt x="52" y="24028"/>
                  </a:lnTo>
                  <a:lnTo>
                    <a:pt x="52" y="24041"/>
                  </a:lnTo>
                  <a:lnTo>
                    <a:pt x="14" y="24233"/>
                  </a:lnTo>
                  <a:lnTo>
                    <a:pt x="308" y="24782"/>
                  </a:lnTo>
                  <a:lnTo>
                    <a:pt x="717" y="24578"/>
                  </a:lnTo>
                  <a:lnTo>
                    <a:pt x="729" y="24565"/>
                  </a:lnTo>
                  <a:lnTo>
                    <a:pt x="742" y="24578"/>
                  </a:lnTo>
                  <a:lnTo>
                    <a:pt x="755" y="24578"/>
                  </a:lnTo>
                  <a:lnTo>
                    <a:pt x="768" y="24603"/>
                  </a:lnTo>
                  <a:lnTo>
                    <a:pt x="857" y="24974"/>
                  </a:lnTo>
                  <a:lnTo>
                    <a:pt x="857" y="24987"/>
                  </a:lnTo>
                  <a:lnTo>
                    <a:pt x="780" y="25434"/>
                  </a:lnTo>
                  <a:lnTo>
                    <a:pt x="1100" y="25728"/>
                  </a:lnTo>
                  <a:lnTo>
                    <a:pt x="2033" y="25715"/>
                  </a:lnTo>
                  <a:lnTo>
                    <a:pt x="2033" y="25741"/>
                  </a:lnTo>
                  <a:lnTo>
                    <a:pt x="2071" y="25702"/>
                  </a:lnTo>
                  <a:lnTo>
                    <a:pt x="2225" y="25702"/>
                  </a:lnTo>
                  <a:lnTo>
                    <a:pt x="2250" y="25715"/>
                  </a:lnTo>
                  <a:lnTo>
                    <a:pt x="2301" y="25753"/>
                  </a:lnTo>
                  <a:lnTo>
                    <a:pt x="2404" y="25753"/>
                  </a:lnTo>
                  <a:lnTo>
                    <a:pt x="2991" y="26098"/>
                  </a:lnTo>
                  <a:lnTo>
                    <a:pt x="3043" y="26009"/>
                  </a:lnTo>
                  <a:lnTo>
                    <a:pt x="2595" y="25268"/>
                  </a:lnTo>
                  <a:lnTo>
                    <a:pt x="2557" y="24501"/>
                  </a:lnTo>
                  <a:lnTo>
                    <a:pt x="2991" y="24207"/>
                  </a:lnTo>
                  <a:lnTo>
                    <a:pt x="3311" y="24105"/>
                  </a:lnTo>
                  <a:lnTo>
                    <a:pt x="3413" y="23300"/>
                  </a:lnTo>
                  <a:lnTo>
                    <a:pt x="4385" y="22354"/>
                  </a:lnTo>
                  <a:lnTo>
                    <a:pt x="4346" y="22239"/>
                  </a:lnTo>
                  <a:lnTo>
                    <a:pt x="4448" y="22009"/>
                  </a:lnTo>
                  <a:lnTo>
                    <a:pt x="4333" y="21664"/>
                  </a:lnTo>
                  <a:lnTo>
                    <a:pt x="3809" y="21574"/>
                  </a:lnTo>
                  <a:lnTo>
                    <a:pt x="3247" y="20935"/>
                  </a:lnTo>
                  <a:lnTo>
                    <a:pt x="3541" y="20271"/>
                  </a:lnTo>
                  <a:lnTo>
                    <a:pt x="3822" y="20040"/>
                  </a:lnTo>
                  <a:lnTo>
                    <a:pt x="3873" y="20092"/>
                  </a:lnTo>
                  <a:lnTo>
                    <a:pt x="3976" y="19938"/>
                  </a:lnTo>
                  <a:lnTo>
                    <a:pt x="4551" y="19913"/>
                  </a:lnTo>
                  <a:lnTo>
                    <a:pt x="4461" y="19670"/>
                  </a:lnTo>
                  <a:lnTo>
                    <a:pt x="4679" y="19427"/>
                  </a:lnTo>
                  <a:lnTo>
                    <a:pt x="4730" y="18699"/>
                  </a:lnTo>
                  <a:lnTo>
                    <a:pt x="5049" y="18328"/>
                  </a:lnTo>
                  <a:lnTo>
                    <a:pt x="5292" y="18251"/>
                  </a:lnTo>
                  <a:lnTo>
                    <a:pt x="4896" y="17983"/>
                  </a:lnTo>
                  <a:lnTo>
                    <a:pt x="5139" y="17766"/>
                  </a:lnTo>
                  <a:lnTo>
                    <a:pt x="5151" y="17612"/>
                  </a:lnTo>
                  <a:lnTo>
                    <a:pt x="4883" y="17459"/>
                  </a:lnTo>
                  <a:lnTo>
                    <a:pt x="4870" y="16909"/>
                  </a:lnTo>
                  <a:lnTo>
                    <a:pt x="4806" y="16436"/>
                  </a:lnTo>
                  <a:lnTo>
                    <a:pt x="4921" y="16283"/>
                  </a:lnTo>
                  <a:lnTo>
                    <a:pt x="5701" y="16628"/>
                  </a:lnTo>
                  <a:lnTo>
                    <a:pt x="6199" y="16628"/>
                  </a:lnTo>
                  <a:lnTo>
                    <a:pt x="6723" y="16321"/>
                  </a:lnTo>
                  <a:lnTo>
                    <a:pt x="6647" y="15976"/>
                  </a:lnTo>
                  <a:lnTo>
                    <a:pt x="6826" y="15427"/>
                  </a:lnTo>
                  <a:lnTo>
                    <a:pt x="6813" y="15133"/>
                  </a:lnTo>
                  <a:lnTo>
                    <a:pt x="6660" y="14941"/>
                  </a:lnTo>
                  <a:lnTo>
                    <a:pt x="6775" y="14634"/>
                  </a:lnTo>
                  <a:lnTo>
                    <a:pt x="7043" y="14826"/>
                  </a:lnTo>
                  <a:lnTo>
                    <a:pt x="7580" y="14954"/>
                  </a:lnTo>
                  <a:lnTo>
                    <a:pt x="9177" y="14698"/>
                  </a:lnTo>
                  <a:lnTo>
                    <a:pt x="9203" y="14737"/>
                  </a:lnTo>
                  <a:lnTo>
                    <a:pt x="9305" y="14839"/>
                  </a:lnTo>
                  <a:lnTo>
                    <a:pt x="9395" y="14775"/>
                  </a:lnTo>
                  <a:lnTo>
                    <a:pt x="9331" y="14685"/>
                  </a:lnTo>
                  <a:lnTo>
                    <a:pt x="9292" y="14660"/>
                  </a:lnTo>
                  <a:lnTo>
                    <a:pt x="9983" y="14289"/>
                  </a:lnTo>
                  <a:lnTo>
                    <a:pt x="10021" y="14174"/>
                  </a:lnTo>
                  <a:lnTo>
                    <a:pt x="10059" y="14034"/>
                  </a:lnTo>
                  <a:lnTo>
                    <a:pt x="10161" y="13931"/>
                  </a:lnTo>
                  <a:lnTo>
                    <a:pt x="10379" y="13714"/>
                  </a:lnTo>
                  <a:lnTo>
                    <a:pt x="10685" y="13420"/>
                  </a:lnTo>
                  <a:lnTo>
                    <a:pt x="10711" y="12858"/>
                  </a:lnTo>
                  <a:lnTo>
                    <a:pt x="10443" y="12819"/>
                  </a:lnTo>
                  <a:lnTo>
                    <a:pt x="10289" y="12500"/>
                  </a:lnTo>
                  <a:lnTo>
                    <a:pt x="10353" y="12257"/>
                  </a:lnTo>
                  <a:lnTo>
                    <a:pt x="10532" y="12040"/>
                  </a:lnTo>
                  <a:lnTo>
                    <a:pt x="10110" y="11529"/>
                  </a:lnTo>
                  <a:lnTo>
                    <a:pt x="9612" y="11247"/>
                  </a:lnTo>
                  <a:lnTo>
                    <a:pt x="9612" y="10979"/>
                  </a:lnTo>
                  <a:lnTo>
                    <a:pt x="9701" y="10902"/>
                  </a:lnTo>
                  <a:lnTo>
                    <a:pt x="9637" y="10570"/>
                  </a:lnTo>
                  <a:lnTo>
                    <a:pt x="9637" y="10557"/>
                  </a:lnTo>
                  <a:lnTo>
                    <a:pt x="9637" y="10008"/>
                  </a:lnTo>
                  <a:lnTo>
                    <a:pt x="9650" y="9995"/>
                  </a:lnTo>
                  <a:lnTo>
                    <a:pt x="9663" y="9982"/>
                  </a:lnTo>
                  <a:lnTo>
                    <a:pt x="9842" y="9918"/>
                  </a:lnTo>
                  <a:lnTo>
                    <a:pt x="9855" y="9381"/>
                  </a:lnTo>
                  <a:lnTo>
                    <a:pt x="9867" y="9356"/>
                  </a:lnTo>
                  <a:lnTo>
                    <a:pt x="9893" y="9343"/>
                  </a:lnTo>
                  <a:lnTo>
                    <a:pt x="9983" y="9330"/>
                  </a:lnTo>
                  <a:lnTo>
                    <a:pt x="9880" y="8973"/>
                  </a:lnTo>
                  <a:lnTo>
                    <a:pt x="9880" y="8947"/>
                  </a:lnTo>
                  <a:lnTo>
                    <a:pt x="9893" y="8934"/>
                  </a:lnTo>
                  <a:lnTo>
                    <a:pt x="10098" y="8781"/>
                  </a:lnTo>
                  <a:lnTo>
                    <a:pt x="10340" y="8091"/>
                  </a:lnTo>
                  <a:lnTo>
                    <a:pt x="10264" y="7963"/>
                  </a:lnTo>
                  <a:lnTo>
                    <a:pt x="10264" y="7950"/>
                  </a:lnTo>
                  <a:lnTo>
                    <a:pt x="10264" y="7924"/>
                  </a:lnTo>
                  <a:lnTo>
                    <a:pt x="10494" y="7516"/>
                  </a:lnTo>
                  <a:lnTo>
                    <a:pt x="10519" y="7503"/>
                  </a:lnTo>
                  <a:lnTo>
                    <a:pt x="10660" y="7439"/>
                  </a:lnTo>
                  <a:lnTo>
                    <a:pt x="10724" y="7183"/>
                  </a:lnTo>
                  <a:lnTo>
                    <a:pt x="10737" y="7158"/>
                  </a:lnTo>
                  <a:lnTo>
                    <a:pt x="10762" y="7158"/>
                  </a:lnTo>
                  <a:lnTo>
                    <a:pt x="10941" y="7170"/>
                  </a:lnTo>
                  <a:lnTo>
                    <a:pt x="11248" y="6787"/>
                  </a:lnTo>
                  <a:lnTo>
                    <a:pt x="11900" y="6084"/>
                  </a:lnTo>
                  <a:lnTo>
                    <a:pt x="11925" y="6071"/>
                  </a:lnTo>
                  <a:lnTo>
                    <a:pt x="12079" y="6071"/>
                  </a:lnTo>
                  <a:lnTo>
                    <a:pt x="12079" y="5931"/>
                  </a:lnTo>
                  <a:lnTo>
                    <a:pt x="12079" y="5918"/>
                  </a:lnTo>
                  <a:lnTo>
                    <a:pt x="12091" y="5905"/>
                  </a:lnTo>
                  <a:lnTo>
                    <a:pt x="12654" y="5496"/>
                  </a:lnTo>
                  <a:lnTo>
                    <a:pt x="12666" y="5496"/>
                  </a:lnTo>
                  <a:lnTo>
                    <a:pt x="13625" y="5126"/>
                  </a:lnTo>
                  <a:lnTo>
                    <a:pt x="13804" y="4410"/>
                  </a:lnTo>
                  <a:lnTo>
                    <a:pt x="13651" y="3873"/>
                  </a:lnTo>
                  <a:lnTo>
                    <a:pt x="13216" y="3899"/>
                  </a:lnTo>
                  <a:lnTo>
                    <a:pt x="13127" y="4141"/>
                  </a:lnTo>
                  <a:lnTo>
                    <a:pt x="13037" y="4550"/>
                  </a:lnTo>
                  <a:lnTo>
                    <a:pt x="13037" y="4563"/>
                  </a:lnTo>
                  <a:lnTo>
                    <a:pt x="12730" y="4921"/>
                  </a:lnTo>
                  <a:lnTo>
                    <a:pt x="12705" y="4934"/>
                  </a:lnTo>
                  <a:lnTo>
                    <a:pt x="12347" y="4985"/>
                  </a:lnTo>
                  <a:lnTo>
                    <a:pt x="12296" y="5138"/>
                  </a:lnTo>
                  <a:lnTo>
                    <a:pt x="12283" y="5151"/>
                  </a:lnTo>
                  <a:lnTo>
                    <a:pt x="12155" y="5266"/>
                  </a:lnTo>
                  <a:lnTo>
                    <a:pt x="12104" y="5266"/>
                  </a:lnTo>
                  <a:lnTo>
                    <a:pt x="11836" y="5151"/>
                  </a:lnTo>
                  <a:lnTo>
                    <a:pt x="11644" y="5368"/>
                  </a:lnTo>
                  <a:lnTo>
                    <a:pt x="11631" y="5381"/>
                  </a:lnTo>
                  <a:lnTo>
                    <a:pt x="11618" y="5381"/>
                  </a:lnTo>
                  <a:lnTo>
                    <a:pt x="11593" y="5368"/>
                  </a:lnTo>
                  <a:lnTo>
                    <a:pt x="11491" y="5228"/>
                  </a:lnTo>
                  <a:lnTo>
                    <a:pt x="10979" y="5266"/>
                  </a:lnTo>
                  <a:lnTo>
                    <a:pt x="10967" y="5266"/>
                  </a:lnTo>
                  <a:lnTo>
                    <a:pt x="10545" y="5049"/>
                  </a:lnTo>
                  <a:lnTo>
                    <a:pt x="9957" y="5011"/>
                  </a:lnTo>
                  <a:lnTo>
                    <a:pt x="9931" y="4998"/>
                  </a:lnTo>
                  <a:lnTo>
                    <a:pt x="9919" y="4985"/>
                  </a:lnTo>
                  <a:lnTo>
                    <a:pt x="9880" y="4819"/>
                  </a:lnTo>
                  <a:lnTo>
                    <a:pt x="9880" y="4806"/>
                  </a:lnTo>
                  <a:lnTo>
                    <a:pt x="9893" y="4780"/>
                  </a:lnTo>
                  <a:lnTo>
                    <a:pt x="10289" y="4448"/>
                  </a:lnTo>
                  <a:lnTo>
                    <a:pt x="10417" y="4014"/>
                  </a:lnTo>
                  <a:lnTo>
                    <a:pt x="10417" y="4001"/>
                  </a:lnTo>
                  <a:lnTo>
                    <a:pt x="10443" y="3988"/>
                  </a:lnTo>
                  <a:lnTo>
                    <a:pt x="10570" y="3963"/>
                  </a:lnTo>
                  <a:lnTo>
                    <a:pt x="10673" y="3745"/>
                  </a:lnTo>
                  <a:lnTo>
                    <a:pt x="10673" y="3732"/>
                  </a:lnTo>
                  <a:lnTo>
                    <a:pt x="10852" y="3541"/>
                  </a:lnTo>
                  <a:lnTo>
                    <a:pt x="10941" y="3298"/>
                  </a:lnTo>
                  <a:lnTo>
                    <a:pt x="10123" y="2991"/>
                  </a:lnTo>
                  <a:lnTo>
                    <a:pt x="10110" y="2978"/>
                  </a:lnTo>
                  <a:lnTo>
                    <a:pt x="8986" y="2148"/>
                  </a:lnTo>
                  <a:lnTo>
                    <a:pt x="8232" y="1905"/>
                  </a:lnTo>
                  <a:lnTo>
                    <a:pt x="8219" y="1892"/>
                  </a:lnTo>
                  <a:lnTo>
                    <a:pt x="8206" y="1879"/>
                  </a:lnTo>
                  <a:lnTo>
                    <a:pt x="8129" y="1662"/>
                  </a:lnTo>
                  <a:lnTo>
                    <a:pt x="7580" y="1330"/>
                  </a:lnTo>
                  <a:lnTo>
                    <a:pt x="7554" y="1317"/>
                  </a:lnTo>
                  <a:lnTo>
                    <a:pt x="7247" y="691"/>
                  </a:lnTo>
                  <a:lnTo>
                    <a:pt x="7056" y="448"/>
                  </a:lnTo>
                  <a:lnTo>
                    <a:pt x="6775" y="243"/>
                  </a:lnTo>
                  <a:lnTo>
                    <a:pt x="6110" y="256"/>
                  </a:lnTo>
                  <a:lnTo>
                    <a:pt x="5765" y="985"/>
                  </a:lnTo>
                  <a:lnTo>
                    <a:pt x="5752" y="997"/>
                  </a:lnTo>
                  <a:lnTo>
                    <a:pt x="5714" y="997"/>
                  </a:lnTo>
                  <a:lnTo>
                    <a:pt x="5701" y="985"/>
                  </a:lnTo>
                  <a:lnTo>
                    <a:pt x="5394" y="358"/>
                  </a:lnTo>
                  <a:lnTo>
                    <a:pt x="4589" y="231"/>
                  </a:lnTo>
                  <a:lnTo>
                    <a:pt x="4576" y="218"/>
                  </a:lnTo>
                  <a:lnTo>
                    <a:pt x="42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8"/>
            <p:cNvSpPr/>
            <p:nvPr/>
          </p:nvSpPr>
          <p:spPr>
            <a:xfrm>
              <a:off x="2317850" y="4587175"/>
              <a:ext cx="5450" cy="7050"/>
            </a:xfrm>
            <a:custGeom>
              <a:rect b="b" l="l" r="r" t="t"/>
              <a:pathLst>
                <a:path extrusionOk="0" h="282" w="218">
                  <a:moveTo>
                    <a:pt x="26" y="0"/>
                  </a:moveTo>
                  <a:lnTo>
                    <a:pt x="0" y="141"/>
                  </a:lnTo>
                  <a:lnTo>
                    <a:pt x="128" y="281"/>
                  </a:lnTo>
                  <a:lnTo>
                    <a:pt x="218" y="230"/>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8"/>
            <p:cNvSpPr/>
            <p:nvPr/>
          </p:nvSpPr>
          <p:spPr>
            <a:xfrm>
              <a:off x="6844750" y="2046700"/>
              <a:ext cx="28150" cy="23350"/>
            </a:xfrm>
            <a:custGeom>
              <a:rect b="b" l="l" r="r" t="t"/>
              <a:pathLst>
                <a:path extrusionOk="0" h="934" w="1126">
                  <a:moveTo>
                    <a:pt x="998" y="1"/>
                  </a:moveTo>
                  <a:lnTo>
                    <a:pt x="678" y="218"/>
                  </a:lnTo>
                  <a:lnTo>
                    <a:pt x="282" y="346"/>
                  </a:lnTo>
                  <a:lnTo>
                    <a:pt x="1" y="780"/>
                  </a:lnTo>
                  <a:lnTo>
                    <a:pt x="77" y="934"/>
                  </a:lnTo>
                  <a:lnTo>
                    <a:pt x="359" y="729"/>
                  </a:lnTo>
                  <a:lnTo>
                    <a:pt x="691" y="550"/>
                  </a:lnTo>
                  <a:lnTo>
                    <a:pt x="998" y="550"/>
                  </a:lnTo>
                  <a:lnTo>
                    <a:pt x="1125" y="256"/>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8"/>
            <p:cNvSpPr/>
            <p:nvPr/>
          </p:nvSpPr>
          <p:spPr>
            <a:xfrm>
              <a:off x="6931975" y="3803725"/>
              <a:ext cx="5150" cy="8650"/>
            </a:xfrm>
            <a:custGeom>
              <a:rect b="b" l="l" r="r" t="t"/>
              <a:pathLst>
                <a:path extrusionOk="0" h="346" w="206">
                  <a:moveTo>
                    <a:pt x="1" y="0"/>
                  </a:moveTo>
                  <a:lnTo>
                    <a:pt x="1" y="345"/>
                  </a:lnTo>
                  <a:lnTo>
                    <a:pt x="205" y="16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8"/>
            <p:cNvSpPr/>
            <p:nvPr/>
          </p:nvSpPr>
          <p:spPr>
            <a:xfrm>
              <a:off x="6915700" y="3789350"/>
              <a:ext cx="10550" cy="14400"/>
            </a:xfrm>
            <a:custGeom>
              <a:rect b="b" l="l" r="r" t="t"/>
              <a:pathLst>
                <a:path extrusionOk="0" h="576" w="422">
                  <a:moveTo>
                    <a:pt x="0" y="0"/>
                  </a:moveTo>
                  <a:lnTo>
                    <a:pt x="0" y="332"/>
                  </a:lnTo>
                  <a:lnTo>
                    <a:pt x="205" y="575"/>
                  </a:lnTo>
                  <a:lnTo>
                    <a:pt x="422" y="294"/>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8"/>
            <p:cNvSpPr/>
            <p:nvPr/>
          </p:nvSpPr>
          <p:spPr>
            <a:xfrm>
              <a:off x="6684675" y="2278025"/>
              <a:ext cx="24950" cy="20475"/>
            </a:xfrm>
            <a:custGeom>
              <a:rect b="b" l="l" r="r" t="t"/>
              <a:pathLst>
                <a:path extrusionOk="0" h="819" w="998">
                  <a:moveTo>
                    <a:pt x="870" y="1"/>
                  </a:moveTo>
                  <a:lnTo>
                    <a:pt x="665" y="103"/>
                  </a:lnTo>
                  <a:lnTo>
                    <a:pt x="525" y="295"/>
                  </a:lnTo>
                  <a:lnTo>
                    <a:pt x="231" y="512"/>
                  </a:lnTo>
                  <a:lnTo>
                    <a:pt x="1" y="512"/>
                  </a:lnTo>
                  <a:lnTo>
                    <a:pt x="13" y="614"/>
                  </a:lnTo>
                  <a:lnTo>
                    <a:pt x="1" y="742"/>
                  </a:lnTo>
                  <a:lnTo>
                    <a:pt x="13" y="755"/>
                  </a:lnTo>
                  <a:lnTo>
                    <a:pt x="39" y="768"/>
                  </a:lnTo>
                  <a:lnTo>
                    <a:pt x="103" y="793"/>
                  </a:lnTo>
                  <a:lnTo>
                    <a:pt x="192" y="806"/>
                  </a:lnTo>
                  <a:lnTo>
                    <a:pt x="269" y="819"/>
                  </a:lnTo>
                  <a:lnTo>
                    <a:pt x="295" y="806"/>
                  </a:lnTo>
                  <a:lnTo>
                    <a:pt x="333" y="768"/>
                  </a:lnTo>
                  <a:lnTo>
                    <a:pt x="435" y="691"/>
                  </a:lnTo>
                  <a:lnTo>
                    <a:pt x="563" y="589"/>
                  </a:lnTo>
                  <a:lnTo>
                    <a:pt x="601" y="461"/>
                  </a:lnTo>
                  <a:lnTo>
                    <a:pt x="640" y="372"/>
                  </a:lnTo>
                  <a:lnTo>
                    <a:pt x="665" y="333"/>
                  </a:lnTo>
                  <a:lnTo>
                    <a:pt x="844" y="257"/>
                  </a:lnTo>
                  <a:lnTo>
                    <a:pt x="998" y="205"/>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8"/>
            <p:cNvSpPr/>
            <p:nvPr/>
          </p:nvSpPr>
          <p:spPr>
            <a:xfrm>
              <a:off x="6671900" y="2309025"/>
              <a:ext cx="9275" cy="12500"/>
            </a:xfrm>
            <a:custGeom>
              <a:rect b="b" l="l" r="r" t="t"/>
              <a:pathLst>
                <a:path extrusionOk="0" h="500" w="371">
                  <a:moveTo>
                    <a:pt x="103" y="1"/>
                  </a:moveTo>
                  <a:lnTo>
                    <a:pt x="0" y="167"/>
                  </a:lnTo>
                  <a:lnTo>
                    <a:pt x="39" y="333"/>
                  </a:lnTo>
                  <a:lnTo>
                    <a:pt x="77" y="448"/>
                  </a:lnTo>
                  <a:lnTo>
                    <a:pt x="103" y="499"/>
                  </a:lnTo>
                  <a:lnTo>
                    <a:pt x="269" y="41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8"/>
            <p:cNvSpPr/>
            <p:nvPr/>
          </p:nvSpPr>
          <p:spPr>
            <a:xfrm>
              <a:off x="6901300" y="4414000"/>
              <a:ext cx="15050" cy="16950"/>
            </a:xfrm>
            <a:custGeom>
              <a:rect b="b" l="l" r="r" t="t"/>
              <a:pathLst>
                <a:path extrusionOk="0" h="678" w="602">
                  <a:moveTo>
                    <a:pt x="244" y="0"/>
                  </a:moveTo>
                  <a:lnTo>
                    <a:pt x="193" y="13"/>
                  </a:lnTo>
                  <a:lnTo>
                    <a:pt x="167" y="38"/>
                  </a:lnTo>
                  <a:lnTo>
                    <a:pt x="154" y="77"/>
                  </a:lnTo>
                  <a:lnTo>
                    <a:pt x="154" y="115"/>
                  </a:lnTo>
                  <a:lnTo>
                    <a:pt x="180" y="166"/>
                  </a:lnTo>
                  <a:lnTo>
                    <a:pt x="205" y="230"/>
                  </a:lnTo>
                  <a:lnTo>
                    <a:pt x="205" y="256"/>
                  </a:lnTo>
                  <a:lnTo>
                    <a:pt x="193" y="281"/>
                  </a:lnTo>
                  <a:lnTo>
                    <a:pt x="154" y="307"/>
                  </a:lnTo>
                  <a:lnTo>
                    <a:pt x="141" y="358"/>
                  </a:lnTo>
                  <a:lnTo>
                    <a:pt x="116" y="396"/>
                  </a:lnTo>
                  <a:lnTo>
                    <a:pt x="78" y="422"/>
                  </a:lnTo>
                  <a:lnTo>
                    <a:pt x="52" y="447"/>
                  </a:lnTo>
                  <a:lnTo>
                    <a:pt x="52" y="486"/>
                  </a:lnTo>
                  <a:lnTo>
                    <a:pt x="52" y="511"/>
                  </a:lnTo>
                  <a:lnTo>
                    <a:pt x="52" y="537"/>
                  </a:lnTo>
                  <a:lnTo>
                    <a:pt x="39" y="562"/>
                  </a:lnTo>
                  <a:lnTo>
                    <a:pt x="14" y="588"/>
                  </a:lnTo>
                  <a:lnTo>
                    <a:pt x="1" y="601"/>
                  </a:lnTo>
                  <a:lnTo>
                    <a:pt x="1" y="614"/>
                  </a:lnTo>
                  <a:lnTo>
                    <a:pt x="1" y="665"/>
                  </a:lnTo>
                  <a:lnTo>
                    <a:pt x="26" y="677"/>
                  </a:lnTo>
                  <a:lnTo>
                    <a:pt x="52" y="677"/>
                  </a:lnTo>
                  <a:lnTo>
                    <a:pt x="78" y="665"/>
                  </a:lnTo>
                  <a:lnTo>
                    <a:pt x="103" y="639"/>
                  </a:lnTo>
                  <a:lnTo>
                    <a:pt x="116" y="601"/>
                  </a:lnTo>
                  <a:lnTo>
                    <a:pt x="154" y="575"/>
                  </a:lnTo>
                  <a:lnTo>
                    <a:pt x="193" y="562"/>
                  </a:lnTo>
                  <a:lnTo>
                    <a:pt x="231" y="550"/>
                  </a:lnTo>
                  <a:lnTo>
                    <a:pt x="282" y="562"/>
                  </a:lnTo>
                  <a:lnTo>
                    <a:pt x="308" y="562"/>
                  </a:lnTo>
                  <a:lnTo>
                    <a:pt x="333" y="550"/>
                  </a:lnTo>
                  <a:lnTo>
                    <a:pt x="372" y="511"/>
                  </a:lnTo>
                  <a:lnTo>
                    <a:pt x="423" y="486"/>
                  </a:lnTo>
                  <a:lnTo>
                    <a:pt x="525" y="460"/>
                  </a:lnTo>
                  <a:lnTo>
                    <a:pt x="563" y="435"/>
                  </a:lnTo>
                  <a:lnTo>
                    <a:pt x="589" y="422"/>
                  </a:lnTo>
                  <a:lnTo>
                    <a:pt x="602" y="396"/>
                  </a:lnTo>
                  <a:lnTo>
                    <a:pt x="602" y="345"/>
                  </a:lnTo>
                  <a:lnTo>
                    <a:pt x="589" y="332"/>
                  </a:lnTo>
                  <a:lnTo>
                    <a:pt x="576" y="307"/>
                  </a:lnTo>
                  <a:lnTo>
                    <a:pt x="538" y="294"/>
                  </a:lnTo>
                  <a:lnTo>
                    <a:pt x="474" y="281"/>
                  </a:lnTo>
                  <a:lnTo>
                    <a:pt x="448" y="256"/>
                  </a:lnTo>
                  <a:lnTo>
                    <a:pt x="410" y="230"/>
                  </a:lnTo>
                  <a:lnTo>
                    <a:pt x="448" y="243"/>
                  </a:lnTo>
                  <a:lnTo>
                    <a:pt x="487" y="230"/>
                  </a:lnTo>
                  <a:lnTo>
                    <a:pt x="512" y="230"/>
                  </a:lnTo>
                  <a:lnTo>
                    <a:pt x="525" y="205"/>
                  </a:lnTo>
                  <a:lnTo>
                    <a:pt x="525" y="192"/>
                  </a:lnTo>
                  <a:lnTo>
                    <a:pt x="512" y="166"/>
                  </a:lnTo>
                  <a:lnTo>
                    <a:pt x="474" y="141"/>
                  </a:lnTo>
                  <a:lnTo>
                    <a:pt x="423" y="115"/>
                  </a:lnTo>
                  <a:lnTo>
                    <a:pt x="397" y="64"/>
                  </a:lnTo>
                  <a:lnTo>
                    <a:pt x="359" y="26"/>
                  </a:lnTo>
                  <a:lnTo>
                    <a:pt x="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8"/>
            <p:cNvSpPr/>
            <p:nvPr/>
          </p:nvSpPr>
          <p:spPr>
            <a:xfrm>
              <a:off x="7039650" y="2233625"/>
              <a:ext cx="10900" cy="5775"/>
            </a:xfrm>
            <a:custGeom>
              <a:rect b="b" l="l" r="r" t="t"/>
              <a:pathLst>
                <a:path extrusionOk="0" h="231" w="436">
                  <a:moveTo>
                    <a:pt x="1" y="0"/>
                  </a:moveTo>
                  <a:lnTo>
                    <a:pt x="116" y="230"/>
                  </a:lnTo>
                  <a:lnTo>
                    <a:pt x="435" y="230"/>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8"/>
            <p:cNvSpPr/>
            <p:nvPr/>
          </p:nvSpPr>
          <p:spPr>
            <a:xfrm>
              <a:off x="7015375" y="2219575"/>
              <a:ext cx="24300" cy="7675"/>
            </a:xfrm>
            <a:custGeom>
              <a:rect b="b" l="l" r="r" t="t"/>
              <a:pathLst>
                <a:path extrusionOk="0" h="307" w="972">
                  <a:moveTo>
                    <a:pt x="1" y="0"/>
                  </a:moveTo>
                  <a:lnTo>
                    <a:pt x="1" y="166"/>
                  </a:lnTo>
                  <a:lnTo>
                    <a:pt x="550" y="307"/>
                  </a:lnTo>
                  <a:lnTo>
                    <a:pt x="972" y="307"/>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8"/>
            <p:cNvSpPr/>
            <p:nvPr/>
          </p:nvSpPr>
          <p:spPr>
            <a:xfrm>
              <a:off x="7063950" y="4113975"/>
              <a:ext cx="5450" cy="8325"/>
            </a:xfrm>
            <a:custGeom>
              <a:rect b="b" l="l" r="r" t="t"/>
              <a:pathLst>
                <a:path extrusionOk="0" h="333" w="218">
                  <a:moveTo>
                    <a:pt x="39" y="0"/>
                  </a:moveTo>
                  <a:lnTo>
                    <a:pt x="26" y="38"/>
                  </a:lnTo>
                  <a:lnTo>
                    <a:pt x="13" y="102"/>
                  </a:lnTo>
                  <a:lnTo>
                    <a:pt x="0" y="153"/>
                  </a:lnTo>
                  <a:lnTo>
                    <a:pt x="0" y="192"/>
                  </a:lnTo>
                  <a:lnTo>
                    <a:pt x="51" y="217"/>
                  </a:lnTo>
                  <a:lnTo>
                    <a:pt x="90" y="256"/>
                  </a:lnTo>
                  <a:lnTo>
                    <a:pt x="115" y="294"/>
                  </a:lnTo>
                  <a:lnTo>
                    <a:pt x="166" y="320"/>
                  </a:lnTo>
                  <a:lnTo>
                    <a:pt x="192" y="332"/>
                  </a:lnTo>
                  <a:lnTo>
                    <a:pt x="205" y="320"/>
                  </a:lnTo>
                  <a:lnTo>
                    <a:pt x="218" y="307"/>
                  </a:lnTo>
                  <a:lnTo>
                    <a:pt x="218" y="281"/>
                  </a:lnTo>
                  <a:lnTo>
                    <a:pt x="205" y="256"/>
                  </a:lnTo>
                  <a:lnTo>
                    <a:pt x="192" y="243"/>
                  </a:lnTo>
                  <a:lnTo>
                    <a:pt x="179" y="217"/>
                  </a:lnTo>
                  <a:lnTo>
                    <a:pt x="166" y="192"/>
                  </a:lnTo>
                  <a:lnTo>
                    <a:pt x="166" y="166"/>
                  </a:lnTo>
                  <a:lnTo>
                    <a:pt x="166" y="141"/>
                  </a:lnTo>
                  <a:lnTo>
                    <a:pt x="141" y="90"/>
                  </a:lnTo>
                  <a:lnTo>
                    <a:pt x="103" y="51"/>
                  </a:lnTo>
                  <a:lnTo>
                    <a:pt x="90"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8"/>
            <p:cNvSpPr/>
            <p:nvPr/>
          </p:nvSpPr>
          <p:spPr>
            <a:xfrm>
              <a:off x="6876700" y="4238250"/>
              <a:ext cx="165850" cy="174175"/>
            </a:xfrm>
            <a:custGeom>
              <a:rect b="b" l="l" r="r" t="t"/>
              <a:pathLst>
                <a:path extrusionOk="0" h="6967" w="6634">
                  <a:moveTo>
                    <a:pt x="5100" y="1"/>
                  </a:moveTo>
                  <a:lnTo>
                    <a:pt x="5062" y="14"/>
                  </a:lnTo>
                  <a:lnTo>
                    <a:pt x="5011" y="39"/>
                  </a:lnTo>
                  <a:lnTo>
                    <a:pt x="4985" y="90"/>
                  </a:lnTo>
                  <a:lnTo>
                    <a:pt x="4985" y="103"/>
                  </a:lnTo>
                  <a:lnTo>
                    <a:pt x="4972" y="116"/>
                  </a:lnTo>
                  <a:lnTo>
                    <a:pt x="4883" y="167"/>
                  </a:lnTo>
                  <a:lnTo>
                    <a:pt x="4806" y="231"/>
                  </a:lnTo>
                  <a:lnTo>
                    <a:pt x="4730" y="295"/>
                  </a:lnTo>
                  <a:lnTo>
                    <a:pt x="4653" y="359"/>
                  </a:lnTo>
                  <a:lnTo>
                    <a:pt x="4615" y="384"/>
                  </a:lnTo>
                  <a:lnTo>
                    <a:pt x="4589" y="423"/>
                  </a:lnTo>
                  <a:lnTo>
                    <a:pt x="4576" y="461"/>
                  </a:lnTo>
                  <a:lnTo>
                    <a:pt x="4576" y="512"/>
                  </a:lnTo>
                  <a:lnTo>
                    <a:pt x="4576" y="665"/>
                  </a:lnTo>
                  <a:lnTo>
                    <a:pt x="4576" y="832"/>
                  </a:lnTo>
                  <a:lnTo>
                    <a:pt x="4576" y="883"/>
                  </a:lnTo>
                  <a:lnTo>
                    <a:pt x="4576" y="934"/>
                  </a:lnTo>
                  <a:lnTo>
                    <a:pt x="4563" y="985"/>
                  </a:lnTo>
                  <a:lnTo>
                    <a:pt x="4525" y="1036"/>
                  </a:lnTo>
                  <a:lnTo>
                    <a:pt x="4474" y="1113"/>
                  </a:lnTo>
                  <a:lnTo>
                    <a:pt x="4423" y="1189"/>
                  </a:lnTo>
                  <a:lnTo>
                    <a:pt x="4372" y="1279"/>
                  </a:lnTo>
                  <a:lnTo>
                    <a:pt x="4308" y="1343"/>
                  </a:lnTo>
                  <a:lnTo>
                    <a:pt x="4218" y="1394"/>
                  </a:lnTo>
                  <a:lnTo>
                    <a:pt x="4180" y="1407"/>
                  </a:lnTo>
                  <a:lnTo>
                    <a:pt x="4129" y="1407"/>
                  </a:lnTo>
                  <a:lnTo>
                    <a:pt x="4065" y="1419"/>
                  </a:lnTo>
                  <a:lnTo>
                    <a:pt x="4039" y="1432"/>
                  </a:lnTo>
                  <a:lnTo>
                    <a:pt x="4027" y="1471"/>
                  </a:lnTo>
                  <a:lnTo>
                    <a:pt x="4027" y="1522"/>
                  </a:lnTo>
                  <a:lnTo>
                    <a:pt x="4027" y="1547"/>
                  </a:lnTo>
                  <a:lnTo>
                    <a:pt x="4014" y="1573"/>
                  </a:lnTo>
                  <a:lnTo>
                    <a:pt x="3988" y="1637"/>
                  </a:lnTo>
                  <a:lnTo>
                    <a:pt x="3963" y="1713"/>
                  </a:lnTo>
                  <a:lnTo>
                    <a:pt x="3924" y="1854"/>
                  </a:lnTo>
                  <a:lnTo>
                    <a:pt x="3886" y="2007"/>
                  </a:lnTo>
                  <a:lnTo>
                    <a:pt x="3835" y="2148"/>
                  </a:lnTo>
                  <a:lnTo>
                    <a:pt x="3758" y="2314"/>
                  </a:lnTo>
                  <a:lnTo>
                    <a:pt x="3707" y="2391"/>
                  </a:lnTo>
                  <a:lnTo>
                    <a:pt x="3643" y="2467"/>
                  </a:lnTo>
                  <a:lnTo>
                    <a:pt x="3618" y="2493"/>
                  </a:lnTo>
                  <a:lnTo>
                    <a:pt x="3592" y="2544"/>
                  </a:lnTo>
                  <a:lnTo>
                    <a:pt x="3515" y="2634"/>
                  </a:lnTo>
                  <a:lnTo>
                    <a:pt x="3439" y="2723"/>
                  </a:lnTo>
                  <a:lnTo>
                    <a:pt x="3337" y="2787"/>
                  </a:lnTo>
                  <a:lnTo>
                    <a:pt x="3234" y="2838"/>
                  </a:lnTo>
                  <a:lnTo>
                    <a:pt x="3183" y="2864"/>
                  </a:lnTo>
                  <a:lnTo>
                    <a:pt x="3145" y="2889"/>
                  </a:lnTo>
                  <a:lnTo>
                    <a:pt x="3055" y="2953"/>
                  </a:lnTo>
                  <a:lnTo>
                    <a:pt x="2979" y="3030"/>
                  </a:lnTo>
                  <a:lnTo>
                    <a:pt x="2825" y="3196"/>
                  </a:lnTo>
                  <a:lnTo>
                    <a:pt x="2774" y="3247"/>
                  </a:lnTo>
                  <a:lnTo>
                    <a:pt x="2710" y="3285"/>
                  </a:lnTo>
                  <a:lnTo>
                    <a:pt x="2672" y="3298"/>
                  </a:lnTo>
                  <a:lnTo>
                    <a:pt x="2646" y="3324"/>
                  </a:lnTo>
                  <a:lnTo>
                    <a:pt x="2595" y="3388"/>
                  </a:lnTo>
                  <a:lnTo>
                    <a:pt x="2570" y="3439"/>
                  </a:lnTo>
                  <a:lnTo>
                    <a:pt x="2531" y="3477"/>
                  </a:lnTo>
                  <a:lnTo>
                    <a:pt x="2493" y="3515"/>
                  </a:lnTo>
                  <a:lnTo>
                    <a:pt x="2442" y="3541"/>
                  </a:lnTo>
                  <a:lnTo>
                    <a:pt x="2352" y="3567"/>
                  </a:lnTo>
                  <a:lnTo>
                    <a:pt x="2276" y="3605"/>
                  </a:lnTo>
                  <a:lnTo>
                    <a:pt x="2161" y="3682"/>
                  </a:lnTo>
                  <a:lnTo>
                    <a:pt x="2046" y="3771"/>
                  </a:lnTo>
                  <a:lnTo>
                    <a:pt x="1841" y="3963"/>
                  </a:lnTo>
                  <a:lnTo>
                    <a:pt x="1790" y="3988"/>
                  </a:lnTo>
                  <a:lnTo>
                    <a:pt x="1765" y="4001"/>
                  </a:lnTo>
                  <a:lnTo>
                    <a:pt x="1739" y="4001"/>
                  </a:lnTo>
                  <a:lnTo>
                    <a:pt x="1688" y="3988"/>
                  </a:lnTo>
                  <a:lnTo>
                    <a:pt x="1637" y="4001"/>
                  </a:lnTo>
                  <a:lnTo>
                    <a:pt x="1534" y="4039"/>
                  </a:lnTo>
                  <a:lnTo>
                    <a:pt x="1509" y="4039"/>
                  </a:lnTo>
                  <a:lnTo>
                    <a:pt x="1483" y="4052"/>
                  </a:lnTo>
                  <a:lnTo>
                    <a:pt x="1445" y="4052"/>
                  </a:lnTo>
                  <a:lnTo>
                    <a:pt x="1419" y="4091"/>
                  </a:lnTo>
                  <a:lnTo>
                    <a:pt x="1343" y="4206"/>
                  </a:lnTo>
                  <a:lnTo>
                    <a:pt x="1292" y="4269"/>
                  </a:lnTo>
                  <a:lnTo>
                    <a:pt x="1241" y="4321"/>
                  </a:lnTo>
                  <a:lnTo>
                    <a:pt x="1228" y="4333"/>
                  </a:lnTo>
                  <a:lnTo>
                    <a:pt x="1228" y="4346"/>
                  </a:lnTo>
                  <a:lnTo>
                    <a:pt x="1228" y="4359"/>
                  </a:lnTo>
                  <a:lnTo>
                    <a:pt x="1241" y="4385"/>
                  </a:lnTo>
                  <a:lnTo>
                    <a:pt x="1228" y="4397"/>
                  </a:lnTo>
                  <a:lnTo>
                    <a:pt x="1215" y="4410"/>
                  </a:lnTo>
                  <a:lnTo>
                    <a:pt x="1202" y="4410"/>
                  </a:lnTo>
                  <a:lnTo>
                    <a:pt x="1164" y="4423"/>
                  </a:lnTo>
                  <a:lnTo>
                    <a:pt x="1151" y="4448"/>
                  </a:lnTo>
                  <a:lnTo>
                    <a:pt x="1113" y="4500"/>
                  </a:lnTo>
                  <a:lnTo>
                    <a:pt x="1062" y="4538"/>
                  </a:lnTo>
                  <a:lnTo>
                    <a:pt x="1023" y="4563"/>
                  </a:lnTo>
                  <a:lnTo>
                    <a:pt x="1010" y="4589"/>
                  </a:lnTo>
                  <a:lnTo>
                    <a:pt x="1010" y="4602"/>
                  </a:lnTo>
                  <a:lnTo>
                    <a:pt x="1010" y="4653"/>
                  </a:lnTo>
                  <a:lnTo>
                    <a:pt x="998" y="4691"/>
                  </a:lnTo>
                  <a:lnTo>
                    <a:pt x="972" y="4717"/>
                  </a:lnTo>
                  <a:lnTo>
                    <a:pt x="934" y="4730"/>
                  </a:lnTo>
                  <a:lnTo>
                    <a:pt x="908" y="4755"/>
                  </a:lnTo>
                  <a:lnTo>
                    <a:pt x="780" y="4883"/>
                  </a:lnTo>
                  <a:lnTo>
                    <a:pt x="665" y="4998"/>
                  </a:lnTo>
                  <a:lnTo>
                    <a:pt x="538" y="5113"/>
                  </a:lnTo>
                  <a:lnTo>
                    <a:pt x="423" y="5254"/>
                  </a:lnTo>
                  <a:lnTo>
                    <a:pt x="371" y="5317"/>
                  </a:lnTo>
                  <a:lnTo>
                    <a:pt x="359" y="5381"/>
                  </a:lnTo>
                  <a:lnTo>
                    <a:pt x="359" y="5445"/>
                  </a:lnTo>
                  <a:lnTo>
                    <a:pt x="397" y="5509"/>
                  </a:lnTo>
                  <a:lnTo>
                    <a:pt x="423" y="5548"/>
                  </a:lnTo>
                  <a:lnTo>
                    <a:pt x="423" y="5573"/>
                  </a:lnTo>
                  <a:lnTo>
                    <a:pt x="410" y="5586"/>
                  </a:lnTo>
                  <a:lnTo>
                    <a:pt x="397" y="5599"/>
                  </a:lnTo>
                  <a:lnTo>
                    <a:pt x="371" y="5599"/>
                  </a:lnTo>
                  <a:lnTo>
                    <a:pt x="333" y="5573"/>
                  </a:lnTo>
                  <a:lnTo>
                    <a:pt x="295" y="5548"/>
                  </a:lnTo>
                  <a:lnTo>
                    <a:pt x="269" y="5548"/>
                  </a:lnTo>
                  <a:lnTo>
                    <a:pt x="244" y="5560"/>
                  </a:lnTo>
                  <a:lnTo>
                    <a:pt x="231" y="5599"/>
                  </a:lnTo>
                  <a:lnTo>
                    <a:pt x="193" y="5688"/>
                  </a:lnTo>
                  <a:lnTo>
                    <a:pt x="180" y="5739"/>
                  </a:lnTo>
                  <a:lnTo>
                    <a:pt x="167" y="5790"/>
                  </a:lnTo>
                  <a:lnTo>
                    <a:pt x="167" y="5841"/>
                  </a:lnTo>
                  <a:lnTo>
                    <a:pt x="167" y="5867"/>
                  </a:lnTo>
                  <a:lnTo>
                    <a:pt x="205" y="5880"/>
                  </a:lnTo>
                  <a:lnTo>
                    <a:pt x="269" y="5867"/>
                  </a:lnTo>
                  <a:lnTo>
                    <a:pt x="218" y="5893"/>
                  </a:lnTo>
                  <a:lnTo>
                    <a:pt x="205" y="5905"/>
                  </a:lnTo>
                  <a:lnTo>
                    <a:pt x="205" y="5918"/>
                  </a:lnTo>
                  <a:lnTo>
                    <a:pt x="218" y="5957"/>
                  </a:lnTo>
                  <a:lnTo>
                    <a:pt x="231" y="5982"/>
                  </a:lnTo>
                  <a:lnTo>
                    <a:pt x="244" y="6008"/>
                  </a:lnTo>
                  <a:lnTo>
                    <a:pt x="269" y="6033"/>
                  </a:lnTo>
                  <a:lnTo>
                    <a:pt x="269" y="6046"/>
                  </a:lnTo>
                  <a:lnTo>
                    <a:pt x="282" y="6046"/>
                  </a:lnTo>
                  <a:lnTo>
                    <a:pt x="295" y="6059"/>
                  </a:lnTo>
                  <a:lnTo>
                    <a:pt x="333" y="6059"/>
                  </a:lnTo>
                  <a:lnTo>
                    <a:pt x="308" y="6072"/>
                  </a:lnTo>
                  <a:lnTo>
                    <a:pt x="269" y="6072"/>
                  </a:lnTo>
                  <a:lnTo>
                    <a:pt x="244" y="6059"/>
                  </a:lnTo>
                  <a:lnTo>
                    <a:pt x="231" y="6059"/>
                  </a:lnTo>
                  <a:lnTo>
                    <a:pt x="193" y="6097"/>
                  </a:lnTo>
                  <a:lnTo>
                    <a:pt x="141" y="6110"/>
                  </a:lnTo>
                  <a:lnTo>
                    <a:pt x="52" y="6123"/>
                  </a:lnTo>
                  <a:lnTo>
                    <a:pt x="14" y="6135"/>
                  </a:lnTo>
                  <a:lnTo>
                    <a:pt x="1" y="6148"/>
                  </a:lnTo>
                  <a:lnTo>
                    <a:pt x="1" y="6161"/>
                  </a:lnTo>
                  <a:lnTo>
                    <a:pt x="1" y="6289"/>
                  </a:lnTo>
                  <a:lnTo>
                    <a:pt x="1" y="6327"/>
                  </a:lnTo>
                  <a:lnTo>
                    <a:pt x="26" y="6353"/>
                  </a:lnTo>
                  <a:lnTo>
                    <a:pt x="52" y="6353"/>
                  </a:lnTo>
                  <a:lnTo>
                    <a:pt x="77" y="6340"/>
                  </a:lnTo>
                  <a:lnTo>
                    <a:pt x="116" y="6327"/>
                  </a:lnTo>
                  <a:lnTo>
                    <a:pt x="129" y="6327"/>
                  </a:lnTo>
                  <a:lnTo>
                    <a:pt x="141" y="6353"/>
                  </a:lnTo>
                  <a:lnTo>
                    <a:pt x="141" y="6378"/>
                  </a:lnTo>
                  <a:lnTo>
                    <a:pt x="129" y="6404"/>
                  </a:lnTo>
                  <a:lnTo>
                    <a:pt x="129" y="6417"/>
                  </a:lnTo>
                  <a:lnTo>
                    <a:pt x="141" y="6429"/>
                  </a:lnTo>
                  <a:lnTo>
                    <a:pt x="167" y="6429"/>
                  </a:lnTo>
                  <a:lnTo>
                    <a:pt x="205" y="6417"/>
                  </a:lnTo>
                  <a:lnTo>
                    <a:pt x="218" y="6404"/>
                  </a:lnTo>
                  <a:lnTo>
                    <a:pt x="231" y="6391"/>
                  </a:lnTo>
                  <a:lnTo>
                    <a:pt x="244" y="6404"/>
                  </a:lnTo>
                  <a:lnTo>
                    <a:pt x="256" y="6417"/>
                  </a:lnTo>
                  <a:lnTo>
                    <a:pt x="256" y="6429"/>
                  </a:lnTo>
                  <a:lnTo>
                    <a:pt x="244" y="6455"/>
                  </a:lnTo>
                  <a:lnTo>
                    <a:pt x="205" y="6506"/>
                  </a:lnTo>
                  <a:lnTo>
                    <a:pt x="205" y="6532"/>
                  </a:lnTo>
                  <a:lnTo>
                    <a:pt x="205" y="6557"/>
                  </a:lnTo>
                  <a:lnTo>
                    <a:pt x="218" y="6570"/>
                  </a:lnTo>
                  <a:lnTo>
                    <a:pt x="231" y="6570"/>
                  </a:lnTo>
                  <a:lnTo>
                    <a:pt x="308" y="6583"/>
                  </a:lnTo>
                  <a:lnTo>
                    <a:pt x="423" y="6596"/>
                  </a:lnTo>
                  <a:lnTo>
                    <a:pt x="729" y="6596"/>
                  </a:lnTo>
                  <a:lnTo>
                    <a:pt x="768" y="6583"/>
                  </a:lnTo>
                  <a:lnTo>
                    <a:pt x="793" y="6570"/>
                  </a:lnTo>
                  <a:lnTo>
                    <a:pt x="806" y="6544"/>
                  </a:lnTo>
                  <a:lnTo>
                    <a:pt x="819" y="6493"/>
                  </a:lnTo>
                  <a:lnTo>
                    <a:pt x="844" y="6481"/>
                  </a:lnTo>
                  <a:lnTo>
                    <a:pt x="883" y="6455"/>
                  </a:lnTo>
                  <a:lnTo>
                    <a:pt x="908" y="6455"/>
                  </a:lnTo>
                  <a:lnTo>
                    <a:pt x="947" y="6468"/>
                  </a:lnTo>
                  <a:lnTo>
                    <a:pt x="1010" y="6506"/>
                  </a:lnTo>
                  <a:lnTo>
                    <a:pt x="1062" y="6557"/>
                  </a:lnTo>
                  <a:lnTo>
                    <a:pt x="1087" y="6621"/>
                  </a:lnTo>
                  <a:lnTo>
                    <a:pt x="1100" y="6659"/>
                  </a:lnTo>
                  <a:lnTo>
                    <a:pt x="1125" y="6685"/>
                  </a:lnTo>
                  <a:lnTo>
                    <a:pt x="1164" y="6698"/>
                  </a:lnTo>
                  <a:lnTo>
                    <a:pt x="1189" y="6698"/>
                  </a:lnTo>
                  <a:lnTo>
                    <a:pt x="1253" y="6685"/>
                  </a:lnTo>
                  <a:lnTo>
                    <a:pt x="1304" y="6685"/>
                  </a:lnTo>
                  <a:lnTo>
                    <a:pt x="1356" y="6672"/>
                  </a:lnTo>
                  <a:lnTo>
                    <a:pt x="1381" y="6659"/>
                  </a:lnTo>
                  <a:lnTo>
                    <a:pt x="1407" y="6634"/>
                  </a:lnTo>
                  <a:lnTo>
                    <a:pt x="1445" y="6634"/>
                  </a:lnTo>
                  <a:lnTo>
                    <a:pt x="1483" y="6647"/>
                  </a:lnTo>
                  <a:lnTo>
                    <a:pt x="1522" y="6672"/>
                  </a:lnTo>
                  <a:lnTo>
                    <a:pt x="1547" y="6698"/>
                  </a:lnTo>
                  <a:lnTo>
                    <a:pt x="1560" y="6736"/>
                  </a:lnTo>
                  <a:lnTo>
                    <a:pt x="1586" y="6774"/>
                  </a:lnTo>
                  <a:lnTo>
                    <a:pt x="1598" y="6774"/>
                  </a:lnTo>
                  <a:lnTo>
                    <a:pt x="1624" y="6749"/>
                  </a:lnTo>
                  <a:lnTo>
                    <a:pt x="1637" y="6736"/>
                  </a:lnTo>
                  <a:lnTo>
                    <a:pt x="1649" y="6749"/>
                  </a:lnTo>
                  <a:lnTo>
                    <a:pt x="1662" y="6762"/>
                  </a:lnTo>
                  <a:lnTo>
                    <a:pt x="1662" y="6774"/>
                  </a:lnTo>
                  <a:lnTo>
                    <a:pt x="1649" y="6787"/>
                  </a:lnTo>
                  <a:lnTo>
                    <a:pt x="1586" y="6813"/>
                  </a:lnTo>
                  <a:lnTo>
                    <a:pt x="1573" y="6826"/>
                  </a:lnTo>
                  <a:lnTo>
                    <a:pt x="1573" y="6851"/>
                  </a:lnTo>
                  <a:lnTo>
                    <a:pt x="1586" y="6889"/>
                  </a:lnTo>
                  <a:lnTo>
                    <a:pt x="1624" y="6902"/>
                  </a:lnTo>
                  <a:lnTo>
                    <a:pt x="1649" y="6902"/>
                  </a:lnTo>
                  <a:lnTo>
                    <a:pt x="1649" y="6877"/>
                  </a:lnTo>
                  <a:lnTo>
                    <a:pt x="1649" y="6864"/>
                  </a:lnTo>
                  <a:lnTo>
                    <a:pt x="1662" y="6864"/>
                  </a:lnTo>
                  <a:lnTo>
                    <a:pt x="1688" y="6877"/>
                  </a:lnTo>
                  <a:lnTo>
                    <a:pt x="1726" y="6902"/>
                  </a:lnTo>
                  <a:lnTo>
                    <a:pt x="1777" y="6915"/>
                  </a:lnTo>
                  <a:lnTo>
                    <a:pt x="1816" y="6915"/>
                  </a:lnTo>
                  <a:lnTo>
                    <a:pt x="1854" y="6889"/>
                  </a:lnTo>
                  <a:lnTo>
                    <a:pt x="1880" y="6864"/>
                  </a:lnTo>
                  <a:lnTo>
                    <a:pt x="1905" y="6864"/>
                  </a:lnTo>
                  <a:lnTo>
                    <a:pt x="1943" y="6877"/>
                  </a:lnTo>
                  <a:lnTo>
                    <a:pt x="1969" y="6877"/>
                  </a:lnTo>
                  <a:lnTo>
                    <a:pt x="1995" y="6864"/>
                  </a:lnTo>
                  <a:lnTo>
                    <a:pt x="2020" y="6877"/>
                  </a:lnTo>
                  <a:lnTo>
                    <a:pt x="2046" y="6889"/>
                  </a:lnTo>
                  <a:lnTo>
                    <a:pt x="2058" y="6928"/>
                  </a:lnTo>
                  <a:lnTo>
                    <a:pt x="2058" y="6941"/>
                  </a:lnTo>
                  <a:lnTo>
                    <a:pt x="2071" y="6941"/>
                  </a:lnTo>
                  <a:lnTo>
                    <a:pt x="2110" y="6953"/>
                  </a:lnTo>
                  <a:lnTo>
                    <a:pt x="2161" y="6966"/>
                  </a:lnTo>
                  <a:lnTo>
                    <a:pt x="2212" y="6966"/>
                  </a:lnTo>
                  <a:lnTo>
                    <a:pt x="2314" y="6941"/>
                  </a:lnTo>
                  <a:lnTo>
                    <a:pt x="2467" y="6915"/>
                  </a:lnTo>
                  <a:lnTo>
                    <a:pt x="2531" y="6889"/>
                  </a:lnTo>
                  <a:lnTo>
                    <a:pt x="2595" y="6838"/>
                  </a:lnTo>
                  <a:lnTo>
                    <a:pt x="2621" y="6826"/>
                  </a:lnTo>
                  <a:lnTo>
                    <a:pt x="2685" y="6826"/>
                  </a:lnTo>
                  <a:lnTo>
                    <a:pt x="2736" y="6800"/>
                  </a:lnTo>
                  <a:lnTo>
                    <a:pt x="2761" y="6774"/>
                  </a:lnTo>
                  <a:lnTo>
                    <a:pt x="2800" y="6749"/>
                  </a:lnTo>
                  <a:lnTo>
                    <a:pt x="2813" y="6723"/>
                  </a:lnTo>
                  <a:lnTo>
                    <a:pt x="2838" y="6711"/>
                  </a:lnTo>
                  <a:lnTo>
                    <a:pt x="2876" y="6698"/>
                  </a:lnTo>
                  <a:lnTo>
                    <a:pt x="2889" y="6685"/>
                  </a:lnTo>
                  <a:lnTo>
                    <a:pt x="2889" y="6659"/>
                  </a:lnTo>
                  <a:lnTo>
                    <a:pt x="2876" y="6634"/>
                  </a:lnTo>
                  <a:lnTo>
                    <a:pt x="2864" y="6608"/>
                  </a:lnTo>
                  <a:lnTo>
                    <a:pt x="2876" y="6583"/>
                  </a:lnTo>
                  <a:lnTo>
                    <a:pt x="2889" y="6557"/>
                  </a:lnTo>
                  <a:lnTo>
                    <a:pt x="2915" y="6544"/>
                  </a:lnTo>
                  <a:lnTo>
                    <a:pt x="2953" y="6532"/>
                  </a:lnTo>
                  <a:lnTo>
                    <a:pt x="2979" y="6493"/>
                  </a:lnTo>
                  <a:lnTo>
                    <a:pt x="3043" y="6429"/>
                  </a:lnTo>
                  <a:lnTo>
                    <a:pt x="3081" y="6404"/>
                  </a:lnTo>
                  <a:lnTo>
                    <a:pt x="3119" y="6378"/>
                  </a:lnTo>
                  <a:lnTo>
                    <a:pt x="3145" y="6365"/>
                  </a:lnTo>
                  <a:lnTo>
                    <a:pt x="3170" y="6340"/>
                  </a:lnTo>
                  <a:lnTo>
                    <a:pt x="3196" y="6276"/>
                  </a:lnTo>
                  <a:lnTo>
                    <a:pt x="3234" y="6174"/>
                  </a:lnTo>
                  <a:lnTo>
                    <a:pt x="3260" y="6135"/>
                  </a:lnTo>
                  <a:lnTo>
                    <a:pt x="3285" y="6110"/>
                  </a:lnTo>
                  <a:lnTo>
                    <a:pt x="3324" y="6084"/>
                  </a:lnTo>
                  <a:lnTo>
                    <a:pt x="3375" y="6072"/>
                  </a:lnTo>
                  <a:lnTo>
                    <a:pt x="3490" y="6072"/>
                  </a:lnTo>
                  <a:lnTo>
                    <a:pt x="3528" y="6059"/>
                  </a:lnTo>
                  <a:lnTo>
                    <a:pt x="3579" y="6033"/>
                  </a:lnTo>
                  <a:lnTo>
                    <a:pt x="3618" y="5995"/>
                  </a:lnTo>
                  <a:lnTo>
                    <a:pt x="3630" y="5969"/>
                  </a:lnTo>
                  <a:lnTo>
                    <a:pt x="3630" y="5931"/>
                  </a:lnTo>
                  <a:lnTo>
                    <a:pt x="3605" y="5893"/>
                  </a:lnTo>
                  <a:lnTo>
                    <a:pt x="3554" y="5854"/>
                  </a:lnTo>
                  <a:lnTo>
                    <a:pt x="3515" y="5841"/>
                  </a:lnTo>
                  <a:lnTo>
                    <a:pt x="3515" y="5829"/>
                  </a:lnTo>
                  <a:lnTo>
                    <a:pt x="3528" y="5803"/>
                  </a:lnTo>
                  <a:lnTo>
                    <a:pt x="3592" y="5701"/>
                  </a:lnTo>
                  <a:lnTo>
                    <a:pt x="3656" y="5599"/>
                  </a:lnTo>
                  <a:lnTo>
                    <a:pt x="3682" y="5560"/>
                  </a:lnTo>
                  <a:lnTo>
                    <a:pt x="3694" y="5522"/>
                  </a:lnTo>
                  <a:lnTo>
                    <a:pt x="3707" y="5471"/>
                  </a:lnTo>
                  <a:lnTo>
                    <a:pt x="3707" y="5420"/>
                  </a:lnTo>
                  <a:lnTo>
                    <a:pt x="3707" y="5330"/>
                  </a:lnTo>
                  <a:lnTo>
                    <a:pt x="3733" y="5241"/>
                  </a:lnTo>
                  <a:lnTo>
                    <a:pt x="3784" y="5151"/>
                  </a:lnTo>
                  <a:lnTo>
                    <a:pt x="3835" y="5087"/>
                  </a:lnTo>
                  <a:lnTo>
                    <a:pt x="3886" y="5024"/>
                  </a:lnTo>
                  <a:lnTo>
                    <a:pt x="3924" y="4960"/>
                  </a:lnTo>
                  <a:lnTo>
                    <a:pt x="3937" y="4896"/>
                  </a:lnTo>
                  <a:lnTo>
                    <a:pt x="3950" y="4819"/>
                  </a:lnTo>
                  <a:lnTo>
                    <a:pt x="3937" y="4653"/>
                  </a:lnTo>
                  <a:lnTo>
                    <a:pt x="3937" y="4576"/>
                  </a:lnTo>
                  <a:lnTo>
                    <a:pt x="3963" y="4500"/>
                  </a:lnTo>
                  <a:lnTo>
                    <a:pt x="3976" y="4423"/>
                  </a:lnTo>
                  <a:lnTo>
                    <a:pt x="4001" y="4346"/>
                  </a:lnTo>
                  <a:lnTo>
                    <a:pt x="4027" y="4282"/>
                  </a:lnTo>
                  <a:lnTo>
                    <a:pt x="4052" y="4244"/>
                  </a:lnTo>
                  <a:lnTo>
                    <a:pt x="4078" y="4218"/>
                  </a:lnTo>
                  <a:lnTo>
                    <a:pt x="4308" y="4039"/>
                  </a:lnTo>
                  <a:lnTo>
                    <a:pt x="4436" y="3950"/>
                  </a:lnTo>
                  <a:lnTo>
                    <a:pt x="4551" y="3886"/>
                  </a:lnTo>
                  <a:lnTo>
                    <a:pt x="4679" y="3822"/>
                  </a:lnTo>
                  <a:lnTo>
                    <a:pt x="4819" y="3758"/>
                  </a:lnTo>
                  <a:lnTo>
                    <a:pt x="4960" y="3707"/>
                  </a:lnTo>
                  <a:lnTo>
                    <a:pt x="5100" y="3669"/>
                  </a:lnTo>
                  <a:lnTo>
                    <a:pt x="5139" y="3656"/>
                  </a:lnTo>
                  <a:lnTo>
                    <a:pt x="5190" y="3669"/>
                  </a:lnTo>
                  <a:lnTo>
                    <a:pt x="5228" y="3682"/>
                  </a:lnTo>
                  <a:lnTo>
                    <a:pt x="5279" y="3707"/>
                  </a:lnTo>
                  <a:lnTo>
                    <a:pt x="5318" y="3733"/>
                  </a:lnTo>
                  <a:lnTo>
                    <a:pt x="5369" y="3745"/>
                  </a:lnTo>
                  <a:lnTo>
                    <a:pt x="5420" y="3745"/>
                  </a:lnTo>
                  <a:lnTo>
                    <a:pt x="5471" y="3720"/>
                  </a:lnTo>
                  <a:lnTo>
                    <a:pt x="5509" y="3694"/>
                  </a:lnTo>
                  <a:lnTo>
                    <a:pt x="5548" y="3669"/>
                  </a:lnTo>
                  <a:lnTo>
                    <a:pt x="5573" y="3630"/>
                  </a:lnTo>
                  <a:lnTo>
                    <a:pt x="5586" y="3579"/>
                  </a:lnTo>
                  <a:lnTo>
                    <a:pt x="5573" y="3541"/>
                  </a:lnTo>
                  <a:lnTo>
                    <a:pt x="5548" y="3503"/>
                  </a:lnTo>
                  <a:lnTo>
                    <a:pt x="5509" y="3477"/>
                  </a:lnTo>
                  <a:lnTo>
                    <a:pt x="5458" y="3464"/>
                  </a:lnTo>
                  <a:lnTo>
                    <a:pt x="5356" y="3439"/>
                  </a:lnTo>
                  <a:lnTo>
                    <a:pt x="5241" y="3439"/>
                  </a:lnTo>
                  <a:lnTo>
                    <a:pt x="5266" y="3400"/>
                  </a:lnTo>
                  <a:lnTo>
                    <a:pt x="5266" y="3388"/>
                  </a:lnTo>
                  <a:lnTo>
                    <a:pt x="5266" y="3362"/>
                  </a:lnTo>
                  <a:lnTo>
                    <a:pt x="5228" y="3298"/>
                  </a:lnTo>
                  <a:lnTo>
                    <a:pt x="5215" y="3221"/>
                  </a:lnTo>
                  <a:lnTo>
                    <a:pt x="5215" y="3145"/>
                  </a:lnTo>
                  <a:lnTo>
                    <a:pt x="5228" y="3068"/>
                  </a:lnTo>
                  <a:lnTo>
                    <a:pt x="5254" y="2991"/>
                  </a:lnTo>
                  <a:lnTo>
                    <a:pt x="5305" y="2928"/>
                  </a:lnTo>
                  <a:lnTo>
                    <a:pt x="5369" y="2876"/>
                  </a:lnTo>
                  <a:lnTo>
                    <a:pt x="5458" y="2838"/>
                  </a:lnTo>
                  <a:lnTo>
                    <a:pt x="5522" y="2812"/>
                  </a:lnTo>
                  <a:lnTo>
                    <a:pt x="5573" y="2774"/>
                  </a:lnTo>
                  <a:lnTo>
                    <a:pt x="5663" y="2685"/>
                  </a:lnTo>
                  <a:lnTo>
                    <a:pt x="5752" y="2595"/>
                  </a:lnTo>
                  <a:lnTo>
                    <a:pt x="5816" y="2493"/>
                  </a:lnTo>
                  <a:lnTo>
                    <a:pt x="5854" y="2378"/>
                  </a:lnTo>
                  <a:lnTo>
                    <a:pt x="5893" y="2263"/>
                  </a:lnTo>
                  <a:lnTo>
                    <a:pt x="5918" y="2199"/>
                  </a:lnTo>
                  <a:lnTo>
                    <a:pt x="5944" y="2161"/>
                  </a:lnTo>
                  <a:lnTo>
                    <a:pt x="5982" y="2135"/>
                  </a:lnTo>
                  <a:lnTo>
                    <a:pt x="6033" y="2110"/>
                  </a:lnTo>
                  <a:lnTo>
                    <a:pt x="6059" y="2110"/>
                  </a:lnTo>
                  <a:lnTo>
                    <a:pt x="6072" y="2097"/>
                  </a:lnTo>
                  <a:lnTo>
                    <a:pt x="6084" y="2033"/>
                  </a:lnTo>
                  <a:lnTo>
                    <a:pt x="6123" y="1969"/>
                  </a:lnTo>
                  <a:lnTo>
                    <a:pt x="6225" y="1880"/>
                  </a:lnTo>
                  <a:lnTo>
                    <a:pt x="6263" y="1841"/>
                  </a:lnTo>
                  <a:lnTo>
                    <a:pt x="6276" y="1790"/>
                  </a:lnTo>
                  <a:lnTo>
                    <a:pt x="6276" y="1739"/>
                  </a:lnTo>
                  <a:lnTo>
                    <a:pt x="6302" y="1688"/>
                  </a:lnTo>
                  <a:lnTo>
                    <a:pt x="6327" y="1637"/>
                  </a:lnTo>
                  <a:lnTo>
                    <a:pt x="6366" y="1598"/>
                  </a:lnTo>
                  <a:lnTo>
                    <a:pt x="6429" y="1547"/>
                  </a:lnTo>
                  <a:lnTo>
                    <a:pt x="6468" y="1483"/>
                  </a:lnTo>
                  <a:lnTo>
                    <a:pt x="6557" y="1356"/>
                  </a:lnTo>
                  <a:lnTo>
                    <a:pt x="6570" y="1343"/>
                  </a:lnTo>
                  <a:lnTo>
                    <a:pt x="6544" y="1330"/>
                  </a:lnTo>
                  <a:lnTo>
                    <a:pt x="6519" y="1317"/>
                  </a:lnTo>
                  <a:lnTo>
                    <a:pt x="6493" y="1292"/>
                  </a:lnTo>
                  <a:lnTo>
                    <a:pt x="6481" y="1228"/>
                  </a:lnTo>
                  <a:lnTo>
                    <a:pt x="6455" y="1164"/>
                  </a:lnTo>
                  <a:lnTo>
                    <a:pt x="6442" y="1125"/>
                  </a:lnTo>
                  <a:lnTo>
                    <a:pt x="6404" y="1100"/>
                  </a:lnTo>
                  <a:lnTo>
                    <a:pt x="6366" y="1062"/>
                  </a:lnTo>
                  <a:lnTo>
                    <a:pt x="6353" y="1010"/>
                  </a:lnTo>
                  <a:lnTo>
                    <a:pt x="6366" y="972"/>
                  </a:lnTo>
                  <a:lnTo>
                    <a:pt x="6391" y="947"/>
                  </a:lnTo>
                  <a:lnTo>
                    <a:pt x="6404" y="934"/>
                  </a:lnTo>
                  <a:lnTo>
                    <a:pt x="6468" y="895"/>
                  </a:lnTo>
                  <a:lnTo>
                    <a:pt x="6519" y="844"/>
                  </a:lnTo>
                  <a:lnTo>
                    <a:pt x="6570" y="806"/>
                  </a:lnTo>
                  <a:lnTo>
                    <a:pt x="6621" y="755"/>
                  </a:lnTo>
                  <a:lnTo>
                    <a:pt x="6634" y="729"/>
                  </a:lnTo>
                  <a:lnTo>
                    <a:pt x="6634" y="704"/>
                  </a:lnTo>
                  <a:lnTo>
                    <a:pt x="6634" y="691"/>
                  </a:lnTo>
                  <a:lnTo>
                    <a:pt x="6570" y="691"/>
                  </a:lnTo>
                  <a:lnTo>
                    <a:pt x="6544" y="704"/>
                  </a:lnTo>
                  <a:lnTo>
                    <a:pt x="6481" y="742"/>
                  </a:lnTo>
                  <a:lnTo>
                    <a:pt x="6493" y="678"/>
                  </a:lnTo>
                  <a:lnTo>
                    <a:pt x="6519" y="627"/>
                  </a:lnTo>
                  <a:lnTo>
                    <a:pt x="6557" y="589"/>
                  </a:lnTo>
                  <a:lnTo>
                    <a:pt x="6570" y="538"/>
                  </a:lnTo>
                  <a:lnTo>
                    <a:pt x="6544" y="538"/>
                  </a:lnTo>
                  <a:lnTo>
                    <a:pt x="6532" y="550"/>
                  </a:lnTo>
                  <a:lnTo>
                    <a:pt x="6519" y="563"/>
                  </a:lnTo>
                  <a:lnTo>
                    <a:pt x="6493" y="563"/>
                  </a:lnTo>
                  <a:lnTo>
                    <a:pt x="6493" y="550"/>
                  </a:lnTo>
                  <a:lnTo>
                    <a:pt x="6506" y="538"/>
                  </a:lnTo>
                  <a:lnTo>
                    <a:pt x="6506" y="525"/>
                  </a:lnTo>
                  <a:lnTo>
                    <a:pt x="6493" y="525"/>
                  </a:lnTo>
                  <a:lnTo>
                    <a:pt x="6391" y="499"/>
                  </a:lnTo>
                  <a:lnTo>
                    <a:pt x="6340" y="499"/>
                  </a:lnTo>
                  <a:lnTo>
                    <a:pt x="6289" y="512"/>
                  </a:lnTo>
                  <a:lnTo>
                    <a:pt x="6276" y="512"/>
                  </a:lnTo>
                  <a:lnTo>
                    <a:pt x="6263" y="538"/>
                  </a:lnTo>
                  <a:lnTo>
                    <a:pt x="6263" y="563"/>
                  </a:lnTo>
                  <a:lnTo>
                    <a:pt x="6289" y="576"/>
                  </a:lnTo>
                  <a:lnTo>
                    <a:pt x="6302" y="589"/>
                  </a:lnTo>
                  <a:lnTo>
                    <a:pt x="6302" y="614"/>
                  </a:lnTo>
                  <a:lnTo>
                    <a:pt x="6302" y="627"/>
                  </a:lnTo>
                  <a:lnTo>
                    <a:pt x="6276" y="640"/>
                  </a:lnTo>
                  <a:lnTo>
                    <a:pt x="6225" y="653"/>
                  </a:lnTo>
                  <a:lnTo>
                    <a:pt x="6199" y="665"/>
                  </a:lnTo>
                  <a:lnTo>
                    <a:pt x="6199" y="691"/>
                  </a:lnTo>
                  <a:lnTo>
                    <a:pt x="6199" y="742"/>
                  </a:lnTo>
                  <a:lnTo>
                    <a:pt x="6199" y="768"/>
                  </a:lnTo>
                  <a:lnTo>
                    <a:pt x="6187" y="793"/>
                  </a:lnTo>
                  <a:lnTo>
                    <a:pt x="6174" y="755"/>
                  </a:lnTo>
                  <a:lnTo>
                    <a:pt x="6161" y="716"/>
                  </a:lnTo>
                  <a:lnTo>
                    <a:pt x="6161" y="691"/>
                  </a:lnTo>
                  <a:lnTo>
                    <a:pt x="6161" y="665"/>
                  </a:lnTo>
                  <a:lnTo>
                    <a:pt x="6187" y="653"/>
                  </a:lnTo>
                  <a:lnTo>
                    <a:pt x="6225" y="627"/>
                  </a:lnTo>
                  <a:lnTo>
                    <a:pt x="6238" y="614"/>
                  </a:lnTo>
                  <a:lnTo>
                    <a:pt x="6225" y="601"/>
                  </a:lnTo>
                  <a:lnTo>
                    <a:pt x="6212" y="589"/>
                  </a:lnTo>
                  <a:lnTo>
                    <a:pt x="6187" y="589"/>
                  </a:lnTo>
                  <a:lnTo>
                    <a:pt x="6136" y="601"/>
                  </a:lnTo>
                  <a:lnTo>
                    <a:pt x="6110" y="614"/>
                  </a:lnTo>
                  <a:lnTo>
                    <a:pt x="6123" y="576"/>
                  </a:lnTo>
                  <a:lnTo>
                    <a:pt x="6174" y="563"/>
                  </a:lnTo>
                  <a:lnTo>
                    <a:pt x="6212" y="538"/>
                  </a:lnTo>
                  <a:lnTo>
                    <a:pt x="6276" y="474"/>
                  </a:lnTo>
                  <a:lnTo>
                    <a:pt x="6302" y="461"/>
                  </a:lnTo>
                  <a:lnTo>
                    <a:pt x="6314" y="448"/>
                  </a:lnTo>
                  <a:lnTo>
                    <a:pt x="6302" y="423"/>
                  </a:lnTo>
                  <a:lnTo>
                    <a:pt x="6289" y="410"/>
                  </a:lnTo>
                  <a:lnTo>
                    <a:pt x="6263" y="410"/>
                  </a:lnTo>
                  <a:lnTo>
                    <a:pt x="6238" y="435"/>
                  </a:lnTo>
                  <a:lnTo>
                    <a:pt x="6212" y="461"/>
                  </a:lnTo>
                  <a:lnTo>
                    <a:pt x="6199" y="474"/>
                  </a:lnTo>
                  <a:lnTo>
                    <a:pt x="6136" y="474"/>
                  </a:lnTo>
                  <a:lnTo>
                    <a:pt x="6110" y="486"/>
                  </a:lnTo>
                  <a:lnTo>
                    <a:pt x="6059" y="525"/>
                  </a:lnTo>
                  <a:lnTo>
                    <a:pt x="5995" y="601"/>
                  </a:lnTo>
                  <a:lnTo>
                    <a:pt x="5969" y="614"/>
                  </a:lnTo>
                  <a:lnTo>
                    <a:pt x="5944" y="627"/>
                  </a:lnTo>
                  <a:lnTo>
                    <a:pt x="5905" y="614"/>
                  </a:lnTo>
                  <a:lnTo>
                    <a:pt x="5854" y="665"/>
                  </a:lnTo>
                  <a:lnTo>
                    <a:pt x="5790" y="704"/>
                  </a:lnTo>
                  <a:lnTo>
                    <a:pt x="5727" y="742"/>
                  </a:lnTo>
                  <a:lnTo>
                    <a:pt x="5701" y="768"/>
                  </a:lnTo>
                  <a:lnTo>
                    <a:pt x="5675" y="793"/>
                  </a:lnTo>
                  <a:lnTo>
                    <a:pt x="5637" y="832"/>
                  </a:lnTo>
                  <a:lnTo>
                    <a:pt x="5599" y="870"/>
                  </a:lnTo>
                  <a:lnTo>
                    <a:pt x="5560" y="883"/>
                  </a:lnTo>
                  <a:lnTo>
                    <a:pt x="5535" y="883"/>
                  </a:lnTo>
                  <a:lnTo>
                    <a:pt x="5522" y="870"/>
                  </a:lnTo>
                  <a:lnTo>
                    <a:pt x="5509" y="844"/>
                  </a:lnTo>
                  <a:lnTo>
                    <a:pt x="5496" y="806"/>
                  </a:lnTo>
                  <a:lnTo>
                    <a:pt x="5471" y="755"/>
                  </a:lnTo>
                  <a:lnTo>
                    <a:pt x="5458" y="716"/>
                  </a:lnTo>
                  <a:lnTo>
                    <a:pt x="5445" y="665"/>
                  </a:lnTo>
                  <a:lnTo>
                    <a:pt x="5433" y="627"/>
                  </a:lnTo>
                  <a:lnTo>
                    <a:pt x="5420" y="601"/>
                  </a:lnTo>
                  <a:lnTo>
                    <a:pt x="5433" y="576"/>
                  </a:lnTo>
                  <a:lnTo>
                    <a:pt x="5445" y="512"/>
                  </a:lnTo>
                  <a:lnTo>
                    <a:pt x="5458" y="461"/>
                  </a:lnTo>
                  <a:lnTo>
                    <a:pt x="5445" y="397"/>
                  </a:lnTo>
                  <a:lnTo>
                    <a:pt x="5394" y="346"/>
                  </a:lnTo>
                  <a:lnTo>
                    <a:pt x="5356" y="307"/>
                  </a:lnTo>
                  <a:lnTo>
                    <a:pt x="5343" y="307"/>
                  </a:lnTo>
                  <a:lnTo>
                    <a:pt x="5318" y="333"/>
                  </a:lnTo>
                  <a:lnTo>
                    <a:pt x="5292" y="346"/>
                  </a:lnTo>
                  <a:lnTo>
                    <a:pt x="5254" y="359"/>
                  </a:lnTo>
                  <a:lnTo>
                    <a:pt x="5228" y="346"/>
                  </a:lnTo>
                  <a:lnTo>
                    <a:pt x="5190" y="333"/>
                  </a:lnTo>
                  <a:lnTo>
                    <a:pt x="5126" y="269"/>
                  </a:lnTo>
                  <a:lnTo>
                    <a:pt x="5100" y="218"/>
                  </a:lnTo>
                  <a:lnTo>
                    <a:pt x="5100" y="154"/>
                  </a:lnTo>
                  <a:lnTo>
                    <a:pt x="5126" y="77"/>
                  </a:lnTo>
                  <a:lnTo>
                    <a:pt x="5139" y="39"/>
                  </a:lnTo>
                  <a:lnTo>
                    <a:pt x="5151" y="26"/>
                  </a:lnTo>
                  <a:lnTo>
                    <a:pt x="5139" y="14"/>
                  </a:lnTo>
                  <a:lnTo>
                    <a:pt x="5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8"/>
            <p:cNvSpPr/>
            <p:nvPr/>
          </p:nvSpPr>
          <p:spPr>
            <a:xfrm>
              <a:off x="6998450" y="4068600"/>
              <a:ext cx="142525" cy="200025"/>
            </a:xfrm>
            <a:custGeom>
              <a:rect b="b" l="l" r="r" t="t"/>
              <a:pathLst>
                <a:path extrusionOk="0" h="8001" w="5701">
                  <a:moveTo>
                    <a:pt x="3131" y="4691"/>
                  </a:moveTo>
                  <a:lnTo>
                    <a:pt x="3234" y="4908"/>
                  </a:lnTo>
                  <a:lnTo>
                    <a:pt x="3131" y="4908"/>
                  </a:lnTo>
                  <a:lnTo>
                    <a:pt x="3131" y="5023"/>
                  </a:lnTo>
                  <a:lnTo>
                    <a:pt x="2991" y="5125"/>
                  </a:lnTo>
                  <a:lnTo>
                    <a:pt x="2850" y="4895"/>
                  </a:lnTo>
                  <a:lnTo>
                    <a:pt x="3131" y="4691"/>
                  </a:lnTo>
                  <a:close/>
                  <a:moveTo>
                    <a:pt x="345" y="0"/>
                  </a:moveTo>
                  <a:lnTo>
                    <a:pt x="269" y="13"/>
                  </a:lnTo>
                  <a:lnTo>
                    <a:pt x="192" y="39"/>
                  </a:lnTo>
                  <a:lnTo>
                    <a:pt x="128" y="51"/>
                  </a:lnTo>
                  <a:lnTo>
                    <a:pt x="90" y="39"/>
                  </a:lnTo>
                  <a:lnTo>
                    <a:pt x="51" y="26"/>
                  </a:lnTo>
                  <a:lnTo>
                    <a:pt x="39" y="26"/>
                  </a:lnTo>
                  <a:lnTo>
                    <a:pt x="26" y="39"/>
                  </a:lnTo>
                  <a:lnTo>
                    <a:pt x="0" y="64"/>
                  </a:lnTo>
                  <a:lnTo>
                    <a:pt x="0" y="77"/>
                  </a:lnTo>
                  <a:lnTo>
                    <a:pt x="0" y="90"/>
                  </a:lnTo>
                  <a:lnTo>
                    <a:pt x="26" y="115"/>
                  </a:lnTo>
                  <a:lnTo>
                    <a:pt x="51" y="141"/>
                  </a:lnTo>
                  <a:lnTo>
                    <a:pt x="90" y="154"/>
                  </a:lnTo>
                  <a:lnTo>
                    <a:pt x="115" y="179"/>
                  </a:lnTo>
                  <a:lnTo>
                    <a:pt x="154" y="205"/>
                  </a:lnTo>
                  <a:lnTo>
                    <a:pt x="511" y="652"/>
                  </a:lnTo>
                  <a:lnTo>
                    <a:pt x="524" y="690"/>
                  </a:lnTo>
                  <a:lnTo>
                    <a:pt x="537" y="716"/>
                  </a:lnTo>
                  <a:lnTo>
                    <a:pt x="537" y="793"/>
                  </a:lnTo>
                  <a:lnTo>
                    <a:pt x="524" y="831"/>
                  </a:lnTo>
                  <a:lnTo>
                    <a:pt x="448" y="831"/>
                  </a:lnTo>
                  <a:lnTo>
                    <a:pt x="435" y="844"/>
                  </a:lnTo>
                  <a:lnTo>
                    <a:pt x="435" y="857"/>
                  </a:lnTo>
                  <a:lnTo>
                    <a:pt x="448" y="869"/>
                  </a:lnTo>
                  <a:lnTo>
                    <a:pt x="460" y="895"/>
                  </a:lnTo>
                  <a:lnTo>
                    <a:pt x="742" y="1266"/>
                  </a:lnTo>
                  <a:lnTo>
                    <a:pt x="1176" y="1802"/>
                  </a:lnTo>
                  <a:lnTo>
                    <a:pt x="1304" y="1956"/>
                  </a:lnTo>
                  <a:lnTo>
                    <a:pt x="1355" y="2045"/>
                  </a:lnTo>
                  <a:lnTo>
                    <a:pt x="1393" y="2147"/>
                  </a:lnTo>
                  <a:lnTo>
                    <a:pt x="1406" y="2186"/>
                  </a:lnTo>
                  <a:lnTo>
                    <a:pt x="1419" y="2199"/>
                  </a:lnTo>
                  <a:lnTo>
                    <a:pt x="1444" y="2211"/>
                  </a:lnTo>
                  <a:lnTo>
                    <a:pt x="1483" y="2199"/>
                  </a:lnTo>
                  <a:lnTo>
                    <a:pt x="1508" y="2186"/>
                  </a:lnTo>
                  <a:lnTo>
                    <a:pt x="1521" y="2160"/>
                  </a:lnTo>
                  <a:lnTo>
                    <a:pt x="1521" y="2135"/>
                  </a:lnTo>
                  <a:lnTo>
                    <a:pt x="1521" y="2109"/>
                  </a:lnTo>
                  <a:lnTo>
                    <a:pt x="1508" y="2071"/>
                  </a:lnTo>
                  <a:lnTo>
                    <a:pt x="1483" y="2045"/>
                  </a:lnTo>
                  <a:lnTo>
                    <a:pt x="1432" y="1981"/>
                  </a:lnTo>
                  <a:lnTo>
                    <a:pt x="1406" y="1968"/>
                  </a:lnTo>
                  <a:lnTo>
                    <a:pt x="1406" y="1956"/>
                  </a:lnTo>
                  <a:lnTo>
                    <a:pt x="1406" y="1943"/>
                  </a:lnTo>
                  <a:lnTo>
                    <a:pt x="1419" y="1930"/>
                  </a:lnTo>
                  <a:lnTo>
                    <a:pt x="1432" y="1943"/>
                  </a:lnTo>
                  <a:lnTo>
                    <a:pt x="1457" y="1956"/>
                  </a:lnTo>
                  <a:lnTo>
                    <a:pt x="1508" y="2007"/>
                  </a:lnTo>
                  <a:lnTo>
                    <a:pt x="1534" y="2020"/>
                  </a:lnTo>
                  <a:lnTo>
                    <a:pt x="1559" y="2045"/>
                  </a:lnTo>
                  <a:lnTo>
                    <a:pt x="1598" y="2058"/>
                  </a:lnTo>
                  <a:lnTo>
                    <a:pt x="1611" y="2071"/>
                  </a:lnTo>
                  <a:lnTo>
                    <a:pt x="1623" y="2096"/>
                  </a:lnTo>
                  <a:lnTo>
                    <a:pt x="1611" y="2135"/>
                  </a:lnTo>
                  <a:lnTo>
                    <a:pt x="1611" y="2160"/>
                  </a:lnTo>
                  <a:lnTo>
                    <a:pt x="1623" y="2186"/>
                  </a:lnTo>
                  <a:lnTo>
                    <a:pt x="1674" y="2199"/>
                  </a:lnTo>
                  <a:lnTo>
                    <a:pt x="1713" y="2199"/>
                  </a:lnTo>
                  <a:lnTo>
                    <a:pt x="1738" y="2160"/>
                  </a:lnTo>
                  <a:lnTo>
                    <a:pt x="1751" y="2109"/>
                  </a:lnTo>
                  <a:lnTo>
                    <a:pt x="1764" y="2096"/>
                  </a:lnTo>
                  <a:lnTo>
                    <a:pt x="1790" y="2096"/>
                  </a:lnTo>
                  <a:lnTo>
                    <a:pt x="1815" y="2109"/>
                  </a:lnTo>
                  <a:lnTo>
                    <a:pt x="1802" y="2135"/>
                  </a:lnTo>
                  <a:lnTo>
                    <a:pt x="1790" y="2135"/>
                  </a:lnTo>
                  <a:lnTo>
                    <a:pt x="1764" y="2147"/>
                  </a:lnTo>
                  <a:lnTo>
                    <a:pt x="1751" y="2173"/>
                  </a:lnTo>
                  <a:lnTo>
                    <a:pt x="1751" y="2211"/>
                  </a:lnTo>
                  <a:lnTo>
                    <a:pt x="1764" y="2390"/>
                  </a:lnTo>
                  <a:lnTo>
                    <a:pt x="1764" y="2416"/>
                  </a:lnTo>
                  <a:lnTo>
                    <a:pt x="1751" y="2416"/>
                  </a:lnTo>
                  <a:lnTo>
                    <a:pt x="1738" y="2429"/>
                  </a:lnTo>
                  <a:lnTo>
                    <a:pt x="1713" y="2416"/>
                  </a:lnTo>
                  <a:lnTo>
                    <a:pt x="1713" y="2403"/>
                  </a:lnTo>
                  <a:lnTo>
                    <a:pt x="1700" y="2352"/>
                  </a:lnTo>
                  <a:lnTo>
                    <a:pt x="1662" y="2314"/>
                  </a:lnTo>
                  <a:lnTo>
                    <a:pt x="1623" y="2275"/>
                  </a:lnTo>
                  <a:lnTo>
                    <a:pt x="1598" y="2237"/>
                  </a:lnTo>
                  <a:lnTo>
                    <a:pt x="1585" y="2224"/>
                  </a:lnTo>
                  <a:lnTo>
                    <a:pt x="1559" y="2224"/>
                  </a:lnTo>
                  <a:lnTo>
                    <a:pt x="1521" y="2237"/>
                  </a:lnTo>
                  <a:lnTo>
                    <a:pt x="1508" y="2250"/>
                  </a:lnTo>
                  <a:lnTo>
                    <a:pt x="1508" y="2262"/>
                  </a:lnTo>
                  <a:lnTo>
                    <a:pt x="1521" y="2301"/>
                  </a:lnTo>
                  <a:lnTo>
                    <a:pt x="1585" y="2403"/>
                  </a:lnTo>
                  <a:lnTo>
                    <a:pt x="1674" y="2518"/>
                  </a:lnTo>
                  <a:lnTo>
                    <a:pt x="1713" y="2582"/>
                  </a:lnTo>
                  <a:lnTo>
                    <a:pt x="1738" y="2646"/>
                  </a:lnTo>
                  <a:lnTo>
                    <a:pt x="1790" y="2799"/>
                  </a:lnTo>
                  <a:lnTo>
                    <a:pt x="1828" y="2876"/>
                  </a:lnTo>
                  <a:lnTo>
                    <a:pt x="1866" y="2953"/>
                  </a:lnTo>
                  <a:lnTo>
                    <a:pt x="1968" y="3119"/>
                  </a:lnTo>
                  <a:lnTo>
                    <a:pt x="2045" y="3298"/>
                  </a:lnTo>
                  <a:lnTo>
                    <a:pt x="2109" y="3489"/>
                  </a:lnTo>
                  <a:lnTo>
                    <a:pt x="2160" y="3668"/>
                  </a:lnTo>
                  <a:lnTo>
                    <a:pt x="2173" y="3719"/>
                  </a:lnTo>
                  <a:lnTo>
                    <a:pt x="2160" y="3745"/>
                  </a:lnTo>
                  <a:lnTo>
                    <a:pt x="2135" y="3771"/>
                  </a:lnTo>
                  <a:lnTo>
                    <a:pt x="2122" y="3783"/>
                  </a:lnTo>
                  <a:lnTo>
                    <a:pt x="2109" y="3822"/>
                  </a:lnTo>
                  <a:lnTo>
                    <a:pt x="2135" y="3975"/>
                  </a:lnTo>
                  <a:lnTo>
                    <a:pt x="2135" y="4013"/>
                  </a:lnTo>
                  <a:lnTo>
                    <a:pt x="2147" y="4039"/>
                  </a:lnTo>
                  <a:lnTo>
                    <a:pt x="2173" y="4052"/>
                  </a:lnTo>
                  <a:lnTo>
                    <a:pt x="2211" y="4052"/>
                  </a:lnTo>
                  <a:lnTo>
                    <a:pt x="2173" y="4090"/>
                  </a:lnTo>
                  <a:lnTo>
                    <a:pt x="2160" y="4090"/>
                  </a:lnTo>
                  <a:lnTo>
                    <a:pt x="2122" y="4077"/>
                  </a:lnTo>
                  <a:lnTo>
                    <a:pt x="2096" y="4065"/>
                  </a:lnTo>
                  <a:lnTo>
                    <a:pt x="2071" y="4077"/>
                  </a:lnTo>
                  <a:lnTo>
                    <a:pt x="2045" y="4116"/>
                  </a:lnTo>
                  <a:lnTo>
                    <a:pt x="2045" y="4141"/>
                  </a:lnTo>
                  <a:lnTo>
                    <a:pt x="2058" y="4205"/>
                  </a:lnTo>
                  <a:lnTo>
                    <a:pt x="2058" y="4269"/>
                  </a:lnTo>
                  <a:lnTo>
                    <a:pt x="2045" y="4333"/>
                  </a:lnTo>
                  <a:lnTo>
                    <a:pt x="2007" y="4397"/>
                  </a:lnTo>
                  <a:lnTo>
                    <a:pt x="1994" y="4410"/>
                  </a:lnTo>
                  <a:lnTo>
                    <a:pt x="1994" y="4422"/>
                  </a:lnTo>
                  <a:lnTo>
                    <a:pt x="1994" y="4461"/>
                  </a:lnTo>
                  <a:lnTo>
                    <a:pt x="1981" y="4640"/>
                  </a:lnTo>
                  <a:lnTo>
                    <a:pt x="1968" y="4806"/>
                  </a:lnTo>
                  <a:lnTo>
                    <a:pt x="1943" y="4870"/>
                  </a:lnTo>
                  <a:lnTo>
                    <a:pt x="1917" y="4921"/>
                  </a:lnTo>
                  <a:lnTo>
                    <a:pt x="1866" y="4972"/>
                  </a:lnTo>
                  <a:lnTo>
                    <a:pt x="1828" y="5023"/>
                  </a:lnTo>
                  <a:lnTo>
                    <a:pt x="1777" y="5049"/>
                  </a:lnTo>
                  <a:lnTo>
                    <a:pt x="1726" y="5061"/>
                  </a:lnTo>
                  <a:lnTo>
                    <a:pt x="1687" y="5074"/>
                  </a:lnTo>
                  <a:lnTo>
                    <a:pt x="1623" y="5061"/>
                  </a:lnTo>
                  <a:lnTo>
                    <a:pt x="1598" y="5061"/>
                  </a:lnTo>
                  <a:lnTo>
                    <a:pt x="1559" y="5074"/>
                  </a:lnTo>
                  <a:lnTo>
                    <a:pt x="1496" y="5125"/>
                  </a:lnTo>
                  <a:lnTo>
                    <a:pt x="1419" y="5164"/>
                  </a:lnTo>
                  <a:lnTo>
                    <a:pt x="1266" y="5240"/>
                  </a:lnTo>
                  <a:lnTo>
                    <a:pt x="1214" y="5279"/>
                  </a:lnTo>
                  <a:lnTo>
                    <a:pt x="1189" y="5330"/>
                  </a:lnTo>
                  <a:lnTo>
                    <a:pt x="1176" y="5381"/>
                  </a:lnTo>
                  <a:lnTo>
                    <a:pt x="1176" y="5445"/>
                  </a:lnTo>
                  <a:lnTo>
                    <a:pt x="1189" y="5509"/>
                  </a:lnTo>
                  <a:lnTo>
                    <a:pt x="1214" y="5560"/>
                  </a:lnTo>
                  <a:lnTo>
                    <a:pt x="1253" y="5624"/>
                  </a:lnTo>
                  <a:lnTo>
                    <a:pt x="1304" y="5662"/>
                  </a:lnTo>
                  <a:lnTo>
                    <a:pt x="1368" y="5700"/>
                  </a:lnTo>
                  <a:lnTo>
                    <a:pt x="1432" y="5713"/>
                  </a:lnTo>
                  <a:lnTo>
                    <a:pt x="1534" y="5739"/>
                  </a:lnTo>
                  <a:lnTo>
                    <a:pt x="1636" y="5777"/>
                  </a:lnTo>
                  <a:lnTo>
                    <a:pt x="1726" y="5828"/>
                  </a:lnTo>
                  <a:lnTo>
                    <a:pt x="1764" y="5867"/>
                  </a:lnTo>
                  <a:lnTo>
                    <a:pt x="1802" y="5905"/>
                  </a:lnTo>
                  <a:lnTo>
                    <a:pt x="1841" y="5943"/>
                  </a:lnTo>
                  <a:lnTo>
                    <a:pt x="1892" y="5982"/>
                  </a:lnTo>
                  <a:lnTo>
                    <a:pt x="2007" y="6020"/>
                  </a:lnTo>
                  <a:lnTo>
                    <a:pt x="2058" y="6045"/>
                  </a:lnTo>
                  <a:lnTo>
                    <a:pt x="2083" y="6058"/>
                  </a:lnTo>
                  <a:lnTo>
                    <a:pt x="2122" y="6045"/>
                  </a:lnTo>
                  <a:lnTo>
                    <a:pt x="2173" y="6045"/>
                  </a:lnTo>
                  <a:lnTo>
                    <a:pt x="2224" y="6058"/>
                  </a:lnTo>
                  <a:lnTo>
                    <a:pt x="2339" y="6135"/>
                  </a:lnTo>
                  <a:lnTo>
                    <a:pt x="2441" y="6237"/>
                  </a:lnTo>
                  <a:lnTo>
                    <a:pt x="2467" y="6288"/>
                  </a:lnTo>
                  <a:lnTo>
                    <a:pt x="2505" y="6352"/>
                  </a:lnTo>
                  <a:lnTo>
                    <a:pt x="2531" y="6416"/>
                  </a:lnTo>
                  <a:lnTo>
                    <a:pt x="2544" y="6480"/>
                  </a:lnTo>
                  <a:lnTo>
                    <a:pt x="2544" y="6557"/>
                  </a:lnTo>
                  <a:lnTo>
                    <a:pt x="2544" y="6646"/>
                  </a:lnTo>
                  <a:lnTo>
                    <a:pt x="2518" y="6800"/>
                  </a:lnTo>
                  <a:lnTo>
                    <a:pt x="2492" y="6889"/>
                  </a:lnTo>
                  <a:lnTo>
                    <a:pt x="2454" y="6966"/>
                  </a:lnTo>
                  <a:lnTo>
                    <a:pt x="2377" y="7119"/>
                  </a:lnTo>
                  <a:lnTo>
                    <a:pt x="2339" y="7196"/>
                  </a:lnTo>
                  <a:lnTo>
                    <a:pt x="2301" y="7260"/>
                  </a:lnTo>
                  <a:lnTo>
                    <a:pt x="2262" y="7336"/>
                  </a:lnTo>
                  <a:lnTo>
                    <a:pt x="2237" y="7413"/>
                  </a:lnTo>
                  <a:lnTo>
                    <a:pt x="2224" y="7426"/>
                  </a:lnTo>
                  <a:lnTo>
                    <a:pt x="2198" y="7426"/>
                  </a:lnTo>
                  <a:lnTo>
                    <a:pt x="2173" y="7439"/>
                  </a:lnTo>
                  <a:lnTo>
                    <a:pt x="2147" y="7464"/>
                  </a:lnTo>
                  <a:lnTo>
                    <a:pt x="2109" y="7515"/>
                  </a:lnTo>
                  <a:lnTo>
                    <a:pt x="2096" y="7541"/>
                  </a:lnTo>
                  <a:lnTo>
                    <a:pt x="2071" y="7554"/>
                  </a:lnTo>
                  <a:lnTo>
                    <a:pt x="2020" y="7579"/>
                  </a:lnTo>
                  <a:lnTo>
                    <a:pt x="2007" y="7605"/>
                  </a:lnTo>
                  <a:lnTo>
                    <a:pt x="2007" y="7630"/>
                  </a:lnTo>
                  <a:lnTo>
                    <a:pt x="2020" y="7669"/>
                  </a:lnTo>
                  <a:lnTo>
                    <a:pt x="2045" y="7694"/>
                  </a:lnTo>
                  <a:lnTo>
                    <a:pt x="2071" y="7720"/>
                  </a:lnTo>
                  <a:lnTo>
                    <a:pt x="2109" y="7733"/>
                  </a:lnTo>
                  <a:lnTo>
                    <a:pt x="2147" y="7733"/>
                  </a:lnTo>
                  <a:lnTo>
                    <a:pt x="2173" y="7720"/>
                  </a:lnTo>
                  <a:lnTo>
                    <a:pt x="2186" y="7707"/>
                  </a:lnTo>
                  <a:lnTo>
                    <a:pt x="2211" y="7669"/>
                  </a:lnTo>
                  <a:lnTo>
                    <a:pt x="2211" y="7656"/>
                  </a:lnTo>
                  <a:lnTo>
                    <a:pt x="2198" y="7630"/>
                  </a:lnTo>
                  <a:lnTo>
                    <a:pt x="2186" y="7605"/>
                  </a:lnTo>
                  <a:lnTo>
                    <a:pt x="2198" y="7592"/>
                  </a:lnTo>
                  <a:lnTo>
                    <a:pt x="2237" y="7592"/>
                  </a:lnTo>
                  <a:lnTo>
                    <a:pt x="2250" y="7618"/>
                  </a:lnTo>
                  <a:lnTo>
                    <a:pt x="2250" y="7630"/>
                  </a:lnTo>
                  <a:lnTo>
                    <a:pt x="2237" y="7656"/>
                  </a:lnTo>
                  <a:lnTo>
                    <a:pt x="2224" y="7694"/>
                  </a:lnTo>
                  <a:lnTo>
                    <a:pt x="2224" y="7720"/>
                  </a:lnTo>
                  <a:lnTo>
                    <a:pt x="2237" y="7758"/>
                  </a:lnTo>
                  <a:lnTo>
                    <a:pt x="2262" y="7784"/>
                  </a:lnTo>
                  <a:lnTo>
                    <a:pt x="2288" y="7796"/>
                  </a:lnTo>
                  <a:lnTo>
                    <a:pt x="2314" y="7796"/>
                  </a:lnTo>
                  <a:lnTo>
                    <a:pt x="2365" y="7758"/>
                  </a:lnTo>
                  <a:lnTo>
                    <a:pt x="2416" y="7745"/>
                  </a:lnTo>
                  <a:lnTo>
                    <a:pt x="2467" y="7758"/>
                  </a:lnTo>
                  <a:lnTo>
                    <a:pt x="2492" y="7771"/>
                  </a:lnTo>
                  <a:lnTo>
                    <a:pt x="2518" y="7796"/>
                  </a:lnTo>
                  <a:lnTo>
                    <a:pt x="2531" y="7822"/>
                  </a:lnTo>
                  <a:lnTo>
                    <a:pt x="2544" y="7860"/>
                  </a:lnTo>
                  <a:lnTo>
                    <a:pt x="2544" y="7937"/>
                  </a:lnTo>
                  <a:lnTo>
                    <a:pt x="2569" y="7975"/>
                  </a:lnTo>
                  <a:lnTo>
                    <a:pt x="2607" y="8001"/>
                  </a:lnTo>
                  <a:lnTo>
                    <a:pt x="2646" y="7988"/>
                  </a:lnTo>
                  <a:lnTo>
                    <a:pt x="2799" y="7924"/>
                  </a:lnTo>
                  <a:lnTo>
                    <a:pt x="2863" y="7886"/>
                  </a:lnTo>
                  <a:lnTo>
                    <a:pt x="2914" y="7848"/>
                  </a:lnTo>
                  <a:lnTo>
                    <a:pt x="3029" y="7758"/>
                  </a:lnTo>
                  <a:lnTo>
                    <a:pt x="3106" y="7707"/>
                  </a:lnTo>
                  <a:lnTo>
                    <a:pt x="3170" y="7643"/>
                  </a:lnTo>
                  <a:lnTo>
                    <a:pt x="3285" y="7528"/>
                  </a:lnTo>
                  <a:lnTo>
                    <a:pt x="3323" y="7477"/>
                  </a:lnTo>
                  <a:lnTo>
                    <a:pt x="3362" y="7413"/>
                  </a:lnTo>
                  <a:lnTo>
                    <a:pt x="3387" y="7349"/>
                  </a:lnTo>
                  <a:lnTo>
                    <a:pt x="3413" y="7285"/>
                  </a:lnTo>
                  <a:lnTo>
                    <a:pt x="3477" y="7221"/>
                  </a:lnTo>
                  <a:lnTo>
                    <a:pt x="3502" y="7183"/>
                  </a:lnTo>
                  <a:lnTo>
                    <a:pt x="3515" y="7132"/>
                  </a:lnTo>
                  <a:lnTo>
                    <a:pt x="3553" y="7042"/>
                  </a:lnTo>
                  <a:lnTo>
                    <a:pt x="3604" y="6940"/>
                  </a:lnTo>
                  <a:lnTo>
                    <a:pt x="3681" y="6863"/>
                  </a:lnTo>
                  <a:lnTo>
                    <a:pt x="3758" y="6800"/>
                  </a:lnTo>
                  <a:lnTo>
                    <a:pt x="3809" y="6748"/>
                  </a:lnTo>
                  <a:lnTo>
                    <a:pt x="3847" y="6697"/>
                  </a:lnTo>
                  <a:lnTo>
                    <a:pt x="3860" y="6646"/>
                  </a:lnTo>
                  <a:lnTo>
                    <a:pt x="3886" y="6595"/>
                  </a:lnTo>
                  <a:lnTo>
                    <a:pt x="3886" y="6569"/>
                  </a:lnTo>
                  <a:lnTo>
                    <a:pt x="3898" y="6557"/>
                  </a:lnTo>
                  <a:lnTo>
                    <a:pt x="3898" y="6518"/>
                  </a:lnTo>
                  <a:lnTo>
                    <a:pt x="3911" y="6506"/>
                  </a:lnTo>
                  <a:lnTo>
                    <a:pt x="3962" y="6467"/>
                  </a:lnTo>
                  <a:lnTo>
                    <a:pt x="4013" y="6429"/>
                  </a:lnTo>
                  <a:lnTo>
                    <a:pt x="4064" y="6391"/>
                  </a:lnTo>
                  <a:lnTo>
                    <a:pt x="4090" y="6327"/>
                  </a:lnTo>
                  <a:lnTo>
                    <a:pt x="4103" y="6263"/>
                  </a:lnTo>
                  <a:lnTo>
                    <a:pt x="4128" y="6161"/>
                  </a:lnTo>
                  <a:lnTo>
                    <a:pt x="4167" y="6058"/>
                  </a:lnTo>
                  <a:lnTo>
                    <a:pt x="4205" y="5956"/>
                  </a:lnTo>
                  <a:lnTo>
                    <a:pt x="4269" y="5867"/>
                  </a:lnTo>
                  <a:lnTo>
                    <a:pt x="4282" y="5841"/>
                  </a:lnTo>
                  <a:lnTo>
                    <a:pt x="4282" y="5815"/>
                  </a:lnTo>
                  <a:lnTo>
                    <a:pt x="4282" y="5803"/>
                  </a:lnTo>
                  <a:lnTo>
                    <a:pt x="4243" y="5803"/>
                  </a:lnTo>
                  <a:lnTo>
                    <a:pt x="4205" y="5790"/>
                  </a:lnTo>
                  <a:lnTo>
                    <a:pt x="4179" y="5764"/>
                  </a:lnTo>
                  <a:lnTo>
                    <a:pt x="4141" y="5713"/>
                  </a:lnTo>
                  <a:lnTo>
                    <a:pt x="4128" y="5675"/>
                  </a:lnTo>
                  <a:lnTo>
                    <a:pt x="4116" y="5637"/>
                  </a:lnTo>
                  <a:lnTo>
                    <a:pt x="4103" y="5585"/>
                  </a:lnTo>
                  <a:lnTo>
                    <a:pt x="4116" y="5547"/>
                  </a:lnTo>
                  <a:lnTo>
                    <a:pt x="4128" y="5509"/>
                  </a:lnTo>
                  <a:lnTo>
                    <a:pt x="4154" y="5458"/>
                  </a:lnTo>
                  <a:lnTo>
                    <a:pt x="4192" y="5419"/>
                  </a:lnTo>
                  <a:lnTo>
                    <a:pt x="4243" y="5355"/>
                  </a:lnTo>
                  <a:lnTo>
                    <a:pt x="4282" y="5304"/>
                  </a:lnTo>
                  <a:lnTo>
                    <a:pt x="4346" y="5266"/>
                  </a:lnTo>
                  <a:lnTo>
                    <a:pt x="4486" y="5202"/>
                  </a:lnTo>
                  <a:lnTo>
                    <a:pt x="4627" y="5176"/>
                  </a:lnTo>
                  <a:lnTo>
                    <a:pt x="4780" y="5176"/>
                  </a:lnTo>
                  <a:lnTo>
                    <a:pt x="4934" y="5189"/>
                  </a:lnTo>
                  <a:lnTo>
                    <a:pt x="4972" y="5189"/>
                  </a:lnTo>
                  <a:lnTo>
                    <a:pt x="4985" y="5202"/>
                  </a:lnTo>
                  <a:lnTo>
                    <a:pt x="4997" y="5228"/>
                  </a:lnTo>
                  <a:lnTo>
                    <a:pt x="4985" y="5266"/>
                  </a:lnTo>
                  <a:lnTo>
                    <a:pt x="4972" y="5291"/>
                  </a:lnTo>
                  <a:lnTo>
                    <a:pt x="4972" y="5317"/>
                  </a:lnTo>
                  <a:lnTo>
                    <a:pt x="4985" y="5355"/>
                  </a:lnTo>
                  <a:lnTo>
                    <a:pt x="5010" y="5381"/>
                  </a:lnTo>
                  <a:lnTo>
                    <a:pt x="5036" y="5381"/>
                  </a:lnTo>
                  <a:lnTo>
                    <a:pt x="5074" y="5304"/>
                  </a:lnTo>
                  <a:lnTo>
                    <a:pt x="5125" y="5240"/>
                  </a:lnTo>
                  <a:lnTo>
                    <a:pt x="5125" y="5228"/>
                  </a:lnTo>
                  <a:lnTo>
                    <a:pt x="5112" y="5215"/>
                  </a:lnTo>
                  <a:lnTo>
                    <a:pt x="5087" y="5202"/>
                  </a:lnTo>
                  <a:lnTo>
                    <a:pt x="5074" y="5189"/>
                  </a:lnTo>
                  <a:lnTo>
                    <a:pt x="5061" y="5176"/>
                  </a:lnTo>
                  <a:lnTo>
                    <a:pt x="5049" y="5125"/>
                  </a:lnTo>
                  <a:lnTo>
                    <a:pt x="5061" y="5049"/>
                  </a:lnTo>
                  <a:lnTo>
                    <a:pt x="5074" y="4959"/>
                  </a:lnTo>
                  <a:lnTo>
                    <a:pt x="5087" y="4882"/>
                  </a:lnTo>
                  <a:lnTo>
                    <a:pt x="5100" y="4806"/>
                  </a:lnTo>
                  <a:lnTo>
                    <a:pt x="5112" y="4755"/>
                  </a:lnTo>
                  <a:lnTo>
                    <a:pt x="5125" y="4742"/>
                  </a:lnTo>
                  <a:lnTo>
                    <a:pt x="5138" y="4742"/>
                  </a:lnTo>
                  <a:lnTo>
                    <a:pt x="5176" y="4767"/>
                  </a:lnTo>
                  <a:lnTo>
                    <a:pt x="5202" y="4767"/>
                  </a:lnTo>
                  <a:lnTo>
                    <a:pt x="5253" y="4742"/>
                  </a:lnTo>
                  <a:lnTo>
                    <a:pt x="5317" y="4716"/>
                  </a:lnTo>
                  <a:lnTo>
                    <a:pt x="5355" y="4678"/>
                  </a:lnTo>
                  <a:lnTo>
                    <a:pt x="5394" y="4627"/>
                  </a:lnTo>
                  <a:lnTo>
                    <a:pt x="5419" y="4589"/>
                  </a:lnTo>
                  <a:lnTo>
                    <a:pt x="5458" y="4525"/>
                  </a:lnTo>
                  <a:lnTo>
                    <a:pt x="5470" y="4461"/>
                  </a:lnTo>
                  <a:lnTo>
                    <a:pt x="5483" y="4397"/>
                  </a:lnTo>
                  <a:lnTo>
                    <a:pt x="5483" y="4333"/>
                  </a:lnTo>
                  <a:lnTo>
                    <a:pt x="5483" y="4256"/>
                  </a:lnTo>
                  <a:lnTo>
                    <a:pt x="5509" y="4180"/>
                  </a:lnTo>
                  <a:lnTo>
                    <a:pt x="5521" y="4090"/>
                  </a:lnTo>
                  <a:lnTo>
                    <a:pt x="5509" y="4052"/>
                  </a:lnTo>
                  <a:lnTo>
                    <a:pt x="5496" y="4013"/>
                  </a:lnTo>
                  <a:lnTo>
                    <a:pt x="5509" y="3988"/>
                  </a:lnTo>
                  <a:lnTo>
                    <a:pt x="5585" y="3834"/>
                  </a:lnTo>
                  <a:lnTo>
                    <a:pt x="5675" y="3694"/>
                  </a:lnTo>
                  <a:lnTo>
                    <a:pt x="5688" y="3668"/>
                  </a:lnTo>
                  <a:lnTo>
                    <a:pt x="5700" y="3643"/>
                  </a:lnTo>
                  <a:lnTo>
                    <a:pt x="5688" y="3630"/>
                  </a:lnTo>
                  <a:lnTo>
                    <a:pt x="5662" y="3617"/>
                  </a:lnTo>
                  <a:lnTo>
                    <a:pt x="5547" y="3566"/>
                  </a:lnTo>
                  <a:lnTo>
                    <a:pt x="5496" y="3540"/>
                  </a:lnTo>
                  <a:lnTo>
                    <a:pt x="5445" y="3489"/>
                  </a:lnTo>
                  <a:lnTo>
                    <a:pt x="5432" y="3489"/>
                  </a:lnTo>
                  <a:lnTo>
                    <a:pt x="5368" y="3477"/>
                  </a:lnTo>
                  <a:lnTo>
                    <a:pt x="5317" y="3489"/>
                  </a:lnTo>
                  <a:lnTo>
                    <a:pt x="5253" y="3489"/>
                  </a:lnTo>
                  <a:lnTo>
                    <a:pt x="5189" y="3477"/>
                  </a:lnTo>
                  <a:lnTo>
                    <a:pt x="5164" y="3502"/>
                  </a:lnTo>
                  <a:lnTo>
                    <a:pt x="5125" y="3540"/>
                  </a:lnTo>
                  <a:lnTo>
                    <a:pt x="5074" y="3579"/>
                  </a:lnTo>
                  <a:lnTo>
                    <a:pt x="5023" y="3592"/>
                  </a:lnTo>
                  <a:lnTo>
                    <a:pt x="4972" y="3617"/>
                  </a:lnTo>
                  <a:lnTo>
                    <a:pt x="4934" y="3617"/>
                  </a:lnTo>
                  <a:lnTo>
                    <a:pt x="4895" y="3643"/>
                  </a:lnTo>
                  <a:lnTo>
                    <a:pt x="4870" y="3668"/>
                  </a:lnTo>
                  <a:lnTo>
                    <a:pt x="4857" y="3694"/>
                  </a:lnTo>
                  <a:lnTo>
                    <a:pt x="4831" y="3732"/>
                  </a:lnTo>
                  <a:lnTo>
                    <a:pt x="4806" y="3771"/>
                  </a:lnTo>
                  <a:lnTo>
                    <a:pt x="4755" y="3847"/>
                  </a:lnTo>
                  <a:lnTo>
                    <a:pt x="4704" y="3898"/>
                  </a:lnTo>
                  <a:lnTo>
                    <a:pt x="4640" y="3937"/>
                  </a:lnTo>
                  <a:lnTo>
                    <a:pt x="4563" y="3962"/>
                  </a:lnTo>
                  <a:lnTo>
                    <a:pt x="4397" y="3962"/>
                  </a:lnTo>
                  <a:lnTo>
                    <a:pt x="4371" y="3975"/>
                  </a:lnTo>
                  <a:lnTo>
                    <a:pt x="4358" y="3988"/>
                  </a:lnTo>
                  <a:lnTo>
                    <a:pt x="4333" y="3988"/>
                  </a:lnTo>
                  <a:lnTo>
                    <a:pt x="4307" y="3962"/>
                  </a:lnTo>
                  <a:lnTo>
                    <a:pt x="4256" y="3924"/>
                  </a:lnTo>
                  <a:lnTo>
                    <a:pt x="4205" y="3898"/>
                  </a:lnTo>
                  <a:lnTo>
                    <a:pt x="4154" y="3873"/>
                  </a:lnTo>
                  <a:lnTo>
                    <a:pt x="4090" y="3860"/>
                  </a:lnTo>
                  <a:lnTo>
                    <a:pt x="4013" y="3834"/>
                  </a:lnTo>
                  <a:lnTo>
                    <a:pt x="3937" y="3809"/>
                  </a:lnTo>
                  <a:lnTo>
                    <a:pt x="3860" y="3771"/>
                  </a:lnTo>
                  <a:lnTo>
                    <a:pt x="3796" y="3732"/>
                  </a:lnTo>
                  <a:lnTo>
                    <a:pt x="3758" y="3694"/>
                  </a:lnTo>
                  <a:lnTo>
                    <a:pt x="3732" y="3681"/>
                  </a:lnTo>
                  <a:lnTo>
                    <a:pt x="3719" y="3681"/>
                  </a:lnTo>
                  <a:lnTo>
                    <a:pt x="3681" y="3694"/>
                  </a:lnTo>
                  <a:lnTo>
                    <a:pt x="3643" y="3681"/>
                  </a:lnTo>
                  <a:lnTo>
                    <a:pt x="3579" y="3643"/>
                  </a:lnTo>
                  <a:lnTo>
                    <a:pt x="3515" y="3604"/>
                  </a:lnTo>
                  <a:lnTo>
                    <a:pt x="3400" y="3604"/>
                  </a:lnTo>
                  <a:lnTo>
                    <a:pt x="3362" y="3592"/>
                  </a:lnTo>
                  <a:lnTo>
                    <a:pt x="3285" y="3540"/>
                  </a:lnTo>
                  <a:lnTo>
                    <a:pt x="3259" y="3528"/>
                  </a:lnTo>
                  <a:lnTo>
                    <a:pt x="3234" y="3502"/>
                  </a:lnTo>
                  <a:lnTo>
                    <a:pt x="3234" y="3477"/>
                  </a:lnTo>
                  <a:lnTo>
                    <a:pt x="3234" y="3438"/>
                  </a:lnTo>
                  <a:lnTo>
                    <a:pt x="3247" y="3413"/>
                  </a:lnTo>
                  <a:lnTo>
                    <a:pt x="3247" y="3374"/>
                  </a:lnTo>
                  <a:lnTo>
                    <a:pt x="3234" y="3310"/>
                  </a:lnTo>
                  <a:lnTo>
                    <a:pt x="3234" y="3247"/>
                  </a:lnTo>
                  <a:lnTo>
                    <a:pt x="3208" y="3195"/>
                  </a:lnTo>
                  <a:lnTo>
                    <a:pt x="3183" y="3132"/>
                  </a:lnTo>
                  <a:lnTo>
                    <a:pt x="3170" y="3068"/>
                  </a:lnTo>
                  <a:lnTo>
                    <a:pt x="3170" y="2927"/>
                  </a:lnTo>
                  <a:lnTo>
                    <a:pt x="3157" y="2863"/>
                  </a:lnTo>
                  <a:lnTo>
                    <a:pt x="3144" y="2799"/>
                  </a:lnTo>
                  <a:lnTo>
                    <a:pt x="3131" y="2748"/>
                  </a:lnTo>
                  <a:lnTo>
                    <a:pt x="3119" y="2697"/>
                  </a:lnTo>
                  <a:lnTo>
                    <a:pt x="3080" y="2671"/>
                  </a:lnTo>
                  <a:lnTo>
                    <a:pt x="3055" y="2659"/>
                  </a:lnTo>
                  <a:lnTo>
                    <a:pt x="3029" y="2659"/>
                  </a:lnTo>
                  <a:lnTo>
                    <a:pt x="3042" y="2608"/>
                  </a:lnTo>
                  <a:lnTo>
                    <a:pt x="3080" y="2582"/>
                  </a:lnTo>
                  <a:lnTo>
                    <a:pt x="3106" y="2569"/>
                  </a:lnTo>
                  <a:lnTo>
                    <a:pt x="3106" y="2556"/>
                  </a:lnTo>
                  <a:lnTo>
                    <a:pt x="3106" y="2544"/>
                  </a:lnTo>
                  <a:lnTo>
                    <a:pt x="3080" y="2518"/>
                  </a:lnTo>
                  <a:lnTo>
                    <a:pt x="3055" y="2518"/>
                  </a:lnTo>
                  <a:lnTo>
                    <a:pt x="2978" y="2556"/>
                  </a:lnTo>
                  <a:lnTo>
                    <a:pt x="2940" y="2569"/>
                  </a:lnTo>
                  <a:lnTo>
                    <a:pt x="2914" y="2556"/>
                  </a:lnTo>
                  <a:lnTo>
                    <a:pt x="2901" y="2531"/>
                  </a:lnTo>
                  <a:lnTo>
                    <a:pt x="2850" y="2403"/>
                  </a:lnTo>
                  <a:lnTo>
                    <a:pt x="2799" y="2352"/>
                  </a:lnTo>
                  <a:lnTo>
                    <a:pt x="2735" y="2301"/>
                  </a:lnTo>
                  <a:lnTo>
                    <a:pt x="2697" y="2275"/>
                  </a:lnTo>
                  <a:lnTo>
                    <a:pt x="2684" y="2275"/>
                  </a:lnTo>
                  <a:lnTo>
                    <a:pt x="2659" y="2288"/>
                  </a:lnTo>
                  <a:lnTo>
                    <a:pt x="2633" y="2314"/>
                  </a:lnTo>
                  <a:lnTo>
                    <a:pt x="2633" y="2339"/>
                  </a:lnTo>
                  <a:lnTo>
                    <a:pt x="2646" y="2365"/>
                  </a:lnTo>
                  <a:lnTo>
                    <a:pt x="2671" y="2377"/>
                  </a:lnTo>
                  <a:lnTo>
                    <a:pt x="2697" y="2416"/>
                  </a:lnTo>
                  <a:lnTo>
                    <a:pt x="2723" y="2429"/>
                  </a:lnTo>
                  <a:lnTo>
                    <a:pt x="2723" y="2454"/>
                  </a:lnTo>
                  <a:lnTo>
                    <a:pt x="2748" y="2582"/>
                  </a:lnTo>
                  <a:lnTo>
                    <a:pt x="2748" y="2646"/>
                  </a:lnTo>
                  <a:lnTo>
                    <a:pt x="2735" y="2684"/>
                  </a:lnTo>
                  <a:lnTo>
                    <a:pt x="2723" y="2710"/>
                  </a:lnTo>
                  <a:lnTo>
                    <a:pt x="2710" y="2723"/>
                  </a:lnTo>
                  <a:lnTo>
                    <a:pt x="2723" y="2748"/>
                  </a:lnTo>
                  <a:lnTo>
                    <a:pt x="2761" y="2799"/>
                  </a:lnTo>
                  <a:lnTo>
                    <a:pt x="2786" y="2876"/>
                  </a:lnTo>
                  <a:lnTo>
                    <a:pt x="2812" y="3016"/>
                  </a:lnTo>
                  <a:lnTo>
                    <a:pt x="2812" y="3042"/>
                  </a:lnTo>
                  <a:lnTo>
                    <a:pt x="2799" y="3055"/>
                  </a:lnTo>
                  <a:lnTo>
                    <a:pt x="2774" y="3080"/>
                  </a:lnTo>
                  <a:lnTo>
                    <a:pt x="2710" y="3093"/>
                  </a:lnTo>
                  <a:lnTo>
                    <a:pt x="2659" y="3080"/>
                  </a:lnTo>
                  <a:lnTo>
                    <a:pt x="2633" y="3042"/>
                  </a:lnTo>
                  <a:lnTo>
                    <a:pt x="2620" y="2978"/>
                  </a:lnTo>
                  <a:lnTo>
                    <a:pt x="2607" y="2889"/>
                  </a:lnTo>
                  <a:lnTo>
                    <a:pt x="2582" y="2838"/>
                  </a:lnTo>
                  <a:lnTo>
                    <a:pt x="2556" y="2799"/>
                  </a:lnTo>
                  <a:lnTo>
                    <a:pt x="2505" y="2786"/>
                  </a:lnTo>
                  <a:lnTo>
                    <a:pt x="2416" y="2786"/>
                  </a:lnTo>
                  <a:lnTo>
                    <a:pt x="2377" y="2774"/>
                  </a:lnTo>
                  <a:lnTo>
                    <a:pt x="2314" y="2748"/>
                  </a:lnTo>
                  <a:lnTo>
                    <a:pt x="2262" y="2710"/>
                  </a:lnTo>
                  <a:lnTo>
                    <a:pt x="2237" y="2710"/>
                  </a:lnTo>
                  <a:lnTo>
                    <a:pt x="2211" y="2735"/>
                  </a:lnTo>
                  <a:lnTo>
                    <a:pt x="2198" y="2748"/>
                  </a:lnTo>
                  <a:lnTo>
                    <a:pt x="2198" y="2710"/>
                  </a:lnTo>
                  <a:lnTo>
                    <a:pt x="2173" y="2697"/>
                  </a:lnTo>
                  <a:lnTo>
                    <a:pt x="2147" y="2697"/>
                  </a:lnTo>
                  <a:lnTo>
                    <a:pt x="2135" y="2684"/>
                  </a:lnTo>
                  <a:lnTo>
                    <a:pt x="2109" y="2633"/>
                  </a:lnTo>
                  <a:lnTo>
                    <a:pt x="2109" y="2556"/>
                  </a:lnTo>
                  <a:lnTo>
                    <a:pt x="2122" y="2480"/>
                  </a:lnTo>
                  <a:lnTo>
                    <a:pt x="2147" y="2429"/>
                  </a:lnTo>
                  <a:lnTo>
                    <a:pt x="2122" y="2416"/>
                  </a:lnTo>
                  <a:lnTo>
                    <a:pt x="2096" y="2429"/>
                  </a:lnTo>
                  <a:lnTo>
                    <a:pt x="2071" y="2416"/>
                  </a:lnTo>
                  <a:lnTo>
                    <a:pt x="2058" y="2403"/>
                  </a:lnTo>
                  <a:lnTo>
                    <a:pt x="2058" y="2365"/>
                  </a:lnTo>
                  <a:lnTo>
                    <a:pt x="2071" y="2352"/>
                  </a:lnTo>
                  <a:lnTo>
                    <a:pt x="2083" y="2326"/>
                  </a:lnTo>
                  <a:lnTo>
                    <a:pt x="2122" y="2314"/>
                  </a:lnTo>
                  <a:lnTo>
                    <a:pt x="2147" y="2301"/>
                  </a:lnTo>
                  <a:lnTo>
                    <a:pt x="2147" y="2288"/>
                  </a:lnTo>
                  <a:lnTo>
                    <a:pt x="2135" y="2275"/>
                  </a:lnTo>
                  <a:lnTo>
                    <a:pt x="2096" y="2237"/>
                  </a:lnTo>
                  <a:lnTo>
                    <a:pt x="2096" y="2211"/>
                  </a:lnTo>
                  <a:lnTo>
                    <a:pt x="2096" y="2199"/>
                  </a:lnTo>
                  <a:lnTo>
                    <a:pt x="2122" y="2173"/>
                  </a:lnTo>
                  <a:lnTo>
                    <a:pt x="2173" y="2160"/>
                  </a:lnTo>
                  <a:lnTo>
                    <a:pt x="2160" y="2135"/>
                  </a:lnTo>
                  <a:lnTo>
                    <a:pt x="2147" y="2135"/>
                  </a:lnTo>
                  <a:lnTo>
                    <a:pt x="2135" y="2122"/>
                  </a:lnTo>
                  <a:lnTo>
                    <a:pt x="2135" y="2109"/>
                  </a:lnTo>
                  <a:lnTo>
                    <a:pt x="2135" y="2084"/>
                  </a:lnTo>
                  <a:lnTo>
                    <a:pt x="2135" y="2071"/>
                  </a:lnTo>
                  <a:lnTo>
                    <a:pt x="2122" y="2032"/>
                  </a:lnTo>
                  <a:lnTo>
                    <a:pt x="2058" y="1994"/>
                  </a:lnTo>
                  <a:lnTo>
                    <a:pt x="2007" y="1956"/>
                  </a:lnTo>
                  <a:lnTo>
                    <a:pt x="1981" y="1905"/>
                  </a:lnTo>
                  <a:lnTo>
                    <a:pt x="1930" y="1828"/>
                  </a:lnTo>
                  <a:lnTo>
                    <a:pt x="1892" y="1790"/>
                  </a:lnTo>
                  <a:lnTo>
                    <a:pt x="1853" y="1764"/>
                  </a:lnTo>
                  <a:lnTo>
                    <a:pt x="1828" y="1738"/>
                  </a:lnTo>
                  <a:lnTo>
                    <a:pt x="1815" y="1700"/>
                  </a:lnTo>
                  <a:lnTo>
                    <a:pt x="1815" y="1649"/>
                  </a:lnTo>
                  <a:lnTo>
                    <a:pt x="1828" y="1611"/>
                  </a:lnTo>
                  <a:lnTo>
                    <a:pt x="1841" y="1585"/>
                  </a:lnTo>
                  <a:lnTo>
                    <a:pt x="1866" y="1598"/>
                  </a:lnTo>
                  <a:lnTo>
                    <a:pt x="1892" y="1611"/>
                  </a:lnTo>
                  <a:lnTo>
                    <a:pt x="1905" y="1611"/>
                  </a:lnTo>
                  <a:lnTo>
                    <a:pt x="1917" y="1598"/>
                  </a:lnTo>
                  <a:lnTo>
                    <a:pt x="1917" y="1585"/>
                  </a:lnTo>
                  <a:lnTo>
                    <a:pt x="1917" y="1572"/>
                  </a:lnTo>
                  <a:lnTo>
                    <a:pt x="1905" y="1547"/>
                  </a:lnTo>
                  <a:lnTo>
                    <a:pt x="1879" y="1496"/>
                  </a:lnTo>
                  <a:lnTo>
                    <a:pt x="1853" y="1444"/>
                  </a:lnTo>
                  <a:lnTo>
                    <a:pt x="1853" y="1393"/>
                  </a:lnTo>
                  <a:lnTo>
                    <a:pt x="1879" y="1342"/>
                  </a:lnTo>
                  <a:lnTo>
                    <a:pt x="1879" y="1304"/>
                  </a:lnTo>
                  <a:lnTo>
                    <a:pt x="1866" y="1291"/>
                  </a:lnTo>
                  <a:lnTo>
                    <a:pt x="1853" y="1278"/>
                  </a:lnTo>
                  <a:lnTo>
                    <a:pt x="1815" y="1240"/>
                  </a:lnTo>
                  <a:lnTo>
                    <a:pt x="1802" y="1202"/>
                  </a:lnTo>
                  <a:lnTo>
                    <a:pt x="1790" y="1151"/>
                  </a:lnTo>
                  <a:lnTo>
                    <a:pt x="1764" y="1138"/>
                  </a:lnTo>
                  <a:lnTo>
                    <a:pt x="1738" y="1125"/>
                  </a:lnTo>
                  <a:lnTo>
                    <a:pt x="1713" y="1112"/>
                  </a:lnTo>
                  <a:lnTo>
                    <a:pt x="1700" y="1087"/>
                  </a:lnTo>
                  <a:lnTo>
                    <a:pt x="1687" y="1036"/>
                  </a:lnTo>
                  <a:lnTo>
                    <a:pt x="1674" y="984"/>
                  </a:lnTo>
                  <a:lnTo>
                    <a:pt x="1662" y="920"/>
                  </a:lnTo>
                  <a:lnTo>
                    <a:pt x="1662" y="895"/>
                  </a:lnTo>
                  <a:lnTo>
                    <a:pt x="1662" y="869"/>
                  </a:lnTo>
                  <a:lnTo>
                    <a:pt x="1611" y="908"/>
                  </a:lnTo>
                  <a:lnTo>
                    <a:pt x="1547" y="933"/>
                  </a:lnTo>
                  <a:lnTo>
                    <a:pt x="1496" y="972"/>
                  </a:lnTo>
                  <a:lnTo>
                    <a:pt x="1470" y="997"/>
                  </a:lnTo>
                  <a:lnTo>
                    <a:pt x="1457" y="1023"/>
                  </a:lnTo>
                  <a:lnTo>
                    <a:pt x="1432" y="933"/>
                  </a:lnTo>
                  <a:lnTo>
                    <a:pt x="1368" y="857"/>
                  </a:lnTo>
                  <a:lnTo>
                    <a:pt x="1419" y="869"/>
                  </a:lnTo>
                  <a:lnTo>
                    <a:pt x="1444" y="869"/>
                  </a:lnTo>
                  <a:lnTo>
                    <a:pt x="1457" y="844"/>
                  </a:lnTo>
                  <a:lnTo>
                    <a:pt x="1457" y="818"/>
                  </a:lnTo>
                  <a:lnTo>
                    <a:pt x="1444" y="805"/>
                  </a:lnTo>
                  <a:lnTo>
                    <a:pt x="1406" y="793"/>
                  </a:lnTo>
                  <a:lnTo>
                    <a:pt x="1381" y="780"/>
                  </a:lnTo>
                  <a:lnTo>
                    <a:pt x="1342" y="780"/>
                  </a:lnTo>
                  <a:lnTo>
                    <a:pt x="1317" y="767"/>
                  </a:lnTo>
                  <a:lnTo>
                    <a:pt x="1291" y="754"/>
                  </a:lnTo>
                  <a:lnTo>
                    <a:pt x="1278" y="716"/>
                  </a:lnTo>
                  <a:lnTo>
                    <a:pt x="1253" y="690"/>
                  </a:lnTo>
                  <a:lnTo>
                    <a:pt x="1227" y="665"/>
                  </a:lnTo>
                  <a:lnTo>
                    <a:pt x="1176" y="652"/>
                  </a:lnTo>
                  <a:lnTo>
                    <a:pt x="1099" y="652"/>
                  </a:lnTo>
                  <a:lnTo>
                    <a:pt x="1061" y="627"/>
                  </a:lnTo>
                  <a:lnTo>
                    <a:pt x="1035" y="614"/>
                  </a:lnTo>
                  <a:lnTo>
                    <a:pt x="997" y="588"/>
                  </a:lnTo>
                  <a:lnTo>
                    <a:pt x="933" y="575"/>
                  </a:lnTo>
                  <a:lnTo>
                    <a:pt x="908" y="575"/>
                  </a:lnTo>
                  <a:lnTo>
                    <a:pt x="895" y="588"/>
                  </a:lnTo>
                  <a:lnTo>
                    <a:pt x="869" y="627"/>
                  </a:lnTo>
                  <a:lnTo>
                    <a:pt x="844" y="639"/>
                  </a:lnTo>
                  <a:lnTo>
                    <a:pt x="818" y="627"/>
                  </a:lnTo>
                  <a:lnTo>
                    <a:pt x="767" y="601"/>
                  </a:lnTo>
                  <a:lnTo>
                    <a:pt x="754" y="588"/>
                  </a:lnTo>
                  <a:lnTo>
                    <a:pt x="754" y="563"/>
                  </a:lnTo>
                  <a:lnTo>
                    <a:pt x="754" y="550"/>
                  </a:lnTo>
                  <a:lnTo>
                    <a:pt x="780" y="537"/>
                  </a:lnTo>
                  <a:lnTo>
                    <a:pt x="805" y="512"/>
                  </a:lnTo>
                  <a:lnTo>
                    <a:pt x="818" y="499"/>
                  </a:lnTo>
                  <a:lnTo>
                    <a:pt x="805" y="486"/>
                  </a:lnTo>
                  <a:lnTo>
                    <a:pt x="793" y="473"/>
                  </a:lnTo>
                  <a:lnTo>
                    <a:pt x="754" y="473"/>
                  </a:lnTo>
                  <a:lnTo>
                    <a:pt x="703" y="486"/>
                  </a:lnTo>
                  <a:lnTo>
                    <a:pt x="678" y="512"/>
                  </a:lnTo>
                  <a:lnTo>
                    <a:pt x="678" y="537"/>
                  </a:lnTo>
                  <a:lnTo>
                    <a:pt x="690" y="588"/>
                  </a:lnTo>
                  <a:lnTo>
                    <a:pt x="690" y="614"/>
                  </a:lnTo>
                  <a:lnTo>
                    <a:pt x="678" y="652"/>
                  </a:lnTo>
                  <a:lnTo>
                    <a:pt x="652" y="665"/>
                  </a:lnTo>
                  <a:lnTo>
                    <a:pt x="639" y="665"/>
                  </a:lnTo>
                  <a:lnTo>
                    <a:pt x="614" y="639"/>
                  </a:lnTo>
                  <a:lnTo>
                    <a:pt x="614" y="627"/>
                  </a:lnTo>
                  <a:lnTo>
                    <a:pt x="639" y="575"/>
                  </a:lnTo>
                  <a:lnTo>
                    <a:pt x="626" y="550"/>
                  </a:lnTo>
                  <a:lnTo>
                    <a:pt x="601" y="524"/>
                  </a:lnTo>
                  <a:lnTo>
                    <a:pt x="563" y="499"/>
                  </a:lnTo>
                  <a:lnTo>
                    <a:pt x="537" y="486"/>
                  </a:lnTo>
                  <a:lnTo>
                    <a:pt x="524" y="460"/>
                  </a:lnTo>
                  <a:lnTo>
                    <a:pt x="524" y="422"/>
                  </a:lnTo>
                  <a:lnTo>
                    <a:pt x="499" y="396"/>
                  </a:lnTo>
                  <a:lnTo>
                    <a:pt x="460" y="358"/>
                  </a:lnTo>
                  <a:lnTo>
                    <a:pt x="396" y="281"/>
                  </a:lnTo>
                  <a:lnTo>
                    <a:pt x="358" y="218"/>
                  </a:lnTo>
                  <a:lnTo>
                    <a:pt x="358" y="128"/>
                  </a:lnTo>
                  <a:lnTo>
                    <a:pt x="384" y="51"/>
                  </a:lnTo>
                  <a:lnTo>
                    <a:pt x="396" y="26"/>
                  </a:lnTo>
                  <a:lnTo>
                    <a:pt x="396" y="1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8"/>
            <p:cNvSpPr/>
            <p:nvPr/>
          </p:nvSpPr>
          <p:spPr>
            <a:xfrm>
              <a:off x="6876700" y="4386200"/>
              <a:ext cx="5150" cy="3525"/>
            </a:xfrm>
            <a:custGeom>
              <a:rect b="b" l="l" r="r" t="t"/>
              <a:pathLst>
                <a:path extrusionOk="0" h="141" w="206">
                  <a:moveTo>
                    <a:pt x="90" y="0"/>
                  </a:moveTo>
                  <a:lnTo>
                    <a:pt x="52" y="13"/>
                  </a:lnTo>
                  <a:lnTo>
                    <a:pt x="39" y="39"/>
                  </a:lnTo>
                  <a:lnTo>
                    <a:pt x="26" y="64"/>
                  </a:lnTo>
                  <a:lnTo>
                    <a:pt x="1" y="141"/>
                  </a:lnTo>
                  <a:lnTo>
                    <a:pt x="26" y="128"/>
                  </a:lnTo>
                  <a:lnTo>
                    <a:pt x="39" y="115"/>
                  </a:lnTo>
                  <a:lnTo>
                    <a:pt x="65" y="90"/>
                  </a:lnTo>
                  <a:lnTo>
                    <a:pt x="77" y="77"/>
                  </a:lnTo>
                  <a:lnTo>
                    <a:pt x="90" y="102"/>
                  </a:lnTo>
                  <a:lnTo>
                    <a:pt x="103" y="128"/>
                  </a:lnTo>
                  <a:lnTo>
                    <a:pt x="116" y="141"/>
                  </a:lnTo>
                  <a:lnTo>
                    <a:pt x="141" y="141"/>
                  </a:lnTo>
                  <a:lnTo>
                    <a:pt x="193" y="128"/>
                  </a:lnTo>
                  <a:lnTo>
                    <a:pt x="205" y="115"/>
                  </a:lnTo>
                  <a:lnTo>
                    <a:pt x="205" y="90"/>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8"/>
            <p:cNvSpPr/>
            <p:nvPr/>
          </p:nvSpPr>
          <p:spPr>
            <a:xfrm>
              <a:off x="6890450" y="2154075"/>
              <a:ext cx="22700" cy="17575"/>
            </a:xfrm>
            <a:custGeom>
              <a:rect b="b" l="l" r="r" t="t"/>
              <a:pathLst>
                <a:path extrusionOk="0" h="703" w="908">
                  <a:moveTo>
                    <a:pt x="128" y="0"/>
                  </a:moveTo>
                  <a:lnTo>
                    <a:pt x="0" y="371"/>
                  </a:lnTo>
                  <a:lnTo>
                    <a:pt x="575" y="703"/>
                  </a:lnTo>
                  <a:lnTo>
                    <a:pt x="908" y="626"/>
                  </a:lnTo>
                  <a:lnTo>
                    <a:pt x="652" y="371"/>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8"/>
            <p:cNvSpPr/>
            <p:nvPr/>
          </p:nvSpPr>
          <p:spPr>
            <a:xfrm>
              <a:off x="7118575" y="2243850"/>
              <a:ext cx="11225" cy="9925"/>
            </a:xfrm>
            <a:custGeom>
              <a:rect b="b" l="l" r="r" t="t"/>
              <a:pathLst>
                <a:path extrusionOk="0" h="397" w="449">
                  <a:moveTo>
                    <a:pt x="282" y="0"/>
                  </a:moveTo>
                  <a:lnTo>
                    <a:pt x="1" y="179"/>
                  </a:lnTo>
                  <a:lnTo>
                    <a:pt x="1" y="397"/>
                  </a:lnTo>
                  <a:lnTo>
                    <a:pt x="282" y="256"/>
                  </a:lnTo>
                  <a:lnTo>
                    <a:pt x="448" y="90"/>
                  </a:lnTo>
                  <a:lnTo>
                    <a:pt x="28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8"/>
            <p:cNvSpPr/>
            <p:nvPr/>
          </p:nvSpPr>
          <p:spPr>
            <a:xfrm>
              <a:off x="7297500" y="3790925"/>
              <a:ext cx="2275" cy="1950"/>
            </a:xfrm>
            <a:custGeom>
              <a:rect b="b" l="l" r="r" t="t"/>
              <a:pathLst>
                <a:path extrusionOk="0" h="78" w="91">
                  <a:moveTo>
                    <a:pt x="14" y="1"/>
                  </a:moveTo>
                  <a:lnTo>
                    <a:pt x="1" y="14"/>
                  </a:lnTo>
                  <a:lnTo>
                    <a:pt x="1" y="65"/>
                  </a:lnTo>
                  <a:lnTo>
                    <a:pt x="52" y="78"/>
                  </a:lnTo>
                  <a:lnTo>
                    <a:pt x="78" y="52"/>
                  </a:lnTo>
                  <a:lnTo>
                    <a:pt x="90" y="39"/>
                  </a:lnTo>
                  <a:lnTo>
                    <a:pt x="78" y="27"/>
                  </a:lnTo>
                  <a:lnTo>
                    <a:pt x="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8"/>
            <p:cNvSpPr/>
            <p:nvPr/>
          </p:nvSpPr>
          <p:spPr>
            <a:xfrm>
              <a:off x="7161725" y="2248325"/>
              <a:ext cx="6725" cy="7700"/>
            </a:xfrm>
            <a:custGeom>
              <a:rect b="b" l="l" r="r" t="t"/>
              <a:pathLst>
                <a:path extrusionOk="0" h="308" w="269">
                  <a:moveTo>
                    <a:pt x="0" y="0"/>
                  </a:moveTo>
                  <a:lnTo>
                    <a:pt x="0" y="307"/>
                  </a:lnTo>
                  <a:lnTo>
                    <a:pt x="269" y="307"/>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8"/>
            <p:cNvSpPr/>
            <p:nvPr/>
          </p:nvSpPr>
          <p:spPr>
            <a:xfrm>
              <a:off x="5046825" y="3357675"/>
              <a:ext cx="11550" cy="15050"/>
            </a:xfrm>
            <a:custGeom>
              <a:rect b="b" l="l" r="r" t="t"/>
              <a:pathLst>
                <a:path extrusionOk="0" h="602" w="462">
                  <a:moveTo>
                    <a:pt x="218" y="0"/>
                  </a:moveTo>
                  <a:lnTo>
                    <a:pt x="218" y="179"/>
                  </a:lnTo>
                  <a:lnTo>
                    <a:pt x="78" y="307"/>
                  </a:lnTo>
                  <a:lnTo>
                    <a:pt x="1" y="486"/>
                  </a:lnTo>
                  <a:lnTo>
                    <a:pt x="103" y="601"/>
                  </a:lnTo>
                  <a:lnTo>
                    <a:pt x="397" y="550"/>
                  </a:lnTo>
                  <a:lnTo>
                    <a:pt x="461" y="409"/>
                  </a:lnTo>
                  <a:lnTo>
                    <a:pt x="308" y="205"/>
                  </a:lnTo>
                  <a:lnTo>
                    <a:pt x="461" y="103"/>
                  </a:lnTo>
                  <a:lnTo>
                    <a:pt x="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8"/>
            <p:cNvSpPr/>
            <p:nvPr/>
          </p:nvSpPr>
          <p:spPr>
            <a:xfrm>
              <a:off x="5432500" y="3105575"/>
              <a:ext cx="11200" cy="45075"/>
            </a:xfrm>
            <a:custGeom>
              <a:rect b="b" l="l" r="r" t="t"/>
              <a:pathLst>
                <a:path extrusionOk="0" h="1803" w="448">
                  <a:moveTo>
                    <a:pt x="396" y="1"/>
                  </a:moveTo>
                  <a:lnTo>
                    <a:pt x="269" y="167"/>
                  </a:lnTo>
                  <a:lnTo>
                    <a:pt x="269" y="563"/>
                  </a:lnTo>
                  <a:lnTo>
                    <a:pt x="179" y="614"/>
                  </a:lnTo>
                  <a:lnTo>
                    <a:pt x="179" y="499"/>
                  </a:lnTo>
                  <a:lnTo>
                    <a:pt x="128" y="652"/>
                  </a:lnTo>
                  <a:lnTo>
                    <a:pt x="192" y="691"/>
                  </a:lnTo>
                  <a:lnTo>
                    <a:pt x="179" y="793"/>
                  </a:lnTo>
                  <a:lnTo>
                    <a:pt x="128" y="1023"/>
                  </a:lnTo>
                  <a:lnTo>
                    <a:pt x="179" y="1061"/>
                  </a:lnTo>
                  <a:lnTo>
                    <a:pt x="77" y="1176"/>
                  </a:lnTo>
                  <a:lnTo>
                    <a:pt x="39" y="1355"/>
                  </a:lnTo>
                  <a:lnTo>
                    <a:pt x="0" y="1394"/>
                  </a:lnTo>
                  <a:lnTo>
                    <a:pt x="26" y="1509"/>
                  </a:lnTo>
                  <a:lnTo>
                    <a:pt x="128" y="1573"/>
                  </a:lnTo>
                  <a:lnTo>
                    <a:pt x="115" y="1675"/>
                  </a:lnTo>
                  <a:lnTo>
                    <a:pt x="77" y="1777"/>
                  </a:lnTo>
                  <a:lnTo>
                    <a:pt x="90" y="1790"/>
                  </a:lnTo>
                  <a:lnTo>
                    <a:pt x="102" y="1803"/>
                  </a:lnTo>
                  <a:lnTo>
                    <a:pt x="115" y="1803"/>
                  </a:lnTo>
                  <a:lnTo>
                    <a:pt x="205" y="1522"/>
                  </a:lnTo>
                  <a:lnTo>
                    <a:pt x="243" y="1368"/>
                  </a:lnTo>
                  <a:lnTo>
                    <a:pt x="179" y="1317"/>
                  </a:lnTo>
                  <a:lnTo>
                    <a:pt x="281" y="1189"/>
                  </a:lnTo>
                  <a:lnTo>
                    <a:pt x="320" y="1113"/>
                  </a:lnTo>
                  <a:lnTo>
                    <a:pt x="269" y="946"/>
                  </a:lnTo>
                  <a:lnTo>
                    <a:pt x="371" y="921"/>
                  </a:lnTo>
                  <a:lnTo>
                    <a:pt x="371" y="640"/>
                  </a:lnTo>
                  <a:lnTo>
                    <a:pt x="281" y="601"/>
                  </a:lnTo>
                  <a:lnTo>
                    <a:pt x="345" y="422"/>
                  </a:lnTo>
                  <a:lnTo>
                    <a:pt x="422" y="474"/>
                  </a:lnTo>
                  <a:lnTo>
                    <a:pt x="448" y="243"/>
                  </a:lnTo>
                  <a:lnTo>
                    <a:pt x="384" y="192"/>
                  </a:lnTo>
                  <a:lnTo>
                    <a:pt x="448" y="141"/>
                  </a:lnTo>
                  <a:lnTo>
                    <a:pt x="3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78"/>
            <p:cNvSpPr/>
            <p:nvPr/>
          </p:nvSpPr>
          <p:spPr>
            <a:xfrm>
              <a:off x="5455175" y="3234975"/>
              <a:ext cx="6750" cy="10575"/>
            </a:xfrm>
            <a:custGeom>
              <a:rect b="b" l="l" r="r" t="t"/>
              <a:pathLst>
                <a:path extrusionOk="0" h="423" w="270">
                  <a:moveTo>
                    <a:pt x="116" y="1"/>
                  </a:moveTo>
                  <a:lnTo>
                    <a:pt x="1" y="141"/>
                  </a:lnTo>
                  <a:lnTo>
                    <a:pt x="65" y="244"/>
                  </a:lnTo>
                  <a:lnTo>
                    <a:pt x="180" y="423"/>
                  </a:lnTo>
                  <a:lnTo>
                    <a:pt x="269" y="269"/>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78"/>
            <p:cNvSpPr/>
            <p:nvPr/>
          </p:nvSpPr>
          <p:spPr>
            <a:xfrm>
              <a:off x="5450700" y="3215175"/>
              <a:ext cx="3875" cy="6725"/>
            </a:xfrm>
            <a:custGeom>
              <a:rect b="b" l="l" r="r" t="t"/>
              <a:pathLst>
                <a:path extrusionOk="0" h="269" w="155">
                  <a:moveTo>
                    <a:pt x="65" y="0"/>
                  </a:moveTo>
                  <a:lnTo>
                    <a:pt x="1" y="128"/>
                  </a:lnTo>
                  <a:lnTo>
                    <a:pt x="154" y="269"/>
                  </a:lnTo>
                  <a:lnTo>
                    <a:pt x="103" y="77"/>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8"/>
            <p:cNvSpPr/>
            <p:nvPr/>
          </p:nvSpPr>
          <p:spPr>
            <a:xfrm>
              <a:off x="5448475" y="3219325"/>
              <a:ext cx="3225" cy="3225"/>
            </a:xfrm>
            <a:custGeom>
              <a:rect b="b" l="l" r="r" t="t"/>
              <a:pathLst>
                <a:path extrusionOk="0" h="129" w="129">
                  <a:moveTo>
                    <a:pt x="64" y="1"/>
                  </a:moveTo>
                  <a:lnTo>
                    <a:pt x="0" y="13"/>
                  </a:lnTo>
                  <a:lnTo>
                    <a:pt x="0" y="128"/>
                  </a:lnTo>
                  <a:lnTo>
                    <a:pt x="128" y="12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78"/>
            <p:cNvSpPr/>
            <p:nvPr/>
          </p:nvSpPr>
          <p:spPr>
            <a:xfrm>
              <a:off x="5451975" y="2995675"/>
              <a:ext cx="6100" cy="5125"/>
            </a:xfrm>
            <a:custGeom>
              <a:rect b="b" l="l" r="r" t="t"/>
              <a:pathLst>
                <a:path extrusionOk="0" h="205" w="244">
                  <a:moveTo>
                    <a:pt x="39" y="0"/>
                  </a:moveTo>
                  <a:lnTo>
                    <a:pt x="1" y="26"/>
                  </a:lnTo>
                  <a:lnTo>
                    <a:pt x="141" y="205"/>
                  </a:lnTo>
                  <a:lnTo>
                    <a:pt x="244" y="179"/>
                  </a:lnTo>
                  <a:lnTo>
                    <a:pt x="244" y="26"/>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78"/>
            <p:cNvSpPr/>
            <p:nvPr/>
          </p:nvSpPr>
          <p:spPr>
            <a:xfrm>
              <a:off x="5426100" y="2809075"/>
              <a:ext cx="180225" cy="369050"/>
            </a:xfrm>
            <a:custGeom>
              <a:rect b="b" l="l" r="r" t="t"/>
              <a:pathLst>
                <a:path extrusionOk="0" h="14762" w="7209">
                  <a:moveTo>
                    <a:pt x="4078" y="0"/>
                  </a:moveTo>
                  <a:lnTo>
                    <a:pt x="3963" y="281"/>
                  </a:lnTo>
                  <a:lnTo>
                    <a:pt x="3937" y="499"/>
                  </a:lnTo>
                  <a:lnTo>
                    <a:pt x="3605" y="754"/>
                  </a:lnTo>
                  <a:lnTo>
                    <a:pt x="3822" y="1163"/>
                  </a:lnTo>
                  <a:lnTo>
                    <a:pt x="3669" y="1163"/>
                  </a:lnTo>
                  <a:lnTo>
                    <a:pt x="3464" y="933"/>
                  </a:lnTo>
                  <a:lnTo>
                    <a:pt x="2940" y="1087"/>
                  </a:lnTo>
                  <a:lnTo>
                    <a:pt x="2787" y="1304"/>
                  </a:lnTo>
                  <a:lnTo>
                    <a:pt x="2633" y="1381"/>
                  </a:lnTo>
                  <a:lnTo>
                    <a:pt x="2480" y="1547"/>
                  </a:lnTo>
                  <a:lnTo>
                    <a:pt x="2276" y="1611"/>
                  </a:lnTo>
                  <a:lnTo>
                    <a:pt x="2237" y="1790"/>
                  </a:lnTo>
                  <a:lnTo>
                    <a:pt x="2327" y="2071"/>
                  </a:lnTo>
                  <a:lnTo>
                    <a:pt x="2212" y="2160"/>
                  </a:lnTo>
                  <a:lnTo>
                    <a:pt x="2186" y="2429"/>
                  </a:lnTo>
                  <a:lnTo>
                    <a:pt x="1943" y="2492"/>
                  </a:lnTo>
                  <a:lnTo>
                    <a:pt x="1867" y="2684"/>
                  </a:lnTo>
                  <a:lnTo>
                    <a:pt x="2007" y="2799"/>
                  </a:lnTo>
                  <a:lnTo>
                    <a:pt x="1828" y="3093"/>
                  </a:lnTo>
                  <a:lnTo>
                    <a:pt x="1458" y="3668"/>
                  </a:lnTo>
                  <a:lnTo>
                    <a:pt x="959" y="3540"/>
                  </a:lnTo>
                  <a:lnTo>
                    <a:pt x="946" y="3898"/>
                  </a:lnTo>
                  <a:lnTo>
                    <a:pt x="908" y="3962"/>
                  </a:lnTo>
                  <a:lnTo>
                    <a:pt x="767" y="3962"/>
                  </a:lnTo>
                  <a:lnTo>
                    <a:pt x="793" y="4128"/>
                  </a:lnTo>
                  <a:lnTo>
                    <a:pt x="704" y="4307"/>
                  </a:lnTo>
                  <a:lnTo>
                    <a:pt x="780" y="4499"/>
                  </a:lnTo>
                  <a:lnTo>
                    <a:pt x="780" y="4665"/>
                  </a:lnTo>
                  <a:lnTo>
                    <a:pt x="691" y="4691"/>
                  </a:lnTo>
                  <a:lnTo>
                    <a:pt x="601" y="4895"/>
                  </a:lnTo>
                  <a:lnTo>
                    <a:pt x="410" y="4716"/>
                  </a:lnTo>
                  <a:lnTo>
                    <a:pt x="397" y="4806"/>
                  </a:lnTo>
                  <a:lnTo>
                    <a:pt x="307" y="4870"/>
                  </a:lnTo>
                  <a:lnTo>
                    <a:pt x="320" y="5228"/>
                  </a:lnTo>
                  <a:lnTo>
                    <a:pt x="371" y="5432"/>
                  </a:lnTo>
                  <a:lnTo>
                    <a:pt x="269" y="5432"/>
                  </a:lnTo>
                  <a:lnTo>
                    <a:pt x="128" y="5291"/>
                  </a:lnTo>
                  <a:lnTo>
                    <a:pt x="1" y="5445"/>
                  </a:lnTo>
                  <a:lnTo>
                    <a:pt x="103" y="5675"/>
                  </a:lnTo>
                  <a:lnTo>
                    <a:pt x="103" y="5867"/>
                  </a:lnTo>
                  <a:lnTo>
                    <a:pt x="320" y="6160"/>
                  </a:lnTo>
                  <a:lnTo>
                    <a:pt x="563" y="6442"/>
                  </a:lnTo>
                  <a:lnTo>
                    <a:pt x="691" y="6646"/>
                  </a:lnTo>
                  <a:lnTo>
                    <a:pt x="793" y="6646"/>
                  </a:lnTo>
                  <a:lnTo>
                    <a:pt x="755" y="6531"/>
                  </a:lnTo>
                  <a:lnTo>
                    <a:pt x="831" y="6493"/>
                  </a:lnTo>
                  <a:lnTo>
                    <a:pt x="946" y="6518"/>
                  </a:lnTo>
                  <a:lnTo>
                    <a:pt x="1010" y="6710"/>
                  </a:lnTo>
                  <a:lnTo>
                    <a:pt x="1010" y="6659"/>
                  </a:lnTo>
                  <a:lnTo>
                    <a:pt x="1023" y="6595"/>
                  </a:lnTo>
                  <a:lnTo>
                    <a:pt x="1036" y="6582"/>
                  </a:lnTo>
                  <a:lnTo>
                    <a:pt x="1061" y="6608"/>
                  </a:lnTo>
                  <a:lnTo>
                    <a:pt x="1087" y="6659"/>
                  </a:lnTo>
                  <a:lnTo>
                    <a:pt x="1189" y="6569"/>
                  </a:lnTo>
                  <a:lnTo>
                    <a:pt x="1253" y="6672"/>
                  </a:lnTo>
                  <a:lnTo>
                    <a:pt x="1228" y="6825"/>
                  </a:lnTo>
                  <a:lnTo>
                    <a:pt x="1432" y="6966"/>
                  </a:lnTo>
                  <a:lnTo>
                    <a:pt x="1432" y="7119"/>
                  </a:lnTo>
                  <a:lnTo>
                    <a:pt x="1317" y="7183"/>
                  </a:lnTo>
                  <a:lnTo>
                    <a:pt x="1061" y="7017"/>
                  </a:lnTo>
                  <a:lnTo>
                    <a:pt x="1061" y="7157"/>
                  </a:lnTo>
                  <a:lnTo>
                    <a:pt x="1368" y="7502"/>
                  </a:lnTo>
                  <a:lnTo>
                    <a:pt x="1419" y="7490"/>
                  </a:lnTo>
                  <a:lnTo>
                    <a:pt x="1394" y="7336"/>
                  </a:lnTo>
                  <a:lnTo>
                    <a:pt x="1458" y="7260"/>
                  </a:lnTo>
                  <a:lnTo>
                    <a:pt x="1521" y="7400"/>
                  </a:lnTo>
                  <a:lnTo>
                    <a:pt x="1483" y="7528"/>
                  </a:lnTo>
                  <a:lnTo>
                    <a:pt x="1649" y="7617"/>
                  </a:lnTo>
                  <a:lnTo>
                    <a:pt x="1688" y="7784"/>
                  </a:lnTo>
                  <a:lnTo>
                    <a:pt x="1803" y="8180"/>
                  </a:lnTo>
                  <a:lnTo>
                    <a:pt x="1918" y="8423"/>
                  </a:lnTo>
                  <a:lnTo>
                    <a:pt x="1867" y="8819"/>
                  </a:lnTo>
                  <a:lnTo>
                    <a:pt x="1726" y="9356"/>
                  </a:lnTo>
                  <a:lnTo>
                    <a:pt x="1611" y="9547"/>
                  </a:lnTo>
                  <a:lnTo>
                    <a:pt x="1585" y="9829"/>
                  </a:lnTo>
                  <a:lnTo>
                    <a:pt x="1662" y="9880"/>
                  </a:lnTo>
                  <a:lnTo>
                    <a:pt x="1790" y="9841"/>
                  </a:lnTo>
                  <a:lnTo>
                    <a:pt x="1790" y="9841"/>
                  </a:lnTo>
                  <a:lnTo>
                    <a:pt x="1752" y="9905"/>
                  </a:lnTo>
                  <a:lnTo>
                    <a:pt x="1777" y="9982"/>
                  </a:lnTo>
                  <a:lnTo>
                    <a:pt x="1879" y="9918"/>
                  </a:lnTo>
                  <a:lnTo>
                    <a:pt x="2097" y="9777"/>
                  </a:lnTo>
                  <a:lnTo>
                    <a:pt x="2097" y="9777"/>
                  </a:lnTo>
                  <a:lnTo>
                    <a:pt x="1969" y="9956"/>
                  </a:lnTo>
                  <a:lnTo>
                    <a:pt x="2020" y="10007"/>
                  </a:lnTo>
                  <a:lnTo>
                    <a:pt x="2148" y="9931"/>
                  </a:lnTo>
                  <a:lnTo>
                    <a:pt x="2186" y="10059"/>
                  </a:lnTo>
                  <a:lnTo>
                    <a:pt x="2301" y="10046"/>
                  </a:lnTo>
                  <a:lnTo>
                    <a:pt x="2365" y="9892"/>
                  </a:lnTo>
                  <a:lnTo>
                    <a:pt x="2339" y="10046"/>
                  </a:lnTo>
                  <a:lnTo>
                    <a:pt x="2429" y="10033"/>
                  </a:lnTo>
                  <a:lnTo>
                    <a:pt x="2531" y="9880"/>
                  </a:lnTo>
                  <a:lnTo>
                    <a:pt x="2531" y="9880"/>
                  </a:lnTo>
                  <a:lnTo>
                    <a:pt x="2442" y="10084"/>
                  </a:lnTo>
                  <a:lnTo>
                    <a:pt x="2557" y="10135"/>
                  </a:lnTo>
                  <a:lnTo>
                    <a:pt x="2800" y="9995"/>
                  </a:lnTo>
                  <a:lnTo>
                    <a:pt x="2851" y="9892"/>
                  </a:lnTo>
                  <a:lnTo>
                    <a:pt x="2876" y="9713"/>
                  </a:lnTo>
                  <a:lnTo>
                    <a:pt x="3055" y="9688"/>
                  </a:lnTo>
                  <a:lnTo>
                    <a:pt x="3081" y="9624"/>
                  </a:lnTo>
                  <a:lnTo>
                    <a:pt x="3221" y="9611"/>
                  </a:lnTo>
                  <a:lnTo>
                    <a:pt x="3272" y="9573"/>
                  </a:lnTo>
                  <a:lnTo>
                    <a:pt x="3311" y="9535"/>
                  </a:lnTo>
                  <a:lnTo>
                    <a:pt x="3324" y="9522"/>
                  </a:lnTo>
                  <a:lnTo>
                    <a:pt x="3324" y="9509"/>
                  </a:lnTo>
                  <a:lnTo>
                    <a:pt x="3324" y="9483"/>
                  </a:lnTo>
                  <a:lnTo>
                    <a:pt x="3324" y="9458"/>
                  </a:lnTo>
                  <a:lnTo>
                    <a:pt x="3464" y="9483"/>
                  </a:lnTo>
                  <a:lnTo>
                    <a:pt x="3720" y="9266"/>
                  </a:lnTo>
                  <a:lnTo>
                    <a:pt x="3745" y="9189"/>
                  </a:lnTo>
                  <a:lnTo>
                    <a:pt x="3860" y="9011"/>
                  </a:lnTo>
                  <a:lnTo>
                    <a:pt x="3796" y="8972"/>
                  </a:lnTo>
                  <a:lnTo>
                    <a:pt x="3796" y="8832"/>
                  </a:lnTo>
                  <a:lnTo>
                    <a:pt x="3873" y="8781"/>
                  </a:lnTo>
                  <a:lnTo>
                    <a:pt x="3950" y="8947"/>
                  </a:lnTo>
                  <a:lnTo>
                    <a:pt x="4014" y="9087"/>
                  </a:lnTo>
                  <a:lnTo>
                    <a:pt x="4052" y="9279"/>
                  </a:lnTo>
                  <a:lnTo>
                    <a:pt x="4065" y="9292"/>
                  </a:lnTo>
                  <a:lnTo>
                    <a:pt x="4167" y="9445"/>
                  </a:lnTo>
                  <a:lnTo>
                    <a:pt x="4269" y="9432"/>
                  </a:lnTo>
                  <a:lnTo>
                    <a:pt x="4346" y="9471"/>
                  </a:lnTo>
                  <a:lnTo>
                    <a:pt x="4218" y="9573"/>
                  </a:lnTo>
                  <a:lnTo>
                    <a:pt x="4295" y="9701"/>
                  </a:lnTo>
                  <a:lnTo>
                    <a:pt x="4359" y="9650"/>
                  </a:lnTo>
                  <a:lnTo>
                    <a:pt x="4359" y="9483"/>
                  </a:lnTo>
                  <a:lnTo>
                    <a:pt x="4410" y="9650"/>
                  </a:lnTo>
                  <a:lnTo>
                    <a:pt x="4320" y="9777"/>
                  </a:lnTo>
                  <a:lnTo>
                    <a:pt x="4525" y="10097"/>
                  </a:lnTo>
                  <a:lnTo>
                    <a:pt x="4448" y="10225"/>
                  </a:lnTo>
                  <a:lnTo>
                    <a:pt x="4487" y="10442"/>
                  </a:lnTo>
                  <a:lnTo>
                    <a:pt x="4538" y="10761"/>
                  </a:lnTo>
                  <a:lnTo>
                    <a:pt x="4576" y="10889"/>
                  </a:lnTo>
                  <a:lnTo>
                    <a:pt x="4666" y="10940"/>
                  </a:lnTo>
                  <a:lnTo>
                    <a:pt x="4589" y="10992"/>
                  </a:lnTo>
                  <a:lnTo>
                    <a:pt x="4640" y="11081"/>
                  </a:lnTo>
                  <a:lnTo>
                    <a:pt x="4678" y="11247"/>
                  </a:lnTo>
                  <a:lnTo>
                    <a:pt x="4755" y="11375"/>
                  </a:lnTo>
                  <a:lnTo>
                    <a:pt x="4806" y="11375"/>
                  </a:lnTo>
                  <a:lnTo>
                    <a:pt x="4883" y="11388"/>
                  </a:lnTo>
                  <a:lnTo>
                    <a:pt x="4883" y="11401"/>
                  </a:lnTo>
                  <a:lnTo>
                    <a:pt x="4883" y="11426"/>
                  </a:lnTo>
                  <a:lnTo>
                    <a:pt x="4883" y="11464"/>
                  </a:lnTo>
                  <a:lnTo>
                    <a:pt x="4844" y="11503"/>
                  </a:lnTo>
                  <a:lnTo>
                    <a:pt x="4883" y="11746"/>
                  </a:lnTo>
                  <a:lnTo>
                    <a:pt x="4806" y="11464"/>
                  </a:lnTo>
                  <a:lnTo>
                    <a:pt x="4729" y="11464"/>
                  </a:lnTo>
                  <a:lnTo>
                    <a:pt x="4717" y="11490"/>
                  </a:lnTo>
                  <a:lnTo>
                    <a:pt x="4717" y="11541"/>
                  </a:lnTo>
                  <a:lnTo>
                    <a:pt x="4729" y="11605"/>
                  </a:lnTo>
                  <a:lnTo>
                    <a:pt x="4844" y="11746"/>
                  </a:lnTo>
                  <a:lnTo>
                    <a:pt x="4781" y="11848"/>
                  </a:lnTo>
                  <a:lnTo>
                    <a:pt x="4857" y="11899"/>
                  </a:lnTo>
                  <a:lnTo>
                    <a:pt x="4896" y="11797"/>
                  </a:lnTo>
                  <a:lnTo>
                    <a:pt x="4959" y="11822"/>
                  </a:lnTo>
                  <a:lnTo>
                    <a:pt x="5049" y="12091"/>
                  </a:lnTo>
                  <a:lnTo>
                    <a:pt x="5100" y="12142"/>
                  </a:lnTo>
                  <a:lnTo>
                    <a:pt x="5177" y="12346"/>
                  </a:lnTo>
                  <a:lnTo>
                    <a:pt x="5151" y="12423"/>
                  </a:lnTo>
                  <a:lnTo>
                    <a:pt x="5228" y="12615"/>
                  </a:lnTo>
                  <a:lnTo>
                    <a:pt x="5202" y="12794"/>
                  </a:lnTo>
                  <a:lnTo>
                    <a:pt x="5087" y="12781"/>
                  </a:lnTo>
                  <a:lnTo>
                    <a:pt x="5062" y="12679"/>
                  </a:lnTo>
                  <a:lnTo>
                    <a:pt x="4947" y="12576"/>
                  </a:lnTo>
                  <a:lnTo>
                    <a:pt x="4819" y="12730"/>
                  </a:lnTo>
                  <a:lnTo>
                    <a:pt x="4934" y="12755"/>
                  </a:lnTo>
                  <a:lnTo>
                    <a:pt x="4883" y="12870"/>
                  </a:lnTo>
                  <a:lnTo>
                    <a:pt x="4921" y="12896"/>
                  </a:lnTo>
                  <a:lnTo>
                    <a:pt x="4959" y="12909"/>
                  </a:lnTo>
                  <a:lnTo>
                    <a:pt x="4972" y="12909"/>
                  </a:lnTo>
                  <a:lnTo>
                    <a:pt x="4998" y="12870"/>
                  </a:lnTo>
                  <a:lnTo>
                    <a:pt x="5062" y="12832"/>
                  </a:lnTo>
                  <a:lnTo>
                    <a:pt x="5126" y="12806"/>
                  </a:lnTo>
                  <a:lnTo>
                    <a:pt x="5241" y="12858"/>
                  </a:lnTo>
                  <a:lnTo>
                    <a:pt x="5241" y="12921"/>
                  </a:lnTo>
                  <a:lnTo>
                    <a:pt x="5151" y="12973"/>
                  </a:lnTo>
                  <a:lnTo>
                    <a:pt x="5266" y="13024"/>
                  </a:lnTo>
                  <a:lnTo>
                    <a:pt x="5228" y="13113"/>
                  </a:lnTo>
                  <a:lnTo>
                    <a:pt x="5305" y="13139"/>
                  </a:lnTo>
                  <a:lnTo>
                    <a:pt x="5228" y="13241"/>
                  </a:lnTo>
                  <a:lnTo>
                    <a:pt x="5049" y="13126"/>
                  </a:lnTo>
                  <a:lnTo>
                    <a:pt x="5049" y="13241"/>
                  </a:lnTo>
                  <a:lnTo>
                    <a:pt x="5202" y="13318"/>
                  </a:lnTo>
                  <a:lnTo>
                    <a:pt x="5151" y="13369"/>
                  </a:lnTo>
                  <a:lnTo>
                    <a:pt x="5062" y="13318"/>
                  </a:lnTo>
                  <a:lnTo>
                    <a:pt x="5036" y="13356"/>
                  </a:lnTo>
                  <a:lnTo>
                    <a:pt x="4947" y="13369"/>
                  </a:lnTo>
                  <a:lnTo>
                    <a:pt x="4908" y="13177"/>
                  </a:lnTo>
                  <a:lnTo>
                    <a:pt x="4857" y="13177"/>
                  </a:lnTo>
                  <a:lnTo>
                    <a:pt x="4908" y="13343"/>
                  </a:lnTo>
                  <a:lnTo>
                    <a:pt x="4832" y="13484"/>
                  </a:lnTo>
                  <a:lnTo>
                    <a:pt x="4806" y="13637"/>
                  </a:lnTo>
                  <a:lnTo>
                    <a:pt x="4934" y="13612"/>
                  </a:lnTo>
                  <a:lnTo>
                    <a:pt x="4947" y="13394"/>
                  </a:lnTo>
                  <a:lnTo>
                    <a:pt x="5011" y="13369"/>
                  </a:lnTo>
                  <a:lnTo>
                    <a:pt x="4998" y="13458"/>
                  </a:lnTo>
                  <a:lnTo>
                    <a:pt x="5100" y="13548"/>
                  </a:lnTo>
                  <a:lnTo>
                    <a:pt x="5164" y="13420"/>
                  </a:lnTo>
                  <a:lnTo>
                    <a:pt x="5190" y="13420"/>
                  </a:lnTo>
                  <a:lnTo>
                    <a:pt x="5253" y="13458"/>
                  </a:lnTo>
                  <a:lnTo>
                    <a:pt x="5279" y="13573"/>
                  </a:lnTo>
                  <a:lnTo>
                    <a:pt x="5228" y="13675"/>
                  </a:lnTo>
                  <a:lnTo>
                    <a:pt x="5305" y="13803"/>
                  </a:lnTo>
                  <a:lnTo>
                    <a:pt x="5253" y="13918"/>
                  </a:lnTo>
                  <a:lnTo>
                    <a:pt x="5241" y="14033"/>
                  </a:lnTo>
                  <a:lnTo>
                    <a:pt x="5062" y="14187"/>
                  </a:lnTo>
                  <a:lnTo>
                    <a:pt x="5011" y="14340"/>
                  </a:lnTo>
                  <a:lnTo>
                    <a:pt x="5100" y="14430"/>
                  </a:lnTo>
                  <a:lnTo>
                    <a:pt x="5100" y="14557"/>
                  </a:lnTo>
                  <a:lnTo>
                    <a:pt x="5087" y="14736"/>
                  </a:lnTo>
                  <a:lnTo>
                    <a:pt x="5100" y="14762"/>
                  </a:lnTo>
                  <a:lnTo>
                    <a:pt x="5253" y="14532"/>
                  </a:lnTo>
                  <a:lnTo>
                    <a:pt x="5292" y="14212"/>
                  </a:lnTo>
                  <a:lnTo>
                    <a:pt x="5305" y="14187"/>
                  </a:lnTo>
                  <a:lnTo>
                    <a:pt x="5445" y="14123"/>
                  </a:lnTo>
                  <a:lnTo>
                    <a:pt x="5445" y="14059"/>
                  </a:lnTo>
                  <a:lnTo>
                    <a:pt x="5458" y="14046"/>
                  </a:lnTo>
                  <a:lnTo>
                    <a:pt x="5522" y="13995"/>
                  </a:lnTo>
                  <a:lnTo>
                    <a:pt x="5829" y="13650"/>
                  </a:lnTo>
                  <a:lnTo>
                    <a:pt x="5854" y="13471"/>
                  </a:lnTo>
                  <a:lnTo>
                    <a:pt x="5854" y="13458"/>
                  </a:lnTo>
                  <a:lnTo>
                    <a:pt x="5867" y="13445"/>
                  </a:lnTo>
                  <a:lnTo>
                    <a:pt x="5918" y="13445"/>
                  </a:lnTo>
                  <a:lnTo>
                    <a:pt x="5995" y="13356"/>
                  </a:lnTo>
                  <a:lnTo>
                    <a:pt x="5905" y="13075"/>
                  </a:lnTo>
                  <a:lnTo>
                    <a:pt x="5854" y="13036"/>
                  </a:lnTo>
                  <a:lnTo>
                    <a:pt x="5841" y="13024"/>
                  </a:lnTo>
                  <a:lnTo>
                    <a:pt x="5790" y="12717"/>
                  </a:lnTo>
                  <a:lnTo>
                    <a:pt x="5611" y="12589"/>
                  </a:lnTo>
                  <a:lnTo>
                    <a:pt x="5599" y="12576"/>
                  </a:lnTo>
                  <a:lnTo>
                    <a:pt x="5535" y="12282"/>
                  </a:lnTo>
                  <a:lnTo>
                    <a:pt x="5535" y="12270"/>
                  </a:lnTo>
                  <a:lnTo>
                    <a:pt x="5611" y="12116"/>
                  </a:lnTo>
                  <a:lnTo>
                    <a:pt x="5496" y="11567"/>
                  </a:lnTo>
                  <a:lnTo>
                    <a:pt x="5202" y="11324"/>
                  </a:lnTo>
                  <a:lnTo>
                    <a:pt x="5190" y="11324"/>
                  </a:lnTo>
                  <a:lnTo>
                    <a:pt x="4806" y="10800"/>
                  </a:lnTo>
                  <a:lnTo>
                    <a:pt x="4768" y="10506"/>
                  </a:lnTo>
                  <a:lnTo>
                    <a:pt x="4768" y="10493"/>
                  </a:lnTo>
                  <a:lnTo>
                    <a:pt x="4781" y="10480"/>
                  </a:lnTo>
                  <a:lnTo>
                    <a:pt x="4972" y="10391"/>
                  </a:lnTo>
                  <a:lnTo>
                    <a:pt x="5087" y="10327"/>
                  </a:lnTo>
                  <a:lnTo>
                    <a:pt x="5100" y="10186"/>
                  </a:lnTo>
                  <a:lnTo>
                    <a:pt x="5164" y="9790"/>
                  </a:lnTo>
                  <a:lnTo>
                    <a:pt x="5164" y="9777"/>
                  </a:lnTo>
                  <a:lnTo>
                    <a:pt x="5190" y="9765"/>
                  </a:lnTo>
                  <a:lnTo>
                    <a:pt x="5330" y="9765"/>
                  </a:lnTo>
                  <a:lnTo>
                    <a:pt x="5381" y="9586"/>
                  </a:lnTo>
                  <a:lnTo>
                    <a:pt x="5317" y="9586"/>
                  </a:lnTo>
                  <a:lnTo>
                    <a:pt x="5202" y="9637"/>
                  </a:lnTo>
                  <a:lnTo>
                    <a:pt x="5190" y="9637"/>
                  </a:lnTo>
                  <a:lnTo>
                    <a:pt x="5177" y="9624"/>
                  </a:lnTo>
                  <a:lnTo>
                    <a:pt x="5075" y="9381"/>
                  </a:lnTo>
                  <a:lnTo>
                    <a:pt x="5062" y="9368"/>
                  </a:lnTo>
                  <a:lnTo>
                    <a:pt x="5062" y="9049"/>
                  </a:lnTo>
                  <a:lnTo>
                    <a:pt x="4959" y="9049"/>
                  </a:lnTo>
                  <a:lnTo>
                    <a:pt x="4372" y="8333"/>
                  </a:lnTo>
                  <a:lnTo>
                    <a:pt x="4359" y="8320"/>
                  </a:lnTo>
                  <a:lnTo>
                    <a:pt x="4372" y="8295"/>
                  </a:lnTo>
                  <a:lnTo>
                    <a:pt x="4474" y="8244"/>
                  </a:lnTo>
                  <a:lnTo>
                    <a:pt x="4372" y="8001"/>
                  </a:lnTo>
                  <a:lnTo>
                    <a:pt x="4320" y="8026"/>
                  </a:lnTo>
                  <a:lnTo>
                    <a:pt x="4308" y="8026"/>
                  </a:lnTo>
                  <a:lnTo>
                    <a:pt x="4295" y="8014"/>
                  </a:lnTo>
                  <a:lnTo>
                    <a:pt x="4205" y="7835"/>
                  </a:lnTo>
                  <a:lnTo>
                    <a:pt x="4167" y="7771"/>
                  </a:lnTo>
                  <a:lnTo>
                    <a:pt x="4180" y="7745"/>
                  </a:lnTo>
                  <a:lnTo>
                    <a:pt x="4205" y="7745"/>
                  </a:lnTo>
                  <a:lnTo>
                    <a:pt x="4244" y="7771"/>
                  </a:lnTo>
                  <a:lnTo>
                    <a:pt x="4435" y="7694"/>
                  </a:lnTo>
                  <a:lnTo>
                    <a:pt x="4410" y="7413"/>
                  </a:lnTo>
                  <a:lnTo>
                    <a:pt x="4410" y="7400"/>
                  </a:lnTo>
                  <a:lnTo>
                    <a:pt x="4487" y="7247"/>
                  </a:lnTo>
                  <a:lnTo>
                    <a:pt x="4423" y="7196"/>
                  </a:lnTo>
                  <a:lnTo>
                    <a:pt x="4410" y="7183"/>
                  </a:lnTo>
                  <a:lnTo>
                    <a:pt x="4410" y="7170"/>
                  </a:lnTo>
                  <a:lnTo>
                    <a:pt x="4525" y="6940"/>
                  </a:lnTo>
                  <a:lnTo>
                    <a:pt x="4538" y="6927"/>
                  </a:lnTo>
                  <a:lnTo>
                    <a:pt x="4678" y="6838"/>
                  </a:lnTo>
                  <a:lnTo>
                    <a:pt x="4717" y="6684"/>
                  </a:lnTo>
                  <a:lnTo>
                    <a:pt x="4729" y="6672"/>
                  </a:lnTo>
                  <a:lnTo>
                    <a:pt x="4742" y="6672"/>
                  </a:lnTo>
                  <a:lnTo>
                    <a:pt x="4972" y="6787"/>
                  </a:lnTo>
                  <a:lnTo>
                    <a:pt x="5509" y="6684"/>
                  </a:lnTo>
                  <a:lnTo>
                    <a:pt x="5535" y="6429"/>
                  </a:lnTo>
                  <a:lnTo>
                    <a:pt x="5535" y="6416"/>
                  </a:lnTo>
                  <a:lnTo>
                    <a:pt x="5560" y="6416"/>
                  </a:lnTo>
                  <a:lnTo>
                    <a:pt x="5765" y="6454"/>
                  </a:lnTo>
                  <a:lnTo>
                    <a:pt x="5892" y="6378"/>
                  </a:lnTo>
                  <a:lnTo>
                    <a:pt x="5892" y="6199"/>
                  </a:lnTo>
                  <a:lnTo>
                    <a:pt x="5892" y="6173"/>
                  </a:lnTo>
                  <a:lnTo>
                    <a:pt x="5918" y="6173"/>
                  </a:lnTo>
                  <a:lnTo>
                    <a:pt x="6097" y="6237"/>
                  </a:lnTo>
                  <a:lnTo>
                    <a:pt x="6378" y="6148"/>
                  </a:lnTo>
                  <a:lnTo>
                    <a:pt x="6378" y="5918"/>
                  </a:lnTo>
                  <a:lnTo>
                    <a:pt x="6378" y="5905"/>
                  </a:lnTo>
                  <a:lnTo>
                    <a:pt x="6391" y="5892"/>
                  </a:lnTo>
                  <a:lnTo>
                    <a:pt x="6749" y="5803"/>
                  </a:lnTo>
                  <a:lnTo>
                    <a:pt x="6749" y="5739"/>
                  </a:lnTo>
                  <a:lnTo>
                    <a:pt x="6749" y="5726"/>
                  </a:lnTo>
                  <a:lnTo>
                    <a:pt x="6915" y="5406"/>
                  </a:lnTo>
                  <a:lnTo>
                    <a:pt x="6928" y="5394"/>
                  </a:lnTo>
                  <a:lnTo>
                    <a:pt x="7209" y="5240"/>
                  </a:lnTo>
                  <a:lnTo>
                    <a:pt x="7171" y="5112"/>
                  </a:lnTo>
                  <a:lnTo>
                    <a:pt x="7119" y="5023"/>
                  </a:lnTo>
                  <a:lnTo>
                    <a:pt x="6710" y="5330"/>
                  </a:lnTo>
                  <a:lnTo>
                    <a:pt x="6595" y="5240"/>
                  </a:lnTo>
                  <a:lnTo>
                    <a:pt x="6416" y="5291"/>
                  </a:lnTo>
                  <a:lnTo>
                    <a:pt x="6378" y="5138"/>
                  </a:lnTo>
                  <a:lnTo>
                    <a:pt x="6186" y="5061"/>
                  </a:lnTo>
                  <a:lnTo>
                    <a:pt x="6148" y="4831"/>
                  </a:lnTo>
                  <a:lnTo>
                    <a:pt x="5624" y="4819"/>
                  </a:lnTo>
                  <a:lnTo>
                    <a:pt x="5739" y="4537"/>
                  </a:lnTo>
                  <a:lnTo>
                    <a:pt x="5714" y="4346"/>
                  </a:lnTo>
                  <a:lnTo>
                    <a:pt x="5777" y="4179"/>
                  </a:lnTo>
                  <a:lnTo>
                    <a:pt x="5880" y="4179"/>
                  </a:lnTo>
                  <a:lnTo>
                    <a:pt x="5854" y="4026"/>
                  </a:lnTo>
                  <a:lnTo>
                    <a:pt x="5599" y="4039"/>
                  </a:lnTo>
                  <a:lnTo>
                    <a:pt x="5394" y="3962"/>
                  </a:lnTo>
                  <a:lnTo>
                    <a:pt x="5305" y="3707"/>
                  </a:lnTo>
                  <a:lnTo>
                    <a:pt x="5305" y="3553"/>
                  </a:lnTo>
                  <a:lnTo>
                    <a:pt x="5356" y="3489"/>
                  </a:lnTo>
                  <a:lnTo>
                    <a:pt x="5317" y="3285"/>
                  </a:lnTo>
                  <a:lnTo>
                    <a:pt x="5305" y="3208"/>
                  </a:lnTo>
                  <a:lnTo>
                    <a:pt x="4896" y="3540"/>
                  </a:lnTo>
                  <a:lnTo>
                    <a:pt x="4640" y="3515"/>
                  </a:lnTo>
                  <a:lnTo>
                    <a:pt x="4244" y="3719"/>
                  </a:lnTo>
                  <a:lnTo>
                    <a:pt x="4167" y="3694"/>
                  </a:lnTo>
                  <a:lnTo>
                    <a:pt x="4244" y="3362"/>
                  </a:lnTo>
                  <a:lnTo>
                    <a:pt x="4129" y="3259"/>
                  </a:lnTo>
                  <a:lnTo>
                    <a:pt x="4090" y="3029"/>
                  </a:lnTo>
                  <a:lnTo>
                    <a:pt x="4244" y="2863"/>
                  </a:lnTo>
                  <a:lnTo>
                    <a:pt x="4397" y="2671"/>
                  </a:lnTo>
                  <a:lnTo>
                    <a:pt x="4538" y="2582"/>
                  </a:lnTo>
                  <a:lnTo>
                    <a:pt x="4614" y="2403"/>
                  </a:lnTo>
                  <a:lnTo>
                    <a:pt x="4717" y="2403"/>
                  </a:lnTo>
                  <a:lnTo>
                    <a:pt x="4832" y="2211"/>
                  </a:lnTo>
                  <a:lnTo>
                    <a:pt x="4959" y="2147"/>
                  </a:lnTo>
                  <a:lnTo>
                    <a:pt x="4883" y="1994"/>
                  </a:lnTo>
                  <a:lnTo>
                    <a:pt x="4985" y="1956"/>
                  </a:lnTo>
                  <a:lnTo>
                    <a:pt x="4959" y="1892"/>
                  </a:lnTo>
                  <a:lnTo>
                    <a:pt x="5036" y="1598"/>
                  </a:lnTo>
                  <a:lnTo>
                    <a:pt x="4985" y="1393"/>
                  </a:lnTo>
                  <a:lnTo>
                    <a:pt x="4947" y="831"/>
                  </a:lnTo>
                  <a:lnTo>
                    <a:pt x="4768" y="716"/>
                  </a:lnTo>
                  <a:lnTo>
                    <a:pt x="4729" y="780"/>
                  </a:lnTo>
                  <a:lnTo>
                    <a:pt x="4653" y="767"/>
                  </a:lnTo>
                  <a:lnTo>
                    <a:pt x="4576" y="371"/>
                  </a:lnTo>
                  <a:lnTo>
                    <a:pt x="4308" y="115"/>
                  </a:lnTo>
                  <a:lnTo>
                    <a:pt x="40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78"/>
            <p:cNvSpPr/>
            <p:nvPr/>
          </p:nvSpPr>
          <p:spPr>
            <a:xfrm>
              <a:off x="5523875" y="3351600"/>
              <a:ext cx="18550" cy="19850"/>
            </a:xfrm>
            <a:custGeom>
              <a:rect b="b" l="l" r="r" t="t"/>
              <a:pathLst>
                <a:path extrusionOk="0" h="794" w="742">
                  <a:moveTo>
                    <a:pt x="294" y="1"/>
                  </a:moveTo>
                  <a:lnTo>
                    <a:pt x="154" y="39"/>
                  </a:lnTo>
                  <a:lnTo>
                    <a:pt x="0" y="39"/>
                  </a:lnTo>
                  <a:lnTo>
                    <a:pt x="231" y="346"/>
                  </a:lnTo>
                  <a:lnTo>
                    <a:pt x="231" y="422"/>
                  </a:lnTo>
                  <a:lnTo>
                    <a:pt x="397" y="448"/>
                  </a:lnTo>
                  <a:lnTo>
                    <a:pt x="473" y="576"/>
                  </a:lnTo>
                  <a:lnTo>
                    <a:pt x="473" y="742"/>
                  </a:lnTo>
                  <a:lnTo>
                    <a:pt x="627" y="793"/>
                  </a:lnTo>
                  <a:lnTo>
                    <a:pt x="703" y="461"/>
                  </a:lnTo>
                  <a:lnTo>
                    <a:pt x="742" y="359"/>
                  </a:lnTo>
                  <a:lnTo>
                    <a:pt x="563" y="282"/>
                  </a:lnTo>
                  <a:lnTo>
                    <a:pt x="397" y="65"/>
                  </a:lnTo>
                  <a:lnTo>
                    <a:pt x="2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78"/>
            <p:cNvSpPr/>
            <p:nvPr/>
          </p:nvSpPr>
          <p:spPr>
            <a:xfrm>
              <a:off x="5548150" y="3381650"/>
              <a:ext cx="5475" cy="11525"/>
            </a:xfrm>
            <a:custGeom>
              <a:rect b="b" l="l" r="r" t="t"/>
              <a:pathLst>
                <a:path extrusionOk="0" h="461" w="219">
                  <a:moveTo>
                    <a:pt x="65" y="0"/>
                  </a:moveTo>
                  <a:lnTo>
                    <a:pt x="141" y="217"/>
                  </a:lnTo>
                  <a:lnTo>
                    <a:pt x="1" y="435"/>
                  </a:lnTo>
                  <a:lnTo>
                    <a:pt x="141" y="460"/>
                  </a:lnTo>
                  <a:lnTo>
                    <a:pt x="218" y="179"/>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78"/>
            <p:cNvSpPr/>
            <p:nvPr/>
          </p:nvSpPr>
          <p:spPr>
            <a:xfrm>
              <a:off x="5497025" y="3321575"/>
              <a:ext cx="15700" cy="13450"/>
            </a:xfrm>
            <a:custGeom>
              <a:rect b="b" l="l" r="r" t="t"/>
              <a:pathLst>
                <a:path extrusionOk="0" h="538" w="628">
                  <a:moveTo>
                    <a:pt x="78" y="0"/>
                  </a:moveTo>
                  <a:lnTo>
                    <a:pt x="1" y="154"/>
                  </a:lnTo>
                  <a:lnTo>
                    <a:pt x="167" y="320"/>
                  </a:lnTo>
                  <a:lnTo>
                    <a:pt x="282" y="320"/>
                  </a:lnTo>
                  <a:lnTo>
                    <a:pt x="525" y="537"/>
                  </a:lnTo>
                  <a:lnTo>
                    <a:pt x="602" y="537"/>
                  </a:lnTo>
                  <a:lnTo>
                    <a:pt x="627" y="422"/>
                  </a:lnTo>
                  <a:lnTo>
                    <a:pt x="346" y="269"/>
                  </a:lnTo>
                  <a:lnTo>
                    <a:pt x="346" y="179"/>
                  </a:lnTo>
                  <a:lnTo>
                    <a:pt x="205" y="166"/>
                  </a:lnTo>
                  <a:lnTo>
                    <a:pt x="154" y="39"/>
                  </a:lnTo>
                  <a:lnTo>
                    <a:pt x="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78"/>
            <p:cNvSpPr/>
            <p:nvPr/>
          </p:nvSpPr>
          <p:spPr>
            <a:xfrm>
              <a:off x="5436325" y="3193775"/>
              <a:ext cx="3550" cy="3850"/>
            </a:xfrm>
            <a:custGeom>
              <a:rect b="b" l="l" r="r" t="t"/>
              <a:pathLst>
                <a:path extrusionOk="0" h="154" w="142">
                  <a:moveTo>
                    <a:pt x="39" y="0"/>
                  </a:moveTo>
                  <a:lnTo>
                    <a:pt x="1" y="128"/>
                  </a:lnTo>
                  <a:lnTo>
                    <a:pt x="77" y="153"/>
                  </a:lnTo>
                  <a:lnTo>
                    <a:pt x="141"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8"/>
            <p:cNvSpPr/>
            <p:nvPr/>
          </p:nvSpPr>
          <p:spPr>
            <a:xfrm>
              <a:off x="5052575" y="3333400"/>
              <a:ext cx="8350" cy="8325"/>
            </a:xfrm>
            <a:custGeom>
              <a:rect b="b" l="l" r="r" t="t"/>
              <a:pathLst>
                <a:path extrusionOk="0" h="333" w="334">
                  <a:moveTo>
                    <a:pt x="142" y="0"/>
                  </a:moveTo>
                  <a:lnTo>
                    <a:pt x="1" y="243"/>
                  </a:lnTo>
                  <a:lnTo>
                    <a:pt x="142" y="332"/>
                  </a:lnTo>
                  <a:lnTo>
                    <a:pt x="333"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78"/>
            <p:cNvSpPr/>
            <p:nvPr/>
          </p:nvSpPr>
          <p:spPr>
            <a:xfrm>
              <a:off x="5183275" y="3186100"/>
              <a:ext cx="42200" cy="73825"/>
            </a:xfrm>
            <a:custGeom>
              <a:rect b="b" l="l" r="r" t="t"/>
              <a:pathLst>
                <a:path extrusionOk="0" h="2953" w="1688">
                  <a:moveTo>
                    <a:pt x="550" y="0"/>
                  </a:moveTo>
                  <a:lnTo>
                    <a:pt x="563" y="64"/>
                  </a:lnTo>
                  <a:lnTo>
                    <a:pt x="550" y="115"/>
                  </a:lnTo>
                  <a:lnTo>
                    <a:pt x="269" y="205"/>
                  </a:lnTo>
                  <a:lnTo>
                    <a:pt x="128" y="345"/>
                  </a:lnTo>
                  <a:lnTo>
                    <a:pt x="128" y="614"/>
                  </a:lnTo>
                  <a:lnTo>
                    <a:pt x="0" y="1099"/>
                  </a:lnTo>
                  <a:lnTo>
                    <a:pt x="0" y="1751"/>
                  </a:lnTo>
                  <a:lnTo>
                    <a:pt x="103" y="2390"/>
                  </a:lnTo>
                  <a:lnTo>
                    <a:pt x="281" y="2735"/>
                  </a:lnTo>
                  <a:lnTo>
                    <a:pt x="281" y="2863"/>
                  </a:lnTo>
                  <a:lnTo>
                    <a:pt x="742" y="2953"/>
                  </a:lnTo>
                  <a:lnTo>
                    <a:pt x="908" y="2825"/>
                  </a:lnTo>
                  <a:lnTo>
                    <a:pt x="1202" y="2812"/>
                  </a:lnTo>
                  <a:lnTo>
                    <a:pt x="1560" y="2544"/>
                  </a:lnTo>
                  <a:lnTo>
                    <a:pt x="1687" y="2173"/>
                  </a:lnTo>
                  <a:lnTo>
                    <a:pt x="1585" y="1560"/>
                  </a:lnTo>
                  <a:lnTo>
                    <a:pt x="1368" y="1317"/>
                  </a:lnTo>
                  <a:lnTo>
                    <a:pt x="1317" y="1023"/>
                  </a:lnTo>
                  <a:lnTo>
                    <a:pt x="1163" y="895"/>
                  </a:lnTo>
                  <a:lnTo>
                    <a:pt x="1151" y="703"/>
                  </a:lnTo>
                  <a:lnTo>
                    <a:pt x="844" y="473"/>
                  </a:lnTo>
                  <a:lnTo>
                    <a:pt x="780" y="128"/>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8"/>
            <p:cNvSpPr/>
            <p:nvPr/>
          </p:nvSpPr>
          <p:spPr>
            <a:xfrm>
              <a:off x="5052575" y="3291525"/>
              <a:ext cx="11850" cy="29750"/>
            </a:xfrm>
            <a:custGeom>
              <a:rect b="b" l="l" r="r" t="t"/>
              <a:pathLst>
                <a:path extrusionOk="0" h="1190" w="474">
                  <a:moveTo>
                    <a:pt x="103" y="1"/>
                  </a:moveTo>
                  <a:lnTo>
                    <a:pt x="78" y="180"/>
                  </a:lnTo>
                  <a:lnTo>
                    <a:pt x="103" y="448"/>
                  </a:lnTo>
                  <a:lnTo>
                    <a:pt x="1" y="525"/>
                  </a:lnTo>
                  <a:lnTo>
                    <a:pt x="52" y="602"/>
                  </a:lnTo>
                  <a:lnTo>
                    <a:pt x="103" y="691"/>
                  </a:lnTo>
                  <a:lnTo>
                    <a:pt x="129" y="717"/>
                  </a:lnTo>
                  <a:lnTo>
                    <a:pt x="193" y="742"/>
                  </a:lnTo>
                  <a:lnTo>
                    <a:pt x="269" y="768"/>
                  </a:lnTo>
                  <a:lnTo>
                    <a:pt x="167" y="768"/>
                  </a:lnTo>
                  <a:lnTo>
                    <a:pt x="27" y="1011"/>
                  </a:lnTo>
                  <a:lnTo>
                    <a:pt x="14" y="1100"/>
                  </a:lnTo>
                  <a:lnTo>
                    <a:pt x="14" y="1164"/>
                  </a:lnTo>
                  <a:lnTo>
                    <a:pt x="14" y="1177"/>
                  </a:lnTo>
                  <a:lnTo>
                    <a:pt x="27" y="1190"/>
                  </a:lnTo>
                  <a:lnTo>
                    <a:pt x="167" y="1190"/>
                  </a:lnTo>
                  <a:lnTo>
                    <a:pt x="205" y="1164"/>
                  </a:lnTo>
                  <a:lnTo>
                    <a:pt x="282" y="1113"/>
                  </a:lnTo>
                  <a:lnTo>
                    <a:pt x="372" y="1036"/>
                  </a:lnTo>
                  <a:lnTo>
                    <a:pt x="257" y="870"/>
                  </a:lnTo>
                  <a:lnTo>
                    <a:pt x="333" y="793"/>
                  </a:lnTo>
                  <a:lnTo>
                    <a:pt x="448" y="729"/>
                  </a:lnTo>
                  <a:lnTo>
                    <a:pt x="461" y="691"/>
                  </a:lnTo>
                  <a:lnTo>
                    <a:pt x="474" y="666"/>
                  </a:lnTo>
                  <a:lnTo>
                    <a:pt x="448" y="653"/>
                  </a:lnTo>
                  <a:lnTo>
                    <a:pt x="205" y="614"/>
                  </a:lnTo>
                  <a:lnTo>
                    <a:pt x="129" y="397"/>
                  </a:lnTo>
                  <a:lnTo>
                    <a:pt x="282" y="205"/>
                  </a:lnTo>
                  <a:lnTo>
                    <a:pt x="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8"/>
            <p:cNvSpPr/>
            <p:nvPr/>
          </p:nvSpPr>
          <p:spPr>
            <a:xfrm>
              <a:off x="5429925" y="3160225"/>
              <a:ext cx="4500" cy="9925"/>
            </a:xfrm>
            <a:custGeom>
              <a:rect b="b" l="l" r="r" t="t"/>
              <a:pathLst>
                <a:path extrusionOk="0" h="397" w="180">
                  <a:moveTo>
                    <a:pt x="52" y="0"/>
                  </a:moveTo>
                  <a:lnTo>
                    <a:pt x="1" y="141"/>
                  </a:lnTo>
                  <a:lnTo>
                    <a:pt x="27" y="396"/>
                  </a:lnTo>
                  <a:lnTo>
                    <a:pt x="167" y="332"/>
                  </a:lnTo>
                  <a:lnTo>
                    <a:pt x="180" y="128"/>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78"/>
            <p:cNvSpPr/>
            <p:nvPr/>
          </p:nvSpPr>
          <p:spPr>
            <a:xfrm>
              <a:off x="5350375" y="2840050"/>
              <a:ext cx="87575" cy="104200"/>
            </a:xfrm>
            <a:custGeom>
              <a:rect b="b" l="l" r="r" t="t"/>
              <a:pathLst>
                <a:path extrusionOk="0" h="4168" w="3503">
                  <a:moveTo>
                    <a:pt x="422" y="1"/>
                  </a:moveTo>
                  <a:lnTo>
                    <a:pt x="333" y="78"/>
                  </a:lnTo>
                  <a:lnTo>
                    <a:pt x="256" y="320"/>
                  </a:lnTo>
                  <a:lnTo>
                    <a:pt x="243" y="333"/>
                  </a:lnTo>
                  <a:lnTo>
                    <a:pt x="26" y="563"/>
                  </a:lnTo>
                  <a:lnTo>
                    <a:pt x="371" y="844"/>
                  </a:lnTo>
                  <a:lnTo>
                    <a:pt x="678" y="934"/>
                  </a:lnTo>
                  <a:lnTo>
                    <a:pt x="691" y="947"/>
                  </a:lnTo>
                  <a:lnTo>
                    <a:pt x="704" y="960"/>
                  </a:lnTo>
                  <a:lnTo>
                    <a:pt x="767" y="1190"/>
                  </a:lnTo>
                  <a:lnTo>
                    <a:pt x="780" y="1202"/>
                  </a:lnTo>
                  <a:lnTo>
                    <a:pt x="767" y="1215"/>
                  </a:lnTo>
                  <a:lnTo>
                    <a:pt x="755" y="1228"/>
                  </a:lnTo>
                  <a:lnTo>
                    <a:pt x="358" y="1228"/>
                  </a:lnTo>
                  <a:lnTo>
                    <a:pt x="1" y="1432"/>
                  </a:lnTo>
                  <a:lnTo>
                    <a:pt x="1" y="1701"/>
                  </a:lnTo>
                  <a:lnTo>
                    <a:pt x="346" y="1829"/>
                  </a:lnTo>
                  <a:lnTo>
                    <a:pt x="512" y="1829"/>
                  </a:lnTo>
                  <a:lnTo>
                    <a:pt x="525" y="1841"/>
                  </a:lnTo>
                  <a:lnTo>
                    <a:pt x="640" y="2020"/>
                  </a:lnTo>
                  <a:lnTo>
                    <a:pt x="652" y="2046"/>
                  </a:lnTo>
                  <a:lnTo>
                    <a:pt x="640" y="2059"/>
                  </a:lnTo>
                  <a:lnTo>
                    <a:pt x="525" y="2250"/>
                  </a:lnTo>
                  <a:lnTo>
                    <a:pt x="525" y="2659"/>
                  </a:lnTo>
                  <a:lnTo>
                    <a:pt x="755" y="2813"/>
                  </a:lnTo>
                  <a:lnTo>
                    <a:pt x="767" y="2825"/>
                  </a:lnTo>
                  <a:lnTo>
                    <a:pt x="767" y="2851"/>
                  </a:lnTo>
                  <a:lnTo>
                    <a:pt x="678" y="3107"/>
                  </a:lnTo>
                  <a:lnTo>
                    <a:pt x="767" y="3439"/>
                  </a:lnTo>
                  <a:lnTo>
                    <a:pt x="780" y="3452"/>
                  </a:lnTo>
                  <a:lnTo>
                    <a:pt x="780" y="3810"/>
                  </a:lnTo>
                  <a:lnTo>
                    <a:pt x="806" y="3886"/>
                  </a:lnTo>
                  <a:lnTo>
                    <a:pt x="908" y="4167"/>
                  </a:lnTo>
                  <a:lnTo>
                    <a:pt x="1164" y="3886"/>
                  </a:lnTo>
                  <a:lnTo>
                    <a:pt x="1291" y="4027"/>
                  </a:lnTo>
                  <a:lnTo>
                    <a:pt x="1406" y="3784"/>
                  </a:lnTo>
                  <a:lnTo>
                    <a:pt x="1496" y="3963"/>
                  </a:lnTo>
                  <a:lnTo>
                    <a:pt x="1790" y="3950"/>
                  </a:lnTo>
                  <a:lnTo>
                    <a:pt x="1982" y="3835"/>
                  </a:lnTo>
                  <a:lnTo>
                    <a:pt x="2148" y="3707"/>
                  </a:lnTo>
                  <a:lnTo>
                    <a:pt x="2250" y="3822"/>
                  </a:lnTo>
                  <a:lnTo>
                    <a:pt x="2595" y="3580"/>
                  </a:lnTo>
                  <a:lnTo>
                    <a:pt x="2851" y="3401"/>
                  </a:lnTo>
                  <a:lnTo>
                    <a:pt x="3030" y="3618"/>
                  </a:lnTo>
                  <a:lnTo>
                    <a:pt x="2953" y="3746"/>
                  </a:lnTo>
                  <a:lnTo>
                    <a:pt x="3030" y="3963"/>
                  </a:lnTo>
                  <a:lnTo>
                    <a:pt x="3093" y="3937"/>
                  </a:lnTo>
                  <a:lnTo>
                    <a:pt x="3234" y="4027"/>
                  </a:lnTo>
                  <a:lnTo>
                    <a:pt x="3311" y="3580"/>
                  </a:lnTo>
                  <a:lnTo>
                    <a:pt x="3311" y="3464"/>
                  </a:lnTo>
                  <a:lnTo>
                    <a:pt x="3375" y="3503"/>
                  </a:lnTo>
                  <a:lnTo>
                    <a:pt x="3413" y="3401"/>
                  </a:lnTo>
                  <a:lnTo>
                    <a:pt x="3413" y="3413"/>
                  </a:lnTo>
                  <a:lnTo>
                    <a:pt x="3502" y="3171"/>
                  </a:lnTo>
                  <a:lnTo>
                    <a:pt x="3336" y="2902"/>
                  </a:lnTo>
                  <a:lnTo>
                    <a:pt x="3324" y="2877"/>
                  </a:lnTo>
                  <a:lnTo>
                    <a:pt x="3298" y="2404"/>
                  </a:lnTo>
                  <a:lnTo>
                    <a:pt x="3170" y="2391"/>
                  </a:lnTo>
                  <a:lnTo>
                    <a:pt x="2800" y="2877"/>
                  </a:lnTo>
                  <a:lnTo>
                    <a:pt x="2774" y="2889"/>
                  </a:lnTo>
                  <a:lnTo>
                    <a:pt x="2736" y="2877"/>
                  </a:lnTo>
                  <a:lnTo>
                    <a:pt x="2480" y="2608"/>
                  </a:lnTo>
                  <a:lnTo>
                    <a:pt x="2467" y="2583"/>
                  </a:lnTo>
                  <a:lnTo>
                    <a:pt x="2454" y="2289"/>
                  </a:lnTo>
                  <a:lnTo>
                    <a:pt x="2454" y="2276"/>
                  </a:lnTo>
                  <a:lnTo>
                    <a:pt x="2544" y="1982"/>
                  </a:lnTo>
                  <a:lnTo>
                    <a:pt x="2557" y="1969"/>
                  </a:lnTo>
                  <a:lnTo>
                    <a:pt x="2582" y="1956"/>
                  </a:lnTo>
                  <a:lnTo>
                    <a:pt x="2978" y="1956"/>
                  </a:lnTo>
                  <a:lnTo>
                    <a:pt x="3132" y="1841"/>
                  </a:lnTo>
                  <a:lnTo>
                    <a:pt x="3145" y="1586"/>
                  </a:lnTo>
                  <a:lnTo>
                    <a:pt x="3145" y="1560"/>
                  </a:lnTo>
                  <a:lnTo>
                    <a:pt x="3170" y="1547"/>
                  </a:lnTo>
                  <a:lnTo>
                    <a:pt x="3413" y="1458"/>
                  </a:lnTo>
                  <a:lnTo>
                    <a:pt x="3349" y="1279"/>
                  </a:lnTo>
                  <a:lnTo>
                    <a:pt x="2978" y="1177"/>
                  </a:lnTo>
                  <a:lnTo>
                    <a:pt x="1534" y="1177"/>
                  </a:lnTo>
                  <a:lnTo>
                    <a:pt x="1509" y="1164"/>
                  </a:lnTo>
                  <a:lnTo>
                    <a:pt x="1496" y="1138"/>
                  </a:lnTo>
                  <a:lnTo>
                    <a:pt x="1419" y="908"/>
                  </a:lnTo>
                  <a:lnTo>
                    <a:pt x="1419" y="896"/>
                  </a:lnTo>
                  <a:lnTo>
                    <a:pt x="1496" y="474"/>
                  </a:lnTo>
                  <a:lnTo>
                    <a:pt x="1368" y="410"/>
                  </a:lnTo>
                  <a:lnTo>
                    <a:pt x="1125" y="551"/>
                  </a:lnTo>
                  <a:lnTo>
                    <a:pt x="1100" y="551"/>
                  </a:lnTo>
                  <a:lnTo>
                    <a:pt x="1074" y="525"/>
                  </a:lnTo>
                  <a:lnTo>
                    <a:pt x="934" y="282"/>
                  </a:lnTo>
                  <a:lnTo>
                    <a:pt x="806" y="193"/>
                  </a:lnTo>
                  <a:lnTo>
                    <a:pt x="704" y="295"/>
                  </a:lnTo>
                  <a:lnTo>
                    <a:pt x="678" y="295"/>
                  </a:lnTo>
                  <a:lnTo>
                    <a:pt x="640" y="282"/>
                  </a:lnTo>
                  <a:lnTo>
                    <a:pt x="4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78"/>
            <p:cNvSpPr/>
            <p:nvPr/>
          </p:nvSpPr>
          <p:spPr>
            <a:xfrm>
              <a:off x="6305400" y="3651625"/>
              <a:ext cx="12500" cy="13125"/>
            </a:xfrm>
            <a:custGeom>
              <a:rect b="b" l="l" r="r" t="t"/>
              <a:pathLst>
                <a:path extrusionOk="0" h="525" w="500">
                  <a:moveTo>
                    <a:pt x="295" y="1"/>
                  </a:moveTo>
                  <a:lnTo>
                    <a:pt x="231" y="13"/>
                  </a:lnTo>
                  <a:lnTo>
                    <a:pt x="180" y="26"/>
                  </a:lnTo>
                  <a:lnTo>
                    <a:pt x="129" y="52"/>
                  </a:lnTo>
                  <a:lnTo>
                    <a:pt x="103" y="90"/>
                  </a:lnTo>
                  <a:lnTo>
                    <a:pt x="78" y="141"/>
                  </a:lnTo>
                  <a:lnTo>
                    <a:pt x="52" y="192"/>
                  </a:lnTo>
                  <a:lnTo>
                    <a:pt x="14" y="307"/>
                  </a:lnTo>
                  <a:lnTo>
                    <a:pt x="1" y="397"/>
                  </a:lnTo>
                  <a:lnTo>
                    <a:pt x="27" y="461"/>
                  </a:lnTo>
                  <a:lnTo>
                    <a:pt x="52" y="499"/>
                  </a:lnTo>
                  <a:lnTo>
                    <a:pt x="103" y="525"/>
                  </a:lnTo>
                  <a:lnTo>
                    <a:pt x="218" y="525"/>
                  </a:lnTo>
                  <a:lnTo>
                    <a:pt x="320" y="512"/>
                  </a:lnTo>
                  <a:lnTo>
                    <a:pt x="448" y="512"/>
                  </a:lnTo>
                  <a:lnTo>
                    <a:pt x="487" y="499"/>
                  </a:lnTo>
                  <a:lnTo>
                    <a:pt x="499" y="486"/>
                  </a:lnTo>
                  <a:lnTo>
                    <a:pt x="499" y="461"/>
                  </a:lnTo>
                  <a:lnTo>
                    <a:pt x="499" y="448"/>
                  </a:lnTo>
                  <a:lnTo>
                    <a:pt x="461" y="384"/>
                  </a:lnTo>
                  <a:lnTo>
                    <a:pt x="410" y="333"/>
                  </a:lnTo>
                  <a:lnTo>
                    <a:pt x="372" y="282"/>
                  </a:lnTo>
                  <a:lnTo>
                    <a:pt x="359" y="256"/>
                  </a:lnTo>
                  <a:lnTo>
                    <a:pt x="372" y="231"/>
                  </a:lnTo>
                  <a:lnTo>
                    <a:pt x="384" y="218"/>
                  </a:lnTo>
                  <a:lnTo>
                    <a:pt x="423" y="205"/>
                  </a:lnTo>
                  <a:lnTo>
                    <a:pt x="436" y="167"/>
                  </a:lnTo>
                  <a:lnTo>
                    <a:pt x="448" y="116"/>
                  </a:lnTo>
                  <a:lnTo>
                    <a:pt x="448" y="90"/>
                  </a:lnTo>
                  <a:lnTo>
                    <a:pt x="436" y="52"/>
                  </a:lnTo>
                  <a:lnTo>
                    <a:pt x="410" y="39"/>
                  </a:lnTo>
                  <a:lnTo>
                    <a:pt x="384" y="13"/>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8"/>
            <p:cNvSpPr/>
            <p:nvPr/>
          </p:nvSpPr>
          <p:spPr>
            <a:xfrm>
              <a:off x="5555500" y="3400500"/>
              <a:ext cx="13775" cy="16950"/>
            </a:xfrm>
            <a:custGeom>
              <a:rect b="b" l="l" r="r" t="t"/>
              <a:pathLst>
                <a:path extrusionOk="0" h="678" w="551">
                  <a:moveTo>
                    <a:pt x="39" y="0"/>
                  </a:moveTo>
                  <a:lnTo>
                    <a:pt x="39" y="141"/>
                  </a:lnTo>
                  <a:lnTo>
                    <a:pt x="1" y="179"/>
                  </a:lnTo>
                  <a:lnTo>
                    <a:pt x="167" y="486"/>
                  </a:lnTo>
                  <a:lnTo>
                    <a:pt x="180" y="562"/>
                  </a:lnTo>
                  <a:lnTo>
                    <a:pt x="423" y="677"/>
                  </a:lnTo>
                  <a:lnTo>
                    <a:pt x="550" y="652"/>
                  </a:lnTo>
                  <a:lnTo>
                    <a:pt x="550" y="550"/>
                  </a:lnTo>
                  <a:lnTo>
                    <a:pt x="423" y="396"/>
                  </a:lnTo>
                  <a:lnTo>
                    <a:pt x="269" y="90"/>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8"/>
            <p:cNvSpPr/>
            <p:nvPr/>
          </p:nvSpPr>
          <p:spPr>
            <a:xfrm>
              <a:off x="6210200" y="3600825"/>
              <a:ext cx="16000" cy="6725"/>
            </a:xfrm>
            <a:custGeom>
              <a:rect b="b" l="l" r="r" t="t"/>
              <a:pathLst>
                <a:path extrusionOk="0" h="269" w="640">
                  <a:moveTo>
                    <a:pt x="230" y="1"/>
                  </a:moveTo>
                  <a:lnTo>
                    <a:pt x="115" y="13"/>
                  </a:lnTo>
                  <a:lnTo>
                    <a:pt x="0" y="26"/>
                  </a:lnTo>
                  <a:lnTo>
                    <a:pt x="26" y="90"/>
                  </a:lnTo>
                  <a:lnTo>
                    <a:pt x="51" y="141"/>
                  </a:lnTo>
                  <a:lnTo>
                    <a:pt x="90" y="179"/>
                  </a:lnTo>
                  <a:lnTo>
                    <a:pt x="128" y="218"/>
                  </a:lnTo>
                  <a:lnTo>
                    <a:pt x="154" y="243"/>
                  </a:lnTo>
                  <a:lnTo>
                    <a:pt x="205" y="256"/>
                  </a:lnTo>
                  <a:lnTo>
                    <a:pt x="282" y="269"/>
                  </a:lnTo>
                  <a:lnTo>
                    <a:pt x="371" y="269"/>
                  </a:lnTo>
                  <a:lnTo>
                    <a:pt x="473" y="256"/>
                  </a:lnTo>
                  <a:lnTo>
                    <a:pt x="639" y="256"/>
                  </a:lnTo>
                  <a:lnTo>
                    <a:pt x="601" y="192"/>
                  </a:lnTo>
                  <a:lnTo>
                    <a:pt x="563" y="141"/>
                  </a:lnTo>
                  <a:lnTo>
                    <a:pt x="512" y="90"/>
                  </a:lnTo>
                  <a:lnTo>
                    <a:pt x="460" y="64"/>
                  </a:lnTo>
                  <a:lnTo>
                    <a:pt x="409" y="39"/>
                  </a:lnTo>
                  <a:lnTo>
                    <a:pt x="358" y="13"/>
                  </a:lnTo>
                  <a:lnTo>
                    <a:pt x="2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8"/>
            <p:cNvSpPr/>
            <p:nvPr/>
          </p:nvSpPr>
          <p:spPr>
            <a:xfrm>
              <a:off x="6510225" y="4199275"/>
              <a:ext cx="9275" cy="21125"/>
            </a:xfrm>
            <a:custGeom>
              <a:rect b="b" l="l" r="r" t="t"/>
              <a:pathLst>
                <a:path extrusionOk="0" h="845" w="371">
                  <a:moveTo>
                    <a:pt x="103" y="1"/>
                  </a:moveTo>
                  <a:lnTo>
                    <a:pt x="39" y="116"/>
                  </a:lnTo>
                  <a:lnTo>
                    <a:pt x="26" y="179"/>
                  </a:lnTo>
                  <a:lnTo>
                    <a:pt x="0" y="231"/>
                  </a:lnTo>
                  <a:lnTo>
                    <a:pt x="0" y="282"/>
                  </a:lnTo>
                  <a:lnTo>
                    <a:pt x="13" y="333"/>
                  </a:lnTo>
                  <a:lnTo>
                    <a:pt x="39" y="397"/>
                  </a:lnTo>
                  <a:lnTo>
                    <a:pt x="90" y="448"/>
                  </a:lnTo>
                  <a:lnTo>
                    <a:pt x="154" y="525"/>
                  </a:lnTo>
                  <a:lnTo>
                    <a:pt x="205" y="614"/>
                  </a:lnTo>
                  <a:lnTo>
                    <a:pt x="243" y="716"/>
                  </a:lnTo>
                  <a:lnTo>
                    <a:pt x="256" y="844"/>
                  </a:lnTo>
                  <a:lnTo>
                    <a:pt x="307" y="716"/>
                  </a:lnTo>
                  <a:lnTo>
                    <a:pt x="345" y="601"/>
                  </a:lnTo>
                  <a:lnTo>
                    <a:pt x="371" y="499"/>
                  </a:lnTo>
                  <a:lnTo>
                    <a:pt x="358" y="397"/>
                  </a:lnTo>
                  <a:lnTo>
                    <a:pt x="333" y="294"/>
                  </a:lnTo>
                  <a:lnTo>
                    <a:pt x="282" y="192"/>
                  </a:lnTo>
                  <a:lnTo>
                    <a:pt x="205" y="90"/>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78"/>
            <p:cNvSpPr/>
            <p:nvPr/>
          </p:nvSpPr>
          <p:spPr>
            <a:xfrm>
              <a:off x="6613425" y="2371650"/>
              <a:ext cx="11200" cy="9925"/>
            </a:xfrm>
            <a:custGeom>
              <a:rect b="b" l="l" r="r" t="t"/>
              <a:pathLst>
                <a:path extrusionOk="0" h="397" w="448">
                  <a:moveTo>
                    <a:pt x="371" y="1"/>
                  </a:moveTo>
                  <a:lnTo>
                    <a:pt x="269" y="192"/>
                  </a:lnTo>
                  <a:lnTo>
                    <a:pt x="1" y="192"/>
                  </a:lnTo>
                  <a:lnTo>
                    <a:pt x="1" y="333"/>
                  </a:lnTo>
                  <a:lnTo>
                    <a:pt x="307" y="397"/>
                  </a:lnTo>
                  <a:lnTo>
                    <a:pt x="307" y="397"/>
                  </a:lnTo>
                  <a:lnTo>
                    <a:pt x="256" y="256"/>
                  </a:lnTo>
                  <a:lnTo>
                    <a:pt x="448" y="205"/>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78"/>
            <p:cNvSpPr/>
            <p:nvPr/>
          </p:nvSpPr>
          <p:spPr>
            <a:xfrm>
              <a:off x="5833175" y="3593800"/>
              <a:ext cx="807125" cy="592075"/>
            </a:xfrm>
            <a:custGeom>
              <a:rect b="b" l="l" r="r" t="t"/>
              <a:pathLst>
                <a:path extrusionOk="0" h="23683" w="32285">
                  <a:moveTo>
                    <a:pt x="13573" y="8742"/>
                  </a:moveTo>
                  <a:lnTo>
                    <a:pt x="13573" y="9215"/>
                  </a:lnTo>
                  <a:lnTo>
                    <a:pt x="12934" y="9215"/>
                  </a:lnTo>
                  <a:lnTo>
                    <a:pt x="12934" y="8985"/>
                  </a:lnTo>
                  <a:lnTo>
                    <a:pt x="13407" y="8742"/>
                  </a:lnTo>
                  <a:close/>
                  <a:moveTo>
                    <a:pt x="20015" y="13599"/>
                  </a:moveTo>
                  <a:lnTo>
                    <a:pt x="20296" y="13854"/>
                  </a:lnTo>
                  <a:lnTo>
                    <a:pt x="20296" y="14302"/>
                  </a:lnTo>
                  <a:lnTo>
                    <a:pt x="20436" y="14430"/>
                  </a:lnTo>
                  <a:lnTo>
                    <a:pt x="20347" y="14583"/>
                  </a:lnTo>
                  <a:lnTo>
                    <a:pt x="20015" y="14455"/>
                  </a:lnTo>
                  <a:lnTo>
                    <a:pt x="19733" y="14583"/>
                  </a:lnTo>
                  <a:lnTo>
                    <a:pt x="19682" y="14315"/>
                  </a:lnTo>
                  <a:lnTo>
                    <a:pt x="19785" y="14123"/>
                  </a:lnTo>
                  <a:lnTo>
                    <a:pt x="19785" y="13816"/>
                  </a:lnTo>
                  <a:lnTo>
                    <a:pt x="19682" y="13663"/>
                  </a:lnTo>
                  <a:lnTo>
                    <a:pt x="19785" y="13599"/>
                  </a:lnTo>
                  <a:close/>
                  <a:moveTo>
                    <a:pt x="22251" y="15720"/>
                  </a:moveTo>
                  <a:lnTo>
                    <a:pt x="22226" y="15912"/>
                  </a:lnTo>
                  <a:lnTo>
                    <a:pt x="22175" y="16078"/>
                  </a:lnTo>
                  <a:lnTo>
                    <a:pt x="22149" y="16155"/>
                  </a:lnTo>
                  <a:lnTo>
                    <a:pt x="22111" y="16219"/>
                  </a:lnTo>
                  <a:lnTo>
                    <a:pt x="22085" y="16270"/>
                  </a:lnTo>
                  <a:lnTo>
                    <a:pt x="22047" y="16296"/>
                  </a:lnTo>
                  <a:lnTo>
                    <a:pt x="22021" y="16308"/>
                  </a:lnTo>
                  <a:lnTo>
                    <a:pt x="21996" y="16308"/>
                  </a:lnTo>
                  <a:lnTo>
                    <a:pt x="21957" y="16296"/>
                  </a:lnTo>
                  <a:lnTo>
                    <a:pt x="21945" y="16270"/>
                  </a:lnTo>
                  <a:lnTo>
                    <a:pt x="21881" y="16014"/>
                  </a:lnTo>
                  <a:lnTo>
                    <a:pt x="22111" y="15720"/>
                  </a:lnTo>
                  <a:close/>
                  <a:moveTo>
                    <a:pt x="20130" y="15529"/>
                  </a:moveTo>
                  <a:lnTo>
                    <a:pt x="20360" y="15925"/>
                  </a:lnTo>
                  <a:lnTo>
                    <a:pt x="20475" y="16027"/>
                  </a:lnTo>
                  <a:lnTo>
                    <a:pt x="20577" y="16104"/>
                  </a:lnTo>
                  <a:lnTo>
                    <a:pt x="20628" y="16129"/>
                  </a:lnTo>
                  <a:lnTo>
                    <a:pt x="20654" y="16142"/>
                  </a:lnTo>
                  <a:lnTo>
                    <a:pt x="20679" y="16142"/>
                  </a:lnTo>
                  <a:lnTo>
                    <a:pt x="20679" y="16155"/>
                  </a:lnTo>
                  <a:lnTo>
                    <a:pt x="20692" y="16206"/>
                  </a:lnTo>
                  <a:lnTo>
                    <a:pt x="20692" y="16347"/>
                  </a:lnTo>
                  <a:lnTo>
                    <a:pt x="20666" y="16475"/>
                  </a:lnTo>
                  <a:lnTo>
                    <a:pt x="20654" y="16538"/>
                  </a:lnTo>
                  <a:lnTo>
                    <a:pt x="20219" y="17024"/>
                  </a:lnTo>
                  <a:lnTo>
                    <a:pt x="20309" y="16475"/>
                  </a:lnTo>
                  <a:lnTo>
                    <a:pt x="20309" y="16091"/>
                  </a:lnTo>
                  <a:lnTo>
                    <a:pt x="20168" y="15963"/>
                  </a:lnTo>
                  <a:lnTo>
                    <a:pt x="19900" y="15695"/>
                  </a:lnTo>
                  <a:lnTo>
                    <a:pt x="19976" y="15529"/>
                  </a:lnTo>
                  <a:close/>
                  <a:moveTo>
                    <a:pt x="18507" y="16168"/>
                  </a:moveTo>
                  <a:lnTo>
                    <a:pt x="18788" y="16423"/>
                  </a:lnTo>
                  <a:lnTo>
                    <a:pt x="19094" y="16462"/>
                  </a:lnTo>
                  <a:lnTo>
                    <a:pt x="19184" y="16653"/>
                  </a:lnTo>
                  <a:lnTo>
                    <a:pt x="19248" y="16794"/>
                  </a:lnTo>
                  <a:lnTo>
                    <a:pt x="19261" y="16871"/>
                  </a:lnTo>
                  <a:lnTo>
                    <a:pt x="19235" y="17062"/>
                  </a:lnTo>
                  <a:lnTo>
                    <a:pt x="19209" y="17216"/>
                  </a:lnTo>
                  <a:lnTo>
                    <a:pt x="18864" y="16730"/>
                  </a:lnTo>
                  <a:lnTo>
                    <a:pt x="18800" y="16513"/>
                  </a:lnTo>
                  <a:lnTo>
                    <a:pt x="18315" y="16270"/>
                  </a:lnTo>
                  <a:lnTo>
                    <a:pt x="18315" y="16168"/>
                  </a:lnTo>
                  <a:close/>
                  <a:moveTo>
                    <a:pt x="20232" y="20718"/>
                  </a:moveTo>
                  <a:lnTo>
                    <a:pt x="20232" y="20730"/>
                  </a:lnTo>
                  <a:lnTo>
                    <a:pt x="20245" y="20718"/>
                  </a:lnTo>
                  <a:close/>
                  <a:moveTo>
                    <a:pt x="19580" y="20654"/>
                  </a:moveTo>
                  <a:lnTo>
                    <a:pt x="19376" y="20692"/>
                  </a:lnTo>
                  <a:lnTo>
                    <a:pt x="19184" y="20730"/>
                  </a:lnTo>
                  <a:lnTo>
                    <a:pt x="19107" y="20743"/>
                  </a:lnTo>
                  <a:lnTo>
                    <a:pt x="19043" y="20756"/>
                  </a:lnTo>
                  <a:lnTo>
                    <a:pt x="19018" y="20769"/>
                  </a:lnTo>
                  <a:lnTo>
                    <a:pt x="19005" y="20794"/>
                  </a:lnTo>
                  <a:lnTo>
                    <a:pt x="18992" y="20833"/>
                  </a:lnTo>
                  <a:lnTo>
                    <a:pt x="18992" y="20871"/>
                  </a:lnTo>
                  <a:lnTo>
                    <a:pt x="19018" y="20948"/>
                  </a:lnTo>
                  <a:lnTo>
                    <a:pt x="19031" y="20973"/>
                  </a:lnTo>
                  <a:lnTo>
                    <a:pt x="19056" y="20999"/>
                  </a:lnTo>
                  <a:lnTo>
                    <a:pt x="19094" y="21024"/>
                  </a:lnTo>
                  <a:lnTo>
                    <a:pt x="19133" y="21037"/>
                  </a:lnTo>
                  <a:lnTo>
                    <a:pt x="19222" y="21037"/>
                  </a:lnTo>
                  <a:lnTo>
                    <a:pt x="19618" y="20999"/>
                  </a:lnTo>
                  <a:lnTo>
                    <a:pt x="20015" y="20948"/>
                  </a:lnTo>
                  <a:lnTo>
                    <a:pt x="20066" y="20948"/>
                  </a:lnTo>
                  <a:lnTo>
                    <a:pt x="20079" y="20935"/>
                  </a:lnTo>
                  <a:lnTo>
                    <a:pt x="20117" y="20935"/>
                  </a:lnTo>
                  <a:lnTo>
                    <a:pt x="20142" y="20909"/>
                  </a:lnTo>
                  <a:lnTo>
                    <a:pt x="20168" y="20884"/>
                  </a:lnTo>
                  <a:lnTo>
                    <a:pt x="20206" y="20845"/>
                  </a:lnTo>
                  <a:lnTo>
                    <a:pt x="20219" y="20782"/>
                  </a:lnTo>
                  <a:lnTo>
                    <a:pt x="20232" y="20730"/>
                  </a:lnTo>
                  <a:lnTo>
                    <a:pt x="20232" y="20730"/>
                  </a:lnTo>
                  <a:lnTo>
                    <a:pt x="20219" y="20743"/>
                  </a:lnTo>
                  <a:lnTo>
                    <a:pt x="20142" y="20769"/>
                  </a:lnTo>
                  <a:lnTo>
                    <a:pt x="20066" y="20782"/>
                  </a:lnTo>
                  <a:lnTo>
                    <a:pt x="20053" y="20782"/>
                  </a:lnTo>
                  <a:lnTo>
                    <a:pt x="20040" y="20769"/>
                  </a:lnTo>
                  <a:lnTo>
                    <a:pt x="20015" y="20769"/>
                  </a:lnTo>
                  <a:lnTo>
                    <a:pt x="20002" y="20756"/>
                  </a:lnTo>
                  <a:lnTo>
                    <a:pt x="19989" y="20756"/>
                  </a:lnTo>
                  <a:lnTo>
                    <a:pt x="19887" y="20692"/>
                  </a:lnTo>
                  <a:lnTo>
                    <a:pt x="19785" y="20654"/>
                  </a:lnTo>
                  <a:close/>
                  <a:moveTo>
                    <a:pt x="24168" y="0"/>
                  </a:moveTo>
                  <a:lnTo>
                    <a:pt x="24156" y="13"/>
                  </a:lnTo>
                  <a:lnTo>
                    <a:pt x="24092" y="64"/>
                  </a:lnTo>
                  <a:lnTo>
                    <a:pt x="24066" y="103"/>
                  </a:lnTo>
                  <a:lnTo>
                    <a:pt x="24015" y="141"/>
                  </a:lnTo>
                  <a:lnTo>
                    <a:pt x="23964" y="166"/>
                  </a:lnTo>
                  <a:lnTo>
                    <a:pt x="23913" y="166"/>
                  </a:lnTo>
                  <a:lnTo>
                    <a:pt x="23874" y="179"/>
                  </a:lnTo>
                  <a:lnTo>
                    <a:pt x="23849" y="192"/>
                  </a:lnTo>
                  <a:lnTo>
                    <a:pt x="23836" y="218"/>
                  </a:lnTo>
                  <a:lnTo>
                    <a:pt x="23836" y="256"/>
                  </a:lnTo>
                  <a:lnTo>
                    <a:pt x="23823" y="320"/>
                  </a:lnTo>
                  <a:lnTo>
                    <a:pt x="23823" y="397"/>
                  </a:lnTo>
                  <a:lnTo>
                    <a:pt x="23772" y="563"/>
                  </a:lnTo>
                  <a:lnTo>
                    <a:pt x="23721" y="742"/>
                  </a:lnTo>
                  <a:lnTo>
                    <a:pt x="23683" y="831"/>
                  </a:lnTo>
                  <a:lnTo>
                    <a:pt x="23657" y="908"/>
                  </a:lnTo>
                  <a:lnTo>
                    <a:pt x="23606" y="984"/>
                  </a:lnTo>
                  <a:lnTo>
                    <a:pt x="23555" y="1061"/>
                  </a:lnTo>
                  <a:lnTo>
                    <a:pt x="23453" y="1176"/>
                  </a:lnTo>
                  <a:lnTo>
                    <a:pt x="23402" y="1227"/>
                  </a:lnTo>
                  <a:lnTo>
                    <a:pt x="23376" y="1278"/>
                  </a:lnTo>
                  <a:lnTo>
                    <a:pt x="23376" y="1330"/>
                  </a:lnTo>
                  <a:lnTo>
                    <a:pt x="23402" y="1381"/>
                  </a:lnTo>
                  <a:lnTo>
                    <a:pt x="23465" y="1419"/>
                  </a:lnTo>
                  <a:lnTo>
                    <a:pt x="23568" y="1470"/>
                  </a:lnTo>
                  <a:lnTo>
                    <a:pt x="23580" y="1496"/>
                  </a:lnTo>
                  <a:lnTo>
                    <a:pt x="23593" y="1534"/>
                  </a:lnTo>
                  <a:lnTo>
                    <a:pt x="23593" y="1585"/>
                  </a:lnTo>
                  <a:lnTo>
                    <a:pt x="23580" y="1598"/>
                  </a:lnTo>
                  <a:lnTo>
                    <a:pt x="23504" y="1636"/>
                  </a:lnTo>
                  <a:lnTo>
                    <a:pt x="23440" y="1675"/>
                  </a:lnTo>
                  <a:lnTo>
                    <a:pt x="23389" y="1726"/>
                  </a:lnTo>
                  <a:lnTo>
                    <a:pt x="23338" y="1777"/>
                  </a:lnTo>
                  <a:lnTo>
                    <a:pt x="23312" y="1841"/>
                  </a:lnTo>
                  <a:lnTo>
                    <a:pt x="23287" y="1892"/>
                  </a:lnTo>
                  <a:lnTo>
                    <a:pt x="23261" y="2020"/>
                  </a:lnTo>
                  <a:lnTo>
                    <a:pt x="23261" y="2147"/>
                  </a:lnTo>
                  <a:lnTo>
                    <a:pt x="23261" y="2275"/>
                  </a:lnTo>
                  <a:lnTo>
                    <a:pt x="23261" y="2403"/>
                  </a:lnTo>
                  <a:lnTo>
                    <a:pt x="23235" y="2518"/>
                  </a:lnTo>
                  <a:lnTo>
                    <a:pt x="23210" y="2710"/>
                  </a:lnTo>
                  <a:lnTo>
                    <a:pt x="23184" y="2914"/>
                  </a:lnTo>
                  <a:lnTo>
                    <a:pt x="23171" y="3311"/>
                  </a:lnTo>
                  <a:lnTo>
                    <a:pt x="23171" y="3515"/>
                  </a:lnTo>
                  <a:lnTo>
                    <a:pt x="23159" y="3719"/>
                  </a:lnTo>
                  <a:lnTo>
                    <a:pt x="23133" y="3924"/>
                  </a:lnTo>
                  <a:lnTo>
                    <a:pt x="23082" y="4128"/>
                  </a:lnTo>
                  <a:lnTo>
                    <a:pt x="23044" y="4269"/>
                  </a:lnTo>
                  <a:lnTo>
                    <a:pt x="22980" y="4410"/>
                  </a:lnTo>
                  <a:lnTo>
                    <a:pt x="22852" y="4678"/>
                  </a:lnTo>
                  <a:lnTo>
                    <a:pt x="22724" y="4934"/>
                  </a:lnTo>
                  <a:lnTo>
                    <a:pt x="22673" y="5074"/>
                  </a:lnTo>
                  <a:lnTo>
                    <a:pt x="22609" y="5202"/>
                  </a:lnTo>
                  <a:lnTo>
                    <a:pt x="22571" y="5304"/>
                  </a:lnTo>
                  <a:lnTo>
                    <a:pt x="22520" y="5407"/>
                  </a:lnTo>
                  <a:lnTo>
                    <a:pt x="22456" y="5483"/>
                  </a:lnTo>
                  <a:lnTo>
                    <a:pt x="22392" y="5560"/>
                  </a:lnTo>
                  <a:lnTo>
                    <a:pt x="22315" y="5611"/>
                  </a:lnTo>
                  <a:lnTo>
                    <a:pt x="22238" y="5662"/>
                  </a:lnTo>
                  <a:lnTo>
                    <a:pt x="22149" y="5675"/>
                  </a:lnTo>
                  <a:lnTo>
                    <a:pt x="22047" y="5675"/>
                  </a:lnTo>
                  <a:lnTo>
                    <a:pt x="21817" y="5624"/>
                  </a:lnTo>
                  <a:lnTo>
                    <a:pt x="21689" y="5598"/>
                  </a:lnTo>
                  <a:lnTo>
                    <a:pt x="21561" y="5560"/>
                  </a:lnTo>
                  <a:lnTo>
                    <a:pt x="21459" y="5509"/>
                  </a:lnTo>
                  <a:lnTo>
                    <a:pt x="21357" y="5432"/>
                  </a:lnTo>
                  <a:lnTo>
                    <a:pt x="21267" y="5355"/>
                  </a:lnTo>
                  <a:lnTo>
                    <a:pt x="21242" y="5317"/>
                  </a:lnTo>
                  <a:lnTo>
                    <a:pt x="21216" y="5266"/>
                  </a:lnTo>
                  <a:lnTo>
                    <a:pt x="21165" y="5176"/>
                  </a:lnTo>
                  <a:lnTo>
                    <a:pt x="21114" y="5100"/>
                  </a:lnTo>
                  <a:lnTo>
                    <a:pt x="21063" y="5049"/>
                  </a:lnTo>
                  <a:lnTo>
                    <a:pt x="21012" y="4998"/>
                  </a:lnTo>
                  <a:lnTo>
                    <a:pt x="20948" y="4959"/>
                  </a:lnTo>
                  <a:lnTo>
                    <a:pt x="20871" y="4934"/>
                  </a:lnTo>
                  <a:lnTo>
                    <a:pt x="20718" y="4895"/>
                  </a:lnTo>
                  <a:lnTo>
                    <a:pt x="20615" y="4870"/>
                  </a:lnTo>
                  <a:lnTo>
                    <a:pt x="20513" y="4831"/>
                  </a:lnTo>
                  <a:lnTo>
                    <a:pt x="20424" y="4793"/>
                  </a:lnTo>
                  <a:lnTo>
                    <a:pt x="20321" y="4755"/>
                  </a:lnTo>
                  <a:lnTo>
                    <a:pt x="20245" y="4704"/>
                  </a:lnTo>
                  <a:lnTo>
                    <a:pt x="20155" y="4640"/>
                  </a:lnTo>
                  <a:lnTo>
                    <a:pt x="20002" y="4486"/>
                  </a:lnTo>
                  <a:lnTo>
                    <a:pt x="19887" y="4371"/>
                  </a:lnTo>
                  <a:lnTo>
                    <a:pt x="19823" y="4333"/>
                  </a:lnTo>
                  <a:lnTo>
                    <a:pt x="19746" y="4282"/>
                  </a:lnTo>
                  <a:lnTo>
                    <a:pt x="19670" y="4256"/>
                  </a:lnTo>
                  <a:lnTo>
                    <a:pt x="19593" y="4231"/>
                  </a:lnTo>
                  <a:lnTo>
                    <a:pt x="19503" y="4231"/>
                  </a:lnTo>
                  <a:lnTo>
                    <a:pt x="19401" y="4243"/>
                  </a:lnTo>
                  <a:lnTo>
                    <a:pt x="19197" y="4243"/>
                  </a:lnTo>
                  <a:lnTo>
                    <a:pt x="19107" y="4218"/>
                  </a:lnTo>
                  <a:lnTo>
                    <a:pt x="19082" y="4205"/>
                  </a:lnTo>
                  <a:lnTo>
                    <a:pt x="19069" y="4192"/>
                  </a:lnTo>
                  <a:lnTo>
                    <a:pt x="19043" y="4116"/>
                  </a:lnTo>
                  <a:lnTo>
                    <a:pt x="19005" y="4039"/>
                  </a:lnTo>
                  <a:lnTo>
                    <a:pt x="18954" y="3962"/>
                  </a:lnTo>
                  <a:lnTo>
                    <a:pt x="18916" y="3911"/>
                  </a:lnTo>
                  <a:lnTo>
                    <a:pt x="18800" y="3796"/>
                  </a:lnTo>
                  <a:lnTo>
                    <a:pt x="18673" y="3707"/>
                  </a:lnTo>
                  <a:lnTo>
                    <a:pt x="18532" y="3630"/>
                  </a:lnTo>
                  <a:lnTo>
                    <a:pt x="18392" y="3553"/>
                  </a:lnTo>
                  <a:lnTo>
                    <a:pt x="18251" y="3489"/>
                  </a:lnTo>
                  <a:lnTo>
                    <a:pt x="18123" y="3400"/>
                  </a:lnTo>
                  <a:lnTo>
                    <a:pt x="18034" y="3336"/>
                  </a:lnTo>
                  <a:lnTo>
                    <a:pt x="18008" y="3298"/>
                  </a:lnTo>
                  <a:lnTo>
                    <a:pt x="17983" y="3259"/>
                  </a:lnTo>
                  <a:lnTo>
                    <a:pt x="17983" y="3221"/>
                  </a:lnTo>
                  <a:lnTo>
                    <a:pt x="17995" y="3170"/>
                  </a:lnTo>
                  <a:lnTo>
                    <a:pt x="18046" y="3119"/>
                  </a:lnTo>
                  <a:lnTo>
                    <a:pt x="18136" y="3055"/>
                  </a:lnTo>
                  <a:lnTo>
                    <a:pt x="18200" y="3004"/>
                  </a:lnTo>
                  <a:lnTo>
                    <a:pt x="18276" y="2940"/>
                  </a:lnTo>
                  <a:lnTo>
                    <a:pt x="18392" y="2774"/>
                  </a:lnTo>
                  <a:lnTo>
                    <a:pt x="18519" y="2620"/>
                  </a:lnTo>
                  <a:lnTo>
                    <a:pt x="18583" y="2531"/>
                  </a:lnTo>
                  <a:lnTo>
                    <a:pt x="18647" y="2467"/>
                  </a:lnTo>
                  <a:lnTo>
                    <a:pt x="18673" y="2429"/>
                  </a:lnTo>
                  <a:lnTo>
                    <a:pt x="18673" y="2390"/>
                  </a:lnTo>
                  <a:lnTo>
                    <a:pt x="18660" y="2365"/>
                  </a:lnTo>
                  <a:lnTo>
                    <a:pt x="18622" y="2352"/>
                  </a:lnTo>
                  <a:lnTo>
                    <a:pt x="18519" y="2339"/>
                  </a:lnTo>
                  <a:lnTo>
                    <a:pt x="18455" y="2314"/>
                  </a:lnTo>
                  <a:lnTo>
                    <a:pt x="18443" y="2301"/>
                  </a:lnTo>
                  <a:lnTo>
                    <a:pt x="18443" y="2275"/>
                  </a:lnTo>
                  <a:lnTo>
                    <a:pt x="18443" y="2237"/>
                  </a:lnTo>
                  <a:lnTo>
                    <a:pt x="18468" y="2186"/>
                  </a:lnTo>
                  <a:lnTo>
                    <a:pt x="18494" y="2147"/>
                  </a:lnTo>
                  <a:lnTo>
                    <a:pt x="18519" y="2096"/>
                  </a:lnTo>
                  <a:lnTo>
                    <a:pt x="18532" y="2058"/>
                  </a:lnTo>
                  <a:lnTo>
                    <a:pt x="18545" y="2007"/>
                  </a:lnTo>
                  <a:lnTo>
                    <a:pt x="18570" y="1969"/>
                  </a:lnTo>
                  <a:lnTo>
                    <a:pt x="18596" y="1930"/>
                  </a:lnTo>
                  <a:lnTo>
                    <a:pt x="18622" y="1917"/>
                  </a:lnTo>
                  <a:lnTo>
                    <a:pt x="18673" y="1905"/>
                  </a:lnTo>
                  <a:lnTo>
                    <a:pt x="18711" y="1905"/>
                  </a:lnTo>
                  <a:lnTo>
                    <a:pt x="18813" y="1930"/>
                  </a:lnTo>
                  <a:lnTo>
                    <a:pt x="18877" y="1943"/>
                  </a:lnTo>
                  <a:lnTo>
                    <a:pt x="18928" y="1930"/>
                  </a:lnTo>
                  <a:lnTo>
                    <a:pt x="18979" y="1905"/>
                  </a:lnTo>
                  <a:lnTo>
                    <a:pt x="19018" y="1879"/>
                  </a:lnTo>
                  <a:lnTo>
                    <a:pt x="19082" y="1815"/>
                  </a:lnTo>
                  <a:lnTo>
                    <a:pt x="19094" y="1790"/>
                  </a:lnTo>
                  <a:lnTo>
                    <a:pt x="19056" y="1700"/>
                  </a:lnTo>
                  <a:lnTo>
                    <a:pt x="19043" y="1623"/>
                  </a:lnTo>
                  <a:lnTo>
                    <a:pt x="19056" y="1572"/>
                  </a:lnTo>
                  <a:lnTo>
                    <a:pt x="19094" y="1508"/>
                  </a:lnTo>
                  <a:lnTo>
                    <a:pt x="19146" y="1470"/>
                  </a:lnTo>
                  <a:lnTo>
                    <a:pt x="19197" y="1432"/>
                  </a:lnTo>
                  <a:lnTo>
                    <a:pt x="19299" y="1368"/>
                  </a:lnTo>
                  <a:lnTo>
                    <a:pt x="19363" y="1304"/>
                  </a:lnTo>
                  <a:lnTo>
                    <a:pt x="19401" y="1253"/>
                  </a:lnTo>
                  <a:lnTo>
                    <a:pt x="19414" y="1214"/>
                  </a:lnTo>
                  <a:lnTo>
                    <a:pt x="19414" y="1176"/>
                  </a:lnTo>
                  <a:lnTo>
                    <a:pt x="19401" y="1151"/>
                  </a:lnTo>
                  <a:lnTo>
                    <a:pt x="19376" y="1125"/>
                  </a:lnTo>
                  <a:lnTo>
                    <a:pt x="19312" y="1087"/>
                  </a:lnTo>
                  <a:lnTo>
                    <a:pt x="19222" y="1061"/>
                  </a:lnTo>
                  <a:lnTo>
                    <a:pt x="19146" y="1023"/>
                  </a:lnTo>
                  <a:lnTo>
                    <a:pt x="19120" y="997"/>
                  </a:lnTo>
                  <a:lnTo>
                    <a:pt x="19094" y="972"/>
                  </a:lnTo>
                  <a:lnTo>
                    <a:pt x="19094" y="946"/>
                  </a:lnTo>
                  <a:lnTo>
                    <a:pt x="19107" y="908"/>
                  </a:lnTo>
                  <a:lnTo>
                    <a:pt x="19107" y="882"/>
                  </a:lnTo>
                  <a:lnTo>
                    <a:pt x="19094" y="857"/>
                  </a:lnTo>
                  <a:lnTo>
                    <a:pt x="19082" y="844"/>
                  </a:lnTo>
                  <a:lnTo>
                    <a:pt x="19043" y="844"/>
                  </a:lnTo>
                  <a:lnTo>
                    <a:pt x="19018" y="857"/>
                  </a:lnTo>
                  <a:lnTo>
                    <a:pt x="18928" y="921"/>
                  </a:lnTo>
                  <a:lnTo>
                    <a:pt x="18903" y="946"/>
                  </a:lnTo>
                  <a:lnTo>
                    <a:pt x="18864" y="984"/>
                  </a:lnTo>
                  <a:lnTo>
                    <a:pt x="18852" y="1023"/>
                  </a:lnTo>
                  <a:lnTo>
                    <a:pt x="18852" y="1061"/>
                  </a:lnTo>
                  <a:lnTo>
                    <a:pt x="18864" y="1112"/>
                  </a:lnTo>
                  <a:lnTo>
                    <a:pt x="18903" y="1176"/>
                  </a:lnTo>
                  <a:lnTo>
                    <a:pt x="18916" y="1189"/>
                  </a:lnTo>
                  <a:lnTo>
                    <a:pt x="18928" y="1214"/>
                  </a:lnTo>
                  <a:lnTo>
                    <a:pt x="18903" y="1278"/>
                  </a:lnTo>
                  <a:lnTo>
                    <a:pt x="18864" y="1317"/>
                  </a:lnTo>
                  <a:lnTo>
                    <a:pt x="18839" y="1342"/>
                  </a:lnTo>
                  <a:lnTo>
                    <a:pt x="18685" y="1342"/>
                  </a:lnTo>
                  <a:lnTo>
                    <a:pt x="18673" y="1317"/>
                  </a:lnTo>
                  <a:lnTo>
                    <a:pt x="18647" y="1291"/>
                  </a:lnTo>
                  <a:lnTo>
                    <a:pt x="18647" y="1253"/>
                  </a:lnTo>
                  <a:lnTo>
                    <a:pt x="18647" y="1214"/>
                  </a:lnTo>
                  <a:lnTo>
                    <a:pt x="18634" y="1189"/>
                  </a:lnTo>
                  <a:lnTo>
                    <a:pt x="18622" y="1176"/>
                  </a:lnTo>
                  <a:lnTo>
                    <a:pt x="18570" y="1138"/>
                  </a:lnTo>
                  <a:lnTo>
                    <a:pt x="18494" y="1112"/>
                  </a:lnTo>
                  <a:lnTo>
                    <a:pt x="18392" y="1087"/>
                  </a:lnTo>
                  <a:lnTo>
                    <a:pt x="18302" y="1074"/>
                  </a:lnTo>
                  <a:lnTo>
                    <a:pt x="18213" y="1074"/>
                  </a:lnTo>
                  <a:lnTo>
                    <a:pt x="18149" y="1087"/>
                  </a:lnTo>
                  <a:lnTo>
                    <a:pt x="18123" y="1087"/>
                  </a:lnTo>
                  <a:lnTo>
                    <a:pt x="18110" y="1099"/>
                  </a:lnTo>
                  <a:lnTo>
                    <a:pt x="18072" y="1163"/>
                  </a:lnTo>
                  <a:lnTo>
                    <a:pt x="18034" y="1202"/>
                  </a:lnTo>
                  <a:lnTo>
                    <a:pt x="17995" y="1227"/>
                  </a:lnTo>
                  <a:lnTo>
                    <a:pt x="17906" y="1227"/>
                  </a:lnTo>
                  <a:lnTo>
                    <a:pt x="17868" y="1202"/>
                  </a:lnTo>
                  <a:lnTo>
                    <a:pt x="17765" y="1138"/>
                  </a:lnTo>
                  <a:lnTo>
                    <a:pt x="17637" y="1061"/>
                  </a:lnTo>
                  <a:lnTo>
                    <a:pt x="17497" y="1023"/>
                  </a:lnTo>
                  <a:lnTo>
                    <a:pt x="17356" y="984"/>
                  </a:lnTo>
                  <a:lnTo>
                    <a:pt x="17203" y="959"/>
                  </a:lnTo>
                  <a:lnTo>
                    <a:pt x="17050" y="946"/>
                  </a:lnTo>
                  <a:lnTo>
                    <a:pt x="16909" y="921"/>
                  </a:lnTo>
                  <a:lnTo>
                    <a:pt x="16756" y="869"/>
                  </a:lnTo>
                  <a:lnTo>
                    <a:pt x="16615" y="806"/>
                  </a:lnTo>
                  <a:lnTo>
                    <a:pt x="16462" y="742"/>
                  </a:lnTo>
                  <a:lnTo>
                    <a:pt x="16308" y="678"/>
                  </a:lnTo>
                  <a:lnTo>
                    <a:pt x="16232" y="639"/>
                  </a:lnTo>
                  <a:lnTo>
                    <a:pt x="16155" y="601"/>
                  </a:lnTo>
                  <a:lnTo>
                    <a:pt x="16091" y="550"/>
                  </a:lnTo>
                  <a:lnTo>
                    <a:pt x="16040" y="473"/>
                  </a:lnTo>
                  <a:lnTo>
                    <a:pt x="16002" y="448"/>
                  </a:lnTo>
                  <a:lnTo>
                    <a:pt x="15976" y="435"/>
                  </a:lnTo>
                  <a:lnTo>
                    <a:pt x="15950" y="448"/>
                  </a:lnTo>
                  <a:lnTo>
                    <a:pt x="15925" y="486"/>
                  </a:lnTo>
                  <a:lnTo>
                    <a:pt x="15733" y="550"/>
                  </a:lnTo>
                  <a:lnTo>
                    <a:pt x="15733" y="614"/>
                  </a:lnTo>
                  <a:lnTo>
                    <a:pt x="15733" y="678"/>
                  </a:lnTo>
                  <a:lnTo>
                    <a:pt x="15759" y="806"/>
                  </a:lnTo>
                  <a:lnTo>
                    <a:pt x="15771" y="869"/>
                  </a:lnTo>
                  <a:lnTo>
                    <a:pt x="15784" y="921"/>
                  </a:lnTo>
                  <a:lnTo>
                    <a:pt x="15771" y="984"/>
                  </a:lnTo>
                  <a:lnTo>
                    <a:pt x="15759" y="1036"/>
                  </a:lnTo>
                  <a:lnTo>
                    <a:pt x="15746" y="1048"/>
                  </a:lnTo>
                  <a:lnTo>
                    <a:pt x="15695" y="1099"/>
                  </a:lnTo>
                  <a:lnTo>
                    <a:pt x="15605" y="1138"/>
                  </a:lnTo>
                  <a:lnTo>
                    <a:pt x="15426" y="1202"/>
                  </a:lnTo>
                  <a:lnTo>
                    <a:pt x="15222" y="1240"/>
                  </a:lnTo>
                  <a:lnTo>
                    <a:pt x="15132" y="1253"/>
                  </a:lnTo>
                  <a:lnTo>
                    <a:pt x="15043" y="1253"/>
                  </a:lnTo>
                  <a:lnTo>
                    <a:pt x="14966" y="1240"/>
                  </a:lnTo>
                  <a:lnTo>
                    <a:pt x="14902" y="1214"/>
                  </a:lnTo>
                  <a:lnTo>
                    <a:pt x="14813" y="1163"/>
                  </a:lnTo>
                  <a:lnTo>
                    <a:pt x="14736" y="1125"/>
                  </a:lnTo>
                  <a:lnTo>
                    <a:pt x="14660" y="1112"/>
                  </a:lnTo>
                  <a:lnTo>
                    <a:pt x="14519" y="1112"/>
                  </a:lnTo>
                  <a:lnTo>
                    <a:pt x="14455" y="1138"/>
                  </a:lnTo>
                  <a:lnTo>
                    <a:pt x="14404" y="1163"/>
                  </a:lnTo>
                  <a:lnTo>
                    <a:pt x="14353" y="1189"/>
                  </a:lnTo>
                  <a:lnTo>
                    <a:pt x="14251" y="1266"/>
                  </a:lnTo>
                  <a:lnTo>
                    <a:pt x="14148" y="1355"/>
                  </a:lnTo>
                  <a:lnTo>
                    <a:pt x="14046" y="1432"/>
                  </a:lnTo>
                  <a:lnTo>
                    <a:pt x="13982" y="1457"/>
                  </a:lnTo>
                  <a:lnTo>
                    <a:pt x="13931" y="1483"/>
                  </a:lnTo>
                  <a:lnTo>
                    <a:pt x="13867" y="1508"/>
                  </a:lnTo>
                  <a:lnTo>
                    <a:pt x="13829" y="1547"/>
                  </a:lnTo>
                  <a:lnTo>
                    <a:pt x="13790" y="1585"/>
                  </a:lnTo>
                  <a:lnTo>
                    <a:pt x="13765" y="1649"/>
                  </a:lnTo>
                  <a:lnTo>
                    <a:pt x="13714" y="1764"/>
                  </a:lnTo>
                  <a:lnTo>
                    <a:pt x="13688" y="1892"/>
                  </a:lnTo>
                  <a:lnTo>
                    <a:pt x="13637" y="2032"/>
                  </a:lnTo>
                  <a:lnTo>
                    <a:pt x="13612" y="2084"/>
                  </a:lnTo>
                  <a:lnTo>
                    <a:pt x="13573" y="2147"/>
                  </a:lnTo>
                  <a:lnTo>
                    <a:pt x="13522" y="2199"/>
                  </a:lnTo>
                  <a:lnTo>
                    <a:pt x="13471" y="2237"/>
                  </a:lnTo>
                  <a:lnTo>
                    <a:pt x="13394" y="2263"/>
                  </a:lnTo>
                  <a:lnTo>
                    <a:pt x="13305" y="2288"/>
                  </a:lnTo>
                  <a:lnTo>
                    <a:pt x="13305" y="2301"/>
                  </a:lnTo>
                  <a:lnTo>
                    <a:pt x="13292" y="2352"/>
                  </a:lnTo>
                  <a:lnTo>
                    <a:pt x="13292" y="2416"/>
                  </a:lnTo>
                  <a:lnTo>
                    <a:pt x="13279" y="2467"/>
                  </a:lnTo>
                  <a:lnTo>
                    <a:pt x="13241" y="2595"/>
                  </a:lnTo>
                  <a:lnTo>
                    <a:pt x="13203" y="2659"/>
                  </a:lnTo>
                  <a:lnTo>
                    <a:pt x="13164" y="2697"/>
                  </a:lnTo>
                  <a:lnTo>
                    <a:pt x="13088" y="2761"/>
                  </a:lnTo>
                  <a:lnTo>
                    <a:pt x="13036" y="2799"/>
                  </a:lnTo>
                  <a:lnTo>
                    <a:pt x="12998" y="2850"/>
                  </a:lnTo>
                  <a:lnTo>
                    <a:pt x="12998" y="2902"/>
                  </a:lnTo>
                  <a:lnTo>
                    <a:pt x="13011" y="2940"/>
                  </a:lnTo>
                  <a:lnTo>
                    <a:pt x="13036" y="2978"/>
                  </a:lnTo>
                  <a:lnTo>
                    <a:pt x="13100" y="3029"/>
                  </a:lnTo>
                  <a:lnTo>
                    <a:pt x="13190" y="3068"/>
                  </a:lnTo>
                  <a:lnTo>
                    <a:pt x="13228" y="3093"/>
                  </a:lnTo>
                  <a:lnTo>
                    <a:pt x="13254" y="3132"/>
                  </a:lnTo>
                  <a:lnTo>
                    <a:pt x="13266" y="3157"/>
                  </a:lnTo>
                  <a:lnTo>
                    <a:pt x="13279" y="3195"/>
                  </a:lnTo>
                  <a:lnTo>
                    <a:pt x="13279" y="3247"/>
                  </a:lnTo>
                  <a:lnTo>
                    <a:pt x="13266" y="3285"/>
                  </a:lnTo>
                  <a:lnTo>
                    <a:pt x="13241" y="3323"/>
                  </a:lnTo>
                  <a:lnTo>
                    <a:pt x="13203" y="3362"/>
                  </a:lnTo>
                  <a:lnTo>
                    <a:pt x="13190" y="3400"/>
                  </a:lnTo>
                  <a:lnTo>
                    <a:pt x="13177" y="3438"/>
                  </a:lnTo>
                  <a:lnTo>
                    <a:pt x="13164" y="3451"/>
                  </a:lnTo>
                  <a:lnTo>
                    <a:pt x="13151" y="3451"/>
                  </a:lnTo>
                  <a:lnTo>
                    <a:pt x="13126" y="3438"/>
                  </a:lnTo>
                  <a:lnTo>
                    <a:pt x="13088" y="3413"/>
                  </a:lnTo>
                  <a:lnTo>
                    <a:pt x="12998" y="3323"/>
                  </a:lnTo>
                  <a:lnTo>
                    <a:pt x="12973" y="3311"/>
                  </a:lnTo>
                  <a:lnTo>
                    <a:pt x="12947" y="3298"/>
                  </a:lnTo>
                  <a:lnTo>
                    <a:pt x="12921" y="3298"/>
                  </a:lnTo>
                  <a:lnTo>
                    <a:pt x="12909" y="3311"/>
                  </a:lnTo>
                  <a:lnTo>
                    <a:pt x="12896" y="3349"/>
                  </a:lnTo>
                  <a:lnTo>
                    <a:pt x="12883" y="3477"/>
                  </a:lnTo>
                  <a:lnTo>
                    <a:pt x="12870" y="3515"/>
                  </a:lnTo>
                  <a:lnTo>
                    <a:pt x="12870" y="3541"/>
                  </a:lnTo>
                  <a:lnTo>
                    <a:pt x="12857" y="3541"/>
                  </a:lnTo>
                  <a:lnTo>
                    <a:pt x="12755" y="3451"/>
                  </a:lnTo>
                  <a:lnTo>
                    <a:pt x="12666" y="3374"/>
                  </a:lnTo>
                  <a:lnTo>
                    <a:pt x="12627" y="3362"/>
                  </a:lnTo>
                  <a:lnTo>
                    <a:pt x="12576" y="3349"/>
                  </a:lnTo>
                  <a:lnTo>
                    <a:pt x="12538" y="3349"/>
                  </a:lnTo>
                  <a:lnTo>
                    <a:pt x="12487" y="3362"/>
                  </a:lnTo>
                  <a:lnTo>
                    <a:pt x="12372" y="3413"/>
                  </a:lnTo>
                  <a:lnTo>
                    <a:pt x="12218" y="3515"/>
                  </a:lnTo>
                  <a:lnTo>
                    <a:pt x="11746" y="3886"/>
                  </a:lnTo>
                  <a:lnTo>
                    <a:pt x="11861" y="3451"/>
                  </a:lnTo>
                  <a:lnTo>
                    <a:pt x="11886" y="3374"/>
                  </a:lnTo>
                  <a:lnTo>
                    <a:pt x="11899" y="3298"/>
                  </a:lnTo>
                  <a:lnTo>
                    <a:pt x="11899" y="3259"/>
                  </a:lnTo>
                  <a:lnTo>
                    <a:pt x="11899" y="3221"/>
                  </a:lnTo>
                  <a:lnTo>
                    <a:pt x="11886" y="3195"/>
                  </a:lnTo>
                  <a:lnTo>
                    <a:pt x="11861" y="3157"/>
                  </a:lnTo>
                  <a:lnTo>
                    <a:pt x="11592" y="2863"/>
                  </a:lnTo>
                  <a:lnTo>
                    <a:pt x="11439" y="2735"/>
                  </a:lnTo>
                  <a:lnTo>
                    <a:pt x="11362" y="2671"/>
                  </a:lnTo>
                  <a:lnTo>
                    <a:pt x="11285" y="2633"/>
                  </a:lnTo>
                  <a:lnTo>
                    <a:pt x="11158" y="2556"/>
                  </a:lnTo>
                  <a:lnTo>
                    <a:pt x="10992" y="2493"/>
                  </a:lnTo>
                  <a:lnTo>
                    <a:pt x="10915" y="2467"/>
                  </a:lnTo>
                  <a:lnTo>
                    <a:pt x="10851" y="2467"/>
                  </a:lnTo>
                  <a:lnTo>
                    <a:pt x="10800" y="2480"/>
                  </a:lnTo>
                  <a:lnTo>
                    <a:pt x="10774" y="2505"/>
                  </a:lnTo>
                  <a:lnTo>
                    <a:pt x="10761" y="2518"/>
                  </a:lnTo>
                  <a:lnTo>
                    <a:pt x="10698" y="2646"/>
                  </a:lnTo>
                  <a:lnTo>
                    <a:pt x="10672" y="2684"/>
                  </a:lnTo>
                  <a:lnTo>
                    <a:pt x="10634" y="2710"/>
                  </a:lnTo>
                  <a:lnTo>
                    <a:pt x="10595" y="2723"/>
                  </a:lnTo>
                  <a:lnTo>
                    <a:pt x="10544" y="2723"/>
                  </a:lnTo>
                  <a:lnTo>
                    <a:pt x="10404" y="2697"/>
                  </a:lnTo>
                  <a:lnTo>
                    <a:pt x="10289" y="2697"/>
                  </a:lnTo>
                  <a:lnTo>
                    <a:pt x="10250" y="2710"/>
                  </a:lnTo>
                  <a:lnTo>
                    <a:pt x="10225" y="2723"/>
                  </a:lnTo>
                  <a:lnTo>
                    <a:pt x="10199" y="2748"/>
                  </a:lnTo>
                  <a:lnTo>
                    <a:pt x="10186" y="2787"/>
                  </a:lnTo>
                  <a:lnTo>
                    <a:pt x="10161" y="2850"/>
                  </a:lnTo>
                  <a:lnTo>
                    <a:pt x="10148" y="3017"/>
                  </a:lnTo>
                  <a:lnTo>
                    <a:pt x="10148" y="3106"/>
                  </a:lnTo>
                  <a:lnTo>
                    <a:pt x="10122" y="3170"/>
                  </a:lnTo>
                  <a:lnTo>
                    <a:pt x="10071" y="3144"/>
                  </a:lnTo>
                  <a:lnTo>
                    <a:pt x="10033" y="3106"/>
                  </a:lnTo>
                  <a:lnTo>
                    <a:pt x="9956" y="3004"/>
                  </a:lnTo>
                  <a:lnTo>
                    <a:pt x="9918" y="2965"/>
                  </a:lnTo>
                  <a:lnTo>
                    <a:pt x="9892" y="2940"/>
                  </a:lnTo>
                  <a:lnTo>
                    <a:pt x="9867" y="2940"/>
                  </a:lnTo>
                  <a:lnTo>
                    <a:pt x="9841" y="2978"/>
                  </a:lnTo>
                  <a:lnTo>
                    <a:pt x="9790" y="3029"/>
                  </a:lnTo>
                  <a:lnTo>
                    <a:pt x="9739" y="3068"/>
                  </a:lnTo>
                  <a:lnTo>
                    <a:pt x="9598" y="3144"/>
                  </a:lnTo>
                  <a:lnTo>
                    <a:pt x="9535" y="3170"/>
                  </a:lnTo>
                  <a:lnTo>
                    <a:pt x="9496" y="3208"/>
                  </a:lnTo>
                  <a:lnTo>
                    <a:pt x="9483" y="3234"/>
                  </a:lnTo>
                  <a:lnTo>
                    <a:pt x="9483" y="3259"/>
                  </a:lnTo>
                  <a:lnTo>
                    <a:pt x="9483" y="3285"/>
                  </a:lnTo>
                  <a:lnTo>
                    <a:pt x="9496" y="3311"/>
                  </a:lnTo>
                  <a:lnTo>
                    <a:pt x="9560" y="3438"/>
                  </a:lnTo>
                  <a:lnTo>
                    <a:pt x="9586" y="3528"/>
                  </a:lnTo>
                  <a:lnTo>
                    <a:pt x="9586" y="3566"/>
                  </a:lnTo>
                  <a:lnTo>
                    <a:pt x="9573" y="3579"/>
                  </a:lnTo>
                  <a:lnTo>
                    <a:pt x="9560" y="3604"/>
                  </a:lnTo>
                  <a:lnTo>
                    <a:pt x="9535" y="3604"/>
                  </a:lnTo>
                  <a:lnTo>
                    <a:pt x="9471" y="3617"/>
                  </a:lnTo>
                  <a:lnTo>
                    <a:pt x="9394" y="3604"/>
                  </a:lnTo>
                  <a:lnTo>
                    <a:pt x="9215" y="3566"/>
                  </a:lnTo>
                  <a:lnTo>
                    <a:pt x="9215" y="3566"/>
                  </a:lnTo>
                  <a:lnTo>
                    <a:pt x="9228" y="3630"/>
                  </a:lnTo>
                  <a:lnTo>
                    <a:pt x="9266" y="3681"/>
                  </a:lnTo>
                  <a:lnTo>
                    <a:pt x="9343" y="3758"/>
                  </a:lnTo>
                  <a:lnTo>
                    <a:pt x="9381" y="3796"/>
                  </a:lnTo>
                  <a:lnTo>
                    <a:pt x="9419" y="3822"/>
                  </a:lnTo>
                  <a:lnTo>
                    <a:pt x="9445" y="3873"/>
                  </a:lnTo>
                  <a:lnTo>
                    <a:pt x="9445" y="3924"/>
                  </a:lnTo>
                  <a:lnTo>
                    <a:pt x="9394" y="3937"/>
                  </a:lnTo>
                  <a:lnTo>
                    <a:pt x="9343" y="3924"/>
                  </a:lnTo>
                  <a:lnTo>
                    <a:pt x="9292" y="3898"/>
                  </a:lnTo>
                  <a:lnTo>
                    <a:pt x="9253" y="3873"/>
                  </a:lnTo>
                  <a:lnTo>
                    <a:pt x="9215" y="3835"/>
                  </a:lnTo>
                  <a:lnTo>
                    <a:pt x="9177" y="3809"/>
                  </a:lnTo>
                  <a:lnTo>
                    <a:pt x="9138" y="3809"/>
                  </a:lnTo>
                  <a:lnTo>
                    <a:pt x="9087" y="3822"/>
                  </a:lnTo>
                  <a:lnTo>
                    <a:pt x="9011" y="3822"/>
                  </a:lnTo>
                  <a:lnTo>
                    <a:pt x="8934" y="3783"/>
                  </a:lnTo>
                  <a:lnTo>
                    <a:pt x="8895" y="3783"/>
                  </a:lnTo>
                  <a:lnTo>
                    <a:pt x="8870" y="3796"/>
                  </a:lnTo>
                  <a:lnTo>
                    <a:pt x="8857" y="3822"/>
                  </a:lnTo>
                  <a:lnTo>
                    <a:pt x="8857" y="3886"/>
                  </a:lnTo>
                  <a:lnTo>
                    <a:pt x="8844" y="3937"/>
                  </a:lnTo>
                  <a:lnTo>
                    <a:pt x="8832" y="4001"/>
                  </a:lnTo>
                  <a:lnTo>
                    <a:pt x="8819" y="4052"/>
                  </a:lnTo>
                  <a:lnTo>
                    <a:pt x="8806" y="4103"/>
                  </a:lnTo>
                  <a:lnTo>
                    <a:pt x="8819" y="4154"/>
                  </a:lnTo>
                  <a:lnTo>
                    <a:pt x="8844" y="4205"/>
                  </a:lnTo>
                  <a:lnTo>
                    <a:pt x="8908" y="4231"/>
                  </a:lnTo>
                  <a:lnTo>
                    <a:pt x="8998" y="4256"/>
                  </a:lnTo>
                  <a:lnTo>
                    <a:pt x="9011" y="4256"/>
                  </a:lnTo>
                  <a:lnTo>
                    <a:pt x="8998" y="4371"/>
                  </a:lnTo>
                  <a:lnTo>
                    <a:pt x="8972" y="4461"/>
                  </a:lnTo>
                  <a:lnTo>
                    <a:pt x="8934" y="4525"/>
                  </a:lnTo>
                  <a:lnTo>
                    <a:pt x="8883" y="4589"/>
                  </a:lnTo>
                  <a:lnTo>
                    <a:pt x="8819" y="4640"/>
                  </a:lnTo>
                  <a:lnTo>
                    <a:pt x="8755" y="4665"/>
                  </a:lnTo>
                  <a:lnTo>
                    <a:pt x="8678" y="4691"/>
                  </a:lnTo>
                  <a:lnTo>
                    <a:pt x="8563" y="4691"/>
                  </a:lnTo>
                  <a:lnTo>
                    <a:pt x="8474" y="4678"/>
                  </a:lnTo>
                  <a:lnTo>
                    <a:pt x="8371" y="4665"/>
                  </a:lnTo>
                  <a:lnTo>
                    <a:pt x="8346" y="4652"/>
                  </a:lnTo>
                  <a:lnTo>
                    <a:pt x="8308" y="4614"/>
                  </a:lnTo>
                  <a:lnTo>
                    <a:pt x="8256" y="4550"/>
                  </a:lnTo>
                  <a:lnTo>
                    <a:pt x="8218" y="4537"/>
                  </a:lnTo>
                  <a:lnTo>
                    <a:pt x="8193" y="4525"/>
                  </a:lnTo>
                  <a:lnTo>
                    <a:pt x="8154" y="4550"/>
                  </a:lnTo>
                  <a:lnTo>
                    <a:pt x="8129" y="4601"/>
                  </a:lnTo>
                  <a:lnTo>
                    <a:pt x="8078" y="4678"/>
                  </a:lnTo>
                  <a:lnTo>
                    <a:pt x="8052" y="4729"/>
                  </a:lnTo>
                  <a:lnTo>
                    <a:pt x="8039" y="4793"/>
                  </a:lnTo>
                  <a:lnTo>
                    <a:pt x="8052" y="4844"/>
                  </a:lnTo>
                  <a:lnTo>
                    <a:pt x="8078" y="4895"/>
                  </a:lnTo>
                  <a:lnTo>
                    <a:pt x="8129" y="4946"/>
                  </a:lnTo>
                  <a:lnTo>
                    <a:pt x="8218" y="4972"/>
                  </a:lnTo>
                  <a:lnTo>
                    <a:pt x="8269" y="4998"/>
                  </a:lnTo>
                  <a:lnTo>
                    <a:pt x="8308" y="5049"/>
                  </a:lnTo>
                  <a:lnTo>
                    <a:pt x="8333" y="5087"/>
                  </a:lnTo>
                  <a:lnTo>
                    <a:pt x="8346" y="5151"/>
                  </a:lnTo>
                  <a:lnTo>
                    <a:pt x="8346" y="5202"/>
                  </a:lnTo>
                  <a:lnTo>
                    <a:pt x="8346" y="5240"/>
                  </a:lnTo>
                  <a:lnTo>
                    <a:pt x="8333" y="5266"/>
                  </a:lnTo>
                  <a:lnTo>
                    <a:pt x="8320" y="5279"/>
                  </a:lnTo>
                  <a:lnTo>
                    <a:pt x="8269" y="5279"/>
                  </a:lnTo>
                  <a:lnTo>
                    <a:pt x="8231" y="5292"/>
                  </a:lnTo>
                  <a:lnTo>
                    <a:pt x="8205" y="5304"/>
                  </a:lnTo>
                  <a:lnTo>
                    <a:pt x="8180" y="5330"/>
                  </a:lnTo>
                  <a:lnTo>
                    <a:pt x="8167" y="5368"/>
                  </a:lnTo>
                  <a:lnTo>
                    <a:pt x="8167" y="5432"/>
                  </a:lnTo>
                  <a:lnTo>
                    <a:pt x="8167" y="5483"/>
                  </a:lnTo>
                  <a:lnTo>
                    <a:pt x="8167" y="5547"/>
                  </a:lnTo>
                  <a:lnTo>
                    <a:pt x="8154" y="5573"/>
                  </a:lnTo>
                  <a:lnTo>
                    <a:pt x="8141" y="5598"/>
                  </a:lnTo>
                  <a:lnTo>
                    <a:pt x="8116" y="5611"/>
                  </a:lnTo>
                  <a:lnTo>
                    <a:pt x="8078" y="5624"/>
                  </a:lnTo>
                  <a:lnTo>
                    <a:pt x="7962" y="5407"/>
                  </a:lnTo>
                  <a:lnTo>
                    <a:pt x="7847" y="5189"/>
                  </a:lnTo>
                  <a:lnTo>
                    <a:pt x="7732" y="4959"/>
                  </a:lnTo>
                  <a:lnTo>
                    <a:pt x="7681" y="4831"/>
                  </a:lnTo>
                  <a:lnTo>
                    <a:pt x="7643" y="4704"/>
                  </a:lnTo>
                  <a:lnTo>
                    <a:pt x="7413" y="4998"/>
                  </a:lnTo>
                  <a:lnTo>
                    <a:pt x="7311" y="5138"/>
                  </a:lnTo>
                  <a:lnTo>
                    <a:pt x="7183" y="5253"/>
                  </a:lnTo>
                  <a:lnTo>
                    <a:pt x="7106" y="5330"/>
                  </a:lnTo>
                  <a:lnTo>
                    <a:pt x="7042" y="5394"/>
                  </a:lnTo>
                  <a:lnTo>
                    <a:pt x="6991" y="5470"/>
                  </a:lnTo>
                  <a:lnTo>
                    <a:pt x="6966" y="5547"/>
                  </a:lnTo>
                  <a:lnTo>
                    <a:pt x="6953" y="5624"/>
                  </a:lnTo>
                  <a:lnTo>
                    <a:pt x="6953" y="5700"/>
                  </a:lnTo>
                  <a:lnTo>
                    <a:pt x="6978" y="5777"/>
                  </a:lnTo>
                  <a:lnTo>
                    <a:pt x="7017" y="5867"/>
                  </a:lnTo>
                  <a:lnTo>
                    <a:pt x="7068" y="5956"/>
                  </a:lnTo>
                  <a:lnTo>
                    <a:pt x="7093" y="6046"/>
                  </a:lnTo>
                  <a:lnTo>
                    <a:pt x="7093" y="6122"/>
                  </a:lnTo>
                  <a:lnTo>
                    <a:pt x="7081" y="6199"/>
                  </a:lnTo>
                  <a:lnTo>
                    <a:pt x="7042" y="6263"/>
                  </a:lnTo>
                  <a:lnTo>
                    <a:pt x="6991" y="6327"/>
                  </a:lnTo>
                  <a:lnTo>
                    <a:pt x="6927" y="6391"/>
                  </a:lnTo>
                  <a:lnTo>
                    <a:pt x="6863" y="6442"/>
                  </a:lnTo>
                  <a:lnTo>
                    <a:pt x="6736" y="6544"/>
                  </a:lnTo>
                  <a:lnTo>
                    <a:pt x="6621" y="6659"/>
                  </a:lnTo>
                  <a:lnTo>
                    <a:pt x="6531" y="6774"/>
                  </a:lnTo>
                  <a:lnTo>
                    <a:pt x="6506" y="6851"/>
                  </a:lnTo>
                  <a:lnTo>
                    <a:pt x="6480" y="6915"/>
                  </a:lnTo>
                  <a:lnTo>
                    <a:pt x="6442" y="7004"/>
                  </a:lnTo>
                  <a:lnTo>
                    <a:pt x="6403" y="7081"/>
                  </a:lnTo>
                  <a:lnTo>
                    <a:pt x="6365" y="7157"/>
                  </a:lnTo>
                  <a:lnTo>
                    <a:pt x="6301" y="7221"/>
                  </a:lnTo>
                  <a:lnTo>
                    <a:pt x="6186" y="7349"/>
                  </a:lnTo>
                  <a:lnTo>
                    <a:pt x="6045" y="7451"/>
                  </a:lnTo>
                  <a:lnTo>
                    <a:pt x="5892" y="7554"/>
                  </a:lnTo>
                  <a:lnTo>
                    <a:pt x="5726" y="7643"/>
                  </a:lnTo>
                  <a:lnTo>
                    <a:pt x="5560" y="7720"/>
                  </a:lnTo>
                  <a:lnTo>
                    <a:pt x="5394" y="7784"/>
                  </a:lnTo>
                  <a:lnTo>
                    <a:pt x="5227" y="7822"/>
                  </a:lnTo>
                  <a:lnTo>
                    <a:pt x="5049" y="7860"/>
                  </a:lnTo>
                  <a:lnTo>
                    <a:pt x="4870" y="7886"/>
                  </a:lnTo>
                  <a:lnTo>
                    <a:pt x="4678" y="7899"/>
                  </a:lnTo>
                  <a:lnTo>
                    <a:pt x="4601" y="7912"/>
                  </a:lnTo>
                  <a:lnTo>
                    <a:pt x="4525" y="7937"/>
                  </a:lnTo>
                  <a:lnTo>
                    <a:pt x="4448" y="7975"/>
                  </a:lnTo>
                  <a:lnTo>
                    <a:pt x="4384" y="8014"/>
                  </a:lnTo>
                  <a:lnTo>
                    <a:pt x="4243" y="8103"/>
                  </a:lnTo>
                  <a:lnTo>
                    <a:pt x="4090" y="8180"/>
                  </a:lnTo>
                  <a:lnTo>
                    <a:pt x="3770" y="8308"/>
                  </a:lnTo>
                  <a:lnTo>
                    <a:pt x="3617" y="8372"/>
                  </a:lnTo>
                  <a:lnTo>
                    <a:pt x="3464" y="8448"/>
                  </a:lnTo>
                  <a:lnTo>
                    <a:pt x="3310" y="8525"/>
                  </a:lnTo>
                  <a:lnTo>
                    <a:pt x="3183" y="8627"/>
                  </a:lnTo>
                  <a:lnTo>
                    <a:pt x="3157" y="8640"/>
                  </a:lnTo>
                  <a:lnTo>
                    <a:pt x="3131" y="8640"/>
                  </a:lnTo>
                  <a:lnTo>
                    <a:pt x="3055" y="8627"/>
                  </a:lnTo>
                  <a:lnTo>
                    <a:pt x="2978" y="8614"/>
                  </a:lnTo>
                  <a:lnTo>
                    <a:pt x="2901" y="8602"/>
                  </a:lnTo>
                  <a:lnTo>
                    <a:pt x="2697" y="8563"/>
                  </a:lnTo>
                  <a:lnTo>
                    <a:pt x="2556" y="8563"/>
                  </a:lnTo>
                  <a:lnTo>
                    <a:pt x="2531" y="8576"/>
                  </a:lnTo>
                  <a:lnTo>
                    <a:pt x="2313" y="8755"/>
                  </a:lnTo>
                  <a:lnTo>
                    <a:pt x="2096" y="8908"/>
                  </a:lnTo>
                  <a:lnTo>
                    <a:pt x="1879" y="9075"/>
                  </a:lnTo>
                  <a:lnTo>
                    <a:pt x="1674" y="9253"/>
                  </a:lnTo>
                  <a:lnTo>
                    <a:pt x="1508" y="9381"/>
                  </a:lnTo>
                  <a:lnTo>
                    <a:pt x="1342" y="9509"/>
                  </a:lnTo>
                  <a:lnTo>
                    <a:pt x="1176" y="9624"/>
                  </a:lnTo>
                  <a:lnTo>
                    <a:pt x="1010" y="9739"/>
                  </a:lnTo>
                  <a:lnTo>
                    <a:pt x="856" y="9880"/>
                  </a:lnTo>
                  <a:lnTo>
                    <a:pt x="780" y="9956"/>
                  </a:lnTo>
                  <a:lnTo>
                    <a:pt x="716" y="10033"/>
                  </a:lnTo>
                  <a:lnTo>
                    <a:pt x="665" y="10123"/>
                  </a:lnTo>
                  <a:lnTo>
                    <a:pt x="614" y="10212"/>
                  </a:lnTo>
                  <a:lnTo>
                    <a:pt x="575" y="10314"/>
                  </a:lnTo>
                  <a:lnTo>
                    <a:pt x="537" y="10429"/>
                  </a:lnTo>
                  <a:lnTo>
                    <a:pt x="460" y="10250"/>
                  </a:lnTo>
                  <a:lnTo>
                    <a:pt x="409" y="10084"/>
                  </a:lnTo>
                  <a:lnTo>
                    <a:pt x="384" y="9918"/>
                  </a:lnTo>
                  <a:lnTo>
                    <a:pt x="358" y="9765"/>
                  </a:lnTo>
                  <a:lnTo>
                    <a:pt x="243" y="9969"/>
                  </a:lnTo>
                  <a:lnTo>
                    <a:pt x="141" y="10186"/>
                  </a:lnTo>
                  <a:lnTo>
                    <a:pt x="115" y="10289"/>
                  </a:lnTo>
                  <a:lnTo>
                    <a:pt x="90" y="10391"/>
                  </a:lnTo>
                  <a:lnTo>
                    <a:pt x="90" y="10480"/>
                  </a:lnTo>
                  <a:lnTo>
                    <a:pt x="115" y="10583"/>
                  </a:lnTo>
                  <a:lnTo>
                    <a:pt x="179" y="10723"/>
                  </a:lnTo>
                  <a:lnTo>
                    <a:pt x="205" y="10851"/>
                  </a:lnTo>
                  <a:lnTo>
                    <a:pt x="217" y="10992"/>
                  </a:lnTo>
                  <a:lnTo>
                    <a:pt x="217" y="11119"/>
                  </a:lnTo>
                  <a:lnTo>
                    <a:pt x="192" y="11247"/>
                  </a:lnTo>
                  <a:lnTo>
                    <a:pt x="154" y="11362"/>
                  </a:lnTo>
                  <a:lnTo>
                    <a:pt x="77" y="11618"/>
                  </a:lnTo>
                  <a:lnTo>
                    <a:pt x="38" y="11733"/>
                  </a:lnTo>
                  <a:lnTo>
                    <a:pt x="13" y="11861"/>
                  </a:lnTo>
                  <a:lnTo>
                    <a:pt x="0" y="11976"/>
                  </a:lnTo>
                  <a:lnTo>
                    <a:pt x="0" y="12091"/>
                  </a:lnTo>
                  <a:lnTo>
                    <a:pt x="26" y="12206"/>
                  </a:lnTo>
                  <a:lnTo>
                    <a:pt x="51" y="12321"/>
                  </a:lnTo>
                  <a:lnTo>
                    <a:pt x="102" y="12423"/>
                  </a:lnTo>
                  <a:lnTo>
                    <a:pt x="166" y="12538"/>
                  </a:lnTo>
                  <a:lnTo>
                    <a:pt x="320" y="12806"/>
                  </a:lnTo>
                  <a:lnTo>
                    <a:pt x="486" y="13075"/>
                  </a:lnTo>
                  <a:lnTo>
                    <a:pt x="499" y="13164"/>
                  </a:lnTo>
                  <a:lnTo>
                    <a:pt x="511" y="13203"/>
                  </a:lnTo>
                  <a:lnTo>
                    <a:pt x="499" y="13241"/>
                  </a:lnTo>
                  <a:lnTo>
                    <a:pt x="486" y="13279"/>
                  </a:lnTo>
                  <a:lnTo>
                    <a:pt x="460" y="13305"/>
                  </a:lnTo>
                  <a:lnTo>
                    <a:pt x="422" y="13318"/>
                  </a:lnTo>
                  <a:lnTo>
                    <a:pt x="358" y="13330"/>
                  </a:lnTo>
                  <a:lnTo>
                    <a:pt x="269" y="13279"/>
                  </a:lnTo>
                  <a:lnTo>
                    <a:pt x="230" y="13267"/>
                  </a:lnTo>
                  <a:lnTo>
                    <a:pt x="205" y="13267"/>
                  </a:lnTo>
                  <a:lnTo>
                    <a:pt x="192" y="13279"/>
                  </a:lnTo>
                  <a:lnTo>
                    <a:pt x="192" y="13318"/>
                  </a:lnTo>
                  <a:lnTo>
                    <a:pt x="192" y="13356"/>
                  </a:lnTo>
                  <a:lnTo>
                    <a:pt x="217" y="13407"/>
                  </a:lnTo>
                  <a:lnTo>
                    <a:pt x="269" y="13497"/>
                  </a:lnTo>
                  <a:lnTo>
                    <a:pt x="345" y="13637"/>
                  </a:lnTo>
                  <a:lnTo>
                    <a:pt x="435" y="13778"/>
                  </a:lnTo>
                  <a:lnTo>
                    <a:pt x="626" y="14059"/>
                  </a:lnTo>
                  <a:lnTo>
                    <a:pt x="550" y="14110"/>
                  </a:lnTo>
                  <a:lnTo>
                    <a:pt x="499" y="14148"/>
                  </a:lnTo>
                  <a:lnTo>
                    <a:pt x="460" y="14187"/>
                  </a:lnTo>
                  <a:lnTo>
                    <a:pt x="447" y="14238"/>
                  </a:lnTo>
                  <a:lnTo>
                    <a:pt x="447" y="14289"/>
                  </a:lnTo>
                  <a:lnTo>
                    <a:pt x="460" y="14327"/>
                  </a:lnTo>
                  <a:lnTo>
                    <a:pt x="486" y="14378"/>
                  </a:lnTo>
                  <a:lnTo>
                    <a:pt x="537" y="14417"/>
                  </a:lnTo>
                  <a:lnTo>
                    <a:pt x="588" y="14455"/>
                  </a:lnTo>
                  <a:lnTo>
                    <a:pt x="665" y="14519"/>
                  </a:lnTo>
                  <a:lnTo>
                    <a:pt x="741" y="14583"/>
                  </a:lnTo>
                  <a:lnTo>
                    <a:pt x="793" y="14647"/>
                  </a:lnTo>
                  <a:lnTo>
                    <a:pt x="844" y="14724"/>
                  </a:lnTo>
                  <a:lnTo>
                    <a:pt x="933" y="14890"/>
                  </a:lnTo>
                  <a:lnTo>
                    <a:pt x="997" y="15069"/>
                  </a:lnTo>
                  <a:lnTo>
                    <a:pt x="1061" y="15235"/>
                  </a:lnTo>
                  <a:lnTo>
                    <a:pt x="1150" y="15401"/>
                  </a:lnTo>
                  <a:lnTo>
                    <a:pt x="1202" y="15478"/>
                  </a:lnTo>
                  <a:lnTo>
                    <a:pt x="1253" y="15554"/>
                  </a:lnTo>
                  <a:lnTo>
                    <a:pt x="1329" y="15618"/>
                  </a:lnTo>
                  <a:lnTo>
                    <a:pt x="1419" y="15669"/>
                  </a:lnTo>
                  <a:lnTo>
                    <a:pt x="1432" y="15682"/>
                  </a:lnTo>
                  <a:lnTo>
                    <a:pt x="1432" y="15708"/>
                  </a:lnTo>
                  <a:lnTo>
                    <a:pt x="1444" y="15759"/>
                  </a:lnTo>
                  <a:lnTo>
                    <a:pt x="1457" y="15887"/>
                  </a:lnTo>
                  <a:lnTo>
                    <a:pt x="1470" y="15963"/>
                  </a:lnTo>
                  <a:lnTo>
                    <a:pt x="1495" y="16027"/>
                  </a:lnTo>
                  <a:lnTo>
                    <a:pt x="1534" y="16078"/>
                  </a:lnTo>
                  <a:lnTo>
                    <a:pt x="1598" y="16117"/>
                  </a:lnTo>
                  <a:lnTo>
                    <a:pt x="1687" y="16155"/>
                  </a:lnTo>
                  <a:lnTo>
                    <a:pt x="1764" y="16219"/>
                  </a:lnTo>
                  <a:lnTo>
                    <a:pt x="1815" y="16283"/>
                  </a:lnTo>
                  <a:lnTo>
                    <a:pt x="1853" y="16359"/>
                  </a:lnTo>
                  <a:lnTo>
                    <a:pt x="1879" y="16436"/>
                  </a:lnTo>
                  <a:lnTo>
                    <a:pt x="1904" y="16526"/>
                  </a:lnTo>
                  <a:lnTo>
                    <a:pt x="1917" y="16692"/>
                  </a:lnTo>
                  <a:lnTo>
                    <a:pt x="1943" y="16871"/>
                  </a:lnTo>
                  <a:lnTo>
                    <a:pt x="1994" y="17050"/>
                  </a:lnTo>
                  <a:lnTo>
                    <a:pt x="2045" y="17216"/>
                  </a:lnTo>
                  <a:lnTo>
                    <a:pt x="2109" y="17369"/>
                  </a:lnTo>
                  <a:lnTo>
                    <a:pt x="2198" y="17535"/>
                  </a:lnTo>
                  <a:lnTo>
                    <a:pt x="2288" y="17689"/>
                  </a:lnTo>
                  <a:lnTo>
                    <a:pt x="2390" y="17829"/>
                  </a:lnTo>
                  <a:lnTo>
                    <a:pt x="2492" y="17983"/>
                  </a:lnTo>
                  <a:lnTo>
                    <a:pt x="2659" y="18200"/>
                  </a:lnTo>
                  <a:lnTo>
                    <a:pt x="2722" y="18302"/>
                  </a:lnTo>
                  <a:lnTo>
                    <a:pt x="2786" y="18417"/>
                  </a:lnTo>
                  <a:lnTo>
                    <a:pt x="2837" y="18545"/>
                  </a:lnTo>
                  <a:lnTo>
                    <a:pt x="2863" y="18673"/>
                  </a:lnTo>
                  <a:lnTo>
                    <a:pt x="2876" y="18801"/>
                  </a:lnTo>
                  <a:lnTo>
                    <a:pt x="2863" y="18928"/>
                  </a:lnTo>
                  <a:lnTo>
                    <a:pt x="2837" y="19133"/>
                  </a:lnTo>
                  <a:lnTo>
                    <a:pt x="2837" y="19337"/>
                  </a:lnTo>
                  <a:lnTo>
                    <a:pt x="2850" y="19529"/>
                  </a:lnTo>
                  <a:lnTo>
                    <a:pt x="2863" y="19734"/>
                  </a:lnTo>
                  <a:lnTo>
                    <a:pt x="2876" y="19887"/>
                  </a:lnTo>
                  <a:lnTo>
                    <a:pt x="2863" y="19951"/>
                  </a:lnTo>
                  <a:lnTo>
                    <a:pt x="2850" y="20015"/>
                  </a:lnTo>
                  <a:lnTo>
                    <a:pt x="2812" y="20066"/>
                  </a:lnTo>
                  <a:lnTo>
                    <a:pt x="2748" y="20104"/>
                  </a:lnTo>
                  <a:lnTo>
                    <a:pt x="2659" y="20117"/>
                  </a:lnTo>
                  <a:lnTo>
                    <a:pt x="2556" y="20104"/>
                  </a:lnTo>
                  <a:lnTo>
                    <a:pt x="2518" y="20104"/>
                  </a:lnTo>
                  <a:lnTo>
                    <a:pt x="2480" y="20117"/>
                  </a:lnTo>
                  <a:lnTo>
                    <a:pt x="2467" y="20130"/>
                  </a:lnTo>
                  <a:lnTo>
                    <a:pt x="2454" y="20143"/>
                  </a:lnTo>
                  <a:lnTo>
                    <a:pt x="2441" y="20194"/>
                  </a:lnTo>
                  <a:lnTo>
                    <a:pt x="2454" y="20232"/>
                  </a:lnTo>
                  <a:lnTo>
                    <a:pt x="2492" y="20321"/>
                  </a:lnTo>
                  <a:lnTo>
                    <a:pt x="2505" y="20411"/>
                  </a:lnTo>
                  <a:lnTo>
                    <a:pt x="2518" y="20513"/>
                  </a:lnTo>
                  <a:lnTo>
                    <a:pt x="2543" y="20615"/>
                  </a:lnTo>
                  <a:lnTo>
                    <a:pt x="2582" y="20705"/>
                  </a:lnTo>
                  <a:lnTo>
                    <a:pt x="2607" y="20730"/>
                  </a:lnTo>
                  <a:lnTo>
                    <a:pt x="2646" y="20769"/>
                  </a:lnTo>
                  <a:lnTo>
                    <a:pt x="2697" y="20794"/>
                  </a:lnTo>
                  <a:lnTo>
                    <a:pt x="2761" y="20807"/>
                  </a:lnTo>
                  <a:lnTo>
                    <a:pt x="2914" y="20807"/>
                  </a:lnTo>
                  <a:lnTo>
                    <a:pt x="2978" y="20820"/>
                  </a:lnTo>
                  <a:lnTo>
                    <a:pt x="3042" y="20845"/>
                  </a:lnTo>
                  <a:lnTo>
                    <a:pt x="3106" y="20884"/>
                  </a:lnTo>
                  <a:lnTo>
                    <a:pt x="3157" y="20935"/>
                  </a:lnTo>
                  <a:lnTo>
                    <a:pt x="3246" y="21024"/>
                  </a:lnTo>
                  <a:lnTo>
                    <a:pt x="3349" y="21101"/>
                  </a:lnTo>
                  <a:lnTo>
                    <a:pt x="3451" y="21165"/>
                  </a:lnTo>
                  <a:lnTo>
                    <a:pt x="3553" y="21203"/>
                  </a:lnTo>
                  <a:lnTo>
                    <a:pt x="3668" y="21229"/>
                  </a:lnTo>
                  <a:lnTo>
                    <a:pt x="3770" y="21242"/>
                  </a:lnTo>
                  <a:lnTo>
                    <a:pt x="3885" y="21254"/>
                  </a:lnTo>
                  <a:lnTo>
                    <a:pt x="4000" y="21242"/>
                  </a:lnTo>
                  <a:lnTo>
                    <a:pt x="4218" y="21229"/>
                  </a:lnTo>
                  <a:lnTo>
                    <a:pt x="4448" y="21203"/>
                  </a:lnTo>
                  <a:lnTo>
                    <a:pt x="4678" y="21191"/>
                  </a:lnTo>
                  <a:lnTo>
                    <a:pt x="4780" y="21191"/>
                  </a:lnTo>
                  <a:lnTo>
                    <a:pt x="4895" y="21203"/>
                  </a:lnTo>
                  <a:lnTo>
                    <a:pt x="4933" y="21203"/>
                  </a:lnTo>
                  <a:lnTo>
                    <a:pt x="4985" y="21191"/>
                  </a:lnTo>
                  <a:lnTo>
                    <a:pt x="5074" y="21139"/>
                  </a:lnTo>
                  <a:lnTo>
                    <a:pt x="5151" y="21076"/>
                  </a:lnTo>
                  <a:lnTo>
                    <a:pt x="5189" y="21024"/>
                  </a:lnTo>
                  <a:lnTo>
                    <a:pt x="5215" y="20986"/>
                  </a:lnTo>
                  <a:lnTo>
                    <a:pt x="5253" y="20909"/>
                  </a:lnTo>
                  <a:lnTo>
                    <a:pt x="5304" y="20833"/>
                  </a:lnTo>
                  <a:lnTo>
                    <a:pt x="5355" y="20769"/>
                  </a:lnTo>
                  <a:lnTo>
                    <a:pt x="5419" y="20718"/>
                  </a:lnTo>
                  <a:lnTo>
                    <a:pt x="5573" y="20615"/>
                  </a:lnTo>
                  <a:lnTo>
                    <a:pt x="5726" y="20526"/>
                  </a:lnTo>
                  <a:lnTo>
                    <a:pt x="5866" y="20436"/>
                  </a:lnTo>
                  <a:lnTo>
                    <a:pt x="6007" y="20334"/>
                  </a:lnTo>
                  <a:lnTo>
                    <a:pt x="6071" y="20270"/>
                  </a:lnTo>
                  <a:lnTo>
                    <a:pt x="6122" y="20206"/>
                  </a:lnTo>
                  <a:lnTo>
                    <a:pt x="6160" y="20130"/>
                  </a:lnTo>
                  <a:lnTo>
                    <a:pt x="6199" y="20040"/>
                  </a:lnTo>
                  <a:lnTo>
                    <a:pt x="6212" y="20015"/>
                  </a:lnTo>
                  <a:lnTo>
                    <a:pt x="6263" y="19989"/>
                  </a:lnTo>
                  <a:lnTo>
                    <a:pt x="6327" y="19976"/>
                  </a:lnTo>
                  <a:lnTo>
                    <a:pt x="6544" y="19976"/>
                  </a:lnTo>
                  <a:lnTo>
                    <a:pt x="6723" y="19964"/>
                  </a:lnTo>
                  <a:lnTo>
                    <a:pt x="6889" y="19925"/>
                  </a:lnTo>
                  <a:lnTo>
                    <a:pt x="7055" y="19874"/>
                  </a:lnTo>
                  <a:lnTo>
                    <a:pt x="7221" y="19836"/>
                  </a:lnTo>
                  <a:lnTo>
                    <a:pt x="7387" y="19797"/>
                  </a:lnTo>
                  <a:lnTo>
                    <a:pt x="7554" y="19797"/>
                  </a:lnTo>
                  <a:lnTo>
                    <a:pt x="7643" y="19810"/>
                  </a:lnTo>
                  <a:lnTo>
                    <a:pt x="7720" y="19823"/>
                  </a:lnTo>
                  <a:lnTo>
                    <a:pt x="7847" y="19849"/>
                  </a:lnTo>
                  <a:lnTo>
                    <a:pt x="7962" y="19861"/>
                  </a:lnTo>
                  <a:lnTo>
                    <a:pt x="8065" y="19849"/>
                  </a:lnTo>
                  <a:lnTo>
                    <a:pt x="8167" y="19836"/>
                  </a:lnTo>
                  <a:lnTo>
                    <a:pt x="8359" y="19785"/>
                  </a:lnTo>
                  <a:lnTo>
                    <a:pt x="8563" y="19721"/>
                  </a:lnTo>
                  <a:lnTo>
                    <a:pt x="8602" y="19721"/>
                  </a:lnTo>
                  <a:lnTo>
                    <a:pt x="8640" y="19734"/>
                  </a:lnTo>
                  <a:lnTo>
                    <a:pt x="8780" y="19746"/>
                  </a:lnTo>
                  <a:lnTo>
                    <a:pt x="8895" y="19759"/>
                  </a:lnTo>
                  <a:lnTo>
                    <a:pt x="8998" y="19734"/>
                  </a:lnTo>
                  <a:lnTo>
                    <a:pt x="9074" y="19708"/>
                  </a:lnTo>
                  <a:lnTo>
                    <a:pt x="9138" y="19644"/>
                  </a:lnTo>
                  <a:lnTo>
                    <a:pt x="9202" y="19567"/>
                  </a:lnTo>
                  <a:lnTo>
                    <a:pt x="9253" y="19465"/>
                  </a:lnTo>
                  <a:lnTo>
                    <a:pt x="9304" y="19337"/>
                  </a:lnTo>
                  <a:lnTo>
                    <a:pt x="9356" y="19158"/>
                  </a:lnTo>
                  <a:lnTo>
                    <a:pt x="9381" y="19069"/>
                  </a:lnTo>
                  <a:lnTo>
                    <a:pt x="9407" y="18992"/>
                  </a:lnTo>
                  <a:lnTo>
                    <a:pt x="9458" y="18916"/>
                  </a:lnTo>
                  <a:lnTo>
                    <a:pt x="9522" y="18852"/>
                  </a:lnTo>
                  <a:lnTo>
                    <a:pt x="9598" y="18801"/>
                  </a:lnTo>
                  <a:lnTo>
                    <a:pt x="9713" y="18762"/>
                  </a:lnTo>
                  <a:lnTo>
                    <a:pt x="9803" y="18737"/>
                  </a:lnTo>
                  <a:lnTo>
                    <a:pt x="9892" y="18711"/>
                  </a:lnTo>
                  <a:lnTo>
                    <a:pt x="10059" y="18634"/>
                  </a:lnTo>
                  <a:lnTo>
                    <a:pt x="10225" y="18532"/>
                  </a:lnTo>
                  <a:lnTo>
                    <a:pt x="10378" y="18417"/>
                  </a:lnTo>
                  <a:lnTo>
                    <a:pt x="10621" y="18251"/>
                  </a:lnTo>
                  <a:lnTo>
                    <a:pt x="10736" y="18187"/>
                  </a:lnTo>
                  <a:lnTo>
                    <a:pt x="10864" y="18123"/>
                  </a:lnTo>
                  <a:lnTo>
                    <a:pt x="10992" y="18085"/>
                  </a:lnTo>
                  <a:lnTo>
                    <a:pt x="11132" y="18059"/>
                  </a:lnTo>
                  <a:lnTo>
                    <a:pt x="11285" y="18059"/>
                  </a:lnTo>
                  <a:lnTo>
                    <a:pt x="11452" y="18085"/>
                  </a:lnTo>
                  <a:lnTo>
                    <a:pt x="11516" y="18098"/>
                  </a:lnTo>
                  <a:lnTo>
                    <a:pt x="11579" y="18098"/>
                  </a:lnTo>
                  <a:lnTo>
                    <a:pt x="11707" y="18085"/>
                  </a:lnTo>
                  <a:lnTo>
                    <a:pt x="11848" y="18059"/>
                  </a:lnTo>
                  <a:lnTo>
                    <a:pt x="11976" y="18021"/>
                  </a:lnTo>
                  <a:lnTo>
                    <a:pt x="12295" y="17931"/>
                  </a:lnTo>
                  <a:lnTo>
                    <a:pt x="12615" y="17804"/>
                  </a:lnTo>
                  <a:lnTo>
                    <a:pt x="12921" y="17689"/>
                  </a:lnTo>
                  <a:lnTo>
                    <a:pt x="13241" y="17561"/>
                  </a:lnTo>
                  <a:lnTo>
                    <a:pt x="13560" y="17459"/>
                  </a:lnTo>
                  <a:lnTo>
                    <a:pt x="13727" y="17420"/>
                  </a:lnTo>
                  <a:lnTo>
                    <a:pt x="13893" y="17395"/>
                  </a:lnTo>
                  <a:lnTo>
                    <a:pt x="14059" y="17369"/>
                  </a:lnTo>
                  <a:lnTo>
                    <a:pt x="14225" y="17356"/>
                  </a:lnTo>
                  <a:lnTo>
                    <a:pt x="14404" y="17369"/>
                  </a:lnTo>
                  <a:lnTo>
                    <a:pt x="14583" y="17382"/>
                  </a:lnTo>
                  <a:lnTo>
                    <a:pt x="14621" y="17369"/>
                  </a:lnTo>
                  <a:lnTo>
                    <a:pt x="14660" y="17356"/>
                  </a:lnTo>
                  <a:lnTo>
                    <a:pt x="14698" y="17305"/>
                  </a:lnTo>
                  <a:lnTo>
                    <a:pt x="14749" y="17267"/>
                  </a:lnTo>
                  <a:lnTo>
                    <a:pt x="14787" y="17229"/>
                  </a:lnTo>
                  <a:lnTo>
                    <a:pt x="14838" y="17216"/>
                  </a:lnTo>
                  <a:lnTo>
                    <a:pt x="14877" y="17203"/>
                  </a:lnTo>
                  <a:lnTo>
                    <a:pt x="14928" y="17190"/>
                  </a:lnTo>
                  <a:lnTo>
                    <a:pt x="15017" y="17203"/>
                  </a:lnTo>
                  <a:lnTo>
                    <a:pt x="15094" y="17241"/>
                  </a:lnTo>
                  <a:lnTo>
                    <a:pt x="15171" y="17280"/>
                  </a:lnTo>
                  <a:lnTo>
                    <a:pt x="15247" y="17331"/>
                  </a:lnTo>
                  <a:lnTo>
                    <a:pt x="15299" y="17395"/>
                  </a:lnTo>
                  <a:lnTo>
                    <a:pt x="15363" y="17459"/>
                  </a:lnTo>
                  <a:lnTo>
                    <a:pt x="15439" y="17510"/>
                  </a:lnTo>
                  <a:lnTo>
                    <a:pt x="15567" y="17586"/>
                  </a:lnTo>
                  <a:lnTo>
                    <a:pt x="15720" y="17638"/>
                  </a:lnTo>
                  <a:lnTo>
                    <a:pt x="15874" y="17676"/>
                  </a:lnTo>
                  <a:lnTo>
                    <a:pt x="16027" y="17689"/>
                  </a:lnTo>
                  <a:lnTo>
                    <a:pt x="16180" y="17714"/>
                  </a:lnTo>
                  <a:lnTo>
                    <a:pt x="16462" y="17740"/>
                  </a:lnTo>
                  <a:lnTo>
                    <a:pt x="16628" y="17765"/>
                  </a:lnTo>
                  <a:lnTo>
                    <a:pt x="16768" y="17804"/>
                  </a:lnTo>
                  <a:lnTo>
                    <a:pt x="16883" y="17855"/>
                  </a:lnTo>
                  <a:lnTo>
                    <a:pt x="16973" y="17931"/>
                  </a:lnTo>
                  <a:lnTo>
                    <a:pt x="17037" y="18008"/>
                  </a:lnTo>
                  <a:lnTo>
                    <a:pt x="17088" y="18110"/>
                  </a:lnTo>
                  <a:lnTo>
                    <a:pt x="17126" y="18225"/>
                  </a:lnTo>
                  <a:lnTo>
                    <a:pt x="17152" y="18366"/>
                  </a:lnTo>
                  <a:lnTo>
                    <a:pt x="17165" y="18417"/>
                  </a:lnTo>
                  <a:lnTo>
                    <a:pt x="17203" y="18468"/>
                  </a:lnTo>
                  <a:lnTo>
                    <a:pt x="17254" y="18519"/>
                  </a:lnTo>
                  <a:lnTo>
                    <a:pt x="17318" y="18558"/>
                  </a:lnTo>
                  <a:lnTo>
                    <a:pt x="17497" y="18673"/>
                  </a:lnTo>
                  <a:lnTo>
                    <a:pt x="17650" y="18775"/>
                  </a:lnTo>
                  <a:lnTo>
                    <a:pt x="17778" y="18903"/>
                  </a:lnTo>
                  <a:lnTo>
                    <a:pt x="17893" y="19043"/>
                  </a:lnTo>
                  <a:lnTo>
                    <a:pt x="17970" y="19197"/>
                  </a:lnTo>
                  <a:lnTo>
                    <a:pt x="18008" y="19273"/>
                  </a:lnTo>
                  <a:lnTo>
                    <a:pt x="18034" y="19363"/>
                  </a:lnTo>
                  <a:lnTo>
                    <a:pt x="18059" y="19452"/>
                  </a:lnTo>
                  <a:lnTo>
                    <a:pt x="18072" y="19555"/>
                  </a:lnTo>
                  <a:lnTo>
                    <a:pt x="18072" y="19644"/>
                  </a:lnTo>
                  <a:lnTo>
                    <a:pt x="18072" y="19746"/>
                  </a:lnTo>
                  <a:lnTo>
                    <a:pt x="18072" y="19810"/>
                  </a:lnTo>
                  <a:lnTo>
                    <a:pt x="18085" y="19861"/>
                  </a:lnTo>
                  <a:lnTo>
                    <a:pt x="18110" y="19912"/>
                  </a:lnTo>
                  <a:lnTo>
                    <a:pt x="18149" y="19964"/>
                  </a:lnTo>
                  <a:lnTo>
                    <a:pt x="18200" y="20015"/>
                  </a:lnTo>
                  <a:lnTo>
                    <a:pt x="18251" y="20040"/>
                  </a:lnTo>
                  <a:lnTo>
                    <a:pt x="18315" y="20066"/>
                  </a:lnTo>
                  <a:lnTo>
                    <a:pt x="18404" y="20079"/>
                  </a:lnTo>
                  <a:lnTo>
                    <a:pt x="18468" y="20079"/>
                  </a:lnTo>
                  <a:lnTo>
                    <a:pt x="18519" y="20091"/>
                  </a:lnTo>
                  <a:lnTo>
                    <a:pt x="18558" y="20091"/>
                  </a:lnTo>
                  <a:lnTo>
                    <a:pt x="18570" y="20079"/>
                  </a:lnTo>
                  <a:lnTo>
                    <a:pt x="18596" y="20040"/>
                  </a:lnTo>
                  <a:lnTo>
                    <a:pt x="18609" y="19989"/>
                  </a:lnTo>
                  <a:lnTo>
                    <a:pt x="18634" y="19823"/>
                  </a:lnTo>
                  <a:lnTo>
                    <a:pt x="18685" y="19670"/>
                  </a:lnTo>
                  <a:lnTo>
                    <a:pt x="18749" y="19529"/>
                  </a:lnTo>
                  <a:lnTo>
                    <a:pt x="18839" y="19401"/>
                  </a:lnTo>
                  <a:lnTo>
                    <a:pt x="18941" y="19286"/>
                  </a:lnTo>
                  <a:lnTo>
                    <a:pt x="19069" y="19171"/>
                  </a:lnTo>
                  <a:lnTo>
                    <a:pt x="19209" y="19082"/>
                  </a:lnTo>
                  <a:lnTo>
                    <a:pt x="19376" y="19018"/>
                  </a:lnTo>
                  <a:lnTo>
                    <a:pt x="19427" y="18979"/>
                  </a:lnTo>
                  <a:lnTo>
                    <a:pt x="19465" y="18954"/>
                  </a:lnTo>
                  <a:lnTo>
                    <a:pt x="19503" y="18903"/>
                  </a:lnTo>
                  <a:lnTo>
                    <a:pt x="19516" y="18852"/>
                  </a:lnTo>
                  <a:lnTo>
                    <a:pt x="19555" y="18762"/>
                  </a:lnTo>
                  <a:lnTo>
                    <a:pt x="19593" y="18673"/>
                  </a:lnTo>
                  <a:lnTo>
                    <a:pt x="19644" y="18583"/>
                  </a:lnTo>
                  <a:lnTo>
                    <a:pt x="19695" y="18507"/>
                  </a:lnTo>
                  <a:lnTo>
                    <a:pt x="19772" y="18430"/>
                  </a:lnTo>
                  <a:lnTo>
                    <a:pt x="19849" y="18353"/>
                  </a:lnTo>
                  <a:lnTo>
                    <a:pt x="20015" y="18213"/>
                  </a:lnTo>
                  <a:lnTo>
                    <a:pt x="19989" y="18507"/>
                  </a:lnTo>
                  <a:lnTo>
                    <a:pt x="19938" y="18788"/>
                  </a:lnTo>
                  <a:lnTo>
                    <a:pt x="19874" y="19069"/>
                  </a:lnTo>
                  <a:lnTo>
                    <a:pt x="19785" y="19337"/>
                  </a:lnTo>
                  <a:lnTo>
                    <a:pt x="19682" y="19606"/>
                  </a:lnTo>
                  <a:lnTo>
                    <a:pt x="19555" y="19861"/>
                  </a:lnTo>
                  <a:lnTo>
                    <a:pt x="19427" y="20104"/>
                  </a:lnTo>
                  <a:lnTo>
                    <a:pt x="19273" y="20347"/>
                  </a:lnTo>
                  <a:lnTo>
                    <a:pt x="19414" y="20373"/>
                  </a:lnTo>
                  <a:lnTo>
                    <a:pt x="19529" y="20360"/>
                  </a:lnTo>
                  <a:lnTo>
                    <a:pt x="19618" y="20347"/>
                  </a:lnTo>
                  <a:lnTo>
                    <a:pt x="19708" y="20309"/>
                  </a:lnTo>
                  <a:lnTo>
                    <a:pt x="19772" y="20270"/>
                  </a:lnTo>
                  <a:lnTo>
                    <a:pt x="19823" y="20206"/>
                  </a:lnTo>
                  <a:lnTo>
                    <a:pt x="19874" y="20143"/>
                  </a:lnTo>
                  <a:lnTo>
                    <a:pt x="19900" y="20079"/>
                  </a:lnTo>
                  <a:lnTo>
                    <a:pt x="19951" y="19912"/>
                  </a:lnTo>
                  <a:lnTo>
                    <a:pt x="20002" y="19734"/>
                  </a:lnTo>
                  <a:lnTo>
                    <a:pt x="20053" y="19567"/>
                  </a:lnTo>
                  <a:lnTo>
                    <a:pt x="20079" y="19491"/>
                  </a:lnTo>
                  <a:lnTo>
                    <a:pt x="20130" y="19427"/>
                  </a:lnTo>
                  <a:lnTo>
                    <a:pt x="20219" y="19529"/>
                  </a:lnTo>
                  <a:lnTo>
                    <a:pt x="20283" y="19644"/>
                  </a:lnTo>
                  <a:lnTo>
                    <a:pt x="20347" y="19746"/>
                  </a:lnTo>
                  <a:lnTo>
                    <a:pt x="20385" y="19861"/>
                  </a:lnTo>
                  <a:lnTo>
                    <a:pt x="20411" y="19964"/>
                  </a:lnTo>
                  <a:lnTo>
                    <a:pt x="20436" y="20079"/>
                  </a:lnTo>
                  <a:lnTo>
                    <a:pt x="20436" y="20206"/>
                  </a:lnTo>
                  <a:lnTo>
                    <a:pt x="20424" y="20334"/>
                  </a:lnTo>
                  <a:lnTo>
                    <a:pt x="20424" y="20347"/>
                  </a:lnTo>
                  <a:lnTo>
                    <a:pt x="20424" y="20360"/>
                  </a:lnTo>
                  <a:lnTo>
                    <a:pt x="20411" y="20360"/>
                  </a:lnTo>
                  <a:lnTo>
                    <a:pt x="20411" y="20373"/>
                  </a:lnTo>
                  <a:lnTo>
                    <a:pt x="20411" y="20385"/>
                  </a:lnTo>
                  <a:lnTo>
                    <a:pt x="20398" y="20385"/>
                  </a:lnTo>
                  <a:lnTo>
                    <a:pt x="20398" y="20398"/>
                  </a:lnTo>
                  <a:lnTo>
                    <a:pt x="20373" y="20424"/>
                  </a:lnTo>
                  <a:lnTo>
                    <a:pt x="20321" y="20462"/>
                  </a:lnTo>
                  <a:lnTo>
                    <a:pt x="20270" y="20500"/>
                  </a:lnTo>
                  <a:lnTo>
                    <a:pt x="20219" y="20539"/>
                  </a:lnTo>
                  <a:lnTo>
                    <a:pt x="20194" y="20590"/>
                  </a:lnTo>
                  <a:lnTo>
                    <a:pt x="20194" y="20603"/>
                  </a:lnTo>
                  <a:lnTo>
                    <a:pt x="20194" y="20615"/>
                  </a:lnTo>
                  <a:lnTo>
                    <a:pt x="20194" y="20628"/>
                  </a:lnTo>
                  <a:lnTo>
                    <a:pt x="20206" y="20641"/>
                  </a:lnTo>
                  <a:lnTo>
                    <a:pt x="20206" y="20654"/>
                  </a:lnTo>
                  <a:lnTo>
                    <a:pt x="20219" y="20667"/>
                  </a:lnTo>
                  <a:lnTo>
                    <a:pt x="20219" y="20679"/>
                  </a:lnTo>
                  <a:lnTo>
                    <a:pt x="20232" y="20692"/>
                  </a:lnTo>
                  <a:lnTo>
                    <a:pt x="20245" y="20705"/>
                  </a:lnTo>
                  <a:lnTo>
                    <a:pt x="20245" y="20718"/>
                  </a:lnTo>
                  <a:lnTo>
                    <a:pt x="20424" y="20679"/>
                  </a:lnTo>
                  <a:lnTo>
                    <a:pt x="20615" y="20628"/>
                  </a:lnTo>
                  <a:lnTo>
                    <a:pt x="20986" y="20500"/>
                  </a:lnTo>
                  <a:lnTo>
                    <a:pt x="21127" y="20449"/>
                  </a:lnTo>
                  <a:lnTo>
                    <a:pt x="21012" y="20526"/>
                  </a:lnTo>
                  <a:lnTo>
                    <a:pt x="20935" y="20590"/>
                  </a:lnTo>
                  <a:lnTo>
                    <a:pt x="20922" y="20628"/>
                  </a:lnTo>
                  <a:lnTo>
                    <a:pt x="20909" y="20667"/>
                  </a:lnTo>
                  <a:lnTo>
                    <a:pt x="20909" y="20730"/>
                  </a:lnTo>
                  <a:lnTo>
                    <a:pt x="20935" y="20794"/>
                  </a:lnTo>
                  <a:lnTo>
                    <a:pt x="20986" y="20858"/>
                  </a:lnTo>
                  <a:lnTo>
                    <a:pt x="21114" y="20973"/>
                  </a:lnTo>
                  <a:lnTo>
                    <a:pt x="21203" y="21063"/>
                  </a:lnTo>
                  <a:lnTo>
                    <a:pt x="21280" y="21152"/>
                  </a:lnTo>
                  <a:lnTo>
                    <a:pt x="21331" y="21242"/>
                  </a:lnTo>
                  <a:lnTo>
                    <a:pt x="21369" y="21331"/>
                  </a:lnTo>
                  <a:lnTo>
                    <a:pt x="21395" y="21433"/>
                  </a:lnTo>
                  <a:lnTo>
                    <a:pt x="21408" y="21548"/>
                  </a:lnTo>
                  <a:lnTo>
                    <a:pt x="21395" y="21651"/>
                  </a:lnTo>
                  <a:lnTo>
                    <a:pt x="21369" y="21766"/>
                  </a:lnTo>
                  <a:lnTo>
                    <a:pt x="21357" y="21881"/>
                  </a:lnTo>
                  <a:lnTo>
                    <a:pt x="21357" y="21983"/>
                  </a:lnTo>
                  <a:lnTo>
                    <a:pt x="21382" y="22085"/>
                  </a:lnTo>
                  <a:lnTo>
                    <a:pt x="21433" y="22187"/>
                  </a:lnTo>
                  <a:lnTo>
                    <a:pt x="21484" y="22264"/>
                  </a:lnTo>
                  <a:lnTo>
                    <a:pt x="21536" y="22341"/>
                  </a:lnTo>
                  <a:lnTo>
                    <a:pt x="21676" y="22481"/>
                  </a:lnTo>
                  <a:lnTo>
                    <a:pt x="21817" y="22596"/>
                  </a:lnTo>
                  <a:lnTo>
                    <a:pt x="21983" y="22699"/>
                  </a:lnTo>
                  <a:lnTo>
                    <a:pt x="22302" y="22890"/>
                  </a:lnTo>
                  <a:lnTo>
                    <a:pt x="22469" y="23005"/>
                  </a:lnTo>
                  <a:lnTo>
                    <a:pt x="22609" y="23120"/>
                  </a:lnTo>
                  <a:lnTo>
                    <a:pt x="22647" y="23120"/>
                  </a:lnTo>
                  <a:lnTo>
                    <a:pt x="22711" y="23095"/>
                  </a:lnTo>
                  <a:lnTo>
                    <a:pt x="22929" y="23069"/>
                  </a:lnTo>
                  <a:lnTo>
                    <a:pt x="23146" y="23069"/>
                  </a:lnTo>
                  <a:lnTo>
                    <a:pt x="23248" y="23095"/>
                  </a:lnTo>
                  <a:lnTo>
                    <a:pt x="23350" y="23133"/>
                  </a:lnTo>
                  <a:lnTo>
                    <a:pt x="23453" y="23197"/>
                  </a:lnTo>
                  <a:lnTo>
                    <a:pt x="23542" y="23274"/>
                  </a:lnTo>
                  <a:lnTo>
                    <a:pt x="23632" y="23350"/>
                  </a:lnTo>
                  <a:lnTo>
                    <a:pt x="23721" y="23414"/>
                  </a:lnTo>
                  <a:lnTo>
                    <a:pt x="23811" y="23465"/>
                  </a:lnTo>
                  <a:lnTo>
                    <a:pt x="23900" y="23504"/>
                  </a:lnTo>
                  <a:lnTo>
                    <a:pt x="24002" y="23517"/>
                  </a:lnTo>
                  <a:lnTo>
                    <a:pt x="24092" y="23504"/>
                  </a:lnTo>
                  <a:lnTo>
                    <a:pt x="24194" y="23453"/>
                  </a:lnTo>
                  <a:lnTo>
                    <a:pt x="24283" y="23389"/>
                  </a:lnTo>
                  <a:lnTo>
                    <a:pt x="24360" y="23325"/>
                  </a:lnTo>
                  <a:lnTo>
                    <a:pt x="24437" y="23274"/>
                  </a:lnTo>
                  <a:lnTo>
                    <a:pt x="24603" y="23172"/>
                  </a:lnTo>
                  <a:lnTo>
                    <a:pt x="24692" y="23108"/>
                  </a:lnTo>
                  <a:lnTo>
                    <a:pt x="24756" y="23044"/>
                  </a:lnTo>
                  <a:lnTo>
                    <a:pt x="24820" y="22980"/>
                  </a:lnTo>
                  <a:lnTo>
                    <a:pt x="24871" y="22890"/>
                  </a:lnTo>
                  <a:lnTo>
                    <a:pt x="24897" y="22852"/>
                  </a:lnTo>
                  <a:lnTo>
                    <a:pt x="24948" y="22814"/>
                  </a:lnTo>
                  <a:lnTo>
                    <a:pt x="24986" y="22801"/>
                  </a:lnTo>
                  <a:lnTo>
                    <a:pt x="25025" y="22801"/>
                  </a:lnTo>
                  <a:lnTo>
                    <a:pt x="25063" y="22814"/>
                  </a:lnTo>
                  <a:lnTo>
                    <a:pt x="25101" y="22839"/>
                  </a:lnTo>
                  <a:lnTo>
                    <a:pt x="25140" y="22878"/>
                  </a:lnTo>
                  <a:lnTo>
                    <a:pt x="25152" y="22916"/>
                  </a:lnTo>
                  <a:lnTo>
                    <a:pt x="25152" y="22941"/>
                  </a:lnTo>
                  <a:lnTo>
                    <a:pt x="25140" y="22967"/>
                  </a:lnTo>
                  <a:lnTo>
                    <a:pt x="25101" y="23018"/>
                  </a:lnTo>
                  <a:lnTo>
                    <a:pt x="25050" y="23057"/>
                  </a:lnTo>
                  <a:lnTo>
                    <a:pt x="25012" y="23082"/>
                  </a:lnTo>
                  <a:lnTo>
                    <a:pt x="24961" y="23095"/>
                  </a:lnTo>
                  <a:lnTo>
                    <a:pt x="24948" y="23108"/>
                  </a:lnTo>
                  <a:lnTo>
                    <a:pt x="24935" y="23120"/>
                  </a:lnTo>
                  <a:lnTo>
                    <a:pt x="24935" y="23146"/>
                  </a:lnTo>
                  <a:lnTo>
                    <a:pt x="24935" y="23184"/>
                  </a:lnTo>
                  <a:lnTo>
                    <a:pt x="25025" y="23210"/>
                  </a:lnTo>
                  <a:lnTo>
                    <a:pt x="25089" y="23223"/>
                  </a:lnTo>
                  <a:lnTo>
                    <a:pt x="25152" y="23210"/>
                  </a:lnTo>
                  <a:lnTo>
                    <a:pt x="25204" y="23184"/>
                  </a:lnTo>
                  <a:lnTo>
                    <a:pt x="25255" y="23146"/>
                  </a:lnTo>
                  <a:lnTo>
                    <a:pt x="25306" y="23108"/>
                  </a:lnTo>
                  <a:lnTo>
                    <a:pt x="25383" y="23005"/>
                  </a:lnTo>
                  <a:lnTo>
                    <a:pt x="25421" y="23031"/>
                  </a:lnTo>
                  <a:lnTo>
                    <a:pt x="25446" y="23057"/>
                  </a:lnTo>
                  <a:lnTo>
                    <a:pt x="25459" y="23082"/>
                  </a:lnTo>
                  <a:lnTo>
                    <a:pt x="25472" y="23120"/>
                  </a:lnTo>
                  <a:lnTo>
                    <a:pt x="25459" y="23184"/>
                  </a:lnTo>
                  <a:lnTo>
                    <a:pt x="25446" y="23261"/>
                  </a:lnTo>
                  <a:lnTo>
                    <a:pt x="25446" y="23325"/>
                  </a:lnTo>
                  <a:lnTo>
                    <a:pt x="25459" y="23389"/>
                  </a:lnTo>
                  <a:lnTo>
                    <a:pt x="25472" y="23427"/>
                  </a:lnTo>
                  <a:lnTo>
                    <a:pt x="25498" y="23440"/>
                  </a:lnTo>
                  <a:lnTo>
                    <a:pt x="25536" y="23465"/>
                  </a:lnTo>
                  <a:lnTo>
                    <a:pt x="25587" y="23478"/>
                  </a:lnTo>
                  <a:lnTo>
                    <a:pt x="25651" y="23504"/>
                  </a:lnTo>
                  <a:lnTo>
                    <a:pt x="25702" y="23555"/>
                  </a:lnTo>
                  <a:lnTo>
                    <a:pt x="25766" y="23606"/>
                  </a:lnTo>
                  <a:lnTo>
                    <a:pt x="25817" y="23657"/>
                  </a:lnTo>
                  <a:lnTo>
                    <a:pt x="25881" y="23683"/>
                  </a:lnTo>
                  <a:lnTo>
                    <a:pt x="25907" y="23683"/>
                  </a:lnTo>
                  <a:lnTo>
                    <a:pt x="25932" y="23670"/>
                  </a:lnTo>
                  <a:lnTo>
                    <a:pt x="25970" y="23657"/>
                  </a:lnTo>
                  <a:lnTo>
                    <a:pt x="25996" y="23619"/>
                  </a:lnTo>
                  <a:lnTo>
                    <a:pt x="26034" y="23568"/>
                  </a:lnTo>
                  <a:lnTo>
                    <a:pt x="26073" y="23504"/>
                  </a:lnTo>
                  <a:lnTo>
                    <a:pt x="26137" y="23529"/>
                  </a:lnTo>
                  <a:lnTo>
                    <a:pt x="26303" y="23529"/>
                  </a:lnTo>
                  <a:lnTo>
                    <a:pt x="26392" y="23491"/>
                  </a:lnTo>
                  <a:lnTo>
                    <a:pt x="26469" y="23427"/>
                  </a:lnTo>
                  <a:lnTo>
                    <a:pt x="26622" y="23299"/>
                  </a:lnTo>
                  <a:lnTo>
                    <a:pt x="26699" y="23235"/>
                  </a:lnTo>
                  <a:lnTo>
                    <a:pt x="26788" y="23197"/>
                  </a:lnTo>
                  <a:lnTo>
                    <a:pt x="26852" y="23159"/>
                  </a:lnTo>
                  <a:lnTo>
                    <a:pt x="26903" y="23120"/>
                  </a:lnTo>
                  <a:lnTo>
                    <a:pt x="26980" y="23031"/>
                  </a:lnTo>
                  <a:lnTo>
                    <a:pt x="27018" y="22980"/>
                  </a:lnTo>
                  <a:lnTo>
                    <a:pt x="27057" y="22941"/>
                  </a:lnTo>
                  <a:lnTo>
                    <a:pt x="27108" y="22903"/>
                  </a:lnTo>
                  <a:lnTo>
                    <a:pt x="27159" y="22890"/>
                  </a:lnTo>
                  <a:lnTo>
                    <a:pt x="27402" y="22865"/>
                  </a:lnTo>
                  <a:lnTo>
                    <a:pt x="27645" y="22839"/>
                  </a:lnTo>
                  <a:lnTo>
                    <a:pt x="27900" y="22826"/>
                  </a:lnTo>
                  <a:lnTo>
                    <a:pt x="28028" y="22826"/>
                  </a:lnTo>
                  <a:lnTo>
                    <a:pt x="28156" y="22852"/>
                  </a:lnTo>
                  <a:lnTo>
                    <a:pt x="28297" y="22865"/>
                  </a:lnTo>
                  <a:lnTo>
                    <a:pt x="28412" y="22852"/>
                  </a:lnTo>
                  <a:lnTo>
                    <a:pt x="28514" y="22826"/>
                  </a:lnTo>
                  <a:lnTo>
                    <a:pt x="28603" y="22763"/>
                  </a:lnTo>
                  <a:lnTo>
                    <a:pt x="28667" y="22686"/>
                  </a:lnTo>
                  <a:lnTo>
                    <a:pt x="28718" y="22584"/>
                  </a:lnTo>
                  <a:lnTo>
                    <a:pt x="28744" y="22469"/>
                  </a:lnTo>
                  <a:lnTo>
                    <a:pt x="28769" y="22328"/>
                  </a:lnTo>
                  <a:lnTo>
                    <a:pt x="28795" y="22034"/>
                  </a:lnTo>
                  <a:lnTo>
                    <a:pt x="28833" y="21881"/>
                  </a:lnTo>
                  <a:lnTo>
                    <a:pt x="28859" y="21740"/>
                  </a:lnTo>
                  <a:lnTo>
                    <a:pt x="28897" y="21600"/>
                  </a:lnTo>
                  <a:lnTo>
                    <a:pt x="28948" y="21459"/>
                  </a:lnTo>
                  <a:lnTo>
                    <a:pt x="29012" y="21331"/>
                  </a:lnTo>
                  <a:lnTo>
                    <a:pt x="29089" y="21203"/>
                  </a:lnTo>
                  <a:lnTo>
                    <a:pt x="29255" y="20948"/>
                  </a:lnTo>
                  <a:lnTo>
                    <a:pt x="29396" y="20679"/>
                  </a:lnTo>
                  <a:lnTo>
                    <a:pt x="29677" y="20155"/>
                  </a:lnTo>
                  <a:lnTo>
                    <a:pt x="29830" y="19823"/>
                  </a:lnTo>
                  <a:lnTo>
                    <a:pt x="29984" y="19491"/>
                  </a:lnTo>
                  <a:lnTo>
                    <a:pt x="30073" y="19325"/>
                  </a:lnTo>
                  <a:lnTo>
                    <a:pt x="30175" y="19171"/>
                  </a:lnTo>
                  <a:lnTo>
                    <a:pt x="30278" y="19031"/>
                  </a:lnTo>
                  <a:lnTo>
                    <a:pt x="30418" y="18903"/>
                  </a:lnTo>
                  <a:lnTo>
                    <a:pt x="30635" y="18698"/>
                  </a:lnTo>
                  <a:lnTo>
                    <a:pt x="30840" y="18494"/>
                  </a:lnTo>
                  <a:lnTo>
                    <a:pt x="31032" y="18277"/>
                  </a:lnTo>
                  <a:lnTo>
                    <a:pt x="31185" y="18047"/>
                  </a:lnTo>
                  <a:lnTo>
                    <a:pt x="31326" y="17804"/>
                  </a:lnTo>
                  <a:lnTo>
                    <a:pt x="31389" y="17676"/>
                  </a:lnTo>
                  <a:lnTo>
                    <a:pt x="31441" y="17548"/>
                  </a:lnTo>
                  <a:lnTo>
                    <a:pt x="31479" y="17407"/>
                  </a:lnTo>
                  <a:lnTo>
                    <a:pt x="31517" y="17280"/>
                  </a:lnTo>
                  <a:lnTo>
                    <a:pt x="31543" y="17139"/>
                  </a:lnTo>
                  <a:lnTo>
                    <a:pt x="31568" y="16986"/>
                  </a:lnTo>
                  <a:lnTo>
                    <a:pt x="31581" y="16935"/>
                  </a:lnTo>
                  <a:lnTo>
                    <a:pt x="31607" y="16883"/>
                  </a:lnTo>
                  <a:lnTo>
                    <a:pt x="31671" y="16781"/>
                  </a:lnTo>
                  <a:lnTo>
                    <a:pt x="31773" y="16602"/>
                  </a:lnTo>
                  <a:lnTo>
                    <a:pt x="31850" y="16436"/>
                  </a:lnTo>
                  <a:lnTo>
                    <a:pt x="31875" y="16334"/>
                  </a:lnTo>
                  <a:lnTo>
                    <a:pt x="31888" y="16244"/>
                  </a:lnTo>
                  <a:lnTo>
                    <a:pt x="31901" y="16155"/>
                  </a:lnTo>
                  <a:lnTo>
                    <a:pt x="31888" y="16053"/>
                  </a:lnTo>
                  <a:lnTo>
                    <a:pt x="31888" y="15989"/>
                  </a:lnTo>
                  <a:lnTo>
                    <a:pt x="31901" y="15912"/>
                  </a:lnTo>
                  <a:lnTo>
                    <a:pt x="31913" y="15861"/>
                  </a:lnTo>
                  <a:lnTo>
                    <a:pt x="31965" y="15797"/>
                  </a:lnTo>
                  <a:lnTo>
                    <a:pt x="32067" y="15708"/>
                  </a:lnTo>
                  <a:lnTo>
                    <a:pt x="32131" y="15605"/>
                  </a:lnTo>
                  <a:lnTo>
                    <a:pt x="32169" y="15490"/>
                  </a:lnTo>
                  <a:lnTo>
                    <a:pt x="32195" y="15388"/>
                  </a:lnTo>
                  <a:lnTo>
                    <a:pt x="32195" y="15273"/>
                  </a:lnTo>
                  <a:lnTo>
                    <a:pt x="32169" y="15158"/>
                  </a:lnTo>
                  <a:lnTo>
                    <a:pt x="32118" y="14928"/>
                  </a:lnTo>
                  <a:lnTo>
                    <a:pt x="32028" y="14545"/>
                  </a:lnTo>
                  <a:lnTo>
                    <a:pt x="31990" y="14366"/>
                  </a:lnTo>
                  <a:lnTo>
                    <a:pt x="31952" y="14174"/>
                  </a:lnTo>
                  <a:lnTo>
                    <a:pt x="31926" y="13982"/>
                  </a:lnTo>
                  <a:lnTo>
                    <a:pt x="31926" y="13791"/>
                  </a:lnTo>
                  <a:lnTo>
                    <a:pt x="31926" y="13599"/>
                  </a:lnTo>
                  <a:lnTo>
                    <a:pt x="31952" y="13407"/>
                  </a:lnTo>
                  <a:lnTo>
                    <a:pt x="31990" y="13190"/>
                  </a:lnTo>
                  <a:lnTo>
                    <a:pt x="31990" y="13139"/>
                  </a:lnTo>
                  <a:lnTo>
                    <a:pt x="31990" y="13075"/>
                  </a:lnTo>
                  <a:lnTo>
                    <a:pt x="31977" y="13024"/>
                  </a:lnTo>
                  <a:lnTo>
                    <a:pt x="31952" y="12973"/>
                  </a:lnTo>
                  <a:lnTo>
                    <a:pt x="32028" y="12909"/>
                  </a:lnTo>
                  <a:lnTo>
                    <a:pt x="32092" y="12845"/>
                  </a:lnTo>
                  <a:lnTo>
                    <a:pt x="32131" y="12768"/>
                  </a:lnTo>
                  <a:lnTo>
                    <a:pt x="32156" y="12691"/>
                  </a:lnTo>
                  <a:lnTo>
                    <a:pt x="32207" y="12513"/>
                  </a:lnTo>
                  <a:lnTo>
                    <a:pt x="32246" y="12436"/>
                  </a:lnTo>
                  <a:lnTo>
                    <a:pt x="32284" y="12372"/>
                  </a:lnTo>
                  <a:lnTo>
                    <a:pt x="32284" y="12346"/>
                  </a:lnTo>
                  <a:lnTo>
                    <a:pt x="32259" y="12308"/>
                  </a:lnTo>
                  <a:lnTo>
                    <a:pt x="32195" y="12219"/>
                  </a:lnTo>
                  <a:lnTo>
                    <a:pt x="32169" y="12193"/>
                  </a:lnTo>
                  <a:lnTo>
                    <a:pt x="32144" y="12193"/>
                  </a:lnTo>
                  <a:lnTo>
                    <a:pt x="32144" y="12219"/>
                  </a:lnTo>
                  <a:lnTo>
                    <a:pt x="32131" y="12244"/>
                  </a:lnTo>
                  <a:lnTo>
                    <a:pt x="32118" y="12295"/>
                  </a:lnTo>
                  <a:lnTo>
                    <a:pt x="32080" y="12346"/>
                  </a:lnTo>
                  <a:lnTo>
                    <a:pt x="32003" y="12449"/>
                  </a:lnTo>
                  <a:lnTo>
                    <a:pt x="31977" y="12500"/>
                  </a:lnTo>
                  <a:lnTo>
                    <a:pt x="31952" y="12551"/>
                  </a:lnTo>
                  <a:lnTo>
                    <a:pt x="31939" y="12615"/>
                  </a:lnTo>
                  <a:lnTo>
                    <a:pt x="31965" y="12691"/>
                  </a:lnTo>
                  <a:lnTo>
                    <a:pt x="31965" y="12691"/>
                  </a:lnTo>
                  <a:lnTo>
                    <a:pt x="31850" y="12564"/>
                  </a:lnTo>
                  <a:lnTo>
                    <a:pt x="31747" y="12449"/>
                  </a:lnTo>
                  <a:lnTo>
                    <a:pt x="31658" y="12321"/>
                  </a:lnTo>
                  <a:lnTo>
                    <a:pt x="31581" y="12180"/>
                  </a:lnTo>
                  <a:lnTo>
                    <a:pt x="31479" y="11989"/>
                  </a:lnTo>
                  <a:lnTo>
                    <a:pt x="31364" y="11810"/>
                  </a:lnTo>
                  <a:lnTo>
                    <a:pt x="31236" y="11631"/>
                  </a:lnTo>
                  <a:lnTo>
                    <a:pt x="31172" y="11554"/>
                  </a:lnTo>
                  <a:lnTo>
                    <a:pt x="31096" y="11490"/>
                  </a:lnTo>
                  <a:lnTo>
                    <a:pt x="31019" y="11439"/>
                  </a:lnTo>
                  <a:lnTo>
                    <a:pt x="30942" y="11413"/>
                  </a:lnTo>
                  <a:lnTo>
                    <a:pt x="30853" y="11375"/>
                  </a:lnTo>
                  <a:lnTo>
                    <a:pt x="30789" y="11337"/>
                  </a:lnTo>
                  <a:lnTo>
                    <a:pt x="30725" y="11286"/>
                  </a:lnTo>
                  <a:lnTo>
                    <a:pt x="30699" y="11260"/>
                  </a:lnTo>
                  <a:lnTo>
                    <a:pt x="30687" y="11222"/>
                  </a:lnTo>
                  <a:lnTo>
                    <a:pt x="30674" y="11183"/>
                  </a:lnTo>
                  <a:lnTo>
                    <a:pt x="30674" y="11132"/>
                  </a:lnTo>
                  <a:lnTo>
                    <a:pt x="30687" y="11081"/>
                  </a:lnTo>
                  <a:lnTo>
                    <a:pt x="30712" y="11017"/>
                  </a:lnTo>
                  <a:lnTo>
                    <a:pt x="30699" y="10992"/>
                  </a:lnTo>
                  <a:lnTo>
                    <a:pt x="30661" y="10966"/>
                  </a:lnTo>
                  <a:lnTo>
                    <a:pt x="30635" y="10928"/>
                  </a:lnTo>
                  <a:lnTo>
                    <a:pt x="30610" y="10928"/>
                  </a:lnTo>
                  <a:lnTo>
                    <a:pt x="30495" y="10953"/>
                  </a:lnTo>
                  <a:lnTo>
                    <a:pt x="30431" y="10966"/>
                  </a:lnTo>
                  <a:lnTo>
                    <a:pt x="30393" y="10941"/>
                  </a:lnTo>
                  <a:lnTo>
                    <a:pt x="30367" y="10902"/>
                  </a:lnTo>
                  <a:lnTo>
                    <a:pt x="30367" y="10864"/>
                  </a:lnTo>
                  <a:lnTo>
                    <a:pt x="30367" y="10800"/>
                  </a:lnTo>
                  <a:lnTo>
                    <a:pt x="30405" y="10698"/>
                  </a:lnTo>
                  <a:lnTo>
                    <a:pt x="30418" y="10621"/>
                  </a:lnTo>
                  <a:lnTo>
                    <a:pt x="30431" y="10544"/>
                  </a:lnTo>
                  <a:lnTo>
                    <a:pt x="30431" y="10468"/>
                  </a:lnTo>
                  <a:lnTo>
                    <a:pt x="30418" y="10404"/>
                  </a:lnTo>
                  <a:lnTo>
                    <a:pt x="30393" y="10353"/>
                  </a:lnTo>
                  <a:lnTo>
                    <a:pt x="30354" y="10301"/>
                  </a:lnTo>
                  <a:lnTo>
                    <a:pt x="30278" y="10199"/>
                  </a:lnTo>
                  <a:lnTo>
                    <a:pt x="30175" y="10110"/>
                  </a:lnTo>
                  <a:lnTo>
                    <a:pt x="30073" y="10020"/>
                  </a:lnTo>
                  <a:lnTo>
                    <a:pt x="29971" y="9931"/>
                  </a:lnTo>
                  <a:lnTo>
                    <a:pt x="29894" y="9841"/>
                  </a:lnTo>
                  <a:lnTo>
                    <a:pt x="29856" y="9816"/>
                  </a:lnTo>
                  <a:lnTo>
                    <a:pt x="29817" y="9803"/>
                  </a:lnTo>
                  <a:lnTo>
                    <a:pt x="29792" y="9816"/>
                  </a:lnTo>
                  <a:lnTo>
                    <a:pt x="29779" y="9829"/>
                  </a:lnTo>
                  <a:lnTo>
                    <a:pt x="29754" y="9854"/>
                  </a:lnTo>
                  <a:lnTo>
                    <a:pt x="29741" y="9880"/>
                  </a:lnTo>
                  <a:lnTo>
                    <a:pt x="29754" y="9931"/>
                  </a:lnTo>
                  <a:lnTo>
                    <a:pt x="29754" y="9969"/>
                  </a:lnTo>
                  <a:lnTo>
                    <a:pt x="29754" y="9995"/>
                  </a:lnTo>
                  <a:lnTo>
                    <a:pt x="29741" y="10008"/>
                  </a:lnTo>
                  <a:lnTo>
                    <a:pt x="29651" y="10008"/>
                  </a:lnTo>
                  <a:lnTo>
                    <a:pt x="29587" y="9982"/>
                  </a:lnTo>
                  <a:lnTo>
                    <a:pt x="29536" y="9956"/>
                  </a:lnTo>
                  <a:lnTo>
                    <a:pt x="29498" y="9905"/>
                  </a:lnTo>
                  <a:lnTo>
                    <a:pt x="29485" y="9854"/>
                  </a:lnTo>
                  <a:lnTo>
                    <a:pt x="29472" y="9726"/>
                  </a:lnTo>
                  <a:lnTo>
                    <a:pt x="29447" y="9611"/>
                  </a:lnTo>
                  <a:lnTo>
                    <a:pt x="29396" y="9381"/>
                  </a:lnTo>
                  <a:lnTo>
                    <a:pt x="29370" y="9164"/>
                  </a:lnTo>
                  <a:lnTo>
                    <a:pt x="29345" y="9049"/>
                  </a:lnTo>
                  <a:lnTo>
                    <a:pt x="29319" y="8947"/>
                  </a:lnTo>
                  <a:lnTo>
                    <a:pt x="29281" y="8845"/>
                  </a:lnTo>
                  <a:lnTo>
                    <a:pt x="29255" y="8806"/>
                  </a:lnTo>
                  <a:lnTo>
                    <a:pt x="29217" y="8755"/>
                  </a:lnTo>
                  <a:lnTo>
                    <a:pt x="29166" y="8717"/>
                  </a:lnTo>
                  <a:lnTo>
                    <a:pt x="29114" y="8691"/>
                  </a:lnTo>
                  <a:lnTo>
                    <a:pt x="29051" y="8653"/>
                  </a:lnTo>
                  <a:lnTo>
                    <a:pt x="28974" y="8627"/>
                  </a:lnTo>
                  <a:lnTo>
                    <a:pt x="28936" y="8614"/>
                  </a:lnTo>
                  <a:lnTo>
                    <a:pt x="28910" y="8576"/>
                  </a:lnTo>
                  <a:lnTo>
                    <a:pt x="28872" y="8538"/>
                  </a:lnTo>
                  <a:lnTo>
                    <a:pt x="28859" y="8487"/>
                  </a:lnTo>
                  <a:lnTo>
                    <a:pt x="28846" y="8436"/>
                  </a:lnTo>
                  <a:lnTo>
                    <a:pt x="28846" y="8384"/>
                  </a:lnTo>
                  <a:lnTo>
                    <a:pt x="28859" y="8346"/>
                  </a:lnTo>
                  <a:lnTo>
                    <a:pt x="28884" y="8320"/>
                  </a:lnTo>
                  <a:lnTo>
                    <a:pt x="28974" y="8231"/>
                  </a:lnTo>
                  <a:lnTo>
                    <a:pt x="28999" y="8193"/>
                  </a:lnTo>
                  <a:lnTo>
                    <a:pt x="29012" y="8167"/>
                  </a:lnTo>
                  <a:lnTo>
                    <a:pt x="29012" y="8142"/>
                  </a:lnTo>
                  <a:lnTo>
                    <a:pt x="28999" y="8116"/>
                  </a:lnTo>
                  <a:lnTo>
                    <a:pt x="28961" y="8078"/>
                  </a:lnTo>
                  <a:lnTo>
                    <a:pt x="28846" y="8001"/>
                  </a:lnTo>
                  <a:lnTo>
                    <a:pt x="28795" y="7975"/>
                  </a:lnTo>
                  <a:lnTo>
                    <a:pt x="28782" y="7950"/>
                  </a:lnTo>
                  <a:lnTo>
                    <a:pt x="28769" y="7924"/>
                  </a:lnTo>
                  <a:lnTo>
                    <a:pt x="28718" y="7963"/>
                  </a:lnTo>
                  <a:lnTo>
                    <a:pt x="28667" y="7975"/>
                  </a:lnTo>
                  <a:lnTo>
                    <a:pt x="28642" y="7963"/>
                  </a:lnTo>
                  <a:lnTo>
                    <a:pt x="28616" y="7950"/>
                  </a:lnTo>
                  <a:lnTo>
                    <a:pt x="28552" y="7886"/>
                  </a:lnTo>
                  <a:lnTo>
                    <a:pt x="28527" y="7860"/>
                  </a:lnTo>
                  <a:lnTo>
                    <a:pt x="28501" y="7835"/>
                  </a:lnTo>
                  <a:lnTo>
                    <a:pt x="28335" y="7758"/>
                  </a:lnTo>
                  <a:lnTo>
                    <a:pt x="28182" y="7643"/>
                  </a:lnTo>
                  <a:lnTo>
                    <a:pt x="27900" y="7413"/>
                  </a:lnTo>
                  <a:lnTo>
                    <a:pt x="27760" y="7298"/>
                  </a:lnTo>
                  <a:lnTo>
                    <a:pt x="27606" y="7196"/>
                  </a:lnTo>
                  <a:lnTo>
                    <a:pt x="27440" y="7119"/>
                  </a:lnTo>
                  <a:lnTo>
                    <a:pt x="27364" y="7081"/>
                  </a:lnTo>
                  <a:lnTo>
                    <a:pt x="27261" y="7055"/>
                  </a:lnTo>
                  <a:lnTo>
                    <a:pt x="27185" y="7030"/>
                  </a:lnTo>
                  <a:lnTo>
                    <a:pt x="27121" y="6991"/>
                  </a:lnTo>
                  <a:lnTo>
                    <a:pt x="27070" y="6953"/>
                  </a:lnTo>
                  <a:lnTo>
                    <a:pt x="27031" y="6902"/>
                  </a:lnTo>
                  <a:lnTo>
                    <a:pt x="27006" y="6851"/>
                  </a:lnTo>
                  <a:lnTo>
                    <a:pt x="26993" y="6774"/>
                  </a:lnTo>
                  <a:lnTo>
                    <a:pt x="26993" y="6697"/>
                  </a:lnTo>
                  <a:lnTo>
                    <a:pt x="27018" y="6608"/>
                  </a:lnTo>
                  <a:lnTo>
                    <a:pt x="27044" y="6531"/>
                  </a:lnTo>
                  <a:lnTo>
                    <a:pt x="27070" y="6480"/>
                  </a:lnTo>
                  <a:lnTo>
                    <a:pt x="27082" y="6429"/>
                  </a:lnTo>
                  <a:lnTo>
                    <a:pt x="27082" y="6378"/>
                  </a:lnTo>
                  <a:lnTo>
                    <a:pt x="27057" y="6327"/>
                  </a:lnTo>
                  <a:lnTo>
                    <a:pt x="27018" y="6301"/>
                  </a:lnTo>
                  <a:lnTo>
                    <a:pt x="26955" y="6276"/>
                  </a:lnTo>
                  <a:lnTo>
                    <a:pt x="26865" y="6263"/>
                  </a:lnTo>
                  <a:lnTo>
                    <a:pt x="26827" y="6250"/>
                  </a:lnTo>
                  <a:lnTo>
                    <a:pt x="26827" y="6237"/>
                  </a:lnTo>
                  <a:lnTo>
                    <a:pt x="26827" y="6212"/>
                  </a:lnTo>
                  <a:lnTo>
                    <a:pt x="26865" y="6135"/>
                  </a:lnTo>
                  <a:lnTo>
                    <a:pt x="26891" y="6058"/>
                  </a:lnTo>
                  <a:lnTo>
                    <a:pt x="26903" y="5969"/>
                  </a:lnTo>
                  <a:lnTo>
                    <a:pt x="26903" y="5892"/>
                  </a:lnTo>
                  <a:lnTo>
                    <a:pt x="26903" y="5803"/>
                  </a:lnTo>
                  <a:lnTo>
                    <a:pt x="26878" y="5637"/>
                  </a:lnTo>
                  <a:lnTo>
                    <a:pt x="26840" y="5458"/>
                  </a:lnTo>
                  <a:lnTo>
                    <a:pt x="26788" y="5317"/>
                  </a:lnTo>
                  <a:lnTo>
                    <a:pt x="26725" y="5189"/>
                  </a:lnTo>
                  <a:lnTo>
                    <a:pt x="26571" y="4934"/>
                  </a:lnTo>
                  <a:lnTo>
                    <a:pt x="26494" y="4806"/>
                  </a:lnTo>
                  <a:lnTo>
                    <a:pt x="26431" y="4665"/>
                  </a:lnTo>
                  <a:lnTo>
                    <a:pt x="26405" y="4589"/>
                  </a:lnTo>
                  <a:lnTo>
                    <a:pt x="26379" y="4512"/>
                  </a:lnTo>
                  <a:lnTo>
                    <a:pt x="26379" y="4435"/>
                  </a:lnTo>
                  <a:lnTo>
                    <a:pt x="26379" y="4346"/>
                  </a:lnTo>
                  <a:lnTo>
                    <a:pt x="26379" y="4180"/>
                  </a:lnTo>
                  <a:lnTo>
                    <a:pt x="26379" y="4001"/>
                  </a:lnTo>
                  <a:lnTo>
                    <a:pt x="26354" y="3822"/>
                  </a:lnTo>
                  <a:lnTo>
                    <a:pt x="26316" y="3643"/>
                  </a:lnTo>
                  <a:lnTo>
                    <a:pt x="26277" y="3566"/>
                  </a:lnTo>
                  <a:lnTo>
                    <a:pt x="26239" y="3477"/>
                  </a:lnTo>
                  <a:lnTo>
                    <a:pt x="26201" y="3400"/>
                  </a:lnTo>
                  <a:lnTo>
                    <a:pt x="26137" y="3336"/>
                  </a:lnTo>
                  <a:lnTo>
                    <a:pt x="26073" y="3259"/>
                  </a:lnTo>
                  <a:lnTo>
                    <a:pt x="25996" y="3195"/>
                  </a:lnTo>
                  <a:lnTo>
                    <a:pt x="25907" y="3144"/>
                  </a:lnTo>
                  <a:lnTo>
                    <a:pt x="25804" y="3093"/>
                  </a:lnTo>
                  <a:lnTo>
                    <a:pt x="25804" y="2991"/>
                  </a:lnTo>
                  <a:lnTo>
                    <a:pt x="25792" y="2953"/>
                  </a:lnTo>
                  <a:lnTo>
                    <a:pt x="25779" y="2927"/>
                  </a:lnTo>
                  <a:lnTo>
                    <a:pt x="25766" y="2914"/>
                  </a:lnTo>
                  <a:lnTo>
                    <a:pt x="25740" y="2902"/>
                  </a:lnTo>
                  <a:lnTo>
                    <a:pt x="25689" y="2889"/>
                  </a:lnTo>
                  <a:lnTo>
                    <a:pt x="25638" y="2889"/>
                  </a:lnTo>
                  <a:lnTo>
                    <a:pt x="25587" y="2914"/>
                  </a:lnTo>
                  <a:lnTo>
                    <a:pt x="25498" y="2965"/>
                  </a:lnTo>
                  <a:lnTo>
                    <a:pt x="25357" y="3068"/>
                  </a:lnTo>
                  <a:lnTo>
                    <a:pt x="25293" y="3093"/>
                  </a:lnTo>
                  <a:lnTo>
                    <a:pt x="25242" y="3106"/>
                  </a:lnTo>
                  <a:lnTo>
                    <a:pt x="25165" y="3106"/>
                  </a:lnTo>
                  <a:lnTo>
                    <a:pt x="25140" y="3093"/>
                  </a:lnTo>
                  <a:lnTo>
                    <a:pt x="25114" y="3068"/>
                  </a:lnTo>
                  <a:lnTo>
                    <a:pt x="25076" y="2991"/>
                  </a:lnTo>
                  <a:lnTo>
                    <a:pt x="25050" y="2902"/>
                  </a:lnTo>
                  <a:lnTo>
                    <a:pt x="25012" y="2697"/>
                  </a:lnTo>
                  <a:lnTo>
                    <a:pt x="24974" y="2493"/>
                  </a:lnTo>
                  <a:lnTo>
                    <a:pt x="24961" y="2390"/>
                  </a:lnTo>
                  <a:lnTo>
                    <a:pt x="24974" y="2288"/>
                  </a:lnTo>
                  <a:lnTo>
                    <a:pt x="24986" y="2186"/>
                  </a:lnTo>
                  <a:lnTo>
                    <a:pt x="24974" y="2084"/>
                  </a:lnTo>
                  <a:lnTo>
                    <a:pt x="24961" y="1994"/>
                  </a:lnTo>
                  <a:lnTo>
                    <a:pt x="24935" y="1892"/>
                  </a:lnTo>
                  <a:lnTo>
                    <a:pt x="24871" y="1713"/>
                  </a:lnTo>
                  <a:lnTo>
                    <a:pt x="24795" y="1521"/>
                  </a:lnTo>
                  <a:lnTo>
                    <a:pt x="24731" y="1393"/>
                  </a:lnTo>
                  <a:lnTo>
                    <a:pt x="24667" y="1253"/>
                  </a:lnTo>
                  <a:lnTo>
                    <a:pt x="24526" y="984"/>
                  </a:lnTo>
                  <a:lnTo>
                    <a:pt x="24462" y="844"/>
                  </a:lnTo>
                  <a:lnTo>
                    <a:pt x="24411" y="703"/>
                  </a:lnTo>
                  <a:lnTo>
                    <a:pt x="24386" y="563"/>
                  </a:lnTo>
                  <a:lnTo>
                    <a:pt x="24386" y="397"/>
                  </a:lnTo>
                  <a:lnTo>
                    <a:pt x="24386" y="345"/>
                  </a:lnTo>
                  <a:lnTo>
                    <a:pt x="24360" y="294"/>
                  </a:lnTo>
                  <a:lnTo>
                    <a:pt x="24335" y="256"/>
                  </a:lnTo>
                  <a:lnTo>
                    <a:pt x="24296" y="205"/>
                  </a:lnTo>
                  <a:lnTo>
                    <a:pt x="24219" y="115"/>
                  </a:lnTo>
                  <a:lnTo>
                    <a:pt x="24194" y="77"/>
                  </a:lnTo>
                  <a:lnTo>
                    <a:pt x="24168" y="13"/>
                  </a:lnTo>
                  <a:lnTo>
                    <a:pt x="241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8"/>
            <p:cNvSpPr/>
            <p:nvPr/>
          </p:nvSpPr>
          <p:spPr>
            <a:xfrm>
              <a:off x="5574350" y="3422525"/>
              <a:ext cx="5150" cy="5775"/>
            </a:xfrm>
            <a:custGeom>
              <a:rect b="b" l="l" r="r" t="t"/>
              <a:pathLst>
                <a:path extrusionOk="0" h="231" w="206">
                  <a:moveTo>
                    <a:pt x="39" y="1"/>
                  </a:moveTo>
                  <a:lnTo>
                    <a:pt x="1" y="129"/>
                  </a:lnTo>
                  <a:lnTo>
                    <a:pt x="141" y="231"/>
                  </a:lnTo>
                  <a:lnTo>
                    <a:pt x="205" y="154"/>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8"/>
            <p:cNvSpPr/>
            <p:nvPr/>
          </p:nvSpPr>
          <p:spPr>
            <a:xfrm>
              <a:off x="5582675" y="3431800"/>
              <a:ext cx="11825" cy="13125"/>
            </a:xfrm>
            <a:custGeom>
              <a:rect b="b" l="l" r="r" t="t"/>
              <a:pathLst>
                <a:path extrusionOk="0" h="525" w="473">
                  <a:moveTo>
                    <a:pt x="51" y="1"/>
                  </a:moveTo>
                  <a:lnTo>
                    <a:pt x="0" y="26"/>
                  </a:lnTo>
                  <a:lnTo>
                    <a:pt x="38" y="128"/>
                  </a:lnTo>
                  <a:lnTo>
                    <a:pt x="38" y="282"/>
                  </a:lnTo>
                  <a:lnTo>
                    <a:pt x="205" y="243"/>
                  </a:lnTo>
                  <a:lnTo>
                    <a:pt x="205" y="435"/>
                  </a:lnTo>
                  <a:lnTo>
                    <a:pt x="332" y="525"/>
                  </a:lnTo>
                  <a:lnTo>
                    <a:pt x="473" y="525"/>
                  </a:lnTo>
                  <a:lnTo>
                    <a:pt x="332" y="320"/>
                  </a:lnTo>
                  <a:lnTo>
                    <a:pt x="243" y="282"/>
                  </a:lnTo>
                  <a:lnTo>
                    <a:pt x="205" y="154"/>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78"/>
            <p:cNvSpPr/>
            <p:nvPr/>
          </p:nvSpPr>
          <p:spPr>
            <a:xfrm>
              <a:off x="5553600" y="3378125"/>
              <a:ext cx="7050" cy="1950"/>
            </a:xfrm>
            <a:custGeom>
              <a:rect b="b" l="l" r="r" t="t"/>
              <a:pathLst>
                <a:path extrusionOk="0" h="78" w="282">
                  <a:moveTo>
                    <a:pt x="77" y="0"/>
                  </a:moveTo>
                  <a:lnTo>
                    <a:pt x="0" y="77"/>
                  </a:lnTo>
                  <a:lnTo>
                    <a:pt x="281" y="77"/>
                  </a:lnTo>
                  <a:lnTo>
                    <a:pt x="281" y="39"/>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78"/>
            <p:cNvSpPr/>
            <p:nvPr/>
          </p:nvSpPr>
          <p:spPr>
            <a:xfrm>
              <a:off x="5688425" y="3500825"/>
              <a:ext cx="212175" cy="57850"/>
            </a:xfrm>
            <a:custGeom>
              <a:rect b="b" l="l" r="r" t="t"/>
              <a:pathLst>
                <a:path extrusionOk="0" h="2314" w="8487">
                  <a:moveTo>
                    <a:pt x="665" y="0"/>
                  </a:moveTo>
                  <a:lnTo>
                    <a:pt x="448" y="256"/>
                  </a:lnTo>
                  <a:lnTo>
                    <a:pt x="563" y="460"/>
                  </a:lnTo>
                  <a:lnTo>
                    <a:pt x="346" y="588"/>
                  </a:lnTo>
                  <a:lnTo>
                    <a:pt x="205" y="741"/>
                  </a:lnTo>
                  <a:lnTo>
                    <a:pt x="103" y="614"/>
                  </a:lnTo>
                  <a:lnTo>
                    <a:pt x="1" y="741"/>
                  </a:lnTo>
                  <a:lnTo>
                    <a:pt x="282" y="793"/>
                  </a:lnTo>
                  <a:lnTo>
                    <a:pt x="384" y="818"/>
                  </a:lnTo>
                  <a:lnTo>
                    <a:pt x="525" y="716"/>
                  </a:lnTo>
                  <a:lnTo>
                    <a:pt x="742" y="844"/>
                  </a:lnTo>
                  <a:lnTo>
                    <a:pt x="857" y="793"/>
                  </a:lnTo>
                  <a:lnTo>
                    <a:pt x="882" y="844"/>
                  </a:lnTo>
                  <a:lnTo>
                    <a:pt x="1049" y="869"/>
                  </a:lnTo>
                  <a:lnTo>
                    <a:pt x="1074" y="984"/>
                  </a:lnTo>
                  <a:lnTo>
                    <a:pt x="972" y="1074"/>
                  </a:lnTo>
                  <a:lnTo>
                    <a:pt x="959" y="1202"/>
                  </a:lnTo>
                  <a:lnTo>
                    <a:pt x="1803" y="1329"/>
                  </a:lnTo>
                  <a:lnTo>
                    <a:pt x="2212" y="1534"/>
                  </a:lnTo>
                  <a:lnTo>
                    <a:pt x="2621" y="1572"/>
                  </a:lnTo>
                  <a:lnTo>
                    <a:pt x="2723" y="1457"/>
                  </a:lnTo>
                  <a:lnTo>
                    <a:pt x="3375" y="1483"/>
                  </a:lnTo>
                  <a:lnTo>
                    <a:pt x="4001" y="1649"/>
                  </a:lnTo>
                  <a:lnTo>
                    <a:pt x="4487" y="1905"/>
                  </a:lnTo>
                  <a:lnTo>
                    <a:pt x="5036" y="1943"/>
                  </a:lnTo>
                  <a:lnTo>
                    <a:pt x="5266" y="2020"/>
                  </a:lnTo>
                  <a:lnTo>
                    <a:pt x="5343" y="1968"/>
                  </a:lnTo>
                  <a:lnTo>
                    <a:pt x="5765" y="1968"/>
                  </a:lnTo>
                  <a:lnTo>
                    <a:pt x="5880" y="2032"/>
                  </a:lnTo>
                  <a:lnTo>
                    <a:pt x="6199" y="2058"/>
                  </a:lnTo>
                  <a:lnTo>
                    <a:pt x="6468" y="1892"/>
                  </a:lnTo>
                  <a:lnTo>
                    <a:pt x="7017" y="2186"/>
                  </a:lnTo>
                  <a:lnTo>
                    <a:pt x="7554" y="2313"/>
                  </a:lnTo>
                  <a:lnTo>
                    <a:pt x="7605" y="2262"/>
                  </a:lnTo>
                  <a:lnTo>
                    <a:pt x="7490" y="2237"/>
                  </a:lnTo>
                  <a:lnTo>
                    <a:pt x="7426" y="2096"/>
                  </a:lnTo>
                  <a:lnTo>
                    <a:pt x="7413" y="1917"/>
                  </a:lnTo>
                  <a:lnTo>
                    <a:pt x="7490" y="1853"/>
                  </a:lnTo>
                  <a:lnTo>
                    <a:pt x="7541" y="1943"/>
                  </a:lnTo>
                  <a:lnTo>
                    <a:pt x="7605" y="2058"/>
                  </a:lnTo>
                  <a:lnTo>
                    <a:pt x="7746" y="2058"/>
                  </a:lnTo>
                  <a:lnTo>
                    <a:pt x="7912" y="2186"/>
                  </a:lnTo>
                  <a:lnTo>
                    <a:pt x="8078" y="2313"/>
                  </a:lnTo>
                  <a:lnTo>
                    <a:pt x="8282" y="2186"/>
                  </a:lnTo>
                  <a:lnTo>
                    <a:pt x="8487" y="2058"/>
                  </a:lnTo>
                  <a:lnTo>
                    <a:pt x="8333" y="1841"/>
                  </a:lnTo>
                  <a:lnTo>
                    <a:pt x="8040" y="1738"/>
                  </a:lnTo>
                  <a:lnTo>
                    <a:pt x="7797" y="1853"/>
                  </a:lnTo>
                  <a:lnTo>
                    <a:pt x="7490" y="1828"/>
                  </a:lnTo>
                  <a:lnTo>
                    <a:pt x="7528" y="1547"/>
                  </a:lnTo>
                  <a:lnTo>
                    <a:pt x="7298" y="1508"/>
                  </a:lnTo>
                  <a:lnTo>
                    <a:pt x="7209" y="1380"/>
                  </a:lnTo>
                  <a:lnTo>
                    <a:pt x="7132" y="1496"/>
                  </a:lnTo>
                  <a:lnTo>
                    <a:pt x="6825" y="1508"/>
                  </a:lnTo>
                  <a:lnTo>
                    <a:pt x="6570" y="1547"/>
                  </a:lnTo>
                  <a:lnTo>
                    <a:pt x="6148" y="1329"/>
                  </a:lnTo>
                  <a:lnTo>
                    <a:pt x="6174" y="1163"/>
                  </a:lnTo>
                  <a:lnTo>
                    <a:pt x="6059" y="1074"/>
                  </a:lnTo>
                  <a:lnTo>
                    <a:pt x="6774" y="1074"/>
                  </a:lnTo>
                  <a:lnTo>
                    <a:pt x="7119" y="895"/>
                  </a:lnTo>
                  <a:lnTo>
                    <a:pt x="7234" y="805"/>
                  </a:lnTo>
                  <a:lnTo>
                    <a:pt x="6237" y="793"/>
                  </a:lnTo>
                  <a:lnTo>
                    <a:pt x="6161" y="908"/>
                  </a:lnTo>
                  <a:lnTo>
                    <a:pt x="6110" y="984"/>
                  </a:lnTo>
                  <a:lnTo>
                    <a:pt x="6097" y="997"/>
                  </a:lnTo>
                  <a:lnTo>
                    <a:pt x="6084" y="984"/>
                  </a:lnTo>
                  <a:lnTo>
                    <a:pt x="6071" y="959"/>
                  </a:lnTo>
                  <a:lnTo>
                    <a:pt x="6059" y="933"/>
                  </a:lnTo>
                  <a:lnTo>
                    <a:pt x="6007" y="869"/>
                  </a:lnTo>
                  <a:lnTo>
                    <a:pt x="5931" y="793"/>
                  </a:lnTo>
                  <a:lnTo>
                    <a:pt x="5471" y="793"/>
                  </a:lnTo>
                  <a:lnTo>
                    <a:pt x="5177" y="575"/>
                  </a:lnTo>
                  <a:lnTo>
                    <a:pt x="5177" y="703"/>
                  </a:lnTo>
                  <a:lnTo>
                    <a:pt x="4755" y="703"/>
                  </a:lnTo>
                  <a:lnTo>
                    <a:pt x="4704" y="396"/>
                  </a:lnTo>
                  <a:lnTo>
                    <a:pt x="4435" y="396"/>
                  </a:lnTo>
                  <a:lnTo>
                    <a:pt x="4320" y="793"/>
                  </a:lnTo>
                  <a:lnTo>
                    <a:pt x="3835" y="793"/>
                  </a:lnTo>
                  <a:lnTo>
                    <a:pt x="3605" y="741"/>
                  </a:lnTo>
                  <a:lnTo>
                    <a:pt x="3272" y="793"/>
                  </a:lnTo>
                  <a:lnTo>
                    <a:pt x="2966" y="793"/>
                  </a:lnTo>
                  <a:lnTo>
                    <a:pt x="2838" y="741"/>
                  </a:lnTo>
                  <a:lnTo>
                    <a:pt x="2646" y="396"/>
                  </a:lnTo>
                  <a:lnTo>
                    <a:pt x="1905" y="230"/>
                  </a:lnTo>
                  <a:lnTo>
                    <a:pt x="1726" y="0"/>
                  </a:lnTo>
                  <a:lnTo>
                    <a:pt x="1496" y="51"/>
                  </a:lnTo>
                  <a:lnTo>
                    <a:pt x="1061" y="51"/>
                  </a:lnTo>
                  <a:lnTo>
                    <a:pt x="755" y="102"/>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78"/>
            <p:cNvSpPr/>
            <p:nvPr/>
          </p:nvSpPr>
          <p:spPr>
            <a:xfrm>
              <a:off x="6440250" y="4194475"/>
              <a:ext cx="7050" cy="12175"/>
            </a:xfrm>
            <a:custGeom>
              <a:rect b="b" l="l" r="r" t="t"/>
              <a:pathLst>
                <a:path extrusionOk="0" h="487" w="282">
                  <a:moveTo>
                    <a:pt x="154" y="1"/>
                  </a:moveTo>
                  <a:lnTo>
                    <a:pt x="90" y="14"/>
                  </a:lnTo>
                  <a:lnTo>
                    <a:pt x="64" y="26"/>
                  </a:lnTo>
                  <a:lnTo>
                    <a:pt x="39" y="65"/>
                  </a:lnTo>
                  <a:lnTo>
                    <a:pt x="39" y="103"/>
                  </a:lnTo>
                  <a:lnTo>
                    <a:pt x="39" y="180"/>
                  </a:lnTo>
                  <a:lnTo>
                    <a:pt x="26" y="231"/>
                  </a:lnTo>
                  <a:lnTo>
                    <a:pt x="13" y="256"/>
                  </a:lnTo>
                  <a:lnTo>
                    <a:pt x="0" y="333"/>
                  </a:lnTo>
                  <a:lnTo>
                    <a:pt x="0" y="410"/>
                  </a:lnTo>
                  <a:lnTo>
                    <a:pt x="13" y="435"/>
                  </a:lnTo>
                  <a:lnTo>
                    <a:pt x="26" y="461"/>
                  </a:lnTo>
                  <a:lnTo>
                    <a:pt x="52" y="474"/>
                  </a:lnTo>
                  <a:lnTo>
                    <a:pt x="90" y="486"/>
                  </a:lnTo>
                  <a:lnTo>
                    <a:pt x="141" y="486"/>
                  </a:lnTo>
                  <a:lnTo>
                    <a:pt x="179" y="461"/>
                  </a:lnTo>
                  <a:lnTo>
                    <a:pt x="218" y="435"/>
                  </a:lnTo>
                  <a:lnTo>
                    <a:pt x="243" y="410"/>
                  </a:lnTo>
                  <a:lnTo>
                    <a:pt x="269" y="320"/>
                  </a:lnTo>
                  <a:lnTo>
                    <a:pt x="282" y="244"/>
                  </a:lnTo>
                  <a:lnTo>
                    <a:pt x="282" y="167"/>
                  </a:lnTo>
                  <a:lnTo>
                    <a:pt x="269" y="90"/>
                  </a:lnTo>
                  <a:lnTo>
                    <a:pt x="243" y="52"/>
                  </a:lnTo>
                  <a:lnTo>
                    <a:pt x="218" y="26"/>
                  </a:lnTo>
                  <a:lnTo>
                    <a:pt x="192" y="14"/>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8"/>
            <p:cNvSpPr/>
            <p:nvPr/>
          </p:nvSpPr>
          <p:spPr>
            <a:xfrm>
              <a:off x="6453675" y="4216850"/>
              <a:ext cx="64550" cy="69350"/>
            </a:xfrm>
            <a:custGeom>
              <a:rect b="b" l="l" r="r" t="t"/>
              <a:pathLst>
                <a:path extrusionOk="0" h="2774" w="2582">
                  <a:moveTo>
                    <a:pt x="115" y="0"/>
                  </a:moveTo>
                  <a:lnTo>
                    <a:pt x="51" y="103"/>
                  </a:lnTo>
                  <a:lnTo>
                    <a:pt x="13" y="218"/>
                  </a:lnTo>
                  <a:lnTo>
                    <a:pt x="0" y="320"/>
                  </a:lnTo>
                  <a:lnTo>
                    <a:pt x="0" y="422"/>
                  </a:lnTo>
                  <a:lnTo>
                    <a:pt x="13" y="537"/>
                  </a:lnTo>
                  <a:lnTo>
                    <a:pt x="39" y="639"/>
                  </a:lnTo>
                  <a:lnTo>
                    <a:pt x="77" y="755"/>
                  </a:lnTo>
                  <a:lnTo>
                    <a:pt x="128" y="857"/>
                  </a:lnTo>
                  <a:lnTo>
                    <a:pt x="230" y="1048"/>
                  </a:lnTo>
                  <a:lnTo>
                    <a:pt x="307" y="1240"/>
                  </a:lnTo>
                  <a:lnTo>
                    <a:pt x="332" y="1342"/>
                  </a:lnTo>
                  <a:lnTo>
                    <a:pt x="345" y="1445"/>
                  </a:lnTo>
                  <a:lnTo>
                    <a:pt x="358" y="1560"/>
                  </a:lnTo>
                  <a:lnTo>
                    <a:pt x="358" y="1675"/>
                  </a:lnTo>
                  <a:lnTo>
                    <a:pt x="358" y="1751"/>
                  </a:lnTo>
                  <a:lnTo>
                    <a:pt x="358" y="1841"/>
                  </a:lnTo>
                  <a:lnTo>
                    <a:pt x="384" y="1918"/>
                  </a:lnTo>
                  <a:lnTo>
                    <a:pt x="409" y="2007"/>
                  </a:lnTo>
                  <a:lnTo>
                    <a:pt x="448" y="2084"/>
                  </a:lnTo>
                  <a:lnTo>
                    <a:pt x="499" y="2173"/>
                  </a:lnTo>
                  <a:lnTo>
                    <a:pt x="614" y="2327"/>
                  </a:lnTo>
                  <a:lnTo>
                    <a:pt x="754" y="2467"/>
                  </a:lnTo>
                  <a:lnTo>
                    <a:pt x="895" y="2595"/>
                  </a:lnTo>
                  <a:lnTo>
                    <a:pt x="984" y="2633"/>
                  </a:lnTo>
                  <a:lnTo>
                    <a:pt x="1061" y="2684"/>
                  </a:lnTo>
                  <a:lnTo>
                    <a:pt x="1138" y="2710"/>
                  </a:lnTo>
                  <a:lnTo>
                    <a:pt x="1227" y="2736"/>
                  </a:lnTo>
                  <a:lnTo>
                    <a:pt x="1304" y="2761"/>
                  </a:lnTo>
                  <a:lnTo>
                    <a:pt x="1381" y="2774"/>
                  </a:lnTo>
                  <a:lnTo>
                    <a:pt x="1419" y="2761"/>
                  </a:lnTo>
                  <a:lnTo>
                    <a:pt x="1457" y="2748"/>
                  </a:lnTo>
                  <a:lnTo>
                    <a:pt x="1483" y="2710"/>
                  </a:lnTo>
                  <a:lnTo>
                    <a:pt x="1508" y="2646"/>
                  </a:lnTo>
                  <a:lnTo>
                    <a:pt x="1534" y="2531"/>
                  </a:lnTo>
                  <a:lnTo>
                    <a:pt x="1547" y="2505"/>
                  </a:lnTo>
                  <a:lnTo>
                    <a:pt x="1559" y="2493"/>
                  </a:lnTo>
                  <a:lnTo>
                    <a:pt x="1585" y="2480"/>
                  </a:lnTo>
                  <a:lnTo>
                    <a:pt x="1598" y="2493"/>
                  </a:lnTo>
                  <a:lnTo>
                    <a:pt x="1636" y="2518"/>
                  </a:lnTo>
                  <a:lnTo>
                    <a:pt x="1726" y="2608"/>
                  </a:lnTo>
                  <a:lnTo>
                    <a:pt x="1764" y="2633"/>
                  </a:lnTo>
                  <a:lnTo>
                    <a:pt x="1777" y="2633"/>
                  </a:lnTo>
                  <a:lnTo>
                    <a:pt x="1789" y="2620"/>
                  </a:lnTo>
                  <a:lnTo>
                    <a:pt x="1802" y="2518"/>
                  </a:lnTo>
                  <a:lnTo>
                    <a:pt x="1802" y="2403"/>
                  </a:lnTo>
                  <a:lnTo>
                    <a:pt x="1815" y="2339"/>
                  </a:lnTo>
                  <a:lnTo>
                    <a:pt x="1841" y="2288"/>
                  </a:lnTo>
                  <a:lnTo>
                    <a:pt x="1879" y="2237"/>
                  </a:lnTo>
                  <a:lnTo>
                    <a:pt x="1917" y="2173"/>
                  </a:lnTo>
                  <a:lnTo>
                    <a:pt x="1956" y="2212"/>
                  </a:lnTo>
                  <a:lnTo>
                    <a:pt x="1968" y="2263"/>
                  </a:lnTo>
                  <a:lnTo>
                    <a:pt x="1981" y="2352"/>
                  </a:lnTo>
                  <a:lnTo>
                    <a:pt x="1981" y="2403"/>
                  </a:lnTo>
                  <a:lnTo>
                    <a:pt x="2007" y="2429"/>
                  </a:lnTo>
                  <a:lnTo>
                    <a:pt x="2032" y="2454"/>
                  </a:lnTo>
                  <a:lnTo>
                    <a:pt x="2096" y="2454"/>
                  </a:lnTo>
                  <a:lnTo>
                    <a:pt x="2160" y="2442"/>
                  </a:lnTo>
                  <a:lnTo>
                    <a:pt x="2198" y="2429"/>
                  </a:lnTo>
                  <a:lnTo>
                    <a:pt x="2224" y="2390"/>
                  </a:lnTo>
                  <a:lnTo>
                    <a:pt x="2237" y="2365"/>
                  </a:lnTo>
                  <a:lnTo>
                    <a:pt x="2224" y="2275"/>
                  </a:lnTo>
                  <a:lnTo>
                    <a:pt x="2198" y="2199"/>
                  </a:lnTo>
                  <a:lnTo>
                    <a:pt x="2198" y="2135"/>
                  </a:lnTo>
                  <a:lnTo>
                    <a:pt x="2211" y="2084"/>
                  </a:lnTo>
                  <a:lnTo>
                    <a:pt x="2237" y="1981"/>
                  </a:lnTo>
                  <a:lnTo>
                    <a:pt x="2275" y="1815"/>
                  </a:lnTo>
                  <a:lnTo>
                    <a:pt x="2339" y="1662"/>
                  </a:lnTo>
                  <a:lnTo>
                    <a:pt x="2454" y="1342"/>
                  </a:lnTo>
                  <a:lnTo>
                    <a:pt x="2518" y="1176"/>
                  </a:lnTo>
                  <a:lnTo>
                    <a:pt x="2556" y="1010"/>
                  </a:lnTo>
                  <a:lnTo>
                    <a:pt x="2582" y="844"/>
                  </a:lnTo>
                  <a:lnTo>
                    <a:pt x="2582" y="755"/>
                  </a:lnTo>
                  <a:lnTo>
                    <a:pt x="2569" y="665"/>
                  </a:lnTo>
                  <a:lnTo>
                    <a:pt x="2556" y="563"/>
                  </a:lnTo>
                  <a:lnTo>
                    <a:pt x="2544" y="486"/>
                  </a:lnTo>
                  <a:lnTo>
                    <a:pt x="2518" y="422"/>
                  </a:lnTo>
                  <a:lnTo>
                    <a:pt x="2480" y="384"/>
                  </a:lnTo>
                  <a:lnTo>
                    <a:pt x="2441" y="358"/>
                  </a:lnTo>
                  <a:lnTo>
                    <a:pt x="2377" y="333"/>
                  </a:lnTo>
                  <a:lnTo>
                    <a:pt x="2211" y="333"/>
                  </a:lnTo>
                  <a:lnTo>
                    <a:pt x="2096" y="346"/>
                  </a:lnTo>
                  <a:lnTo>
                    <a:pt x="1994" y="384"/>
                  </a:lnTo>
                  <a:lnTo>
                    <a:pt x="1892" y="409"/>
                  </a:lnTo>
                  <a:lnTo>
                    <a:pt x="1789" y="435"/>
                  </a:lnTo>
                  <a:lnTo>
                    <a:pt x="1687" y="461"/>
                  </a:lnTo>
                  <a:lnTo>
                    <a:pt x="1585" y="499"/>
                  </a:lnTo>
                  <a:lnTo>
                    <a:pt x="1381" y="550"/>
                  </a:lnTo>
                  <a:lnTo>
                    <a:pt x="1278" y="576"/>
                  </a:lnTo>
                  <a:lnTo>
                    <a:pt x="1176" y="576"/>
                  </a:lnTo>
                  <a:lnTo>
                    <a:pt x="1074" y="563"/>
                  </a:lnTo>
                  <a:lnTo>
                    <a:pt x="959" y="512"/>
                  </a:lnTo>
                  <a:lnTo>
                    <a:pt x="754" y="397"/>
                  </a:lnTo>
                  <a:lnTo>
                    <a:pt x="537" y="269"/>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8"/>
            <p:cNvSpPr/>
            <p:nvPr/>
          </p:nvSpPr>
          <p:spPr>
            <a:xfrm>
              <a:off x="5483925" y="3265025"/>
              <a:ext cx="221150" cy="237100"/>
            </a:xfrm>
            <a:custGeom>
              <a:rect b="b" l="l" r="r" t="t"/>
              <a:pathLst>
                <a:path extrusionOk="0" h="9484" w="8846">
                  <a:moveTo>
                    <a:pt x="1" y="0"/>
                  </a:moveTo>
                  <a:lnTo>
                    <a:pt x="141" y="269"/>
                  </a:lnTo>
                  <a:lnTo>
                    <a:pt x="78" y="435"/>
                  </a:lnTo>
                  <a:lnTo>
                    <a:pt x="231" y="601"/>
                  </a:lnTo>
                  <a:lnTo>
                    <a:pt x="333" y="844"/>
                  </a:lnTo>
                  <a:lnTo>
                    <a:pt x="908" y="1329"/>
                  </a:lnTo>
                  <a:lnTo>
                    <a:pt x="1177" y="1687"/>
                  </a:lnTo>
                  <a:lnTo>
                    <a:pt x="1458" y="1687"/>
                  </a:lnTo>
                  <a:lnTo>
                    <a:pt x="1739" y="1994"/>
                  </a:lnTo>
                  <a:lnTo>
                    <a:pt x="1880" y="2313"/>
                  </a:lnTo>
                  <a:lnTo>
                    <a:pt x="2020" y="2313"/>
                  </a:lnTo>
                  <a:lnTo>
                    <a:pt x="2135" y="2812"/>
                  </a:lnTo>
                  <a:lnTo>
                    <a:pt x="2250" y="2863"/>
                  </a:lnTo>
                  <a:lnTo>
                    <a:pt x="2365" y="2863"/>
                  </a:lnTo>
                  <a:lnTo>
                    <a:pt x="2646" y="3067"/>
                  </a:lnTo>
                  <a:lnTo>
                    <a:pt x="2774" y="3067"/>
                  </a:lnTo>
                  <a:lnTo>
                    <a:pt x="2928" y="3323"/>
                  </a:lnTo>
                  <a:lnTo>
                    <a:pt x="3043" y="3323"/>
                  </a:lnTo>
                  <a:lnTo>
                    <a:pt x="2992" y="3413"/>
                  </a:lnTo>
                  <a:lnTo>
                    <a:pt x="3183" y="3988"/>
                  </a:lnTo>
                  <a:lnTo>
                    <a:pt x="3311" y="4512"/>
                  </a:lnTo>
                  <a:lnTo>
                    <a:pt x="3669" y="4563"/>
                  </a:lnTo>
                  <a:lnTo>
                    <a:pt x="3771" y="4716"/>
                  </a:lnTo>
                  <a:lnTo>
                    <a:pt x="3771" y="4921"/>
                  </a:lnTo>
                  <a:lnTo>
                    <a:pt x="3976" y="5036"/>
                  </a:lnTo>
                  <a:lnTo>
                    <a:pt x="4321" y="5419"/>
                  </a:lnTo>
                  <a:lnTo>
                    <a:pt x="4321" y="5585"/>
                  </a:lnTo>
                  <a:lnTo>
                    <a:pt x="4359" y="5739"/>
                  </a:lnTo>
                  <a:lnTo>
                    <a:pt x="4474" y="5739"/>
                  </a:lnTo>
                  <a:lnTo>
                    <a:pt x="4755" y="6301"/>
                  </a:lnTo>
                  <a:lnTo>
                    <a:pt x="4653" y="6442"/>
                  </a:lnTo>
                  <a:lnTo>
                    <a:pt x="4934" y="6851"/>
                  </a:lnTo>
                  <a:lnTo>
                    <a:pt x="5075" y="6851"/>
                  </a:lnTo>
                  <a:lnTo>
                    <a:pt x="5267" y="7336"/>
                  </a:lnTo>
                  <a:lnTo>
                    <a:pt x="5867" y="7668"/>
                  </a:lnTo>
                  <a:lnTo>
                    <a:pt x="5867" y="7860"/>
                  </a:lnTo>
                  <a:lnTo>
                    <a:pt x="6302" y="8244"/>
                  </a:lnTo>
                  <a:lnTo>
                    <a:pt x="6327" y="8320"/>
                  </a:lnTo>
                  <a:lnTo>
                    <a:pt x="6493" y="8359"/>
                  </a:lnTo>
                  <a:lnTo>
                    <a:pt x="6698" y="8576"/>
                  </a:lnTo>
                  <a:lnTo>
                    <a:pt x="6890" y="8678"/>
                  </a:lnTo>
                  <a:lnTo>
                    <a:pt x="7171" y="8832"/>
                  </a:lnTo>
                  <a:lnTo>
                    <a:pt x="7171" y="8921"/>
                  </a:lnTo>
                  <a:lnTo>
                    <a:pt x="7350" y="9100"/>
                  </a:lnTo>
                  <a:lnTo>
                    <a:pt x="7516" y="9279"/>
                  </a:lnTo>
                  <a:lnTo>
                    <a:pt x="7759" y="9483"/>
                  </a:lnTo>
                  <a:lnTo>
                    <a:pt x="7835" y="9445"/>
                  </a:lnTo>
                  <a:lnTo>
                    <a:pt x="7695" y="9164"/>
                  </a:lnTo>
                  <a:lnTo>
                    <a:pt x="7759" y="9113"/>
                  </a:lnTo>
                  <a:lnTo>
                    <a:pt x="8117" y="9381"/>
                  </a:lnTo>
                  <a:lnTo>
                    <a:pt x="8193" y="9304"/>
                  </a:lnTo>
                  <a:lnTo>
                    <a:pt x="8193" y="9177"/>
                  </a:lnTo>
                  <a:lnTo>
                    <a:pt x="8219" y="9138"/>
                  </a:lnTo>
                  <a:lnTo>
                    <a:pt x="8232" y="9113"/>
                  </a:lnTo>
                  <a:lnTo>
                    <a:pt x="8244" y="9100"/>
                  </a:lnTo>
                  <a:lnTo>
                    <a:pt x="8359" y="9202"/>
                  </a:lnTo>
                  <a:lnTo>
                    <a:pt x="8449" y="9304"/>
                  </a:lnTo>
                  <a:lnTo>
                    <a:pt x="8449" y="9368"/>
                  </a:lnTo>
                  <a:lnTo>
                    <a:pt x="8602" y="9407"/>
                  </a:lnTo>
                  <a:lnTo>
                    <a:pt x="8717" y="8921"/>
                  </a:lnTo>
                  <a:lnTo>
                    <a:pt x="8756" y="8729"/>
                  </a:lnTo>
                  <a:lnTo>
                    <a:pt x="8807" y="8691"/>
                  </a:lnTo>
                  <a:lnTo>
                    <a:pt x="8743" y="8563"/>
                  </a:lnTo>
                  <a:lnTo>
                    <a:pt x="8807" y="8282"/>
                  </a:lnTo>
                  <a:lnTo>
                    <a:pt x="8666" y="8103"/>
                  </a:lnTo>
                  <a:lnTo>
                    <a:pt x="8845" y="7771"/>
                  </a:lnTo>
                  <a:lnTo>
                    <a:pt x="8679" y="7681"/>
                  </a:lnTo>
                  <a:lnTo>
                    <a:pt x="8845" y="7336"/>
                  </a:lnTo>
                  <a:lnTo>
                    <a:pt x="8845" y="7081"/>
                  </a:lnTo>
                  <a:lnTo>
                    <a:pt x="8653" y="7042"/>
                  </a:lnTo>
                  <a:lnTo>
                    <a:pt x="8641" y="6902"/>
                  </a:lnTo>
                  <a:lnTo>
                    <a:pt x="8513" y="6825"/>
                  </a:lnTo>
                  <a:lnTo>
                    <a:pt x="8513" y="6595"/>
                  </a:lnTo>
                  <a:lnTo>
                    <a:pt x="8334" y="6582"/>
                  </a:lnTo>
                  <a:lnTo>
                    <a:pt x="8219" y="6518"/>
                  </a:lnTo>
                  <a:lnTo>
                    <a:pt x="8091" y="6569"/>
                  </a:lnTo>
                  <a:lnTo>
                    <a:pt x="7938" y="6557"/>
                  </a:lnTo>
                  <a:lnTo>
                    <a:pt x="7835" y="6646"/>
                  </a:lnTo>
                  <a:lnTo>
                    <a:pt x="7925" y="6416"/>
                  </a:lnTo>
                  <a:lnTo>
                    <a:pt x="7899" y="6288"/>
                  </a:lnTo>
                  <a:lnTo>
                    <a:pt x="7759" y="6301"/>
                  </a:lnTo>
                  <a:lnTo>
                    <a:pt x="7733" y="6186"/>
                  </a:lnTo>
                  <a:lnTo>
                    <a:pt x="7644" y="6160"/>
                  </a:lnTo>
                  <a:lnTo>
                    <a:pt x="7554" y="5547"/>
                  </a:lnTo>
                  <a:lnTo>
                    <a:pt x="7375" y="5509"/>
                  </a:lnTo>
                  <a:lnTo>
                    <a:pt x="7184" y="5432"/>
                  </a:lnTo>
                  <a:lnTo>
                    <a:pt x="7094" y="5521"/>
                  </a:lnTo>
                  <a:lnTo>
                    <a:pt x="6647" y="5240"/>
                  </a:lnTo>
                  <a:lnTo>
                    <a:pt x="6724" y="5100"/>
                  </a:lnTo>
                  <a:lnTo>
                    <a:pt x="6851" y="5087"/>
                  </a:lnTo>
                  <a:lnTo>
                    <a:pt x="6902" y="4946"/>
                  </a:lnTo>
                  <a:lnTo>
                    <a:pt x="6979" y="4933"/>
                  </a:lnTo>
                  <a:lnTo>
                    <a:pt x="6839" y="4844"/>
                  </a:lnTo>
                  <a:lnTo>
                    <a:pt x="6851" y="4742"/>
                  </a:lnTo>
                  <a:lnTo>
                    <a:pt x="7043" y="4652"/>
                  </a:lnTo>
                  <a:lnTo>
                    <a:pt x="6954" y="4397"/>
                  </a:lnTo>
                  <a:lnTo>
                    <a:pt x="6698" y="4205"/>
                  </a:lnTo>
                  <a:lnTo>
                    <a:pt x="6391" y="4448"/>
                  </a:lnTo>
                  <a:lnTo>
                    <a:pt x="6493" y="4205"/>
                  </a:lnTo>
                  <a:lnTo>
                    <a:pt x="6404" y="4090"/>
                  </a:lnTo>
                  <a:lnTo>
                    <a:pt x="6046" y="4090"/>
                  </a:lnTo>
                  <a:lnTo>
                    <a:pt x="5957" y="4013"/>
                  </a:lnTo>
                  <a:lnTo>
                    <a:pt x="6059" y="4064"/>
                  </a:lnTo>
                  <a:lnTo>
                    <a:pt x="6442" y="4077"/>
                  </a:lnTo>
                  <a:lnTo>
                    <a:pt x="6493" y="4052"/>
                  </a:lnTo>
                  <a:lnTo>
                    <a:pt x="6276" y="3885"/>
                  </a:lnTo>
                  <a:lnTo>
                    <a:pt x="6519" y="4026"/>
                  </a:lnTo>
                  <a:lnTo>
                    <a:pt x="6545" y="3962"/>
                  </a:lnTo>
                  <a:lnTo>
                    <a:pt x="6289" y="3758"/>
                  </a:lnTo>
                  <a:lnTo>
                    <a:pt x="6200" y="3732"/>
                  </a:lnTo>
                  <a:lnTo>
                    <a:pt x="6084" y="3834"/>
                  </a:lnTo>
                  <a:lnTo>
                    <a:pt x="6200" y="3860"/>
                  </a:lnTo>
                  <a:lnTo>
                    <a:pt x="6097" y="3860"/>
                  </a:lnTo>
                  <a:lnTo>
                    <a:pt x="6021" y="3783"/>
                  </a:lnTo>
                  <a:lnTo>
                    <a:pt x="5982" y="3834"/>
                  </a:lnTo>
                  <a:lnTo>
                    <a:pt x="6021" y="3911"/>
                  </a:lnTo>
                  <a:lnTo>
                    <a:pt x="5906" y="3975"/>
                  </a:lnTo>
                  <a:lnTo>
                    <a:pt x="5906" y="3975"/>
                  </a:lnTo>
                  <a:lnTo>
                    <a:pt x="5982" y="3885"/>
                  </a:lnTo>
                  <a:lnTo>
                    <a:pt x="5944" y="3822"/>
                  </a:lnTo>
                  <a:lnTo>
                    <a:pt x="6021" y="3694"/>
                  </a:lnTo>
                  <a:lnTo>
                    <a:pt x="6008" y="3425"/>
                  </a:lnTo>
                  <a:lnTo>
                    <a:pt x="5867" y="3413"/>
                  </a:lnTo>
                  <a:lnTo>
                    <a:pt x="5663" y="3349"/>
                  </a:lnTo>
                  <a:lnTo>
                    <a:pt x="5612" y="3387"/>
                  </a:lnTo>
                  <a:lnTo>
                    <a:pt x="5675" y="3489"/>
                  </a:lnTo>
                  <a:lnTo>
                    <a:pt x="5867" y="3515"/>
                  </a:lnTo>
                  <a:lnTo>
                    <a:pt x="5969" y="3643"/>
                  </a:lnTo>
                  <a:lnTo>
                    <a:pt x="5854" y="3540"/>
                  </a:lnTo>
                  <a:lnTo>
                    <a:pt x="5739" y="3540"/>
                  </a:lnTo>
                  <a:lnTo>
                    <a:pt x="5739" y="3745"/>
                  </a:lnTo>
                  <a:lnTo>
                    <a:pt x="5842" y="3591"/>
                  </a:lnTo>
                  <a:lnTo>
                    <a:pt x="5803" y="3719"/>
                  </a:lnTo>
                  <a:lnTo>
                    <a:pt x="5765" y="3783"/>
                  </a:lnTo>
                  <a:lnTo>
                    <a:pt x="5842" y="3924"/>
                  </a:lnTo>
                  <a:lnTo>
                    <a:pt x="5714" y="3783"/>
                  </a:lnTo>
                  <a:lnTo>
                    <a:pt x="5688" y="3528"/>
                  </a:lnTo>
                  <a:lnTo>
                    <a:pt x="5599" y="3489"/>
                  </a:lnTo>
                  <a:lnTo>
                    <a:pt x="5420" y="3323"/>
                  </a:lnTo>
                  <a:lnTo>
                    <a:pt x="5305" y="3285"/>
                  </a:lnTo>
                  <a:lnTo>
                    <a:pt x="5420" y="3131"/>
                  </a:lnTo>
                  <a:lnTo>
                    <a:pt x="5343" y="2978"/>
                  </a:lnTo>
                  <a:lnTo>
                    <a:pt x="5215" y="3016"/>
                  </a:lnTo>
                  <a:lnTo>
                    <a:pt x="5126" y="3004"/>
                  </a:lnTo>
                  <a:lnTo>
                    <a:pt x="5126" y="3182"/>
                  </a:lnTo>
                  <a:lnTo>
                    <a:pt x="5228" y="3259"/>
                  </a:lnTo>
                  <a:lnTo>
                    <a:pt x="5279" y="3259"/>
                  </a:lnTo>
                  <a:lnTo>
                    <a:pt x="5190" y="3285"/>
                  </a:lnTo>
                  <a:lnTo>
                    <a:pt x="5126" y="3246"/>
                  </a:lnTo>
                  <a:lnTo>
                    <a:pt x="4998" y="3272"/>
                  </a:lnTo>
                  <a:lnTo>
                    <a:pt x="4998" y="3272"/>
                  </a:lnTo>
                  <a:lnTo>
                    <a:pt x="5062" y="3016"/>
                  </a:lnTo>
                  <a:lnTo>
                    <a:pt x="4947" y="2927"/>
                  </a:lnTo>
                  <a:lnTo>
                    <a:pt x="4845" y="2825"/>
                  </a:lnTo>
                  <a:lnTo>
                    <a:pt x="4755" y="2799"/>
                  </a:lnTo>
                  <a:lnTo>
                    <a:pt x="4627" y="2901"/>
                  </a:lnTo>
                  <a:lnTo>
                    <a:pt x="4679" y="3042"/>
                  </a:lnTo>
                  <a:lnTo>
                    <a:pt x="4538" y="2940"/>
                  </a:lnTo>
                  <a:lnTo>
                    <a:pt x="4423" y="2927"/>
                  </a:lnTo>
                  <a:lnTo>
                    <a:pt x="4270" y="2774"/>
                  </a:lnTo>
                  <a:lnTo>
                    <a:pt x="4270" y="2633"/>
                  </a:lnTo>
                  <a:lnTo>
                    <a:pt x="4129" y="2454"/>
                  </a:lnTo>
                  <a:lnTo>
                    <a:pt x="4040" y="2531"/>
                  </a:lnTo>
                  <a:lnTo>
                    <a:pt x="3976" y="2428"/>
                  </a:lnTo>
                  <a:lnTo>
                    <a:pt x="3976" y="2275"/>
                  </a:lnTo>
                  <a:lnTo>
                    <a:pt x="3771" y="2096"/>
                  </a:lnTo>
                  <a:lnTo>
                    <a:pt x="3656" y="2071"/>
                  </a:lnTo>
                  <a:lnTo>
                    <a:pt x="3209" y="1738"/>
                  </a:lnTo>
                  <a:lnTo>
                    <a:pt x="3107" y="1713"/>
                  </a:lnTo>
                  <a:lnTo>
                    <a:pt x="2992" y="1687"/>
                  </a:lnTo>
                  <a:lnTo>
                    <a:pt x="2940" y="1521"/>
                  </a:lnTo>
                  <a:lnTo>
                    <a:pt x="2646" y="1368"/>
                  </a:lnTo>
                  <a:lnTo>
                    <a:pt x="2557" y="1304"/>
                  </a:lnTo>
                  <a:lnTo>
                    <a:pt x="2583" y="1253"/>
                  </a:lnTo>
                  <a:lnTo>
                    <a:pt x="2608" y="1189"/>
                  </a:lnTo>
                  <a:lnTo>
                    <a:pt x="2595" y="1061"/>
                  </a:lnTo>
                  <a:lnTo>
                    <a:pt x="2391" y="1010"/>
                  </a:lnTo>
                  <a:lnTo>
                    <a:pt x="2353" y="793"/>
                  </a:lnTo>
                  <a:lnTo>
                    <a:pt x="1969" y="435"/>
                  </a:lnTo>
                  <a:lnTo>
                    <a:pt x="1675" y="537"/>
                  </a:lnTo>
                  <a:lnTo>
                    <a:pt x="1509" y="384"/>
                  </a:lnTo>
                  <a:lnTo>
                    <a:pt x="1036" y="460"/>
                  </a:lnTo>
                  <a:lnTo>
                    <a:pt x="755" y="384"/>
                  </a:lnTo>
                  <a:lnTo>
                    <a:pt x="589" y="153"/>
                  </a:lnTo>
                  <a:lnTo>
                    <a:pt x="167" y="15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8"/>
            <p:cNvSpPr/>
            <p:nvPr/>
          </p:nvSpPr>
          <p:spPr>
            <a:xfrm>
              <a:off x="6328100" y="2163325"/>
              <a:ext cx="18225" cy="12500"/>
            </a:xfrm>
            <a:custGeom>
              <a:rect b="b" l="l" r="r" t="t"/>
              <a:pathLst>
                <a:path extrusionOk="0" h="500" w="729">
                  <a:moveTo>
                    <a:pt x="320" y="1"/>
                  </a:moveTo>
                  <a:lnTo>
                    <a:pt x="0" y="295"/>
                  </a:lnTo>
                  <a:lnTo>
                    <a:pt x="90" y="448"/>
                  </a:lnTo>
                  <a:lnTo>
                    <a:pt x="320" y="333"/>
                  </a:lnTo>
                  <a:lnTo>
                    <a:pt x="345" y="448"/>
                  </a:lnTo>
                  <a:lnTo>
                    <a:pt x="550" y="499"/>
                  </a:lnTo>
                  <a:lnTo>
                    <a:pt x="729" y="256"/>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8"/>
            <p:cNvSpPr/>
            <p:nvPr/>
          </p:nvSpPr>
          <p:spPr>
            <a:xfrm>
              <a:off x="2112725" y="2872650"/>
              <a:ext cx="13125" cy="13450"/>
            </a:xfrm>
            <a:custGeom>
              <a:rect b="b" l="l" r="r" t="t"/>
              <a:pathLst>
                <a:path extrusionOk="0" h="538" w="525">
                  <a:moveTo>
                    <a:pt x="0" y="1"/>
                  </a:moveTo>
                  <a:lnTo>
                    <a:pt x="486" y="205"/>
                  </a:lnTo>
                  <a:lnTo>
                    <a:pt x="396" y="537"/>
                  </a:lnTo>
                  <a:lnTo>
                    <a:pt x="524" y="537"/>
                  </a:lnTo>
                  <a:lnTo>
                    <a:pt x="524"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8"/>
            <p:cNvSpPr/>
            <p:nvPr/>
          </p:nvSpPr>
          <p:spPr>
            <a:xfrm>
              <a:off x="2065100" y="3136250"/>
              <a:ext cx="264600" cy="352450"/>
            </a:xfrm>
            <a:custGeom>
              <a:rect b="b" l="l" r="r" t="t"/>
              <a:pathLst>
                <a:path extrusionOk="0" h="14098" w="10584">
                  <a:moveTo>
                    <a:pt x="7171" y="1"/>
                  </a:moveTo>
                  <a:lnTo>
                    <a:pt x="6915" y="39"/>
                  </a:lnTo>
                  <a:lnTo>
                    <a:pt x="6596" y="192"/>
                  </a:lnTo>
                  <a:lnTo>
                    <a:pt x="6455" y="461"/>
                  </a:lnTo>
                  <a:lnTo>
                    <a:pt x="5484" y="946"/>
                  </a:lnTo>
                  <a:lnTo>
                    <a:pt x="4666" y="908"/>
                  </a:lnTo>
                  <a:lnTo>
                    <a:pt x="4487" y="1240"/>
                  </a:lnTo>
                  <a:lnTo>
                    <a:pt x="4142" y="1112"/>
                  </a:lnTo>
                  <a:lnTo>
                    <a:pt x="3400" y="1598"/>
                  </a:lnTo>
                  <a:lnTo>
                    <a:pt x="3298" y="2199"/>
                  </a:lnTo>
                  <a:lnTo>
                    <a:pt x="3388" y="2365"/>
                  </a:lnTo>
                  <a:lnTo>
                    <a:pt x="3209" y="2544"/>
                  </a:lnTo>
                  <a:lnTo>
                    <a:pt x="3030" y="2557"/>
                  </a:lnTo>
                  <a:lnTo>
                    <a:pt x="2199" y="3183"/>
                  </a:lnTo>
                  <a:lnTo>
                    <a:pt x="2352" y="3643"/>
                  </a:lnTo>
                  <a:lnTo>
                    <a:pt x="2122" y="3745"/>
                  </a:lnTo>
                  <a:lnTo>
                    <a:pt x="1752" y="3221"/>
                  </a:lnTo>
                  <a:lnTo>
                    <a:pt x="1713" y="3272"/>
                  </a:lnTo>
                  <a:lnTo>
                    <a:pt x="1931" y="3656"/>
                  </a:lnTo>
                  <a:lnTo>
                    <a:pt x="1931" y="3681"/>
                  </a:lnTo>
                  <a:lnTo>
                    <a:pt x="1931" y="3694"/>
                  </a:lnTo>
                  <a:lnTo>
                    <a:pt x="1611" y="4090"/>
                  </a:lnTo>
                  <a:lnTo>
                    <a:pt x="1586" y="4103"/>
                  </a:lnTo>
                  <a:lnTo>
                    <a:pt x="1547" y="4090"/>
                  </a:lnTo>
                  <a:lnTo>
                    <a:pt x="1407" y="3963"/>
                  </a:lnTo>
                  <a:lnTo>
                    <a:pt x="1202" y="4346"/>
                  </a:lnTo>
                  <a:lnTo>
                    <a:pt x="1496" y="4793"/>
                  </a:lnTo>
                  <a:lnTo>
                    <a:pt x="1713" y="4832"/>
                  </a:lnTo>
                  <a:lnTo>
                    <a:pt x="1547" y="5189"/>
                  </a:lnTo>
                  <a:lnTo>
                    <a:pt x="1790" y="5598"/>
                  </a:lnTo>
                  <a:lnTo>
                    <a:pt x="1586" y="5739"/>
                  </a:lnTo>
                  <a:lnTo>
                    <a:pt x="1471" y="7055"/>
                  </a:lnTo>
                  <a:lnTo>
                    <a:pt x="1713" y="7324"/>
                  </a:lnTo>
                  <a:lnTo>
                    <a:pt x="1010" y="8308"/>
                  </a:lnTo>
                  <a:lnTo>
                    <a:pt x="525" y="8423"/>
                  </a:lnTo>
                  <a:lnTo>
                    <a:pt x="308" y="8691"/>
                  </a:lnTo>
                  <a:lnTo>
                    <a:pt x="384" y="9024"/>
                  </a:lnTo>
                  <a:lnTo>
                    <a:pt x="129" y="9024"/>
                  </a:lnTo>
                  <a:lnTo>
                    <a:pt x="1" y="9177"/>
                  </a:lnTo>
                  <a:lnTo>
                    <a:pt x="129" y="9292"/>
                  </a:lnTo>
                  <a:lnTo>
                    <a:pt x="167" y="9305"/>
                  </a:lnTo>
                  <a:lnTo>
                    <a:pt x="180" y="9305"/>
                  </a:lnTo>
                  <a:lnTo>
                    <a:pt x="1253" y="9816"/>
                  </a:lnTo>
                  <a:lnTo>
                    <a:pt x="1279" y="9842"/>
                  </a:lnTo>
                  <a:lnTo>
                    <a:pt x="1419" y="10161"/>
                  </a:lnTo>
                  <a:lnTo>
                    <a:pt x="2225" y="10289"/>
                  </a:lnTo>
                  <a:lnTo>
                    <a:pt x="2301" y="10123"/>
                  </a:lnTo>
                  <a:lnTo>
                    <a:pt x="2327" y="10097"/>
                  </a:lnTo>
                  <a:lnTo>
                    <a:pt x="2365" y="10110"/>
                  </a:lnTo>
                  <a:lnTo>
                    <a:pt x="2940" y="10545"/>
                  </a:lnTo>
                  <a:lnTo>
                    <a:pt x="3234" y="10468"/>
                  </a:lnTo>
                  <a:lnTo>
                    <a:pt x="3260" y="10481"/>
                  </a:lnTo>
                  <a:lnTo>
                    <a:pt x="3988" y="10851"/>
                  </a:lnTo>
                  <a:lnTo>
                    <a:pt x="4001" y="10864"/>
                  </a:lnTo>
                  <a:lnTo>
                    <a:pt x="4001" y="10877"/>
                  </a:lnTo>
                  <a:lnTo>
                    <a:pt x="4078" y="11273"/>
                  </a:lnTo>
                  <a:lnTo>
                    <a:pt x="4627" y="11593"/>
                  </a:lnTo>
                  <a:lnTo>
                    <a:pt x="4640" y="11605"/>
                  </a:lnTo>
                  <a:lnTo>
                    <a:pt x="4794" y="12014"/>
                  </a:lnTo>
                  <a:lnTo>
                    <a:pt x="5075" y="12065"/>
                  </a:lnTo>
                  <a:lnTo>
                    <a:pt x="5100" y="12078"/>
                  </a:lnTo>
                  <a:lnTo>
                    <a:pt x="5100" y="12104"/>
                  </a:lnTo>
                  <a:lnTo>
                    <a:pt x="5075" y="12449"/>
                  </a:lnTo>
                  <a:lnTo>
                    <a:pt x="5330" y="12641"/>
                  </a:lnTo>
                  <a:lnTo>
                    <a:pt x="5612" y="12526"/>
                  </a:lnTo>
                  <a:lnTo>
                    <a:pt x="5624" y="12513"/>
                  </a:lnTo>
                  <a:lnTo>
                    <a:pt x="6008" y="12526"/>
                  </a:lnTo>
                  <a:lnTo>
                    <a:pt x="6327" y="12270"/>
                  </a:lnTo>
                  <a:lnTo>
                    <a:pt x="6353" y="12257"/>
                  </a:lnTo>
                  <a:lnTo>
                    <a:pt x="6378" y="12270"/>
                  </a:lnTo>
                  <a:lnTo>
                    <a:pt x="6736" y="12513"/>
                  </a:lnTo>
                  <a:lnTo>
                    <a:pt x="6979" y="12359"/>
                  </a:lnTo>
                  <a:lnTo>
                    <a:pt x="7005" y="12347"/>
                  </a:lnTo>
                  <a:lnTo>
                    <a:pt x="7017" y="12359"/>
                  </a:lnTo>
                  <a:lnTo>
                    <a:pt x="7733" y="12807"/>
                  </a:lnTo>
                  <a:lnTo>
                    <a:pt x="7746" y="12832"/>
                  </a:lnTo>
                  <a:lnTo>
                    <a:pt x="7746" y="12871"/>
                  </a:lnTo>
                  <a:lnTo>
                    <a:pt x="7158" y="13637"/>
                  </a:lnTo>
                  <a:lnTo>
                    <a:pt x="7222" y="13740"/>
                  </a:lnTo>
                  <a:lnTo>
                    <a:pt x="7452" y="13752"/>
                  </a:lnTo>
                  <a:lnTo>
                    <a:pt x="7478" y="13752"/>
                  </a:lnTo>
                  <a:lnTo>
                    <a:pt x="7490" y="13765"/>
                  </a:lnTo>
                  <a:lnTo>
                    <a:pt x="7708" y="14098"/>
                  </a:lnTo>
                  <a:lnTo>
                    <a:pt x="8308" y="11452"/>
                  </a:lnTo>
                  <a:lnTo>
                    <a:pt x="8129" y="11196"/>
                  </a:lnTo>
                  <a:lnTo>
                    <a:pt x="8117" y="11171"/>
                  </a:lnTo>
                  <a:lnTo>
                    <a:pt x="8155" y="10954"/>
                  </a:lnTo>
                  <a:lnTo>
                    <a:pt x="7784" y="10698"/>
                  </a:lnTo>
                  <a:lnTo>
                    <a:pt x="7771" y="10685"/>
                  </a:lnTo>
                  <a:lnTo>
                    <a:pt x="7759" y="10660"/>
                  </a:lnTo>
                  <a:lnTo>
                    <a:pt x="7810" y="9982"/>
                  </a:lnTo>
                  <a:lnTo>
                    <a:pt x="7810" y="9957"/>
                  </a:lnTo>
                  <a:lnTo>
                    <a:pt x="7835" y="9944"/>
                  </a:lnTo>
                  <a:lnTo>
                    <a:pt x="8257" y="9829"/>
                  </a:lnTo>
                  <a:lnTo>
                    <a:pt x="8283" y="9829"/>
                  </a:lnTo>
                  <a:lnTo>
                    <a:pt x="8589" y="9957"/>
                  </a:lnTo>
                  <a:lnTo>
                    <a:pt x="8526" y="9675"/>
                  </a:lnTo>
                  <a:lnTo>
                    <a:pt x="8027" y="9624"/>
                  </a:lnTo>
                  <a:lnTo>
                    <a:pt x="8002" y="9612"/>
                  </a:lnTo>
                  <a:lnTo>
                    <a:pt x="7989" y="9586"/>
                  </a:lnTo>
                  <a:lnTo>
                    <a:pt x="8027" y="9062"/>
                  </a:lnTo>
                  <a:lnTo>
                    <a:pt x="8027" y="9049"/>
                  </a:lnTo>
                  <a:lnTo>
                    <a:pt x="8040" y="9036"/>
                  </a:lnTo>
                  <a:lnTo>
                    <a:pt x="8180" y="8960"/>
                  </a:lnTo>
                  <a:lnTo>
                    <a:pt x="8206" y="8947"/>
                  </a:lnTo>
                  <a:lnTo>
                    <a:pt x="9433" y="9024"/>
                  </a:lnTo>
                  <a:lnTo>
                    <a:pt x="9497" y="8806"/>
                  </a:lnTo>
                  <a:lnTo>
                    <a:pt x="9510" y="8794"/>
                  </a:lnTo>
                  <a:lnTo>
                    <a:pt x="9522" y="8781"/>
                  </a:lnTo>
                  <a:lnTo>
                    <a:pt x="9548" y="8781"/>
                  </a:lnTo>
                  <a:lnTo>
                    <a:pt x="9561" y="8794"/>
                  </a:lnTo>
                  <a:lnTo>
                    <a:pt x="9752" y="8985"/>
                  </a:lnTo>
                  <a:lnTo>
                    <a:pt x="10059" y="8704"/>
                  </a:lnTo>
                  <a:lnTo>
                    <a:pt x="10085" y="8704"/>
                  </a:lnTo>
                  <a:lnTo>
                    <a:pt x="10110" y="8717"/>
                  </a:lnTo>
                  <a:lnTo>
                    <a:pt x="10417" y="9113"/>
                  </a:lnTo>
                  <a:lnTo>
                    <a:pt x="10417" y="9139"/>
                  </a:lnTo>
                  <a:lnTo>
                    <a:pt x="10481" y="9497"/>
                  </a:lnTo>
                  <a:lnTo>
                    <a:pt x="10583" y="9458"/>
                  </a:lnTo>
                  <a:lnTo>
                    <a:pt x="10391" y="8525"/>
                  </a:lnTo>
                  <a:lnTo>
                    <a:pt x="9919" y="8052"/>
                  </a:lnTo>
                  <a:lnTo>
                    <a:pt x="9919" y="8014"/>
                  </a:lnTo>
                  <a:lnTo>
                    <a:pt x="9931" y="7988"/>
                  </a:lnTo>
                  <a:lnTo>
                    <a:pt x="10328" y="7669"/>
                  </a:lnTo>
                  <a:lnTo>
                    <a:pt x="10098" y="7375"/>
                  </a:lnTo>
                  <a:lnTo>
                    <a:pt x="10098" y="7362"/>
                  </a:lnTo>
                  <a:lnTo>
                    <a:pt x="9893" y="6800"/>
                  </a:lnTo>
                  <a:lnTo>
                    <a:pt x="9880" y="6787"/>
                  </a:lnTo>
                  <a:lnTo>
                    <a:pt x="9893" y="6033"/>
                  </a:lnTo>
                  <a:lnTo>
                    <a:pt x="9906" y="6007"/>
                  </a:lnTo>
                  <a:lnTo>
                    <a:pt x="10110" y="5829"/>
                  </a:lnTo>
                  <a:lnTo>
                    <a:pt x="10340" y="5483"/>
                  </a:lnTo>
                  <a:lnTo>
                    <a:pt x="10046" y="5241"/>
                  </a:lnTo>
                  <a:lnTo>
                    <a:pt x="8947" y="5330"/>
                  </a:lnTo>
                  <a:lnTo>
                    <a:pt x="8704" y="5394"/>
                  </a:lnTo>
                  <a:lnTo>
                    <a:pt x="8679" y="5394"/>
                  </a:lnTo>
                  <a:lnTo>
                    <a:pt x="8653" y="5381"/>
                  </a:lnTo>
                  <a:lnTo>
                    <a:pt x="8053" y="4653"/>
                  </a:lnTo>
                  <a:lnTo>
                    <a:pt x="7452" y="4487"/>
                  </a:lnTo>
                  <a:lnTo>
                    <a:pt x="7286" y="4602"/>
                  </a:lnTo>
                  <a:lnTo>
                    <a:pt x="7260" y="4602"/>
                  </a:lnTo>
                  <a:lnTo>
                    <a:pt x="6302" y="4627"/>
                  </a:lnTo>
                  <a:lnTo>
                    <a:pt x="6276" y="4614"/>
                  </a:lnTo>
                  <a:lnTo>
                    <a:pt x="6263" y="4589"/>
                  </a:lnTo>
                  <a:lnTo>
                    <a:pt x="6212" y="4282"/>
                  </a:lnTo>
                  <a:lnTo>
                    <a:pt x="5995" y="4193"/>
                  </a:lnTo>
                  <a:lnTo>
                    <a:pt x="5969" y="4180"/>
                  </a:lnTo>
                  <a:lnTo>
                    <a:pt x="5969" y="4154"/>
                  </a:lnTo>
                  <a:lnTo>
                    <a:pt x="6097" y="3566"/>
                  </a:lnTo>
                  <a:lnTo>
                    <a:pt x="5778" y="2800"/>
                  </a:lnTo>
                  <a:lnTo>
                    <a:pt x="5292" y="2659"/>
                  </a:lnTo>
                  <a:lnTo>
                    <a:pt x="5279" y="2646"/>
                  </a:lnTo>
                  <a:lnTo>
                    <a:pt x="5266" y="2633"/>
                  </a:lnTo>
                  <a:lnTo>
                    <a:pt x="5266" y="2608"/>
                  </a:lnTo>
                  <a:lnTo>
                    <a:pt x="5279" y="2595"/>
                  </a:lnTo>
                  <a:lnTo>
                    <a:pt x="5688" y="2186"/>
                  </a:lnTo>
                  <a:lnTo>
                    <a:pt x="5675" y="1803"/>
                  </a:lnTo>
                  <a:lnTo>
                    <a:pt x="5675" y="1777"/>
                  </a:lnTo>
                  <a:lnTo>
                    <a:pt x="6110" y="1100"/>
                  </a:lnTo>
                  <a:lnTo>
                    <a:pt x="6136" y="1087"/>
                  </a:lnTo>
                  <a:lnTo>
                    <a:pt x="6340" y="1036"/>
                  </a:lnTo>
                  <a:lnTo>
                    <a:pt x="6621" y="652"/>
                  </a:lnTo>
                  <a:lnTo>
                    <a:pt x="6634" y="640"/>
                  </a:lnTo>
                  <a:lnTo>
                    <a:pt x="6877" y="640"/>
                  </a:lnTo>
                  <a:lnTo>
                    <a:pt x="7171" y="576"/>
                  </a:lnTo>
                  <a:lnTo>
                    <a:pt x="7401" y="384"/>
                  </a:lnTo>
                  <a:lnTo>
                    <a:pt x="71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8"/>
            <p:cNvSpPr/>
            <p:nvPr/>
          </p:nvSpPr>
          <p:spPr>
            <a:xfrm>
              <a:off x="2094825" y="2843575"/>
              <a:ext cx="12475" cy="19525"/>
            </a:xfrm>
            <a:custGeom>
              <a:rect b="b" l="l" r="r" t="t"/>
              <a:pathLst>
                <a:path extrusionOk="0" h="781" w="499">
                  <a:moveTo>
                    <a:pt x="0" y="1"/>
                  </a:moveTo>
                  <a:lnTo>
                    <a:pt x="384" y="295"/>
                  </a:lnTo>
                  <a:lnTo>
                    <a:pt x="333" y="780"/>
                  </a:lnTo>
                  <a:lnTo>
                    <a:pt x="461" y="780"/>
                  </a:lnTo>
                  <a:lnTo>
                    <a:pt x="499" y="24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78"/>
            <p:cNvSpPr/>
            <p:nvPr/>
          </p:nvSpPr>
          <p:spPr>
            <a:xfrm>
              <a:off x="2021325" y="3370450"/>
              <a:ext cx="125600" cy="135825"/>
            </a:xfrm>
            <a:custGeom>
              <a:rect b="b" l="l" r="r" t="t"/>
              <a:pathLst>
                <a:path extrusionOk="0" h="5433" w="5024">
                  <a:moveTo>
                    <a:pt x="1854" y="1"/>
                  </a:moveTo>
                  <a:lnTo>
                    <a:pt x="768" y="538"/>
                  </a:lnTo>
                  <a:lnTo>
                    <a:pt x="857" y="1113"/>
                  </a:lnTo>
                  <a:lnTo>
                    <a:pt x="461" y="1509"/>
                  </a:lnTo>
                  <a:lnTo>
                    <a:pt x="384" y="1969"/>
                  </a:lnTo>
                  <a:lnTo>
                    <a:pt x="129" y="2033"/>
                  </a:lnTo>
                  <a:lnTo>
                    <a:pt x="90" y="2173"/>
                  </a:lnTo>
                  <a:lnTo>
                    <a:pt x="167" y="2416"/>
                  </a:lnTo>
                  <a:lnTo>
                    <a:pt x="180" y="3158"/>
                  </a:lnTo>
                  <a:lnTo>
                    <a:pt x="1" y="3221"/>
                  </a:lnTo>
                  <a:lnTo>
                    <a:pt x="512" y="3528"/>
                  </a:lnTo>
                  <a:lnTo>
                    <a:pt x="1049" y="3362"/>
                  </a:lnTo>
                  <a:lnTo>
                    <a:pt x="947" y="3733"/>
                  </a:lnTo>
                  <a:lnTo>
                    <a:pt x="678" y="4116"/>
                  </a:lnTo>
                  <a:lnTo>
                    <a:pt x="563" y="4206"/>
                  </a:lnTo>
                  <a:lnTo>
                    <a:pt x="678" y="4640"/>
                  </a:lnTo>
                  <a:lnTo>
                    <a:pt x="678" y="4653"/>
                  </a:lnTo>
                  <a:lnTo>
                    <a:pt x="665" y="4678"/>
                  </a:lnTo>
                  <a:lnTo>
                    <a:pt x="474" y="4819"/>
                  </a:lnTo>
                  <a:lnTo>
                    <a:pt x="499" y="5011"/>
                  </a:lnTo>
                  <a:lnTo>
                    <a:pt x="678" y="4896"/>
                  </a:lnTo>
                  <a:lnTo>
                    <a:pt x="717" y="4896"/>
                  </a:lnTo>
                  <a:lnTo>
                    <a:pt x="1189" y="5062"/>
                  </a:lnTo>
                  <a:lnTo>
                    <a:pt x="1202" y="5075"/>
                  </a:lnTo>
                  <a:lnTo>
                    <a:pt x="1407" y="5407"/>
                  </a:lnTo>
                  <a:lnTo>
                    <a:pt x="1662" y="5432"/>
                  </a:lnTo>
                  <a:lnTo>
                    <a:pt x="1777" y="5190"/>
                  </a:lnTo>
                  <a:lnTo>
                    <a:pt x="1790" y="5164"/>
                  </a:lnTo>
                  <a:lnTo>
                    <a:pt x="1803" y="5164"/>
                  </a:lnTo>
                  <a:lnTo>
                    <a:pt x="1995" y="5151"/>
                  </a:lnTo>
                  <a:lnTo>
                    <a:pt x="1995" y="4998"/>
                  </a:lnTo>
                  <a:lnTo>
                    <a:pt x="2007" y="4985"/>
                  </a:lnTo>
                  <a:lnTo>
                    <a:pt x="2595" y="3733"/>
                  </a:lnTo>
                  <a:lnTo>
                    <a:pt x="2608" y="3720"/>
                  </a:lnTo>
                  <a:lnTo>
                    <a:pt x="3937" y="3209"/>
                  </a:lnTo>
                  <a:lnTo>
                    <a:pt x="4679" y="2416"/>
                  </a:lnTo>
                  <a:lnTo>
                    <a:pt x="4794" y="1969"/>
                  </a:lnTo>
                  <a:lnTo>
                    <a:pt x="4806" y="1943"/>
                  </a:lnTo>
                  <a:lnTo>
                    <a:pt x="4819" y="1931"/>
                  </a:lnTo>
                  <a:lnTo>
                    <a:pt x="4998" y="1905"/>
                  </a:lnTo>
                  <a:lnTo>
                    <a:pt x="5024" y="1675"/>
                  </a:lnTo>
                  <a:lnTo>
                    <a:pt x="4666" y="1253"/>
                  </a:lnTo>
                  <a:lnTo>
                    <a:pt x="4103" y="831"/>
                  </a:lnTo>
                  <a:lnTo>
                    <a:pt x="4027" y="985"/>
                  </a:lnTo>
                  <a:lnTo>
                    <a:pt x="4014" y="998"/>
                  </a:lnTo>
                  <a:lnTo>
                    <a:pt x="3988" y="1010"/>
                  </a:lnTo>
                  <a:lnTo>
                    <a:pt x="3145" y="870"/>
                  </a:lnTo>
                  <a:lnTo>
                    <a:pt x="3119" y="857"/>
                  </a:lnTo>
                  <a:lnTo>
                    <a:pt x="3107" y="844"/>
                  </a:lnTo>
                  <a:lnTo>
                    <a:pt x="2966" y="512"/>
                  </a:lnTo>
                  <a:lnTo>
                    <a:pt x="1905" y="14"/>
                  </a:lnTo>
                  <a:lnTo>
                    <a:pt x="18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78"/>
            <p:cNvSpPr/>
            <p:nvPr/>
          </p:nvSpPr>
          <p:spPr>
            <a:xfrm>
              <a:off x="1988750" y="2942625"/>
              <a:ext cx="16000" cy="10250"/>
            </a:xfrm>
            <a:custGeom>
              <a:rect b="b" l="l" r="r" t="t"/>
              <a:pathLst>
                <a:path extrusionOk="0" h="410" w="640">
                  <a:moveTo>
                    <a:pt x="154" y="1"/>
                  </a:moveTo>
                  <a:lnTo>
                    <a:pt x="154" y="294"/>
                  </a:lnTo>
                  <a:lnTo>
                    <a:pt x="0" y="410"/>
                  </a:lnTo>
                  <a:lnTo>
                    <a:pt x="243" y="410"/>
                  </a:lnTo>
                  <a:lnTo>
                    <a:pt x="639" y="307"/>
                  </a:lnTo>
                  <a:lnTo>
                    <a:pt x="4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8"/>
            <p:cNvSpPr/>
            <p:nvPr/>
          </p:nvSpPr>
          <p:spPr>
            <a:xfrm>
              <a:off x="2074050" y="2843575"/>
              <a:ext cx="17925" cy="7375"/>
            </a:xfrm>
            <a:custGeom>
              <a:rect b="b" l="l" r="r" t="t"/>
              <a:pathLst>
                <a:path extrusionOk="0" h="295" w="717">
                  <a:moveTo>
                    <a:pt x="256" y="1"/>
                  </a:moveTo>
                  <a:lnTo>
                    <a:pt x="154" y="128"/>
                  </a:lnTo>
                  <a:lnTo>
                    <a:pt x="1" y="205"/>
                  </a:lnTo>
                  <a:lnTo>
                    <a:pt x="128" y="295"/>
                  </a:lnTo>
                  <a:lnTo>
                    <a:pt x="716" y="154"/>
                  </a:lnTo>
                  <a:lnTo>
                    <a:pt x="397" y="103"/>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8"/>
            <p:cNvSpPr/>
            <p:nvPr/>
          </p:nvSpPr>
          <p:spPr>
            <a:xfrm>
              <a:off x="2091950" y="2896925"/>
              <a:ext cx="8000" cy="11525"/>
            </a:xfrm>
            <a:custGeom>
              <a:rect b="b" l="l" r="r" t="t"/>
              <a:pathLst>
                <a:path extrusionOk="0" h="461" w="320">
                  <a:moveTo>
                    <a:pt x="167" y="1"/>
                  </a:moveTo>
                  <a:lnTo>
                    <a:pt x="0" y="116"/>
                  </a:lnTo>
                  <a:lnTo>
                    <a:pt x="167" y="461"/>
                  </a:lnTo>
                  <a:lnTo>
                    <a:pt x="320" y="295"/>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8"/>
            <p:cNvSpPr/>
            <p:nvPr/>
          </p:nvSpPr>
          <p:spPr>
            <a:xfrm>
              <a:off x="2081725" y="2875200"/>
              <a:ext cx="12175" cy="21750"/>
            </a:xfrm>
            <a:custGeom>
              <a:rect b="b" l="l" r="r" t="t"/>
              <a:pathLst>
                <a:path extrusionOk="0" h="870" w="487">
                  <a:moveTo>
                    <a:pt x="154" y="1"/>
                  </a:moveTo>
                  <a:lnTo>
                    <a:pt x="90" y="384"/>
                  </a:lnTo>
                  <a:lnTo>
                    <a:pt x="192" y="576"/>
                  </a:lnTo>
                  <a:lnTo>
                    <a:pt x="192" y="576"/>
                  </a:lnTo>
                  <a:lnTo>
                    <a:pt x="0" y="512"/>
                  </a:lnTo>
                  <a:lnTo>
                    <a:pt x="0" y="653"/>
                  </a:lnTo>
                  <a:lnTo>
                    <a:pt x="192" y="717"/>
                  </a:lnTo>
                  <a:lnTo>
                    <a:pt x="307" y="870"/>
                  </a:lnTo>
                  <a:lnTo>
                    <a:pt x="397" y="780"/>
                  </a:lnTo>
                  <a:lnTo>
                    <a:pt x="486" y="665"/>
                  </a:lnTo>
                  <a:lnTo>
                    <a:pt x="486" y="627"/>
                  </a:lnTo>
                  <a:lnTo>
                    <a:pt x="461" y="563"/>
                  </a:lnTo>
                  <a:lnTo>
                    <a:pt x="409" y="371"/>
                  </a:lnTo>
                  <a:lnTo>
                    <a:pt x="320" y="10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78"/>
            <p:cNvSpPr/>
            <p:nvPr/>
          </p:nvSpPr>
          <p:spPr>
            <a:xfrm>
              <a:off x="1955200" y="2918025"/>
              <a:ext cx="206425" cy="69675"/>
            </a:xfrm>
            <a:custGeom>
              <a:rect b="b" l="l" r="r" t="t"/>
              <a:pathLst>
                <a:path extrusionOk="0" h="2787" w="8257">
                  <a:moveTo>
                    <a:pt x="2199" y="0"/>
                  </a:moveTo>
                  <a:lnTo>
                    <a:pt x="1917" y="128"/>
                  </a:lnTo>
                  <a:lnTo>
                    <a:pt x="1547" y="77"/>
                  </a:lnTo>
                  <a:lnTo>
                    <a:pt x="1419" y="141"/>
                  </a:lnTo>
                  <a:lnTo>
                    <a:pt x="1304" y="243"/>
                  </a:lnTo>
                  <a:lnTo>
                    <a:pt x="1061" y="256"/>
                  </a:lnTo>
                  <a:lnTo>
                    <a:pt x="780" y="333"/>
                  </a:lnTo>
                  <a:lnTo>
                    <a:pt x="524" y="691"/>
                  </a:lnTo>
                  <a:lnTo>
                    <a:pt x="524" y="908"/>
                  </a:lnTo>
                  <a:lnTo>
                    <a:pt x="281" y="908"/>
                  </a:lnTo>
                  <a:lnTo>
                    <a:pt x="0" y="972"/>
                  </a:lnTo>
                  <a:lnTo>
                    <a:pt x="64" y="1112"/>
                  </a:lnTo>
                  <a:lnTo>
                    <a:pt x="384" y="997"/>
                  </a:lnTo>
                  <a:lnTo>
                    <a:pt x="473" y="1112"/>
                  </a:lnTo>
                  <a:lnTo>
                    <a:pt x="780" y="997"/>
                  </a:lnTo>
                  <a:lnTo>
                    <a:pt x="869" y="767"/>
                  </a:lnTo>
                  <a:lnTo>
                    <a:pt x="1304" y="729"/>
                  </a:lnTo>
                  <a:lnTo>
                    <a:pt x="1726" y="422"/>
                  </a:lnTo>
                  <a:lnTo>
                    <a:pt x="2454" y="422"/>
                  </a:lnTo>
                  <a:lnTo>
                    <a:pt x="2582" y="563"/>
                  </a:lnTo>
                  <a:lnTo>
                    <a:pt x="2135" y="563"/>
                  </a:lnTo>
                  <a:lnTo>
                    <a:pt x="2377" y="831"/>
                  </a:lnTo>
                  <a:lnTo>
                    <a:pt x="2671" y="831"/>
                  </a:lnTo>
                  <a:lnTo>
                    <a:pt x="2863" y="946"/>
                  </a:lnTo>
                  <a:lnTo>
                    <a:pt x="2965" y="831"/>
                  </a:lnTo>
                  <a:lnTo>
                    <a:pt x="3017" y="921"/>
                  </a:lnTo>
                  <a:lnTo>
                    <a:pt x="3464" y="933"/>
                  </a:lnTo>
                  <a:lnTo>
                    <a:pt x="3502" y="818"/>
                  </a:lnTo>
                  <a:lnTo>
                    <a:pt x="3745" y="1112"/>
                  </a:lnTo>
                  <a:lnTo>
                    <a:pt x="4486" y="1368"/>
                  </a:lnTo>
                  <a:lnTo>
                    <a:pt x="4819" y="1368"/>
                  </a:lnTo>
                  <a:lnTo>
                    <a:pt x="5023" y="1675"/>
                  </a:lnTo>
                  <a:lnTo>
                    <a:pt x="5023" y="1802"/>
                  </a:lnTo>
                  <a:lnTo>
                    <a:pt x="5330" y="2071"/>
                  </a:lnTo>
                  <a:lnTo>
                    <a:pt x="5879" y="2071"/>
                  </a:lnTo>
                  <a:lnTo>
                    <a:pt x="6058" y="2263"/>
                  </a:lnTo>
                  <a:lnTo>
                    <a:pt x="5560" y="2672"/>
                  </a:lnTo>
                  <a:lnTo>
                    <a:pt x="5637" y="2787"/>
                  </a:lnTo>
                  <a:lnTo>
                    <a:pt x="6237" y="2697"/>
                  </a:lnTo>
                  <a:lnTo>
                    <a:pt x="6480" y="2710"/>
                  </a:lnTo>
                  <a:lnTo>
                    <a:pt x="6736" y="2620"/>
                  </a:lnTo>
                  <a:lnTo>
                    <a:pt x="6863" y="2710"/>
                  </a:lnTo>
                  <a:lnTo>
                    <a:pt x="6966" y="2620"/>
                  </a:lnTo>
                  <a:lnTo>
                    <a:pt x="7196" y="2787"/>
                  </a:lnTo>
                  <a:lnTo>
                    <a:pt x="7451" y="2710"/>
                  </a:lnTo>
                  <a:lnTo>
                    <a:pt x="7528" y="2633"/>
                  </a:lnTo>
                  <a:lnTo>
                    <a:pt x="7528" y="2697"/>
                  </a:lnTo>
                  <a:lnTo>
                    <a:pt x="7784" y="2582"/>
                  </a:lnTo>
                  <a:lnTo>
                    <a:pt x="8257" y="2569"/>
                  </a:lnTo>
                  <a:lnTo>
                    <a:pt x="8257" y="2442"/>
                  </a:lnTo>
                  <a:lnTo>
                    <a:pt x="8065" y="2403"/>
                  </a:lnTo>
                  <a:lnTo>
                    <a:pt x="7835" y="2122"/>
                  </a:lnTo>
                  <a:lnTo>
                    <a:pt x="7119" y="2033"/>
                  </a:lnTo>
                  <a:lnTo>
                    <a:pt x="7209" y="1802"/>
                  </a:lnTo>
                  <a:lnTo>
                    <a:pt x="7068" y="1713"/>
                  </a:lnTo>
                  <a:lnTo>
                    <a:pt x="6863" y="1751"/>
                  </a:lnTo>
                  <a:lnTo>
                    <a:pt x="6659" y="1560"/>
                  </a:lnTo>
                  <a:lnTo>
                    <a:pt x="6455" y="1624"/>
                  </a:lnTo>
                  <a:lnTo>
                    <a:pt x="5841" y="1125"/>
                  </a:lnTo>
                  <a:lnTo>
                    <a:pt x="5522" y="1163"/>
                  </a:lnTo>
                  <a:lnTo>
                    <a:pt x="5304" y="946"/>
                  </a:lnTo>
                  <a:lnTo>
                    <a:pt x="4780" y="665"/>
                  </a:lnTo>
                  <a:lnTo>
                    <a:pt x="4384" y="691"/>
                  </a:lnTo>
                  <a:lnTo>
                    <a:pt x="3924" y="282"/>
                  </a:lnTo>
                  <a:lnTo>
                    <a:pt x="3566" y="282"/>
                  </a:lnTo>
                  <a:lnTo>
                    <a:pt x="3438" y="90"/>
                  </a:lnTo>
                  <a:lnTo>
                    <a:pt x="3055" y="90"/>
                  </a:lnTo>
                  <a:lnTo>
                    <a:pt x="2953" y="167"/>
                  </a:lnTo>
                  <a:lnTo>
                    <a:pt x="2901" y="90"/>
                  </a:lnTo>
                  <a:lnTo>
                    <a:pt x="2620" y="90"/>
                  </a:lnTo>
                  <a:lnTo>
                    <a:pt x="23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8"/>
            <p:cNvSpPr/>
            <p:nvPr/>
          </p:nvSpPr>
          <p:spPr>
            <a:xfrm>
              <a:off x="3293000" y="2799475"/>
              <a:ext cx="10250" cy="9950"/>
            </a:xfrm>
            <a:custGeom>
              <a:rect b="b" l="l" r="r" t="t"/>
              <a:pathLst>
                <a:path extrusionOk="0" h="398" w="410">
                  <a:moveTo>
                    <a:pt x="410" y="1"/>
                  </a:moveTo>
                  <a:lnTo>
                    <a:pt x="1" y="193"/>
                  </a:lnTo>
                  <a:lnTo>
                    <a:pt x="90" y="384"/>
                  </a:lnTo>
                  <a:lnTo>
                    <a:pt x="116" y="397"/>
                  </a:lnTo>
                  <a:lnTo>
                    <a:pt x="218" y="397"/>
                  </a:lnTo>
                  <a:lnTo>
                    <a:pt x="257" y="384"/>
                  </a:lnTo>
                  <a:lnTo>
                    <a:pt x="282" y="371"/>
                  </a:lnTo>
                  <a:lnTo>
                    <a:pt x="320" y="333"/>
                  </a:lnTo>
                  <a:lnTo>
                    <a:pt x="372" y="231"/>
                  </a:lnTo>
                  <a:lnTo>
                    <a:pt x="397" y="116"/>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8"/>
            <p:cNvSpPr/>
            <p:nvPr/>
          </p:nvSpPr>
          <p:spPr>
            <a:xfrm>
              <a:off x="2688475" y="3417750"/>
              <a:ext cx="19525" cy="7675"/>
            </a:xfrm>
            <a:custGeom>
              <a:rect b="b" l="l" r="r" t="t"/>
              <a:pathLst>
                <a:path extrusionOk="0" h="307" w="781">
                  <a:moveTo>
                    <a:pt x="678" y="0"/>
                  </a:moveTo>
                  <a:lnTo>
                    <a:pt x="359" y="39"/>
                  </a:lnTo>
                  <a:lnTo>
                    <a:pt x="256" y="115"/>
                  </a:lnTo>
                  <a:lnTo>
                    <a:pt x="65" y="90"/>
                  </a:lnTo>
                  <a:lnTo>
                    <a:pt x="1" y="205"/>
                  </a:lnTo>
                  <a:lnTo>
                    <a:pt x="346" y="307"/>
                  </a:lnTo>
                  <a:lnTo>
                    <a:pt x="614" y="205"/>
                  </a:lnTo>
                  <a:lnTo>
                    <a:pt x="781" y="14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8"/>
            <p:cNvSpPr/>
            <p:nvPr/>
          </p:nvSpPr>
          <p:spPr>
            <a:xfrm>
              <a:off x="2199625" y="3144250"/>
              <a:ext cx="295250" cy="241575"/>
            </a:xfrm>
            <a:custGeom>
              <a:rect b="b" l="l" r="r" t="t"/>
              <a:pathLst>
                <a:path extrusionOk="0" h="9663" w="11810">
                  <a:moveTo>
                    <a:pt x="3196" y="0"/>
                  </a:moveTo>
                  <a:lnTo>
                    <a:pt x="2736" y="13"/>
                  </a:lnTo>
                  <a:lnTo>
                    <a:pt x="2697" y="256"/>
                  </a:lnTo>
                  <a:lnTo>
                    <a:pt x="3081" y="473"/>
                  </a:lnTo>
                  <a:lnTo>
                    <a:pt x="2761" y="524"/>
                  </a:lnTo>
                  <a:lnTo>
                    <a:pt x="1994" y="805"/>
                  </a:lnTo>
                  <a:lnTo>
                    <a:pt x="1790" y="946"/>
                  </a:lnTo>
                  <a:lnTo>
                    <a:pt x="1726" y="1278"/>
                  </a:lnTo>
                  <a:lnTo>
                    <a:pt x="2084" y="2071"/>
                  </a:lnTo>
                  <a:lnTo>
                    <a:pt x="1815" y="2416"/>
                  </a:lnTo>
                  <a:lnTo>
                    <a:pt x="1355" y="2428"/>
                  </a:lnTo>
                  <a:lnTo>
                    <a:pt x="1061" y="1815"/>
                  </a:lnTo>
                  <a:lnTo>
                    <a:pt x="1470" y="1201"/>
                  </a:lnTo>
                  <a:lnTo>
                    <a:pt x="1368" y="652"/>
                  </a:lnTo>
                  <a:lnTo>
                    <a:pt x="1317" y="396"/>
                  </a:lnTo>
                  <a:lnTo>
                    <a:pt x="1291" y="396"/>
                  </a:lnTo>
                  <a:lnTo>
                    <a:pt x="1023" y="767"/>
                  </a:lnTo>
                  <a:lnTo>
                    <a:pt x="997" y="792"/>
                  </a:lnTo>
                  <a:lnTo>
                    <a:pt x="793" y="831"/>
                  </a:lnTo>
                  <a:lnTo>
                    <a:pt x="371" y="1495"/>
                  </a:lnTo>
                  <a:lnTo>
                    <a:pt x="384" y="1879"/>
                  </a:lnTo>
                  <a:lnTo>
                    <a:pt x="371" y="1904"/>
                  </a:lnTo>
                  <a:lnTo>
                    <a:pt x="0" y="2288"/>
                  </a:lnTo>
                  <a:lnTo>
                    <a:pt x="435" y="2403"/>
                  </a:lnTo>
                  <a:lnTo>
                    <a:pt x="448" y="2416"/>
                  </a:lnTo>
                  <a:lnTo>
                    <a:pt x="461" y="2428"/>
                  </a:lnTo>
                  <a:lnTo>
                    <a:pt x="780" y="3234"/>
                  </a:lnTo>
                  <a:lnTo>
                    <a:pt x="793" y="3259"/>
                  </a:lnTo>
                  <a:lnTo>
                    <a:pt x="665" y="3821"/>
                  </a:lnTo>
                  <a:lnTo>
                    <a:pt x="882" y="3898"/>
                  </a:lnTo>
                  <a:lnTo>
                    <a:pt x="895" y="3911"/>
                  </a:lnTo>
                  <a:lnTo>
                    <a:pt x="895" y="3924"/>
                  </a:lnTo>
                  <a:lnTo>
                    <a:pt x="946" y="4230"/>
                  </a:lnTo>
                  <a:lnTo>
                    <a:pt x="1866" y="4205"/>
                  </a:lnTo>
                  <a:lnTo>
                    <a:pt x="2045" y="4090"/>
                  </a:lnTo>
                  <a:lnTo>
                    <a:pt x="2084" y="4077"/>
                  </a:lnTo>
                  <a:lnTo>
                    <a:pt x="2710" y="4256"/>
                  </a:lnTo>
                  <a:lnTo>
                    <a:pt x="2723" y="4269"/>
                  </a:lnTo>
                  <a:lnTo>
                    <a:pt x="3323" y="4997"/>
                  </a:lnTo>
                  <a:lnTo>
                    <a:pt x="3541" y="4933"/>
                  </a:lnTo>
                  <a:lnTo>
                    <a:pt x="3554" y="4933"/>
                  </a:lnTo>
                  <a:lnTo>
                    <a:pt x="4678" y="4844"/>
                  </a:lnTo>
                  <a:lnTo>
                    <a:pt x="4704" y="4844"/>
                  </a:lnTo>
                  <a:lnTo>
                    <a:pt x="5023" y="5125"/>
                  </a:lnTo>
                  <a:lnTo>
                    <a:pt x="5049" y="5151"/>
                  </a:lnTo>
                  <a:lnTo>
                    <a:pt x="5036" y="5176"/>
                  </a:lnTo>
                  <a:lnTo>
                    <a:pt x="4793" y="5560"/>
                  </a:lnTo>
                  <a:lnTo>
                    <a:pt x="4589" y="5739"/>
                  </a:lnTo>
                  <a:lnTo>
                    <a:pt x="4576" y="6467"/>
                  </a:lnTo>
                  <a:lnTo>
                    <a:pt x="4780" y="7017"/>
                  </a:lnTo>
                  <a:lnTo>
                    <a:pt x="5036" y="7336"/>
                  </a:lnTo>
                  <a:lnTo>
                    <a:pt x="5036" y="7362"/>
                  </a:lnTo>
                  <a:lnTo>
                    <a:pt x="5023" y="7387"/>
                  </a:lnTo>
                  <a:lnTo>
                    <a:pt x="4627" y="7707"/>
                  </a:lnTo>
                  <a:lnTo>
                    <a:pt x="5074" y="8167"/>
                  </a:lnTo>
                  <a:lnTo>
                    <a:pt x="5074" y="8180"/>
                  </a:lnTo>
                  <a:lnTo>
                    <a:pt x="5292" y="9138"/>
                  </a:lnTo>
                  <a:lnTo>
                    <a:pt x="5828" y="9547"/>
                  </a:lnTo>
                  <a:lnTo>
                    <a:pt x="6365" y="9317"/>
                  </a:lnTo>
                  <a:lnTo>
                    <a:pt x="6378" y="9304"/>
                  </a:lnTo>
                  <a:lnTo>
                    <a:pt x="6404" y="9317"/>
                  </a:lnTo>
                  <a:lnTo>
                    <a:pt x="6416" y="9330"/>
                  </a:lnTo>
                  <a:lnTo>
                    <a:pt x="6416" y="9343"/>
                  </a:lnTo>
                  <a:lnTo>
                    <a:pt x="6467" y="9662"/>
                  </a:lnTo>
                  <a:lnTo>
                    <a:pt x="7043" y="9189"/>
                  </a:lnTo>
                  <a:lnTo>
                    <a:pt x="7055" y="9189"/>
                  </a:lnTo>
                  <a:lnTo>
                    <a:pt x="7375" y="8998"/>
                  </a:lnTo>
                  <a:lnTo>
                    <a:pt x="7413" y="8998"/>
                  </a:lnTo>
                  <a:lnTo>
                    <a:pt x="7426" y="9010"/>
                  </a:lnTo>
                  <a:lnTo>
                    <a:pt x="7503" y="9100"/>
                  </a:lnTo>
                  <a:lnTo>
                    <a:pt x="7809" y="8653"/>
                  </a:lnTo>
                  <a:lnTo>
                    <a:pt x="7835" y="8640"/>
                  </a:lnTo>
                  <a:lnTo>
                    <a:pt x="8321" y="8550"/>
                  </a:lnTo>
                  <a:lnTo>
                    <a:pt x="8333" y="8371"/>
                  </a:lnTo>
                  <a:lnTo>
                    <a:pt x="7797" y="8282"/>
                  </a:lnTo>
                  <a:lnTo>
                    <a:pt x="7784" y="8269"/>
                  </a:lnTo>
                  <a:lnTo>
                    <a:pt x="7771" y="8256"/>
                  </a:lnTo>
                  <a:lnTo>
                    <a:pt x="7771" y="8231"/>
                  </a:lnTo>
                  <a:lnTo>
                    <a:pt x="7771" y="8218"/>
                  </a:lnTo>
                  <a:lnTo>
                    <a:pt x="7886" y="8065"/>
                  </a:lnTo>
                  <a:lnTo>
                    <a:pt x="7694" y="7272"/>
                  </a:lnTo>
                  <a:lnTo>
                    <a:pt x="7234" y="6672"/>
                  </a:lnTo>
                  <a:lnTo>
                    <a:pt x="7222" y="6646"/>
                  </a:lnTo>
                  <a:lnTo>
                    <a:pt x="7234" y="6620"/>
                  </a:lnTo>
                  <a:lnTo>
                    <a:pt x="7247" y="6608"/>
                  </a:lnTo>
                  <a:lnTo>
                    <a:pt x="7273" y="6608"/>
                  </a:lnTo>
                  <a:lnTo>
                    <a:pt x="7861" y="6812"/>
                  </a:lnTo>
                  <a:lnTo>
                    <a:pt x="7886" y="6825"/>
                  </a:lnTo>
                  <a:lnTo>
                    <a:pt x="7886" y="6850"/>
                  </a:lnTo>
                  <a:lnTo>
                    <a:pt x="7886" y="6991"/>
                  </a:lnTo>
                  <a:lnTo>
                    <a:pt x="8500" y="7017"/>
                  </a:lnTo>
                  <a:lnTo>
                    <a:pt x="8525" y="7029"/>
                  </a:lnTo>
                  <a:lnTo>
                    <a:pt x="8883" y="7362"/>
                  </a:lnTo>
                  <a:lnTo>
                    <a:pt x="9075" y="7285"/>
                  </a:lnTo>
                  <a:lnTo>
                    <a:pt x="9049" y="6953"/>
                  </a:lnTo>
                  <a:lnTo>
                    <a:pt x="9049" y="6927"/>
                  </a:lnTo>
                  <a:lnTo>
                    <a:pt x="9075" y="6914"/>
                  </a:lnTo>
                  <a:lnTo>
                    <a:pt x="9458" y="6774"/>
                  </a:lnTo>
                  <a:lnTo>
                    <a:pt x="9484" y="6787"/>
                  </a:lnTo>
                  <a:lnTo>
                    <a:pt x="9714" y="6914"/>
                  </a:lnTo>
                  <a:lnTo>
                    <a:pt x="10583" y="6608"/>
                  </a:lnTo>
                  <a:lnTo>
                    <a:pt x="10915" y="6263"/>
                  </a:lnTo>
                  <a:lnTo>
                    <a:pt x="10902" y="6148"/>
                  </a:lnTo>
                  <a:lnTo>
                    <a:pt x="10890" y="6135"/>
                  </a:lnTo>
                  <a:lnTo>
                    <a:pt x="10877" y="6122"/>
                  </a:lnTo>
                  <a:lnTo>
                    <a:pt x="10238" y="5381"/>
                  </a:lnTo>
                  <a:lnTo>
                    <a:pt x="10238" y="5355"/>
                  </a:lnTo>
                  <a:lnTo>
                    <a:pt x="10238" y="5342"/>
                  </a:lnTo>
                  <a:lnTo>
                    <a:pt x="10238" y="5330"/>
                  </a:lnTo>
                  <a:lnTo>
                    <a:pt x="10251" y="5317"/>
                  </a:lnTo>
                  <a:lnTo>
                    <a:pt x="10493" y="5215"/>
                  </a:lnTo>
                  <a:lnTo>
                    <a:pt x="10468" y="4908"/>
                  </a:lnTo>
                  <a:lnTo>
                    <a:pt x="10468" y="4882"/>
                  </a:lnTo>
                  <a:lnTo>
                    <a:pt x="10493" y="4869"/>
                  </a:lnTo>
                  <a:lnTo>
                    <a:pt x="11273" y="4563"/>
                  </a:lnTo>
                  <a:lnTo>
                    <a:pt x="11107" y="4473"/>
                  </a:lnTo>
                  <a:lnTo>
                    <a:pt x="11081" y="4448"/>
                  </a:lnTo>
                  <a:lnTo>
                    <a:pt x="11017" y="4115"/>
                  </a:lnTo>
                  <a:lnTo>
                    <a:pt x="11017" y="4090"/>
                  </a:lnTo>
                  <a:lnTo>
                    <a:pt x="11030" y="4077"/>
                  </a:lnTo>
                  <a:lnTo>
                    <a:pt x="11810" y="3464"/>
                  </a:lnTo>
                  <a:lnTo>
                    <a:pt x="11746" y="3464"/>
                  </a:lnTo>
                  <a:lnTo>
                    <a:pt x="11580" y="3297"/>
                  </a:lnTo>
                  <a:lnTo>
                    <a:pt x="11171" y="3195"/>
                  </a:lnTo>
                  <a:lnTo>
                    <a:pt x="10289" y="3285"/>
                  </a:lnTo>
                  <a:lnTo>
                    <a:pt x="10621" y="3170"/>
                  </a:lnTo>
                  <a:lnTo>
                    <a:pt x="10864" y="2761"/>
                  </a:lnTo>
                  <a:lnTo>
                    <a:pt x="10787" y="2428"/>
                  </a:lnTo>
                  <a:lnTo>
                    <a:pt x="10506" y="2339"/>
                  </a:lnTo>
                  <a:lnTo>
                    <a:pt x="10366" y="2173"/>
                  </a:lnTo>
                  <a:lnTo>
                    <a:pt x="10148" y="2173"/>
                  </a:lnTo>
                  <a:lnTo>
                    <a:pt x="9816" y="1994"/>
                  </a:lnTo>
                  <a:lnTo>
                    <a:pt x="9612" y="2454"/>
                  </a:lnTo>
                  <a:lnTo>
                    <a:pt x="9675" y="2045"/>
                  </a:lnTo>
                  <a:lnTo>
                    <a:pt x="9509" y="1751"/>
                  </a:lnTo>
                  <a:lnTo>
                    <a:pt x="9190" y="1521"/>
                  </a:lnTo>
                  <a:lnTo>
                    <a:pt x="9688" y="1534"/>
                  </a:lnTo>
                  <a:lnTo>
                    <a:pt x="9969" y="1431"/>
                  </a:lnTo>
                  <a:lnTo>
                    <a:pt x="8359" y="1342"/>
                  </a:lnTo>
                  <a:lnTo>
                    <a:pt x="8295" y="1495"/>
                  </a:lnTo>
                  <a:lnTo>
                    <a:pt x="7503" y="1713"/>
                  </a:lnTo>
                  <a:lnTo>
                    <a:pt x="7247" y="1828"/>
                  </a:lnTo>
                  <a:lnTo>
                    <a:pt x="6429" y="1495"/>
                  </a:lnTo>
                  <a:lnTo>
                    <a:pt x="6301" y="1240"/>
                  </a:lnTo>
                  <a:lnTo>
                    <a:pt x="5650" y="1291"/>
                  </a:lnTo>
                  <a:lnTo>
                    <a:pt x="4665" y="1355"/>
                  </a:lnTo>
                  <a:lnTo>
                    <a:pt x="4410" y="1201"/>
                  </a:lnTo>
                  <a:lnTo>
                    <a:pt x="4525" y="920"/>
                  </a:lnTo>
                  <a:lnTo>
                    <a:pt x="4039" y="588"/>
                  </a:lnTo>
                  <a:lnTo>
                    <a:pt x="3375" y="473"/>
                  </a:lnTo>
                  <a:lnTo>
                    <a:pt x="3208" y="320"/>
                  </a:lnTo>
                  <a:lnTo>
                    <a:pt x="319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8"/>
            <p:cNvSpPr/>
            <p:nvPr/>
          </p:nvSpPr>
          <p:spPr>
            <a:xfrm>
              <a:off x="3309950" y="2804275"/>
              <a:ext cx="13750" cy="9925"/>
            </a:xfrm>
            <a:custGeom>
              <a:rect b="b" l="l" r="r" t="t"/>
              <a:pathLst>
                <a:path extrusionOk="0" h="397" w="550">
                  <a:moveTo>
                    <a:pt x="192" y="1"/>
                  </a:moveTo>
                  <a:lnTo>
                    <a:pt x="0" y="243"/>
                  </a:lnTo>
                  <a:lnTo>
                    <a:pt x="422" y="397"/>
                  </a:lnTo>
                  <a:lnTo>
                    <a:pt x="550" y="192"/>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8"/>
            <p:cNvSpPr/>
            <p:nvPr/>
          </p:nvSpPr>
          <p:spPr>
            <a:xfrm>
              <a:off x="2690400" y="3411675"/>
              <a:ext cx="8975" cy="6100"/>
            </a:xfrm>
            <a:custGeom>
              <a:rect b="b" l="l" r="r" t="t"/>
              <a:pathLst>
                <a:path extrusionOk="0" h="244" w="359">
                  <a:moveTo>
                    <a:pt x="295" y="0"/>
                  </a:moveTo>
                  <a:lnTo>
                    <a:pt x="64" y="39"/>
                  </a:lnTo>
                  <a:lnTo>
                    <a:pt x="1" y="192"/>
                  </a:lnTo>
                  <a:lnTo>
                    <a:pt x="116" y="243"/>
                  </a:lnTo>
                  <a:lnTo>
                    <a:pt x="358" y="103"/>
                  </a:lnTo>
                  <a:lnTo>
                    <a:pt x="2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8"/>
            <p:cNvSpPr/>
            <p:nvPr/>
          </p:nvSpPr>
          <p:spPr>
            <a:xfrm>
              <a:off x="2458125" y="3231150"/>
              <a:ext cx="97150" cy="151150"/>
            </a:xfrm>
            <a:custGeom>
              <a:rect b="b" l="l" r="r" t="t"/>
              <a:pathLst>
                <a:path extrusionOk="0" h="6046" w="3886">
                  <a:moveTo>
                    <a:pt x="1585" y="0"/>
                  </a:moveTo>
                  <a:lnTo>
                    <a:pt x="754" y="639"/>
                  </a:lnTo>
                  <a:lnTo>
                    <a:pt x="818" y="933"/>
                  </a:lnTo>
                  <a:lnTo>
                    <a:pt x="1048" y="1061"/>
                  </a:lnTo>
                  <a:lnTo>
                    <a:pt x="1061" y="1074"/>
                  </a:lnTo>
                  <a:lnTo>
                    <a:pt x="1061" y="1100"/>
                  </a:lnTo>
                  <a:lnTo>
                    <a:pt x="1061" y="1112"/>
                  </a:lnTo>
                  <a:lnTo>
                    <a:pt x="1035" y="1125"/>
                  </a:lnTo>
                  <a:lnTo>
                    <a:pt x="205" y="1457"/>
                  </a:lnTo>
                  <a:lnTo>
                    <a:pt x="230" y="1764"/>
                  </a:lnTo>
                  <a:lnTo>
                    <a:pt x="230" y="1777"/>
                  </a:lnTo>
                  <a:lnTo>
                    <a:pt x="205" y="1802"/>
                  </a:lnTo>
                  <a:lnTo>
                    <a:pt x="0" y="1892"/>
                  </a:lnTo>
                  <a:lnTo>
                    <a:pt x="588" y="2569"/>
                  </a:lnTo>
                  <a:lnTo>
                    <a:pt x="1010" y="2531"/>
                  </a:lnTo>
                  <a:lnTo>
                    <a:pt x="1022" y="2531"/>
                  </a:lnTo>
                  <a:lnTo>
                    <a:pt x="1048" y="2544"/>
                  </a:lnTo>
                  <a:lnTo>
                    <a:pt x="1201" y="2735"/>
                  </a:lnTo>
                  <a:lnTo>
                    <a:pt x="1214" y="2748"/>
                  </a:lnTo>
                  <a:lnTo>
                    <a:pt x="1214" y="2774"/>
                  </a:lnTo>
                  <a:lnTo>
                    <a:pt x="1086" y="3157"/>
                  </a:lnTo>
                  <a:lnTo>
                    <a:pt x="1355" y="3259"/>
                  </a:lnTo>
                  <a:lnTo>
                    <a:pt x="1368" y="3259"/>
                  </a:lnTo>
                  <a:lnTo>
                    <a:pt x="1380" y="3285"/>
                  </a:lnTo>
                  <a:lnTo>
                    <a:pt x="1534" y="3783"/>
                  </a:lnTo>
                  <a:lnTo>
                    <a:pt x="1534" y="3796"/>
                  </a:lnTo>
                  <a:lnTo>
                    <a:pt x="1521" y="3822"/>
                  </a:lnTo>
                  <a:lnTo>
                    <a:pt x="1265" y="4026"/>
                  </a:lnTo>
                  <a:lnTo>
                    <a:pt x="1291" y="4231"/>
                  </a:lnTo>
                  <a:lnTo>
                    <a:pt x="1278" y="4256"/>
                  </a:lnTo>
                  <a:lnTo>
                    <a:pt x="1125" y="4512"/>
                  </a:lnTo>
                  <a:lnTo>
                    <a:pt x="1150" y="5010"/>
                  </a:lnTo>
                  <a:lnTo>
                    <a:pt x="1291" y="5138"/>
                  </a:lnTo>
                  <a:lnTo>
                    <a:pt x="1304" y="5151"/>
                  </a:lnTo>
                  <a:lnTo>
                    <a:pt x="1304" y="5177"/>
                  </a:lnTo>
                  <a:lnTo>
                    <a:pt x="1291" y="5445"/>
                  </a:lnTo>
                  <a:lnTo>
                    <a:pt x="1687" y="5828"/>
                  </a:lnTo>
                  <a:lnTo>
                    <a:pt x="1917" y="5905"/>
                  </a:lnTo>
                  <a:lnTo>
                    <a:pt x="1943" y="5918"/>
                  </a:lnTo>
                  <a:lnTo>
                    <a:pt x="2032" y="6046"/>
                  </a:lnTo>
                  <a:lnTo>
                    <a:pt x="2198" y="5943"/>
                  </a:lnTo>
                  <a:lnTo>
                    <a:pt x="2377" y="5726"/>
                  </a:lnTo>
                  <a:lnTo>
                    <a:pt x="2403" y="5713"/>
                  </a:lnTo>
                  <a:lnTo>
                    <a:pt x="2428" y="5713"/>
                  </a:lnTo>
                  <a:lnTo>
                    <a:pt x="2658" y="5790"/>
                  </a:lnTo>
                  <a:lnTo>
                    <a:pt x="2863" y="5611"/>
                  </a:lnTo>
                  <a:lnTo>
                    <a:pt x="2876" y="5598"/>
                  </a:lnTo>
                  <a:lnTo>
                    <a:pt x="2901" y="5598"/>
                  </a:lnTo>
                  <a:lnTo>
                    <a:pt x="3157" y="5675"/>
                  </a:lnTo>
                  <a:lnTo>
                    <a:pt x="3272" y="5470"/>
                  </a:lnTo>
                  <a:lnTo>
                    <a:pt x="3297" y="5458"/>
                  </a:lnTo>
                  <a:lnTo>
                    <a:pt x="3323" y="5458"/>
                  </a:lnTo>
                  <a:lnTo>
                    <a:pt x="3847" y="5586"/>
                  </a:lnTo>
                  <a:lnTo>
                    <a:pt x="3885" y="5560"/>
                  </a:lnTo>
                  <a:lnTo>
                    <a:pt x="3489" y="4384"/>
                  </a:lnTo>
                  <a:lnTo>
                    <a:pt x="3208" y="4346"/>
                  </a:lnTo>
                  <a:lnTo>
                    <a:pt x="3182" y="4320"/>
                  </a:lnTo>
                  <a:lnTo>
                    <a:pt x="2786" y="3681"/>
                  </a:lnTo>
                  <a:lnTo>
                    <a:pt x="2773" y="3656"/>
                  </a:lnTo>
                  <a:lnTo>
                    <a:pt x="2786" y="3630"/>
                  </a:lnTo>
                  <a:lnTo>
                    <a:pt x="3029" y="3298"/>
                  </a:lnTo>
                  <a:lnTo>
                    <a:pt x="2978" y="3144"/>
                  </a:lnTo>
                  <a:lnTo>
                    <a:pt x="2978" y="3119"/>
                  </a:lnTo>
                  <a:lnTo>
                    <a:pt x="2991" y="3106"/>
                  </a:lnTo>
                  <a:lnTo>
                    <a:pt x="3093" y="2953"/>
                  </a:lnTo>
                  <a:lnTo>
                    <a:pt x="3119" y="2940"/>
                  </a:lnTo>
                  <a:lnTo>
                    <a:pt x="3604" y="2850"/>
                  </a:lnTo>
                  <a:lnTo>
                    <a:pt x="3540" y="2620"/>
                  </a:lnTo>
                  <a:lnTo>
                    <a:pt x="3540" y="2595"/>
                  </a:lnTo>
                  <a:lnTo>
                    <a:pt x="3706" y="2135"/>
                  </a:lnTo>
                  <a:lnTo>
                    <a:pt x="3668" y="1943"/>
                  </a:lnTo>
                  <a:lnTo>
                    <a:pt x="3349" y="1930"/>
                  </a:lnTo>
                  <a:lnTo>
                    <a:pt x="2901" y="1342"/>
                  </a:lnTo>
                  <a:lnTo>
                    <a:pt x="2735" y="1342"/>
                  </a:lnTo>
                  <a:lnTo>
                    <a:pt x="2467" y="1585"/>
                  </a:lnTo>
                  <a:lnTo>
                    <a:pt x="2671" y="933"/>
                  </a:lnTo>
                  <a:lnTo>
                    <a:pt x="16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8"/>
            <p:cNvSpPr/>
            <p:nvPr/>
          </p:nvSpPr>
          <p:spPr>
            <a:xfrm>
              <a:off x="2529675" y="3286100"/>
              <a:ext cx="89175" cy="86925"/>
            </a:xfrm>
            <a:custGeom>
              <a:rect b="b" l="l" r="r" t="t"/>
              <a:pathLst>
                <a:path extrusionOk="0" h="3477" w="3567">
                  <a:moveTo>
                    <a:pt x="908" y="1"/>
                  </a:moveTo>
                  <a:lnTo>
                    <a:pt x="755" y="410"/>
                  </a:lnTo>
                  <a:lnTo>
                    <a:pt x="819" y="678"/>
                  </a:lnTo>
                  <a:lnTo>
                    <a:pt x="819" y="704"/>
                  </a:lnTo>
                  <a:lnTo>
                    <a:pt x="793" y="716"/>
                  </a:lnTo>
                  <a:lnTo>
                    <a:pt x="282" y="806"/>
                  </a:lnTo>
                  <a:lnTo>
                    <a:pt x="193" y="934"/>
                  </a:lnTo>
                  <a:lnTo>
                    <a:pt x="244" y="1100"/>
                  </a:lnTo>
                  <a:lnTo>
                    <a:pt x="244" y="1113"/>
                  </a:lnTo>
                  <a:lnTo>
                    <a:pt x="244" y="1125"/>
                  </a:lnTo>
                  <a:lnTo>
                    <a:pt x="1" y="1458"/>
                  </a:lnTo>
                  <a:lnTo>
                    <a:pt x="372" y="2071"/>
                  </a:lnTo>
                  <a:lnTo>
                    <a:pt x="665" y="2109"/>
                  </a:lnTo>
                  <a:lnTo>
                    <a:pt x="678" y="2122"/>
                  </a:lnTo>
                  <a:lnTo>
                    <a:pt x="691" y="2135"/>
                  </a:lnTo>
                  <a:lnTo>
                    <a:pt x="1087" y="3311"/>
                  </a:lnTo>
                  <a:lnTo>
                    <a:pt x="1113" y="3298"/>
                  </a:lnTo>
                  <a:lnTo>
                    <a:pt x="1126" y="3285"/>
                  </a:lnTo>
                  <a:lnTo>
                    <a:pt x="1151" y="3285"/>
                  </a:lnTo>
                  <a:lnTo>
                    <a:pt x="1726" y="3477"/>
                  </a:lnTo>
                  <a:lnTo>
                    <a:pt x="1739" y="3413"/>
                  </a:lnTo>
                  <a:lnTo>
                    <a:pt x="1598" y="3170"/>
                  </a:lnTo>
                  <a:lnTo>
                    <a:pt x="1598" y="3157"/>
                  </a:lnTo>
                  <a:lnTo>
                    <a:pt x="1598" y="3132"/>
                  </a:lnTo>
                  <a:lnTo>
                    <a:pt x="1726" y="2927"/>
                  </a:lnTo>
                  <a:lnTo>
                    <a:pt x="1739" y="2915"/>
                  </a:lnTo>
                  <a:lnTo>
                    <a:pt x="1777" y="2915"/>
                  </a:lnTo>
                  <a:lnTo>
                    <a:pt x="1969" y="3030"/>
                  </a:lnTo>
                  <a:lnTo>
                    <a:pt x="2570" y="2940"/>
                  </a:lnTo>
                  <a:lnTo>
                    <a:pt x="2608" y="2953"/>
                  </a:lnTo>
                  <a:lnTo>
                    <a:pt x="2915" y="3209"/>
                  </a:lnTo>
                  <a:lnTo>
                    <a:pt x="3260" y="2787"/>
                  </a:lnTo>
                  <a:lnTo>
                    <a:pt x="3273" y="2531"/>
                  </a:lnTo>
                  <a:lnTo>
                    <a:pt x="3273" y="2506"/>
                  </a:lnTo>
                  <a:lnTo>
                    <a:pt x="3464" y="2288"/>
                  </a:lnTo>
                  <a:lnTo>
                    <a:pt x="3464" y="2109"/>
                  </a:lnTo>
                  <a:lnTo>
                    <a:pt x="3145" y="1688"/>
                  </a:lnTo>
                  <a:lnTo>
                    <a:pt x="3132" y="1675"/>
                  </a:lnTo>
                  <a:lnTo>
                    <a:pt x="3068" y="1049"/>
                  </a:lnTo>
                  <a:lnTo>
                    <a:pt x="3081" y="1010"/>
                  </a:lnTo>
                  <a:lnTo>
                    <a:pt x="3503" y="563"/>
                  </a:lnTo>
                  <a:lnTo>
                    <a:pt x="3567" y="282"/>
                  </a:lnTo>
                  <a:lnTo>
                    <a:pt x="2825" y="116"/>
                  </a:lnTo>
                  <a:lnTo>
                    <a:pt x="2199" y="90"/>
                  </a:lnTo>
                  <a:lnTo>
                    <a:pt x="1982" y="77"/>
                  </a:lnTo>
                  <a:lnTo>
                    <a:pt x="1816" y="256"/>
                  </a:lnTo>
                  <a:lnTo>
                    <a:pt x="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8"/>
            <p:cNvSpPr/>
            <p:nvPr/>
          </p:nvSpPr>
          <p:spPr>
            <a:xfrm>
              <a:off x="3339025" y="2777425"/>
              <a:ext cx="23350" cy="30400"/>
            </a:xfrm>
            <a:custGeom>
              <a:rect b="b" l="l" r="r" t="t"/>
              <a:pathLst>
                <a:path extrusionOk="0" h="1216" w="934">
                  <a:moveTo>
                    <a:pt x="831" y="1"/>
                  </a:moveTo>
                  <a:lnTo>
                    <a:pt x="486" y="423"/>
                  </a:lnTo>
                  <a:lnTo>
                    <a:pt x="486" y="653"/>
                  </a:lnTo>
                  <a:lnTo>
                    <a:pt x="320" y="883"/>
                  </a:lnTo>
                  <a:lnTo>
                    <a:pt x="205" y="1036"/>
                  </a:lnTo>
                  <a:lnTo>
                    <a:pt x="0" y="1215"/>
                  </a:lnTo>
                  <a:lnTo>
                    <a:pt x="205" y="1215"/>
                  </a:lnTo>
                  <a:lnTo>
                    <a:pt x="550" y="1126"/>
                  </a:lnTo>
                  <a:lnTo>
                    <a:pt x="512" y="742"/>
                  </a:lnTo>
                  <a:lnTo>
                    <a:pt x="831" y="602"/>
                  </a:lnTo>
                  <a:lnTo>
                    <a:pt x="933" y="231"/>
                  </a:lnTo>
                  <a:lnTo>
                    <a:pt x="8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8"/>
            <p:cNvSpPr/>
            <p:nvPr/>
          </p:nvSpPr>
          <p:spPr>
            <a:xfrm>
              <a:off x="2044350" y="1866175"/>
              <a:ext cx="19175" cy="16650"/>
            </a:xfrm>
            <a:custGeom>
              <a:rect b="b" l="l" r="r" t="t"/>
              <a:pathLst>
                <a:path extrusionOk="0" h="666" w="767">
                  <a:moveTo>
                    <a:pt x="0" y="1"/>
                  </a:moveTo>
                  <a:lnTo>
                    <a:pt x="77" y="550"/>
                  </a:lnTo>
                  <a:lnTo>
                    <a:pt x="409" y="665"/>
                  </a:lnTo>
                  <a:lnTo>
                    <a:pt x="767" y="499"/>
                  </a:lnTo>
                  <a:lnTo>
                    <a:pt x="601" y="205"/>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8"/>
            <p:cNvSpPr/>
            <p:nvPr/>
          </p:nvSpPr>
          <p:spPr>
            <a:xfrm>
              <a:off x="2062550" y="2095600"/>
              <a:ext cx="31650" cy="24625"/>
            </a:xfrm>
            <a:custGeom>
              <a:rect b="b" l="l" r="r" t="t"/>
              <a:pathLst>
                <a:path extrusionOk="0" h="985" w="1266">
                  <a:moveTo>
                    <a:pt x="333" y="0"/>
                  </a:moveTo>
                  <a:lnTo>
                    <a:pt x="167" y="256"/>
                  </a:lnTo>
                  <a:lnTo>
                    <a:pt x="1" y="371"/>
                  </a:lnTo>
                  <a:lnTo>
                    <a:pt x="13" y="716"/>
                  </a:lnTo>
                  <a:lnTo>
                    <a:pt x="282" y="703"/>
                  </a:lnTo>
                  <a:lnTo>
                    <a:pt x="333" y="984"/>
                  </a:lnTo>
                  <a:lnTo>
                    <a:pt x="755" y="908"/>
                  </a:lnTo>
                  <a:lnTo>
                    <a:pt x="1010" y="614"/>
                  </a:lnTo>
                  <a:lnTo>
                    <a:pt x="997" y="588"/>
                  </a:lnTo>
                  <a:lnTo>
                    <a:pt x="985" y="524"/>
                  </a:lnTo>
                  <a:lnTo>
                    <a:pt x="972" y="499"/>
                  </a:lnTo>
                  <a:lnTo>
                    <a:pt x="972" y="460"/>
                  </a:lnTo>
                  <a:lnTo>
                    <a:pt x="985" y="448"/>
                  </a:lnTo>
                  <a:lnTo>
                    <a:pt x="1010" y="435"/>
                  </a:lnTo>
                  <a:lnTo>
                    <a:pt x="1176" y="422"/>
                  </a:lnTo>
                  <a:lnTo>
                    <a:pt x="1266" y="396"/>
                  </a:lnTo>
                  <a:lnTo>
                    <a:pt x="1266" y="154"/>
                  </a:lnTo>
                  <a:lnTo>
                    <a:pt x="780"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8"/>
            <p:cNvSpPr/>
            <p:nvPr/>
          </p:nvSpPr>
          <p:spPr>
            <a:xfrm>
              <a:off x="1815250" y="1506100"/>
              <a:ext cx="542550" cy="370650"/>
            </a:xfrm>
            <a:custGeom>
              <a:rect b="b" l="l" r="r" t="t"/>
              <a:pathLst>
                <a:path extrusionOk="0" h="14826" w="21702">
                  <a:moveTo>
                    <a:pt x="5355" y="0"/>
                  </a:moveTo>
                  <a:lnTo>
                    <a:pt x="4883" y="230"/>
                  </a:lnTo>
                  <a:lnTo>
                    <a:pt x="4218" y="256"/>
                  </a:lnTo>
                  <a:lnTo>
                    <a:pt x="3962" y="217"/>
                  </a:lnTo>
                  <a:lnTo>
                    <a:pt x="4780" y="1304"/>
                  </a:lnTo>
                  <a:lnTo>
                    <a:pt x="4780" y="1304"/>
                  </a:lnTo>
                  <a:lnTo>
                    <a:pt x="3860" y="447"/>
                  </a:lnTo>
                  <a:lnTo>
                    <a:pt x="3553" y="473"/>
                  </a:lnTo>
                  <a:lnTo>
                    <a:pt x="2825" y="460"/>
                  </a:lnTo>
                  <a:lnTo>
                    <a:pt x="2723" y="895"/>
                  </a:lnTo>
                  <a:lnTo>
                    <a:pt x="2441" y="1125"/>
                  </a:lnTo>
                  <a:lnTo>
                    <a:pt x="2237" y="1112"/>
                  </a:lnTo>
                  <a:lnTo>
                    <a:pt x="2186" y="2032"/>
                  </a:lnTo>
                  <a:lnTo>
                    <a:pt x="2211" y="2313"/>
                  </a:lnTo>
                  <a:lnTo>
                    <a:pt x="2697" y="2454"/>
                  </a:lnTo>
                  <a:lnTo>
                    <a:pt x="2953" y="3208"/>
                  </a:lnTo>
                  <a:lnTo>
                    <a:pt x="2416" y="2748"/>
                  </a:lnTo>
                  <a:lnTo>
                    <a:pt x="2352" y="3476"/>
                  </a:lnTo>
                  <a:lnTo>
                    <a:pt x="2684" y="3873"/>
                  </a:lnTo>
                  <a:lnTo>
                    <a:pt x="1981" y="3323"/>
                  </a:lnTo>
                  <a:lnTo>
                    <a:pt x="1879" y="2390"/>
                  </a:lnTo>
                  <a:lnTo>
                    <a:pt x="1611" y="2019"/>
                  </a:lnTo>
                  <a:lnTo>
                    <a:pt x="1802" y="1086"/>
                  </a:lnTo>
                  <a:lnTo>
                    <a:pt x="2147" y="792"/>
                  </a:lnTo>
                  <a:lnTo>
                    <a:pt x="1790" y="383"/>
                  </a:lnTo>
                  <a:lnTo>
                    <a:pt x="1739" y="383"/>
                  </a:lnTo>
                  <a:lnTo>
                    <a:pt x="818" y="422"/>
                  </a:lnTo>
                  <a:lnTo>
                    <a:pt x="0" y="1431"/>
                  </a:lnTo>
                  <a:lnTo>
                    <a:pt x="128" y="1853"/>
                  </a:lnTo>
                  <a:lnTo>
                    <a:pt x="13" y="2249"/>
                  </a:lnTo>
                  <a:lnTo>
                    <a:pt x="26" y="3860"/>
                  </a:lnTo>
                  <a:lnTo>
                    <a:pt x="269" y="4397"/>
                  </a:lnTo>
                  <a:lnTo>
                    <a:pt x="1215" y="4537"/>
                  </a:lnTo>
                  <a:lnTo>
                    <a:pt x="1879" y="5010"/>
                  </a:lnTo>
                  <a:lnTo>
                    <a:pt x="575" y="4780"/>
                  </a:lnTo>
                  <a:lnTo>
                    <a:pt x="345" y="5151"/>
                  </a:lnTo>
                  <a:lnTo>
                    <a:pt x="1176" y="5624"/>
                  </a:lnTo>
                  <a:lnTo>
                    <a:pt x="1572" y="6007"/>
                  </a:lnTo>
                  <a:lnTo>
                    <a:pt x="2199" y="5687"/>
                  </a:lnTo>
                  <a:lnTo>
                    <a:pt x="2684" y="6186"/>
                  </a:lnTo>
                  <a:lnTo>
                    <a:pt x="3464" y="6109"/>
                  </a:lnTo>
                  <a:lnTo>
                    <a:pt x="4921" y="6071"/>
                  </a:lnTo>
                  <a:lnTo>
                    <a:pt x="4895" y="5687"/>
                  </a:lnTo>
                  <a:lnTo>
                    <a:pt x="5611" y="5841"/>
                  </a:lnTo>
                  <a:lnTo>
                    <a:pt x="6442" y="6403"/>
                  </a:lnTo>
                  <a:lnTo>
                    <a:pt x="7145" y="5624"/>
                  </a:lnTo>
                  <a:lnTo>
                    <a:pt x="6480" y="5074"/>
                  </a:lnTo>
                  <a:lnTo>
                    <a:pt x="6761" y="4703"/>
                  </a:lnTo>
                  <a:lnTo>
                    <a:pt x="8027" y="5624"/>
                  </a:lnTo>
                  <a:lnTo>
                    <a:pt x="8678" y="5675"/>
                  </a:lnTo>
                  <a:lnTo>
                    <a:pt x="8960" y="6109"/>
                  </a:lnTo>
                  <a:lnTo>
                    <a:pt x="9471" y="6186"/>
                  </a:lnTo>
                  <a:lnTo>
                    <a:pt x="9445" y="6263"/>
                  </a:lnTo>
                  <a:lnTo>
                    <a:pt x="9420" y="6326"/>
                  </a:lnTo>
                  <a:lnTo>
                    <a:pt x="9394" y="6365"/>
                  </a:lnTo>
                  <a:lnTo>
                    <a:pt x="9215" y="6467"/>
                  </a:lnTo>
                  <a:lnTo>
                    <a:pt x="9062" y="6531"/>
                  </a:lnTo>
                  <a:lnTo>
                    <a:pt x="8640" y="6173"/>
                  </a:lnTo>
                  <a:lnTo>
                    <a:pt x="8244" y="6288"/>
                  </a:lnTo>
                  <a:lnTo>
                    <a:pt x="8717" y="6556"/>
                  </a:lnTo>
                  <a:lnTo>
                    <a:pt x="8921" y="6927"/>
                  </a:lnTo>
                  <a:lnTo>
                    <a:pt x="9305" y="6953"/>
                  </a:lnTo>
                  <a:lnTo>
                    <a:pt x="9266" y="6838"/>
                  </a:lnTo>
                  <a:lnTo>
                    <a:pt x="9241" y="6761"/>
                  </a:lnTo>
                  <a:lnTo>
                    <a:pt x="9228" y="6710"/>
                  </a:lnTo>
                  <a:lnTo>
                    <a:pt x="9356" y="6646"/>
                  </a:lnTo>
                  <a:lnTo>
                    <a:pt x="9624" y="6531"/>
                  </a:lnTo>
                  <a:lnTo>
                    <a:pt x="10020" y="6365"/>
                  </a:lnTo>
                  <a:lnTo>
                    <a:pt x="10289" y="6774"/>
                  </a:lnTo>
                  <a:lnTo>
                    <a:pt x="10148" y="7017"/>
                  </a:lnTo>
                  <a:lnTo>
                    <a:pt x="9739" y="7119"/>
                  </a:lnTo>
                  <a:lnTo>
                    <a:pt x="10161" y="7413"/>
                  </a:lnTo>
                  <a:lnTo>
                    <a:pt x="9918" y="7617"/>
                  </a:lnTo>
                  <a:lnTo>
                    <a:pt x="9420" y="7668"/>
                  </a:lnTo>
                  <a:lnTo>
                    <a:pt x="9305" y="8346"/>
                  </a:lnTo>
                  <a:lnTo>
                    <a:pt x="9394" y="9125"/>
                  </a:lnTo>
                  <a:lnTo>
                    <a:pt x="10008" y="9317"/>
                  </a:lnTo>
                  <a:lnTo>
                    <a:pt x="10736" y="8883"/>
                  </a:lnTo>
                  <a:lnTo>
                    <a:pt x="10506" y="8218"/>
                  </a:lnTo>
                  <a:lnTo>
                    <a:pt x="10506" y="7950"/>
                  </a:lnTo>
                  <a:lnTo>
                    <a:pt x="11669" y="8167"/>
                  </a:lnTo>
                  <a:lnTo>
                    <a:pt x="11695" y="7835"/>
                  </a:lnTo>
                  <a:lnTo>
                    <a:pt x="11171" y="7592"/>
                  </a:lnTo>
                  <a:lnTo>
                    <a:pt x="10110" y="7643"/>
                  </a:lnTo>
                  <a:lnTo>
                    <a:pt x="10263" y="7183"/>
                  </a:lnTo>
                  <a:lnTo>
                    <a:pt x="10455" y="6761"/>
                  </a:lnTo>
                  <a:lnTo>
                    <a:pt x="10838" y="7132"/>
                  </a:lnTo>
                  <a:lnTo>
                    <a:pt x="11580" y="7272"/>
                  </a:lnTo>
                  <a:lnTo>
                    <a:pt x="12065" y="7668"/>
                  </a:lnTo>
                  <a:lnTo>
                    <a:pt x="12538" y="8371"/>
                  </a:lnTo>
                  <a:lnTo>
                    <a:pt x="12730" y="8244"/>
                  </a:lnTo>
                  <a:lnTo>
                    <a:pt x="12832" y="8537"/>
                  </a:lnTo>
                  <a:lnTo>
                    <a:pt x="12692" y="9023"/>
                  </a:lnTo>
                  <a:lnTo>
                    <a:pt x="12666" y="9317"/>
                  </a:lnTo>
                  <a:lnTo>
                    <a:pt x="13088" y="9164"/>
                  </a:lnTo>
                  <a:lnTo>
                    <a:pt x="13599" y="8895"/>
                  </a:lnTo>
                  <a:lnTo>
                    <a:pt x="13637" y="8448"/>
                  </a:lnTo>
                  <a:lnTo>
                    <a:pt x="14034" y="8640"/>
                  </a:lnTo>
                  <a:lnTo>
                    <a:pt x="14187" y="8831"/>
                  </a:lnTo>
                  <a:lnTo>
                    <a:pt x="15069" y="8895"/>
                  </a:lnTo>
                  <a:lnTo>
                    <a:pt x="15222" y="8998"/>
                  </a:lnTo>
                  <a:lnTo>
                    <a:pt x="15209" y="9292"/>
                  </a:lnTo>
                  <a:lnTo>
                    <a:pt x="14634" y="9483"/>
                  </a:lnTo>
                  <a:lnTo>
                    <a:pt x="14468" y="9879"/>
                  </a:lnTo>
                  <a:lnTo>
                    <a:pt x="14149" y="9969"/>
                  </a:lnTo>
                  <a:lnTo>
                    <a:pt x="14046" y="9483"/>
                  </a:lnTo>
                  <a:lnTo>
                    <a:pt x="13714" y="9343"/>
                  </a:lnTo>
                  <a:lnTo>
                    <a:pt x="13139" y="9279"/>
                  </a:lnTo>
                  <a:lnTo>
                    <a:pt x="12589" y="9675"/>
                  </a:lnTo>
                  <a:lnTo>
                    <a:pt x="12538" y="10109"/>
                  </a:lnTo>
                  <a:lnTo>
                    <a:pt x="12053" y="10250"/>
                  </a:lnTo>
                  <a:lnTo>
                    <a:pt x="12091" y="10608"/>
                  </a:lnTo>
                  <a:lnTo>
                    <a:pt x="12755" y="10761"/>
                  </a:lnTo>
                  <a:lnTo>
                    <a:pt x="12934" y="11106"/>
                  </a:lnTo>
                  <a:lnTo>
                    <a:pt x="11963" y="11975"/>
                  </a:lnTo>
                  <a:lnTo>
                    <a:pt x="10391" y="12027"/>
                  </a:lnTo>
                  <a:lnTo>
                    <a:pt x="10353" y="12308"/>
                  </a:lnTo>
                  <a:lnTo>
                    <a:pt x="10634" y="12499"/>
                  </a:lnTo>
                  <a:lnTo>
                    <a:pt x="10161" y="12614"/>
                  </a:lnTo>
                  <a:lnTo>
                    <a:pt x="10225" y="13138"/>
                  </a:lnTo>
                  <a:lnTo>
                    <a:pt x="10238" y="13458"/>
                  </a:lnTo>
                  <a:lnTo>
                    <a:pt x="10736" y="13688"/>
                  </a:lnTo>
                  <a:lnTo>
                    <a:pt x="12104" y="13790"/>
                  </a:lnTo>
                  <a:lnTo>
                    <a:pt x="12040" y="13049"/>
                  </a:lnTo>
                  <a:lnTo>
                    <a:pt x="12564" y="13164"/>
                  </a:lnTo>
                  <a:lnTo>
                    <a:pt x="12832" y="13126"/>
                  </a:lnTo>
                  <a:lnTo>
                    <a:pt x="13139" y="12704"/>
                  </a:lnTo>
                  <a:lnTo>
                    <a:pt x="13433" y="12845"/>
                  </a:lnTo>
                  <a:lnTo>
                    <a:pt x="13970" y="12538"/>
                  </a:lnTo>
                  <a:lnTo>
                    <a:pt x="13957" y="12985"/>
                  </a:lnTo>
                  <a:lnTo>
                    <a:pt x="14634" y="13049"/>
                  </a:lnTo>
                  <a:lnTo>
                    <a:pt x="14775" y="13458"/>
                  </a:lnTo>
                  <a:lnTo>
                    <a:pt x="15375" y="13560"/>
                  </a:lnTo>
                  <a:lnTo>
                    <a:pt x="15682" y="13535"/>
                  </a:lnTo>
                  <a:lnTo>
                    <a:pt x="15644" y="14059"/>
                  </a:lnTo>
                  <a:lnTo>
                    <a:pt x="16245" y="14314"/>
                  </a:lnTo>
                  <a:lnTo>
                    <a:pt x="16947" y="14365"/>
                  </a:lnTo>
                  <a:lnTo>
                    <a:pt x="16641" y="14787"/>
                  </a:lnTo>
                  <a:lnTo>
                    <a:pt x="17216" y="14826"/>
                  </a:lnTo>
                  <a:lnTo>
                    <a:pt x="17126" y="14532"/>
                  </a:lnTo>
                  <a:lnTo>
                    <a:pt x="17254" y="14302"/>
                  </a:lnTo>
                  <a:lnTo>
                    <a:pt x="18277" y="14429"/>
                  </a:lnTo>
                  <a:lnTo>
                    <a:pt x="18264" y="14608"/>
                  </a:lnTo>
                  <a:lnTo>
                    <a:pt x="20922" y="14711"/>
                  </a:lnTo>
                  <a:lnTo>
                    <a:pt x="20961" y="14250"/>
                  </a:lnTo>
                  <a:lnTo>
                    <a:pt x="20398" y="13739"/>
                  </a:lnTo>
                  <a:lnTo>
                    <a:pt x="19261" y="13650"/>
                  </a:lnTo>
                  <a:lnTo>
                    <a:pt x="18954" y="13509"/>
                  </a:lnTo>
                  <a:lnTo>
                    <a:pt x="18954" y="13381"/>
                  </a:lnTo>
                  <a:lnTo>
                    <a:pt x="18647" y="13381"/>
                  </a:lnTo>
                  <a:lnTo>
                    <a:pt x="18532" y="13330"/>
                  </a:lnTo>
                  <a:lnTo>
                    <a:pt x="18123" y="13087"/>
                  </a:lnTo>
                  <a:lnTo>
                    <a:pt x="17868" y="12921"/>
                  </a:lnTo>
                  <a:lnTo>
                    <a:pt x="17791" y="12870"/>
                  </a:lnTo>
                  <a:lnTo>
                    <a:pt x="17765" y="12857"/>
                  </a:lnTo>
                  <a:lnTo>
                    <a:pt x="17778" y="12857"/>
                  </a:lnTo>
                  <a:lnTo>
                    <a:pt x="19056" y="12908"/>
                  </a:lnTo>
                  <a:lnTo>
                    <a:pt x="19159" y="13075"/>
                  </a:lnTo>
                  <a:lnTo>
                    <a:pt x="19977" y="13062"/>
                  </a:lnTo>
                  <a:lnTo>
                    <a:pt x="19977" y="12985"/>
                  </a:lnTo>
                  <a:lnTo>
                    <a:pt x="19989" y="12947"/>
                  </a:lnTo>
                  <a:lnTo>
                    <a:pt x="20002" y="12934"/>
                  </a:lnTo>
                  <a:lnTo>
                    <a:pt x="20028" y="12921"/>
                  </a:lnTo>
                  <a:lnTo>
                    <a:pt x="20373" y="12998"/>
                  </a:lnTo>
                  <a:lnTo>
                    <a:pt x="20679" y="13075"/>
                  </a:lnTo>
                  <a:lnTo>
                    <a:pt x="21050" y="13100"/>
                  </a:lnTo>
                  <a:lnTo>
                    <a:pt x="21203" y="13317"/>
                  </a:lnTo>
                  <a:lnTo>
                    <a:pt x="21459" y="13330"/>
                  </a:lnTo>
                  <a:lnTo>
                    <a:pt x="21625" y="13330"/>
                  </a:lnTo>
                  <a:lnTo>
                    <a:pt x="21676" y="13317"/>
                  </a:lnTo>
                  <a:lnTo>
                    <a:pt x="21689" y="13317"/>
                  </a:lnTo>
                  <a:lnTo>
                    <a:pt x="21702" y="13305"/>
                  </a:lnTo>
                  <a:lnTo>
                    <a:pt x="21664" y="13266"/>
                  </a:lnTo>
                  <a:lnTo>
                    <a:pt x="21600" y="13215"/>
                  </a:lnTo>
                  <a:lnTo>
                    <a:pt x="21395" y="13062"/>
                  </a:lnTo>
                  <a:lnTo>
                    <a:pt x="21101" y="12870"/>
                  </a:lnTo>
                  <a:lnTo>
                    <a:pt x="20833" y="12206"/>
                  </a:lnTo>
                  <a:lnTo>
                    <a:pt x="20999" y="11988"/>
                  </a:lnTo>
                  <a:lnTo>
                    <a:pt x="20667" y="11375"/>
                  </a:lnTo>
                  <a:lnTo>
                    <a:pt x="19925" y="11209"/>
                  </a:lnTo>
                  <a:lnTo>
                    <a:pt x="19350" y="10838"/>
                  </a:lnTo>
                  <a:lnTo>
                    <a:pt x="19018" y="10595"/>
                  </a:lnTo>
                  <a:lnTo>
                    <a:pt x="18315" y="10544"/>
                  </a:lnTo>
                  <a:lnTo>
                    <a:pt x="17880" y="10340"/>
                  </a:lnTo>
                  <a:lnTo>
                    <a:pt x="17075" y="9560"/>
                  </a:lnTo>
                  <a:lnTo>
                    <a:pt x="16756" y="9752"/>
                  </a:lnTo>
                  <a:lnTo>
                    <a:pt x="16334" y="9240"/>
                  </a:lnTo>
                  <a:lnTo>
                    <a:pt x="16334" y="9240"/>
                  </a:lnTo>
                  <a:lnTo>
                    <a:pt x="16884" y="9279"/>
                  </a:lnTo>
                  <a:lnTo>
                    <a:pt x="16884" y="9279"/>
                  </a:lnTo>
                  <a:lnTo>
                    <a:pt x="16283" y="8780"/>
                  </a:lnTo>
                  <a:lnTo>
                    <a:pt x="16628" y="8410"/>
                  </a:lnTo>
                  <a:lnTo>
                    <a:pt x="17050" y="8435"/>
                  </a:lnTo>
                  <a:lnTo>
                    <a:pt x="17011" y="8665"/>
                  </a:lnTo>
                  <a:lnTo>
                    <a:pt x="18111" y="8691"/>
                  </a:lnTo>
                  <a:lnTo>
                    <a:pt x="18136" y="8934"/>
                  </a:lnTo>
                  <a:lnTo>
                    <a:pt x="18762" y="9113"/>
                  </a:lnTo>
                  <a:lnTo>
                    <a:pt x="19095" y="9547"/>
                  </a:lnTo>
                  <a:lnTo>
                    <a:pt x="20411" y="9585"/>
                  </a:lnTo>
                  <a:lnTo>
                    <a:pt x="19708" y="8831"/>
                  </a:lnTo>
                  <a:lnTo>
                    <a:pt x="19964" y="8397"/>
                  </a:lnTo>
                  <a:lnTo>
                    <a:pt x="20155" y="8154"/>
                  </a:lnTo>
                  <a:lnTo>
                    <a:pt x="20207" y="7707"/>
                  </a:lnTo>
                  <a:lnTo>
                    <a:pt x="19772" y="7477"/>
                  </a:lnTo>
                  <a:lnTo>
                    <a:pt x="20092" y="7183"/>
                  </a:lnTo>
                  <a:lnTo>
                    <a:pt x="19925" y="6531"/>
                  </a:lnTo>
                  <a:lnTo>
                    <a:pt x="19453" y="6326"/>
                  </a:lnTo>
                  <a:lnTo>
                    <a:pt x="19171" y="6314"/>
                  </a:lnTo>
                  <a:lnTo>
                    <a:pt x="18507" y="6876"/>
                  </a:lnTo>
                  <a:lnTo>
                    <a:pt x="18430" y="6416"/>
                  </a:lnTo>
                  <a:lnTo>
                    <a:pt x="17880" y="6633"/>
                  </a:lnTo>
                  <a:lnTo>
                    <a:pt x="17727" y="6122"/>
                  </a:lnTo>
                  <a:lnTo>
                    <a:pt x="17165" y="5917"/>
                  </a:lnTo>
                  <a:lnTo>
                    <a:pt x="16947" y="5687"/>
                  </a:lnTo>
                  <a:lnTo>
                    <a:pt x="16347" y="5790"/>
                  </a:lnTo>
                  <a:lnTo>
                    <a:pt x="16193" y="5994"/>
                  </a:lnTo>
                  <a:lnTo>
                    <a:pt x="15503" y="5956"/>
                  </a:lnTo>
                  <a:lnTo>
                    <a:pt x="14903" y="5624"/>
                  </a:lnTo>
                  <a:lnTo>
                    <a:pt x="13701" y="5521"/>
                  </a:lnTo>
                  <a:lnTo>
                    <a:pt x="13931" y="5151"/>
                  </a:lnTo>
                  <a:lnTo>
                    <a:pt x="13688" y="4959"/>
                  </a:lnTo>
                  <a:lnTo>
                    <a:pt x="14353" y="4729"/>
                  </a:lnTo>
                  <a:lnTo>
                    <a:pt x="14455" y="4397"/>
                  </a:lnTo>
                  <a:lnTo>
                    <a:pt x="13855" y="4345"/>
                  </a:lnTo>
                  <a:lnTo>
                    <a:pt x="12896" y="4652"/>
                  </a:lnTo>
                  <a:lnTo>
                    <a:pt x="12909" y="4333"/>
                  </a:lnTo>
                  <a:lnTo>
                    <a:pt x="13803" y="3885"/>
                  </a:lnTo>
                  <a:lnTo>
                    <a:pt x="13573" y="3349"/>
                  </a:lnTo>
                  <a:lnTo>
                    <a:pt x="12985" y="3170"/>
                  </a:lnTo>
                  <a:lnTo>
                    <a:pt x="12845" y="3579"/>
                  </a:lnTo>
                  <a:lnTo>
                    <a:pt x="12589" y="3604"/>
                  </a:lnTo>
                  <a:lnTo>
                    <a:pt x="12602" y="3067"/>
                  </a:lnTo>
                  <a:lnTo>
                    <a:pt x="12206" y="2850"/>
                  </a:lnTo>
                  <a:lnTo>
                    <a:pt x="11746" y="2965"/>
                  </a:lnTo>
                  <a:lnTo>
                    <a:pt x="11452" y="3246"/>
                  </a:lnTo>
                  <a:lnTo>
                    <a:pt x="10979" y="3809"/>
                  </a:lnTo>
                  <a:lnTo>
                    <a:pt x="10787" y="3540"/>
                  </a:lnTo>
                  <a:lnTo>
                    <a:pt x="10941" y="2888"/>
                  </a:lnTo>
                  <a:lnTo>
                    <a:pt x="10800" y="2786"/>
                  </a:lnTo>
                  <a:lnTo>
                    <a:pt x="10532" y="2914"/>
                  </a:lnTo>
                  <a:lnTo>
                    <a:pt x="10314" y="3221"/>
                  </a:lnTo>
                  <a:lnTo>
                    <a:pt x="10442" y="2582"/>
                  </a:lnTo>
                  <a:lnTo>
                    <a:pt x="10097" y="2122"/>
                  </a:lnTo>
                  <a:lnTo>
                    <a:pt x="9407" y="2173"/>
                  </a:lnTo>
                  <a:lnTo>
                    <a:pt x="9407" y="2901"/>
                  </a:lnTo>
                  <a:lnTo>
                    <a:pt x="8908" y="2467"/>
                  </a:lnTo>
                  <a:lnTo>
                    <a:pt x="8908" y="2122"/>
                  </a:lnTo>
                  <a:lnTo>
                    <a:pt x="8678" y="2109"/>
                  </a:lnTo>
                  <a:lnTo>
                    <a:pt x="8525" y="1789"/>
                  </a:lnTo>
                  <a:lnTo>
                    <a:pt x="7988" y="1751"/>
                  </a:lnTo>
                  <a:lnTo>
                    <a:pt x="7784" y="1955"/>
                  </a:lnTo>
                  <a:lnTo>
                    <a:pt x="7669" y="1521"/>
                  </a:lnTo>
                  <a:lnTo>
                    <a:pt x="6109" y="1406"/>
                  </a:lnTo>
                  <a:lnTo>
                    <a:pt x="5867" y="1968"/>
                  </a:lnTo>
                  <a:lnTo>
                    <a:pt x="5611" y="2275"/>
                  </a:lnTo>
                  <a:lnTo>
                    <a:pt x="5330" y="2275"/>
                  </a:lnTo>
                  <a:lnTo>
                    <a:pt x="4831" y="2914"/>
                  </a:lnTo>
                  <a:lnTo>
                    <a:pt x="4627" y="2403"/>
                  </a:lnTo>
                  <a:lnTo>
                    <a:pt x="4959" y="1738"/>
                  </a:lnTo>
                  <a:lnTo>
                    <a:pt x="4908" y="1508"/>
                  </a:lnTo>
                  <a:lnTo>
                    <a:pt x="5547" y="1368"/>
                  </a:lnTo>
                  <a:lnTo>
                    <a:pt x="5726" y="1086"/>
                  </a:lnTo>
                  <a:lnTo>
                    <a:pt x="6876" y="1086"/>
                  </a:lnTo>
                  <a:lnTo>
                    <a:pt x="6838" y="575"/>
                  </a:lnTo>
                  <a:lnTo>
                    <a:pt x="6033" y="281"/>
                  </a:lnTo>
                  <a:lnTo>
                    <a:pt x="535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8"/>
            <p:cNvSpPr/>
            <p:nvPr/>
          </p:nvSpPr>
          <p:spPr>
            <a:xfrm>
              <a:off x="2020050" y="1914750"/>
              <a:ext cx="22075" cy="30050"/>
            </a:xfrm>
            <a:custGeom>
              <a:rect b="b" l="l" r="r" t="t"/>
              <a:pathLst>
                <a:path extrusionOk="0" h="1202" w="883">
                  <a:moveTo>
                    <a:pt x="384" y="0"/>
                  </a:moveTo>
                  <a:lnTo>
                    <a:pt x="1" y="230"/>
                  </a:lnTo>
                  <a:lnTo>
                    <a:pt x="192" y="908"/>
                  </a:lnTo>
                  <a:lnTo>
                    <a:pt x="384" y="1074"/>
                  </a:lnTo>
                  <a:lnTo>
                    <a:pt x="589" y="1202"/>
                  </a:lnTo>
                  <a:lnTo>
                    <a:pt x="665" y="729"/>
                  </a:lnTo>
                  <a:lnTo>
                    <a:pt x="883" y="601"/>
                  </a:lnTo>
                  <a:lnTo>
                    <a:pt x="768" y="10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8"/>
            <p:cNvSpPr/>
            <p:nvPr/>
          </p:nvSpPr>
          <p:spPr>
            <a:xfrm>
              <a:off x="1875950" y="1798125"/>
              <a:ext cx="112500" cy="97800"/>
            </a:xfrm>
            <a:custGeom>
              <a:rect b="b" l="l" r="r" t="t"/>
              <a:pathLst>
                <a:path extrusionOk="0" h="3912" w="4500">
                  <a:moveTo>
                    <a:pt x="614" y="1"/>
                  </a:moveTo>
                  <a:lnTo>
                    <a:pt x="474" y="294"/>
                  </a:lnTo>
                  <a:lnTo>
                    <a:pt x="180" y="192"/>
                  </a:lnTo>
                  <a:lnTo>
                    <a:pt x="1" y="448"/>
                  </a:lnTo>
                  <a:lnTo>
                    <a:pt x="192" y="665"/>
                  </a:lnTo>
                  <a:lnTo>
                    <a:pt x="90" y="1100"/>
                  </a:lnTo>
                  <a:lnTo>
                    <a:pt x="307" y="1100"/>
                  </a:lnTo>
                  <a:lnTo>
                    <a:pt x="320" y="2914"/>
                  </a:lnTo>
                  <a:lnTo>
                    <a:pt x="231" y="3272"/>
                  </a:lnTo>
                  <a:lnTo>
                    <a:pt x="256" y="3528"/>
                  </a:lnTo>
                  <a:lnTo>
                    <a:pt x="601" y="3400"/>
                  </a:lnTo>
                  <a:lnTo>
                    <a:pt x="742" y="3311"/>
                  </a:lnTo>
                  <a:lnTo>
                    <a:pt x="844" y="3247"/>
                  </a:lnTo>
                  <a:lnTo>
                    <a:pt x="908" y="3221"/>
                  </a:lnTo>
                  <a:lnTo>
                    <a:pt x="959" y="3234"/>
                  </a:lnTo>
                  <a:lnTo>
                    <a:pt x="1049" y="3272"/>
                  </a:lnTo>
                  <a:lnTo>
                    <a:pt x="1138" y="3323"/>
                  </a:lnTo>
                  <a:lnTo>
                    <a:pt x="1164" y="3349"/>
                  </a:lnTo>
                  <a:lnTo>
                    <a:pt x="1176" y="3362"/>
                  </a:lnTo>
                  <a:lnTo>
                    <a:pt x="1253" y="3643"/>
                  </a:lnTo>
                  <a:lnTo>
                    <a:pt x="1330" y="3911"/>
                  </a:lnTo>
                  <a:lnTo>
                    <a:pt x="1905" y="3847"/>
                  </a:lnTo>
                  <a:lnTo>
                    <a:pt x="1931" y="3835"/>
                  </a:lnTo>
                  <a:lnTo>
                    <a:pt x="1943" y="3784"/>
                  </a:lnTo>
                  <a:lnTo>
                    <a:pt x="1994" y="3643"/>
                  </a:lnTo>
                  <a:lnTo>
                    <a:pt x="2046" y="3438"/>
                  </a:lnTo>
                  <a:lnTo>
                    <a:pt x="2007" y="3272"/>
                  </a:lnTo>
                  <a:lnTo>
                    <a:pt x="2007" y="3170"/>
                  </a:lnTo>
                  <a:lnTo>
                    <a:pt x="2020" y="3132"/>
                  </a:lnTo>
                  <a:lnTo>
                    <a:pt x="2033" y="3119"/>
                  </a:lnTo>
                  <a:lnTo>
                    <a:pt x="2122" y="3081"/>
                  </a:lnTo>
                  <a:lnTo>
                    <a:pt x="2212" y="3030"/>
                  </a:lnTo>
                  <a:lnTo>
                    <a:pt x="2340" y="2953"/>
                  </a:lnTo>
                  <a:lnTo>
                    <a:pt x="2416" y="2352"/>
                  </a:lnTo>
                  <a:lnTo>
                    <a:pt x="2761" y="2224"/>
                  </a:lnTo>
                  <a:lnTo>
                    <a:pt x="3298" y="2723"/>
                  </a:lnTo>
                  <a:lnTo>
                    <a:pt x="3618" y="2953"/>
                  </a:lnTo>
                  <a:lnTo>
                    <a:pt x="4218" y="2595"/>
                  </a:lnTo>
                  <a:lnTo>
                    <a:pt x="4499" y="2314"/>
                  </a:lnTo>
                  <a:lnTo>
                    <a:pt x="4410" y="2033"/>
                  </a:lnTo>
                  <a:lnTo>
                    <a:pt x="4129" y="1854"/>
                  </a:lnTo>
                  <a:lnTo>
                    <a:pt x="3745" y="1956"/>
                  </a:lnTo>
                  <a:lnTo>
                    <a:pt x="3464" y="1943"/>
                  </a:lnTo>
                  <a:lnTo>
                    <a:pt x="3400" y="1636"/>
                  </a:lnTo>
                  <a:lnTo>
                    <a:pt x="1956" y="921"/>
                  </a:lnTo>
                  <a:lnTo>
                    <a:pt x="1343" y="806"/>
                  </a:lnTo>
                  <a:lnTo>
                    <a:pt x="972" y="716"/>
                  </a:lnTo>
                  <a:lnTo>
                    <a:pt x="678" y="742"/>
                  </a:lnTo>
                  <a:lnTo>
                    <a:pt x="397" y="461"/>
                  </a:lnTo>
                  <a:lnTo>
                    <a:pt x="1061" y="512"/>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8"/>
            <p:cNvSpPr/>
            <p:nvPr/>
          </p:nvSpPr>
          <p:spPr>
            <a:xfrm>
              <a:off x="1671150" y="1415975"/>
              <a:ext cx="249875" cy="100375"/>
            </a:xfrm>
            <a:custGeom>
              <a:rect b="b" l="l" r="r" t="t"/>
              <a:pathLst>
                <a:path extrusionOk="0" h="4015" w="9995">
                  <a:moveTo>
                    <a:pt x="1444" y="1"/>
                  </a:moveTo>
                  <a:lnTo>
                    <a:pt x="396" y="231"/>
                  </a:lnTo>
                  <a:lnTo>
                    <a:pt x="0" y="269"/>
                  </a:lnTo>
                  <a:lnTo>
                    <a:pt x="39" y="666"/>
                  </a:lnTo>
                  <a:lnTo>
                    <a:pt x="537" y="806"/>
                  </a:lnTo>
                  <a:lnTo>
                    <a:pt x="818" y="1407"/>
                  </a:lnTo>
                  <a:lnTo>
                    <a:pt x="1534" y="1356"/>
                  </a:lnTo>
                  <a:lnTo>
                    <a:pt x="1802" y="1113"/>
                  </a:lnTo>
                  <a:lnTo>
                    <a:pt x="2032" y="1266"/>
                  </a:lnTo>
                  <a:lnTo>
                    <a:pt x="2799" y="2110"/>
                  </a:lnTo>
                  <a:lnTo>
                    <a:pt x="2774" y="2365"/>
                  </a:lnTo>
                  <a:lnTo>
                    <a:pt x="2237" y="2557"/>
                  </a:lnTo>
                  <a:lnTo>
                    <a:pt x="2262" y="2634"/>
                  </a:lnTo>
                  <a:lnTo>
                    <a:pt x="2288" y="2710"/>
                  </a:lnTo>
                  <a:lnTo>
                    <a:pt x="2288" y="2800"/>
                  </a:lnTo>
                  <a:lnTo>
                    <a:pt x="2262" y="2889"/>
                  </a:lnTo>
                  <a:lnTo>
                    <a:pt x="2237" y="2979"/>
                  </a:lnTo>
                  <a:lnTo>
                    <a:pt x="2199" y="3068"/>
                  </a:lnTo>
                  <a:lnTo>
                    <a:pt x="1368" y="2378"/>
                  </a:lnTo>
                  <a:lnTo>
                    <a:pt x="780" y="2468"/>
                  </a:lnTo>
                  <a:lnTo>
                    <a:pt x="396" y="2992"/>
                  </a:lnTo>
                  <a:lnTo>
                    <a:pt x="511" y="3477"/>
                  </a:lnTo>
                  <a:lnTo>
                    <a:pt x="1368" y="3912"/>
                  </a:lnTo>
                  <a:lnTo>
                    <a:pt x="2467" y="4014"/>
                  </a:lnTo>
                  <a:lnTo>
                    <a:pt x="2122" y="3171"/>
                  </a:lnTo>
                  <a:lnTo>
                    <a:pt x="2518" y="2825"/>
                  </a:lnTo>
                  <a:lnTo>
                    <a:pt x="2927" y="3746"/>
                  </a:lnTo>
                  <a:lnTo>
                    <a:pt x="3796" y="3618"/>
                  </a:lnTo>
                  <a:lnTo>
                    <a:pt x="4371" y="3976"/>
                  </a:lnTo>
                  <a:lnTo>
                    <a:pt x="4895" y="3579"/>
                  </a:lnTo>
                  <a:lnTo>
                    <a:pt x="5266" y="3835"/>
                  </a:lnTo>
                  <a:lnTo>
                    <a:pt x="5560" y="3899"/>
                  </a:lnTo>
                  <a:lnTo>
                    <a:pt x="5764" y="3950"/>
                  </a:lnTo>
                  <a:lnTo>
                    <a:pt x="5879" y="3963"/>
                  </a:lnTo>
                  <a:lnTo>
                    <a:pt x="6940" y="3695"/>
                  </a:lnTo>
                  <a:lnTo>
                    <a:pt x="7324" y="3925"/>
                  </a:lnTo>
                  <a:lnTo>
                    <a:pt x="8052" y="3388"/>
                  </a:lnTo>
                  <a:lnTo>
                    <a:pt x="8295" y="3784"/>
                  </a:lnTo>
                  <a:lnTo>
                    <a:pt x="9432" y="3810"/>
                  </a:lnTo>
                  <a:lnTo>
                    <a:pt x="9918" y="3349"/>
                  </a:lnTo>
                  <a:lnTo>
                    <a:pt x="9995" y="2608"/>
                  </a:lnTo>
                  <a:lnTo>
                    <a:pt x="9381" y="2110"/>
                  </a:lnTo>
                  <a:lnTo>
                    <a:pt x="9279" y="1829"/>
                  </a:lnTo>
                  <a:lnTo>
                    <a:pt x="9241" y="1650"/>
                  </a:lnTo>
                  <a:lnTo>
                    <a:pt x="8717" y="1892"/>
                  </a:lnTo>
                  <a:lnTo>
                    <a:pt x="8333" y="1752"/>
                  </a:lnTo>
                  <a:lnTo>
                    <a:pt x="8116" y="1573"/>
                  </a:lnTo>
                  <a:lnTo>
                    <a:pt x="7784" y="1599"/>
                  </a:lnTo>
                  <a:lnTo>
                    <a:pt x="7157" y="1956"/>
                  </a:lnTo>
                  <a:lnTo>
                    <a:pt x="5918" y="2608"/>
                  </a:lnTo>
                  <a:lnTo>
                    <a:pt x="5764" y="2225"/>
                  </a:lnTo>
                  <a:lnTo>
                    <a:pt x="4742" y="2263"/>
                  </a:lnTo>
                  <a:lnTo>
                    <a:pt x="4550" y="2570"/>
                  </a:lnTo>
                  <a:lnTo>
                    <a:pt x="4167" y="1995"/>
                  </a:lnTo>
                  <a:lnTo>
                    <a:pt x="3668" y="1816"/>
                  </a:lnTo>
                  <a:lnTo>
                    <a:pt x="3949" y="1420"/>
                  </a:lnTo>
                  <a:lnTo>
                    <a:pt x="4256" y="1292"/>
                  </a:lnTo>
                  <a:lnTo>
                    <a:pt x="3234" y="1126"/>
                  </a:lnTo>
                  <a:lnTo>
                    <a:pt x="2940" y="768"/>
                  </a:lnTo>
                  <a:lnTo>
                    <a:pt x="1943" y="998"/>
                  </a:lnTo>
                  <a:lnTo>
                    <a:pt x="1687" y="435"/>
                  </a:lnTo>
                  <a:lnTo>
                    <a:pt x="1726" y="26"/>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8"/>
            <p:cNvSpPr/>
            <p:nvPr/>
          </p:nvSpPr>
          <p:spPr>
            <a:xfrm>
              <a:off x="2604125" y="3294400"/>
              <a:ext cx="64900" cy="76075"/>
            </a:xfrm>
            <a:custGeom>
              <a:rect b="b" l="l" r="r" t="t"/>
              <a:pathLst>
                <a:path extrusionOk="0" h="3043" w="2596">
                  <a:moveTo>
                    <a:pt x="653" y="1"/>
                  </a:moveTo>
                  <a:lnTo>
                    <a:pt x="601" y="257"/>
                  </a:lnTo>
                  <a:lnTo>
                    <a:pt x="589" y="282"/>
                  </a:lnTo>
                  <a:lnTo>
                    <a:pt x="167" y="717"/>
                  </a:lnTo>
                  <a:lnTo>
                    <a:pt x="231" y="1317"/>
                  </a:lnTo>
                  <a:lnTo>
                    <a:pt x="563" y="1739"/>
                  </a:lnTo>
                  <a:lnTo>
                    <a:pt x="563" y="1765"/>
                  </a:lnTo>
                  <a:lnTo>
                    <a:pt x="563" y="1969"/>
                  </a:lnTo>
                  <a:lnTo>
                    <a:pt x="550" y="1995"/>
                  </a:lnTo>
                  <a:lnTo>
                    <a:pt x="371" y="2212"/>
                  </a:lnTo>
                  <a:lnTo>
                    <a:pt x="359" y="2468"/>
                  </a:lnTo>
                  <a:lnTo>
                    <a:pt x="359" y="2493"/>
                  </a:lnTo>
                  <a:lnTo>
                    <a:pt x="1" y="2928"/>
                  </a:lnTo>
                  <a:lnTo>
                    <a:pt x="26" y="2940"/>
                  </a:lnTo>
                  <a:lnTo>
                    <a:pt x="269" y="3043"/>
                  </a:lnTo>
                  <a:lnTo>
                    <a:pt x="640" y="2877"/>
                  </a:lnTo>
                  <a:lnTo>
                    <a:pt x="678" y="2877"/>
                  </a:lnTo>
                  <a:lnTo>
                    <a:pt x="934" y="3004"/>
                  </a:lnTo>
                  <a:lnTo>
                    <a:pt x="1036" y="2928"/>
                  </a:lnTo>
                  <a:lnTo>
                    <a:pt x="1074" y="2928"/>
                  </a:lnTo>
                  <a:lnTo>
                    <a:pt x="1087" y="2940"/>
                  </a:lnTo>
                  <a:lnTo>
                    <a:pt x="1151" y="3030"/>
                  </a:lnTo>
                  <a:lnTo>
                    <a:pt x="1458" y="3030"/>
                  </a:lnTo>
                  <a:lnTo>
                    <a:pt x="1701" y="2877"/>
                  </a:lnTo>
                  <a:lnTo>
                    <a:pt x="1943" y="2212"/>
                  </a:lnTo>
                  <a:lnTo>
                    <a:pt x="1956" y="2199"/>
                  </a:lnTo>
                  <a:lnTo>
                    <a:pt x="2595" y="1586"/>
                  </a:lnTo>
                  <a:lnTo>
                    <a:pt x="2557" y="1573"/>
                  </a:lnTo>
                  <a:lnTo>
                    <a:pt x="2506" y="1138"/>
                  </a:lnTo>
                  <a:lnTo>
                    <a:pt x="2378" y="1100"/>
                  </a:lnTo>
                  <a:lnTo>
                    <a:pt x="1573" y="372"/>
                  </a:lnTo>
                  <a:lnTo>
                    <a:pt x="947" y="269"/>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8"/>
            <p:cNvSpPr/>
            <p:nvPr/>
          </p:nvSpPr>
          <p:spPr>
            <a:xfrm>
              <a:off x="1961900" y="1884725"/>
              <a:ext cx="36125" cy="32600"/>
            </a:xfrm>
            <a:custGeom>
              <a:rect b="b" l="l" r="r" t="t"/>
              <a:pathLst>
                <a:path extrusionOk="0" h="1304" w="1445">
                  <a:moveTo>
                    <a:pt x="844" y="0"/>
                  </a:moveTo>
                  <a:lnTo>
                    <a:pt x="346" y="256"/>
                  </a:lnTo>
                  <a:lnTo>
                    <a:pt x="346" y="524"/>
                  </a:lnTo>
                  <a:lnTo>
                    <a:pt x="1" y="818"/>
                  </a:lnTo>
                  <a:lnTo>
                    <a:pt x="103" y="1201"/>
                  </a:lnTo>
                  <a:lnTo>
                    <a:pt x="563" y="1304"/>
                  </a:lnTo>
                  <a:lnTo>
                    <a:pt x="1113" y="575"/>
                  </a:lnTo>
                  <a:lnTo>
                    <a:pt x="1445" y="256"/>
                  </a:lnTo>
                  <a:lnTo>
                    <a:pt x="111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78"/>
            <p:cNvSpPr/>
            <p:nvPr/>
          </p:nvSpPr>
          <p:spPr>
            <a:xfrm>
              <a:off x="2295475" y="3010050"/>
              <a:ext cx="31350" cy="11850"/>
            </a:xfrm>
            <a:custGeom>
              <a:rect b="b" l="l" r="r" t="t"/>
              <a:pathLst>
                <a:path extrusionOk="0" h="474" w="1254">
                  <a:moveTo>
                    <a:pt x="295" y="0"/>
                  </a:moveTo>
                  <a:lnTo>
                    <a:pt x="205" y="77"/>
                  </a:lnTo>
                  <a:lnTo>
                    <a:pt x="141" y="51"/>
                  </a:lnTo>
                  <a:lnTo>
                    <a:pt x="1" y="166"/>
                  </a:lnTo>
                  <a:lnTo>
                    <a:pt x="77" y="243"/>
                  </a:lnTo>
                  <a:lnTo>
                    <a:pt x="77" y="473"/>
                  </a:lnTo>
                  <a:lnTo>
                    <a:pt x="972" y="473"/>
                  </a:lnTo>
                  <a:lnTo>
                    <a:pt x="1253" y="166"/>
                  </a:lnTo>
                  <a:lnTo>
                    <a:pt x="1176" y="51"/>
                  </a:lnTo>
                  <a:lnTo>
                    <a:pt x="768" y="51"/>
                  </a:lnTo>
                  <a:lnTo>
                    <a:pt x="6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8"/>
            <p:cNvSpPr/>
            <p:nvPr/>
          </p:nvSpPr>
          <p:spPr>
            <a:xfrm>
              <a:off x="2081725" y="3014200"/>
              <a:ext cx="43150" cy="15050"/>
            </a:xfrm>
            <a:custGeom>
              <a:rect b="b" l="l" r="r" t="t"/>
              <a:pathLst>
                <a:path extrusionOk="0" h="602" w="1726">
                  <a:moveTo>
                    <a:pt x="345" y="0"/>
                  </a:moveTo>
                  <a:lnTo>
                    <a:pt x="77" y="13"/>
                  </a:lnTo>
                  <a:lnTo>
                    <a:pt x="0" y="243"/>
                  </a:lnTo>
                  <a:lnTo>
                    <a:pt x="269" y="243"/>
                  </a:lnTo>
                  <a:lnTo>
                    <a:pt x="461" y="563"/>
                  </a:lnTo>
                  <a:lnTo>
                    <a:pt x="703" y="512"/>
                  </a:lnTo>
                  <a:lnTo>
                    <a:pt x="831" y="601"/>
                  </a:lnTo>
                  <a:lnTo>
                    <a:pt x="933" y="537"/>
                  </a:lnTo>
                  <a:lnTo>
                    <a:pt x="1112" y="422"/>
                  </a:lnTo>
                  <a:lnTo>
                    <a:pt x="1355" y="550"/>
                  </a:lnTo>
                  <a:lnTo>
                    <a:pt x="1624" y="550"/>
                  </a:lnTo>
                  <a:lnTo>
                    <a:pt x="1726" y="448"/>
                  </a:lnTo>
                  <a:lnTo>
                    <a:pt x="1547" y="307"/>
                  </a:lnTo>
                  <a:lnTo>
                    <a:pt x="1266" y="256"/>
                  </a:lnTo>
                  <a:lnTo>
                    <a:pt x="1087" y="51"/>
                  </a:lnTo>
                  <a:lnTo>
                    <a:pt x="857" y="39"/>
                  </a:lnTo>
                  <a:lnTo>
                    <a:pt x="703" y="26"/>
                  </a:lnTo>
                  <a:lnTo>
                    <a:pt x="627" y="13"/>
                  </a:lnTo>
                  <a:lnTo>
                    <a:pt x="52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8"/>
            <p:cNvSpPr/>
            <p:nvPr/>
          </p:nvSpPr>
          <p:spPr>
            <a:xfrm>
              <a:off x="2155200" y="2983850"/>
              <a:ext cx="53075" cy="41550"/>
            </a:xfrm>
            <a:custGeom>
              <a:rect b="b" l="l" r="r" t="t"/>
              <a:pathLst>
                <a:path extrusionOk="0" h="1662" w="2123">
                  <a:moveTo>
                    <a:pt x="1215" y="0"/>
                  </a:moveTo>
                  <a:lnTo>
                    <a:pt x="819" y="269"/>
                  </a:lnTo>
                  <a:lnTo>
                    <a:pt x="1126" y="320"/>
                  </a:lnTo>
                  <a:lnTo>
                    <a:pt x="1368" y="358"/>
                  </a:lnTo>
                  <a:lnTo>
                    <a:pt x="1381" y="588"/>
                  </a:lnTo>
                  <a:lnTo>
                    <a:pt x="1330" y="703"/>
                  </a:lnTo>
                  <a:lnTo>
                    <a:pt x="1432" y="805"/>
                  </a:lnTo>
                  <a:lnTo>
                    <a:pt x="1701" y="1048"/>
                  </a:lnTo>
                  <a:lnTo>
                    <a:pt x="1624" y="1150"/>
                  </a:lnTo>
                  <a:lnTo>
                    <a:pt x="1458" y="1150"/>
                  </a:lnTo>
                  <a:lnTo>
                    <a:pt x="1356" y="1265"/>
                  </a:lnTo>
                  <a:lnTo>
                    <a:pt x="678" y="1214"/>
                  </a:lnTo>
                  <a:lnTo>
                    <a:pt x="257" y="1074"/>
                  </a:lnTo>
                  <a:lnTo>
                    <a:pt x="1" y="1150"/>
                  </a:lnTo>
                  <a:lnTo>
                    <a:pt x="1" y="1317"/>
                  </a:lnTo>
                  <a:lnTo>
                    <a:pt x="384" y="1393"/>
                  </a:lnTo>
                  <a:lnTo>
                    <a:pt x="602" y="1662"/>
                  </a:lnTo>
                  <a:lnTo>
                    <a:pt x="602" y="1470"/>
                  </a:lnTo>
                  <a:lnTo>
                    <a:pt x="1036" y="1393"/>
                  </a:lnTo>
                  <a:lnTo>
                    <a:pt x="1253" y="1521"/>
                  </a:lnTo>
                  <a:lnTo>
                    <a:pt x="1547" y="1444"/>
                  </a:lnTo>
                  <a:lnTo>
                    <a:pt x="2033" y="1419"/>
                  </a:lnTo>
                  <a:lnTo>
                    <a:pt x="2084" y="1483"/>
                  </a:lnTo>
                  <a:lnTo>
                    <a:pt x="2123" y="1278"/>
                  </a:lnTo>
                  <a:lnTo>
                    <a:pt x="2084" y="1061"/>
                  </a:lnTo>
                  <a:lnTo>
                    <a:pt x="2059" y="895"/>
                  </a:lnTo>
                  <a:lnTo>
                    <a:pt x="1995" y="895"/>
                  </a:lnTo>
                  <a:lnTo>
                    <a:pt x="1995" y="754"/>
                  </a:lnTo>
                  <a:lnTo>
                    <a:pt x="2084" y="639"/>
                  </a:lnTo>
                  <a:lnTo>
                    <a:pt x="2123" y="499"/>
                  </a:lnTo>
                  <a:lnTo>
                    <a:pt x="2059" y="179"/>
                  </a:lnTo>
                  <a:lnTo>
                    <a:pt x="2008" y="217"/>
                  </a:lnTo>
                  <a:lnTo>
                    <a:pt x="1662" y="217"/>
                  </a:lnTo>
                  <a:lnTo>
                    <a:pt x="1432" y="51"/>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8"/>
            <p:cNvSpPr/>
            <p:nvPr/>
          </p:nvSpPr>
          <p:spPr>
            <a:xfrm>
              <a:off x="2170225" y="2957650"/>
              <a:ext cx="13450" cy="7375"/>
            </a:xfrm>
            <a:custGeom>
              <a:rect b="b" l="l" r="r" t="t"/>
              <a:pathLst>
                <a:path extrusionOk="0" h="295" w="538">
                  <a:moveTo>
                    <a:pt x="537" y="0"/>
                  </a:moveTo>
                  <a:lnTo>
                    <a:pt x="371" y="102"/>
                  </a:lnTo>
                  <a:lnTo>
                    <a:pt x="52" y="102"/>
                  </a:lnTo>
                  <a:lnTo>
                    <a:pt x="1" y="294"/>
                  </a:lnTo>
                  <a:lnTo>
                    <a:pt x="422" y="294"/>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8"/>
            <p:cNvSpPr/>
            <p:nvPr/>
          </p:nvSpPr>
          <p:spPr>
            <a:xfrm>
              <a:off x="2206975" y="2982575"/>
              <a:ext cx="69350" cy="50825"/>
            </a:xfrm>
            <a:custGeom>
              <a:rect b="b" l="l" r="r" t="t"/>
              <a:pathLst>
                <a:path extrusionOk="0" h="2033" w="2774">
                  <a:moveTo>
                    <a:pt x="665" y="0"/>
                  </a:moveTo>
                  <a:lnTo>
                    <a:pt x="409" y="153"/>
                  </a:lnTo>
                  <a:lnTo>
                    <a:pt x="256" y="90"/>
                  </a:lnTo>
                  <a:lnTo>
                    <a:pt x="64" y="192"/>
                  </a:lnTo>
                  <a:lnTo>
                    <a:pt x="141" y="550"/>
                  </a:lnTo>
                  <a:lnTo>
                    <a:pt x="77" y="729"/>
                  </a:lnTo>
                  <a:lnTo>
                    <a:pt x="0" y="831"/>
                  </a:lnTo>
                  <a:lnTo>
                    <a:pt x="0" y="869"/>
                  </a:lnTo>
                  <a:lnTo>
                    <a:pt x="64" y="869"/>
                  </a:lnTo>
                  <a:lnTo>
                    <a:pt x="103" y="1099"/>
                  </a:lnTo>
                  <a:lnTo>
                    <a:pt x="141" y="1329"/>
                  </a:lnTo>
                  <a:lnTo>
                    <a:pt x="90" y="1623"/>
                  </a:lnTo>
                  <a:lnTo>
                    <a:pt x="141" y="1713"/>
                  </a:lnTo>
                  <a:lnTo>
                    <a:pt x="179" y="1866"/>
                  </a:lnTo>
                  <a:lnTo>
                    <a:pt x="384" y="2032"/>
                  </a:lnTo>
                  <a:lnTo>
                    <a:pt x="601" y="1572"/>
                  </a:lnTo>
                  <a:lnTo>
                    <a:pt x="601" y="1393"/>
                  </a:lnTo>
                  <a:lnTo>
                    <a:pt x="818" y="1355"/>
                  </a:lnTo>
                  <a:lnTo>
                    <a:pt x="959" y="1201"/>
                  </a:lnTo>
                  <a:lnTo>
                    <a:pt x="1087" y="1572"/>
                  </a:lnTo>
                  <a:lnTo>
                    <a:pt x="1381" y="1432"/>
                  </a:lnTo>
                  <a:lnTo>
                    <a:pt x="1509" y="1201"/>
                  </a:lnTo>
                  <a:lnTo>
                    <a:pt x="1866" y="1342"/>
                  </a:lnTo>
                  <a:lnTo>
                    <a:pt x="2288" y="1265"/>
                  </a:lnTo>
                  <a:lnTo>
                    <a:pt x="2454" y="1534"/>
                  </a:lnTo>
                  <a:lnTo>
                    <a:pt x="2531" y="1329"/>
                  </a:lnTo>
                  <a:lnTo>
                    <a:pt x="2684" y="1265"/>
                  </a:lnTo>
                  <a:lnTo>
                    <a:pt x="2774" y="1086"/>
                  </a:lnTo>
                  <a:lnTo>
                    <a:pt x="2365" y="780"/>
                  </a:lnTo>
                  <a:lnTo>
                    <a:pt x="1687" y="716"/>
                  </a:lnTo>
                  <a:lnTo>
                    <a:pt x="1713" y="665"/>
                  </a:lnTo>
                  <a:lnTo>
                    <a:pt x="2007" y="652"/>
                  </a:lnTo>
                  <a:lnTo>
                    <a:pt x="2020" y="511"/>
                  </a:lnTo>
                  <a:lnTo>
                    <a:pt x="1598" y="537"/>
                  </a:lnTo>
                  <a:lnTo>
                    <a:pt x="1445" y="256"/>
                  </a:lnTo>
                  <a:lnTo>
                    <a:pt x="1227" y="243"/>
                  </a:lnTo>
                  <a:lnTo>
                    <a:pt x="1074" y="205"/>
                  </a:lnTo>
                  <a:lnTo>
                    <a:pt x="793" y="153"/>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8"/>
            <p:cNvSpPr/>
            <p:nvPr/>
          </p:nvSpPr>
          <p:spPr>
            <a:xfrm>
              <a:off x="2159375" y="2926325"/>
              <a:ext cx="10875" cy="11850"/>
            </a:xfrm>
            <a:custGeom>
              <a:rect b="b" l="l" r="r" t="t"/>
              <a:pathLst>
                <a:path extrusionOk="0" h="474" w="435">
                  <a:moveTo>
                    <a:pt x="0" y="1"/>
                  </a:moveTo>
                  <a:lnTo>
                    <a:pt x="205" y="129"/>
                  </a:lnTo>
                  <a:lnTo>
                    <a:pt x="0" y="474"/>
                  </a:lnTo>
                  <a:lnTo>
                    <a:pt x="205" y="474"/>
                  </a:lnTo>
                  <a:lnTo>
                    <a:pt x="435" y="1"/>
                  </a:lnTo>
                  <a:lnTo>
                    <a:pt x="435" y="1"/>
                  </a:lnTo>
                  <a:lnTo>
                    <a:pt x="217" y="7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8"/>
            <p:cNvSpPr/>
            <p:nvPr/>
          </p:nvSpPr>
          <p:spPr>
            <a:xfrm>
              <a:off x="2465775" y="2259175"/>
              <a:ext cx="107700" cy="122100"/>
            </a:xfrm>
            <a:custGeom>
              <a:rect b="b" l="l" r="r" t="t"/>
              <a:pathLst>
                <a:path extrusionOk="0" h="4884" w="4308">
                  <a:moveTo>
                    <a:pt x="2352" y="1"/>
                  </a:moveTo>
                  <a:lnTo>
                    <a:pt x="1675" y="308"/>
                  </a:lnTo>
                  <a:lnTo>
                    <a:pt x="1624" y="525"/>
                  </a:lnTo>
                  <a:lnTo>
                    <a:pt x="1739" y="538"/>
                  </a:lnTo>
                  <a:lnTo>
                    <a:pt x="1023" y="1586"/>
                  </a:lnTo>
                  <a:lnTo>
                    <a:pt x="1023" y="1918"/>
                  </a:lnTo>
                  <a:lnTo>
                    <a:pt x="934" y="2442"/>
                  </a:lnTo>
                  <a:lnTo>
                    <a:pt x="678" y="2468"/>
                  </a:lnTo>
                  <a:lnTo>
                    <a:pt x="768" y="2698"/>
                  </a:lnTo>
                  <a:lnTo>
                    <a:pt x="103" y="3107"/>
                  </a:lnTo>
                  <a:lnTo>
                    <a:pt x="589" y="3081"/>
                  </a:lnTo>
                  <a:lnTo>
                    <a:pt x="640" y="3183"/>
                  </a:lnTo>
                  <a:lnTo>
                    <a:pt x="231" y="3375"/>
                  </a:lnTo>
                  <a:lnTo>
                    <a:pt x="1" y="3771"/>
                  </a:lnTo>
                  <a:lnTo>
                    <a:pt x="231" y="3925"/>
                  </a:lnTo>
                  <a:lnTo>
                    <a:pt x="947" y="3950"/>
                  </a:lnTo>
                  <a:lnTo>
                    <a:pt x="1534" y="4218"/>
                  </a:lnTo>
                  <a:lnTo>
                    <a:pt x="2199" y="3873"/>
                  </a:lnTo>
                  <a:lnTo>
                    <a:pt x="2557" y="3848"/>
                  </a:lnTo>
                  <a:lnTo>
                    <a:pt x="2404" y="4065"/>
                  </a:lnTo>
                  <a:lnTo>
                    <a:pt x="2851" y="4282"/>
                  </a:lnTo>
                  <a:lnTo>
                    <a:pt x="2991" y="3937"/>
                  </a:lnTo>
                  <a:lnTo>
                    <a:pt x="3106" y="4129"/>
                  </a:lnTo>
                  <a:lnTo>
                    <a:pt x="2851" y="4500"/>
                  </a:lnTo>
                  <a:lnTo>
                    <a:pt x="2442" y="4730"/>
                  </a:lnTo>
                  <a:lnTo>
                    <a:pt x="2787" y="4883"/>
                  </a:lnTo>
                  <a:lnTo>
                    <a:pt x="3234" y="4257"/>
                  </a:lnTo>
                  <a:lnTo>
                    <a:pt x="3630" y="4167"/>
                  </a:lnTo>
                  <a:lnTo>
                    <a:pt x="3848" y="3861"/>
                  </a:lnTo>
                  <a:lnTo>
                    <a:pt x="3924" y="3912"/>
                  </a:lnTo>
                  <a:lnTo>
                    <a:pt x="3886" y="3631"/>
                  </a:lnTo>
                  <a:lnTo>
                    <a:pt x="4270" y="3234"/>
                  </a:lnTo>
                  <a:lnTo>
                    <a:pt x="4308" y="3055"/>
                  </a:lnTo>
                  <a:lnTo>
                    <a:pt x="4129" y="3043"/>
                  </a:lnTo>
                  <a:lnTo>
                    <a:pt x="3937" y="3234"/>
                  </a:lnTo>
                  <a:lnTo>
                    <a:pt x="3733" y="3119"/>
                  </a:lnTo>
                  <a:lnTo>
                    <a:pt x="3861" y="2940"/>
                  </a:lnTo>
                  <a:lnTo>
                    <a:pt x="3669" y="2813"/>
                  </a:lnTo>
                  <a:lnTo>
                    <a:pt x="3861" y="2672"/>
                  </a:lnTo>
                  <a:lnTo>
                    <a:pt x="3886" y="2429"/>
                  </a:lnTo>
                  <a:lnTo>
                    <a:pt x="3592" y="2301"/>
                  </a:lnTo>
                  <a:lnTo>
                    <a:pt x="3158" y="2237"/>
                  </a:lnTo>
                  <a:lnTo>
                    <a:pt x="3119" y="1982"/>
                  </a:lnTo>
                  <a:lnTo>
                    <a:pt x="2864" y="2416"/>
                  </a:lnTo>
                  <a:lnTo>
                    <a:pt x="2749" y="2186"/>
                  </a:lnTo>
                  <a:lnTo>
                    <a:pt x="2429" y="2046"/>
                  </a:lnTo>
                  <a:lnTo>
                    <a:pt x="2608" y="1752"/>
                  </a:lnTo>
                  <a:lnTo>
                    <a:pt x="2097" y="1560"/>
                  </a:lnTo>
                  <a:lnTo>
                    <a:pt x="1867" y="1841"/>
                  </a:lnTo>
                  <a:lnTo>
                    <a:pt x="2173" y="959"/>
                  </a:lnTo>
                  <a:lnTo>
                    <a:pt x="2416" y="972"/>
                  </a:lnTo>
                  <a:lnTo>
                    <a:pt x="2365" y="717"/>
                  </a:lnTo>
                  <a:lnTo>
                    <a:pt x="2416" y="487"/>
                  </a:lnTo>
                  <a:lnTo>
                    <a:pt x="2276" y="384"/>
                  </a:lnTo>
                  <a:lnTo>
                    <a:pt x="2480" y="90"/>
                  </a:lnTo>
                  <a:lnTo>
                    <a:pt x="23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8"/>
            <p:cNvSpPr/>
            <p:nvPr/>
          </p:nvSpPr>
          <p:spPr>
            <a:xfrm>
              <a:off x="2452050" y="3178750"/>
              <a:ext cx="20775" cy="15350"/>
            </a:xfrm>
            <a:custGeom>
              <a:rect b="b" l="l" r="r" t="t"/>
              <a:pathLst>
                <a:path extrusionOk="0" h="614" w="831">
                  <a:moveTo>
                    <a:pt x="729" y="0"/>
                  </a:moveTo>
                  <a:lnTo>
                    <a:pt x="358" y="77"/>
                  </a:lnTo>
                  <a:lnTo>
                    <a:pt x="358" y="205"/>
                  </a:lnTo>
                  <a:lnTo>
                    <a:pt x="384" y="371"/>
                  </a:lnTo>
                  <a:lnTo>
                    <a:pt x="77" y="499"/>
                  </a:lnTo>
                  <a:lnTo>
                    <a:pt x="0" y="601"/>
                  </a:lnTo>
                  <a:lnTo>
                    <a:pt x="217" y="614"/>
                  </a:lnTo>
                  <a:lnTo>
                    <a:pt x="690" y="601"/>
                  </a:lnTo>
                  <a:lnTo>
                    <a:pt x="831" y="333"/>
                  </a:lnTo>
                  <a:lnTo>
                    <a:pt x="793" y="115"/>
                  </a:lnTo>
                  <a:lnTo>
                    <a:pt x="7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8"/>
            <p:cNvSpPr/>
            <p:nvPr/>
          </p:nvSpPr>
          <p:spPr>
            <a:xfrm>
              <a:off x="2552700" y="2346725"/>
              <a:ext cx="34200" cy="39325"/>
            </a:xfrm>
            <a:custGeom>
              <a:rect b="b" l="l" r="r" t="t"/>
              <a:pathLst>
                <a:path extrusionOk="0" h="1573" w="1368">
                  <a:moveTo>
                    <a:pt x="844" y="1"/>
                  </a:moveTo>
                  <a:lnTo>
                    <a:pt x="0" y="1215"/>
                  </a:lnTo>
                  <a:lnTo>
                    <a:pt x="243" y="1394"/>
                  </a:lnTo>
                  <a:lnTo>
                    <a:pt x="537" y="1151"/>
                  </a:lnTo>
                  <a:lnTo>
                    <a:pt x="524" y="1573"/>
                  </a:lnTo>
                  <a:lnTo>
                    <a:pt x="524" y="1573"/>
                  </a:lnTo>
                  <a:lnTo>
                    <a:pt x="971" y="1509"/>
                  </a:lnTo>
                  <a:lnTo>
                    <a:pt x="1099" y="947"/>
                  </a:lnTo>
                  <a:lnTo>
                    <a:pt x="1368" y="550"/>
                  </a:lnTo>
                  <a:lnTo>
                    <a:pt x="1368" y="550"/>
                  </a:lnTo>
                  <a:lnTo>
                    <a:pt x="920" y="742"/>
                  </a:lnTo>
                  <a:lnTo>
                    <a:pt x="869" y="576"/>
                  </a:lnTo>
                  <a:lnTo>
                    <a:pt x="984" y="103"/>
                  </a:lnTo>
                  <a:lnTo>
                    <a:pt x="8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8"/>
            <p:cNvSpPr/>
            <p:nvPr/>
          </p:nvSpPr>
          <p:spPr>
            <a:xfrm>
              <a:off x="4340375" y="3016750"/>
              <a:ext cx="132325" cy="123050"/>
            </a:xfrm>
            <a:custGeom>
              <a:rect b="b" l="l" r="r" t="t"/>
              <a:pathLst>
                <a:path extrusionOk="0" h="4922" w="5293">
                  <a:moveTo>
                    <a:pt x="1432" y="1"/>
                  </a:moveTo>
                  <a:lnTo>
                    <a:pt x="1305" y="576"/>
                  </a:lnTo>
                  <a:lnTo>
                    <a:pt x="1292" y="614"/>
                  </a:lnTo>
                  <a:lnTo>
                    <a:pt x="1253" y="627"/>
                  </a:lnTo>
                  <a:lnTo>
                    <a:pt x="1011" y="614"/>
                  </a:lnTo>
                  <a:lnTo>
                    <a:pt x="627" y="870"/>
                  </a:lnTo>
                  <a:lnTo>
                    <a:pt x="589" y="882"/>
                  </a:lnTo>
                  <a:lnTo>
                    <a:pt x="231" y="895"/>
                  </a:lnTo>
                  <a:lnTo>
                    <a:pt x="333" y="1879"/>
                  </a:lnTo>
                  <a:lnTo>
                    <a:pt x="333" y="1905"/>
                  </a:lnTo>
                  <a:lnTo>
                    <a:pt x="14" y="2774"/>
                  </a:lnTo>
                  <a:lnTo>
                    <a:pt x="1" y="3464"/>
                  </a:lnTo>
                  <a:lnTo>
                    <a:pt x="448" y="3324"/>
                  </a:lnTo>
                  <a:lnTo>
                    <a:pt x="474" y="3324"/>
                  </a:lnTo>
                  <a:lnTo>
                    <a:pt x="870" y="3400"/>
                  </a:lnTo>
                  <a:lnTo>
                    <a:pt x="1074" y="3030"/>
                  </a:lnTo>
                  <a:lnTo>
                    <a:pt x="1087" y="3017"/>
                  </a:lnTo>
                  <a:lnTo>
                    <a:pt x="1113" y="3004"/>
                  </a:lnTo>
                  <a:lnTo>
                    <a:pt x="1471" y="3017"/>
                  </a:lnTo>
                  <a:lnTo>
                    <a:pt x="1496" y="3017"/>
                  </a:lnTo>
                  <a:lnTo>
                    <a:pt x="1509" y="3030"/>
                  </a:lnTo>
                  <a:lnTo>
                    <a:pt x="1522" y="3042"/>
                  </a:lnTo>
                  <a:lnTo>
                    <a:pt x="1522" y="3068"/>
                  </a:lnTo>
                  <a:lnTo>
                    <a:pt x="1522" y="3081"/>
                  </a:lnTo>
                  <a:lnTo>
                    <a:pt x="1982" y="3094"/>
                  </a:lnTo>
                  <a:lnTo>
                    <a:pt x="2020" y="3094"/>
                  </a:lnTo>
                  <a:lnTo>
                    <a:pt x="3771" y="4218"/>
                  </a:lnTo>
                  <a:lnTo>
                    <a:pt x="4628" y="4627"/>
                  </a:lnTo>
                  <a:lnTo>
                    <a:pt x="4653" y="4640"/>
                  </a:lnTo>
                  <a:lnTo>
                    <a:pt x="4845" y="4921"/>
                  </a:lnTo>
                  <a:lnTo>
                    <a:pt x="5292" y="4563"/>
                  </a:lnTo>
                  <a:lnTo>
                    <a:pt x="5126" y="4525"/>
                  </a:lnTo>
                  <a:lnTo>
                    <a:pt x="5036" y="4333"/>
                  </a:lnTo>
                  <a:lnTo>
                    <a:pt x="4794" y="4333"/>
                  </a:lnTo>
                  <a:lnTo>
                    <a:pt x="4730" y="3963"/>
                  </a:lnTo>
                  <a:lnTo>
                    <a:pt x="4410" y="3707"/>
                  </a:lnTo>
                  <a:lnTo>
                    <a:pt x="4180" y="3707"/>
                  </a:lnTo>
                  <a:lnTo>
                    <a:pt x="4116" y="3515"/>
                  </a:lnTo>
                  <a:lnTo>
                    <a:pt x="3656" y="3094"/>
                  </a:lnTo>
                  <a:lnTo>
                    <a:pt x="3503" y="2953"/>
                  </a:lnTo>
                  <a:lnTo>
                    <a:pt x="3413" y="2800"/>
                  </a:lnTo>
                  <a:lnTo>
                    <a:pt x="2928" y="2685"/>
                  </a:lnTo>
                  <a:lnTo>
                    <a:pt x="2774" y="2314"/>
                  </a:lnTo>
                  <a:lnTo>
                    <a:pt x="2493" y="2327"/>
                  </a:lnTo>
                  <a:lnTo>
                    <a:pt x="2493" y="2685"/>
                  </a:lnTo>
                  <a:lnTo>
                    <a:pt x="2276" y="2365"/>
                  </a:lnTo>
                  <a:lnTo>
                    <a:pt x="2276" y="2033"/>
                  </a:lnTo>
                  <a:lnTo>
                    <a:pt x="2135" y="1803"/>
                  </a:lnTo>
                  <a:lnTo>
                    <a:pt x="1726" y="525"/>
                  </a:lnTo>
                  <a:lnTo>
                    <a:pt x="14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8"/>
            <p:cNvSpPr/>
            <p:nvPr/>
          </p:nvSpPr>
          <p:spPr>
            <a:xfrm>
              <a:off x="3570675" y="2274525"/>
              <a:ext cx="224000" cy="221125"/>
            </a:xfrm>
            <a:custGeom>
              <a:rect b="b" l="l" r="r" t="t"/>
              <a:pathLst>
                <a:path extrusionOk="0" h="8845" w="8960">
                  <a:moveTo>
                    <a:pt x="5330" y="0"/>
                  </a:moveTo>
                  <a:lnTo>
                    <a:pt x="5304" y="13"/>
                  </a:lnTo>
                  <a:lnTo>
                    <a:pt x="5202" y="39"/>
                  </a:lnTo>
                  <a:lnTo>
                    <a:pt x="5100" y="51"/>
                  </a:lnTo>
                  <a:lnTo>
                    <a:pt x="4870" y="77"/>
                  </a:lnTo>
                  <a:lnTo>
                    <a:pt x="4767" y="103"/>
                  </a:lnTo>
                  <a:lnTo>
                    <a:pt x="4678" y="154"/>
                  </a:lnTo>
                  <a:lnTo>
                    <a:pt x="4640" y="179"/>
                  </a:lnTo>
                  <a:lnTo>
                    <a:pt x="4614" y="218"/>
                  </a:lnTo>
                  <a:lnTo>
                    <a:pt x="4589" y="269"/>
                  </a:lnTo>
                  <a:lnTo>
                    <a:pt x="4576" y="333"/>
                  </a:lnTo>
                  <a:lnTo>
                    <a:pt x="4550" y="473"/>
                  </a:lnTo>
                  <a:lnTo>
                    <a:pt x="4537" y="550"/>
                  </a:lnTo>
                  <a:lnTo>
                    <a:pt x="4525" y="627"/>
                  </a:lnTo>
                  <a:lnTo>
                    <a:pt x="4512" y="742"/>
                  </a:lnTo>
                  <a:lnTo>
                    <a:pt x="4499" y="806"/>
                  </a:lnTo>
                  <a:lnTo>
                    <a:pt x="4474" y="857"/>
                  </a:lnTo>
                  <a:lnTo>
                    <a:pt x="4448" y="895"/>
                  </a:lnTo>
                  <a:lnTo>
                    <a:pt x="4422" y="921"/>
                  </a:lnTo>
                  <a:lnTo>
                    <a:pt x="4358" y="972"/>
                  </a:lnTo>
                  <a:lnTo>
                    <a:pt x="4205" y="1036"/>
                  </a:lnTo>
                  <a:lnTo>
                    <a:pt x="4052" y="1112"/>
                  </a:lnTo>
                  <a:lnTo>
                    <a:pt x="3898" y="1176"/>
                  </a:lnTo>
                  <a:lnTo>
                    <a:pt x="3745" y="1227"/>
                  </a:lnTo>
                  <a:lnTo>
                    <a:pt x="3592" y="1291"/>
                  </a:lnTo>
                  <a:lnTo>
                    <a:pt x="3528" y="1317"/>
                  </a:lnTo>
                  <a:lnTo>
                    <a:pt x="3489" y="1355"/>
                  </a:lnTo>
                  <a:lnTo>
                    <a:pt x="3489" y="1381"/>
                  </a:lnTo>
                  <a:lnTo>
                    <a:pt x="3489" y="1393"/>
                  </a:lnTo>
                  <a:lnTo>
                    <a:pt x="3541" y="1445"/>
                  </a:lnTo>
                  <a:lnTo>
                    <a:pt x="3604" y="1483"/>
                  </a:lnTo>
                  <a:lnTo>
                    <a:pt x="3656" y="1508"/>
                  </a:lnTo>
                  <a:lnTo>
                    <a:pt x="3681" y="1521"/>
                  </a:lnTo>
                  <a:lnTo>
                    <a:pt x="3694" y="1547"/>
                  </a:lnTo>
                  <a:lnTo>
                    <a:pt x="3707" y="1572"/>
                  </a:lnTo>
                  <a:lnTo>
                    <a:pt x="3707" y="1623"/>
                  </a:lnTo>
                  <a:lnTo>
                    <a:pt x="3528" y="1649"/>
                  </a:lnTo>
                  <a:lnTo>
                    <a:pt x="3272" y="1649"/>
                  </a:lnTo>
                  <a:lnTo>
                    <a:pt x="3195" y="1623"/>
                  </a:lnTo>
                  <a:lnTo>
                    <a:pt x="3119" y="1598"/>
                  </a:lnTo>
                  <a:lnTo>
                    <a:pt x="3042" y="1560"/>
                  </a:lnTo>
                  <a:lnTo>
                    <a:pt x="2991" y="1521"/>
                  </a:lnTo>
                  <a:lnTo>
                    <a:pt x="2927" y="1508"/>
                  </a:lnTo>
                  <a:lnTo>
                    <a:pt x="2761" y="1508"/>
                  </a:lnTo>
                  <a:lnTo>
                    <a:pt x="2659" y="1521"/>
                  </a:lnTo>
                  <a:lnTo>
                    <a:pt x="2569" y="1521"/>
                  </a:lnTo>
                  <a:lnTo>
                    <a:pt x="2544" y="1496"/>
                  </a:lnTo>
                  <a:lnTo>
                    <a:pt x="2531" y="1470"/>
                  </a:lnTo>
                  <a:lnTo>
                    <a:pt x="2531" y="1445"/>
                  </a:lnTo>
                  <a:lnTo>
                    <a:pt x="2544" y="1419"/>
                  </a:lnTo>
                  <a:lnTo>
                    <a:pt x="2569" y="1355"/>
                  </a:lnTo>
                  <a:lnTo>
                    <a:pt x="2582" y="1291"/>
                  </a:lnTo>
                  <a:lnTo>
                    <a:pt x="2595" y="1176"/>
                  </a:lnTo>
                  <a:lnTo>
                    <a:pt x="2608" y="1112"/>
                  </a:lnTo>
                  <a:lnTo>
                    <a:pt x="2595" y="1074"/>
                  </a:lnTo>
                  <a:lnTo>
                    <a:pt x="2569" y="1036"/>
                  </a:lnTo>
                  <a:lnTo>
                    <a:pt x="2518" y="1023"/>
                  </a:lnTo>
                  <a:lnTo>
                    <a:pt x="2493" y="1010"/>
                  </a:lnTo>
                  <a:lnTo>
                    <a:pt x="2403" y="1023"/>
                  </a:lnTo>
                  <a:lnTo>
                    <a:pt x="2352" y="1010"/>
                  </a:lnTo>
                  <a:lnTo>
                    <a:pt x="2314" y="1010"/>
                  </a:lnTo>
                  <a:lnTo>
                    <a:pt x="2224" y="959"/>
                  </a:lnTo>
                  <a:lnTo>
                    <a:pt x="2173" y="946"/>
                  </a:lnTo>
                  <a:lnTo>
                    <a:pt x="2135" y="933"/>
                  </a:lnTo>
                  <a:lnTo>
                    <a:pt x="2096" y="946"/>
                  </a:lnTo>
                  <a:lnTo>
                    <a:pt x="2071" y="946"/>
                  </a:lnTo>
                  <a:lnTo>
                    <a:pt x="2058" y="972"/>
                  </a:lnTo>
                  <a:lnTo>
                    <a:pt x="2045" y="997"/>
                  </a:lnTo>
                  <a:lnTo>
                    <a:pt x="2045" y="1036"/>
                  </a:lnTo>
                  <a:lnTo>
                    <a:pt x="2071" y="1087"/>
                  </a:lnTo>
                  <a:lnTo>
                    <a:pt x="2096" y="1125"/>
                  </a:lnTo>
                  <a:lnTo>
                    <a:pt x="2135" y="1163"/>
                  </a:lnTo>
                  <a:lnTo>
                    <a:pt x="2160" y="1189"/>
                  </a:lnTo>
                  <a:lnTo>
                    <a:pt x="2173" y="1240"/>
                  </a:lnTo>
                  <a:lnTo>
                    <a:pt x="2160" y="1317"/>
                  </a:lnTo>
                  <a:lnTo>
                    <a:pt x="2135" y="1393"/>
                  </a:lnTo>
                  <a:lnTo>
                    <a:pt x="2147" y="1496"/>
                  </a:lnTo>
                  <a:lnTo>
                    <a:pt x="2173" y="1598"/>
                  </a:lnTo>
                  <a:lnTo>
                    <a:pt x="2237" y="1802"/>
                  </a:lnTo>
                  <a:lnTo>
                    <a:pt x="2262" y="1905"/>
                  </a:lnTo>
                  <a:lnTo>
                    <a:pt x="2288" y="2020"/>
                  </a:lnTo>
                  <a:lnTo>
                    <a:pt x="2301" y="2122"/>
                  </a:lnTo>
                  <a:lnTo>
                    <a:pt x="2288" y="2224"/>
                  </a:lnTo>
                  <a:lnTo>
                    <a:pt x="2250" y="2186"/>
                  </a:lnTo>
                  <a:lnTo>
                    <a:pt x="2224" y="2147"/>
                  </a:lnTo>
                  <a:lnTo>
                    <a:pt x="2199" y="2109"/>
                  </a:lnTo>
                  <a:lnTo>
                    <a:pt x="2173" y="2071"/>
                  </a:lnTo>
                  <a:lnTo>
                    <a:pt x="2135" y="2058"/>
                  </a:lnTo>
                  <a:lnTo>
                    <a:pt x="2109" y="2058"/>
                  </a:lnTo>
                  <a:lnTo>
                    <a:pt x="2096" y="2071"/>
                  </a:lnTo>
                  <a:lnTo>
                    <a:pt x="2084" y="2096"/>
                  </a:lnTo>
                  <a:lnTo>
                    <a:pt x="2058" y="2135"/>
                  </a:lnTo>
                  <a:lnTo>
                    <a:pt x="2045" y="2160"/>
                  </a:lnTo>
                  <a:lnTo>
                    <a:pt x="2020" y="2173"/>
                  </a:lnTo>
                  <a:lnTo>
                    <a:pt x="1994" y="2186"/>
                  </a:lnTo>
                  <a:lnTo>
                    <a:pt x="1969" y="2186"/>
                  </a:lnTo>
                  <a:lnTo>
                    <a:pt x="1956" y="2173"/>
                  </a:lnTo>
                  <a:lnTo>
                    <a:pt x="1943" y="2160"/>
                  </a:lnTo>
                  <a:lnTo>
                    <a:pt x="1930" y="2122"/>
                  </a:lnTo>
                  <a:lnTo>
                    <a:pt x="1892" y="2071"/>
                  </a:lnTo>
                  <a:lnTo>
                    <a:pt x="1879" y="2058"/>
                  </a:lnTo>
                  <a:lnTo>
                    <a:pt x="1841" y="2058"/>
                  </a:lnTo>
                  <a:lnTo>
                    <a:pt x="1790" y="2045"/>
                  </a:lnTo>
                  <a:lnTo>
                    <a:pt x="1726" y="2032"/>
                  </a:lnTo>
                  <a:lnTo>
                    <a:pt x="1713" y="2020"/>
                  </a:lnTo>
                  <a:lnTo>
                    <a:pt x="1700" y="1994"/>
                  </a:lnTo>
                  <a:lnTo>
                    <a:pt x="1662" y="2007"/>
                  </a:lnTo>
                  <a:lnTo>
                    <a:pt x="1623" y="2045"/>
                  </a:lnTo>
                  <a:lnTo>
                    <a:pt x="1560" y="2122"/>
                  </a:lnTo>
                  <a:lnTo>
                    <a:pt x="1534" y="2160"/>
                  </a:lnTo>
                  <a:lnTo>
                    <a:pt x="1508" y="2160"/>
                  </a:lnTo>
                  <a:lnTo>
                    <a:pt x="1470" y="2147"/>
                  </a:lnTo>
                  <a:lnTo>
                    <a:pt x="1445" y="2096"/>
                  </a:lnTo>
                  <a:lnTo>
                    <a:pt x="1419" y="2045"/>
                  </a:lnTo>
                  <a:lnTo>
                    <a:pt x="1419" y="2007"/>
                  </a:lnTo>
                  <a:lnTo>
                    <a:pt x="1406" y="1905"/>
                  </a:lnTo>
                  <a:lnTo>
                    <a:pt x="1393" y="1815"/>
                  </a:lnTo>
                  <a:lnTo>
                    <a:pt x="1381" y="1777"/>
                  </a:lnTo>
                  <a:lnTo>
                    <a:pt x="1355" y="1726"/>
                  </a:lnTo>
                  <a:lnTo>
                    <a:pt x="1304" y="1687"/>
                  </a:lnTo>
                  <a:lnTo>
                    <a:pt x="1278" y="1675"/>
                  </a:lnTo>
                  <a:lnTo>
                    <a:pt x="1163" y="1675"/>
                  </a:lnTo>
                  <a:lnTo>
                    <a:pt x="1087" y="1649"/>
                  </a:lnTo>
                  <a:lnTo>
                    <a:pt x="1048" y="1636"/>
                  </a:lnTo>
                  <a:lnTo>
                    <a:pt x="997" y="1636"/>
                  </a:lnTo>
                  <a:lnTo>
                    <a:pt x="972" y="1649"/>
                  </a:lnTo>
                  <a:lnTo>
                    <a:pt x="959" y="1675"/>
                  </a:lnTo>
                  <a:lnTo>
                    <a:pt x="921" y="1713"/>
                  </a:lnTo>
                  <a:lnTo>
                    <a:pt x="908" y="1764"/>
                  </a:lnTo>
                  <a:lnTo>
                    <a:pt x="882" y="1815"/>
                  </a:lnTo>
                  <a:lnTo>
                    <a:pt x="857" y="1841"/>
                  </a:lnTo>
                  <a:lnTo>
                    <a:pt x="818" y="1841"/>
                  </a:lnTo>
                  <a:lnTo>
                    <a:pt x="716" y="1854"/>
                  </a:lnTo>
                  <a:lnTo>
                    <a:pt x="703" y="1739"/>
                  </a:lnTo>
                  <a:lnTo>
                    <a:pt x="678" y="1700"/>
                  </a:lnTo>
                  <a:lnTo>
                    <a:pt x="665" y="1700"/>
                  </a:lnTo>
                  <a:lnTo>
                    <a:pt x="639" y="1687"/>
                  </a:lnTo>
                  <a:lnTo>
                    <a:pt x="601" y="1700"/>
                  </a:lnTo>
                  <a:lnTo>
                    <a:pt x="537" y="1713"/>
                  </a:lnTo>
                  <a:lnTo>
                    <a:pt x="422" y="1751"/>
                  </a:lnTo>
                  <a:lnTo>
                    <a:pt x="333" y="1764"/>
                  </a:lnTo>
                  <a:lnTo>
                    <a:pt x="243" y="1764"/>
                  </a:lnTo>
                  <a:lnTo>
                    <a:pt x="154" y="1777"/>
                  </a:lnTo>
                  <a:lnTo>
                    <a:pt x="115" y="1790"/>
                  </a:lnTo>
                  <a:lnTo>
                    <a:pt x="77" y="1828"/>
                  </a:lnTo>
                  <a:lnTo>
                    <a:pt x="39" y="1879"/>
                  </a:lnTo>
                  <a:lnTo>
                    <a:pt x="26" y="1956"/>
                  </a:lnTo>
                  <a:lnTo>
                    <a:pt x="39" y="1994"/>
                  </a:lnTo>
                  <a:lnTo>
                    <a:pt x="51" y="2020"/>
                  </a:lnTo>
                  <a:lnTo>
                    <a:pt x="77" y="2045"/>
                  </a:lnTo>
                  <a:lnTo>
                    <a:pt x="115" y="2058"/>
                  </a:lnTo>
                  <a:lnTo>
                    <a:pt x="166" y="2045"/>
                  </a:lnTo>
                  <a:lnTo>
                    <a:pt x="243" y="2032"/>
                  </a:lnTo>
                  <a:lnTo>
                    <a:pt x="294" y="2032"/>
                  </a:lnTo>
                  <a:lnTo>
                    <a:pt x="320" y="2058"/>
                  </a:lnTo>
                  <a:lnTo>
                    <a:pt x="320" y="2084"/>
                  </a:lnTo>
                  <a:lnTo>
                    <a:pt x="320" y="2096"/>
                  </a:lnTo>
                  <a:lnTo>
                    <a:pt x="307" y="2109"/>
                  </a:lnTo>
                  <a:lnTo>
                    <a:pt x="320" y="2135"/>
                  </a:lnTo>
                  <a:lnTo>
                    <a:pt x="345" y="2160"/>
                  </a:lnTo>
                  <a:lnTo>
                    <a:pt x="371" y="2199"/>
                  </a:lnTo>
                  <a:lnTo>
                    <a:pt x="371" y="2211"/>
                  </a:lnTo>
                  <a:lnTo>
                    <a:pt x="345" y="2237"/>
                  </a:lnTo>
                  <a:lnTo>
                    <a:pt x="320" y="2237"/>
                  </a:lnTo>
                  <a:lnTo>
                    <a:pt x="294" y="2224"/>
                  </a:lnTo>
                  <a:lnTo>
                    <a:pt x="243" y="2186"/>
                  </a:lnTo>
                  <a:lnTo>
                    <a:pt x="205" y="2160"/>
                  </a:lnTo>
                  <a:lnTo>
                    <a:pt x="192" y="2160"/>
                  </a:lnTo>
                  <a:lnTo>
                    <a:pt x="166" y="2173"/>
                  </a:lnTo>
                  <a:lnTo>
                    <a:pt x="154" y="2199"/>
                  </a:lnTo>
                  <a:lnTo>
                    <a:pt x="166" y="2237"/>
                  </a:lnTo>
                  <a:lnTo>
                    <a:pt x="179" y="2275"/>
                  </a:lnTo>
                  <a:lnTo>
                    <a:pt x="192" y="2314"/>
                  </a:lnTo>
                  <a:lnTo>
                    <a:pt x="103" y="2326"/>
                  </a:lnTo>
                  <a:lnTo>
                    <a:pt x="64" y="2326"/>
                  </a:lnTo>
                  <a:lnTo>
                    <a:pt x="26" y="2339"/>
                  </a:lnTo>
                  <a:lnTo>
                    <a:pt x="0" y="2352"/>
                  </a:lnTo>
                  <a:lnTo>
                    <a:pt x="0" y="2365"/>
                  </a:lnTo>
                  <a:lnTo>
                    <a:pt x="0" y="2390"/>
                  </a:lnTo>
                  <a:lnTo>
                    <a:pt x="26" y="2416"/>
                  </a:lnTo>
                  <a:lnTo>
                    <a:pt x="103" y="2416"/>
                  </a:lnTo>
                  <a:lnTo>
                    <a:pt x="141" y="2441"/>
                  </a:lnTo>
                  <a:lnTo>
                    <a:pt x="141" y="2467"/>
                  </a:lnTo>
                  <a:lnTo>
                    <a:pt x="154" y="2505"/>
                  </a:lnTo>
                  <a:lnTo>
                    <a:pt x="166" y="2544"/>
                  </a:lnTo>
                  <a:lnTo>
                    <a:pt x="179" y="2569"/>
                  </a:lnTo>
                  <a:lnTo>
                    <a:pt x="192" y="2569"/>
                  </a:lnTo>
                  <a:lnTo>
                    <a:pt x="243" y="2582"/>
                  </a:lnTo>
                  <a:lnTo>
                    <a:pt x="294" y="2595"/>
                  </a:lnTo>
                  <a:lnTo>
                    <a:pt x="358" y="2595"/>
                  </a:lnTo>
                  <a:lnTo>
                    <a:pt x="371" y="2582"/>
                  </a:lnTo>
                  <a:lnTo>
                    <a:pt x="384" y="2556"/>
                  </a:lnTo>
                  <a:lnTo>
                    <a:pt x="384" y="2531"/>
                  </a:lnTo>
                  <a:lnTo>
                    <a:pt x="396" y="2518"/>
                  </a:lnTo>
                  <a:lnTo>
                    <a:pt x="448" y="2518"/>
                  </a:lnTo>
                  <a:lnTo>
                    <a:pt x="460" y="2556"/>
                  </a:lnTo>
                  <a:lnTo>
                    <a:pt x="486" y="2595"/>
                  </a:lnTo>
                  <a:lnTo>
                    <a:pt x="524" y="2620"/>
                  </a:lnTo>
                  <a:lnTo>
                    <a:pt x="563" y="2633"/>
                  </a:lnTo>
                  <a:lnTo>
                    <a:pt x="614" y="2633"/>
                  </a:lnTo>
                  <a:lnTo>
                    <a:pt x="652" y="2620"/>
                  </a:lnTo>
                  <a:lnTo>
                    <a:pt x="690" y="2633"/>
                  </a:lnTo>
                  <a:lnTo>
                    <a:pt x="703" y="2633"/>
                  </a:lnTo>
                  <a:lnTo>
                    <a:pt x="716" y="2659"/>
                  </a:lnTo>
                  <a:lnTo>
                    <a:pt x="729" y="2697"/>
                  </a:lnTo>
                  <a:lnTo>
                    <a:pt x="729" y="2735"/>
                  </a:lnTo>
                  <a:lnTo>
                    <a:pt x="729" y="2774"/>
                  </a:lnTo>
                  <a:lnTo>
                    <a:pt x="754" y="2812"/>
                  </a:lnTo>
                  <a:lnTo>
                    <a:pt x="780" y="2825"/>
                  </a:lnTo>
                  <a:lnTo>
                    <a:pt x="895" y="2825"/>
                  </a:lnTo>
                  <a:lnTo>
                    <a:pt x="959" y="2812"/>
                  </a:lnTo>
                  <a:lnTo>
                    <a:pt x="997" y="2838"/>
                  </a:lnTo>
                  <a:lnTo>
                    <a:pt x="1010" y="2850"/>
                  </a:lnTo>
                  <a:lnTo>
                    <a:pt x="1023" y="2876"/>
                  </a:lnTo>
                  <a:lnTo>
                    <a:pt x="1023" y="2914"/>
                  </a:lnTo>
                  <a:lnTo>
                    <a:pt x="1010" y="2965"/>
                  </a:lnTo>
                  <a:lnTo>
                    <a:pt x="1010" y="3004"/>
                  </a:lnTo>
                  <a:lnTo>
                    <a:pt x="1023" y="3029"/>
                  </a:lnTo>
                  <a:lnTo>
                    <a:pt x="1036" y="3029"/>
                  </a:lnTo>
                  <a:lnTo>
                    <a:pt x="1061" y="3042"/>
                  </a:lnTo>
                  <a:lnTo>
                    <a:pt x="1112" y="3042"/>
                  </a:lnTo>
                  <a:lnTo>
                    <a:pt x="1202" y="3017"/>
                  </a:lnTo>
                  <a:lnTo>
                    <a:pt x="1227" y="3029"/>
                  </a:lnTo>
                  <a:lnTo>
                    <a:pt x="1253" y="3042"/>
                  </a:lnTo>
                  <a:lnTo>
                    <a:pt x="1253" y="3068"/>
                  </a:lnTo>
                  <a:lnTo>
                    <a:pt x="1240" y="3093"/>
                  </a:lnTo>
                  <a:lnTo>
                    <a:pt x="1253" y="3119"/>
                  </a:lnTo>
                  <a:lnTo>
                    <a:pt x="1278" y="3132"/>
                  </a:lnTo>
                  <a:lnTo>
                    <a:pt x="1432" y="3132"/>
                  </a:lnTo>
                  <a:lnTo>
                    <a:pt x="1457" y="3144"/>
                  </a:lnTo>
                  <a:lnTo>
                    <a:pt x="1483" y="3183"/>
                  </a:lnTo>
                  <a:lnTo>
                    <a:pt x="1496" y="3221"/>
                  </a:lnTo>
                  <a:lnTo>
                    <a:pt x="1496" y="3247"/>
                  </a:lnTo>
                  <a:lnTo>
                    <a:pt x="1483" y="3259"/>
                  </a:lnTo>
                  <a:lnTo>
                    <a:pt x="1457" y="3272"/>
                  </a:lnTo>
                  <a:lnTo>
                    <a:pt x="1445" y="3298"/>
                  </a:lnTo>
                  <a:lnTo>
                    <a:pt x="1432" y="3336"/>
                  </a:lnTo>
                  <a:lnTo>
                    <a:pt x="1432" y="3387"/>
                  </a:lnTo>
                  <a:lnTo>
                    <a:pt x="1432" y="3438"/>
                  </a:lnTo>
                  <a:lnTo>
                    <a:pt x="1457" y="3489"/>
                  </a:lnTo>
                  <a:lnTo>
                    <a:pt x="1483" y="3502"/>
                  </a:lnTo>
                  <a:lnTo>
                    <a:pt x="1623" y="3502"/>
                  </a:lnTo>
                  <a:lnTo>
                    <a:pt x="1726" y="3477"/>
                  </a:lnTo>
                  <a:lnTo>
                    <a:pt x="1815" y="3464"/>
                  </a:lnTo>
                  <a:lnTo>
                    <a:pt x="1815" y="3489"/>
                  </a:lnTo>
                  <a:lnTo>
                    <a:pt x="1802" y="3502"/>
                  </a:lnTo>
                  <a:lnTo>
                    <a:pt x="1790" y="3515"/>
                  </a:lnTo>
                  <a:lnTo>
                    <a:pt x="1726" y="3528"/>
                  </a:lnTo>
                  <a:lnTo>
                    <a:pt x="1700" y="3541"/>
                  </a:lnTo>
                  <a:lnTo>
                    <a:pt x="1687" y="3566"/>
                  </a:lnTo>
                  <a:lnTo>
                    <a:pt x="1687" y="3592"/>
                  </a:lnTo>
                  <a:lnTo>
                    <a:pt x="1687" y="3630"/>
                  </a:lnTo>
                  <a:lnTo>
                    <a:pt x="1713" y="3707"/>
                  </a:lnTo>
                  <a:lnTo>
                    <a:pt x="1713" y="3745"/>
                  </a:lnTo>
                  <a:lnTo>
                    <a:pt x="1687" y="3783"/>
                  </a:lnTo>
                  <a:lnTo>
                    <a:pt x="1662" y="3835"/>
                  </a:lnTo>
                  <a:lnTo>
                    <a:pt x="1636" y="3873"/>
                  </a:lnTo>
                  <a:lnTo>
                    <a:pt x="1636" y="3924"/>
                  </a:lnTo>
                  <a:lnTo>
                    <a:pt x="1649" y="3975"/>
                  </a:lnTo>
                  <a:lnTo>
                    <a:pt x="1675" y="4039"/>
                  </a:lnTo>
                  <a:lnTo>
                    <a:pt x="1713" y="4090"/>
                  </a:lnTo>
                  <a:lnTo>
                    <a:pt x="1802" y="4192"/>
                  </a:lnTo>
                  <a:lnTo>
                    <a:pt x="1879" y="4295"/>
                  </a:lnTo>
                  <a:lnTo>
                    <a:pt x="1956" y="4384"/>
                  </a:lnTo>
                  <a:lnTo>
                    <a:pt x="2007" y="4422"/>
                  </a:lnTo>
                  <a:lnTo>
                    <a:pt x="2071" y="4461"/>
                  </a:lnTo>
                  <a:lnTo>
                    <a:pt x="2122" y="4474"/>
                  </a:lnTo>
                  <a:lnTo>
                    <a:pt x="2199" y="4499"/>
                  </a:lnTo>
                  <a:lnTo>
                    <a:pt x="2250" y="4499"/>
                  </a:lnTo>
                  <a:lnTo>
                    <a:pt x="2262" y="4512"/>
                  </a:lnTo>
                  <a:lnTo>
                    <a:pt x="2275" y="4537"/>
                  </a:lnTo>
                  <a:lnTo>
                    <a:pt x="2262" y="4601"/>
                  </a:lnTo>
                  <a:lnTo>
                    <a:pt x="2250" y="4678"/>
                  </a:lnTo>
                  <a:lnTo>
                    <a:pt x="2224" y="4883"/>
                  </a:lnTo>
                  <a:lnTo>
                    <a:pt x="2199" y="4985"/>
                  </a:lnTo>
                  <a:lnTo>
                    <a:pt x="2173" y="5087"/>
                  </a:lnTo>
                  <a:lnTo>
                    <a:pt x="2147" y="5138"/>
                  </a:lnTo>
                  <a:lnTo>
                    <a:pt x="2160" y="5164"/>
                  </a:lnTo>
                  <a:lnTo>
                    <a:pt x="2186" y="5189"/>
                  </a:lnTo>
                  <a:lnTo>
                    <a:pt x="2224" y="5228"/>
                  </a:lnTo>
                  <a:lnTo>
                    <a:pt x="2275" y="5279"/>
                  </a:lnTo>
                  <a:lnTo>
                    <a:pt x="2352" y="5381"/>
                  </a:lnTo>
                  <a:lnTo>
                    <a:pt x="2429" y="5509"/>
                  </a:lnTo>
                  <a:lnTo>
                    <a:pt x="2467" y="5611"/>
                  </a:lnTo>
                  <a:lnTo>
                    <a:pt x="2493" y="5726"/>
                  </a:lnTo>
                  <a:lnTo>
                    <a:pt x="2493" y="5841"/>
                  </a:lnTo>
                  <a:lnTo>
                    <a:pt x="2493" y="5943"/>
                  </a:lnTo>
                  <a:lnTo>
                    <a:pt x="2480" y="5943"/>
                  </a:lnTo>
                  <a:lnTo>
                    <a:pt x="2467" y="5931"/>
                  </a:lnTo>
                  <a:lnTo>
                    <a:pt x="2441" y="5879"/>
                  </a:lnTo>
                  <a:lnTo>
                    <a:pt x="2429" y="5764"/>
                  </a:lnTo>
                  <a:lnTo>
                    <a:pt x="2390" y="5649"/>
                  </a:lnTo>
                  <a:lnTo>
                    <a:pt x="2339" y="5534"/>
                  </a:lnTo>
                  <a:lnTo>
                    <a:pt x="2301" y="5483"/>
                  </a:lnTo>
                  <a:lnTo>
                    <a:pt x="2262" y="5445"/>
                  </a:lnTo>
                  <a:lnTo>
                    <a:pt x="2211" y="5419"/>
                  </a:lnTo>
                  <a:lnTo>
                    <a:pt x="2147" y="5407"/>
                  </a:lnTo>
                  <a:lnTo>
                    <a:pt x="2122" y="5407"/>
                  </a:lnTo>
                  <a:lnTo>
                    <a:pt x="2096" y="5419"/>
                  </a:lnTo>
                  <a:lnTo>
                    <a:pt x="2071" y="5458"/>
                  </a:lnTo>
                  <a:lnTo>
                    <a:pt x="2058" y="5509"/>
                  </a:lnTo>
                  <a:lnTo>
                    <a:pt x="2058" y="5573"/>
                  </a:lnTo>
                  <a:lnTo>
                    <a:pt x="2032" y="5790"/>
                  </a:lnTo>
                  <a:lnTo>
                    <a:pt x="2032" y="5892"/>
                  </a:lnTo>
                  <a:lnTo>
                    <a:pt x="2020" y="6007"/>
                  </a:lnTo>
                  <a:lnTo>
                    <a:pt x="2007" y="6058"/>
                  </a:lnTo>
                  <a:lnTo>
                    <a:pt x="1994" y="6084"/>
                  </a:lnTo>
                  <a:lnTo>
                    <a:pt x="2007" y="6109"/>
                  </a:lnTo>
                  <a:lnTo>
                    <a:pt x="2020" y="6122"/>
                  </a:lnTo>
                  <a:lnTo>
                    <a:pt x="2032" y="6135"/>
                  </a:lnTo>
                  <a:lnTo>
                    <a:pt x="2045" y="6148"/>
                  </a:lnTo>
                  <a:lnTo>
                    <a:pt x="2058" y="6173"/>
                  </a:lnTo>
                  <a:lnTo>
                    <a:pt x="2058" y="6199"/>
                  </a:lnTo>
                  <a:lnTo>
                    <a:pt x="2045" y="6224"/>
                  </a:lnTo>
                  <a:lnTo>
                    <a:pt x="2007" y="6276"/>
                  </a:lnTo>
                  <a:lnTo>
                    <a:pt x="1981" y="6327"/>
                  </a:lnTo>
                  <a:lnTo>
                    <a:pt x="1981" y="6378"/>
                  </a:lnTo>
                  <a:lnTo>
                    <a:pt x="1969" y="6455"/>
                  </a:lnTo>
                  <a:lnTo>
                    <a:pt x="1956" y="6531"/>
                  </a:lnTo>
                  <a:lnTo>
                    <a:pt x="1956" y="6595"/>
                  </a:lnTo>
                  <a:lnTo>
                    <a:pt x="1943" y="6646"/>
                  </a:lnTo>
                  <a:lnTo>
                    <a:pt x="1905" y="6748"/>
                  </a:lnTo>
                  <a:lnTo>
                    <a:pt x="1841" y="6902"/>
                  </a:lnTo>
                  <a:lnTo>
                    <a:pt x="1815" y="6979"/>
                  </a:lnTo>
                  <a:lnTo>
                    <a:pt x="1777" y="7055"/>
                  </a:lnTo>
                  <a:lnTo>
                    <a:pt x="1738" y="7119"/>
                  </a:lnTo>
                  <a:lnTo>
                    <a:pt x="1700" y="7196"/>
                  </a:lnTo>
                  <a:lnTo>
                    <a:pt x="1662" y="7272"/>
                  </a:lnTo>
                  <a:lnTo>
                    <a:pt x="1611" y="7362"/>
                  </a:lnTo>
                  <a:lnTo>
                    <a:pt x="1585" y="7388"/>
                  </a:lnTo>
                  <a:lnTo>
                    <a:pt x="1700" y="7477"/>
                  </a:lnTo>
                  <a:lnTo>
                    <a:pt x="1700" y="7490"/>
                  </a:lnTo>
                  <a:lnTo>
                    <a:pt x="1738" y="7643"/>
                  </a:lnTo>
                  <a:lnTo>
                    <a:pt x="1879" y="7707"/>
                  </a:lnTo>
                  <a:lnTo>
                    <a:pt x="1892" y="7707"/>
                  </a:lnTo>
                  <a:lnTo>
                    <a:pt x="2199" y="8065"/>
                  </a:lnTo>
                  <a:lnTo>
                    <a:pt x="2467" y="8129"/>
                  </a:lnTo>
                  <a:lnTo>
                    <a:pt x="2480" y="8142"/>
                  </a:lnTo>
                  <a:lnTo>
                    <a:pt x="2608" y="8308"/>
                  </a:lnTo>
                  <a:lnTo>
                    <a:pt x="2953" y="8295"/>
                  </a:lnTo>
                  <a:lnTo>
                    <a:pt x="3119" y="8320"/>
                  </a:lnTo>
                  <a:lnTo>
                    <a:pt x="3272" y="8231"/>
                  </a:lnTo>
                  <a:lnTo>
                    <a:pt x="3298" y="8231"/>
                  </a:lnTo>
                  <a:lnTo>
                    <a:pt x="3771" y="8448"/>
                  </a:lnTo>
                  <a:lnTo>
                    <a:pt x="3962" y="8487"/>
                  </a:lnTo>
                  <a:lnTo>
                    <a:pt x="3975" y="8499"/>
                  </a:lnTo>
                  <a:lnTo>
                    <a:pt x="4180" y="8793"/>
                  </a:lnTo>
                  <a:lnTo>
                    <a:pt x="4410" y="8781"/>
                  </a:lnTo>
                  <a:lnTo>
                    <a:pt x="4422" y="8781"/>
                  </a:lnTo>
                  <a:lnTo>
                    <a:pt x="4627" y="8845"/>
                  </a:lnTo>
                  <a:lnTo>
                    <a:pt x="4831" y="8806"/>
                  </a:lnTo>
                  <a:lnTo>
                    <a:pt x="5061" y="8845"/>
                  </a:lnTo>
                  <a:lnTo>
                    <a:pt x="5074" y="8729"/>
                  </a:lnTo>
                  <a:lnTo>
                    <a:pt x="5074" y="8627"/>
                  </a:lnTo>
                  <a:lnTo>
                    <a:pt x="5074" y="8576"/>
                  </a:lnTo>
                  <a:lnTo>
                    <a:pt x="5049" y="8538"/>
                  </a:lnTo>
                  <a:lnTo>
                    <a:pt x="4998" y="8448"/>
                  </a:lnTo>
                  <a:lnTo>
                    <a:pt x="4972" y="8397"/>
                  </a:lnTo>
                  <a:lnTo>
                    <a:pt x="4972" y="8384"/>
                  </a:lnTo>
                  <a:lnTo>
                    <a:pt x="4998" y="8359"/>
                  </a:lnTo>
                  <a:lnTo>
                    <a:pt x="5010" y="8346"/>
                  </a:lnTo>
                  <a:lnTo>
                    <a:pt x="5036" y="8333"/>
                  </a:lnTo>
                  <a:lnTo>
                    <a:pt x="5061" y="8346"/>
                  </a:lnTo>
                  <a:lnTo>
                    <a:pt x="5125" y="8346"/>
                  </a:lnTo>
                  <a:lnTo>
                    <a:pt x="5138" y="8333"/>
                  </a:lnTo>
                  <a:lnTo>
                    <a:pt x="5164" y="8308"/>
                  </a:lnTo>
                  <a:lnTo>
                    <a:pt x="5164" y="8269"/>
                  </a:lnTo>
                  <a:lnTo>
                    <a:pt x="5176" y="8193"/>
                  </a:lnTo>
                  <a:lnTo>
                    <a:pt x="5189" y="8167"/>
                  </a:lnTo>
                  <a:lnTo>
                    <a:pt x="5202" y="8142"/>
                  </a:lnTo>
                  <a:lnTo>
                    <a:pt x="5266" y="8090"/>
                  </a:lnTo>
                  <a:lnTo>
                    <a:pt x="5330" y="8065"/>
                  </a:lnTo>
                  <a:lnTo>
                    <a:pt x="5394" y="8039"/>
                  </a:lnTo>
                  <a:lnTo>
                    <a:pt x="5483" y="8001"/>
                  </a:lnTo>
                  <a:lnTo>
                    <a:pt x="5573" y="7950"/>
                  </a:lnTo>
                  <a:lnTo>
                    <a:pt x="5726" y="7848"/>
                  </a:lnTo>
                  <a:lnTo>
                    <a:pt x="5777" y="7809"/>
                  </a:lnTo>
                  <a:lnTo>
                    <a:pt x="5803" y="7796"/>
                  </a:lnTo>
                  <a:lnTo>
                    <a:pt x="5828" y="7796"/>
                  </a:lnTo>
                  <a:lnTo>
                    <a:pt x="5841" y="7809"/>
                  </a:lnTo>
                  <a:lnTo>
                    <a:pt x="5854" y="7822"/>
                  </a:lnTo>
                  <a:lnTo>
                    <a:pt x="5854" y="7860"/>
                  </a:lnTo>
                  <a:lnTo>
                    <a:pt x="5854" y="7899"/>
                  </a:lnTo>
                  <a:lnTo>
                    <a:pt x="5854" y="7924"/>
                  </a:lnTo>
                  <a:lnTo>
                    <a:pt x="5867" y="7937"/>
                  </a:lnTo>
                  <a:lnTo>
                    <a:pt x="5905" y="7950"/>
                  </a:lnTo>
                  <a:lnTo>
                    <a:pt x="5982" y="7963"/>
                  </a:lnTo>
                  <a:lnTo>
                    <a:pt x="6084" y="7975"/>
                  </a:lnTo>
                  <a:lnTo>
                    <a:pt x="6148" y="7988"/>
                  </a:lnTo>
                  <a:lnTo>
                    <a:pt x="6186" y="8014"/>
                  </a:lnTo>
                  <a:lnTo>
                    <a:pt x="6199" y="8027"/>
                  </a:lnTo>
                  <a:lnTo>
                    <a:pt x="6224" y="8078"/>
                  </a:lnTo>
                  <a:lnTo>
                    <a:pt x="6250" y="8116"/>
                  </a:lnTo>
                  <a:lnTo>
                    <a:pt x="6263" y="8129"/>
                  </a:lnTo>
                  <a:lnTo>
                    <a:pt x="6301" y="8142"/>
                  </a:lnTo>
                  <a:lnTo>
                    <a:pt x="6340" y="8129"/>
                  </a:lnTo>
                  <a:lnTo>
                    <a:pt x="6391" y="8103"/>
                  </a:lnTo>
                  <a:lnTo>
                    <a:pt x="6442" y="8090"/>
                  </a:lnTo>
                  <a:lnTo>
                    <a:pt x="6493" y="8078"/>
                  </a:lnTo>
                  <a:lnTo>
                    <a:pt x="6570" y="8103"/>
                  </a:lnTo>
                  <a:lnTo>
                    <a:pt x="6659" y="8142"/>
                  </a:lnTo>
                  <a:lnTo>
                    <a:pt x="6710" y="8167"/>
                  </a:lnTo>
                  <a:lnTo>
                    <a:pt x="6748" y="8205"/>
                  </a:lnTo>
                  <a:lnTo>
                    <a:pt x="6761" y="8269"/>
                  </a:lnTo>
                  <a:lnTo>
                    <a:pt x="6774" y="8333"/>
                  </a:lnTo>
                  <a:lnTo>
                    <a:pt x="6940" y="8333"/>
                  </a:lnTo>
                  <a:lnTo>
                    <a:pt x="6979" y="8359"/>
                  </a:lnTo>
                  <a:lnTo>
                    <a:pt x="7004" y="8384"/>
                  </a:lnTo>
                  <a:lnTo>
                    <a:pt x="7017" y="8423"/>
                  </a:lnTo>
                  <a:lnTo>
                    <a:pt x="7042" y="8448"/>
                  </a:lnTo>
                  <a:lnTo>
                    <a:pt x="7094" y="8461"/>
                  </a:lnTo>
                  <a:lnTo>
                    <a:pt x="7157" y="8448"/>
                  </a:lnTo>
                  <a:lnTo>
                    <a:pt x="7272" y="8423"/>
                  </a:lnTo>
                  <a:lnTo>
                    <a:pt x="7375" y="8423"/>
                  </a:lnTo>
                  <a:lnTo>
                    <a:pt x="7515" y="8410"/>
                  </a:lnTo>
                  <a:lnTo>
                    <a:pt x="7592" y="8397"/>
                  </a:lnTo>
                  <a:lnTo>
                    <a:pt x="7643" y="8384"/>
                  </a:lnTo>
                  <a:lnTo>
                    <a:pt x="7694" y="8359"/>
                  </a:lnTo>
                  <a:lnTo>
                    <a:pt x="7720" y="8320"/>
                  </a:lnTo>
                  <a:lnTo>
                    <a:pt x="7720" y="8295"/>
                  </a:lnTo>
                  <a:lnTo>
                    <a:pt x="7720" y="8269"/>
                  </a:lnTo>
                  <a:lnTo>
                    <a:pt x="7694" y="8218"/>
                  </a:lnTo>
                  <a:lnTo>
                    <a:pt x="7694" y="8205"/>
                  </a:lnTo>
                  <a:lnTo>
                    <a:pt x="7694" y="8180"/>
                  </a:lnTo>
                  <a:lnTo>
                    <a:pt x="7707" y="8154"/>
                  </a:lnTo>
                  <a:lnTo>
                    <a:pt x="7733" y="8142"/>
                  </a:lnTo>
                  <a:lnTo>
                    <a:pt x="7784" y="8116"/>
                  </a:lnTo>
                  <a:lnTo>
                    <a:pt x="7822" y="8103"/>
                  </a:lnTo>
                  <a:lnTo>
                    <a:pt x="7873" y="8090"/>
                  </a:lnTo>
                  <a:lnTo>
                    <a:pt x="7924" y="8065"/>
                  </a:lnTo>
                  <a:lnTo>
                    <a:pt x="7988" y="8014"/>
                  </a:lnTo>
                  <a:lnTo>
                    <a:pt x="8039" y="7963"/>
                  </a:lnTo>
                  <a:lnTo>
                    <a:pt x="8103" y="7912"/>
                  </a:lnTo>
                  <a:lnTo>
                    <a:pt x="8167" y="7873"/>
                  </a:lnTo>
                  <a:lnTo>
                    <a:pt x="8231" y="7835"/>
                  </a:lnTo>
                  <a:lnTo>
                    <a:pt x="8308" y="7809"/>
                  </a:lnTo>
                  <a:lnTo>
                    <a:pt x="8333" y="7451"/>
                  </a:lnTo>
                  <a:lnTo>
                    <a:pt x="8001" y="7362"/>
                  </a:lnTo>
                  <a:lnTo>
                    <a:pt x="7988" y="7349"/>
                  </a:lnTo>
                  <a:lnTo>
                    <a:pt x="7860" y="6940"/>
                  </a:lnTo>
                  <a:lnTo>
                    <a:pt x="7873" y="6927"/>
                  </a:lnTo>
                  <a:lnTo>
                    <a:pt x="8014" y="6672"/>
                  </a:lnTo>
                  <a:lnTo>
                    <a:pt x="7860" y="6570"/>
                  </a:lnTo>
                  <a:lnTo>
                    <a:pt x="7848" y="6557"/>
                  </a:lnTo>
                  <a:lnTo>
                    <a:pt x="7758" y="6365"/>
                  </a:lnTo>
                  <a:lnTo>
                    <a:pt x="7784" y="6340"/>
                  </a:lnTo>
                  <a:lnTo>
                    <a:pt x="7937" y="6276"/>
                  </a:lnTo>
                  <a:lnTo>
                    <a:pt x="8052" y="6020"/>
                  </a:lnTo>
                  <a:lnTo>
                    <a:pt x="7912" y="5777"/>
                  </a:lnTo>
                  <a:lnTo>
                    <a:pt x="7899" y="5777"/>
                  </a:lnTo>
                  <a:lnTo>
                    <a:pt x="7860" y="5637"/>
                  </a:lnTo>
                  <a:lnTo>
                    <a:pt x="7873" y="5611"/>
                  </a:lnTo>
                  <a:lnTo>
                    <a:pt x="7924" y="5547"/>
                  </a:lnTo>
                  <a:lnTo>
                    <a:pt x="7822" y="5125"/>
                  </a:lnTo>
                  <a:lnTo>
                    <a:pt x="7733" y="5061"/>
                  </a:lnTo>
                  <a:lnTo>
                    <a:pt x="7566" y="5074"/>
                  </a:lnTo>
                  <a:lnTo>
                    <a:pt x="7503" y="5253"/>
                  </a:lnTo>
                  <a:lnTo>
                    <a:pt x="7490" y="5279"/>
                  </a:lnTo>
                  <a:lnTo>
                    <a:pt x="7260" y="5330"/>
                  </a:lnTo>
                  <a:lnTo>
                    <a:pt x="7221" y="5317"/>
                  </a:lnTo>
                  <a:lnTo>
                    <a:pt x="7145" y="5151"/>
                  </a:lnTo>
                  <a:lnTo>
                    <a:pt x="7145" y="5125"/>
                  </a:lnTo>
                  <a:lnTo>
                    <a:pt x="7324" y="4908"/>
                  </a:lnTo>
                  <a:lnTo>
                    <a:pt x="7451" y="4678"/>
                  </a:lnTo>
                  <a:lnTo>
                    <a:pt x="7733" y="4359"/>
                  </a:lnTo>
                  <a:lnTo>
                    <a:pt x="7745" y="4359"/>
                  </a:lnTo>
                  <a:lnTo>
                    <a:pt x="7937" y="4282"/>
                  </a:lnTo>
                  <a:lnTo>
                    <a:pt x="7988" y="4180"/>
                  </a:lnTo>
                  <a:lnTo>
                    <a:pt x="7924" y="4077"/>
                  </a:lnTo>
                  <a:lnTo>
                    <a:pt x="7924" y="4052"/>
                  </a:lnTo>
                  <a:lnTo>
                    <a:pt x="7988" y="3911"/>
                  </a:lnTo>
                  <a:lnTo>
                    <a:pt x="8001" y="3886"/>
                  </a:lnTo>
                  <a:lnTo>
                    <a:pt x="8205" y="3860"/>
                  </a:lnTo>
                  <a:lnTo>
                    <a:pt x="8231" y="3860"/>
                  </a:lnTo>
                  <a:lnTo>
                    <a:pt x="8359" y="3937"/>
                  </a:lnTo>
                  <a:lnTo>
                    <a:pt x="8499" y="3847"/>
                  </a:lnTo>
                  <a:lnTo>
                    <a:pt x="8474" y="3451"/>
                  </a:lnTo>
                  <a:lnTo>
                    <a:pt x="8474" y="3438"/>
                  </a:lnTo>
                  <a:lnTo>
                    <a:pt x="8640" y="2876"/>
                  </a:lnTo>
                  <a:lnTo>
                    <a:pt x="8960" y="2429"/>
                  </a:lnTo>
                  <a:lnTo>
                    <a:pt x="8908" y="2326"/>
                  </a:lnTo>
                  <a:lnTo>
                    <a:pt x="8499" y="2224"/>
                  </a:lnTo>
                  <a:lnTo>
                    <a:pt x="8487" y="2224"/>
                  </a:lnTo>
                  <a:lnTo>
                    <a:pt x="8167" y="2084"/>
                  </a:lnTo>
                  <a:lnTo>
                    <a:pt x="7848" y="1981"/>
                  </a:lnTo>
                  <a:lnTo>
                    <a:pt x="7835" y="1981"/>
                  </a:lnTo>
                  <a:lnTo>
                    <a:pt x="7630" y="1777"/>
                  </a:lnTo>
                  <a:lnTo>
                    <a:pt x="7349" y="1777"/>
                  </a:lnTo>
                  <a:lnTo>
                    <a:pt x="6966" y="1687"/>
                  </a:lnTo>
                  <a:lnTo>
                    <a:pt x="6953" y="1687"/>
                  </a:lnTo>
                  <a:lnTo>
                    <a:pt x="6659" y="1330"/>
                  </a:lnTo>
                  <a:lnTo>
                    <a:pt x="6570" y="1138"/>
                  </a:lnTo>
                  <a:lnTo>
                    <a:pt x="6365" y="1291"/>
                  </a:lnTo>
                  <a:lnTo>
                    <a:pt x="6314" y="1278"/>
                  </a:lnTo>
                  <a:lnTo>
                    <a:pt x="6173" y="869"/>
                  </a:lnTo>
                  <a:lnTo>
                    <a:pt x="6007" y="882"/>
                  </a:lnTo>
                  <a:lnTo>
                    <a:pt x="5994" y="882"/>
                  </a:lnTo>
                  <a:lnTo>
                    <a:pt x="5675" y="563"/>
                  </a:lnTo>
                  <a:lnTo>
                    <a:pt x="5675" y="550"/>
                  </a:lnTo>
                  <a:lnTo>
                    <a:pt x="5637" y="333"/>
                  </a:lnTo>
                  <a:lnTo>
                    <a:pt x="5470" y="345"/>
                  </a:lnTo>
                  <a:lnTo>
                    <a:pt x="5445" y="345"/>
                  </a:lnTo>
                  <a:lnTo>
                    <a:pt x="5279" y="218"/>
                  </a:lnTo>
                  <a:lnTo>
                    <a:pt x="5266" y="192"/>
                  </a:lnTo>
                  <a:lnTo>
                    <a:pt x="53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8"/>
            <p:cNvSpPr/>
            <p:nvPr/>
          </p:nvSpPr>
          <p:spPr>
            <a:xfrm>
              <a:off x="1405950" y="2795000"/>
              <a:ext cx="7050" cy="10900"/>
            </a:xfrm>
            <a:custGeom>
              <a:rect b="b" l="l" r="r" t="t"/>
              <a:pathLst>
                <a:path extrusionOk="0" h="436" w="282">
                  <a:moveTo>
                    <a:pt x="256" y="1"/>
                  </a:moveTo>
                  <a:lnTo>
                    <a:pt x="218" y="14"/>
                  </a:lnTo>
                  <a:lnTo>
                    <a:pt x="179" y="14"/>
                  </a:lnTo>
                  <a:lnTo>
                    <a:pt x="154" y="52"/>
                  </a:lnTo>
                  <a:lnTo>
                    <a:pt x="115" y="52"/>
                  </a:lnTo>
                  <a:lnTo>
                    <a:pt x="64" y="205"/>
                  </a:lnTo>
                  <a:lnTo>
                    <a:pt x="77" y="244"/>
                  </a:lnTo>
                  <a:lnTo>
                    <a:pt x="0" y="308"/>
                  </a:lnTo>
                  <a:lnTo>
                    <a:pt x="0" y="333"/>
                  </a:lnTo>
                  <a:lnTo>
                    <a:pt x="103" y="384"/>
                  </a:lnTo>
                  <a:lnTo>
                    <a:pt x="141" y="384"/>
                  </a:lnTo>
                  <a:lnTo>
                    <a:pt x="179" y="435"/>
                  </a:lnTo>
                  <a:lnTo>
                    <a:pt x="230" y="435"/>
                  </a:lnTo>
                  <a:lnTo>
                    <a:pt x="230" y="372"/>
                  </a:lnTo>
                  <a:lnTo>
                    <a:pt x="281" y="218"/>
                  </a:lnTo>
                  <a:lnTo>
                    <a:pt x="243" y="90"/>
                  </a:lnTo>
                  <a:lnTo>
                    <a:pt x="256" y="5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78"/>
            <p:cNvSpPr/>
            <p:nvPr/>
          </p:nvSpPr>
          <p:spPr>
            <a:xfrm>
              <a:off x="4548075" y="2765625"/>
              <a:ext cx="33250" cy="31650"/>
            </a:xfrm>
            <a:custGeom>
              <a:rect b="b" l="l" r="r" t="t"/>
              <a:pathLst>
                <a:path extrusionOk="0" h="1266" w="1330">
                  <a:moveTo>
                    <a:pt x="703" y="0"/>
                  </a:moveTo>
                  <a:lnTo>
                    <a:pt x="422" y="64"/>
                  </a:lnTo>
                  <a:lnTo>
                    <a:pt x="154" y="384"/>
                  </a:lnTo>
                  <a:lnTo>
                    <a:pt x="0" y="754"/>
                  </a:lnTo>
                  <a:lnTo>
                    <a:pt x="141" y="831"/>
                  </a:lnTo>
                  <a:lnTo>
                    <a:pt x="499" y="831"/>
                  </a:lnTo>
                  <a:lnTo>
                    <a:pt x="537" y="844"/>
                  </a:lnTo>
                  <a:lnTo>
                    <a:pt x="895" y="1265"/>
                  </a:lnTo>
                  <a:lnTo>
                    <a:pt x="1330" y="1265"/>
                  </a:lnTo>
                  <a:lnTo>
                    <a:pt x="1125" y="844"/>
                  </a:lnTo>
                  <a:lnTo>
                    <a:pt x="1061" y="652"/>
                  </a:lnTo>
                  <a:lnTo>
                    <a:pt x="1240" y="294"/>
                  </a:lnTo>
                  <a:lnTo>
                    <a:pt x="1227" y="243"/>
                  </a:lnTo>
                  <a:lnTo>
                    <a:pt x="1099" y="256"/>
                  </a:lnTo>
                  <a:lnTo>
                    <a:pt x="1074" y="256"/>
                  </a:lnTo>
                  <a:lnTo>
                    <a:pt x="1061" y="230"/>
                  </a:lnTo>
                  <a:lnTo>
                    <a:pt x="997" y="64"/>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8"/>
            <p:cNvSpPr/>
            <p:nvPr/>
          </p:nvSpPr>
          <p:spPr>
            <a:xfrm>
              <a:off x="4063675" y="2065550"/>
              <a:ext cx="20800" cy="15375"/>
            </a:xfrm>
            <a:custGeom>
              <a:rect b="b" l="l" r="r" t="t"/>
              <a:pathLst>
                <a:path extrusionOk="0" h="615" w="832">
                  <a:moveTo>
                    <a:pt x="474" y="1"/>
                  </a:moveTo>
                  <a:lnTo>
                    <a:pt x="78" y="78"/>
                  </a:lnTo>
                  <a:lnTo>
                    <a:pt x="39" y="397"/>
                  </a:lnTo>
                  <a:lnTo>
                    <a:pt x="78" y="576"/>
                  </a:lnTo>
                  <a:lnTo>
                    <a:pt x="1" y="614"/>
                  </a:lnTo>
                  <a:lnTo>
                    <a:pt x="193" y="614"/>
                  </a:lnTo>
                  <a:lnTo>
                    <a:pt x="359" y="423"/>
                  </a:lnTo>
                  <a:lnTo>
                    <a:pt x="704" y="282"/>
                  </a:lnTo>
                  <a:lnTo>
                    <a:pt x="832" y="39"/>
                  </a:lnTo>
                  <a:lnTo>
                    <a:pt x="47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8"/>
            <p:cNvSpPr/>
            <p:nvPr/>
          </p:nvSpPr>
          <p:spPr>
            <a:xfrm>
              <a:off x="3714775" y="2222125"/>
              <a:ext cx="63275" cy="62325"/>
            </a:xfrm>
            <a:custGeom>
              <a:rect b="b" l="l" r="r" t="t"/>
              <a:pathLst>
                <a:path extrusionOk="0" h="2493" w="2531">
                  <a:moveTo>
                    <a:pt x="1726" y="0"/>
                  </a:moveTo>
                  <a:lnTo>
                    <a:pt x="1636" y="13"/>
                  </a:lnTo>
                  <a:lnTo>
                    <a:pt x="1572" y="26"/>
                  </a:lnTo>
                  <a:lnTo>
                    <a:pt x="1534" y="51"/>
                  </a:lnTo>
                  <a:lnTo>
                    <a:pt x="1496" y="77"/>
                  </a:lnTo>
                  <a:lnTo>
                    <a:pt x="1470" y="103"/>
                  </a:lnTo>
                  <a:lnTo>
                    <a:pt x="1457" y="128"/>
                  </a:lnTo>
                  <a:lnTo>
                    <a:pt x="1445" y="205"/>
                  </a:lnTo>
                  <a:lnTo>
                    <a:pt x="1457" y="282"/>
                  </a:lnTo>
                  <a:lnTo>
                    <a:pt x="1470" y="320"/>
                  </a:lnTo>
                  <a:lnTo>
                    <a:pt x="1483" y="358"/>
                  </a:lnTo>
                  <a:lnTo>
                    <a:pt x="1521" y="397"/>
                  </a:lnTo>
                  <a:lnTo>
                    <a:pt x="1560" y="435"/>
                  </a:lnTo>
                  <a:lnTo>
                    <a:pt x="1598" y="499"/>
                  </a:lnTo>
                  <a:lnTo>
                    <a:pt x="1611" y="575"/>
                  </a:lnTo>
                  <a:lnTo>
                    <a:pt x="1636" y="627"/>
                  </a:lnTo>
                  <a:lnTo>
                    <a:pt x="1649" y="639"/>
                  </a:lnTo>
                  <a:lnTo>
                    <a:pt x="1675" y="652"/>
                  </a:lnTo>
                  <a:lnTo>
                    <a:pt x="1764" y="639"/>
                  </a:lnTo>
                  <a:lnTo>
                    <a:pt x="1764" y="639"/>
                  </a:lnTo>
                  <a:lnTo>
                    <a:pt x="1751" y="665"/>
                  </a:lnTo>
                  <a:lnTo>
                    <a:pt x="1726" y="690"/>
                  </a:lnTo>
                  <a:lnTo>
                    <a:pt x="1662" y="716"/>
                  </a:lnTo>
                  <a:lnTo>
                    <a:pt x="1611" y="729"/>
                  </a:lnTo>
                  <a:lnTo>
                    <a:pt x="1585" y="754"/>
                  </a:lnTo>
                  <a:lnTo>
                    <a:pt x="1572" y="767"/>
                  </a:lnTo>
                  <a:lnTo>
                    <a:pt x="1560" y="793"/>
                  </a:lnTo>
                  <a:lnTo>
                    <a:pt x="1572" y="831"/>
                  </a:lnTo>
                  <a:lnTo>
                    <a:pt x="1572" y="869"/>
                  </a:lnTo>
                  <a:lnTo>
                    <a:pt x="1560" y="895"/>
                  </a:lnTo>
                  <a:lnTo>
                    <a:pt x="1534" y="933"/>
                  </a:lnTo>
                  <a:lnTo>
                    <a:pt x="1508" y="946"/>
                  </a:lnTo>
                  <a:lnTo>
                    <a:pt x="1470" y="959"/>
                  </a:lnTo>
                  <a:lnTo>
                    <a:pt x="1432" y="972"/>
                  </a:lnTo>
                  <a:lnTo>
                    <a:pt x="1368" y="959"/>
                  </a:lnTo>
                  <a:lnTo>
                    <a:pt x="1342" y="946"/>
                  </a:lnTo>
                  <a:lnTo>
                    <a:pt x="1317" y="933"/>
                  </a:lnTo>
                  <a:lnTo>
                    <a:pt x="1291" y="882"/>
                  </a:lnTo>
                  <a:lnTo>
                    <a:pt x="1266" y="818"/>
                  </a:lnTo>
                  <a:lnTo>
                    <a:pt x="1253" y="729"/>
                  </a:lnTo>
                  <a:lnTo>
                    <a:pt x="1266" y="703"/>
                  </a:lnTo>
                  <a:lnTo>
                    <a:pt x="1278" y="690"/>
                  </a:lnTo>
                  <a:lnTo>
                    <a:pt x="1330" y="652"/>
                  </a:lnTo>
                  <a:lnTo>
                    <a:pt x="1406" y="639"/>
                  </a:lnTo>
                  <a:lnTo>
                    <a:pt x="1406" y="601"/>
                  </a:lnTo>
                  <a:lnTo>
                    <a:pt x="1406" y="575"/>
                  </a:lnTo>
                  <a:lnTo>
                    <a:pt x="1393" y="563"/>
                  </a:lnTo>
                  <a:lnTo>
                    <a:pt x="1381" y="563"/>
                  </a:lnTo>
                  <a:lnTo>
                    <a:pt x="1342" y="550"/>
                  </a:lnTo>
                  <a:lnTo>
                    <a:pt x="1330" y="537"/>
                  </a:lnTo>
                  <a:lnTo>
                    <a:pt x="1317" y="524"/>
                  </a:lnTo>
                  <a:lnTo>
                    <a:pt x="1304" y="486"/>
                  </a:lnTo>
                  <a:lnTo>
                    <a:pt x="1304" y="435"/>
                  </a:lnTo>
                  <a:lnTo>
                    <a:pt x="1317" y="397"/>
                  </a:lnTo>
                  <a:lnTo>
                    <a:pt x="1317" y="358"/>
                  </a:lnTo>
                  <a:lnTo>
                    <a:pt x="1215" y="371"/>
                  </a:lnTo>
                  <a:lnTo>
                    <a:pt x="1151" y="384"/>
                  </a:lnTo>
                  <a:lnTo>
                    <a:pt x="1125" y="371"/>
                  </a:lnTo>
                  <a:lnTo>
                    <a:pt x="1100" y="358"/>
                  </a:lnTo>
                  <a:lnTo>
                    <a:pt x="1100" y="333"/>
                  </a:lnTo>
                  <a:lnTo>
                    <a:pt x="1100" y="294"/>
                  </a:lnTo>
                  <a:lnTo>
                    <a:pt x="1125" y="243"/>
                  </a:lnTo>
                  <a:lnTo>
                    <a:pt x="1163" y="218"/>
                  </a:lnTo>
                  <a:lnTo>
                    <a:pt x="1138" y="192"/>
                  </a:lnTo>
                  <a:lnTo>
                    <a:pt x="1087" y="166"/>
                  </a:lnTo>
                  <a:lnTo>
                    <a:pt x="1048" y="154"/>
                  </a:lnTo>
                  <a:lnTo>
                    <a:pt x="997" y="166"/>
                  </a:lnTo>
                  <a:lnTo>
                    <a:pt x="984" y="192"/>
                  </a:lnTo>
                  <a:lnTo>
                    <a:pt x="984" y="230"/>
                  </a:lnTo>
                  <a:lnTo>
                    <a:pt x="972" y="307"/>
                  </a:lnTo>
                  <a:lnTo>
                    <a:pt x="921" y="448"/>
                  </a:lnTo>
                  <a:lnTo>
                    <a:pt x="908" y="512"/>
                  </a:lnTo>
                  <a:lnTo>
                    <a:pt x="908" y="575"/>
                  </a:lnTo>
                  <a:lnTo>
                    <a:pt x="921" y="665"/>
                  </a:lnTo>
                  <a:lnTo>
                    <a:pt x="921" y="742"/>
                  </a:lnTo>
                  <a:lnTo>
                    <a:pt x="908" y="818"/>
                  </a:lnTo>
                  <a:lnTo>
                    <a:pt x="857" y="895"/>
                  </a:lnTo>
                  <a:lnTo>
                    <a:pt x="806" y="972"/>
                  </a:lnTo>
                  <a:lnTo>
                    <a:pt x="742" y="1036"/>
                  </a:lnTo>
                  <a:lnTo>
                    <a:pt x="678" y="1087"/>
                  </a:lnTo>
                  <a:lnTo>
                    <a:pt x="627" y="1163"/>
                  </a:lnTo>
                  <a:lnTo>
                    <a:pt x="588" y="1240"/>
                  </a:lnTo>
                  <a:lnTo>
                    <a:pt x="563" y="1317"/>
                  </a:lnTo>
                  <a:lnTo>
                    <a:pt x="563" y="1355"/>
                  </a:lnTo>
                  <a:lnTo>
                    <a:pt x="576" y="1393"/>
                  </a:lnTo>
                  <a:lnTo>
                    <a:pt x="588" y="1432"/>
                  </a:lnTo>
                  <a:lnTo>
                    <a:pt x="627" y="1470"/>
                  </a:lnTo>
                  <a:lnTo>
                    <a:pt x="691" y="1508"/>
                  </a:lnTo>
                  <a:lnTo>
                    <a:pt x="729" y="1534"/>
                  </a:lnTo>
                  <a:lnTo>
                    <a:pt x="742" y="1547"/>
                  </a:lnTo>
                  <a:lnTo>
                    <a:pt x="742" y="1572"/>
                  </a:lnTo>
                  <a:lnTo>
                    <a:pt x="729" y="1585"/>
                  </a:lnTo>
                  <a:lnTo>
                    <a:pt x="678" y="1598"/>
                  </a:lnTo>
                  <a:lnTo>
                    <a:pt x="601" y="1611"/>
                  </a:lnTo>
                  <a:lnTo>
                    <a:pt x="550" y="1636"/>
                  </a:lnTo>
                  <a:lnTo>
                    <a:pt x="537" y="1649"/>
                  </a:lnTo>
                  <a:lnTo>
                    <a:pt x="524" y="1675"/>
                  </a:lnTo>
                  <a:lnTo>
                    <a:pt x="524" y="1713"/>
                  </a:lnTo>
                  <a:lnTo>
                    <a:pt x="524" y="1726"/>
                  </a:lnTo>
                  <a:lnTo>
                    <a:pt x="524" y="1738"/>
                  </a:lnTo>
                  <a:lnTo>
                    <a:pt x="537" y="1751"/>
                  </a:lnTo>
                  <a:lnTo>
                    <a:pt x="524" y="1777"/>
                  </a:lnTo>
                  <a:lnTo>
                    <a:pt x="499" y="1790"/>
                  </a:lnTo>
                  <a:lnTo>
                    <a:pt x="473" y="1790"/>
                  </a:lnTo>
                  <a:lnTo>
                    <a:pt x="435" y="1777"/>
                  </a:lnTo>
                  <a:lnTo>
                    <a:pt x="371" y="1751"/>
                  </a:lnTo>
                  <a:lnTo>
                    <a:pt x="294" y="1713"/>
                  </a:lnTo>
                  <a:lnTo>
                    <a:pt x="218" y="1675"/>
                  </a:lnTo>
                  <a:lnTo>
                    <a:pt x="154" y="1649"/>
                  </a:lnTo>
                  <a:lnTo>
                    <a:pt x="90" y="1649"/>
                  </a:lnTo>
                  <a:lnTo>
                    <a:pt x="39" y="1687"/>
                  </a:lnTo>
                  <a:lnTo>
                    <a:pt x="13" y="1713"/>
                  </a:lnTo>
                  <a:lnTo>
                    <a:pt x="0" y="1738"/>
                  </a:lnTo>
                  <a:lnTo>
                    <a:pt x="0" y="1764"/>
                  </a:lnTo>
                  <a:lnTo>
                    <a:pt x="13" y="1790"/>
                  </a:lnTo>
                  <a:lnTo>
                    <a:pt x="26" y="1802"/>
                  </a:lnTo>
                  <a:lnTo>
                    <a:pt x="51" y="1815"/>
                  </a:lnTo>
                  <a:lnTo>
                    <a:pt x="128" y="1828"/>
                  </a:lnTo>
                  <a:lnTo>
                    <a:pt x="218" y="1841"/>
                  </a:lnTo>
                  <a:lnTo>
                    <a:pt x="269" y="1854"/>
                  </a:lnTo>
                  <a:lnTo>
                    <a:pt x="333" y="1879"/>
                  </a:lnTo>
                  <a:lnTo>
                    <a:pt x="371" y="1905"/>
                  </a:lnTo>
                  <a:lnTo>
                    <a:pt x="371" y="1930"/>
                  </a:lnTo>
                  <a:lnTo>
                    <a:pt x="358" y="1943"/>
                  </a:lnTo>
                  <a:lnTo>
                    <a:pt x="282" y="1969"/>
                  </a:lnTo>
                  <a:lnTo>
                    <a:pt x="192" y="1981"/>
                  </a:lnTo>
                  <a:lnTo>
                    <a:pt x="282" y="2045"/>
                  </a:lnTo>
                  <a:lnTo>
                    <a:pt x="703" y="1930"/>
                  </a:lnTo>
                  <a:lnTo>
                    <a:pt x="831" y="1802"/>
                  </a:lnTo>
                  <a:lnTo>
                    <a:pt x="857" y="1802"/>
                  </a:lnTo>
                  <a:lnTo>
                    <a:pt x="1061" y="1828"/>
                  </a:lnTo>
                  <a:lnTo>
                    <a:pt x="1074" y="1841"/>
                  </a:lnTo>
                  <a:lnTo>
                    <a:pt x="1445" y="2071"/>
                  </a:lnTo>
                  <a:lnTo>
                    <a:pt x="1457" y="2084"/>
                  </a:lnTo>
                  <a:lnTo>
                    <a:pt x="1675" y="2493"/>
                  </a:lnTo>
                  <a:lnTo>
                    <a:pt x="1815" y="2020"/>
                  </a:lnTo>
                  <a:lnTo>
                    <a:pt x="1828" y="1879"/>
                  </a:lnTo>
                  <a:lnTo>
                    <a:pt x="1700" y="1700"/>
                  </a:lnTo>
                  <a:lnTo>
                    <a:pt x="1700" y="1675"/>
                  </a:lnTo>
                  <a:lnTo>
                    <a:pt x="1828" y="1560"/>
                  </a:lnTo>
                  <a:lnTo>
                    <a:pt x="1828" y="1547"/>
                  </a:lnTo>
                  <a:lnTo>
                    <a:pt x="2288" y="1406"/>
                  </a:lnTo>
                  <a:lnTo>
                    <a:pt x="2263" y="1227"/>
                  </a:lnTo>
                  <a:lnTo>
                    <a:pt x="2263" y="1202"/>
                  </a:lnTo>
                  <a:lnTo>
                    <a:pt x="2429" y="984"/>
                  </a:lnTo>
                  <a:lnTo>
                    <a:pt x="2365" y="857"/>
                  </a:lnTo>
                  <a:lnTo>
                    <a:pt x="2301" y="767"/>
                  </a:lnTo>
                  <a:lnTo>
                    <a:pt x="2301" y="729"/>
                  </a:lnTo>
                  <a:lnTo>
                    <a:pt x="2493" y="575"/>
                  </a:lnTo>
                  <a:lnTo>
                    <a:pt x="2531" y="294"/>
                  </a:lnTo>
                  <a:lnTo>
                    <a:pt x="2493" y="192"/>
                  </a:lnTo>
                  <a:lnTo>
                    <a:pt x="2441" y="179"/>
                  </a:lnTo>
                  <a:lnTo>
                    <a:pt x="2403" y="166"/>
                  </a:lnTo>
                  <a:lnTo>
                    <a:pt x="2378" y="141"/>
                  </a:lnTo>
                  <a:lnTo>
                    <a:pt x="2314" y="77"/>
                  </a:lnTo>
                  <a:lnTo>
                    <a:pt x="2250" y="26"/>
                  </a:lnTo>
                  <a:lnTo>
                    <a:pt x="2211" y="13"/>
                  </a:lnTo>
                  <a:lnTo>
                    <a:pt x="2160" y="13"/>
                  </a:lnTo>
                  <a:lnTo>
                    <a:pt x="2122" y="26"/>
                  </a:lnTo>
                  <a:lnTo>
                    <a:pt x="2084" y="51"/>
                  </a:lnTo>
                  <a:lnTo>
                    <a:pt x="2045" y="77"/>
                  </a:lnTo>
                  <a:lnTo>
                    <a:pt x="2007" y="90"/>
                  </a:lnTo>
                  <a:lnTo>
                    <a:pt x="1956" y="103"/>
                  </a:lnTo>
                  <a:lnTo>
                    <a:pt x="1930" y="77"/>
                  </a:lnTo>
                  <a:lnTo>
                    <a:pt x="1917" y="51"/>
                  </a:lnTo>
                  <a:lnTo>
                    <a:pt x="1879" y="13"/>
                  </a:lnTo>
                  <a:lnTo>
                    <a:pt x="18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8"/>
            <p:cNvSpPr/>
            <p:nvPr/>
          </p:nvSpPr>
          <p:spPr>
            <a:xfrm>
              <a:off x="4069125" y="2053725"/>
              <a:ext cx="12800" cy="8350"/>
            </a:xfrm>
            <a:custGeom>
              <a:rect b="b" l="l" r="r" t="t"/>
              <a:pathLst>
                <a:path extrusionOk="0" h="334" w="512">
                  <a:moveTo>
                    <a:pt x="256" y="1"/>
                  </a:moveTo>
                  <a:lnTo>
                    <a:pt x="0" y="167"/>
                  </a:lnTo>
                  <a:lnTo>
                    <a:pt x="26" y="333"/>
                  </a:lnTo>
                  <a:lnTo>
                    <a:pt x="345" y="282"/>
                  </a:lnTo>
                  <a:lnTo>
                    <a:pt x="511" y="78"/>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8"/>
            <p:cNvSpPr/>
            <p:nvPr/>
          </p:nvSpPr>
          <p:spPr>
            <a:xfrm>
              <a:off x="1611075" y="1546975"/>
              <a:ext cx="75100" cy="89175"/>
            </a:xfrm>
            <a:custGeom>
              <a:rect b="b" l="l" r="r" t="t"/>
              <a:pathLst>
                <a:path extrusionOk="0" h="3567" w="3004">
                  <a:moveTo>
                    <a:pt x="1982" y="1"/>
                  </a:moveTo>
                  <a:lnTo>
                    <a:pt x="1777" y="372"/>
                  </a:lnTo>
                  <a:lnTo>
                    <a:pt x="1483" y="372"/>
                  </a:lnTo>
                  <a:lnTo>
                    <a:pt x="1253" y="180"/>
                  </a:lnTo>
                  <a:lnTo>
                    <a:pt x="895" y="180"/>
                  </a:lnTo>
                  <a:lnTo>
                    <a:pt x="895" y="474"/>
                  </a:lnTo>
                  <a:lnTo>
                    <a:pt x="652" y="589"/>
                  </a:lnTo>
                  <a:lnTo>
                    <a:pt x="652" y="832"/>
                  </a:lnTo>
                  <a:lnTo>
                    <a:pt x="1406" y="921"/>
                  </a:lnTo>
                  <a:lnTo>
                    <a:pt x="1406" y="1317"/>
                  </a:lnTo>
                  <a:lnTo>
                    <a:pt x="1151" y="1317"/>
                  </a:lnTo>
                  <a:lnTo>
                    <a:pt x="1036" y="1560"/>
                  </a:lnTo>
                  <a:lnTo>
                    <a:pt x="857" y="1560"/>
                  </a:lnTo>
                  <a:lnTo>
                    <a:pt x="371" y="1279"/>
                  </a:lnTo>
                  <a:lnTo>
                    <a:pt x="205" y="1190"/>
                  </a:lnTo>
                  <a:lnTo>
                    <a:pt x="0" y="1343"/>
                  </a:lnTo>
                  <a:lnTo>
                    <a:pt x="0" y="1752"/>
                  </a:lnTo>
                  <a:lnTo>
                    <a:pt x="13" y="1790"/>
                  </a:lnTo>
                  <a:lnTo>
                    <a:pt x="39" y="1829"/>
                  </a:lnTo>
                  <a:lnTo>
                    <a:pt x="116" y="1918"/>
                  </a:lnTo>
                  <a:lnTo>
                    <a:pt x="192" y="1969"/>
                  </a:lnTo>
                  <a:lnTo>
                    <a:pt x="231" y="1995"/>
                  </a:lnTo>
                  <a:lnTo>
                    <a:pt x="486" y="2123"/>
                  </a:lnTo>
                  <a:lnTo>
                    <a:pt x="461" y="2365"/>
                  </a:lnTo>
                  <a:lnTo>
                    <a:pt x="831" y="2250"/>
                  </a:lnTo>
                  <a:lnTo>
                    <a:pt x="1164" y="2519"/>
                  </a:lnTo>
                  <a:lnTo>
                    <a:pt x="1611" y="2902"/>
                  </a:lnTo>
                  <a:lnTo>
                    <a:pt x="1624" y="3183"/>
                  </a:lnTo>
                  <a:lnTo>
                    <a:pt x="1751" y="3426"/>
                  </a:lnTo>
                  <a:lnTo>
                    <a:pt x="2122" y="3567"/>
                  </a:lnTo>
                  <a:lnTo>
                    <a:pt x="2403" y="3567"/>
                  </a:lnTo>
                  <a:lnTo>
                    <a:pt x="2020" y="3094"/>
                  </a:lnTo>
                  <a:lnTo>
                    <a:pt x="2148" y="3004"/>
                  </a:lnTo>
                  <a:lnTo>
                    <a:pt x="2825" y="3030"/>
                  </a:lnTo>
                  <a:lnTo>
                    <a:pt x="3004" y="2672"/>
                  </a:lnTo>
                  <a:lnTo>
                    <a:pt x="2991" y="2353"/>
                  </a:lnTo>
                  <a:lnTo>
                    <a:pt x="2851" y="2238"/>
                  </a:lnTo>
                  <a:lnTo>
                    <a:pt x="2991" y="1867"/>
                  </a:lnTo>
                  <a:lnTo>
                    <a:pt x="2889" y="1867"/>
                  </a:lnTo>
                  <a:lnTo>
                    <a:pt x="2467" y="1381"/>
                  </a:lnTo>
                  <a:lnTo>
                    <a:pt x="2033" y="1381"/>
                  </a:lnTo>
                  <a:lnTo>
                    <a:pt x="1930" y="1087"/>
                  </a:lnTo>
                  <a:lnTo>
                    <a:pt x="2365" y="806"/>
                  </a:lnTo>
                  <a:lnTo>
                    <a:pt x="2506" y="538"/>
                  </a:lnTo>
                  <a:lnTo>
                    <a:pt x="2659" y="359"/>
                  </a:lnTo>
                  <a:lnTo>
                    <a:pt x="2403" y="167"/>
                  </a:lnTo>
                  <a:lnTo>
                    <a:pt x="19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8"/>
            <p:cNvSpPr/>
            <p:nvPr/>
          </p:nvSpPr>
          <p:spPr>
            <a:xfrm>
              <a:off x="3866225" y="2179950"/>
              <a:ext cx="6725" cy="3525"/>
            </a:xfrm>
            <a:custGeom>
              <a:rect b="b" l="l" r="r" t="t"/>
              <a:pathLst>
                <a:path extrusionOk="0" h="141" w="269">
                  <a:moveTo>
                    <a:pt x="128" y="0"/>
                  </a:moveTo>
                  <a:lnTo>
                    <a:pt x="90" y="13"/>
                  </a:lnTo>
                  <a:lnTo>
                    <a:pt x="52" y="26"/>
                  </a:lnTo>
                  <a:lnTo>
                    <a:pt x="26" y="51"/>
                  </a:lnTo>
                  <a:lnTo>
                    <a:pt x="13" y="77"/>
                  </a:lnTo>
                  <a:lnTo>
                    <a:pt x="0" y="103"/>
                  </a:lnTo>
                  <a:lnTo>
                    <a:pt x="13" y="128"/>
                  </a:lnTo>
                  <a:lnTo>
                    <a:pt x="52" y="141"/>
                  </a:lnTo>
                  <a:lnTo>
                    <a:pt x="90" y="141"/>
                  </a:lnTo>
                  <a:lnTo>
                    <a:pt x="154" y="128"/>
                  </a:lnTo>
                  <a:lnTo>
                    <a:pt x="230" y="115"/>
                  </a:lnTo>
                  <a:lnTo>
                    <a:pt x="256" y="103"/>
                  </a:lnTo>
                  <a:lnTo>
                    <a:pt x="269" y="90"/>
                  </a:lnTo>
                  <a:lnTo>
                    <a:pt x="256" y="64"/>
                  </a:lnTo>
                  <a:lnTo>
                    <a:pt x="192" y="26"/>
                  </a:lnTo>
                  <a:lnTo>
                    <a:pt x="154" y="13"/>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8"/>
            <p:cNvSpPr/>
            <p:nvPr/>
          </p:nvSpPr>
          <p:spPr>
            <a:xfrm>
              <a:off x="4034600" y="2015075"/>
              <a:ext cx="12825" cy="15675"/>
            </a:xfrm>
            <a:custGeom>
              <a:rect b="b" l="l" r="r" t="t"/>
              <a:pathLst>
                <a:path extrusionOk="0" h="627" w="513">
                  <a:moveTo>
                    <a:pt x="231" y="1"/>
                  </a:moveTo>
                  <a:lnTo>
                    <a:pt x="180" y="13"/>
                  </a:lnTo>
                  <a:lnTo>
                    <a:pt x="154" y="52"/>
                  </a:lnTo>
                  <a:lnTo>
                    <a:pt x="154" y="77"/>
                  </a:lnTo>
                  <a:lnTo>
                    <a:pt x="167" y="116"/>
                  </a:lnTo>
                  <a:lnTo>
                    <a:pt x="180" y="154"/>
                  </a:lnTo>
                  <a:lnTo>
                    <a:pt x="180" y="192"/>
                  </a:lnTo>
                  <a:lnTo>
                    <a:pt x="167" y="205"/>
                  </a:lnTo>
                  <a:lnTo>
                    <a:pt x="141" y="231"/>
                  </a:lnTo>
                  <a:lnTo>
                    <a:pt x="103" y="256"/>
                  </a:lnTo>
                  <a:lnTo>
                    <a:pt x="52" y="269"/>
                  </a:lnTo>
                  <a:lnTo>
                    <a:pt x="26" y="294"/>
                  </a:lnTo>
                  <a:lnTo>
                    <a:pt x="1" y="320"/>
                  </a:lnTo>
                  <a:lnTo>
                    <a:pt x="1" y="346"/>
                  </a:lnTo>
                  <a:lnTo>
                    <a:pt x="1" y="384"/>
                  </a:lnTo>
                  <a:lnTo>
                    <a:pt x="39" y="448"/>
                  </a:lnTo>
                  <a:lnTo>
                    <a:pt x="65" y="499"/>
                  </a:lnTo>
                  <a:lnTo>
                    <a:pt x="103" y="563"/>
                  </a:lnTo>
                  <a:lnTo>
                    <a:pt x="129" y="576"/>
                  </a:lnTo>
                  <a:lnTo>
                    <a:pt x="180" y="588"/>
                  </a:lnTo>
                  <a:lnTo>
                    <a:pt x="282" y="614"/>
                  </a:lnTo>
                  <a:lnTo>
                    <a:pt x="397" y="627"/>
                  </a:lnTo>
                  <a:lnTo>
                    <a:pt x="448" y="627"/>
                  </a:lnTo>
                  <a:lnTo>
                    <a:pt x="474" y="614"/>
                  </a:lnTo>
                  <a:lnTo>
                    <a:pt x="486" y="576"/>
                  </a:lnTo>
                  <a:lnTo>
                    <a:pt x="512" y="525"/>
                  </a:lnTo>
                  <a:lnTo>
                    <a:pt x="448" y="499"/>
                  </a:lnTo>
                  <a:lnTo>
                    <a:pt x="371" y="486"/>
                  </a:lnTo>
                  <a:lnTo>
                    <a:pt x="346" y="473"/>
                  </a:lnTo>
                  <a:lnTo>
                    <a:pt x="320" y="461"/>
                  </a:lnTo>
                  <a:lnTo>
                    <a:pt x="295" y="435"/>
                  </a:lnTo>
                  <a:lnTo>
                    <a:pt x="295" y="397"/>
                  </a:lnTo>
                  <a:lnTo>
                    <a:pt x="320" y="358"/>
                  </a:lnTo>
                  <a:lnTo>
                    <a:pt x="359" y="320"/>
                  </a:lnTo>
                  <a:lnTo>
                    <a:pt x="397" y="294"/>
                  </a:lnTo>
                  <a:lnTo>
                    <a:pt x="448" y="282"/>
                  </a:lnTo>
                  <a:lnTo>
                    <a:pt x="448" y="205"/>
                  </a:lnTo>
                  <a:lnTo>
                    <a:pt x="435" y="167"/>
                  </a:lnTo>
                  <a:lnTo>
                    <a:pt x="410" y="128"/>
                  </a:lnTo>
                  <a:lnTo>
                    <a:pt x="333" y="64"/>
                  </a:lnTo>
                  <a:lnTo>
                    <a:pt x="269" y="1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8"/>
            <p:cNvSpPr/>
            <p:nvPr/>
          </p:nvSpPr>
          <p:spPr>
            <a:xfrm>
              <a:off x="4028525" y="2158225"/>
              <a:ext cx="47975" cy="26225"/>
            </a:xfrm>
            <a:custGeom>
              <a:rect b="b" l="l" r="r" t="t"/>
              <a:pathLst>
                <a:path extrusionOk="0" h="1049" w="1919">
                  <a:moveTo>
                    <a:pt x="640" y="0"/>
                  </a:moveTo>
                  <a:lnTo>
                    <a:pt x="640" y="269"/>
                  </a:lnTo>
                  <a:lnTo>
                    <a:pt x="448" y="371"/>
                  </a:lnTo>
                  <a:lnTo>
                    <a:pt x="244" y="460"/>
                  </a:lnTo>
                  <a:lnTo>
                    <a:pt x="27" y="639"/>
                  </a:lnTo>
                  <a:lnTo>
                    <a:pt x="1" y="729"/>
                  </a:lnTo>
                  <a:lnTo>
                    <a:pt x="870" y="1048"/>
                  </a:lnTo>
                  <a:lnTo>
                    <a:pt x="1790" y="1035"/>
                  </a:lnTo>
                  <a:lnTo>
                    <a:pt x="1918" y="409"/>
                  </a:lnTo>
                  <a:lnTo>
                    <a:pt x="1151" y="409"/>
                  </a:lnTo>
                  <a:lnTo>
                    <a:pt x="896" y="77"/>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8"/>
            <p:cNvSpPr/>
            <p:nvPr/>
          </p:nvSpPr>
          <p:spPr>
            <a:xfrm>
              <a:off x="3857925" y="2183150"/>
              <a:ext cx="7675" cy="8000"/>
            </a:xfrm>
            <a:custGeom>
              <a:rect b="b" l="l" r="r" t="t"/>
              <a:pathLst>
                <a:path extrusionOk="0" h="320" w="307">
                  <a:moveTo>
                    <a:pt x="153" y="0"/>
                  </a:moveTo>
                  <a:lnTo>
                    <a:pt x="0" y="13"/>
                  </a:lnTo>
                  <a:lnTo>
                    <a:pt x="13" y="141"/>
                  </a:lnTo>
                  <a:lnTo>
                    <a:pt x="51" y="268"/>
                  </a:lnTo>
                  <a:lnTo>
                    <a:pt x="64" y="307"/>
                  </a:lnTo>
                  <a:lnTo>
                    <a:pt x="90" y="320"/>
                  </a:lnTo>
                  <a:lnTo>
                    <a:pt x="115" y="320"/>
                  </a:lnTo>
                  <a:lnTo>
                    <a:pt x="141" y="307"/>
                  </a:lnTo>
                  <a:lnTo>
                    <a:pt x="179" y="256"/>
                  </a:lnTo>
                  <a:lnTo>
                    <a:pt x="243" y="166"/>
                  </a:lnTo>
                  <a:lnTo>
                    <a:pt x="307" y="77"/>
                  </a:lnTo>
                  <a:lnTo>
                    <a:pt x="294" y="26"/>
                  </a:lnTo>
                  <a:lnTo>
                    <a:pt x="281" y="13"/>
                  </a:lnTo>
                  <a:lnTo>
                    <a:pt x="243" y="13"/>
                  </a:lnTo>
                  <a:lnTo>
                    <a:pt x="15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8"/>
            <p:cNvSpPr/>
            <p:nvPr/>
          </p:nvSpPr>
          <p:spPr>
            <a:xfrm>
              <a:off x="3842900" y="2182500"/>
              <a:ext cx="12475" cy="8325"/>
            </a:xfrm>
            <a:custGeom>
              <a:rect b="b" l="l" r="r" t="t"/>
              <a:pathLst>
                <a:path extrusionOk="0" h="333" w="499">
                  <a:moveTo>
                    <a:pt x="77" y="1"/>
                  </a:moveTo>
                  <a:lnTo>
                    <a:pt x="52" y="13"/>
                  </a:lnTo>
                  <a:lnTo>
                    <a:pt x="26" y="39"/>
                  </a:lnTo>
                  <a:lnTo>
                    <a:pt x="0" y="90"/>
                  </a:lnTo>
                  <a:lnTo>
                    <a:pt x="0" y="128"/>
                  </a:lnTo>
                  <a:lnTo>
                    <a:pt x="13" y="167"/>
                  </a:lnTo>
                  <a:lnTo>
                    <a:pt x="39" y="192"/>
                  </a:lnTo>
                  <a:lnTo>
                    <a:pt x="115" y="243"/>
                  </a:lnTo>
                  <a:lnTo>
                    <a:pt x="192" y="282"/>
                  </a:lnTo>
                  <a:lnTo>
                    <a:pt x="256" y="320"/>
                  </a:lnTo>
                  <a:lnTo>
                    <a:pt x="294" y="333"/>
                  </a:lnTo>
                  <a:lnTo>
                    <a:pt x="422" y="333"/>
                  </a:lnTo>
                  <a:lnTo>
                    <a:pt x="473" y="320"/>
                  </a:lnTo>
                  <a:lnTo>
                    <a:pt x="499" y="294"/>
                  </a:lnTo>
                  <a:lnTo>
                    <a:pt x="499" y="154"/>
                  </a:lnTo>
                  <a:lnTo>
                    <a:pt x="473" y="128"/>
                  </a:lnTo>
                  <a:lnTo>
                    <a:pt x="448" y="103"/>
                  </a:lnTo>
                  <a:lnTo>
                    <a:pt x="384" y="90"/>
                  </a:lnTo>
                  <a:lnTo>
                    <a:pt x="320" y="90"/>
                  </a:lnTo>
                  <a:lnTo>
                    <a:pt x="243" y="77"/>
                  </a:lnTo>
                  <a:lnTo>
                    <a:pt x="192" y="52"/>
                  </a:lnTo>
                  <a:lnTo>
                    <a:pt x="128" y="13"/>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8"/>
            <p:cNvSpPr/>
            <p:nvPr/>
          </p:nvSpPr>
          <p:spPr>
            <a:xfrm>
              <a:off x="3836200" y="2175475"/>
              <a:ext cx="6075" cy="10575"/>
            </a:xfrm>
            <a:custGeom>
              <a:rect b="b" l="l" r="r" t="t"/>
              <a:pathLst>
                <a:path extrusionOk="0" h="423" w="243">
                  <a:moveTo>
                    <a:pt x="217" y="0"/>
                  </a:moveTo>
                  <a:lnTo>
                    <a:pt x="192" y="13"/>
                  </a:lnTo>
                  <a:lnTo>
                    <a:pt x="166" y="64"/>
                  </a:lnTo>
                  <a:lnTo>
                    <a:pt x="115" y="167"/>
                  </a:lnTo>
                  <a:lnTo>
                    <a:pt x="51" y="269"/>
                  </a:lnTo>
                  <a:lnTo>
                    <a:pt x="13" y="320"/>
                  </a:lnTo>
                  <a:lnTo>
                    <a:pt x="0" y="358"/>
                  </a:lnTo>
                  <a:lnTo>
                    <a:pt x="13" y="397"/>
                  </a:lnTo>
                  <a:lnTo>
                    <a:pt x="26" y="422"/>
                  </a:lnTo>
                  <a:lnTo>
                    <a:pt x="64" y="422"/>
                  </a:lnTo>
                  <a:lnTo>
                    <a:pt x="102" y="397"/>
                  </a:lnTo>
                  <a:lnTo>
                    <a:pt x="141" y="345"/>
                  </a:lnTo>
                  <a:lnTo>
                    <a:pt x="179" y="269"/>
                  </a:lnTo>
                  <a:lnTo>
                    <a:pt x="205" y="179"/>
                  </a:lnTo>
                  <a:lnTo>
                    <a:pt x="243" y="13"/>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8"/>
            <p:cNvSpPr/>
            <p:nvPr/>
          </p:nvSpPr>
          <p:spPr>
            <a:xfrm>
              <a:off x="3827250" y="2159500"/>
              <a:ext cx="14400" cy="16625"/>
            </a:xfrm>
            <a:custGeom>
              <a:rect b="b" l="l" r="r" t="t"/>
              <a:pathLst>
                <a:path extrusionOk="0" h="665" w="576">
                  <a:moveTo>
                    <a:pt x="499" y="0"/>
                  </a:moveTo>
                  <a:lnTo>
                    <a:pt x="447" y="13"/>
                  </a:lnTo>
                  <a:lnTo>
                    <a:pt x="320" y="26"/>
                  </a:lnTo>
                  <a:lnTo>
                    <a:pt x="217" y="26"/>
                  </a:lnTo>
                  <a:lnTo>
                    <a:pt x="166" y="13"/>
                  </a:lnTo>
                  <a:lnTo>
                    <a:pt x="128" y="26"/>
                  </a:lnTo>
                  <a:lnTo>
                    <a:pt x="77" y="51"/>
                  </a:lnTo>
                  <a:lnTo>
                    <a:pt x="39" y="103"/>
                  </a:lnTo>
                  <a:lnTo>
                    <a:pt x="13" y="154"/>
                  </a:lnTo>
                  <a:lnTo>
                    <a:pt x="0" y="205"/>
                  </a:lnTo>
                  <a:lnTo>
                    <a:pt x="0" y="269"/>
                  </a:lnTo>
                  <a:lnTo>
                    <a:pt x="0" y="320"/>
                  </a:lnTo>
                  <a:lnTo>
                    <a:pt x="13" y="384"/>
                  </a:lnTo>
                  <a:lnTo>
                    <a:pt x="39" y="435"/>
                  </a:lnTo>
                  <a:lnTo>
                    <a:pt x="102" y="550"/>
                  </a:lnTo>
                  <a:lnTo>
                    <a:pt x="141" y="614"/>
                  </a:lnTo>
                  <a:lnTo>
                    <a:pt x="192" y="652"/>
                  </a:lnTo>
                  <a:lnTo>
                    <a:pt x="243" y="665"/>
                  </a:lnTo>
                  <a:lnTo>
                    <a:pt x="422" y="665"/>
                  </a:lnTo>
                  <a:lnTo>
                    <a:pt x="473" y="652"/>
                  </a:lnTo>
                  <a:lnTo>
                    <a:pt x="499" y="627"/>
                  </a:lnTo>
                  <a:lnTo>
                    <a:pt x="524" y="614"/>
                  </a:lnTo>
                  <a:lnTo>
                    <a:pt x="537" y="550"/>
                  </a:lnTo>
                  <a:lnTo>
                    <a:pt x="537" y="486"/>
                  </a:lnTo>
                  <a:lnTo>
                    <a:pt x="537" y="422"/>
                  </a:lnTo>
                  <a:lnTo>
                    <a:pt x="563" y="333"/>
                  </a:lnTo>
                  <a:lnTo>
                    <a:pt x="563" y="269"/>
                  </a:lnTo>
                  <a:lnTo>
                    <a:pt x="575" y="256"/>
                  </a:lnTo>
                  <a:lnTo>
                    <a:pt x="563" y="192"/>
                  </a:lnTo>
                  <a:lnTo>
                    <a:pt x="563" y="90"/>
                  </a:lnTo>
                  <a:lnTo>
                    <a:pt x="563" y="39"/>
                  </a:lnTo>
                  <a:lnTo>
                    <a:pt x="550" y="13"/>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8"/>
            <p:cNvSpPr/>
            <p:nvPr/>
          </p:nvSpPr>
          <p:spPr>
            <a:xfrm>
              <a:off x="3289500" y="2795975"/>
              <a:ext cx="173525" cy="129100"/>
            </a:xfrm>
            <a:custGeom>
              <a:rect b="b" l="l" r="r" t="t"/>
              <a:pathLst>
                <a:path extrusionOk="0" h="5164" w="6941">
                  <a:moveTo>
                    <a:pt x="3681" y="0"/>
                  </a:moveTo>
                  <a:lnTo>
                    <a:pt x="3553" y="141"/>
                  </a:lnTo>
                  <a:lnTo>
                    <a:pt x="3336" y="588"/>
                  </a:lnTo>
                  <a:lnTo>
                    <a:pt x="2582" y="972"/>
                  </a:lnTo>
                  <a:lnTo>
                    <a:pt x="2096" y="1700"/>
                  </a:lnTo>
                  <a:lnTo>
                    <a:pt x="2058" y="1968"/>
                  </a:lnTo>
                  <a:lnTo>
                    <a:pt x="1815" y="2147"/>
                  </a:lnTo>
                  <a:lnTo>
                    <a:pt x="1521" y="2416"/>
                  </a:lnTo>
                  <a:lnTo>
                    <a:pt x="1023" y="3323"/>
                  </a:lnTo>
                  <a:lnTo>
                    <a:pt x="499" y="4013"/>
                  </a:lnTo>
                  <a:lnTo>
                    <a:pt x="307" y="4154"/>
                  </a:lnTo>
                  <a:lnTo>
                    <a:pt x="77" y="4358"/>
                  </a:lnTo>
                  <a:lnTo>
                    <a:pt x="0" y="5023"/>
                  </a:lnTo>
                  <a:lnTo>
                    <a:pt x="2646" y="5164"/>
                  </a:lnTo>
                  <a:lnTo>
                    <a:pt x="2646" y="4397"/>
                  </a:lnTo>
                  <a:lnTo>
                    <a:pt x="2646" y="4384"/>
                  </a:lnTo>
                  <a:lnTo>
                    <a:pt x="2761" y="3886"/>
                  </a:lnTo>
                  <a:lnTo>
                    <a:pt x="2774" y="3860"/>
                  </a:lnTo>
                  <a:lnTo>
                    <a:pt x="2786" y="3847"/>
                  </a:lnTo>
                  <a:lnTo>
                    <a:pt x="3323" y="3566"/>
                  </a:lnTo>
                  <a:lnTo>
                    <a:pt x="3336" y="3566"/>
                  </a:lnTo>
                  <a:lnTo>
                    <a:pt x="3988" y="3438"/>
                  </a:lnTo>
                  <a:lnTo>
                    <a:pt x="4295" y="1508"/>
                  </a:lnTo>
                  <a:lnTo>
                    <a:pt x="4320" y="1470"/>
                  </a:lnTo>
                  <a:lnTo>
                    <a:pt x="4359" y="1457"/>
                  </a:lnTo>
                  <a:lnTo>
                    <a:pt x="6800" y="1496"/>
                  </a:lnTo>
                  <a:lnTo>
                    <a:pt x="6940" y="256"/>
                  </a:lnTo>
                  <a:lnTo>
                    <a:pt x="36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8"/>
            <p:cNvSpPr/>
            <p:nvPr/>
          </p:nvSpPr>
          <p:spPr>
            <a:xfrm>
              <a:off x="3488875" y="2038075"/>
              <a:ext cx="17925" cy="22400"/>
            </a:xfrm>
            <a:custGeom>
              <a:rect b="b" l="l" r="r" t="t"/>
              <a:pathLst>
                <a:path extrusionOk="0" h="896" w="717">
                  <a:moveTo>
                    <a:pt x="576" y="1"/>
                  </a:moveTo>
                  <a:lnTo>
                    <a:pt x="512" y="13"/>
                  </a:lnTo>
                  <a:lnTo>
                    <a:pt x="461" y="52"/>
                  </a:lnTo>
                  <a:lnTo>
                    <a:pt x="422" y="90"/>
                  </a:lnTo>
                  <a:lnTo>
                    <a:pt x="384" y="141"/>
                  </a:lnTo>
                  <a:lnTo>
                    <a:pt x="320" y="231"/>
                  </a:lnTo>
                  <a:lnTo>
                    <a:pt x="282" y="307"/>
                  </a:lnTo>
                  <a:lnTo>
                    <a:pt x="256" y="359"/>
                  </a:lnTo>
                  <a:lnTo>
                    <a:pt x="230" y="384"/>
                  </a:lnTo>
                  <a:lnTo>
                    <a:pt x="192" y="384"/>
                  </a:lnTo>
                  <a:lnTo>
                    <a:pt x="141" y="371"/>
                  </a:lnTo>
                  <a:lnTo>
                    <a:pt x="103" y="346"/>
                  </a:lnTo>
                  <a:lnTo>
                    <a:pt x="64" y="307"/>
                  </a:lnTo>
                  <a:lnTo>
                    <a:pt x="26" y="333"/>
                  </a:lnTo>
                  <a:lnTo>
                    <a:pt x="13" y="359"/>
                  </a:lnTo>
                  <a:lnTo>
                    <a:pt x="0" y="397"/>
                  </a:lnTo>
                  <a:lnTo>
                    <a:pt x="13" y="422"/>
                  </a:lnTo>
                  <a:lnTo>
                    <a:pt x="52" y="474"/>
                  </a:lnTo>
                  <a:lnTo>
                    <a:pt x="90" y="525"/>
                  </a:lnTo>
                  <a:lnTo>
                    <a:pt x="115" y="576"/>
                  </a:lnTo>
                  <a:lnTo>
                    <a:pt x="128" y="601"/>
                  </a:lnTo>
                  <a:lnTo>
                    <a:pt x="115" y="640"/>
                  </a:lnTo>
                  <a:lnTo>
                    <a:pt x="90" y="665"/>
                  </a:lnTo>
                  <a:lnTo>
                    <a:pt x="52" y="729"/>
                  </a:lnTo>
                  <a:lnTo>
                    <a:pt x="39" y="768"/>
                  </a:lnTo>
                  <a:lnTo>
                    <a:pt x="39" y="806"/>
                  </a:lnTo>
                  <a:lnTo>
                    <a:pt x="52" y="844"/>
                  </a:lnTo>
                  <a:lnTo>
                    <a:pt x="77" y="883"/>
                  </a:lnTo>
                  <a:lnTo>
                    <a:pt x="115" y="895"/>
                  </a:lnTo>
                  <a:lnTo>
                    <a:pt x="167" y="895"/>
                  </a:lnTo>
                  <a:lnTo>
                    <a:pt x="205" y="870"/>
                  </a:lnTo>
                  <a:lnTo>
                    <a:pt x="230" y="819"/>
                  </a:lnTo>
                  <a:lnTo>
                    <a:pt x="256" y="780"/>
                  </a:lnTo>
                  <a:lnTo>
                    <a:pt x="269" y="742"/>
                  </a:lnTo>
                  <a:lnTo>
                    <a:pt x="333" y="691"/>
                  </a:lnTo>
                  <a:lnTo>
                    <a:pt x="409" y="665"/>
                  </a:lnTo>
                  <a:lnTo>
                    <a:pt x="576" y="614"/>
                  </a:lnTo>
                  <a:lnTo>
                    <a:pt x="537" y="538"/>
                  </a:lnTo>
                  <a:lnTo>
                    <a:pt x="524" y="486"/>
                  </a:lnTo>
                  <a:lnTo>
                    <a:pt x="524" y="461"/>
                  </a:lnTo>
                  <a:lnTo>
                    <a:pt x="537" y="435"/>
                  </a:lnTo>
                  <a:lnTo>
                    <a:pt x="588" y="384"/>
                  </a:lnTo>
                  <a:lnTo>
                    <a:pt x="652" y="320"/>
                  </a:lnTo>
                  <a:lnTo>
                    <a:pt x="678" y="256"/>
                  </a:lnTo>
                  <a:lnTo>
                    <a:pt x="703" y="180"/>
                  </a:lnTo>
                  <a:lnTo>
                    <a:pt x="716" y="103"/>
                  </a:lnTo>
                  <a:lnTo>
                    <a:pt x="678" y="39"/>
                  </a:lnTo>
                  <a:lnTo>
                    <a:pt x="62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8"/>
            <p:cNvSpPr/>
            <p:nvPr/>
          </p:nvSpPr>
          <p:spPr>
            <a:xfrm>
              <a:off x="3482475" y="2064275"/>
              <a:ext cx="6100" cy="5450"/>
            </a:xfrm>
            <a:custGeom>
              <a:rect b="b" l="l" r="r" t="t"/>
              <a:pathLst>
                <a:path extrusionOk="0" h="218" w="244">
                  <a:moveTo>
                    <a:pt x="103" y="1"/>
                  </a:moveTo>
                  <a:lnTo>
                    <a:pt x="65" y="14"/>
                  </a:lnTo>
                  <a:lnTo>
                    <a:pt x="39" y="26"/>
                  </a:lnTo>
                  <a:lnTo>
                    <a:pt x="14" y="52"/>
                  </a:lnTo>
                  <a:lnTo>
                    <a:pt x="1" y="77"/>
                  </a:lnTo>
                  <a:lnTo>
                    <a:pt x="1" y="103"/>
                  </a:lnTo>
                  <a:lnTo>
                    <a:pt x="1" y="141"/>
                  </a:lnTo>
                  <a:lnTo>
                    <a:pt x="26" y="167"/>
                  </a:lnTo>
                  <a:lnTo>
                    <a:pt x="39" y="192"/>
                  </a:lnTo>
                  <a:lnTo>
                    <a:pt x="65" y="218"/>
                  </a:lnTo>
                  <a:lnTo>
                    <a:pt x="129" y="218"/>
                  </a:lnTo>
                  <a:lnTo>
                    <a:pt x="180" y="205"/>
                  </a:lnTo>
                  <a:lnTo>
                    <a:pt x="244" y="180"/>
                  </a:lnTo>
                  <a:lnTo>
                    <a:pt x="218" y="90"/>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8"/>
            <p:cNvSpPr/>
            <p:nvPr/>
          </p:nvSpPr>
          <p:spPr>
            <a:xfrm>
              <a:off x="3475125" y="2135225"/>
              <a:ext cx="47325" cy="39325"/>
            </a:xfrm>
            <a:custGeom>
              <a:rect b="b" l="l" r="r" t="t"/>
              <a:pathLst>
                <a:path extrusionOk="0" h="1573" w="1893">
                  <a:moveTo>
                    <a:pt x="435" y="0"/>
                  </a:moveTo>
                  <a:lnTo>
                    <a:pt x="384" y="13"/>
                  </a:lnTo>
                  <a:lnTo>
                    <a:pt x="346" y="26"/>
                  </a:lnTo>
                  <a:lnTo>
                    <a:pt x="295" y="51"/>
                  </a:lnTo>
                  <a:lnTo>
                    <a:pt x="282" y="89"/>
                  </a:lnTo>
                  <a:lnTo>
                    <a:pt x="256" y="128"/>
                  </a:lnTo>
                  <a:lnTo>
                    <a:pt x="244" y="256"/>
                  </a:lnTo>
                  <a:lnTo>
                    <a:pt x="282" y="550"/>
                  </a:lnTo>
                  <a:lnTo>
                    <a:pt x="65" y="754"/>
                  </a:lnTo>
                  <a:lnTo>
                    <a:pt x="167" y="907"/>
                  </a:lnTo>
                  <a:lnTo>
                    <a:pt x="1" y="1086"/>
                  </a:lnTo>
                  <a:lnTo>
                    <a:pt x="129" y="1342"/>
                  </a:lnTo>
                  <a:lnTo>
                    <a:pt x="576" y="1457"/>
                  </a:lnTo>
                  <a:lnTo>
                    <a:pt x="819" y="1176"/>
                  </a:lnTo>
                  <a:lnTo>
                    <a:pt x="1074" y="1406"/>
                  </a:lnTo>
                  <a:lnTo>
                    <a:pt x="1279" y="1380"/>
                  </a:lnTo>
                  <a:lnTo>
                    <a:pt x="1381" y="1572"/>
                  </a:lnTo>
                  <a:lnTo>
                    <a:pt x="1420" y="1572"/>
                  </a:lnTo>
                  <a:lnTo>
                    <a:pt x="1471" y="1534"/>
                  </a:lnTo>
                  <a:lnTo>
                    <a:pt x="1535" y="1483"/>
                  </a:lnTo>
                  <a:lnTo>
                    <a:pt x="1586" y="1431"/>
                  </a:lnTo>
                  <a:lnTo>
                    <a:pt x="1675" y="1393"/>
                  </a:lnTo>
                  <a:lnTo>
                    <a:pt x="1713" y="1368"/>
                  </a:lnTo>
                  <a:lnTo>
                    <a:pt x="1752" y="1342"/>
                  </a:lnTo>
                  <a:lnTo>
                    <a:pt x="1752" y="1304"/>
                  </a:lnTo>
                  <a:lnTo>
                    <a:pt x="1739" y="1265"/>
                  </a:lnTo>
                  <a:lnTo>
                    <a:pt x="1713" y="1189"/>
                  </a:lnTo>
                  <a:lnTo>
                    <a:pt x="1701" y="1150"/>
                  </a:lnTo>
                  <a:lnTo>
                    <a:pt x="1688" y="1112"/>
                  </a:lnTo>
                  <a:lnTo>
                    <a:pt x="1701" y="1074"/>
                  </a:lnTo>
                  <a:lnTo>
                    <a:pt x="1739" y="1061"/>
                  </a:lnTo>
                  <a:lnTo>
                    <a:pt x="1765" y="1061"/>
                  </a:lnTo>
                  <a:lnTo>
                    <a:pt x="1790" y="1074"/>
                  </a:lnTo>
                  <a:lnTo>
                    <a:pt x="1841" y="1112"/>
                  </a:lnTo>
                  <a:lnTo>
                    <a:pt x="1867" y="1125"/>
                  </a:lnTo>
                  <a:lnTo>
                    <a:pt x="1880" y="1125"/>
                  </a:lnTo>
                  <a:lnTo>
                    <a:pt x="1892" y="1112"/>
                  </a:lnTo>
                  <a:lnTo>
                    <a:pt x="1892" y="1074"/>
                  </a:lnTo>
                  <a:lnTo>
                    <a:pt x="1892" y="1022"/>
                  </a:lnTo>
                  <a:lnTo>
                    <a:pt x="1880" y="971"/>
                  </a:lnTo>
                  <a:lnTo>
                    <a:pt x="1854" y="933"/>
                  </a:lnTo>
                  <a:lnTo>
                    <a:pt x="1829" y="907"/>
                  </a:lnTo>
                  <a:lnTo>
                    <a:pt x="1752" y="856"/>
                  </a:lnTo>
                  <a:lnTo>
                    <a:pt x="1650" y="831"/>
                  </a:lnTo>
                  <a:lnTo>
                    <a:pt x="1598" y="818"/>
                  </a:lnTo>
                  <a:lnTo>
                    <a:pt x="1573" y="792"/>
                  </a:lnTo>
                  <a:lnTo>
                    <a:pt x="1560" y="767"/>
                  </a:lnTo>
                  <a:lnTo>
                    <a:pt x="1560" y="741"/>
                  </a:lnTo>
                  <a:lnTo>
                    <a:pt x="1560" y="677"/>
                  </a:lnTo>
                  <a:lnTo>
                    <a:pt x="1560" y="652"/>
                  </a:lnTo>
                  <a:lnTo>
                    <a:pt x="1535" y="613"/>
                  </a:lnTo>
                  <a:lnTo>
                    <a:pt x="1445" y="498"/>
                  </a:lnTo>
                  <a:lnTo>
                    <a:pt x="1368" y="371"/>
                  </a:lnTo>
                  <a:lnTo>
                    <a:pt x="1330" y="307"/>
                  </a:lnTo>
                  <a:lnTo>
                    <a:pt x="1266" y="256"/>
                  </a:lnTo>
                  <a:lnTo>
                    <a:pt x="1202" y="217"/>
                  </a:lnTo>
                  <a:lnTo>
                    <a:pt x="1164" y="205"/>
                  </a:lnTo>
                  <a:lnTo>
                    <a:pt x="1049" y="205"/>
                  </a:lnTo>
                  <a:lnTo>
                    <a:pt x="959" y="230"/>
                  </a:lnTo>
                  <a:lnTo>
                    <a:pt x="806" y="281"/>
                  </a:lnTo>
                  <a:lnTo>
                    <a:pt x="614" y="358"/>
                  </a:lnTo>
                  <a:lnTo>
                    <a:pt x="563" y="371"/>
                  </a:lnTo>
                  <a:lnTo>
                    <a:pt x="474" y="371"/>
                  </a:lnTo>
                  <a:lnTo>
                    <a:pt x="448" y="345"/>
                  </a:lnTo>
                  <a:lnTo>
                    <a:pt x="435" y="307"/>
                  </a:lnTo>
                  <a:lnTo>
                    <a:pt x="448" y="281"/>
                  </a:lnTo>
                  <a:lnTo>
                    <a:pt x="461" y="256"/>
                  </a:lnTo>
                  <a:lnTo>
                    <a:pt x="474" y="243"/>
                  </a:lnTo>
                  <a:lnTo>
                    <a:pt x="525" y="205"/>
                  </a:lnTo>
                  <a:lnTo>
                    <a:pt x="550" y="179"/>
                  </a:lnTo>
                  <a:lnTo>
                    <a:pt x="563" y="153"/>
                  </a:lnTo>
                  <a:lnTo>
                    <a:pt x="563" y="102"/>
                  </a:lnTo>
                  <a:lnTo>
                    <a:pt x="550" y="64"/>
                  </a:lnTo>
                  <a:lnTo>
                    <a:pt x="525" y="38"/>
                  </a:lnTo>
                  <a:lnTo>
                    <a:pt x="474" y="13"/>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8"/>
            <p:cNvSpPr/>
            <p:nvPr/>
          </p:nvSpPr>
          <p:spPr>
            <a:xfrm>
              <a:off x="3383425" y="2640375"/>
              <a:ext cx="237125" cy="159125"/>
            </a:xfrm>
            <a:custGeom>
              <a:rect b="b" l="l" r="r" t="t"/>
              <a:pathLst>
                <a:path extrusionOk="0" h="6365" w="9485">
                  <a:moveTo>
                    <a:pt x="4947" y="0"/>
                  </a:moveTo>
                  <a:lnTo>
                    <a:pt x="4742" y="741"/>
                  </a:lnTo>
                  <a:lnTo>
                    <a:pt x="4538" y="1099"/>
                  </a:lnTo>
                  <a:lnTo>
                    <a:pt x="3605" y="1879"/>
                  </a:lnTo>
                  <a:lnTo>
                    <a:pt x="3183" y="2186"/>
                  </a:lnTo>
                  <a:lnTo>
                    <a:pt x="2301" y="2569"/>
                  </a:lnTo>
                  <a:lnTo>
                    <a:pt x="2059" y="3144"/>
                  </a:lnTo>
                  <a:lnTo>
                    <a:pt x="1918" y="3694"/>
                  </a:lnTo>
                  <a:lnTo>
                    <a:pt x="1828" y="4000"/>
                  </a:lnTo>
                  <a:lnTo>
                    <a:pt x="1816" y="4537"/>
                  </a:lnTo>
                  <a:lnTo>
                    <a:pt x="2033" y="5189"/>
                  </a:lnTo>
                  <a:lnTo>
                    <a:pt x="1547" y="5266"/>
                  </a:lnTo>
                  <a:lnTo>
                    <a:pt x="1266" y="5598"/>
                  </a:lnTo>
                  <a:lnTo>
                    <a:pt x="1010" y="5764"/>
                  </a:lnTo>
                  <a:lnTo>
                    <a:pt x="218" y="5879"/>
                  </a:lnTo>
                  <a:lnTo>
                    <a:pt x="14" y="6122"/>
                  </a:lnTo>
                  <a:lnTo>
                    <a:pt x="1" y="6135"/>
                  </a:lnTo>
                  <a:lnTo>
                    <a:pt x="3196" y="6365"/>
                  </a:lnTo>
                  <a:lnTo>
                    <a:pt x="3285" y="5521"/>
                  </a:lnTo>
                  <a:lnTo>
                    <a:pt x="3298" y="5496"/>
                  </a:lnTo>
                  <a:lnTo>
                    <a:pt x="3311" y="5483"/>
                  </a:lnTo>
                  <a:lnTo>
                    <a:pt x="4295" y="4831"/>
                  </a:lnTo>
                  <a:lnTo>
                    <a:pt x="4308" y="4831"/>
                  </a:lnTo>
                  <a:lnTo>
                    <a:pt x="4768" y="4742"/>
                  </a:lnTo>
                  <a:lnTo>
                    <a:pt x="4806" y="4742"/>
                  </a:lnTo>
                  <a:lnTo>
                    <a:pt x="4960" y="4818"/>
                  </a:lnTo>
                  <a:lnTo>
                    <a:pt x="5151" y="4665"/>
                  </a:lnTo>
                  <a:lnTo>
                    <a:pt x="5177" y="4652"/>
                  </a:lnTo>
                  <a:lnTo>
                    <a:pt x="5203" y="4665"/>
                  </a:lnTo>
                  <a:lnTo>
                    <a:pt x="5497" y="4742"/>
                  </a:lnTo>
                  <a:lnTo>
                    <a:pt x="6762" y="4256"/>
                  </a:lnTo>
                  <a:lnTo>
                    <a:pt x="7823" y="3643"/>
                  </a:lnTo>
                  <a:lnTo>
                    <a:pt x="7823" y="3451"/>
                  </a:lnTo>
                  <a:lnTo>
                    <a:pt x="7835" y="3425"/>
                  </a:lnTo>
                  <a:lnTo>
                    <a:pt x="7861" y="3400"/>
                  </a:lnTo>
                  <a:lnTo>
                    <a:pt x="8768" y="3042"/>
                  </a:lnTo>
                  <a:lnTo>
                    <a:pt x="9203" y="3042"/>
                  </a:lnTo>
                  <a:lnTo>
                    <a:pt x="9484" y="2735"/>
                  </a:lnTo>
                  <a:lnTo>
                    <a:pt x="9343" y="2646"/>
                  </a:lnTo>
                  <a:lnTo>
                    <a:pt x="9331" y="2620"/>
                  </a:lnTo>
                  <a:lnTo>
                    <a:pt x="9101" y="2262"/>
                  </a:lnTo>
                  <a:lnTo>
                    <a:pt x="9088" y="2224"/>
                  </a:lnTo>
                  <a:lnTo>
                    <a:pt x="9228" y="1278"/>
                  </a:lnTo>
                  <a:lnTo>
                    <a:pt x="9228" y="959"/>
                  </a:lnTo>
                  <a:lnTo>
                    <a:pt x="9050" y="665"/>
                  </a:lnTo>
                  <a:lnTo>
                    <a:pt x="9037" y="652"/>
                  </a:lnTo>
                  <a:lnTo>
                    <a:pt x="8935" y="345"/>
                  </a:lnTo>
                  <a:lnTo>
                    <a:pt x="8589" y="435"/>
                  </a:lnTo>
                  <a:lnTo>
                    <a:pt x="8500" y="358"/>
                  </a:lnTo>
                  <a:lnTo>
                    <a:pt x="8206" y="511"/>
                  </a:lnTo>
                  <a:lnTo>
                    <a:pt x="8065" y="473"/>
                  </a:lnTo>
                  <a:lnTo>
                    <a:pt x="7848" y="511"/>
                  </a:lnTo>
                  <a:lnTo>
                    <a:pt x="7503" y="550"/>
                  </a:lnTo>
                  <a:lnTo>
                    <a:pt x="7171" y="447"/>
                  </a:lnTo>
                  <a:lnTo>
                    <a:pt x="6813" y="409"/>
                  </a:lnTo>
                  <a:lnTo>
                    <a:pt x="6276" y="499"/>
                  </a:lnTo>
                  <a:lnTo>
                    <a:pt x="5931" y="626"/>
                  </a:lnTo>
                  <a:lnTo>
                    <a:pt x="53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8"/>
            <p:cNvSpPr/>
            <p:nvPr/>
          </p:nvSpPr>
          <p:spPr>
            <a:xfrm>
              <a:off x="3497175" y="2062050"/>
              <a:ext cx="16000" cy="20150"/>
            </a:xfrm>
            <a:custGeom>
              <a:rect b="b" l="l" r="r" t="t"/>
              <a:pathLst>
                <a:path extrusionOk="0" h="806" w="640">
                  <a:moveTo>
                    <a:pt x="333" y="0"/>
                  </a:moveTo>
                  <a:lnTo>
                    <a:pt x="295" y="77"/>
                  </a:lnTo>
                  <a:lnTo>
                    <a:pt x="244" y="166"/>
                  </a:lnTo>
                  <a:lnTo>
                    <a:pt x="218" y="205"/>
                  </a:lnTo>
                  <a:lnTo>
                    <a:pt x="192" y="218"/>
                  </a:lnTo>
                  <a:lnTo>
                    <a:pt x="154" y="218"/>
                  </a:lnTo>
                  <a:lnTo>
                    <a:pt x="103" y="192"/>
                  </a:lnTo>
                  <a:lnTo>
                    <a:pt x="77" y="230"/>
                  </a:lnTo>
                  <a:lnTo>
                    <a:pt x="26" y="294"/>
                  </a:lnTo>
                  <a:lnTo>
                    <a:pt x="1" y="358"/>
                  </a:lnTo>
                  <a:lnTo>
                    <a:pt x="1" y="384"/>
                  </a:lnTo>
                  <a:lnTo>
                    <a:pt x="1" y="409"/>
                  </a:lnTo>
                  <a:lnTo>
                    <a:pt x="14" y="435"/>
                  </a:lnTo>
                  <a:lnTo>
                    <a:pt x="39" y="448"/>
                  </a:lnTo>
                  <a:lnTo>
                    <a:pt x="103" y="435"/>
                  </a:lnTo>
                  <a:lnTo>
                    <a:pt x="192" y="435"/>
                  </a:lnTo>
                  <a:lnTo>
                    <a:pt x="218" y="460"/>
                  </a:lnTo>
                  <a:lnTo>
                    <a:pt x="231" y="499"/>
                  </a:lnTo>
                  <a:lnTo>
                    <a:pt x="244" y="563"/>
                  </a:lnTo>
                  <a:lnTo>
                    <a:pt x="244" y="665"/>
                  </a:lnTo>
                  <a:lnTo>
                    <a:pt x="256" y="703"/>
                  </a:lnTo>
                  <a:lnTo>
                    <a:pt x="269" y="729"/>
                  </a:lnTo>
                  <a:lnTo>
                    <a:pt x="295" y="742"/>
                  </a:lnTo>
                  <a:lnTo>
                    <a:pt x="435" y="742"/>
                  </a:lnTo>
                  <a:lnTo>
                    <a:pt x="474" y="767"/>
                  </a:lnTo>
                  <a:lnTo>
                    <a:pt x="512" y="793"/>
                  </a:lnTo>
                  <a:lnTo>
                    <a:pt x="550" y="805"/>
                  </a:lnTo>
                  <a:lnTo>
                    <a:pt x="589" y="805"/>
                  </a:lnTo>
                  <a:lnTo>
                    <a:pt x="627" y="780"/>
                  </a:lnTo>
                  <a:lnTo>
                    <a:pt x="640" y="754"/>
                  </a:lnTo>
                  <a:lnTo>
                    <a:pt x="627" y="729"/>
                  </a:lnTo>
                  <a:lnTo>
                    <a:pt x="614" y="703"/>
                  </a:lnTo>
                  <a:lnTo>
                    <a:pt x="601" y="678"/>
                  </a:lnTo>
                  <a:lnTo>
                    <a:pt x="576" y="665"/>
                  </a:lnTo>
                  <a:lnTo>
                    <a:pt x="525" y="652"/>
                  </a:lnTo>
                  <a:lnTo>
                    <a:pt x="448" y="652"/>
                  </a:lnTo>
                  <a:lnTo>
                    <a:pt x="423" y="627"/>
                  </a:lnTo>
                  <a:lnTo>
                    <a:pt x="410" y="601"/>
                  </a:lnTo>
                  <a:lnTo>
                    <a:pt x="384" y="575"/>
                  </a:lnTo>
                  <a:lnTo>
                    <a:pt x="371" y="499"/>
                  </a:lnTo>
                  <a:lnTo>
                    <a:pt x="384" y="422"/>
                  </a:lnTo>
                  <a:lnTo>
                    <a:pt x="384" y="358"/>
                  </a:lnTo>
                  <a:lnTo>
                    <a:pt x="384" y="230"/>
                  </a:lnTo>
                  <a:lnTo>
                    <a:pt x="384" y="154"/>
                  </a:lnTo>
                  <a:lnTo>
                    <a:pt x="397" y="115"/>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8"/>
            <p:cNvSpPr/>
            <p:nvPr/>
          </p:nvSpPr>
          <p:spPr>
            <a:xfrm>
              <a:off x="3421125" y="2138400"/>
              <a:ext cx="94300" cy="118250"/>
            </a:xfrm>
            <a:custGeom>
              <a:rect b="b" l="l" r="r" t="t"/>
              <a:pathLst>
                <a:path extrusionOk="0" h="4730" w="3772">
                  <a:moveTo>
                    <a:pt x="2212" y="1"/>
                  </a:moveTo>
                  <a:lnTo>
                    <a:pt x="2161" y="26"/>
                  </a:lnTo>
                  <a:lnTo>
                    <a:pt x="2110" y="52"/>
                  </a:lnTo>
                  <a:lnTo>
                    <a:pt x="2020" y="103"/>
                  </a:lnTo>
                  <a:lnTo>
                    <a:pt x="1880" y="154"/>
                  </a:lnTo>
                  <a:lnTo>
                    <a:pt x="1829" y="180"/>
                  </a:lnTo>
                  <a:lnTo>
                    <a:pt x="1790" y="244"/>
                  </a:lnTo>
                  <a:lnTo>
                    <a:pt x="1726" y="410"/>
                  </a:lnTo>
                  <a:lnTo>
                    <a:pt x="1675" y="486"/>
                  </a:lnTo>
                  <a:lnTo>
                    <a:pt x="1637" y="525"/>
                  </a:lnTo>
                  <a:lnTo>
                    <a:pt x="1599" y="550"/>
                  </a:lnTo>
                  <a:lnTo>
                    <a:pt x="1535" y="576"/>
                  </a:lnTo>
                  <a:lnTo>
                    <a:pt x="1445" y="602"/>
                  </a:lnTo>
                  <a:lnTo>
                    <a:pt x="1356" y="627"/>
                  </a:lnTo>
                  <a:lnTo>
                    <a:pt x="1330" y="653"/>
                  </a:lnTo>
                  <a:lnTo>
                    <a:pt x="1330" y="678"/>
                  </a:lnTo>
                  <a:lnTo>
                    <a:pt x="1343" y="704"/>
                  </a:lnTo>
                  <a:lnTo>
                    <a:pt x="1368" y="742"/>
                  </a:lnTo>
                  <a:lnTo>
                    <a:pt x="1445" y="768"/>
                  </a:lnTo>
                  <a:lnTo>
                    <a:pt x="1496" y="780"/>
                  </a:lnTo>
                  <a:lnTo>
                    <a:pt x="1624" y="780"/>
                  </a:lnTo>
                  <a:lnTo>
                    <a:pt x="1688" y="793"/>
                  </a:lnTo>
                  <a:lnTo>
                    <a:pt x="1752" y="806"/>
                  </a:lnTo>
                  <a:lnTo>
                    <a:pt x="1816" y="832"/>
                  </a:lnTo>
                  <a:lnTo>
                    <a:pt x="1880" y="819"/>
                  </a:lnTo>
                  <a:lnTo>
                    <a:pt x="1892" y="883"/>
                  </a:lnTo>
                  <a:lnTo>
                    <a:pt x="1867" y="921"/>
                  </a:lnTo>
                  <a:lnTo>
                    <a:pt x="1841" y="959"/>
                  </a:lnTo>
                  <a:lnTo>
                    <a:pt x="1803" y="985"/>
                  </a:lnTo>
                  <a:lnTo>
                    <a:pt x="1701" y="1010"/>
                  </a:lnTo>
                  <a:lnTo>
                    <a:pt x="1586" y="1062"/>
                  </a:lnTo>
                  <a:lnTo>
                    <a:pt x="1611" y="1126"/>
                  </a:lnTo>
                  <a:lnTo>
                    <a:pt x="1637" y="1202"/>
                  </a:lnTo>
                  <a:lnTo>
                    <a:pt x="1701" y="1189"/>
                  </a:lnTo>
                  <a:lnTo>
                    <a:pt x="1675" y="1241"/>
                  </a:lnTo>
                  <a:lnTo>
                    <a:pt x="1624" y="1279"/>
                  </a:lnTo>
                  <a:lnTo>
                    <a:pt x="1560" y="1292"/>
                  </a:lnTo>
                  <a:lnTo>
                    <a:pt x="1509" y="1292"/>
                  </a:lnTo>
                  <a:lnTo>
                    <a:pt x="1484" y="1266"/>
                  </a:lnTo>
                  <a:lnTo>
                    <a:pt x="1471" y="1241"/>
                  </a:lnTo>
                  <a:lnTo>
                    <a:pt x="1445" y="1215"/>
                  </a:lnTo>
                  <a:lnTo>
                    <a:pt x="1420" y="1202"/>
                  </a:lnTo>
                  <a:lnTo>
                    <a:pt x="1394" y="1202"/>
                  </a:lnTo>
                  <a:lnTo>
                    <a:pt x="1356" y="1215"/>
                  </a:lnTo>
                  <a:lnTo>
                    <a:pt x="1279" y="1241"/>
                  </a:lnTo>
                  <a:lnTo>
                    <a:pt x="1190" y="1279"/>
                  </a:lnTo>
                  <a:lnTo>
                    <a:pt x="1126" y="1292"/>
                  </a:lnTo>
                  <a:lnTo>
                    <a:pt x="1087" y="1292"/>
                  </a:lnTo>
                  <a:lnTo>
                    <a:pt x="1062" y="1266"/>
                  </a:lnTo>
                  <a:lnTo>
                    <a:pt x="1036" y="1253"/>
                  </a:lnTo>
                  <a:lnTo>
                    <a:pt x="1011" y="1202"/>
                  </a:lnTo>
                  <a:lnTo>
                    <a:pt x="985" y="1151"/>
                  </a:lnTo>
                  <a:lnTo>
                    <a:pt x="959" y="1126"/>
                  </a:lnTo>
                  <a:lnTo>
                    <a:pt x="908" y="1126"/>
                  </a:lnTo>
                  <a:lnTo>
                    <a:pt x="883" y="1138"/>
                  </a:lnTo>
                  <a:lnTo>
                    <a:pt x="819" y="1164"/>
                  </a:lnTo>
                  <a:lnTo>
                    <a:pt x="691" y="1164"/>
                  </a:lnTo>
                  <a:lnTo>
                    <a:pt x="653" y="1177"/>
                  </a:lnTo>
                  <a:lnTo>
                    <a:pt x="627" y="1202"/>
                  </a:lnTo>
                  <a:lnTo>
                    <a:pt x="602" y="1228"/>
                  </a:lnTo>
                  <a:lnTo>
                    <a:pt x="576" y="1241"/>
                  </a:lnTo>
                  <a:lnTo>
                    <a:pt x="397" y="1241"/>
                  </a:lnTo>
                  <a:lnTo>
                    <a:pt x="359" y="1253"/>
                  </a:lnTo>
                  <a:lnTo>
                    <a:pt x="333" y="1317"/>
                  </a:lnTo>
                  <a:lnTo>
                    <a:pt x="320" y="1343"/>
                  </a:lnTo>
                  <a:lnTo>
                    <a:pt x="333" y="1368"/>
                  </a:lnTo>
                  <a:lnTo>
                    <a:pt x="346" y="1394"/>
                  </a:lnTo>
                  <a:lnTo>
                    <a:pt x="359" y="1407"/>
                  </a:lnTo>
                  <a:lnTo>
                    <a:pt x="423" y="1419"/>
                  </a:lnTo>
                  <a:lnTo>
                    <a:pt x="487" y="1407"/>
                  </a:lnTo>
                  <a:lnTo>
                    <a:pt x="499" y="1432"/>
                  </a:lnTo>
                  <a:lnTo>
                    <a:pt x="499" y="1458"/>
                  </a:lnTo>
                  <a:lnTo>
                    <a:pt x="487" y="1483"/>
                  </a:lnTo>
                  <a:lnTo>
                    <a:pt x="461" y="1496"/>
                  </a:lnTo>
                  <a:lnTo>
                    <a:pt x="384" y="1522"/>
                  </a:lnTo>
                  <a:lnTo>
                    <a:pt x="320" y="1547"/>
                  </a:lnTo>
                  <a:lnTo>
                    <a:pt x="346" y="1598"/>
                  </a:lnTo>
                  <a:lnTo>
                    <a:pt x="359" y="1637"/>
                  </a:lnTo>
                  <a:lnTo>
                    <a:pt x="372" y="1650"/>
                  </a:lnTo>
                  <a:lnTo>
                    <a:pt x="410" y="1662"/>
                  </a:lnTo>
                  <a:lnTo>
                    <a:pt x="474" y="1650"/>
                  </a:lnTo>
                  <a:lnTo>
                    <a:pt x="589" y="1650"/>
                  </a:lnTo>
                  <a:lnTo>
                    <a:pt x="640" y="1675"/>
                  </a:lnTo>
                  <a:lnTo>
                    <a:pt x="666" y="1726"/>
                  </a:lnTo>
                  <a:lnTo>
                    <a:pt x="691" y="1790"/>
                  </a:lnTo>
                  <a:lnTo>
                    <a:pt x="691" y="1816"/>
                  </a:lnTo>
                  <a:lnTo>
                    <a:pt x="678" y="1841"/>
                  </a:lnTo>
                  <a:lnTo>
                    <a:pt x="653" y="1867"/>
                  </a:lnTo>
                  <a:lnTo>
                    <a:pt x="627" y="1880"/>
                  </a:lnTo>
                  <a:lnTo>
                    <a:pt x="602" y="1892"/>
                  </a:lnTo>
                  <a:lnTo>
                    <a:pt x="576" y="1918"/>
                  </a:lnTo>
                  <a:lnTo>
                    <a:pt x="576" y="1956"/>
                  </a:lnTo>
                  <a:lnTo>
                    <a:pt x="576" y="1995"/>
                  </a:lnTo>
                  <a:lnTo>
                    <a:pt x="589" y="2020"/>
                  </a:lnTo>
                  <a:lnTo>
                    <a:pt x="576" y="2058"/>
                  </a:lnTo>
                  <a:lnTo>
                    <a:pt x="538" y="2071"/>
                  </a:lnTo>
                  <a:lnTo>
                    <a:pt x="499" y="2084"/>
                  </a:lnTo>
                  <a:lnTo>
                    <a:pt x="448" y="2097"/>
                  </a:lnTo>
                  <a:lnTo>
                    <a:pt x="423" y="2110"/>
                  </a:lnTo>
                  <a:lnTo>
                    <a:pt x="410" y="2148"/>
                  </a:lnTo>
                  <a:lnTo>
                    <a:pt x="410" y="2186"/>
                  </a:lnTo>
                  <a:lnTo>
                    <a:pt x="435" y="2250"/>
                  </a:lnTo>
                  <a:lnTo>
                    <a:pt x="461" y="2327"/>
                  </a:lnTo>
                  <a:lnTo>
                    <a:pt x="499" y="2378"/>
                  </a:lnTo>
                  <a:lnTo>
                    <a:pt x="538" y="2429"/>
                  </a:lnTo>
                  <a:lnTo>
                    <a:pt x="576" y="2455"/>
                  </a:lnTo>
                  <a:lnTo>
                    <a:pt x="614" y="2467"/>
                  </a:lnTo>
                  <a:lnTo>
                    <a:pt x="806" y="2506"/>
                  </a:lnTo>
                  <a:lnTo>
                    <a:pt x="1011" y="2519"/>
                  </a:lnTo>
                  <a:lnTo>
                    <a:pt x="1075" y="2531"/>
                  </a:lnTo>
                  <a:lnTo>
                    <a:pt x="1164" y="2544"/>
                  </a:lnTo>
                  <a:lnTo>
                    <a:pt x="1202" y="2557"/>
                  </a:lnTo>
                  <a:lnTo>
                    <a:pt x="1228" y="2570"/>
                  </a:lnTo>
                  <a:lnTo>
                    <a:pt x="1228" y="2608"/>
                  </a:lnTo>
                  <a:lnTo>
                    <a:pt x="1215" y="2634"/>
                  </a:lnTo>
                  <a:lnTo>
                    <a:pt x="1190" y="2659"/>
                  </a:lnTo>
                  <a:lnTo>
                    <a:pt x="1164" y="2672"/>
                  </a:lnTo>
                  <a:lnTo>
                    <a:pt x="1087" y="2698"/>
                  </a:lnTo>
                  <a:lnTo>
                    <a:pt x="1023" y="2723"/>
                  </a:lnTo>
                  <a:lnTo>
                    <a:pt x="998" y="2749"/>
                  </a:lnTo>
                  <a:lnTo>
                    <a:pt x="972" y="2774"/>
                  </a:lnTo>
                  <a:lnTo>
                    <a:pt x="947" y="2864"/>
                  </a:lnTo>
                  <a:lnTo>
                    <a:pt x="921" y="2902"/>
                  </a:lnTo>
                  <a:lnTo>
                    <a:pt x="883" y="2940"/>
                  </a:lnTo>
                  <a:lnTo>
                    <a:pt x="742" y="3081"/>
                  </a:lnTo>
                  <a:lnTo>
                    <a:pt x="678" y="3119"/>
                  </a:lnTo>
                  <a:lnTo>
                    <a:pt x="614" y="3183"/>
                  </a:lnTo>
                  <a:lnTo>
                    <a:pt x="589" y="3222"/>
                  </a:lnTo>
                  <a:lnTo>
                    <a:pt x="576" y="3247"/>
                  </a:lnTo>
                  <a:lnTo>
                    <a:pt x="563" y="3285"/>
                  </a:lnTo>
                  <a:lnTo>
                    <a:pt x="589" y="3311"/>
                  </a:lnTo>
                  <a:lnTo>
                    <a:pt x="691" y="3285"/>
                  </a:lnTo>
                  <a:lnTo>
                    <a:pt x="793" y="3247"/>
                  </a:lnTo>
                  <a:lnTo>
                    <a:pt x="1011" y="3170"/>
                  </a:lnTo>
                  <a:lnTo>
                    <a:pt x="1087" y="3132"/>
                  </a:lnTo>
                  <a:lnTo>
                    <a:pt x="1151" y="3119"/>
                  </a:lnTo>
                  <a:lnTo>
                    <a:pt x="1177" y="3119"/>
                  </a:lnTo>
                  <a:lnTo>
                    <a:pt x="1202" y="3132"/>
                  </a:lnTo>
                  <a:lnTo>
                    <a:pt x="1228" y="3158"/>
                  </a:lnTo>
                  <a:lnTo>
                    <a:pt x="1253" y="3196"/>
                  </a:lnTo>
                  <a:lnTo>
                    <a:pt x="1202" y="3196"/>
                  </a:lnTo>
                  <a:lnTo>
                    <a:pt x="1138" y="3209"/>
                  </a:lnTo>
                  <a:lnTo>
                    <a:pt x="1011" y="3260"/>
                  </a:lnTo>
                  <a:lnTo>
                    <a:pt x="781" y="3362"/>
                  </a:lnTo>
                  <a:lnTo>
                    <a:pt x="666" y="3400"/>
                  </a:lnTo>
                  <a:lnTo>
                    <a:pt x="602" y="3426"/>
                  </a:lnTo>
                  <a:lnTo>
                    <a:pt x="551" y="3464"/>
                  </a:lnTo>
                  <a:lnTo>
                    <a:pt x="525" y="3503"/>
                  </a:lnTo>
                  <a:lnTo>
                    <a:pt x="499" y="3554"/>
                  </a:lnTo>
                  <a:lnTo>
                    <a:pt x="487" y="3618"/>
                  </a:lnTo>
                  <a:lnTo>
                    <a:pt x="474" y="3669"/>
                  </a:lnTo>
                  <a:lnTo>
                    <a:pt x="487" y="3758"/>
                  </a:lnTo>
                  <a:lnTo>
                    <a:pt x="487" y="3771"/>
                  </a:lnTo>
                  <a:lnTo>
                    <a:pt x="474" y="3784"/>
                  </a:lnTo>
                  <a:lnTo>
                    <a:pt x="397" y="3809"/>
                  </a:lnTo>
                  <a:lnTo>
                    <a:pt x="320" y="3809"/>
                  </a:lnTo>
                  <a:lnTo>
                    <a:pt x="205" y="3797"/>
                  </a:lnTo>
                  <a:lnTo>
                    <a:pt x="103" y="3784"/>
                  </a:lnTo>
                  <a:lnTo>
                    <a:pt x="65" y="3797"/>
                  </a:lnTo>
                  <a:lnTo>
                    <a:pt x="27" y="3809"/>
                  </a:lnTo>
                  <a:lnTo>
                    <a:pt x="14" y="3822"/>
                  </a:lnTo>
                  <a:lnTo>
                    <a:pt x="14" y="3848"/>
                  </a:lnTo>
                  <a:lnTo>
                    <a:pt x="1" y="3899"/>
                  </a:lnTo>
                  <a:lnTo>
                    <a:pt x="14" y="3963"/>
                  </a:lnTo>
                  <a:lnTo>
                    <a:pt x="52" y="4001"/>
                  </a:lnTo>
                  <a:lnTo>
                    <a:pt x="103" y="4014"/>
                  </a:lnTo>
                  <a:lnTo>
                    <a:pt x="180" y="4027"/>
                  </a:lnTo>
                  <a:lnTo>
                    <a:pt x="269" y="4027"/>
                  </a:lnTo>
                  <a:lnTo>
                    <a:pt x="320" y="4014"/>
                  </a:lnTo>
                  <a:lnTo>
                    <a:pt x="295" y="4065"/>
                  </a:lnTo>
                  <a:lnTo>
                    <a:pt x="257" y="4103"/>
                  </a:lnTo>
                  <a:lnTo>
                    <a:pt x="193" y="4155"/>
                  </a:lnTo>
                  <a:lnTo>
                    <a:pt x="167" y="4180"/>
                  </a:lnTo>
                  <a:lnTo>
                    <a:pt x="142" y="4206"/>
                  </a:lnTo>
                  <a:lnTo>
                    <a:pt x="154" y="4218"/>
                  </a:lnTo>
                  <a:lnTo>
                    <a:pt x="154" y="4231"/>
                  </a:lnTo>
                  <a:lnTo>
                    <a:pt x="193" y="4270"/>
                  </a:lnTo>
                  <a:lnTo>
                    <a:pt x="269" y="4321"/>
                  </a:lnTo>
                  <a:lnTo>
                    <a:pt x="333" y="4385"/>
                  </a:lnTo>
                  <a:lnTo>
                    <a:pt x="359" y="4385"/>
                  </a:lnTo>
                  <a:lnTo>
                    <a:pt x="397" y="4372"/>
                  </a:lnTo>
                  <a:lnTo>
                    <a:pt x="410" y="4410"/>
                  </a:lnTo>
                  <a:lnTo>
                    <a:pt x="397" y="4448"/>
                  </a:lnTo>
                  <a:lnTo>
                    <a:pt x="372" y="4525"/>
                  </a:lnTo>
                  <a:lnTo>
                    <a:pt x="448" y="4525"/>
                  </a:lnTo>
                  <a:lnTo>
                    <a:pt x="538" y="4487"/>
                  </a:lnTo>
                  <a:lnTo>
                    <a:pt x="614" y="4448"/>
                  </a:lnTo>
                  <a:lnTo>
                    <a:pt x="653" y="4448"/>
                  </a:lnTo>
                  <a:lnTo>
                    <a:pt x="678" y="4461"/>
                  </a:lnTo>
                  <a:lnTo>
                    <a:pt x="691" y="4474"/>
                  </a:lnTo>
                  <a:lnTo>
                    <a:pt x="704" y="4487"/>
                  </a:lnTo>
                  <a:lnTo>
                    <a:pt x="691" y="4512"/>
                  </a:lnTo>
                  <a:lnTo>
                    <a:pt x="640" y="4551"/>
                  </a:lnTo>
                  <a:lnTo>
                    <a:pt x="614" y="4589"/>
                  </a:lnTo>
                  <a:lnTo>
                    <a:pt x="602" y="4615"/>
                  </a:lnTo>
                  <a:lnTo>
                    <a:pt x="602" y="4640"/>
                  </a:lnTo>
                  <a:lnTo>
                    <a:pt x="627" y="4679"/>
                  </a:lnTo>
                  <a:lnTo>
                    <a:pt x="653" y="4717"/>
                  </a:lnTo>
                  <a:lnTo>
                    <a:pt x="691" y="4730"/>
                  </a:lnTo>
                  <a:lnTo>
                    <a:pt x="717" y="4717"/>
                  </a:lnTo>
                  <a:lnTo>
                    <a:pt x="755" y="4691"/>
                  </a:lnTo>
                  <a:lnTo>
                    <a:pt x="832" y="4615"/>
                  </a:lnTo>
                  <a:lnTo>
                    <a:pt x="883" y="4589"/>
                  </a:lnTo>
                  <a:lnTo>
                    <a:pt x="921" y="4576"/>
                  </a:lnTo>
                  <a:lnTo>
                    <a:pt x="985" y="4589"/>
                  </a:lnTo>
                  <a:lnTo>
                    <a:pt x="1049" y="4615"/>
                  </a:lnTo>
                  <a:lnTo>
                    <a:pt x="1113" y="4640"/>
                  </a:lnTo>
                  <a:lnTo>
                    <a:pt x="1253" y="4640"/>
                  </a:lnTo>
                  <a:lnTo>
                    <a:pt x="1330" y="4615"/>
                  </a:lnTo>
                  <a:lnTo>
                    <a:pt x="1471" y="4563"/>
                  </a:lnTo>
                  <a:lnTo>
                    <a:pt x="1599" y="4538"/>
                  </a:lnTo>
                  <a:lnTo>
                    <a:pt x="1675" y="4512"/>
                  </a:lnTo>
                  <a:lnTo>
                    <a:pt x="1726" y="4487"/>
                  </a:lnTo>
                  <a:lnTo>
                    <a:pt x="1765" y="4448"/>
                  </a:lnTo>
                  <a:lnTo>
                    <a:pt x="1790" y="4410"/>
                  </a:lnTo>
                  <a:lnTo>
                    <a:pt x="1816" y="4372"/>
                  </a:lnTo>
                  <a:lnTo>
                    <a:pt x="1867" y="4333"/>
                  </a:lnTo>
                  <a:lnTo>
                    <a:pt x="1944" y="4308"/>
                  </a:lnTo>
                  <a:lnTo>
                    <a:pt x="2033" y="4295"/>
                  </a:lnTo>
                  <a:lnTo>
                    <a:pt x="2097" y="4270"/>
                  </a:lnTo>
                  <a:lnTo>
                    <a:pt x="2148" y="4218"/>
                  </a:lnTo>
                  <a:lnTo>
                    <a:pt x="2199" y="4155"/>
                  </a:lnTo>
                  <a:lnTo>
                    <a:pt x="2263" y="4129"/>
                  </a:lnTo>
                  <a:lnTo>
                    <a:pt x="2416" y="4078"/>
                  </a:lnTo>
                  <a:lnTo>
                    <a:pt x="2416" y="4027"/>
                  </a:lnTo>
                  <a:lnTo>
                    <a:pt x="2442" y="3988"/>
                  </a:lnTo>
                  <a:lnTo>
                    <a:pt x="2468" y="3963"/>
                  </a:lnTo>
                  <a:lnTo>
                    <a:pt x="2493" y="3937"/>
                  </a:lnTo>
                  <a:lnTo>
                    <a:pt x="2583" y="3912"/>
                  </a:lnTo>
                  <a:lnTo>
                    <a:pt x="2672" y="3899"/>
                  </a:lnTo>
                  <a:lnTo>
                    <a:pt x="2915" y="3861"/>
                  </a:lnTo>
                  <a:lnTo>
                    <a:pt x="3043" y="3835"/>
                  </a:lnTo>
                  <a:lnTo>
                    <a:pt x="3158" y="3822"/>
                  </a:lnTo>
                  <a:lnTo>
                    <a:pt x="3209" y="3835"/>
                  </a:lnTo>
                  <a:lnTo>
                    <a:pt x="3247" y="3835"/>
                  </a:lnTo>
                  <a:lnTo>
                    <a:pt x="3324" y="3873"/>
                  </a:lnTo>
                  <a:lnTo>
                    <a:pt x="3401" y="3886"/>
                  </a:lnTo>
                  <a:lnTo>
                    <a:pt x="3439" y="3886"/>
                  </a:lnTo>
                  <a:lnTo>
                    <a:pt x="3477" y="3873"/>
                  </a:lnTo>
                  <a:lnTo>
                    <a:pt x="3528" y="3835"/>
                  </a:lnTo>
                  <a:lnTo>
                    <a:pt x="3554" y="3809"/>
                  </a:lnTo>
                  <a:lnTo>
                    <a:pt x="3567" y="3784"/>
                  </a:lnTo>
                  <a:lnTo>
                    <a:pt x="3567" y="3758"/>
                  </a:lnTo>
                  <a:lnTo>
                    <a:pt x="3528" y="3694"/>
                  </a:lnTo>
                  <a:lnTo>
                    <a:pt x="3490" y="3618"/>
                  </a:lnTo>
                  <a:lnTo>
                    <a:pt x="3490" y="3567"/>
                  </a:lnTo>
                  <a:lnTo>
                    <a:pt x="3490" y="3515"/>
                  </a:lnTo>
                  <a:lnTo>
                    <a:pt x="3516" y="3426"/>
                  </a:lnTo>
                  <a:lnTo>
                    <a:pt x="3592" y="3247"/>
                  </a:lnTo>
                  <a:lnTo>
                    <a:pt x="3643" y="3170"/>
                  </a:lnTo>
                  <a:lnTo>
                    <a:pt x="3695" y="3106"/>
                  </a:lnTo>
                  <a:lnTo>
                    <a:pt x="3746" y="3017"/>
                  </a:lnTo>
                  <a:lnTo>
                    <a:pt x="3758" y="2979"/>
                  </a:lnTo>
                  <a:lnTo>
                    <a:pt x="3771" y="2940"/>
                  </a:lnTo>
                  <a:lnTo>
                    <a:pt x="3758" y="2876"/>
                  </a:lnTo>
                  <a:lnTo>
                    <a:pt x="3746" y="2813"/>
                  </a:lnTo>
                  <a:lnTo>
                    <a:pt x="3695" y="2685"/>
                  </a:lnTo>
                  <a:lnTo>
                    <a:pt x="3682" y="2621"/>
                  </a:lnTo>
                  <a:lnTo>
                    <a:pt x="3656" y="2557"/>
                  </a:lnTo>
                  <a:lnTo>
                    <a:pt x="3631" y="2531"/>
                  </a:lnTo>
                  <a:lnTo>
                    <a:pt x="3592" y="2506"/>
                  </a:lnTo>
                  <a:lnTo>
                    <a:pt x="3554" y="2493"/>
                  </a:lnTo>
                  <a:lnTo>
                    <a:pt x="3528" y="2467"/>
                  </a:lnTo>
                  <a:lnTo>
                    <a:pt x="3516" y="2429"/>
                  </a:lnTo>
                  <a:lnTo>
                    <a:pt x="3528" y="2404"/>
                  </a:lnTo>
                  <a:lnTo>
                    <a:pt x="3592" y="2352"/>
                  </a:lnTo>
                  <a:lnTo>
                    <a:pt x="3618" y="2314"/>
                  </a:lnTo>
                  <a:lnTo>
                    <a:pt x="3631" y="2289"/>
                  </a:lnTo>
                  <a:lnTo>
                    <a:pt x="3643" y="2263"/>
                  </a:lnTo>
                  <a:lnTo>
                    <a:pt x="3643" y="2212"/>
                  </a:lnTo>
                  <a:lnTo>
                    <a:pt x="3631" y="2148"/>
                  </a:lnTo>
                  <a:lnTo>
                    <a:pt x="3605" y="2084"/>
                  </a:lnTo>
                  <a:lnTo>
                    <a:pt x="3580" y="2020"/>
                  </a:lnTo>
                  <a:lnTo>
                    <a:pt x="3567" y="1956"/>
                  </a:lnTo>
                  <a:lnTo>
                    <a:pt x="3541" y="1841"/>
                  </a:lnTo>
                  <a:lnTo>
                    <a:pt x="3503" y="1713"/>
                  </a:lnTo>
                  <a:lnTo>
                    <a:pt x="3477" y="1662"/>
                  </a:lnTo>
                  <a:lnTo>
                    <a:pt x="3452" y="1637"/>
                  </a:lnTo>
                  <a:lnTo>
                    <a:pt x="3388" y="1598"/>
                  </a:lnTo>
                  <a:lnTo>
                    <a:pt x="3362" y="1573"/>
                  </a:lnTo>
                  <a:lnTo>
                    <a:pt x="3349" y="1547"/>
                  </a:lnTo>
                  <a:lnTo>
                    <a:pt x="3337" y="1509"/>
                  </a:lnTo>
                  <a:lnTo>
                    <a:pt x="3362" y="1483"/>
                  </a:lnTo>
                  <a:lnTo>
                    <a:pt x="3375" y="1471"/>
                  </a:lnTo>
                  <a:lnTo>
                    <a:pt x="3401" y="1458"/>
                  </a:lnTo>
                  <a:lnTo>
                    <a:pt x="3465" y="1445"/>
                  </a:lnTo>
                  <a:lnTo>
                    <a:pt x="3401" y="1317"/>
                  </a:lnTo>
                  <a:lnTo>
                    <a:pt x="3209" y="1343"/>
                  </a:lnTo>
                  <a:lnTo>
                    <a:pt x="2992" y="1138"/>
                  </a:lnTo>
                  <a:lnTo>
                    <a:pt x="2762" y="1407"/>
                  </a:lnTo>
                  <a:lnTo>
                    <a:pt x="2238" y="1266"/>
                  </a:lnTo>
                  <a:lnTo>
                    <a:pt x="2084" y="947"/>
                  </a:lnTo>
                  <a:lnTo>
                    <a:pt x="2238" y="768"/>
                  </a:lnTo>
                  <a:lnTo>
                    <a:pt x="2135" y="614"/>
                  </a:lnTo>
                  <a:lnTo>
                    <a:pt x="2365" y="397"/>
                  </a:lnTo>
                  <a:lnTo>
                    <a:pt x="2353" y="244"/>
                  </a:lnTo>
                  <a:lnTo>
                    <a:pt x="2301" y="193"/>
                  </a:lnTo>
                  <a:lnTo>
                    <a:pt x="2276" y="141"/>
                  </a:lnTo>
                  <a:lnTo>
                    <a:pt x="221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8"/>
            <p:cNvSpPr/>
            <p:nvPr/>
          </p:nvSpPr>
          <p:spPr>
            <a:xfrm>
              <a:off x="3610300" y="2012850"/>
              <a:ext cx="4800" cy="7350"/>
            </a:xfrm>
            <a:custGeom>
              <a:rect b="b" l="l" r="r" t="t"/>
              <a:pathLst>
                <a:path extrusionOk="0" h="294" w="192">
                  <a:moveTo>
                    <a:pt x="64" y="0"/>
                  </a:moveTo>
                  <a:lnTo>
                    <a:pt x="38" y="26"/>
                  </a:lnTo>
                  <a:lnTo>
                    <a:pt x="26" y="64"/>
                  </a:lnTo>
                  <a:lnTo>
                    <a:pt x="0" y="90"/>
                  </a:lnTo>
                  <a:lnTo>
                    <a:pt x="0" y="128"/>
                  </a:lnTo>
                  <a:lnTo>
                    <a:pt x="0" y="166"/>
                  </a:lnTo>
                  <a:lnTo>
                    <a:pt x="26" y="217"/>
                  </a:lnTo>
                  <a:lnTo>
                    <a:pt x="77" y="294"/>
                  </a:lnTo>
                  <a:lnTo>
                    <a:pt x="128" y="281"/>
                  </a:lnTo>
                  <a:lnTo>
                    <a:pt x="166" y="256"/>
                  </a:lnTo>
                  <a:lnTo>
                    <a:pt x="192" y="230"/>
                  </a:lnTo>
                  <a:lnTo>
                    <a:pt x="192" y="192"/>
                  </a:lnTo>
                  <a:lnTo>
                    <a:pt x="192" y="153"/>
                  </a:lnTo>
                  <a:lnTo>
                    <a:pt x="179" y="115"/>
                  </a:lnTo>
                  <a:lnTo>
                    <a:pt x="141"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8"/>
            <p:cNvSpPr/>
            <p:nvPr/>
          </p:nvSpPr>
          <p:spPr>
            <a:xfrm>
              <a:off x="3509325" y="2030400"/>
              <a:ext cx="162325" cy="271300"/>
            </a:xfrm>
            <a:custGeom>
              <a:rect b="b" l="l" r="r" t="t"/>
              <a:pathLst>
                <a:path extrusionOk="0" h="10852" w="6493">
                  <a:moveTo>
                    <a:pt x="1994" y="1"/>
                  </a:moveTo>
                  <a:lnTo>
                    <a:pt x="1956" y="27"/>
                  </a:lnTo>
                  <a:lnTo>
                    <a:pt x="1866" y="103"/>
                  </a:lnTo>
                  <a:lnTo>
                    <a:pt x="1790" y="142"/>
                  </a:lnTo>
                  <a:lnTo>
                    <a:pt x="1713" y="154"/>
                  </a:lnTo>
                  <a:lnTo>
                    <a:pt x="1547" y="167"/>
                  </a:lnTo>
                  <a:lnTo>
                    <a:pt x="1470" y="180"/>
                  </a:lnTo>
                  <a:lnTo>
                    <a:pt x="1381" y="205"/>
                  </a:lnTo>
                  <a:lnTo>
                    <a:pt x="1291" y="231"/>
                  </a:lnTo>
                  <a:lnTo>
                    <a:pt x="1253" y="231"/>
                  </a:lnTo>
                  <a:lnTo>
                    <a:pt x="1215" y="218"/>
                  </a:lnTo>
                  <a:lnTo>
                    <a:pt x="1163" y="193"/>
                  </a:lnTo>
                  <a:lnTo>
                    <a:pt x="1112" y="167"/>
                  </a:lnTo>
                  <a:lnTo>
                    <a:pt x="1061" y="167"/>
                  </a:lnTo>
                  <a:lnTo>
                    <a:pt x="1023" y="193"/>
                  </a:lnTo>
                  <a:lnTo>
                    <a:pt x="997" y="231"/>
                  </a:lnTo>
                  <a:lnTo>
                    <a:pt x="959" y="257"/>
                  </a:lnTo>
                  <a:lnTo>
                    <a:pt x="921" y="269"/>
                  </a:lnTo>
                  <a:lnTo>
                    <a:pt x="895" y="269"/>
                  </a:lnTo>
                  <a:lnTo>
                    <a:pt x="882" y="257"/>
                  </a:lnTo>
                  <a:lnTo>
                    <a:pt x="857" y="244"/>
                  </a:lnTo>
                  <a:lnTo>
                    <a:pt x="818" y="205"/>
                  </a:lnTo>
                  <a:lnTo>
                    <a:pt x="780" y="167"/>
                  </a:lnTo>
                  <a:lnTo>
                    <a:pt x="742" y="154"/>
                  </a:lnTo>
                  <a:lnTo>
                    <a:pt x="691" y="154"/>
                  </a:lnTo>
                  <a:lnTo>
                    <a:pt x="665" y="180"/>
                  </a:lnTo>
                  <a:lnTo>
                    <a:pt x="639" y="231"/>
                  </a:lnTo>
                  <a:lnTo>
                    <a:pt x="614" y="295"/>
                  </a:lnTo>
                  <a:lnTo>
                    <a:pt x="614" y="333"/>
                  </a:lnTo>
                  <a:lnTo>
                    <a:pt x="614" y="372"/>
                  </a:lnTo>
                  <a:lnTo>
                    <a:pt x="627" y="448"/>
                  </a:lnTo>
                  <a:lnTo>
                    <a:pt x="639" y="525"/>
                  </a:lnTo>
                  <a:lnTo>
                    <a:pt x="639" y="563"/>
                  </a:lnTo>
                  <a:lnTo>
                    <a:pt x="627" y="589"/>
                  </a:lnTo>
                  <a:lnTo>
                    <a:pt x="601" y="614"/>
                  </a:lnTo>
                  <a:lnTo>
                    <a:pt x="588" y="627"/>
                  </a:lnTo>
                  <a:lnTo>
                    <a:pt x="550" y="653"/>
                  </a:lnTo>
                  <a:lnTo>
                    <a:pt x="524" y="691"/>
                  </a:lnTo>
                  <a:lnTo>
                    <a:pt x="524" y="729"/>
                  </a:lnTo>
                  <a:lnTo>
                    <a:pt x="524" y="806"/>
                  </a:lnTo>
                  <a:lnTo>
                    <a:pt x="537" y="832"/>
                  </a:lnTo>
                  <a:lnTo>
                    <a:pt x="537" y="845"/>
                  </a:lnTo>
                  <a:lnTo>
                    <a:pt x="537" y="857"/>
                  </a:lnTo>
                  <a:lnTo>
                    <a:pt x="512" y="870"/>
                  </a:lnTo>
                  <a:lnTo>
                    <a:pt x="499" y="870"/>
                  </a:lnTo>
                  <a:lnTo>
                    <a:pt x="486" y="883"/>
                  </a:lnTo>
                  <a:lnTo>
                    <a:pt x="473" y="908"/>
                  </a:lnTo>
                  <a:lnTo>
                    <a:pt x="499" y="934"/>
                  </a:lnTo>
                  <a:lnTo>
                    <a:pt x="550" y="972"/>
                  </a:lnTo>
                  <a:lnTo>
                    <a:pt x="601" y="998"/>
                  </a:lnTo>
                  <a:lnTo>
                    <a:pt x="601" y="1023"/>
                  </a:lnTo>
                  <a:lnTo>
                    <a:pt x="601" y="1049"/>
                  </a:lnTo>
                  <a:lnTo>
                    <a:pt x="588" y="1138"/>
                  </a:lnTo>
                  <a:lnTo>
                    <a:pt x="576" y="1177"/>
                  </a:lnTo>
                  <a:lnTo>
                    <a:pt x="550" y="1190"/>
                  </a:lnTo>
                  <a:lnTo>
                    <a:pt x="524" y="1190"/>
                  </a:lnTo>
                  <a:lnTo>
                    <a:pt x="486" y="1177"/>
                  </a:lnTo>
                  <a:lnTo>
                    <a:pt x="422" y="1138"/>
                  </a:lnTo>
                  <a:lnTo>
                    <a:pt x="397" y="1113"/>
                  </a:lnTo>
                  <a:lnTo>
                    <a:pt x="371" y="1100"/>
                  </a:lnTo>
                  <a:lnTo>
                    <a:pt x="345" y="1113"/>
                  </a:lnTo>
                  <a:lnTo>
                    <a:pt x="320" y="1126"/>
                  </a:lnTo>
                  <a:lnTo>
                    <a:pt x="320" y="1151"/>
                  </a:lnTo>
                  <a:lnTo>
                    <a:pt x="333" y="1177"/>
                  </a:lnTo>
                  <a:lnTo>
                    <a:pt x="358" y="1241"/>
                  </a:lnTo>
                  <a:lnTo>
                    <a:pt x="384" y="1305"/>
                  </a:lnTo>
                  <a:lnTo>
                    <a:pt x="397" y="1330"/>
                  </a:lnTo>
                  <a:lnTo>
                    <a:pt x="397" y="1343"/>
                  </a:lnTo>
                  <a:lnTo>
                    <a:pt x="333" y="1317"/>
                  </a:lnTo>
                  <a:lnTo>
                    <a:pt x="282" y="1279"/>
                  </a:lnTo>
                  <a:lnTo>
                    <a:pt x="179" y="1215"/>
                  </a:lnTo>
                  <a:lnTo>
                    <a:pt x="167" y="1266"/>
                  </a:lnTo>
                  <a:lnTo>
                    <a:pt x="154" y="1305"/>
                  </a:lnTo>
                  <a:lnTo>
                    <a:pt x="141" y="1343"/>
                  </a:lnTo>
                  <a:lnTo>
                    <a:pt x="167" y="1394"/>
                  </a:lnTo>
                  <a:lnTo>
                    <a:pt x="205" y="1458"/>
                  </a:lnTo>
                  <a:lnTo>
                    <a:pt x="230" y="1484"/>
                  </a:lnTo>
                  <a:lnTo>
                    <a:pt x="243" y="1522"/>
                  </a:lnTo>
                  <a:lnTo>
                    <a:pt x="205" y="1547"/>
                  </a:lnTo>
                  <a:lnTo>
                    <a:pt x="192" y="1586"/>
                  </a:lnTo>
                  <a:lnTo>
                    <a:pt x="192" y="1624"/>
                  </a:lnTo>
                  <a:lnTo>
                    <a:pt x="192" y="1662"/>
                  </a:lnTo>
                  <a:lnTo>
                    <a:pt x="218" y="1688"/>
                  </a:lnTo>
                  <a:lnTo>
                    <a:pt x="256" y="1726"/>
                  </a:lnTo>
                  <a:lnTo>
                    <a:pt x="294" y="1739"/>
                  </a:lnTo>
                  <a:lnTo>
                    <a:pt x="345" y="1739"/>
                  </a:lnTo>
                  <a:lnTo>
                    <a:pt x="397" y="1867"/>
                  </a:lnTo>
                  <a:lnTo>
                    <a:pt x="409" y="1931"/>
                  </a:lnTo>
                  <a:lnTo>
                    <a:pt x="409" y="1995"/>
                  </a:lnTo>
                  <a:lnTo>
                    <a:pt x="384" y="2033"/>
                  </a:lnTo>
                  <a:lnTo>
                    <a:pt x="358" y="2084"/>
                  </a:lnTo>
                  <a:lnTo>
                    <a:pt x="307" y="2174"/>
                  </a:lnTo>
                  <a:lnTo>
                    <a:pt x="256" y="2276"/>
                  </a:lnTo>
                  <a:lnTo>
                    <a:pt x="192" y="2353"/>
                  </a:lnTo>
                  <a:lnTo>
                    <a:pt x="154" y="2391"/>
                  </a:lnTo>
                  <a:lnTo>
                    <a:pt x="115" y="2417"/>
                  </a:lnTo>
                  <a:lnTo>
                    <a:pt x="64" y="2429"/>
                  </a:lnTo>
                  <a:lnTo>
                    <a:pt x="0" y="2442"/>
                  </a:lnTo>
                  <a:lnTo>
                    <a:pt x="26" y="2506"/>
                  </a:lnTo>
                  <a:lnTo>
                    <a:pt x="64" y="2544"/>
                  </a:lnTo>
                  <a:lnTo>
                    <a:pt x="77" y="2557"/>
                  </a:lnTo>
                  <a:lnTo>
                    <a:pt x="115" y="2557"/>
                  </a:lnTo>
                  <a:lnTo>
                    <a:pt x="192" y="2532"/>
                  </a:lnTo>
                  <a:lnTo>
                    <a:pt x="218" y="2595"/>
                  </a:lnTo>
                  <a:lnTo>
                    <a:pt x="256" y="2672"/>
                  </a:lnTo>
                  <a:lnTo>
                    <a:pt x="269" y="2710"/>
                  </a:lnTo>
                  <a:lnTo>
                    <a:pt x="294" y="2723"/>
                  </a:lnTo>
                  <a:lnTo>
                    <a:pt x="333" y="2736"/>
                  </a:lnTo>
                  <a:lnTo>
                    <a:pt x="371" y="2723"/>
                  </a:lnTo>
                  <a:lnTo>
                    <a:pt x="397" y="2698"/>
                  </a:lnTo>
                  <a:lnTo>
                    <a:pt x="409" y="2659"/>
                  </a:lnTo>
                  <a:lnTo>
                    <a:pt x="461" y="2583"/>
                  </a:lnTo>
                  <a:lnTo>
                    <a:pt x="601" y="2455"/>
                  </a:lnTo>
                  <a:lnTo>
                    <a:pt x="639" y="2506"/>
                  </a:lnTo>
                  <a:lnTo>
                    <a:pt x="665" y="2557"/>
                  </a:lnTo>
                  <a:lnTo>
                    <a:pt x="665" y="2583"/>
                  </a:lnTo>
                  <a:lnTo>
                    <a:pt x="639" y="2595"/>
                  </a:lnTo>
                  <a:lnTo>
                    <a:pt x="601" y="2634"/>
                  </a:lnTo>
                  <a:lnTo>
                    <a:pt x="563" y="2672"/>
                  </a:lnTo>
                  <a:lnTo>
                    <a:pt x="524" y="2723"/>
                  </a:lnTo>
                  <a:lnTo>
                    <a:pt x="448" y="2825"/>
                  </a:lnTo>
                  <a:lnTo>
                    <a:pt x="409" y="2877"/>
                  </a:lnTo>
                  <a:lnTo>
                    <a:pt x="371" y="2915"/>
                  </a:lnTo>
                  <a:lnTo>
                    <a:pt x="358" y="2966"/>
                  </a:lnTo>
                  <a:lnTo>
                    <a:pt x="371" y="3017"/>
                  </a:lnTo>
                  <a:lnTo>
                    <a:pt x="409" y="3145"/>
                  </a:lnTo>
                  <a:lnTo>
                    <a:pt x="435" y="3222"/>
                  </a:lnTo>
                  <a:lnTo>
                    <a:pt x="461" y="3260"/>
                  </a:lnTo>
                  <a:lnTo>
                    <a:pt x="512" y="3260"/>
                  </a:lnTo>
                  <a:lnTo>
                    <a:pt x="563" y="3234"/>
                  </a:lnTo>
                  <a:lnTo>
                    <a:pt x="614" y="3183"/>
                  </a:lnTo>
                  <a:lnTo>
                    <a:pt x="652" y="3119"/>
                  </a:lnTo>
                  <a:lnTo>
                    <a:pt x="703" y="3068"/>
                  </a:lnTo>
                  <a:lnTo>
                    <a:pt x="754" y="3043"/>
                  </a:lnTo>
                  <a:lnTo>
                    <a:pt x="767" y="3043"/>
                  </a:lnTo>
                  <a:lnTo>
                    <a:pt x="793" y="3056"/>
                  </a:lnTo>
                  <a:lnTo>
                    <a:pt x="818" y="3068"/>
                  </a:lnTo>
                  <a:lnTo>
                    <a:pt x="844" y="3107"/>
                  </a:lnTo>
                  <a:lnTo>
                    <a:pt x="882" y="3196"/>
                  </a:lnTo>
                  <a:lnTo>
                    <a:pt x="908" y="3234"/>
                  </a:lnTo>
                  <a:lnTo>
                    <a:pt x="946" y="3260"/>
                  </a:lnTo>
                  <a:lnTo>
                    <a:pt x="997" y="3298"/>
                  </a:lnTo>
                  <a:lnTo>
                    <a:pt x="1061" y="3337"/>
                  </a:lnTo>
                  <a:lnTo>
                    <a:pt x="1125" y="3375"/>
                  </a:lnTo>
                  <a:lnTo>
                    <a:pt x="1151" y="3401"/>
                  </a:lnTo>
                  <a:lnTo>
                    <a:pt x="1163" y="3426"/>
                  </a:lnTo>
                  <a:lnTo>
                    <a:pt x="1048" y="3465"/>
                  </a:lnTo>
                  <a:lnTo>
                    <a:pt x="997" y="3477"/>
                  </a:lnTo>
                  <a:lnTo>
                    <a:pt x="959" y="3516"/>
                  </a:lnTo>
                  <a:lnTo>
                    <a:pt x="946" y="3541"/>
                  </a:lnTo>
                  <a:lnTo>
                    <a:pt x="946" y="3567"/>
                  </a:lnTo>
                  <a:lnTo>
                    <a:pt x="959" y="3618"/>
                  </a:lnTo>
                  <a:lnTo>
                    <a:pt x="1010" y="3720"/>
                  </a:lnTo>
                  <a:lnTo>
                    <a:pt x="1087" y="3835"/>
                  </a:lnTo>
                  <a:lnTo>
                    <a:pt x="1125" y="3899"/>
                  </a:lnTo>
                  <a:lnTo>
                    <a:pt x="1138" y="3963"/>
                  </a:lnTo>
                  <a:lnTo>
                    <a:pt x="1138" y="4014"/>
                  </a:lnTo>
                  <a:lnTo>
                    <a:pt x="1125" y="4040"/>
                  </a:lnTo>
                  <a:lnTo>
                    <a:pt x="1112" y="4065"/>
                  </a:lnTo>
                  <a:lnTo>
                    <a:pt x="1087" y="4091"/>
                  </a:lnTo>
                  <a:lnTo>
                    <a:pt x="1023" y="4104"/>
                  </a:lnTo>
                  <a:lnTo>
                    <a:pt x="946" y="4142"/>
                  </a:lnTo>
                  <a:lnTo>
                    <a:pt x="933" y="4167"/>
                  </a:lnTo>
                  <a:lnTo>
                    <a:pt x="921" y="4180"/>
                  </a:lnTo>
                  <a:lnTo>
                    <a:pt x="921" y="4231"/>
                  </a:lnTo>
                  <a:lnTo>
                    <a:pt x="921" y="4282"/>
                  </a:lnTo>
                  <a:lnTo>
                    <a:pt x="908" y="4334"/>
                  </a:lnTo>
                  <a:lnTo>
                    <a:pt x="895" y="4359"/>
                  </a:lnTo>
                  <a:lnTo>
                    <a:pt x="869" y="4385"/>
                  </a:lnTo>
                  <a:lnTo>
                    <a:pt x="844" y="4398"/>
                  </a:lnTo>
                  <a:lnTo>
                    <a:pt x="818" y="4410"/>
                  </a:lnTo>
                  <a:lnTo>
                    <a:pt x="806" y="4449"/>
                  </a:lnTo>
                  <a:lnTo>
                    <a:pt x="806" y="4487"/>
                  </a:lnTo>
                  <a:lnTo>
                    <a:pt x="818" y="4564"/>
                  </a:lnTo>
                  <a:lnTo>
                    <a:pt x="857" y="4640"/>
                  </a:lnTo>
                  <a:lnTo>
                    <a:pt x="882" y="4691"/>
                  </a:lnTo>
                  <a:lnTo>
                    <a:pt x="882" y="4730"/>
                  </a:lnTo>
                  <a:lnTo>
                    <a:pt x="869" y="4755"/>
                  </a:lnTo>
                  <a:lnTo>
                    <a:pt x="857" y="4755"/>
                  </a:lnTo>
                  <a:lnTo>
                    <a:pt x="806" y="4730"/>
                  </a:lnTo>
                  <a:lnTo>
                    <a:pt x="754" y="4717"/>
                  </a:lnTo>
                  <a:lnTo>
                    <a:pt x="742" y="4730"/>
                  </a:lnTo>
                  <a:lnTo>
                    <a:pt x="729" y="4755"/>
                  </a:lnTo>
                  <a:lnTo>
                    <a:pt x="729" y="4781"/>
                  </a:lnTo>
                  <a:lnTo>
                    <a:pt x="742" y="4806"/>
                  </a:lnTo>
                  <a:lnTo>
                    <a:pt x="780" y="4858"/>
                  </a:lnTo>
                  <a:lnTo>
                    <a:pt x="831" y="4998"/>
                  </a:lnTo>
                  <a:lnTo>
                    <a:pt x="869" y="5075"/>
                  </a:lnTo>
                  <a:lnTo>
                    <a:pt x="921" y="5139"/>
                  </a:lnTo>
                  <a:lnTo>
                    <a:pt x="972" y="5113"/>
                  </a:lnTo>
                  <a:lnTo>
                    <a:pt x="997" y="5062"/>
                  </a:lnTo>
                  <a:lnTo>
                    <a:pt x="997" y="5024"/>
                  </a:lnTo>
                  <a:lnTo>
                    <a:pt x="997" y="4973"/>
                  </a:lnTo>
                  <a:lnTo>
                    <a:pt x="985" y="4909"/>
                  </a:lnTo>
                  <a:lnTo>
                    <a:pt x="997" y="4896"/>
                  </a:lnTo>
                  <a:lnTo>
                    <a:pt x="1036" y="4909"/>
                  </a:lnTo>
                  <a:lnTo>
                    <a:pt x="1100" y="4947"/>
                  </a:lnTo>
                  <a:lnTo>
                    <a:pt x="1176" y="5011"/>
                  </a:lnTo>
                  <a:lnTo>
                    <a:pt x="1227" y="5037"/>
                  </a:lnTo>
                  <a:lnTo>
                    <a:pt x="1266" y="5049"/>
                  </a:lnTo>
                  <a:lnTo>
                    <a:pt x="1304" y="5049"/>
                  </a:lnTo>
                  <a:lnTo>
                    <a:pt x="1342" y="5037"/>
                  </a:lnTo>
                  <a:lnTo>
                    <a:pt x="1355" y="4998"/>
                  </a:lnTo>
                  <a:lnTo>
                    <a:pt x="1355" y="4960"/>
                  </a:lnTo>
                  <a:lnTo>
                    <a:pt x="1355" y="4883"/>
                  </a:lnTo>
                  <a:lnTo>
                    <a:pt x="1330" y="4794"/>
                  </a:lnTo>
                  <a:lnTo>
                    <a:pt x="1342" y="4768"/>
                  </a:lnTo>
                  <a:lnTo>
                    <a:pt x="1368" y="4730"/>
                  </a:lnTo>
                  <a:lnTo>
                    <a:pt x="1406" y="4717"/>
                  </a:lnTo>
                  <a:lnTo>
                    <a:pt x="1432" y="4704"/>
                  </a:lnTo>
                  <a:lnTo>
                    <a:pt x="1483" y="4717"/>
                  </a:lnTo>
                  <a:lnTo>
                    <a:pt x="1585" y="4768"/>
                  </a:lnTo>
                  <a:lnTo>
                    <a:pt x="1624" y="4794"/>
                  </a:lnTo>
                  <a:lnTo>
                    <a:pt x="1675" y="4819"/>
                  </a:lnTo>
                  <a:lnTo>
                    <a:pt x="1713" y="4832"/>
                  </a:lnTo>
                  <a:lnTo>
                    <a:pt x="1739" y="4819"/>
                  </a:lnTo>
                  <a:lnTo>
                    <a:pt x="1764" y="4806"/>
                  </a:lnTo>
                  <a:lnTo>
                    <a:pt x="1790" y="4755"/>
                  </a:lnTo>
                  <a:lnTo>
                    <a:pt x="1802" y="4704"/>
                  </a:lnTo>
                  <a:lnTo>
                    <a:pt x="1828" y="4666"/>
                  </a:lnTo>
                  <a:lnTo>
                    <a:pt x="1866" y="4628"/>
                  </a:lnTo>
                  <a:lnTo>
                    <a:pt x="1918" y="4602"/>
                  </a:lnTo>
                  <a:lnTo>
                    <a:pt x="1981" y="4589"/>
                  </a:lnTo>
                  <a:lnTo>
                    <a:pt x="2045" y="4576"/>
                  </a:lnTo>
                  <a:lnTo>
                    <a:pt x="2096" y="4589"/>
                  </a:lnTo>
                  <a:lnTo>
                    <a:pt x="2173" y="4602"/>
                  </a:lnTo>
                  <a:lnTo>
                    <a:pt x="2211" y="4628"/>
                  </a:lnTo>
                  <a:lnTo>
                    <a:pt x="2224" y="4640"/>
                  </a:lnTo>
                  <a:lnTo>
                    <a:pt x="2224" y="4666"/>
                  </a:lnTo>
                  <a:lnTo>
                    <a:pt x="2199" y="4717"/>
                  </a:lnTo>
                  <a:lnTo>
                    <a:pt x="2135" y="4806"/>
                  </a:lnTo>
                  <a:lnTo>
                    <a:pt x="2071" y="4896"/>
                  </a:lnTo>
                  <a:lnTo>
                    <a:pt x="2020" y="4960"/>
                  </a:lnTo>
                  <a:lnTo>
                    <a:pt x="1994" y="5037"/>
                  </a:lnTo>
                  <a:lnTo>
                    <a:pt x="1994" y="5100"/>
                  </a:lnTo>
                  <a:lnTo>
                    <a:pt x="2007" y="5164"/>
                  </a:lnTo>
                  <a:lnTo>
                    <a:pt x="2058" y="5267"/>
                  </a:lnTo>
                  <a:lnTo>
                    <a:pt x="2096" y="5382"/>
                  </a:lnTo>
                  <a:lnTo>
                    <a:pt x="2135" y="5446"/>
                  </a:lnTo>
                  <a:lnTo>
                    <a:pt x="2160" y="5484"/>
                  </a:lnTo>
                  <a:lnTo>
                    <a:pt x="2199" y="5497"/>
                  </a:lnTo>
                  <a:lnTo>
                    <a:pt x="2224" y="5497"/>
                  </a:lnTo>
                  <a:lnTo>
                    <a:pt x="2263" y="5484"/>
                  </a:lnTo>
                  <a:lnTo>
                    <a:pt x="2288" y="5484"/>
                  </a:lnTo>
                  <a:lnTo>
                    <a:pt x="2314" y="5509"/>
                  </a:lnTo>
                  <a:lnTo>
                    <a:pt x="2326" y="5535"/>
                  </a:lnTo>
                  <a:lnTo>
                    <a:pt x="2352" y="5612"/>
                  </a:lnTo>
                  <a:lnTo>
                    <a:pt x="2429" y="5573"/>
                  </a:lnTo>
                  <a:lnTo>
                    <a:pt x="2531" y="5535"/>
                  </a:lnTo>
                  <a:lnTo>
                    <a:pt x="2633" y="5535"/>
                  </a:lnTo>
                  <a:lnTo>
                    <a:pt x="2659" y="5548"/>
                  </a:lnTo>
                  <a:lnTo>
                    <a:pt x="2672" y="5586"/>
                  </a:lnTo>
                  <a:lnTo>
                    <a:pt x="2659" y="5612"/>
                  </a:lnTo>
                  <a:lnTo>
                    <a:pt x="2633" y="5637"/>
                  </a:lnTo>
                  <a:lnTo>
                    <a:pt x="2582" y="5676"/>
                  </a:lnTo>
                  <a:lnTo>
                    <a:pt x="2557" y="5701"/>
                  </a:lnTo>
                  <a:lnTo>
                    <a:pt x="2544" y="5727"/>
                  </a:lnTo>
                  <a:lnTo>
                    <a:pt x="2544" y="5765"/>
                  </a:lnTo>
                  <a:lnTo>
                    <a:pt x="2544" y="5803"/>
                  </a:lnTo>
                  <a:lnTo>
                    <a:pt x="2569" y="5829"/>
                  </a:lnTo>
                  <a:lnTo>
                    <a:pt x="2608" y="5829"/>
                  </a:lnTo>
                  <a:lnTo>
                    <a:pt x="2684" y="5842"/>
                  </a:lnTo>
                  <a:lnTo>
                    <a:pt x="2710" y="5842"/>
                  </a:lnTo>
                  <a:lnTo>
                    <a:pt x="2735" y="5854"/>
                  </a:lnTo>
                  <a:lnTo>
                    <a:pt x="2735" y="5880"/>
                  </a:lnTo>
                  <a:lnTo>
                    <a:pt x="2710" y="5931"/>
                  </a:lnTo>
                  <a:lnTo>
                    <a:pt x="2697" y="5957"/>
                  </a:lnTo>
                  <a:lnTo>
                    <a:pt x="2672" y="5982"/>
                  </a:lnTo>
                  <a:lnTo>
                    <a:pt x="2595" y="6008"/>
                  </a:lnTo>
                  <a:lnTo>
                    <a:pt x="2442" y="6059"/>
                  </a:lnTo>
                  <a:lnTo>
                    <a:pt x="2454" y="6097"/>
                  </a:lnTo>
                  <a:lnTo>
                    <a:pt x="2467" y="6123"/>
                  </a:lnTo>
                  <a:lnTo>
                    <a:pt x="2518" y="6148"/>
                  </a:lnTo>
                  <a:lnTo>
                    <a:pt x="2531" y="6174"/>
                  </a:lnTo>
                  <a:lnTo>
                    <a:pt x="2544" y="6187"/>
                  </a:lnTo>
                  <a:lnTo>
                    <a:pt x="2531" y="6212"/>
                  </a:lnTo>
                  <a:lnTo>
                    <a:pt x="2493" y="6251"/>
                  </a:lnTo>
                  <a:lnTo>
                    <a:pt x="2442" y="6276"/>
                  </a:lnTo>
                  <a:lnTo>
                    <a:pt x="2429" y="6289"/>
                  </a:lnTo>
                  <a:lnTo>
                    <a:pt x="2416" y="6315"/>
                  </a:lnTo>
                  <a:lnTo>
                    <a:pt x="2429" y="6353"/>
                  </a:lnTo>
                  <a:lnTo>
                    <a:pt x="2454" y="6404"/>
                  </a:lnTo>
                  <a:lnTo>
                    <a:pt x="2480" y="6455"/>
                  </a:lnTo>
                  <a:lnTo>
                    <a:pt x="2531" y="6519"/>
                  </a:lnTo>
                  <a:lnTo>
                    <a:pt x="2595" y="6570"/>
                  </a:lnTo>
                  <a:lnTo>
                    <a:pt x="2659" y="6621"/>
                  </a:lnTo>
                  <a:lnTo>
                    <a:pt x="2684" y="6647"/>
                  </a:lnTo>
                  <a:lnTo>
                    <a:pt x="2697" y="6685"/>
                  </a:lnTo>
                  <a:lnTo>
                    <a:pt x="2710" y="6711"/>
                  </a:lnTo>
                  <a:lnTo>
                    <a:pt x="2710" y="6749"/>
                  </a:lnTo>
                  <a:lnTo>
                    <a:pt x="2697" y="6775"/>
                  </a:lnTo>
                  <a:lnTo>
                    <a:pt x="2659" y="6787"/>
                  </a:lnTo>
                  <a:lnTo>
                    <a:pt x="2620" y="6800"/>
                  </a:lnTo>
                  <a:lnTo>
                    <a:pt x="2595" y="6800"/>
                  </a:lnTo>
                  <a:lnTo>
                    <a:pt x="2544" y="6762"/>
                  </a:lnTo>
                  <a:lnTo>
                    <a:pt x="2505" y="6736"/>
                  </a:lnTo>
                  <a:lnTo>
                    <a:pt x="2480" y="6724"/>
                  </a:lnTo>
                  <a:lnTo>
                    <a:pt x="2429" y="6724"/>
                  </a:lnTo>
                  <a:lnTo>
                    <a:pt x="2365" y="6749"/>
                  </a:lnTo>
                  <a:lnTo>
                    <a:pt x="2326" y="6762"/>
                  </a:lnTo>
                  <a:lnTo>
                    <a:pt x="2288" y="6762"/>
                  </a:lnTo>
                  <a:lnTo>
                    <a:pt x="2237" y="6749"/>
                  </a:lnTo>
                  <a:lnTo>
                    <a:pt x="2186" y="6724"/>
                  </a:lnTo>
                  <a:lnTo>
                    <a:pt x="2135" y="6711"/>
                  </a:lnTo>
                  <a:lnTo>
                    <a:pt x="2033" y="6711"/>
                  </a:lnTo>
                  <a:lnTo>
                    <a:pt x="1994" y="6736"/>
                  </a:lnTo>
                  <a:lnTo>
                    <a:pt x="1905" y="6775"/>
                  </a:lnTo>
                  <a:lnTo>
                    <a:pt x="1828" y="6813"/>
                  </a:lnTo>
                  <a:lnTo>
                    <a:pt x="1751" y="6839"/>
                  </a:lnTo>
                  <a:lnTo>
                    <a:pt x="1687" y="6839"/>
                  </a:lnTo>
                  <a:lnTo>
                    <a:pt x="1662" y="6826"/>
                  </a:lnTo>
                  <a:lnTo>
                    <a:pt x="1624" y="6800"/>
                  </a:lnTo>
                  <a:lnTo>
                    <a:pt x="1560" y="6736"/>
                  </a:lnTo>
                  <a:lnTo>
                    <a:pt x="1509" y="6672"/>
                  </a:lnTo>
                  <a:lnTo>
                    <a:pt x="1470" y="6660"/>
                  </a:lnTo>
                  <a:lnTo>
                    <a:pt x="1445" y="6647"/>
                  </a:lnTo>
                  <a:lnTo>
                    <a:pt x="1342" y="6647"/>
                  </a:lnTo>
                  <a:lnTo>
                    <a:pt x="1278" y="6672"/>
                  </a:lnTo>
                  <a:lnTo>
                    <a:pt x="1215" y="6698"/>
                  </a:lnTo>
                  <a:lnTo>
                    <a:pt x="1202" y="6711"/>
                  </a:lnTo>
                  <a:lnTo>
                    <a:pt x="1176" y="6724"/>
                  </a:lnTo>
                  <a:lnTo>
                    <a:pt x="1176" y="6749"/>
                  </a:lnTo>
                  <a:lnTo>
                    <a:pt x="1176" y="6775"/>
                  </a:lnTo>
                  <a:lnTo>
                    <a:pt x="1202" y="6813"/>
                  </a:lnTo>
                  <a:lnTo>
                    <a:pt x="1240" y="6851"/>
                  </a:lnTo>
                  <a:lnTo>
                    <a:pt x="1330" y="6902"/>
                  </a:lnTo>
                  <a:lnTo>
                    <a:pt x="1393" y="6928"/>
                  </a:lnTo>
                  <a:lnTo>
                    <a:pt x="1445" y="6966"/>
                  </a:lnTo>
                  <a:lnTo>
                    <a:pt x="1483" y="7005"/>
                  </a:lnTo>
                  <a:lnTo>
                    <a:pt x="1509" y="7069"/>
                  </a:lnTo>
                  <a:lnTo>
                    <a:pt x="1330" y="7171"/>
                  </a:lnTo>
                  <a:lnTo>
                    <a:pt x="1240" y="7235"/>
                  </a:lnTo>
                  <a:lnTo>
                    <a:pt x="1215" y="7260"/>
                  </a:lnTo>
                  <a:lnTo>
                    <a:pt x="1189" y="7299"/>
                  </a:lnTo>
                  <a:lnTo>
                    <a:pt x="1176" y="7324"/>
                  </a:lnTo>
                  <a:lnTo>
                    <a:pt x="1163" y="7363"/>
                  </a:lnTo>
                  <a:lnTo>
                    <a:pt x="1176" y="7401"/>
                  </a:lnTo>
                  <a:lnTo>
                    <a:pt x="1202" y="7426"/>
                  </a:lnTo>
                  <a:lnTo>
                    <a:pt x="1227" y="7439"/>
                  </a:lnTo>
                  <a:lnTo>
                    <a:pt x="1253" y="7439"/>
                  </a:lnTo>
                  <a:lnTo>
                    <a:pt x="1330" y="7426"/>
                  </a:lnTo>
                  <a:lnTo>
                    <a:pt x="1457" y="7363"/>
                  </a:lnTo>
                  <a:lnTo>
                    <a:pt x="1624" y="7299"/>
                  </a:lnTo>
                  <a:lnTo>
                    <a:pt x="1726" y="7273"/>
                  </a:lnTo>
                  <a:lnTo>
                    <a:pt x="1764" y="7273"/>
                  </a:lnTo>
                  <a:lnTo>
                    <a:pt x="1777" y="7286"/>
                  </a:lnTo>
                  <a:lnTo>
                    <a:pt x="1777" y="7311"/>
                  </a:lnTo>
                  <a:lnTo>
                    <a:pt x="1764" y="7337"/>
                  </a:lnTo>
                  <a:lnTo>
                    <a:pt x="1739" y="7401"/>
                  </a:lnTo>
                  <a:lnTo>
                    <a:pt x="1726" y="7465"/>
                  </a:lnTo>
                  <a:lnTo>
                    <a:pt x="1713" y="7542"/>
                  </a:lnTo>
                  <a:lnTo>
                    <a:pt x="1726" y="7618"/>
                  </a:lnTo>
                  <a:lnTo>
                    <a:pt x="1739" y="7682"/>
                  </a:lnTo>
                  <a:lnTo>
                    <a:pt x="1777" y="7746"/>
                  </a:lnTo>
                  <a:lnTo>
                    <a:pt x="1802" y="7784"/>
                  </a:lnTo>
                  <a:lnTo>
                    <a:pt x="1802" y="7797"/>
                  </a:lnTo>
                  <a:lnTo>
                    <a:pt x="1790" y="7823"/>
                  </a:lnTo>
                  <a:lnTo>
                    <a:pt x="1739" y="7887"/>
                  </a:lnTo>
                  <a:lnTo>
                    <a:pt x="1649" y="7989"/>
                  </a:lnTo>
                  <a:lnTo>
                    <a:pt x="1611" y="8027"/>
                  </a:lnTo>
                  <a:lnTo>
                    <a:pt x="1547" y="8066"/>
                  </a:lnTo>
                  <a:lnTo>
                    <a:pt x="1215" y="8244"/>
                  </a:lnTo>
                  <a:lnTo>
                    <a:pt x="857" y="8423"/>
                  </a:lnTo>
                  <a:lnTo>
                    <a:pt x="793" y="8462"/>
                  </a:lnTo>
                  <a:lnTo>
                    <a:pt x="754" y="8513"/>
                  </a:lnTo>
                  <a:lnTo>
                    <a:pt x="742" y="8551"/>
                  </a:lnTo>
                  <a:lnTo>
                    <a:pt x="742" y="8577"/>
                  </a:lnTo>
                  <a:lnTo>
                    <a:pt x="742" y="8615"/>
                  </a:lnTo>
                  <a:lnTo>
                    <a:pt x="754" y="8653"/>
                  </a:lnTo>
                  <a:lnTo>
                    <a:pt x="806" y="8717"/>
                  </a:lnTo>
                  <a:lnTo>
                    <a:pt x="857" y="8768"/>
                  </a:lnTo>
                  <a:lnTo>
                    <a:pt x="895" y="8807"/>
                  </a:lnTo>
                  <a:lnTo>
                    <a:pt x="933" y="8807"/>
                  </a:lnTo>
                  <a:lnTo>
                    <a:pt x="959" y="8794"/>
                  </a:lnTo>
                  <a:lnTo>
                    <a:pt x="1010" y="8756"/>
                  </a:lnTo>
                  <a:lnTo>
                    <a:pt x="1036" y="8781"/>
                  </a:lnTo>
                  <a:lnTo>
                    <a:pt x="1048" y="8820"/>
                  </a:lnTo>
                  <a:lnTo>
                    <a:pt x="1061" y="8845"/>
                  </a:lnTo>
                  <a:lnTo>
                    <a:pt x="1074" y="8883"/>
                  </a:lnTo>
                  <a:lnTo>
                    <a:pt x="1100" y="8896"/>
                  </a:lnTo>
                  <a:lnTo>
                    <a:pt x="1125" y="8909"/>
                  </a:lnTo>
                  <a:lnTo>
                    <a:pt x="1189" y="8909"/>
                  </a:lnTo>
                  <a:lnTo>
                    <a:pt x="1240" y="8896"/>
                  </a:lnTo>
                  <a:lnTo>
                    <a:pt x="1304" y="8845"/>
                  </a:lnTo>
                  <a:lnTo>
                    <a:pt x="1381" y="8781"/>
                  </a:lnTo>
                  <a:lnTo>
                    <a:pt x="1432" y="8756"/>
                  </a:lnTo>
                  <a:lnTo>
                    <a:pt x="1483" y="8730"/>
                  </a:lnTo>
                  <a:lnTo>
                    <a:pt x="1547" y="8717"/>
                  </a:lnTo>
                  <a:lnTo>
                    <a:pt x="1560" y="8717"/>
                  </a:lnTo>
                  <a:lnTo>
                    <a:pt x="1560" y="8730"/>
                  </a:lnTo>
                  <a:lnTo>
                    <a:pt x="1585" y="8756"/>
                  </a:lnTo>
                  <a:lnTo>
                    <a:pt x="1598" y="8768"/>
                  </a:lnTo>
                  <a:lnTo>
                    <a:pt x="1687" y="8768"/>
                  </a:lnTo>
                  <a:lnTo>
                    <a:pt x="1751" y="8743"/>
                  </a:lnTo>
                  <a:lnTo>
                    <a:pt x="1815" y="8717"/>
                  </a:lnTo>
                  <a:lnTo>
                    <a:pt x="1854" y="8730"/>
                  </a:lnTo>
                  <a:lnTo>
                    <a:pt x="1892" y="8743"/>
                  </a:lnTo>
                  <a:lnTo>
                    <a:pt x="1918" y="8781"/>
                  </a:lnTo>
                  <a:lnTo>
                    <a:pt x="1943" y="8820"/>
                  </a:lnTo>
                  <a:lnTo>
                    <a:pt x="1969" y="8871"/>
                  </a:lnTo>
                  <a:lnTo>
                    <a:pt x="1994" y="8909"/>
                  </a:lnTo>
                  <a:lnTo>
                    <a:pt x="2045" y="8960"/>
                  </a:lnTo>
                  <a:lnTo>
                    <a:pt x="2122" y="9011"/>
                  </a:lnTo>
                  <a:lnTo>
                    <a:pt x="2199" y="9062"/>
                  </a:lnTo>
                  <a:lnTo>
                    <a:pt x="2250" y="9062"/>
                  </a:lnTo>
                  <a:lnTo>
                    <a:pt x="2288" y="9075"/>
                  </a:lnTo>
                  <a:lnTo>
                    <a:pt x="2378" y="9062"/>
                  </a:lnTo>
                  <a:lnTo>
                    <a:pt x="2454" y="9050"/>
                  </a:lnTo>
                  <a:lnTo>
                    <a:pt x="2569" y="9050"/>
                  </a:lnTo>
                  <a:lnTo>
                    <a:pt x="2620" y="9037"/>
                  </a:lnTo>
                  <a:lnTo>
                    <a:pt x="2672" y="9011"/>
                  </a:lnTo>
                  <a:lnTo>
                    <a:pt x="2710" y="8986"/>
                  </a:lnTo>
                  <a:lnTo>
                    <a:pt x="2735" y="8960"/>
                  </a:lnTo>
                  <a:lnTo>
                    <a:pt x="2774" y="8909"/>
                  </a:lnTo>
                  <a:lnTo>
                    <a:pt x="2812" y="8871"/>
                  </a:lnTo>
                  <a:lnTo>
                    <a:pt x="2876" y="8845"/>
                  </a:lnTo>
                  <a:lnTo>
                    <a:pt x="2940" y="8794"/>
                  </a:lnTo>
                  <a:lnTo>
                    <a:pt x="2991" y="8743"/>
                  </a:lnTo>
                  <a:lnTo>
                    <a:pt x="3093" y="8641"/>
                  </a:lnTo>
                  <a:lnTo>
                    <a:pt x="3144" y="8590"/>
                  </a:lnTo>
                  <a:lnTo>
                    <a:pt x="3196" y="8577"/>
                  </a:lnTo>
                  <a:lnTo>
                    <a:pt x="3247" y="8577"/>
                  </a:lnTo>
                  <a:lnTo>
                    <a:pt x="3311" y="8602"/>
                  </a:lnTo>
                  <a:lnTo>
                    <a:pt x="3247" y="8705"/>
                  </a:lnTo>
                  <a:lnTo>
                    <a:pt x="3157" y="8807"/>
                  </a:lnTo>
                  <a:lnTo>
                    <a:pt x="2978" y="8986"/>
                  </a:lnTo>
                  <a:lnTo>
                    <a:pt x="2940" y="9024"/>
                  </a:lnTo>
                  <a:lnTo>
                    <a:pt x="2889" y="9062"/>
                  </a:lnTo>
                  <a:lnTo>
                    <a:pt x="2787" y="9114"/>
                  </a:lnTo>
                  <a:lnTo>
                    <a:pt x="2748" y="9152"/>
                  </a:lnTo>
                  <a:lnTo>
                    <a:pt x="2723" y="9190"/>
                  </a:lnTo>
                  <a:lnTo>
                    <a:pt x="2735" y="9229"/>
                  </a:lnTo>
                  <a:lnTo>
                    <a:pt x="2748" y="9280"/>
                  </a:lnTo>
                  <a:lnTo>
                    <a:pt x="2684" y="9318"/>
                  </a:lnTo>
                  <a:lnTo>
                    <a:pt x="2633" y="9344"/>
                  </a:lnTo>
                  <a:lnTo>
                    <a:pt x="2569" y="9356"/>
                  </a:lnTo>
                  <a:lnTo>
                    <a:pt x="2518" y="9369"/>
                  </a:lnTo>
                  <a:lnTo>
                    <a:pt x="2390" y="9369"/>
                  </a:lnTo>
                  <a:lnTo>
                    <a:pt x="2263" y="9356"/>
                  </a:lnTo>
                  <a:lnTo>
                    <a:pt x="2045" y="9356"/>
                  </a:lnTo>
                  <a:lnTo>
                    <a:pt x="1841" y="9395"/>
                  </a:lnTo>
                  <a:lnTo>
                    <a:pt x="1764" y="9420"/>
                  </a:lnTo>
                  <a:lnTo>
                    <a:pt x="1726" y="9459"/>
                  </a:lnTo>
                  <a:lnTo>
                    <a:pt x="1700" y="9497"/>
                  </a:lnTo>
                  <a:lnTo>
                    <a:pt x="1700" y="9561"/>
                  </a:lnTo>
                  <a:lnTo>
                    <a:pt x="1611" y="9612"/>
                  </a:lnTo>
                  <a:lnTo>
                    <a:pt x="1534" y="9650"/>
                  </a:lnTo>
                  <a:lnTo>
                    <a:pt x="1470" y="9714"/>
                  </a:lnTo>
                  <a:lnTo>
                    <a:pt x="1419" y="9791"/>
                  </a:lnTo>
                  <a:lnTo>
                    <a:pt x="1330" y="9931"/>
                  </a:lnTo>
                  <a:lnTo>
                    <a:pt x="1227" y="10072"/>
                  </a:lnTo>
                  <a:lnTo>
                    <a:pt x="1100" y="10238"/>
                  </a:lnTo>
                  <a:lnTo>
                    <a:pt x="1036" y="10328"/>
                  </a:lnTo>
                  <a:lnTo>
                    <a:pt x="959" y="10404"/>
                  </a:lnTo>
                  <a:lnTo>
                    <a:pt x="844" y="10519"/>
                  </a:lnTo>
                  <a:lnTo>
                    <a:pt x="780" y="10571"/>
                  </a:lnTo>
                  <a:lnTo>
                    <a:pt x="729" y="10596"/>
                  </a:lnTo>
                  <a:lnTo>
                    <a:pt x="601" y="10647"/>
                  </a:lnTo>
                  <a:lnTo>
                    <a:pt x="627" y="10762"/>
                  </a:lnTo>
                  <a:lnTo>
                    <a:pt x="716" y="10737"/>
                  </a:lnTo>
                  <a:lnTo>
                    <a:pt x="754" y="10724"/>
                  </a:lnTo>
                  <a:lnTo>
                    <a:pt x="780" y="10724"/>
                  </a:lnTo>
                  <a:lnTo>
                    <a:pt x="806" y="10737"/>
                  </a:lnTo>
                  <a:lnTo>
                    <a:pt x="806" y="10749"/>
                  </a:lnTo>
                  <a:lnTo>
                    <a:pt x="818" y="10788"/>
                  </a:lnTo>
                  <a:lnTo>
                    <a:pt x="831" y="10826"/>
                  </a:lnTo>
                  <a:lnTo>
                    <a:pt x="844" y="10839"/>
                  </a:lnTo>
                  <a:lnTo>
                    <a:pt x="869" y="10852"/>
                  </a:lnTo>
                  <a:lnTo>
                    <a:pt x="921" y="10839"/>
                  </a:lnTo>
                  <a:lnTo>
                    <a:pt x="972" y="10813"/>
                  </a:lnTo>
                  <a:lnTo>
                    <a:pt x="1048" y="10749"/>
                  </a:lnTo>
                  <a:lnTo>
                    <a:pt x="1074" y="10711"/>
                  </a:lnTo>
                  <a:lnTo>
                    <a:pt x="1087" y="10686"/>
                  </a:lnTo>
                  <a:lnTo>
                    <a:pt x="1087" y="10647"/>
                  </a:lnTo>
                  <a:lnTo>
                    <a:pt x="1100" y="10609"/>
                  </a:lnTo>
                  <a:lnTo>
                    <a:pt x="1125" y="10583"/>
                  </a:lnTo>
                  <a:lnTo>
                    <a:pt x="1138" y="10571"/>
                  </a:lnTo>
                  <a:lnTo>
                    <a:pt x="1202" y="10558"/>
                  </a:lnTo>
                  <a:lnTo>
                    <a:pt x="1215" y="10558"/>
                  </a:lnTo>
                  <a:lnTo>
                    <a:pt x="1253" y="10571"/>
                  </a:lnTo>
                  <a:lnTo>
                    <a:pt x="1317" y="10545"/>
                  </a:lnTo>
                  <a:lnTo>
                    <a:pt x="1381" y="10519"/>
                  </a:lnTo>
                  <a:lnTo>
                    <a:pt x="1470" y="10494"/>
                  </a:lnTo>
                  <a:lnTo>
                    <a:pt x="1560" y="10468"/>
                  </a:lnTo>
                  <a:lnTo>
                    <a:pt x="1662" y="10468"/>
                  </a:lnTo>
                  <a:lnTo>
                    <a:pt x="1739" y="10481"/>
                  </a:lnTo>
                  <a:lnTo>
                    <a:pt x="1828" y="10519"/>
                  </a:lnTo>
                  <a:lnTo>
                    <a:pt x="1879" y="10532"/>
                  </a:lnTo>
                  <a:lnTo>
                    <a:pt x="1930" y="10545"/>
                  </a:lnTo>
                  <a:lnTo>
                    <a:pt x="2160" y="10545"/>
                  </a:lnTo>
                  <a:lnTo>
                    <a:pt x="2237" y="10532"/>
                  </a:lnTo>
                  <a:lnTo>
                    <a:pt x="2263" y="10519"/>
                  </a:lnTo>
                  <a:lnTo>
                    <a:pt x="2288" y="10481"/>
                  </a:lnTo>
                  <a:lnTo>
                    <a:pt x="2339" y="10404"/>
                  </a:lnTo>
                  <a:lnTo>
                    <a:pt x="2365" y="10315"/>
                  </a:lnTo>
                  <a:lnTo>
                    <a:pt x="2378" y="10251"/>
                  </a:lnTo>
                  <a:lnTo>
                    <a:pt x="2378" y="10174"/>
                  </a:lnTo>
                  <a:lnTo>
                    <a:pt x="2403" y="10085"/>
                  </a:lnTo>
                  <a:lnTo>
                    <a:pt x="2416" y="10059"/>
                  </a:lnTo>
                  <a:lnTo>
                    <a:pt x="2442" y="10021"/>
                  </a:lnTo>
                  <a:lnTo>
                    <a:pt x="2493" y="9995"/>
                  </a:lnTo>
                  <a:lnTo>
                    <a:pt x="2544" y="9970"/>
                  </a:lnTo>
                  <a:lnTo>
                    <a:pt x="2595" y="9957"/>
                  </a:lnTo>
                  <a:lnTo>
                    <a:pt x="2659" y="9944"/>
                  </a:lnTo>
                  <a:lnTo>
                    <a:pt x="2787" y="9944"/>
                  </a:lnTo>
                  <a:lnTo>
                    <a:pt x="2902" y="9957"/>
                  </a:lnTo>
                  <a:lnTo>
                    <a:pt x="3004" y="9957"/>
                  </a:lnTo>
                  <a:lnTo>
                    <a:pt x="3106" y="9995"/>
                  </a:lnTo>
                  <a:lnTo>
                    <a:pt x="3157" y="10021"/>
                  </a:lnTo>
                  <a:lnTo>
                    <a:pt x="3196" y="10059"/>
                  </a:lnTo>
                  <a:lnTo>
                    <a:pt x="3247" y="10085"/>
                  </a:lnTo>
                  <a:lnTo>
                    <a:pt x="3298" y="10098"/>
                  </a:lnTo>
                  <a:lnTo>
                    <a:pt x="3362" y="10098"/>
                  </a:lnTo>
                  <a:lnTo>
                    <a:pt x="3438" y="10059"/>
                  </a:lnTo>
                  <a:lnTo>
                    <a:pt x="3515" y="10034"/>
                  </a:lnTo>
                  <a:lnTo>
                    <a:pt x="3579" y="10008"/>
                  </a:lnTo>
                  <a:lnTo>
                    <a:pt x="3643" y="10008"/>
                  </a:lnTo>
                  <a:lnTo>
                    <a:pt x="3694" y="10021"/>
                  </a:lnTo>
                  <a:lnTo>
                    <a:pt x="3745" y="10021"/>
                  </a:lnTo>
                  <a:lnTo>
                    <a:pt x="3796" y="10008"/>
                  </a:lnTo>
                  <a:lnTo>
                    <a:pt x="3771" y="9957"/>
                  </a:lnTo>
                  <a:lnTo>
                    <a:pt x="3745" y="9919"/>
                  </a:lnTo>
                  <a:lnTo>
                    <a:pt x="3668" y="9829"/>
                  </a:lnTo>
                  <a:lnTo>
                    <a:pt x="3732" y="9804"/>
                  </a:lnTo>
                  <a:lnTo>
                    <a:pt x="3796" y="9778"/>
                  </a:lnTo>
                  <a:lnTo>
                    <a:pt x="3847" y="9765"/>
                  </a:lnTo>
                  <a:lnTo>
                    <a:pt x="3899" y="9778"/>
                  </a:lnTo>
                  <a:lnTo>
                    <a:pt x="4014" y="9778"/>
                  </a:lnTo>
                  <a:lnTo>
                    <a:pt x="4077" y="9753"/>
                  </a:lnTo>
                  <a:lnTo>
                    <a:pt x="4141" y="9701"/>
                  </a:lnTo>
                  <a:lnTo>
                    <a:pt x="4154" y="9663"/>
                  </a:lnTo>
                  <a:lnTo>
                    <a:pt x="4167" y="9638"/>
                  </a:lnTo>
                  <a:lnTo>
                    <a:pt x="4167" y="9599"/>
                  </a:lnTo>
                  <a:lnTo>
                    <a:pt x="4154" y="9561"/>
                  </a:lnTo>
                  <a:lnTo>
                    <a:pt x="4244" y="9535"/>
                  </a:lnTo>
                  <a:lnTo>
                    <a:pt x="4320" y="9535"/>
                  </a:lnTo>
                  <a:lnTo>
                    <a:pt x="4410" y="9561"/>
                  </a:lnTo>
                  <a:lnTo>
                    <a:pt x="4448" y="9574"/>
                  </a:lnTo>
                  <a:lnTo>
                    <a:pt x="4486" y="9574"/>
                  </a:lnTo>
                  <a:lnTo>
                    <a:pt x="4576" y="9561"/>
                  </a:lnTo>
                  <a:lnTo>
                    <a:pt x="4653" y="9535"/>
                  </a:lnTo>
                  <a:lnTo>
                    <a:pt x="4691" y="9523"/>
                  </a:lnTo>
                  <a:lnTo>
                    <a:pt x="4729" y="9535"/>
                  </a:lnTo>
                  <a:lnTo>
                    <a:pt x="4755" y="9548"/>
                  </a:lnTo>
                  <a:lnTo>
                    <a:pt x="4780" y="9586"/>
                  </a:lnTo>
                  <a:lnTo>
                    <a:pt x="4780" y="9612"/>
                  </a:lnTo>
                  <a:lnTo>
                    <a:pt x="4768" y="9650"/>
                  </a:lnTo>
                  <a:lnTo>
                    <a:pt x="4780" y="9676"/>
                  </a:lnTo>
                  <a:lnTo>
                    <a:pt x="4793" y="9701"/>
                  </a:lnTo>
                  <a:lnTo>
                    <a:pt x="4831" y="9714"/>
                  </a:lnTo>
                  <a:lnTo>
                    <a:pt x="4870" y="9701"/>
                  </a:lnTo>
                  <a:lnTo>
                    <a:pt x="4934" y="9663"/>
                  </a:lnTo>
                  <a:lnTo>
                    <a:pt x="5023" y="9612"/>
                  </a:lnTo>
                  <a:lnTo>
                    <a:pt x="5074" y="9586"/>
                  </a:lnTo>
                  <a:lnTo>
                    <a:pt x="5138" y="9574"/>
                  </a:lnTo>
                  <a:lnTo>
                    <a:pt x="5202" y="9574"/>
                  </a:lnTo>
                  <a:lnTo>
                    <a:pt x="5266" y="9599"/>
                  </a:lnTo>
                  <a:lnTo>
                    <a:pt x="5394" y="9638"/>
                  </a:lnTo>
                  <a:lnTo>
                    <a:pt x="5509" y="9638"/>
                  </a:lnTo>
                  <a:lnTo>
                    <a:pt x="5624" y="9612"/>
                  </a:lnTo>
                  <a:lnTo>
                    <a:pt x="5752" y="9548"/>
                  </a:lnTo>
                  <a:lnTo>
                    <a:pt x="5943" y="9459"/>
                  </a:lnTo>
                  <a:lnTo>
                    <a:pt x="6148" y="9356"/>
                  </a:lnTo>
                  <a:lnTo>
                    <a:pt x="6186" y="9331"/>
                  </a:lnTo>
                  <a:lnTo>
                    <a:pt x="6225" y="9292"/>
                  </a:lnTo>
                  <a:lnTo>
                    <a:pt x="6263" y="9229"/>
                  </a:lnTo>
                  <a:lnTo>
                    <a:pt x="6327" y="9062"/>
                  </a:lnTo>
                  <a:lnTo>
                    <a:pt x="6352" y="9011"/>
                  </a:lnTo>
                  <a:lnTo>
                    <a:pt x="6378" y="8947"/>
                  </a:lnTo>
                  <a:lnTo>
                    <a:pt x="6378" y="8909"/>
                  </a:lnTo>
                  <a:lnTo>
                    <a:pt x="6378" y="8883"/>
                  </a:lnTo>
                  <a:lnTo>
                    <a:pt x="6378" y="8845"/>
                  </a:lnTo>
                  <a:lnTo>
                    <a:pt x="6352" y="8820"/>
                  </a:lnTo>
                  <a:lnTo>
                    <a:pt x="6314" y="8807"/>
                  </a:lnTo>
                  <a:lnTo>
                    <a:pt x="5943" y="8807"/>
                  </a:lnTo>
                  <a:lnTo>
                    <a:pt x="5867" y="8794"/>
                  </a:lnTo>
                  <a:lnTo>
                    <a:pt x="5828" y="8781"/>
                  </a:lnTo>
                  <a:lnTo>
                    <a:pt x="5816" y="8756"/>
                  </a:lnTo>
                  <a:lnTo>
                    <a:pt x="5790" y="8730"/>
                  </a:lnTo>
                  <a:lnTo>
                    <a:pt x="5790" y="8705"/>
                  </a:lnTo>
                  <a:lnTo>
                    <a:pt x="5803" y="8679"/>
                  </a:lnTo>
                  <a:lnTo>
                    <a:pt x="5828" y="8653"/>
                  </a:lnTo>
                  <a:lnTo>
                    <a:pt x="5918" y="8615"/>
                  </a:lnTo>
                  <a:lnTo>
                    <a:pt x="6007" y="8577"/>
                  </a:lnTo>
                  <a:lnTo>
                    <a:pt x="6071" y="8538"/>
                  </a:lnTo>
                  <a:lnTo>
                    <a:pt x="6097" y="8513"/>
                  </a:lnTo>
                  <a:lnTo>
                    <a:pt x="6110" y="8500"/>
                  </a:lnTo>
                  <a:lnTo>
                    <a:pt x="6084" y="8436"/>
                  </a:lnTo>
                  <a:lnTo>
                    <a:pt x="6058" y="8359"/>
                  </a:lnTo>
                  <a:lnTo>
                    <a:pt x="6058" y="8321"/>
                  </a:lnTo>
                  <a:lnTo>
                    <a:pt x="6071" y="8283"/>
                  </a:lnTo>
                  <a:lnTo>
                    <a:pt x="6135" y="8232"/>
                  </a:lnTo>
                  <a:lnTo>
                    <a:pt x="6199" y="8193"/>
                  </a:lnTo>
                  <a:lnTo>
                    <a:pt x="6263" y="8155"/>
                  </a:lnTo>
                  <a:lnTo>
                    <a:pt x="6327" y="8091"/>
                  </a:lnTo>
                  <a:lnTo>
                    <a:pt x="6352" y="8040"/>
                  </a:lnTo>
                  <a:lnTo>
                    <a:pt x="6391" y="7976"/>
                  </a:lnTo>
                  <a:lnTo>
                    <a:pt x="6442" y="7861"/>
                  </a:lnTo>
                  <a:lnTo>
                    <a:pt x="6480" y="7797"/>
                  </a:lnTo>
                  <a:lnTo>
                    <a:pt x="6493" y="7733"/>
                  </a:lnTo>
                  <a:lnTo>
                    <a:pt x="6493" y="7657"/>
                  </a:lnTo>
                  <a:lnTo>
                    <a:pt x="6493" y="7580"/>
                  </a:lnTo>
                  <a:lnTo>
                    <a:pt x="6455" y="7426"/>
                  </a:lnTo>
                  <a:lnTo>
                    <a:pt x="6416" y="7299"/>
                  </a:lnTo>
                  <a:lnTo>
                    <a:pt x="6365" y="7184"/>
                  </a:lnTo>
                  <a:lnTo>
                    <a:pt x="6301" y="7094"/>
                  </a:lnTo>
                  <a:lnTo>
                    <a:pt x="6225" y="7018"/>
                  </a:lnTo>
                  <a:lnTo>
                    <a:pt x="6110" y="6954"/>
                  </a:lnTo>
                  <a:lnTo>
                    <a:pt x="6033" y="6928"/>
                  </a:lnTo>
                  <a:lnTo>
                    <a:pt x="5943" y="6915"/>
                  </a:lnTo>
                  <a:lnTo>
                    <a:pt x="5854" y="6902"/>
                  </a:lnTo>
                  <a:lnTo>
                    <a:pt x="5752" y="6890"/>
                  </a:lnTo>
                  <a:lnTo>
                    <a:pt x="5649" y="6902"/>
                  </a:lnTo>
                  <a:lnTo>
                    <a:pt x="5560" y="6915"/>
                  </a:lnTo>
                  <a:lnTo>
                    <a:pt x="5483" y="6954"/>
                  </a:lnTo>
                  <a:lnTo>
                    <a:pt x="5419" y="6992"/>
                  </a:lnTo>
                  <a:lnTo>
                    <a:pt x="5381" y="7043"/>
                  </a:lnTo>
                  <a:lnTo>
                    <a:pt x="5356" y="7094"/>
                  </a:lnTo>
                  <a:lnTo>
                    <a:pt x="5330" y="7120"/>
                  </a:lnTo>
                  <a:lnTo>
                    <a:pt x="5304" y="7133"/>
                  </a:lnTo>
                  <a:lnTo>
                    <a:pt x="5266" y="7145"/>
                  </a:lnTo>
                  <a:lnTo>
                    <a:pt x="5189" y="7145"/>
                  </a:lnTo>
                  <a:lnTo>
                    <a:pt x="5113" y="7133"/>
                  </a:lnTo>
                  <a:lnTo>
                    <a:pt x="5049" y="7107"/>
                  </a:lnTo>
                  <a:lnTo>
                    <a:pt x="5023" y="7081"/>
                  </a:lnTo>
                  <a:lnTo>
                    <a:pt x="4998" y="7069"/>
                  </a:lnTo>
                  <a:lnTo>
                    <a:pt x="4985" y="7030"/>
                  </a:lnTo>
                  <a:lnTo>
                    <a:pt x="4985" y="7005"/>
                  </a:lnTo>
                  <a:lnTo>
                    <a:pt x="4998" y="6954"/>
                  </a:lnTo>
                  <a:lnTo>
                    <a:pt x="5036" y="6902"/>
                  </a:lnTo>
                  <a:lnTo>
                    <a:pt x="5087" y="6864"/>
                  </a:lnTo>
                  <a:lnTo>
                    <a:pt x="5202" y="6787"/>
                  </a:lnTo>
                  <a:lnTo>
                    <a:pt x="5253" y="6736"/>
                  </a:lnTo>
                  <a:lnTo>
                    <a:pt x="5279" y="6698"/>
                  </a:lnTo>
                  <a:lnTo>
                    <a:pt x="5279" y="6660"/>
                  </a:lnTo>
                  <a:lnTo>
                    <a:pt x="5279" y="6634"/>
                  </a:lnTo>
                  <a:lnTo>
                    <a:pt x="5240" y="6557"/>
                  </a:lnTo>
                  <a:lnTo>
                    <a:pt x="5164" y="6442"/>
                  </a:lnTo>
                  <a:lnTo>
                    <a:pt x="5113" y="6366"/>
                  </a:lnTo>
                  <a:lnTo>
                    <a:pt x="5062" y="6302"/>
                  </a:lnTo>
                  <a:lnTo>
                    <a:pt x="4998" y="6238"/>
                  </a:lnTo>
                  <a:lnTo>
                    <a:pt x="4921" y="6187"/>
                  </a:lnTo>
                  <a:lnTo>
                    <a:pt x="4844" y="6148"/>
                  </a:lnTo>
                  <a:lnTo>
                    <a:pt x="4780" y="6136"/>
                  </a:lnTo>
                  <a:lnTo>
                    <a:pt x="4461" y="6136"/>
                  </a:lnTo>
                  <a:lnTo>
                    <a:pt x="4371" y="6123"/>
                  </a:lnTo>
                  <a:lnTo>
                    <a:pt x="4333" y="6110"/>
                  </a:lnTo>
                  <a:lnTo>
                    <a:pt x="4320" y="6097"/>
                  </a:lnTo>
                  <a:lnTo>
                    <a:pt x="4397" y="6059"/>
                  </a:lnTo>
                  <a:lnTo>
                    <a:pt x="4474" y="6033"/>
                  </a:lnTo>
                  <a:lnTo>
                    <a:pt x="4550" y="6021"/>
                  </a:lnTo>
                  <a:lnTo>
                    <a:pt x="4627" y="6021"/>
                  </a:lnTo>
                  <a:lnTo>
                    <a:pt x="4793" y="6008"/>
                  </a:lnTo>
                  <a:lnTo>
                    <a:pt x="4870" y="5995"/>
                  </a:lnTo>
                  <a:lnTo>
                    <a:pt x="4895" y="5982"/>
                  </a:lnTo>
                  <a:lnTo>
                    <a:pt x="4921" y="5957"/>
                  </a:lnTo>
                  <a:lnTo>
                    <a:pt x="4921" y="5931"/>
                  </a:lnTo>
                  <a:lnTo>
                    <a:pt x="4921" y="5906"/>
                  </a:lnTo>
                  <a:lnTo>
                    <a:pt x="4883" y="5880"/>
                  </a:lnTo>
                  <a:lnTo>
                    <a:pt x="4844" y="5842"/>
                  </a:lnTo>
                  <a:lnTo>
                    <a:pt x="4806" y="5803"/>
                  </a:lnTo>
                  <a:lnTo>
                    <a:pt x="4768" y="5739"/>
                  </a:lnTo>
                  <a:lnTo>
                    <a:pt x="4742" y="5650"/>
                  </a:lnTo>
                  <a:lnTo>
                    <a:pt x="4716" y="5573"/>
                  </a:lnTo>
                  <a:lnTo>
                    <a:pt x="4691" y="5497"/>
                  </a:lnTo>
                  <a:lnTo>
                    <a:pt x="4640" y="5394"/>
                  </a:lnTo>
                  <a:lnTo>
                    <a:pt x="4550" y="5279"/>
                  </a:lnTo>
                  <a:lnTo>
                    <a:pt x="4461" y="5190"/>
                  </a:lnTo>
                  <a:lnTo>
                    <a:pt x="4359" y="5113"/>
                  </a:lnTo>
                  <a:lnTo>
                    <a:pt x="4244" y="5062"/>
                  </a:lnTo>
                  <a:lnTo>
                    <a:pt x="4116" y="5011"/>
                  </a:lnTo>
                  <a:lnTo>
                    <a:pt x="4039" y="4998"/>
                  </a:lnTo>
                  <a:lnTo>
                    <a:pt x="3962" y="4985"/>
                  </a:lnTo>
                  <a:lnTo>
                    <a:pt x="3873" y="4985"/>
                  </a:lnTo>
                  <a:lnTo>
                    <a:pt x="3835" y="4973"/>
                  </a:lnTo>
                  <a:lnTo>
                    <a:pt x="3796" y="4960"/>
                  </a:lnTo>
                  <a:lnTo>
                    <a:pt x="3771" y="4934"/>
                  </a:lnTo>
                  <a:lnTo>
                    <a:pt x="3745" y="4896"/>
                  </a:lnTo>
                  <a:lnTo>
                    <a:pt x="3694" y="4819"/>
                  </a:lnTo>
                  <a:lnTo>
                    <a:pt x="3643" y="4730"/>
                  </a:lnTo>
                  <a:lnTo>
                    <a:pt x="3592" y="4666"/>
                  </a:lnTo>
                  <a:lnTo>
                    <a:pt x="3528" y="4589"/>
                  </a:lnTo>
                  <a:lnTo>
                    <a:pt x="3464" y="4513"/>
                  </a:lnTo>
                  <a:lnTo>
                    <a:pt x="3426" y="4423"/>
                  </a:lnTo>
                  <a:lnTo>
                    <a:pt x="3413" y="4372"/>
                  </a:lnTo>
                  <a:lnTo>
                    <a:pt x="3413" y="4334"/>
                  </a:lnTo>
                  <a:lnTo>
                    <a:pt x="3426" y="4180"/>
                  </a:lnTo>
                  <a:lnTo>
                    <a:pt x="3426" y="4104"/>
                  </a:lnTo>
                  <a:lnTo>
                    <a:pt x="3413" y="4027"/>
                  </a:lnTo>
                  <a:lnTo>
                    <a:pt x="3336" y="3861"/>
                  </a:lnTo>
                  <a:lnTo>
                    <a:pt x="3298" y="3771"/>
                  </a:lnTo>
                  <a:lnTo>
                    <a:pt x="3247" y="3695"/>
                  </a:lnTo>
                  <a:lnTo>
                    <a:pt x="3196" y="3643"/>
                  </a:lnTo>
                  <a:lnTo>
                    <a:pt x="3132" y="3605"/>
                  </a:lnTo>
                  <a:lnTo>
                    <a:pt x="2966" y="3554"/>
                  </a:lnTo>
                  <a:lnTo>
                    <a:pt x="2876" y="3516"/>
                  </a:lnTo>
                  <a:lnTo>
                    <a:pt x="2812" y="3465"/>
                  </a:lnTo>
                  <a:lnTo>
                    <a:pt x="2659" y="3375"/>
                  </a:lnTo>
                  <a:lnTo>
                    <a:pt x="2608" y="3349"/>
                  </a:lnTo>
                  <a:lnTo>
                    <a:pt x="2467" y="3349"/>
                  </a:lnTo>
                  <a:lnTo>
                    <a:pt x="2275" y="3388"/>
                  </a:lnTo>
                  <a:lnTo>
                    <a:pt x="2199" y="3401"/>
                  </a:lnTo>
                  <a:lnTo>
                    <a:pt x="2109" y="3401"/>
                  </a:lnTo>
                  <a:lnTo>
                    <a:pt x="1956" y="3388"/>
                  </a:lnTo>
                  <a:lnTo>
                    <a:pt x="1879" y="3362"/>
                  </a:lnTo>
                  <a:lnTo>
                    <a:pt x="1841" y="3349"/>
                  </a:lnTo>
                  <a:lnTo>
                    <a:pt x="1815" y="3324"/>
                  </a:lnTo>
                  <a:lnTo>
                    <a:pt x="1866" y="3298"/>
                  </a:lnTo>
                  <a:lnTo>
                    <a:pt x="2058" y="3298"/>
                  </a:lnTo>
                  <a:lnTo>
                    <a:pt x="2096" y="3234"/>
                  </a:lnTo>
                  <a:lnTo>
                    <a:pt x="2122" y="3196"/>
                  </a:lnTo>
                  <a:lnTo>
                    <a:pt x="2173" y="3158"/>
                  </a:lnTo>
                  <a:lnTo>
                    <a:pt x="2263" y="3107"/>
                  </a:lnTo>
                  <a:lnTo>
                    <a:pt x="2378" y="3068"/>
                  </a:lnTo>
                  <a:lnTo>
                    <a:pt x="2493" y="3043"/>
                  </a:lnTo>
                  <a:lnTo>
                    <a:pt x="2454" y="2966"/>
                  </a:lnTo>
                  <a:lnTo>
                    <a:pt x="2429" y="2902"/>
                  </a:lnTo>
                  <a:lnTo>
                    <a:pt x="2390" y="2889"/>
                  </a:lnTo>
                  <a:lnTo>
                    <a:pt x="2365" y="2877"/>
                  </a:lnTo>
                  <a:lnTo>
                    <a:pt x="2314" y="2864"/>
                  </a:lnTo>
                  <a:lnTo>
                    <a:pt x="2263" y="2877"/>
                  </a:lnTo>
                  <a:lnTo>
                    <a:pt x="2199" y="2889"/>
                  </a:lnTo>
                  <a:lnTo>
                    <a:pt x="2135" y="2915"/>
                  </a:lnTo>
                  <a:lnTo>
                    <a:pt x="2122" y="2877"/>
                  </a:lnTo>
                  <a:lnTo>
                    <a:pt x="2122" y="2838"/>
                  </a:lnTo>
                  <a:lnTo>
                    <a:pt x="2148" y="2813"/>
                  </a:lnTo>
                  <a:lnTo>
                    <a:pt x="2186" y="2800"/>
                  </a:lnTo>
                  <a:lnTo>
                    <a:pt x="2378" y="2723"/>
                  </a:lnTo>
                  <a:lnTo>
                    <a:pt x="2467" y="2698"/>
                  </a:lnTo>
                  <a:lnTo>
                    <a:pt x="2557" y="2659"/>
                  </a:lnTo>
                  <a:lnTo>
                    <a:pt x="2544" y="2608"/>
                  </a:lnTo>
                  <a:lnTo>
                    <a:pt x="2557" y="2544"/>
                  </a:lnTo>
                  <a:lnTo>
                    <a:pt x="2582" y="2480"/>
                  </a:lnTo>
                  <a:lnTo>
                    <a:pt x="2608" y="2417"/>
                  </a:lnTo>
                  <a:lnTo>
                    <a:pt x="2748" y="2199"/>
                  </a:lnTo>
                  <a:lnTo>
                    <a:pt x="2799" y="2097"/>
                  </a:lnTo>
                  <a:lnTo>
                    <a:pt x="2825" y="1982"/>
                  </a:lnTo>
                  <a:lnTo>
                    <a:pt x="2902" y="1765"/>
                  </a:lnTo>
                  <a:lnTo>
                    <a:pt x="2927" y="1701"/>
                  </a:lnTo>
                  <a:lnTo>
                    <a:pt x="2953" y="1637"/>
                  </a:lnTo>
                  <a:lnTo>
                    <a:pt x="3004" y="1573"/>
                  </a:lnTo>
                  <a:lnTo>
                    <a:pt x="3029" y="1547"/>
                  </a:lnTo>
                  <a:lnTo>
                    <a:pt x="3055" y="1509"/>
                  </a:lnTo>
                  <a:lnTo>
                    <a:pt x="3068" y="1471"/>
                  </a:lnTo>
                  <a:lnTo>
                    <a:pt x="3055" y="1432"/>
                  </a:lnTo>
                  <a:lnTo>
                    <a:pt x="3029" y="1356"/>
                  </a:lnTo>
                  <a:lnTo>
                    <a:pt x="2978" y="1292"/>
                  </a:lnTo>
                  <a:lnTo>
                    <a:pt x="2940" y="1215"/>
                  </a:lnTo>
                  <a:lnTo>
                    <a:pt x="2838" y="1228"/>
                  </a:lnTo>
                  <a:lnTo>
                    <a:pt x="2723" y="1228"/>
                  </a:lnTo>
                  <a:lnTo>
                    <a:pt x="2505" y="1215"/>
                  </a:lnTo>
                  <a:lnTo>
                    <a:pt x="2326" y="1215"/>
                  </a:lnTo>
                  <a:lnTo>
                    <a:pt x="2135" y="1228"/>
                  </a:lnTo>
                  <a:lnTo>
                    <a:pt x="2007" y="1253"/>
                  </a:lnTo>
                  <a:lnTo>
                    <a:pt x="1879" y="1279"/>
                  </a:lnTo>
                  <a:lnTo>
                    <a:pt x="1764" y="1317"/>
                  </a:lnTo>
                  <a:lnTo>
                    <a:pt x="1636" y="1394"/>
                  </a:lnTo>
                  <a:lnTo>
                    <a:pt x="1470" y="1496"/>
                  </a:lnTo>
                  <a:lnTo>
                    <a:pt x="1381" y="1535"/>
                  </a:lnTo>
                  <a:lnTo>
                    <a:pt x="1278" y="1573"/>
                  </a:lnTo>
                  <a:lnTo>
                    <a:pt x="1266" y="1547"/>
                  </a:lnTo>
                  <a:lnTo>
                    <a:pt x="1253" y="1522"/>
                  </a:lnTo>
                  <a:lnTo>
                    <a:pt x="1240" y="1496"/>
                  </a:lnTo>
                  <a:lnTo>
                    <a:pt x="1253" y="1471"/>
                  </a:lnTo>
                  <a:lnTo>
                    <a:pt x="1266" y="1445"/>
                  </a:lnTo>
                  <a:lnTo>
                    <a:pt x="1291" y="1420"/>
                  </a:lnTo>
                  <a:lnTo>
                    <a:pt x="1342" y="1369"/>
                  </a:lnTo>
                  <a:lnTo>
                    <a:pt x="1355" y="1330"/>
                  </a:lnTo>
                  <a:lnTo>
                    <a:pt x="1368" y="1279"/>
                  </a:lnTo>
                  <a:lnTo>
                    <a:pt x="1381" y="1253"/>
                  </a:lnTo>
                  <a:lnTo>
                    <a:pt x="1406" y="1241"/>
                  </a:lnTo>
                  <a:lnTo>
                    <a:pt x="1470" y="1202"/>
                  </a:lnTo>
                  <a:lnTo>
                    <a:pt x="1534" y="1177"/>
                  </a:lnTo>
                  <a:lnTo>
                    <a:pt x="1547" y="1151"/>
                  </a:lnTo>
                  <a:lnTo>
                    <a:pt x="1547" y="1113"/>
                  </a:lnTo>
                  <a:lnTo>
                    <a:pt x="1534" y="1087"/>
                  </a:lnTo>
                  <a:lnTo>
                    <a:pt x="1521" y="1075"/>
                  </a:lnTo>
                  <a:lnTo>
                    <a:pt x="1457" y="1075"/>
                  </a:lnTo>
                  <a:lnTo>
                    <a:pt x="1381" y="1100"/>
                  </a:lnTo>
                  <a:lnTo>
                    <a:pt x="1317" y="1113"/>
                  </a:lnTo>
                  <a:lnTo>
                    <a:pt x="1291" y="1113"/>
                  </a:lnTo>
                  <a:lnTo>
                    <a:pt x="1266" y="1100"/>
                  </a:lnTo>
                  <a:lnTo>
                    <a:pt x="1240" y="1075"/>
                  </a:lnTo>
                  <a:lnTo>
                    <a:pt x="1240" y="1049"/>
                  </a:lnTo>
                  <a:lnTo>
                    <a:pt x="1253" y="1023"/>
                  </a:lnTo>
                  <a:lnTo>
                    <a:pt x="1278" y="1011"/>
                  </a:lnTo>
                  <a:lnTo>
                    <a:pt x="1355" y="972"/>
                  </a:lnTo>
                  <a:lnTo>
                    <a:pt x="1432" y="947"/>
                  </a:lnTo>
                  <a:lnTo>
                    <a:pt x="1496" y="921"/>
                  </a:lnTo>
                  <a:lnTo>
                    <a:pt x="1572" y="883"/>
                  </a:lnTo>
                  <a:lnTo>
                    <a:pt x="1636" y="819"/>
                  </a:lnTo>
                  <a:lnTo>
                    <a:pt x="1764" y="704"/>
                  </a:lnTo>
                  <a:lnTo>
                    <a:pt x="1790" y="666"/>
                  </a:lnTo>
                  <a:lnTo>
                    <a:pt x="1815" y="627"/>
                  </a:lnTo>
                  <a:lnTo>
                    <a:pt x="1866" y="551"/>
                  </a:lnTo>
                  <a:lnTo>
                    <a:pt x="1905" y="499"/>
                  </a:lnTo>
                  <a:lnTo>
                    <a:pt x="1943" y="461"/>
                  </a:lnTo>
                  <a:lnTo>
                    <a:pt x="2045" y="410"/>
                  </a:lnTo>
                  <a:lnTo>
                    <a:pt x="2109" y="372"/>
                  </a:lnTo>
                  <a:lnTo>
                    <a:pt x="2148" y="333"/>
                  </a:lnTo>
                  <a:lnTo>
                    <a:pt x="2160" y="282"/>
                  </a:lnTo>
                  <a:lnTo>
                    <a:pt x="2160" y="218"/>
                  </a:lnTo>
                  <a:lnTo>
                    <a:pt x="2122" y="116"/>
                  </a:lnTo>
                  <a:lnTo>
                    <a:pt x="2096" y="65"/>
                  </a:lnTo>
                  <a:lnTo>
                    <a:pt x="2071" y="27"/>
                  </a:lnTo>
                  <a:lnTo>
                    <a:pt x="20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8"/>
            <p:cNvSpPr/>
            <p:nvPr/>
          </p:nvSpPr>
          <p:spPr>
            <a:xfrm>
              <a:off x="3537450" y="2163975"/>
              <a:ext cx="10250" cy="11850"/>
            </a:xfrm>
            <a:custGeom>
              <a:rect b="b" l="l" r="r" t="t"/>
              <a:pathLst>
                <a:path extrusionOk="0" h="474" w="410">
                  <a:moveTo>
                    <a:pt x="243" y="0"/>
                  </a:moveTo>
                  <a:lnTo>
                    <a:pt x="153" y="103"/>
                  </a:lnTo>
                  <a:lnTo>
                    <a:pt x="64" y="218"/>
                  </a:lnTo>
                  <a:lnTo>
                    <a:pt x="26" y="269"/>
                  </a:lnTo>
                  <a:lnTo>
                    <a:pt x="0" y="320"/>
                  </a:lnTo>
                  <a:lnTo>
                    <a:pt x="0" y="371"/>
                  </a:lnTo>
                  <a:lnTo>
                    <a:pt x="26" y="422"/>
                  </a:lnTo>
                  <a:lnTo>
                    <a:pt x="64" y="460"/>
                  </a:lnTo>
                  <a:lnTo>
                    <a:pt x="90" y="473"/>
                  </a:lnTo>
                  <a:lnTo>
                    <a:pt x="115" y="473"/>
                  </a:lnTo>
                  <a:lnTo>
                    <a:pt x="192" y="448"/>
                  </a:lnTo>
                  <a:lnTo>
                    <a:pt x="281" y="396"/>
                  </a:lnTo>
                  <a:lnTo>
                    <a:pt x="371" y="333"/>
                  </a:lnTo>
                  <a:lnTo>
                    <a:pt x="396" y="307"/>
                  </a:lnTo>
                  <a:lnTo>
                    <a:pt x="409" y="281"/>
                  </a:lnTo>
                  <a:lnTo>
                    <a:pt x="409" y="230"/>
                  </a:lnTo>
                  <a:lnTo>
                    <a:pt x="384" y="166"/>
                  </a:lnTo>
                  <a:lnTo>
                    <a:pt x="332" y="64"/>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8"/>
            <p:cNvSpPr/>
            <p:nvPr/>
          </p:nvSpPr>
          <p:spPr>
            <a:xfrm>
              <a:off x="3514125" y="2114775"/>
              <a:ext cx="8325" cy="20150"/>
            </a:xfrm>
            <a:custGeom>
              <a:rect b="b" l="l" r="r" t="t"/>
              <a:pathLst>
                <a:path extrusionOk="0" h="806" w="333">
                  <a:moveTo>
                    <a:pt x="256" y="0"/>
                  </a:moveTo>
                  <a:lnTo>
                    <a:pt x="192" y="38"/>
                  </a:lnTo>
                  <a:lnTo>
                    <a:pt x="179" y="51"/>
                  </a:lnTo>
                  <a:lnTo>
                    <a:pt x="166" y="77"/>
                  </a:lnTo>
                  <a:lnTo>
                    <a:pt x="166" y="128"/>
                  </a:lnTo>
                  <a:lnTo>
                    <a:pt x="179" y="179"/>
                  </a:lnTo>
                  <a:lnTo>
                    <a:pt x="192" y="243"/>
                  </a:lnTo>
                  <a:lnTo>
                    <a:pt x="192" y="294"/>
                  </a:lnTo>
                  <a:lnTo>
                    <a:pt x="179" y="332"/>
                  </a:lnTo>
                  <a:lnTo>
                    <a:pt x="141" y="383"/>
                  </a:lnTo>
                  <a:lnTo>
                    <a:pt x="90" y="486"/>
                  </a:lnTo>
                  <a:lnTo>
                    <a:pt x="51" y="588"/>
                  </a:lnTo>
                  <a:lnTo>
                    <a:pt x="13" y="677"/>
                  </a:lnTo>
                  <a:lnTo>
                    <a:pt x="0" y="716"/>
                  </a:lnTo>
                  <a:lnTo>
                    <a:pt x="13" y="767"/>
                  </a:lnTo>
                  <a:lnTo>
                    <a:pt x="38" y="792"/>
                  </a:lnTo>
                  <a:lnTo>
                    <a:pt x="64" y="805"/>
                  </a:lnTo>
                  <a:lnTo>
                    <a:pt x="77" y="805"/>
                  </a:lnTo>
                  <a:lnTo>
                    <a:pt x="102" y="792"/>
                  </a:lnTo>
                  <a:lnTo>
                    <a:pt x="141" y="767"/>
                  </a:lnTo>
                  <a:lnTo>
                    <a:pt x="166" y="716"/>
                  </a:lnTo>
                  <a:lnTo>
                    <a:pt x="217" y="511"/>
                  </a:lnTo>
                  <a:lnTo>
                    <a:pt x="269" y="409"/>
                  </a:lnTo>
                  <a:lnTo>
                    <a:pt x="307" y="294"/>
                  </a:lnTo>
                  <a:lnTo>
                    <a:pt x="332" y="243"/>
                  </a:lnTo>
                  <a:lnTo>
                    <a:pt x="332" y="192"/>
                  </a:lnTo>
                  <a:lnTo>
                    <a:pt x="332" y="77"/>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8"/>
            <p:cNvSpPr/>
            <p:nvPr/>
          </p:nvSpPr>
          <p:spPr>
            <a:xfrm>
              <a:off x="3501975" y="2119875"/>
              <a:ext cx="8650" cy="8325"/>
            </a:xfrm>
            <a:custGeom>
              <a:rect b="b" l="l" r="r" t="t"/>
              <a:pathLst>
                <a:path extrusionOk="0" h="333" w="346">
                  <a:moveTo>
                    <a:pt x="90" y="1"/>
                  </a:moveTo>
                  <a:lnTo>
                    <a:pt x="52" y="13"/>
                  </a:lnTo>
                  <a:lnTo>
                    <a:pt x="26" y="52"/>
                  </a:lnTo>
                  <a:lnTo>
                    <a:pt x="13" y="77"/>
                  </a:lnTo>
                  <a:lnTo>
                    <a:pt x="0" y="103"/>
                  </a:lnTo>
                  <a:lnTo>
                    <a:pt x="0" y="128"/>
                  </a:lnTo>
                  <a:lnTo>
                    <a:pt x="13" y="141"/>
                  </a:lnTo>
                  <a:lnTo>
                    <a:pt x="26" y="154"/>
                  </a:lnTo>
                  <a:lnTo>
                    <a:pt x="77" y="154"/>
                  </a:lnTo>
                  <a:lnTo>
                    <a:pt x="115" y="141"/>
                  </a:lnTo>
                  <a:lnTo>
                    <a:pt x="141" y="192"/>
                  </a:lnTo>
                  <a:lnTo>
                    <a:pt x="154" y="243"/>
                  </a:lnTo>
                  <a:lnTo>
                    <a:pt x="154" y="294"/>
                  </a:lnTo>
                  <a:lnTo>
                    <a:pt x="167" y="320"/>
                  </a:lnTo>
                  <a:lnTo>
                    <a:pt x="167" y="333"/>
                  </a:lnTo>
                  <a:lnTo>
                    <a:pt x="282" y="307"/>
                  </a:lnTo>
                  <a:lnTo>
                    <a:pt x="320" y="282"/>
                  </a:lnTo>
                  <a:lnTo>
                    <a:pt x="333" y="256"/>
                  </a:lnTo>
                  <a:lnTo>
                    <a:pt x="346" y="231"/>
                  </a:lnTo>
                  <a:lnTo>
                    <a:pt x="333" y="192"/>
                  </a:lnTo>
                  <a:lnTo>
                    <a:pt x="320" y="141"/>
                  </a:lnTo>
                  <a:lnTo>
                    <a:pt x="294" y="103"/>
                  </a:lnTo>
                  <a:lnTo>
                    <a:pt x="294" y="52"/>
                  </a:lnTo>
                  <a:lnTo>
                    <a:pt x="269" y="26"/>
                  </a:lnTo>
                  <a:lnTo>
                    <a:pt x="231" y="26"/>
                  </a:lnTo>
                  <a:lnTo>
                    <a:pt x="192" y="13"/>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8"/>
            <p:cNvSpPr/>
            <p:nvPr/>
          </p:nvSpPr>
          <p:spPr>
            <a:xfrm>
              <a:off x="3503900" y="2096550"/>
              <a:ext cx="11525" cy="11850"/>
            </a:xfrm>
            <a:custGeom>
              <a:rect b="b" l="l" r="r" t="t"/>
              <a:pathLst>
                <a:path extrusionOk="0" h="474" w="461">
                  <a:moveTo>
                    <a:pt x="77" y="1"/>
                  </a:moveTo>
                  <a:lnTo>
                    <a:pt x="38" y="39"/>
                  </a:lnTo>
                  <a:lnTo>
                    <a:pt x="0" y="103"/>
                  </a:lnTo>
                  <a:lnTo>
                    <a:pt x="38" y="141"/>
                  </a:lnTo>
                  <a:lnTo>
                    <a:pt x="102" y="192"/>
                  </a:lnTo>
                  <a:lnTo>
                    <a:pt x="128" y="205"/>
                  </a:lnTo>
                  <a:lnTo>
                    <a:pt x="141" y="231"/>
                  </a:lnTo>
                  <a:lnTo>
                    <a:pt x="128" y="256"/>
                  </a:lnTo>
                  <a:lnTo>
                    <a:pt x="115" y="295"/>
                  </a:lnTo>
                  <a:lnTo>
                    <a:pt x="90" y="307"/>
                  </a:lnTo>
                  <a:lnTo>
                    <a:pt x="51" y="320"/>
                  </a:lnTo>
                  <a:lnTo>
                    <a:pt x="13" y="333"/>
                  </a:lnTo>
                  <a:lnTo>
                    <a:pt x="0" y="346"/>
                  </a:lnTo>
                  <a:lnTo>
                    <a:pt x="0" y="384"/>
                  </a:lnTo>
                  <a:lnTo>
                    <a:pt x="13" y="410"/>
                  </a:lnTo>
                  <a:lnTo>
                    <a:pt x="51" y="473"/>
                  </a:lnTo>
                  <a:lnTo>
                    <a:pt x="294" y="397"/>
                  </a:lnTo>
                  <a:lnTo>
                    <a:pt x="358" y="371"/>
                  </a:lnTo>
                  <a:lnTo>
                    <a:pt x="396" y="358"/>
                  </a:lnTo>
                  <a:lnTo>
                    <a:pt x="435" y="333"/>
                  </a:lnTo>
                  <a:lnTo>
                    <a:pt x="435" y="269"/>
                  </a:lnTo>
                  <a:lnTo>
                    <a:pt x="460" y="205"/>
                  </a:lnTo>
                  <a:lnTo>
                    <a:pt x="345" y="116"/>
                  </a:lnTo>
                  <a:lnTo>
                    <a:pt x="281" y="64"/>
                  </a:lnTo>
                  <a:lnTo>
                    <a:pt x="205"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78"/>
            <p:cNvSpPr/>
            <p:nvPr/>
          </p:nvSpPr>
          <p:spPr>
            <a:xfrm>
              <a:off x="1001125" y="2186025"/>
              <a:ext cx="41875" cy="59450"/>
            </a:xfrm>
            <a:custGeom>
              <a:rect b="b" l="l" r="r" t="t"/>
              <a:pathLst>
                <a:path extrusionOk="0" h="2378" w="1675">
                  <a:moveTo>
                    <a:pt x="179" y="0"/>
                  </a:moveTo>
                  <a:lnTo>
                    <a:pt x="0" y="77"/>
                  </a:lnTo>
                  <a:lnTo>
                    <a:pt x="128" y="601"/>
                  </a:lnTo>
                  <a:lnTo>
                    <a:pt x="435" y="1265"/>
                  </a:lnTo>
                  <a:lnTo>
                    <a:pt x="1214" y="1981"/>
                  </a:lnTo>
                  <a:lnTo>
                    <a:pt x="1547" y="2377"/>
                  </a:lnTo>
                  <a:lnTo>
                    <a:pt x="1674" y="2377"/>
                  </a:lnTo>
                  <a:lnTo>
                    <a:pt x="1674" y="2237"/>
                  </a:lnTo>
                  <a:lnTo>
                    <a:pt x="1189" y="1393"/>
                  </a:lnTo>
                  <a:lnTo>
                    <a:pt x="1023" y="741"/>
                  </a:lnTo>
                  <a:lnTo>
                    <a:pt x="1214" y="307"/>
                  </a:lnTo>
                  <a:lnTo>
                    <a:pt x="1074" y="153"/>
                  </a:lnTo>
                  <a:lnTo>
                    <a:pt x="741" y="153"/>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8"/>
            <p:cNvSpPr/>
            <p:nvPr/>
          </p:nvSpPr>
          <p:spPr>
            <a:xfrm>
              <a:off x="4003300" y="2082500"/>
              <a:ext cx="22700" cy="36450"/>
            </a:xfrm>
            <a:custGeom>
              <a:rect b="b" l="l" r="r" t="t"/>
              <a:pathLst>
                <a:path extrusionOk="0" h="1458" w="908">
                  <a:moveTo>
                    <a:pt x="831" y="0"/>
                  </a:moveTo>
                  <a:lnTo>
                    <a:pt x="780" y="13"/>
                  </a:lnTo>
                  <a:lnTo>
                    <a:pt x="716" y="39"/>
                  </a:lnTo>
                  <a:lnTo>
                    <a:pt x="665" y="77"/>
                  </a:lnTo>
                  <a:lnTo>
                    <a:pt x="550" y="154"/>
                  </a:lnTo>
                  <a:lnTo>
                    <a:pt x="486" y="166"/>
                  </a:lnTo>
                  <a:lnTo>
                    <a:pt x="345" y="166"/>
                  </a:lnTo>
                  <a:lnTo>
                    <a:pt x="307" y="179"/>
                  </a:lnTo>
                  <a:lnTo>
                    <a:pt x="269" y="192"/>
                  </a:lnTo>
                  <a:lnTo>
                    <a:pt x="230" y="243"/>
                  </a:lnTo>
                  <a:lnTo>
                    <a:pt x="154" y="320"/>
                  </a:lnTo>
                  <a:lnTo>
                    <a:pt x="128" y="371"/>
                  </a:lnTo>
                  <a:lnTo>
                    <a:pt x="103" y="409"/>
                  </a:lnTo>
                  <a:lnTo>
                    <a:pt x="64" y="537"/>
                  </a:lnTo>
                  <a:lnTo>
                    <a:pt x="51" y="678"/>
                  </a:lnTo>
                  <a:lnTo>
                    <a:pt x="39" y="959"/>
                  </a:lnTo>
                  <a:lnTo>
                    <a:pt x="0" y="1163"/>
                  </a:lnTo>
                  <a:lnTo>
                    <a:pt x="0" y="1214"/>
                  </a:lnTo>
                  <a:lnTo>
                    <a:pt x="26" y="1253"/>
                  </a:lnTo>
                  <a:lnTo>
                    <a:pt x="51" y="1291"/>
                  </a:lnTo>
                  <a:lnTo>
                    <a:pt x="64" y="1317"/>
                  </a:lnTo>
                  <a:lnTo>
                    <a:pt x="51" y="1355"/>
                  </a:lnTo>
                  <a:lnTo>
                    <a:pt x="39" y="1381"/>
                  </a:lnTo>
                  <a:lnTo>
                    <a:pt x="26" y="1419"/>
                  </a:lnTo>
                  <a:lnTo>
                    <a:pt x="39" y="1444"/>
                  </a:lnTo>
                  <a:lnTo>
                    <a:pt x="77" y="1457"/>
                  </a:lnTo>
                  <a:lnTo>
                    <a:pt x="141" y="1457"/>
                  </a:lnTo>
                  <a:lnTo>
                    <a:pt x="154" y="1406"/>
                  </a:lnTo>
                  <a:lnTo>
                    <a:pt x="179" y="1342"/>
                  </a:lnTo>
                  <a:lnTo>
                    <a:pt x="205" y="1291"/>
                  </a:lnTo>
                  <a:lnTo>
                    <a:pt x="243" y="1240"/>
                  </a:lnTo>
                  <a:lnTo>
                    <a:pt x="345" y="1138"/>
                  </a:lnTo>
                  <a:lnTo>
                    <a:pt x="448" y="1061"/>
                  </a:lnTo>
                  <a:lnTo>
                    <a:pt x="524" y="1010"/>
                  </a:lnTo>
                  <a:lnTo>
                    <a:pt x="588" y="933"/>
                  </a:lnTo>
                  <a:lnTo>
                    <a:pt x="614" y="895"/>
                  </a:lnTo>
                  <a:lnTo>
                    <a:pt x="627" y="857"/>
                  </a:lnTo>
                  <a:lnTo>
                    <a:pt x="627" y="818"/>
                  </a:lnTo>
                  <a:lnTo>
                    <a:pt x="614" y="767"/>
                  </a:lnTo>
                  <a:lnTo>
                    <a:pt x="601" y="741"/>
                  </a:lnTo>
                  <a:lnTo>
                    <a:pt x="575" y="716"/>
                  </a:lnTo>
                  <a:lnTo>
                    <a:pt x="575" y="678"/>
                  </a:lnTo>
                  <a:lnTo>
                    <a:pt x="588" y="626"/>
                  </a:lnTo>
                  <a:lnTo>
                    <a:pt x="575" y="524"/>
                  </a:lnTo>
                  <a:lnTo>
                    <a:pt x="588" y="435"/>
                  </a:lnTo>
                  <a:lnTo>
                    <a:pt x="601" y="384"/>
                  </a:lnTo>
                  <a:lnTo>
                    <a:pt x="627" y="358"/>
                  </a:lnTo>
                  <a:lnTo>
                    <a:pt x="703" y="307"/>
                  </a:lnTo>
                  <a:lnTo>
                    <a:pt x="767" y="269"/>
                  </a:lnTo>
                  <a:lnTo>
                    <a:pt x="805" y="205"/>
                  </a:lnTo>
                  <a:lnTo>
                    <a:pt x="857" y="154"/>
                  </a:lnTo>
                  <a:lnTo>
                    <a:pt x="908" y="115"/>
                  </a:lnTo>
                  <a:lnTo>
                    <a:pt x="895" y="26"/>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8"/>
            <p:cNvSpPr/>
            <p:nvPr/>
          </p:nvSpPr>
          <p:spPr>
            <a:xfrm>
              <a:off x="4160500" y="1404800"/>
              <a:ext cx="3219475" cy="1108425"/>
            </a:xfrm>
            <a:custGeom>
              <a:rect b="b" l="l" r="r" t="t"/>
              <a:pathLst>
                <a:path extrusionOk="0" h="44337" w="128779">
                  <a:moveTo>
                    <a:pt x="63162" y="5394"/>
                  </a:moveTo>
                  <a:lnTo>
                    <a:pt x="63431" y="5560"/>
                  </a:lnTo>
                  <a:lnTo>
                    <a:pt x="63431" y="5675"/>
                  </a:lnTo>
                  <a:lnTo>
                    <a:pt x="63099" y="5599"/>
                  </a:lnTo>
                  <a:lnTo>
                    <a:pt x="63099" y="5445"/>
                  </a:lnTo>
                  <a:lnTo>
                    <a:pt x="63162" y="5394"/>
                  </a:lnTo>
                  <a:close/>
                  <a:moveTo>
                    <a:pt x="63239" y="6084"/>
                  </a:moveTo>
                  <a:lnTo>
                    <a:pt x="63354" y="6276"/>
                  </a:lnTo>
                  <a:lnTo>
                    <a:pt x="63290" y="6429"/>
                  </a:lnTo>
                  <a:lnTo>
                    <a:pt x="63124" y="6429"/>
                  </a:lnTo>
                  <a:lnTo>
                    <a:pt x="63111" y="6353"/>
                  </a:lnTo>
                  <a:lnTo>
                    <a:pt x="63111" y="6301"/>
                  </a:lnTo>
                  <a:lnTo>
                    <a:pt x="63099" y="6276"/>
                  </a:lnTo>
                  <a:lnTo>
                    <a:pt x="62881" y="6225"/>
                  </a:lnTo>
                  <a:lnTo>
                    <a:pt x="62881" y="6148"/>
                  </a:lnTo>
                  <a:lnTo>
                    <a:pt x="63239" y="6084"/>
                  </a:lnTo>
                  <a:close/>
                  <a:moveTo>
                    <a:pt x="61092" y="4768"/>
                  </a:moveTo>
                  <a:lnTo>
                    <a:pt x="61220" y="5075"/>
                  </a:lnTo>
                  <a:lnTo>
                    <a:pt x="61782" y="5343"/>
                  </a:lnTo>
                  <a:lnTo>
                    <a:pt x="61782" y="5343"/>
                  </a:lnTo>
                  <a:lnTo>
                    <a:pt x="61373" y="5279"/>
                  </a:lnTo>
                  <a:lnTo>
                    <a:pt x="59980" y="5701"/>
                  </a:lnTo>
                  <a:lnTo>
                    <a:pt x="59085" y="5726"/>
                  </a:lnTo>
                  <a:lnTo>
                    <a:pt x="59009" y="6071"/>
                  </a:lnTo>
                  <a:lnTo>
                    <a:pt x="58855" y="6007"/>
                  </a:lnTo>
                  <a:lnTo>
                    <a:pt x="58651" y="5726"/>
                  </a:lnTo>
                  <a:lnTo>
                    <a:pt x="58076" y="5752"/>
                  </a:lnTo>
                  <a:lnTo>
                    <a:pt x="58076" y="5829"/>
                  </a:lnTo>
                  <a:lnTo>
                    <a:pt x="58434" y="5892"/>
                  </a:lnTo>
                  <a:lnTo>
                    <a:pt x="58472" y="6071"/>
                  </a:lnTo>
                  <a:lnTo>
                    <a:pt x="58766" y="6698"/>
                  </a:lnTo>
                  <a:lnTo>
                    <a:pt x="58344" y="6698"/>
                  </a:lnTo>
                  <a:lnTo>
                    <a:pt x="58344" y="6531"/>
                  </a:lnTo>
                  <a:lnTo>
                    <a:pt x="58459" y="6429"/>
                  </a:lnTo>
                  <a:lnTo>
                    <a:pt x="58382" y="6148"/>
                  </a:lnTo>
                  <a:lnTo>
                    <a:pt x="58025" y="6007"/>
                  </a:lnTo>
                  <a:lnTo>
                    <a:pt x="57552" y="5931"/>
                  </a:lnTo>
                  <a:lnTo>
                    <a:pt x="57552" y="6225"/>
                  </a:lnTo>
                  <a:lnTo>
                    <a:pt x="57513" y="6468"/>
                  </a:lnTo>
                  <a:lnTo>
                    <a:pt x="57386" y="6595"/>
                  </a:lnTo>
                  <a:lnTo>
                    <a:pt x="57360" y="6353"/>
                  </a:lnTo>
                  <a:lnTo>
                    <a:pt x="57462" y="6148"/>
                  </a:lnTo>
                  <a:lnTo>
                    <a:pt x="57488" y="5880"/>
                  </a:lnTo>
                  <a:lnTo>
                    <a:pt x="57130" y="6007"/>
                  </a:lnTo>
                  <a:lnTo>
                    <a:pt x="57130" y="5829"/>
                  </a:lnTo>
                  <a:lnTo>
                    <a:pt x="57743" y="5829"/>
                  </a:lnTo>
                  <a:lnTo>
                    <a:pt x="58076" y="5509"/>
                  </a:lnTo>
                  <a:lnTo>
                    <a:pt x="57743" y="5177"/>
                  </a:lnTo>
                  <a:lnTo>
                    <a:pt x="57948" y="5075"/>
                  </a:lnTo>
                  <a:lnTo>
                    <a:pt x="58076" y="5279"/>
                  </a:lnTo>
                  <a:lnTo>
                    <a:pt x="58561" y="5509"/>
                  </a:lnTo>
                  <a:lnTo>
                    <a:pt x="59942" y="5547"/>
                  </a:lnTo>
                  <a:lnTo>
                    <a:pt x="61054" y="5279"/>
                  </a:lnTo>
                  <a:lnTo>
                    <a:pt x="61079" y="5087"/>
                  </a:lnTo>
                  <a:lnTo>
                    <a:pt x="61079" y="5087"/>
                  </a:lnTo>
                  <a:lnTo>
                    <a:pt x="60836" y="5100"/>
                  </a:lnTo>
                  <a:lnTo>
                    <a:pt x="60836" y="4985"/>
                  </a:lnTo>
                  <a:lnTo>
                    <a:pt x="61092" y="4768"/>
                  </a:lnTo>
                  <a:close/>
                  <a:moveTo>
                    <a:pt x="57245" y="8794"/>
                  </a:moveTo>
                  <a:lnTo>
                    <a:pt x="57526" y="8870"/>
                  </a:lnTo>
                  <a:lnTo>
                    <a:pt x="57526" y="9075"/>
                  </a:lnTo>
                  <a:lnTo>
                    <a:pt x="57449" y="9113"/>
                  </a:lnTo>
                  <a:lnTo>
                    <a:pt x="57347" y="9164"/>
                  </a:lnTo>
                  <a:lnTo>
                    <a:pt x="57130" y="9164"/>
                  </a:lnTo>
                  <a:lnTo>
                    <a:pt x="57066" y="9062"/>
                  </a:lnTo>
                  <a:lnTo>
                    <a:pt x="56823" y="9139"/>
                  </a:lnTo>
                  <a:lnTo>
                    <a:pt x="56772" y="9024"/>
                  </a:lnTo>
                  <a:lnTo>
                    <a:pt x="57245" y="8794"/>
                  </a:lnTo>
                  <a:close/>
                  <a:moveTo>
                    <a:pt x="47941" y="12206"/>
                  </a:moveTo>
                  <a:lnTo>
                    <a:pt x="48120" y="12296"/>
                  </a:lnTo>
                  <a:lnTo>
                    <a:pt x="47902" y="12462"/>
                  </a:lnTo>
                  <a:lnTo>
                    <a:pt x="48043" y="12526"/>
                  </a:lnTo>
                  <a:lnTo>
                    <a:pt x="48247" y="13037"/>
                  </a:lnTo>
                  <a:lnTo>
                    <a:pt x="47941" y="13037"/>
                  </a:lnTo>
                  <a:lnTo>
                    <a:pt x="47941" y="12666"/>
                  </a:lnTo>
                  <a:lnTo>
                    <a:pt x="47736" y="12551"/>
                  </a:lnTo>
                  <a:lnTo>
                    <a:pt x="47685" y="12398"/>
                  </a:lnTo>
                  <a:lnTo>
                    <a:pt x="47941" y="12206"/>
                  </a:lnTo>
                  <a:close/>
                  <a:moveTo>
                    <a:pt x="49704" y="12909"/>
                  </a:moveTo>
                  <a:lnTo>
                    <a:pt x="49730" y="12935"/>
                  </a:lnTo>
                  <a:lnTo>
                    <a:pt x="49730" y="12960"/>
                  </a:lnTo>
                  <a:lnTo>
                    <a:pt x="49704" y="12986"/>
                  </a:lnTo>
                  <a:lnTo>
                    <a:pt x="49385" y="13190"/>
                  </a:lnTo>
                  <a:lnTo>
                    <a:pt x="49730" y="13229"/>
                  </a:lnTo>
                  <a:lnTo>
                    <a:pt x="49615" y="13292"/>
                  </a:lnTo>
                  <a:lnTo>
                    <a:pt x="49231" y="13241"/>
                  </a:lnTo>
                  <a:lnTo>
                    <a:pt x="49014" y="13292"/>
                  </a:lnTo>
                  <a:lnTo>
                    <a:pt x="48938" y="13229"/>
                  </a:lnTo>
                  <a:lnTo>
                    <a:pt x="49231" y="13113"/>
                  </a:lnTo>
                  <a:lnTo>
                    <a:pt x="49704" y="12909"/>
                  </a:lnTo>
                  <a:close/>
                  <a:moveTo>
                    <a:pt x="49845" y="13855"/>
                  </a:moveTo>
                  <a:lnTo>
                    <a:pt x="49973" y="14021"/>
                  </a:lnTo>
                  <a:lnTo>
                    <a:pt x="50446" y="14021"/>
                  </a:lnTo>
                  <a:lnTo>
                    <a:pt x="50343" y="14085"/>
                  </a:lnTo>
                  <a:lnTo>
                    <a:pt x="49922" y="14174"/>
                  </a:lnTo>
                  <a:lnTo>
                    <a:pt x="49845" y="13970"/>
                  </a:lnTo>
                  <a:lnTo>
                    <a:pt x="49385" y="13970"/>
                  </a:lnTo>
                  <a:lnTo>
                    <a:pt x="49410" y="13944"/>
                  </a:lnTo>
                  <a:lnTo>
                    <a:pt x="49487" y="13855"/>
                  </a:lnTo>
                  <a:close/>
                  <a:moveTo>
                    <a:pt x="50778" y="14519"/>
                  </a:moveTo>
                  <a:lnTo>
                    <a:pt x="49704" y="14788"/>
                  </a:lnTo>
                  <a:lnTo>
                    <a:pt x="49538" y="14711"/>
                  </a:lnTo>
                  <a:lnTo>
                    <a:pt x="49231" y="14711"/>
                  </a:lnTo>
                  <a:lnTo>
                    <a:pt x="49231" y="14519"/>
                  </a:lnTo>
                  <a:lnTo>
                    <a:pt x="49615" y="14519"/>
                  </a:lnTo>
                  <a:lnTo>
                    <a:pt x="49781" y="14660"/>
                  </a:lnTo>
                  <a:lnTo>
                    <a:pt x="50535" y="14519"/>
                  </a:lnTo>
                  <a:close/>
                  <a:moveTo>
                    <a:pt x="49014" y="14315"/>
                  </a:moveTo>
                  <a:lnTo>
                    <a:pt x="48605" y="14558"/>
                  </a:lnTo>
                  <a:lnTo>
                    <a:pt x="48707" y="14685"/>
                  </a:lnTo>
                  <a:lnTo>
                    <a:pt x="48209" y="14749"/>
                  </a:lnTo>
                  <a:lnTo>
                    <a:pt x="48017" y="15069"/>
                  </a:lnTo>
                  <a:lnTo>
                    <a:pt x="47864" y="15299"/>
                  </a:lnTo>
                  <a:lnTo>
                    <a:pt x="47774" y="15427"/>
                  </a:lnTo>
                  <a:lnTo>
                    <a:pt x="47762" y="15440"/>
                  </a:lnTo>
                  <a:lnTo>
                    <a:pt x="47736" y="15478"/>
                  </a:lnTo>
                  <a:lnTo>
                    <a:pt x="47711" y="15555"/>
                  </a:lnTo>
                  <a:lnTo>
                    <a:pt x="47685" y="15670"/>
                  </a:lnTo>
                  <a:lnTo>
                    <a:pt x="47519" y="15593"/>
                  </a:lnTo>
                  <a:lnTo>
                    <a:pt x="47774" y="15261"/>
                  </a:lnTo>
                  <a:lnTo>
                    <a:pt x="48120" y="14647"/>
                  </a:lnTo>
                  <a:lnTo>
                    <a:pt x="48912" y="14315"/>
                  </a:lnTo>
                  <a:close/>
                  <a:moveTo>
                    <a:pt x="5496" y="20820"/>
                  </a:moveTo>
                  <a:lnTo>
                    <a:pt x="5739" y="20948"/>
                  </a:lnTo>
                  <a:lnTo>
                    <a:pt x="5598" y="21089"/>
                  </a:lnTo>
                  <a:lnTo>
                    <a:pt x="5394" y="21012"/>
                  </a:lnTo>
                  <a:lnTo>
                    <a:pt x="5496" y="20820"/>
                  </a:lnTo>
                  <a:close/>
                  <a:moveTo>
                    <a:pt x="6365" y="20692"/>
                  </a:moveTo>
                  <a:lnTo>
                    <a:pt x="6634" y="21012"/>
                  </a:lnTo>
                  <a:lnTo>
                    <a:pt x="6480" y="21089"/>
                  </a:lnTo>
                  <a:lnTo>
                    <a:pt x="6110" y="20897"/>
                  </a:lnTo>
                  <a:lnTo>
                    <a:pt x="6110" y="20692"/>
                  </a:lnTo>
                  <a:close/>
                  <a:moveTo>
                    <a:pt x="65821" y="20974"/>
                  </a:moveTo>
                  <a:lnTo>
                    <a:pt x="65949" y="21344"/>
                  </a:lnTo>
                  <a:lnTo>
                    <a:pt x="66153" y="21293"/>
                  </a:lnTo>
                  <a:lnTo>
                    <a:pt x="66396" y="21319"/>
                  </a:lnTo>
                  <a:lnTo>
                    <a:pt x="66600" y="21523"/>
                  </a:lnTo>
                  <a:lnTo>
                    <a:pt x="66600" y="21446"/>
                  </a:lnTo>
                  <a:lnTo>
                    <a:pt x="66882" y="21395"/>
                  </a:lnTo>
                  <a:lnTo>
                    <a:pt x="67086" y="21664"/>
                  </a:lnTo>
                  <a:lnTo>
                    <a:pt x="67227" y="21549"/>
                  </a:lnTo>
                  <a:lnTo>
                    <a:pt x="67227" y="21549"/>
                  </a:lnTo>
                  <a:lnTo>
                    <a:pt x="67086" y="21817"/>
                  </a:lnTo>
                  <a:lnTo>
                    <a:pt x="66920" y="21651"/>
                  </a:lnTo>
                  <a:lnTo>
                    <a:pt x="66600" y="21638"/>
                  </a:lnTo>
                  <a:lnTo>
                    <a:pt x="66549" y="22175"/>
                  </a:lnTo>
                  <a:lnTo>
                    <a:pt x="66549" y="22200"/>
                  </a:lnTo>
                  <a:lnTo>
                    <a:pt x="66575" y="22252"/>
                  </a:lnTo>
                  <a:lnTo>
                    <a:pt x="66600" y="22316"/>
                  </a:lnTo>
                  <a:lnTo>
                    <a:pt x="66600" y="22533"/>
                  </a:lnTo>
                  <a:lnTo>
                    <a:pt x="66383" y="22737"/>
                  </a:lnTo>
                  <a:lnTo>
                    <a:pt x="66345" y="22750"/>
                  </a:lnTo>
                  <a:lnTo>
                    <a:pt x="66217" y="22750"/>
                  </a:lnTo>
                  <a:lnTo>
                    <a:pt x="65488" y="22571"/>
                  </a:lnTo>
                  <a:lnTo>
                    <a:pt x="65412" y="22699"/>
                  </a:lnTo>
                  <a:lnTo>
                    <a:pt x="65322" y="22840"/>
                  </a:lnTo>
                  <a:lnTo>
                    <a:pt x="65322" y="22852"/>
                  </a:lnTo>
                  <a:lnTo>
                    <a:pt x="65297" y="22865"/>
                  </a:lnTo>
                  <a:lnTo>
                    <a:pt x="65246" y="22852"/>
                  </a:lnTo>
                  <a:lnTo>
                    <a:pt x="65169" y="22840"/>
                  </a:lnTo>
                  <a:lnTo>
                    <a:pt x="65450" y="22494"/>
                  </a:lnTo>
                  <a:lnTo>
                    <a:pt x="65808" y="22546"/>
                  </a:lnTo>
                  <a:lnTo>
                    <a:pt x="65897" y="22558"/>
                  </a:lnTo>
                  <a:lnTo>
                    <a:pt x="66115" y="22571"/>
                  </a:lnTo>
                  <a:lnTo>
                    <a:pt x="66383" y="22571"/>
                  </a:lnTo>
                  <a:lnTo>
                    <a:pt x="66396" y="22558"/>
                  </a:lnTo>
                  <a:lnTo>
                    <a:pt x="66396" y="22494"/>
                  </a:lnTo>
                  <a:lnTo>
                    <a:pt x="66383" y="22431"/>
                  </a:lnTo>
                  <a:lnTo>
                    <a:pt x="66370" y="22367"/>
                  </a:lnTo>
                  <a:lnTo>
                    <a:pt x="66383" y="22175"/>
                  </a:lnTo>
                  <a:lnTo>
                    <a:pt x="66281" y="22034"/>
                  </a:lnTo>
                  <a:lnTo>
                    <a:pt x="66421" y="22034"/>
                  </a:lnTo>
                  <a:lnTo>
                    <a:pt x="66447" y="21919"/>
                  </a:lnTo>
                  <a:lnTo>
                    <a:pt x="66498" y="21779"/>
                  </a:lnTo>
                  <a:lnTo>
                    <a:pt x="66511" y="21766"/>
                  </a:lnTo>
                  <a:lnTo>
                    <a:pt x="66485" y="21740"/>
                  </a:lnTo>
                  <a:lnTo>
                    <a:pt x="66447" y="21676"/>
                  </a:lnTo>
                  <a:lnTo>
                    <a:pt x="66358" y="21600"/>
                  </a:lnTo>
                  <a:lnTo>
                    <a:pt x="66204" y="21472"/>
                  </a:lnTo>
                  <a:lnTo>
                    <a:pt x="65923" y="21600"/>
                  </a:lnTo>
                  <a:lnTo>
                    <a:pt x="65757" y="21395"/>
                  </a:lnTo>
                  <a:lnTo>
                    <a:pt x="65782" y="21293"/>
                  </a:lnTo>
                  <a:lnTo>
                    <a:pt x="65808" y="21191"/>
                  </a:lnTo>
                  <a:lnTo>
                    <a:pt x="65719" y="20974"/>
                  </a:lnTo>
                  <a:close/>
                  <a:moveTo>
                    <a:pt x="6851" y="21779"/>
                  </a:moveTo>
                  <a:lnTo>
                    <a:pt x="7260" y="22073"/>
                  </a:lnTo>
                  <a:lnTo>
                    <a:pt x="7260" y="22571"/>
                  </a:lnTo>
                  <a:lnTo>
                    <a:pt x="7797" y="23300"/>
                  </a:lnTo>
                  <a:lnTo>
                    <a:pt x="7771" y="23402"/>
                  </a:lnTo>
                  <a:lnTo>
                    <a:pt x="7720" y="23568"/>
                  </a:lnTo>
                  <a:lnTo>
                    <a:pt x="7694" y="23594"/>
                  </a:lnTo>
                  <a:lnTo>
                    <a:pt x="7656" y="23619"/>
                  </a:lnTo>
                  <a:lnTo>
                    <a:pt x="7567" y="23696"/>
                  </a:lnTo>
                  <a:lnTo>
                    <a:pt x="7439" y="23760"/>
                  </a:lnTo>
                  <a:lnTo>
                    <a:pt x="7132" y="23185"/>
                  </a:lnTo>
                  <a:lnTo>
                    <a:pt x="6851" y="23121"/>
                  </a:lnTo>
                  <a:lnTo>
                    <a:pt x="6544" y="22980"/>
                  </a:lnTo>
                  <a:lnTo>
                    <a:pt x="6391" y="22456"/>
                  </a:lnTo>
                  <a:lnTo>
                    <a:pt x="6506" y="22303"/>
                  </a:lnTo>
                  <a:lnTo>
                    <a:pt x="6838" y="22712"/>
                  </a:lnTo>
                  <a:lnTo>
                    <a:pt x="7094" y="22239"/>
                  </a:lnTo>
                  <a:lnTo>
                    <a:pt x="6876" y="21919"/>
                  </a:lnTo>
                  <a:lnTo>
                    <a:pt x="6634" y="21779"/>
                  </a:lnTo>
                  <a:close/>
                  <a:moveTo>
                    <a:pt x="3374" y="22903"/>
                  </a:moveTo>
                  <a:lnTo>
                    <a:pt x="4039" y="23325"/>
                  </a:lnTo>
                  <a:lnTo>
                    <a:pt x="4704" y="23824"/>
                  </a:lnTo>
                  <a:lnTo>
                    <a:pt x="4883" y="24233"/>
                  </a:lnTo>
                  <a:lnTo>
                    <a:pt x="4742" y="24322"/>
                  </a:lnTo>
                  <a:lnTo>
                    <a:pt x="4653" y="24373"/>
                  </a:lnTo>
                  <a:lnTo>
                    <a:pt x="4601" y="24412"/>
                  </a:lnTo>
                  <a:lnTo>
                    <a:pt x="4512" y="24552"/>
                  </a:lnTo>
                  <a:lnTo>
                    <a:pt x="4307" y="24475"/>
                  </a:lnTo>
                  <a:lnTo>
                    <a:pt x="3924" y="24616"/>
                  </a:lnTo>
                  <a:lnTo>
                    <a:pt x="3566" y="24757"/>
                  </a:lnTo>
                  <a:lnTo>
                    <a:pt x="3196" y="23913"/>
                  </a:lnTo>
                  <a:lnTo>
                    <a:pt x="2774" y="23504"/>
                  </a:lnTo>
                  <a:lnTo>
                    <a:pt x="2774" y="23236"/>
                  </a:lnTo>
                  <a:lnTo>
                    <a:pt x="3374" y="22903"/>
                  </a:lnTo>
                  <a:close/>
                  <a:moveTo>
                    <a:pt x="23402" y="25549"/>
                  </a:moveTo>
                  <a:lnTo>
                    <a:pt x="23478" y="25664"/>
                  </a:lnTo>
                  <a:lnTo>
                    <a:pt x="23530" y="25741"/>
                  </a:lnTo>
                  <a:lnTo>
                    <a:pt x="23555" y="25805"/>
                  </a:lnTo>
                  <a:lnTo>
                    <a:pt x="23542" y="25817"/>
                  </a:lnTo>
                  <a:lnTo>
                    <a:pt x="23530" y="25843"/>
                  </a:lnTo>
                  <a:lnTo>
                    <a:pt x="23478" y="25881"/>
                  </a:lnTo>
                  <a:lnTo>
                    <a:pt x="23351" y="25984"/>
                  </a:lnTo>
                  <a:lnTo>
                    <a:pt x="23300" y="26022"/>
                  </a:lnTo>
                  <a:lnTo>
                    <a:pt x="23274" y="26086"/>
                  </a:lnTo>
                  <a:lnTo>
                    <a:pt x="23261" y="26137"/>
                  </a:lnTo>
                  <a:lnTo>
                    <a:pt x="23248" y="26188"/>
                  </a:lnTo>
                  <a:lnTo>
                    <a:pt x="23261" y="26265"/>
                  </a:lnTo>
                  <a:lnTo>
                    <a:pt x="23287" y="26354"/>
                  </a:lnTo>
                  <a:lnTo>
                    <a:pt x="23325" y="26469"/>
                  </a:lnTo>
                  <a:lnTo>
                    <a:pt x="23121" y="26648"/>
                  </a:lnTo>
                  <a:lnTo>
                    <a:pt x="23402" y="27198"/>
                  </a:lnTo>
                  <a:lnTo>
                    <a:pt x="23274" y="27019"/>
                  </a:lnTo>
                  <a:lnTo>
                    <a:pt x="23236" y="26993"/>
                  </a:lnTo>
                  <a:lnTo>
                    <a:pt x="23172" y="26942"/>
                  </a:lnTo>
                  <a:lnTo>
                    <a:pt x="23095" y="26865"/>
                  </a:lnTo>
                  <a:lnTo>
                    <a:pt x="23044" y="26801"/>
                  </a:lnTo>
                  <a:lnTo>
                    <a:pt x="23006" y="26725"/>
                  </a:lnTo>
                  <a:lnTo>
                    <a:pt x="22967" y="26661"/>
                  </a:lnTo>
                  <a:lnTo>
                    <a:pt x="22967" y="26610"/>
                  </a:lnTo>
                  <a:lnTo>
                    <a:pt x="22967" y="26597"/>
                  </a:lnTo>
                  <a:lnTo>
                    <a:pt x="22993" y="26584"/>
                  </a:lnTo>
                  <a:lnTo>
                    <a:pt x="23057" y="26571"/>
                  </a:lnTo>
                  <a:lnTo>
                    <a:pt x="23082" y="26559"/>
                  </a:lnTo>
                  <a:lnTo>
                    <a:pt x="23121" y="26520"/>
                  </a:lnTo>
                  <a:lnTo>
                    <a:pt x="23133" y="26482"/>
                  </a:lnTo>
                  <a:lnTo>
                    <a:pt x="23146" y="26444"/>
                  </a:lnTo>
                  <a:lnTo>
                    <a:pt x="23133" y="26393"/>
                  </a:lnTo>
                  <a:lnTo>
                    <a:pt x="23108" y="26316"/>
                  </a:lnTo>
                  <a:lnTo>
                    <a:pt x="23108" y="26265"/>
                  </a:lnTo>
                  <a:lnTo>
                    <a:pt x="23121" y="26201"/>
                  </a:lnTo>
                  <a:lnTo>
                    <a:pt x="23159" y="26086"/>
                  </a:lnTo>
                  <a:lnTo>
                    <a:pt x="23210" y="25996"/>
                  </a:lnTo>
                  <a:lnTo>
                    <a:pt x="23261" y="25932"/>
                  </a:lnTo>
                  <a:lnTo>
                    <a:pt x="23325" y="25894"/>
                  </a:lnTo>
                  <a:lnTo>
                    <a:pt x="23351" y="25856"/>
                  </a:lnTo>
                  <a:lnTo>
                    <a:pt x="23376" y="25805"/>
                  </a:lnTo>
                  <a:lnTo>
                    <a:pt x="23402" y="25690"/>
                  </a:lnTo>
                  <a:lnTo>
                    <a:pt x="23402" y="25549"/>
                  </a:lnTo>
                  <a:close/>
                  <a:moveTo>
                    <a:pt x="8653" y="24757"/>
                  </a:moveTo>
                  <a:lnTo>
                    <a:pt x="9011" y="24897"/>
                  </a:lnTo>
                  <a:lnTo>
                    <a:pt x="8934" y="25038"/>
                  </a:lnTo>
                  <a:lnTo>
                    <a:pt x="9317" y="25664"/>
                  </a:lnTo>
                  <a:lnTo>
                    <a:pt x="9164" y="25894"/>
                  </a:lnTo>
                  <a:lnTo>
                    <a:pt x="9151" y="26546"/>
                  </a:lnTo>
                  <a:lnTo>
                    <a:pt x="9509" y="26789"/>
                  </a:lnTo>
                  <a:lnTo>
                    <a:pt x="9394" y="27044"/>
                  </a:lnTo>
                  <a:lnTo>
                    <a:pt x="9241" y="27325"/>
                  </a:lnTo>
                  <a:lnTo>
                    <a:pt x="8768" y="27044"/>
                  </a:lnTo>
                  <a:lnTo>
                    <a:pt x="8436" y="26865"/>
                  </a:lnTo>
                  <a:lnTo>
                    <a:pt x="8321" y="26738"/>
                  </a:lnTo>
                  <a:lnTo>
                    <a:pt x="8321" y="26648"/>
                  </a:lnTo>
                  <a:lnTo>
                    <a:pt x="8730" y="26738"/>
                  </a:lnTo>
                  <a:lnTo>
                    <a:pt x="8730" y="26495"/>
                  </a:lnTo>
                  <a:lnTo>
                    <a:pt x="8589" y="26290"/>
                  </a:lnTo>
                  <a:lnTo>
                    <a:pt x="8730" y="26060"/>
                  </a:lnTo>
                  <a:lnTo>
                    <a:pt x="8985" y="26124"/>
                  </a:lnTo>
                  <a:lnTo>
                    <a:pt x="8985" y="26111"/>
                  </a:lnTo>
                  <a:lnTo>
                    <a:pt x="9241" y="25587"/>
                  </a:lnTo>
                  <a:lnTo>
                    <a:pt x="8998" y="25229"/>
                  </a:lnTo>
                  <a:lnTo>
                    <a:pt x="8909" y="25127"/>
                  </a:lnTo>
                  <a:lnTo>
                    <a:pt x="8845" y="25051"/>
                  </a:lnTo>
                  <a:lnTo>
                    <a:pt x="8806" y="25038"/>
                  </a:lnTo>
                  <a:lnTo>
                    <a:pt x="8781" y="25038"/>
                  </a:lnTo>
                  <a:lnTo>
                    <a:pt x="8704" y="25076"/>
                  </a:lnTo>
                  <a:lnTo>
                    <a:pt x="8589" y="25114"/>
                  </a:lnTo>
                  <a:lnTo>
                    <a:pt x="8436" y="25153"/>
                  </a:lnTo>
                  <a:lnTo>
                    <a:pt x="8436" y="24910"/>
                  </a:lnTo>
                  <a:lnTo>
                    <a:pt x="8653" y="24757"/>
                  </a:lnTo>
                  <a:close/>
                  <a:moveTo>
                    <a:pt x="59597" y="27786"/>
                  </a:moveTo>
                  <a:lnTo>
                    <a:pt x="59494" y="28233"/>
                  </a:lnTo>
                  <a:lnTo>
                    <a:pt x="59418" y="28437"/>
                  </a:lnTo>
                  <a:lnTo>
                    <a:pt x="59341" y="28220"/>
                  </a:lnTo>
                  <a:lnTo>
                    <a:pt x="59494" y="27849"/>
                  </a:lnTo>
                  <a:lnTo>
                    <a:pt x="59597" y="27786"/>
                  </a:lnTo>
                  <a:close/>
                  <a:moveTo>
                    <a:pt x="59788" y="27862"/>
                  </a:moveTo>
                  <a:lnTo>
                    <a:pt x="59993" y="28118"/>
                  </a:lnTo>
                  <a:lnTo>
                    <a:pt x="60363" y="28437"/>
                  </a:lnTo>
                  <a:lnTo>
                    <a:pt x="60197" y="28437"/>
                  </a:lnTo>
                  <a:lnTo>
                    <a:pt x="59788" y="28118"/>
                  </a:lnTo>
                  <a:lnTo>
                    <a:pt x="59788" y="27862"/>
                  </a:lnTo>
                  <a:close/>
                  <a:moveTo>
                    <a:pt x="22443" y="27862"/>
                  </a:moveTo>
                  <a:lnTo>
                    <a:pt x="22520" y="28143"/>
                  </a:lnTo>
                  <a:lnTo>
                    <a:pt x="22264" y="28207"/>
                  </a:lnTo>
                  <a:lnTo>
                    <a:pt x="22264" y="28322"/>
                  </a:lnTo>
                  <a:lnTo>
                    <a:pt x="22111" y="28463"/>
                  </a:lnTo>
                  <a:lnTo>
                    <a:pt x="21715" y="28578"/>
                  </a:lnTo>
                  <a:lnTo>
                    <a:pt x="21715" y="28501"/>
                  </a:lnTo>
                  <a:lnTo>
                    <a:pt x="21779" y="28476"/>
                  </a:lnTo>
                  <a:lnTo>
                    <a:pt x="21958" y="28412"/>
                  </a:lnTo>
                  <a:lnTo>
                    <a:pt x="22188" y="28348"/>
                  </a:lnTo>
                  <a:lnTo>
                    <a:pt x="22188" y="28067"/>
                  </a:lnTo>
                  <a:lnTo>
                    <a:pt x="22392" y="28067"/>
                  </a:lnTo>
                  <a:lnTo>
                    <a:pt x="22443" y="27862"/>
                  </a:lnTo>
                  <a:close/>
                  <a:moveTo>
                    <a:pt x="13126" y="27862"/>
                  </a:moveTo>
                  <a:lnTo>
                    <a:pt x="12947" y="28220"/>
                  </a:lnTo>
                  <a:lnTo>
                    <a:pt x="12947" y="28514"/>
                  </a:lnTo>
                  <a:lnTo>
                    <a:pt x="13101" y="28782"/>
                  </a:lnTo>
                  <a:lnTo>
                    <a:pt x="13037" y="28859"/>
                  </a:lnTo>
                  <a:lnTo>
                    <a:pt x="12947" y="28859"/>
                  </a:lnTo>
                  <a:lnTo>
                    <a:pt x="12832" y="28361"/>
                  </a:lnTo>
                  <a:lnTo>
                    <a:pt x="12743" y="28220"/>
                  </a:lnTo>
                  <a:lnTo>
                    <a:pt x="12359" y="28067"/>
                  </a:lnTo>
                  <a:lnTo>
                    <a:pt x="12359" y="28067"/>
                  </a:lnTo>
                  <a:lnTo>
                    <a:pt x="12743" y="28118"/>
                  </a:lnTo>
                  <a:lnTo>
                    <a:pt x="12883" y="27977"/>
                  </a:lnTo>
                  <a:lnTo>
                    <a:pt x="13126" y="27862"/>
                  </a:lnTo>
                  <a:close/>
                  <a:moveTo>
                    <a:pt x="15491" y="29179"/>
                  </a:moveTo>
                  <a:lnTo>
                    <a:pt x="15887" y="29383"/>
                  </a:lnTo>
                  <a:lnTo>
                    <a:pt x="16206" y="29511"/>
                  </a:lnTo>
                  <a:lnTo>
                    <a:pt x="15759" y="29511"/>
                  </a:lnTo>
                  <a:lnTo>
                    <a:pt x="15465" y="29345"/>
                  </a:lnTo>
                  <a:lnTo>
                    <a:pt x="15043" y="29511"/>
                  </a:lnTo>
                  <a:lnTo>
                    <a:pt x="14749" y="29383"/>
                  </a:lnTo>
                  <a:lnTo>
                    <a:pt x="15145" y="29383"/>
                  </a:lnTo>
                  <a:lnTo>
                    <a:pt x="15491" y="29179"/>
                  </a:lnTo>
                  <a:close/>
                  <a:moveTo>
                    <a:pt x="20373" y="29600"/>
                  </a:moveTo>
                  <a:lnTo>
                    <a:pt x="20590" y="29754"/>
                  </a:lnTo>
                  <a:lnTo>
                    <a:pt x="20743" y="29754"/>
                  </a:lnTo>
                  <a:lnTo>
                    <a:pt x="20667" y="29933"/>
                  </a:lnTo>
                  <a:lnTo>
                    <a:pt x="20360" y="29728"/>
                  </a:lnTo>
                  <a:lnTo>
                    <a:pt x="20079" y="29843"/>
                  </a:lnTo>
                  <a:lnTo>
                    <a:pt x="20079" y="29843"/>
                  </a:lnTo>
                  <a:lnTo>
                    <a:pt x="20245" y="29677"/>
                  </a:lnTo>
                  <a:lnTo>
                    <a:pt x="20373" y="29600"/>
                  </a:lnTo>
                  <a:close/>
                  <a:moveTo>
                    <a:pt x="59009" y="29358"/>
                  </a:moveTo>
                  <a:lnTo>
                    <a:pt x="59162" y="29511"/>
                  </a:lnTo>
                  <a:lnTo>
                    <a:pt x="59456" y="29396"/>
                  </a:lnTo>
                  <a:lnTo>
                    <a:pt x="59724" y="29396"/>
                  </a:lnTo>
                  <a:lnTo>
                    <a:pt x="59993" y="29537"/>
                  </a:lnTo>
                  <a:lnTo>
                    <a:pt x="59993" y="29856"/>
                  </a:lnTo>
                  <a:lnTo>
                    <a:pt x="59776" y="29511"/>
                  </a:lnTo>
                  <a:lnTo>
                    <a:pt x="59456" y="29511"/>
                  </a:lnTo>
                  <a:lnTo>
                    <a:pt x="59252" y="29588"/>
                  </a:lnTo>
                  <a:lnTo>
                    <a:pt x="59098" y="29779"/>
                  </a:lnTo>
                  <a:lnTo>
                    <a:pt x="59226" y="29907"/>
                  </a:lnTo>
                  <a:lnTo>
                    <a:pt x="59367" y="30061"/>
                  </a:lnTo>
                  <a:lnTo>
                    <a:pt x="59494" y="30278"/>
                  </a:lnTo>
                  <a:lnTo>
                    <a:pt x="59124" y="30163"/>
                  </a:lnTo>
                  <a:lnTo>
                    <a:pt x="58983" y="29792"/>
                  </a:lnTo>
                  <a:lnTo>
                    <a:pt x="58702" y="29792"/>
                  </a:lnTo>
                  <a:lnTo>
                    <a:pt x="58702" y="29677"/>
                  </a:lnTo>
                  <a:lnTo>
                    <a:pt x="58932" y="29626"/>
                  </a:lnTo>
                  <a:lnTo>
                    <a:pt x="58894" y="29434"/>
                  </a:lnTo>
                  <a:lnTo>
                    <a:pt x="59009" y="29358"/>
                  </a:lnTo>
                  <a:close/>
                  <a:moveTo>
                    <a:pt x="40311" y="30623"/>
                  </a:moveTo>
                  <a:lnTo>
                    <a:pt x="40234" y="30904"/>
                  </a:lnTo>
                  <a:lnTo>
                    <a:pt x="40042" y="30904"/>
                  </a:lnTo>
                  <a:lnTo>
                    <a:pt x="40042" y="31083"/>
                  </a:lnTo>
                  <a:lnTo>
                    <a:pt x="39927" y="31172"/>
                  </a:lnTo>
                  <a:lnTo>
                    <a:pt x="39659" y="31045"/>
                  </a:lnTo>
                  <a:lnTo>
                    <a:pt x="39275" y="31032"/>
                  </a:lnTo>
                  <a:lnTo>
                    <a:pt x="39275" y="30891"/>
                  </a:lnTo>
                  <a:lnTo>
                    <a:pt x="39902" y="30776"/>
                  </a:lnTo>
                  <a:lnTo>
                    <a:pt x="40132" y="30725"/>
                  </a:lnTo>
                  <a:lnTo>
                    <a:pt x="40311" y="30623"/>
                  </a:lnTo>
                  <a:close/>
                  <a:moveTo>
                    <a:pt x="80199" y="31070"/>
                  </a:moveTo>
                  <a:lnTo>
                    <a:pt x="80263" y="31096"/>
                  </a:lnTo>
                  <a:lnTo>
                    <a:pt x="80365" y="31134"/>
                  </a:lnTo>
                  <a:lnTo>
                    <a:pt x="80135" y="31454"/>
                  </a:lnTo>
                  <a:lnTo>
                    <a:pt x="79739" y="31224"/>
                  </a:lnTo>
                  <a:lnTo>
                    <a:pt x="79509" y="31326"/>
                  </a:lnTo>
                  <a:lnTo>
                    <a:pt x="79649" y="31709"/>
                  </a:lnTo>
                  <a:lnTo>
                    <a:pt x="79458" y="31773"/>
                  </a:lnTo>
                  <a:lnTo>
                    <a:pt x="79317" y="31824"/>
                  </a:lnTo>
                  <a:lnTo>
                    <a:pt x="79253" y="31850"/>
                  </a:lnTo>
                  <a:lnTo>
                    <a:pt x="79228" y="31965"/>
                  </a:lnTo>
                  <a:lnTo>
                    <a:pt x="79215" y="32067"/>
                  </a:lnTo>
                  <a:lnTo>
                    <a:pt x="79215" y="32080"/>
                  </a:lnTo>
                  <a:lnTo>
                    <a:pt x="79202" y="32067"/>
                  </a:lnTo>
                  <a:lnTo>
                    <a:pt x="79164" y="32003"/>
                  </a:lnTo>
                  <a:lnTo>
                    <a:pt x="79125" y="31850"/>
                  </a:lnTo>
                  <a:lnTo>
                    <a:pt x="79100" y="31735"/>
                  </a:lnTo>
                  <a:lnTo>
                    <a:pt x="79125" y="31722"/>
                  </a:lnTo>
                  <a:lnTo>
                    <a:pt x="79177" y="31735"/>
                  </a:lnTo>
                  <a:lnTo>
                    <a:pt x="79253" y="31735"/>
                  </a:lnTo>
                  <a:lnTo>
                    <a:pt x="79458" y="31709"/>
                  </a:lnTo>
                  <a:lnTo>
                    <a:pt x="79023" y="31134"/>
                  </a:lnTo>
                  <a:lnTo>
                    <a:pt x="79100" y="31134"/>
                  </a:lnTo>
                  <a:lnTo>
                    <a:pt x="79458" y="31070"/>
                  </a:lnTo>
                  <a:lnTo>
                    <a:pt x="79726" y="31172"/>
                  </a:lnTo>
                  <a:lnTo>
                    <a:pt x="80148" y="31070"/>
                  </a:lnTo>
                  <a:close/>
                  <a:moveTo>
                    <a:pt x="18980" y="30291"/>
                  </a:moveTo>
                  <a:lnTo>
                    <a:pt x="18865" y="30342"/>
                  </a:lnTo>
                  <a:lnTo>
                    <a:pt x="18174" y="30444"/>
                  </a:lnTo>
                  <a:lnTo>
                    <a:pt x="17523" y="30751"/>
                  </a:lnTo>
                  <a:lnTo>
                    <a:pt x="17523" y="31019"/>
                  </a:lnTo>
                  <a:lnTo>
                    <a:pt x="17305" y="31339"/>
                  </a:lnTo>
                  <a:lnTo>
                    <a:pt x="17088" y="31339"/>
                  </a:lnTo>
                  <a:lnTo>
                    <a:pt x="17305" y="31722"/>
                  </a:lnTo>
                  <a:lnTo>
                    <a:pt x="17459" y="31748"/>
                  </a:lnTo>
                  <a:lnTo>
                    <a:pt x="17778" y="31633"/>
                  </a:lnTo>
                  <a:lnTo>
                    <a:pt x="17650" y="31824"/>
                  </a:lnTo>
                  <a:lnTo>
                    <a:pt x="17523" y="32042"/>
                  </a:lnTo>
                  <a:lnTo>
                    <a:pt x="17510" y="32157"/>
                  </a:lnTo>
                  <a:lnTo>
                    <a:pt x="17497" y="32233"/>
                  </a:lnTo>
                  <a:lnTo>
                    <a:pt x="17638" y="32387"/>
                  </a:lnTo>
                  <a:lnTo>
                    <a:pt x="17395" y="32387"/>
                  </a:lnTo>
                  <a:lnTo>
                    <a:pt x="17408" y="31875"/>
                  </a:lnTo>
                  <a:lnTo>
                    <a:pt x="17165" y="31799"/>
                  </a:lnTo>
                  <a:lnTo>
                    <a:pt x="17024" y="31415"/>
                  </a:lnTo>
                  <a:lnTo>
                    <a:pt x="17024" y="31134"/>
                  </a:lnTo>
                  <a:lnTo>
                    <a:pt x="17305" y="31045"/>
                  </a:lnTo>
                  <a:lnTo>
                    <a:pt x="17446" y="30674"/>
                  </a:lnTo>
                  <a:lnTo>
                    <a:pt x="17676" y="30508"/>
                  </a:lnTo>
                  <a:lnTo>
                    <a:pt x="17612" y="30342"/>
                  </a:lnTo>
                  <a:lnTo>
                    <a:pt x="17612" y="30342"/>
                  </a:lnTo>
                  <a:lnTo>
                    <a:pt x="17957" y="30393"/>
                  </a:lnTo>
                  <a:lnTo>
                    <a:pt x="18238" y="30291"/>
                  </a:lnTo>
                  <a:lnTo>
                    <a:pt x="18379" y="30342"/>
                  </a:lnTo>
                  <a:lnTo>
                    <a:pt x="18980" y="30291"/>
                  </a:lnTo>
                  <a:close/>
                  <a:moveTo>
                    <a:pt x="17024" y="32706"/>
                  </a:moveTo>
                  <a:lnTo>
                    <a:pt x="17165" y="32847"/>
                  </a:lnTo>
                  <a:lnTo>
                    <a:pt x="17024" y="33141"/>
                  </a:lnTo>
                  <a:lnTo>
                    <a:pt x="16730" y="33716"/>
                  </a:lnTo>
                  <a:lnTo>
                    <a:pt x="16781" y="33716"/>
                  </a:lnTo>
                  <a:lnTo>
                    <a:pt x="16654" y="33792"/>
                  </a:lnTo>
                  <a:lnTo>
                    <a:pt x="16334" y="33856"/>
                  </a:lnTo>
                  <a:lnTo>
                    <a:pt x="16334" y="33856"/>
                  </a:lnTo>
                  <a:lnTo>
                    <a:pt x="16462" y="33754"/>
                  </a:lnTo>
                  <a:lnTo>
                    <a:pt x="16551" y="33575"/>
                  </a:lnTo>
                  <a:lnTo>
                    <a:pt x="16756" y="33435"/>
                  </a:lnTo>
                  <a:lnTo>
                    <a:pt x="16935" y="33077"/>
                  </a:lnTo>
                  <a:lnTo>
                    <a:pt x="17024" y="32706"/>
                  </a:lnTo>
                  <a:close/>
                  <a:moveTo>
                    <a:pt x="65284" y="29894"/>
                  </a:moveTo>
                  <a:lnTo>
                    <a:pt x="65373" y="30073"/>
                  </a:lnTo>
                  <a:lnTo>
                    <a:pt x="65284" y="30802"/>
                  </a:lnTo>
                  <a:lnTo>
                    <a:pt x="65105" y="31351"/>
                  </a:lnTo>
                  <a:lnTo>
                    <a:pt x="65080" y="31799"/>
                  </a:lnTo>
                  <a:lnTo>
                    <a:pt x="64939" y="31914"/>
                  </a:lnTo>
                  <a:lnTo>
                    <a:pt x="64888" y="32208"/>
                  </a:lnTo>
                  <a:lnTo>
                    <a:pt x="64683" y="32233"/>
                  </a:lnTo>
                  <a:lnTo>
                    <a:pt x="64568" y="32016"/>
                  </a:lnTo>
                  <a:lnTo>
                    <a:pt x="64389" y="32105"/>
                  </a:lnTo>
                  <a:lnTo>
                    <a:pt x="64466" y="32233"/>
                  </a:lnTo>
                  <a:lnTo>
                    <a:pt x="64581" y="32514"/>
                  </a:lnTo>
                  <a:lnTo>
                    <a:pt x="64389" y="32514"/>
                  </a:lnTo>
                  <a:lnTo>
                    <a:pt x="64338" y="32642"/>
                  </a:lnTo>
                  <a:lnTo>
                    <a:pt x="64300" y="32732"/>
                  </a:lnTo>
                  <a:lnTo>
                    <a:pt x="64287" y="32808"/>
                  </a:lnTo>
                  <a:lnTo>
                    <a:pt x="64262" y="32834"/>
                  </a:lnTo>
                  <a:lnTo>
                    <a:pt x="64198" y="32872"/>
                  </a:lnTo>
                  <a:lnTo>
                    <a:pt x="64006" y="33000"/>
                  </a:lnTo>
                  <a:lnTo>
                    <a:pt x="63801" y="33102"/>
                  </a:lnTo>
                  <a:lnTo>
                    <a:pt x="63699" y="33153"/>
                  </a:lnTo>
                  <a:lnTo>
                    <a:pt x="63265" y="33192"/>
                  </a:lnTo>
                  <a:lnTo>
                    <a:pt x="62958" y="33499"/>
                  </a:lnTo>
                  <a:lnTo>
                    <a:pt x="62894" y="33486"/>
                  </a:lnTo>
                  <a:lnTo>
                    <a:pt x="62523" y="33588"/>
                  </a:lnTo>
                  <a:lnTo>
                    <a:pt x="62447" y="33805"/>
                  </a:lnTo>
                  <a:lnTo>
                    <a:pt x="62383" y="33971"/>
                  </a:lnTo>
                  <a:lnTo>
                    <a:pt x="62344" y="34035"/>
                  </a:lnTo>
                  <a:lnTo>
                    <a:pt x="62293" y="34086"/>
                  </a:lnTo>
                  <a:lnTo>
                    <a:pt x="62114" y="34189"/>
                  </a:lnTo>
                  <a:lnTo>
                    <a:pt x="61833" y="34329"/>
                  </a:lnTo>
                  <a:lnTo>
                    <a:pt x="61450" y="34521"/>
                  </a:lnTo>
                  <a:lnTo>
                    <a:pt x="60645" y="34393"/>
                  </a:lnTo>
                  <a:lnTo>
                    <a:pt x="60645" y="34150"/>
                  </a:lnTo>
                  <a:lnTo>
                    <a:pt x="60657" y="34099"/>
                  </a:lnTo>
                  <a:lnTo>
                    <a:pt x="60670" y="34074"/>
                  </a:lnTo>
                  <a:lnTo>
                    <a:pt x="60747" y="34074"/>
                  </a:lnTo>
                  <a:lnTo>
                    <a:pt x="60824" y="34125"/>
                  </a:lnTo>
                  <a:lnTo>
                    <a:pt x="60862" y="34150"/>
                  </a:lnTo>
                  <a:lnTo>
                    <a:pt x="61590" y="34086"/>
                  </a:lnTo>
                  <a:lnTo>
                    <a:pt x="61820" y="33933"/>
                  </a:lnTo>
                  <a:lnTo>
                    <a:pt x="61987" y="33818"/>
                  </a:lnTo>
                  <a:lnTo>
                    <a:pt x="62038" y="33767"/>
                  </a:lnTo>
                  <a:lnTo>
                    <a:pt x="62063" y="33729"/>
                  </a:lnTo>
                  <a:lnTo>
                    <a:pt x="62076" y="33703"/>
                  </a:lnTo>
                  <a:lnTo>
                    <a:pt x="62102" y="33652"/>
                  </a:lnTo>
                  <a:lnTo>
                    <a:pt x="62191" y="33524"/>
                  </a:lnTo>
                  <a:lnTo>
                    <a:pt x="62332" y="33371"/>
                  </a:lnTo>
                  <a:lnTo>
                    <a:pt x="62728" y="33230"/>
                  </a:lnTo>
                  <a:lnTo>
                    <a:pt x="63073" y="32834"/>
                  </a:lnTo>
                  <a:lnTo>
                    <a:pt x="63303" y="32949"/>
                  </a:lnTo>
                  <a:lnTo>
                    <a:pt x="63610" y="32783"/>
                  </a:lnTo>
                  <a:lnTo>
                    <a:pt x="63699" y="32476"/>
                  </a:lnTo>
                  <a:lnTo>
                    <a:pt x="63674" y="32476"/>
                  </a:lnTo>
                  <a:lnTo>
                    <a:pt x="63060" y="32783"/>
                  </a:lnTo>
                  <a:lnTo>
                    <a:pt x="63060" y="32783"/>
                  </a:lnTo>
                  <a:lnTo>
                    <a:pt x="63303" y="32476"/>
                  </a:lnTo>
                  <a:lnTo>
                    <a:pt x="63891" y="32105"/>
                  </a:lnTo>
                  <a:lnTo>
                    <a:pt x="64811" y="30431"/>
                  </a:lnTo>
                  <a:lnTo>
                    <a:pt x="64913" y="30137"/>
                  </a:lnTo>
                  <a:lnTo>
                    <a:pt x="65284" y="29894"/>
                  </a:lnTo>
                  <a:close/>
                  <a:moveTo>
                    <a:pt x="14954" y="34623"/>
                  </a:moveTo>
                  <a:lnTo>
                    <a:pt x="15094" y="34943"/>
                  </a:lnTo>
                  <a:lnTo>
                    <a:pt x="15094" y="35173"/>
                  </a:lnTo>
                  <a:lnTo>
                    <a:pt x="14890" y="35249"/>
                  </a:lnTo>
                  <a:lnTo>
                    <a:pt x="14864" y="35262"/>
                  </a:lnTo>
                  <a:lnTo>
                    <a:pt x="14852" y="35288"/>
                  </a:lnTo>
                  <a:lnTo>
                    <a:pt x="14839" y="35301"/>
                  </a:lnTo>
                  <a:lnTo>
                    <a:pt x="14852" y="35313"/>
                  </a:lnTo>
                  <a:lnTo>
                    <a:pt x="14877" y="35339"/>
                  </a:lnTo>
                  <a:lnTo>
                    <a:pt x="14890" y="35352"/>
                  </a:lnTo>
                  <a:lnTo>
                    <a:pt x="15030" y="35569"/>
                  </a:lnTo>
                  <a:lnTo>
                    <a:pt x="14954" y="35722"/>
                  </a:lnTo>
                  <a:lnTo>
                    <a:pt x="14749" y="35326"/>
                  </a:lnTo>
                  <a:lnTo>
                    <a:pt x="14749" y="35122"/>
                  </a:lnTo>
                  <a:lnTo>
                    <a:pt x="14992" y="35122"/>
                  </a:lnTo>
                  <a:lnTo>
                    <a:pt x="15030" y="35032"/>
                  </a:lnTo>
                  <a:lnTo>
                    <a:pt x="14954" y="34866"/>
                  </a:lnTo>
                  <a:lnTo>
                    <a:pt x="14954" y="34623"/>
                  </a:lnTo>
                  <a:close/>
                  <a:moveTo>
                    <a:pt x="13101" y="37537"/>
                  </a:moveTo>
                  <a:lnTo>
                    <a:pt x="13011" y="37703"/>
                  </a:lnTo>
                  <a:lnTo>
                    <a:pt x="12832" y="37767"/>
                  </a:lnTo>
                  <a:lnTo>
                    <a:pt x="12832" y="38202"/>
                  </a:lnTo>
                  <a:lnTo>
                    <a:pt x="12462" y="38304"/>
                  </a:lnTo>
                  <a:lnTo>
                    <a:pt x="12359" y="38419"/>
                  </a:lnTo>
                  <a:lnTo>
                    <a:pt x="12091" y="38419"/>
                  </a:lnTo>
                  <a:lnTo>
                    <a:pt x="12091" y="38163"/>
                  </a:lnTo>
                  <a:lnTo>
                    <a:pt x="12244" y="38061"/>
                  </a:lnTo>
                  <a:lnTo>
                    <a:pt x="12321" y="38189"/>
                  </a:lnTo>
                  <a:lnTo>
                    <a:pt x="12602" y="38163"/>
                  </a:lnTo>
                  <a:lnTo>
                    <a:pt x="12602" y="37857"/>
                  </a:lnTo>
                  <a:lnTo>
                    <a:pt x="12692" y="37806"/>
                  </a:lnTo>
                  <a:lnTo>
                    <a:pt x="12832" y="37537"/>
                  </a:lnTo>
                  <a:close/>
                  <a:moveTo>
                    <a:pt x="60862" y="1"/>
                  </a:moveTo>
                  <a:lnTo>
                    <a:pt x="60683" y="103"/>
                  </a:lnTo>
                  <a:lnTo>
                    <a:pt x="60453" y="205"/>
                  </a:lnTo>
                  <a:lnTo>
                    <a:pt x="60440" y="333"/>
                  </a:lnTo>
                  <a:lnTo>
                    <a:pt x="60159" y="269"/>
                  </a:lnTo>
                  <a:lnTo>
                    <a:pt x="60006" y="282"/>
                  </a:lnTo>
                  <a:lnTo>
                    <a:pt x="59891" y="295"/>
                  </a:lnTo>
                  <a:lnTo>
                    <a:pt x="59839" y="320"/>
                  </a:lnTo>
                  <a:lnTo>
                    <a:pt x="59635" y="410"/>
                  </a:lnTo>
                  <a:lnTo>
                    <a:pt x="59443" y="499"/>
                  </a:lnTo>
                  <a:lnTo>
                    <a:pt x="58855" y="972"/>
                  </a:lnTo>
                  <a:lnTo>
                    <a:pt x="58574" y="1049"/>
                  </a:lnTo>
                  <a:lnTo>
                    <a:pt x="58255" y="1381"/>
                  </a:lnTo>
                  <a:lnTo>
                    <a:pt x="58114" y="1381"/>
                  </a:lnTo>
                  <a:lnTo>
                    <a:pt x="58012" y="1624"/>
                  </a:lnTo>
                  <a:lnTo>
                    <a:pt x="58293" y="1713"/>
                  </a:lnTo>
                  <a:lnTo>
                    <a:pt x="58255" y="1892"/>
                  </a:lnTo>
                  <a:lnTo>
                    <a:pt x="58165" y="1930"/>
                  </a:lnTo>
                  <a:lnTo>
                    <a:pt x="58114" y="1943"/>
                  </a:lnTo>
                  <a:lnTo>
                    <a:pt x="58101" y="1956"/>
                  </a:lnTo>
                  <a:lnTo>
                    <a:pt x="58088" y="1969"/>
                  </a:lnTo>
                  <a:lnTo>
                    <a:pt x="58152" y="2058"/>
                  </a:lnTo>
                  <a:lnTo>
                    <a:pt x="58204" y="2122"/>
                  </a:lnTo>
                  <a:lnTo>
                    <a:pt x="58446" y="2173"/>
                  </a:lnTo>
                  <a:lnTo>
                    <a:pt x="58306" y="2186"/>
                  </a:lnTo>
                  <a:lnTo>
                    <a:pt x="57782" y="2148"/>
                  </a:lnTo>
                  <a:lnTo>
                    <a:pt x="56964" y="2109"/>
                  </a:lnTo>
                  <a:lnTo>
                    <a:pt x="56734" y="2033"/>
                  </a:lnTo>
                  <a:lnTo>
                    <a:pt x="56606" y="2058"/>
                  </a:lnTo>
                  <a:lnTo>
                    <a:pt x="56580" y="2109"/>
                  </a:lnTo>
                  <a:lnTo>
                    <a:pt x="56568" y="2148"/>
                  </a:lnTo>
                  <a:lnTo>
                    <a:pt x="56568" y="2161"/>
                  </a:lnTo>
                  <a:lnTo>
                    <a:pt x="56580" y="2173"/>
                  </a:lnTo>
                  <a:lnTo>
                    <a:pt x="56810" y="2327"/>
                  </a:lnTo>
                  <a:lnTo>
                    <a:pt x="57002" y="2467"/>
                  </a:lnTo>
                  <a:lnTo>
                    <a:pt x="57398" y="2672"/>
                  </a:lnTo>
                  <a:lnTo>
                    <a:pt x="57296" y="3055"/>
                  </a:lnTo>
                  <a:lnTo>
                    <a:pt x="57117" y="3221"/>
                  </a:lnTo>
                  <a:lnTo>
                    <a:pt x="57207" y="3042"/>
                  </a:lnTo>
                  <a:lnTo>
                    <a:pt x="57156" y="2812"/>
                  </a:lnTo>
                  <a:lnTo>
                    <a:pt x="57053" y="2633"/>
                  </a:lnTo>
                  <a:lnTo>
                    <a:pt x="56568" y="2493"/>
                  </a:lnTo>
                  <a:lnTo>
                    <a:pt x="56325" y="2646"/>
                  </a:lnTo>
                  <a:lnTo>
                    <a:pt x="55941" y="2646"/>
                  </a:lnTo>
                  <a:lnTo>
                    <a:pt x="55647" y="2838"/>
                  </a:lnTo>
                  <a:lnTo>
                    <a:pt x="55405" y="2787"/>
                  </a:lnTo>
                  <a:lnTo>
                    <a:pt x="55149" y="2736"/>
                  </a:lnTo>
                  <a:lnTo>
                    <a:pt x="54932" y="2876"/>
                  </a:lnTo>
                  <a:lnTo>
                    <a:pt x="55008" y="3055"/>
                  </a:lnTo>
                  <a:lnTo>
                    <a:pt x="54663" y="3196"/>
                  </a:lnTo>
                  <a:lnTo>
                    <a:pt x="54663" y="2940"/>
                  </a:lnTo>
                  <a:lnTo>
                    <a:pt x="54331" y="2953"/>
                  </a:lnTo>
                  <a:lnTo>
                    <a:pt x="54139" y="3132"/>
                  </a:lnTo>
                  <a:lnTo>
                    <a:pt x="54139" y="3132"/>
                  </a:lnTo>
                  <a:lnTo>
                    <a:pt x="54267" y="2940"/>
                  </a:lnTo>
                  <a:lnTo>
                    <a:pt x="54689" y="2672"/>
                  </a:lnTo>
                  <a:lnTo>
                    <a:pt x="55098" y="2659"/>
                  </a:lnTo>
                  <a:lnTo>
                    <a:pt x="55111" y="2429"/>
                  </a:lnTo>
                  <a:lnTo>
                    <a:pt x="54829" y="2378"/>
                  </a:lnTo>
                  <a:lnTo>
                    <a:pt x="54523" y="2518"/>
                  </a:lnTo>
                  <a:lnTo>
                    <a:pt x="54280" y="2339"/>
                  </a:lnTo>
                  <a:lnTo>
                    <a:pt x="53884" y="2467"/>
                  </a:lnTo>
                  <a:lnTo>
                    <a:pt x="53756" y="2633"/>
                  </a:lnTo>
                  <a:lnTo>
                    <a:pt x="53781" y="2723"/>
                  </a:lnTo>
                  <a:lnTo>
                    <a:pt x="53475" y="2697"/>
                  </a:lnTo>
                  <a:lnTo>
                    <a:pt x="53372" y="2518"/>
                  </a:lnTo>
                  <a:lnTo>
                    <a:pt x="53270" y="2531"/>
                  </a:lnTo>
                  <a:lnTo>
                    <a:pt x="53206" y="2531"/>
                  </a:lnTo>
                  <a:lnTo>
                    <a:pt x="53168" y="2544"/>
                  </a:lnTo>
                  <a:lnTo>
                    <a:pt x="53142" y="2633"/>
                  </a:lnTo>
                  <a:lnTo>
                    <a:pt x="53104" y="2723"/>
                  </a:lnTo>
                  <a:lnTo>
                    <a:pt x="52759" y="2723"/>
                  </a:lnTo>
                  <a:lnTo>
                    <a:pt x="52618" y="2710"/>
                  </a:lnTo>
                  <a:lnTo>
                    <a:pt x="52478" y="2710"/>
                  </a:lnTo>
                  <a:lnTo>
                    <a:pt x="52465" y="2723"/>
                  </a:lnTo>
                  <a:lnTo>
                    <a:pt x="52452" y="2774"/>
                  </a:lnTo>
                  <a:lnTo>
                    <a:pt x="52414" y="2825"/>
                  </a:lnTo>
                  <a:lnTo>
                    <a:pt x="52363" y="2876"/>
                  </a:lnTo>
                  <a:lnTo>
                    <a:pt x="52248" y="2697"/>
                  </a:lnTo>
                  <a:lnTo>
                    <a:pt x="52030" y="2697"/>
                  </a:lnTo>
                  <a:lnTo>
                    <a:pt x="51979" y="2748"/>
                  </a:lnTo>
                  <a:lnTo>
                    <a:pt x="51954" y="2787"/>
                  </a:lnTo>
                  <a:lnTo>
                    <a:pt x="51941" y="2838"/>
                  </a:lnTo>
                  <a:lnTo>
                    <a:pt x="51928" y="2863"/>
                  </a:lnTo>
                  <a:lnTo>
                    <a:pt x="51915" y="2876"/>
                  </a:lnTo>
                  <a:lnTo>
                    <a:pt x="51890" y="2902"/>
                  </a:lnTo>
                  <a:lnTo>
                    <a:pt x="51839" y="2915"/>
                  </a:lnTo>
                  <a:lnTo>
                    <a:pt x="51839" y="3145"/>
                  </a:lnTo>
                  <a:lnTo>
                    <a:pt x="52005" y="3042"/>
                  </a:lnTo>
                  <a:lnTo>
                    <a:pt x="52414" y="3042"/>
                  </a:lnTo>
                  <a:lnTo>
                    <a:pt x="52452" y="3221"/>
                  </a:lnTo>
                  <a:lnTo>
                    <a:pt x="52452" y="3221"/>
                  </a:lnTo>
                  <a:lnTo>
                    <a:pt x="51928" y="3145"/>
                  </a:lnTo>
                  <a:lnTo>
                    <a:pt x="51749" y="3349"/>
                  </a:lnTo>
                  <a:lnTo>
                    <a:pt x="51238" y="3349"/>
                  </a:lnTo>
                  <a:lnTo>
                    <a:pt x="50906" y="3490"/>
                  </a:lnTo>
                  <a:lnTo>
                    <a:pt x="50395" y="3490"/>
                  </a:lnTo>
                  <a:lnTo>
                    <a:pt x="49883" y="3464"/>
                  </a:lnTo>
                  <a:lnTo>
                    <a:pt x="49628" y="3694"/>
                  </a:lnTo>
                  <a:lnTo>
                    <a:pt x="49372" y="3784"/>
                  </a:lnTo>
                  <a:lnTo>
                    <a:pt x="49001" y="3733"/>
                  </a:lnTo>
                  <a:lnTo>
                    <a:pt x="48682" y="3924"/>
                  </a:lnTo>
                  <a:lnTo>
                    <a:pt x="47864" y="4397"/>
                  </a:lnTo>
                  <a:lnTo>
                    <a:pt x="47429" y="4448"/>
                  </a:lnTo>
                  <a:lnTo>
                    <a:pt x="47429" y="4602"/>
                  </a:lnTo>
                  <a:lnTo>
                    <a:pt x="47148" y="4627"/>
                  </a:lnTo>
                  <a:lnTo>
                    <a:pt x="46624" y="4819"/>
                  </a:lnTo>
                  <a:lnTo>
                    <a:pt x="46880" y="5075"/>
                  </a:lnTo>
                  <a:lnTo>
                    <a:pt x="46880" y="5075"/>
                  </a:lnTo>
                  <a:lnTo>
                    <a:pt x="46548" y="4908"/>
                  </a:lnTo>
                  <a:lnTo>
                    <a:pt x="46241" y="5228"/>
                  </a:lnTo>
                  <a:lnTo>
                    <a:pt x="46394" y="5368"/>
                  </a:lnTo>
                  <a:lnTo>
                    <a:pt x="46509" y="5266"/>
                  </a:lnTo>
                  <a:lnTo>
                    <a:pt x="46803" y="5368"/>
                  </a:lnTo>
                  <a:lnTo>
                    <a:pt x="46279" y="5547"/>
                  </a:lnTo>
                  <a:lnTo>
                    <a:pt x="46254" y="5752"/>
                  </a:lnTo>
                  <a:lnTo>
                    <a:pt x="46726" y="5790"/>
                  </a:lnTo>
                  <a:lnTo>
                    <a:pt x="47072" y="5931"/>
                  </a:lnTo>
                  <a:lnTo>
                    <a:pt x="47570" y="6263"/>
                  </a:lnTo>
                  <a:lnTo>
                    <a:pt x="47417" y="6519"/>
                  </a:lnTo>
                  <a:lnTo>
                    <a:pt x="46931" y="6710"/>
                  </a:lnTo>
                  <a:lnTo>
                    <a:pt x="47110" y="6353"/>
                  </a:lnTo>
                  <a:lnTo>
                    <a:pt x="46969" y="6263"/>
                  </a:lnTo>
                  <a:lnTo>
                    <a:pt x="46049" y="6378"/>
                  </a:lnTo>
                  <a:lnTo>
                    <a:pt x="45768" y="6583"/>
                  </a:lnTo>
                  <a:lnTo>
                    <a:pt x="45742" y="6583"/>
                  </a:lnTo>
                  <a:lnTo>
                    <a:pt x="45691" y="6595"/>
                  </a:lnTo>
                  <a:lnTo>
                    <a:pt x="45525" y="6583"/>
                  </a:lnTo>
                  <a:lnTo>
                    <a:pt x="45372" y="6570"/>
                  </a:lnTo>
                  <a:lnTo>
                    <a:pt x="45295" y="6557"/>
                  </a:lnTo>
                  <a:lnTo>
                    <a:pt x="45218" y="6544"/>
                  </a:lnTo>
                  <a:lnTo>
                    <a:pt x="45065" y="6544"/>
                  </a:lnTo>
                  <a:lnTo>
                    <a:pt x="44861" y="6557"/>
                  </a:lnTo>
                  <a:lnTo>
                    <a:pt x="44464" y="6608"/>
                  </a:lnTo>
                  <a:lnTo>
                    <a:pt x="43685" y="6583"/>
                  </a:lnTo>
                  <a:lnTo>
                    <a:pt x="42087" y="6659"/>
                  </a:lnTo>
                  <a:lnTo>
                    <a:pt x="41985" y="6851"/>
                  </a:lnTo>
                  <a:lnTo>
                    <a:pt x="42100" y="6953"/>
                  </a:lnTo>
                  <a:lnTo>
                    <a:pt x="41819" y="6992"/>
                  </a:lnTo>
                  <a:lnTo>
                    <a:pt x="41819" y="7043"/>
                  </a:lnTo>
                  <a:lnTo>
                    <a:pt x="41819" y="7145"/>
                  </a:lnTo>
                  <a:lnTo>
                    <a:pt x="41844" y="7298"/>
                  </a:lnTo>
                  <a:lnTo>
                    <a:pt x="42228" y="7516"/>
                  </a:lnTo>
                  <a:lnTo>
                    <a:pt x="42394" y="7822"/>
                  </a:lnTo>
                  <a:lnTo>
                    <a:pt x="42189" y="8001"/>
                  </a:lnTo>
                  <a:lnTo>
                    <a:pt x="42253" y="8206"/>
                  </a:lnTo>
                  <a:lnTo>
                    <a:pt x="42304" y="8359"/>
                  </a:lnTo>
                  <a:lnTo>
                    <a:pt x="42343" y="8423"/>
                  </a:lnTo>
                  <a:lnTo>
                    <a:pt x="42368" y="8436"/>
                  </a:lnTo>
                  <a:lnTo>
                    <a:pt x="42407" y="8474"/>
                  </a:lnTo>
                  <a:lnTo>
                    <a:pt x="42471" y="8525"/>
                  </a:lnTo>
                  <a:lnTo>
                    <a:pt x="42688" y="8653"/>
                  </a:lnTo>
                  <a:lnTo>
                    <a:pt x="43352" y="8743"/>
                  </a:lnTo>
                  <a:lnTo>
                    <a:pt x="43404" y="9024"/>
                  </a:lnTo>
                  <a:lnTo>
                    <a:pt x="43851" y="9228"/>
                  </a:lnTo>
                  <a:lnTo>
                    <a:pt x="44234" y="9241"/>
                  </a:lnTo>
                  <a:lnTo>
                    <a:pt x="44630" y="9765"/>
                  </a:lnTo>
                  <a:lnTo>
                    <a:pt x="44388" y="9906"/>
                  </a:lnTo>
                  <a:lnTo>
                    <a:pt x="44094" y="10404"/>
                  </a:lnTo>
                  <a:lnTo>
                    <a:pt x="44630" y="11311"/>
                  </a:lnTo>
                  <a:lnTo>
                    <a:pt x="44324" y="11554"/>
                  </a:lnTo>
                  <a:lnTo>
                    <a:pt x="44081" y="11657"/>
                  </a:lnTo>
                  <a:lnTo>
                    <a:pt x="44170" y="11848"/>
                  </a:lnTo>
                  <a:lnTo>
                    <a:pt x="43825" y="11848"/>
                  </a:lnTo>
                  <a:lnTo>
                    <a:pt x="43787" y="11669"/>
                  </a:lnTo>
                  <a:lnTo>
                    <a:pt x="43864" y="11593"/>
                  </a:lnTo>
                  <a:lnTo>
                    <a:pt x="44324" y="11132"/>
                  </a:lnTo>
                  <a:lnTo>
                    <a:pt x="44081" y="10647"/>
                  </a:lnTo>
                  <a:lnTo>
                    <a:pt x="43659" y="10660"/>
                  </a:lnTo>
                  <a:lnTo>
                    <a:pt x="43442" y="11529"/>
                  </a:lnTo>
                  <a:lnTo>
                    <a:pt x="43634" y="11708"/>
                  </a:lnTo>
                  <a:lnTo>
                    <a:pt x="43391" y="11567"/>
                  </a:lnTo>
                  <a:lnTo>
                    <a:pt x="43519" y="11030"/>
                  </a:lnTo>
                  <a:lnTo>
                    <a:pt x="43429" y="10992"/>
                  </a:lnTo>
                  <a:lnTo>
                    <a:pt x="43467" y="10315"/>
                  </a:lnTo>
                  <a:lnTo>
                    <a:pt x="43493" y="10289"/>
                  </a:lnTo>
                  <a:lnTo>
                    <a:pt x="43544" y="10238"/>
                  </a:lnTo>
                  <a:lnTo>
                    <a:pt x="43621" y="10187"/>
                  </a:lnTo>
                  <a:lnTo>
                    <a:pt x="44017" y="9982"/>
                  </a:lnTo>
                  <a:lnTo>
                    <a:pt x="44170" y="9573"/>
                  </a:lnTo>
                  <a:lnTo>
                    <a:pt x="43915" y="9420"/>
                  </a:lnTo>
                  <a:lnTo>
                    <a:pt x="43659" y="9420"/>
                  </a:lnTo>
                  <a:lnTo>
                    <a:pt x="42982" y="9509"/>
                  </a:lnTo>
                  <a:lnTo>
                    <a:pt x="42841" y="9343"/>
                  </a:lnTo>
                  <a:lnTo>
                    <a:pt x="42087" y="8858"/>
                  </a:lnTo>
                  <a:lnTo>
                    <a:pt x="41780" y="8896"/>
                  </a:lnTo>
                  <a:lnTo>
                    <a:pt x="41320" y="8653"/>
                  </a:lnTo>
                  <a:lnTo>
                    <a:pt x="41129" y="8512"/>
                  </a:lnTo>
                  <a:lnTo>
                    <a:pt x="40566" y="8551"/>
                  </a:lnTo>
                  <a:lnTo>
                    <a:pt x="40323" y="8525"/>
                  </a:lnTo>
                  <a:lnTo>
                    <a:pt x="40387" y="8461"/>
                  </a:lnTo>
                  <a:lnTo>
                    <a:pt x="40413" y="8410"/>
                  </a:lnTo>
                  <a:lnTo>
                    <a:pt x="40426" y="8397"/>
                  </a:lnTo>
                  <a:lnTo>
                    <a:pt x="40413" y="8397"/>
                  </a:lnTo>
                  <a:lnTo>
                    <a:pt x="40119" y="8308"/>
                  </a:lnTo>
                  <a:lnTo>
                    <a:pt x="39940" y="8244"/>
                  </a:lnTo>
                  <a:lnTo>
                    <a:pt x="39850" y="8206"/>
                  </a:lnTo>
                  <a:lnTo>
                    <a:pt x="39812" y="8206"/>
                  </a:lnTo>
                  <a:lnTo>
                    <a:pt x="39748" y="8244"/>
                  </a:lnTo>
                  <a:lnTo>
                    <a:pt x="39659" y="8295"/>
                  </a:lnTo>
                  <a:lnTo>
                    <a:pt x="39148" y="8551"/>
                  </a:lnTo>
                  <a:lnTo>
                    <a:pt x="39148" y="8717"/>
                  </a:lnTo>
                  <a:lnTo>
                    <a:pt x="39595" y="8755"/>
                  </a:lnTo>
                  <a:lnTo>
                    <a:pt x="40221" y="8538"/>
                  </a:lnTo>
                  <a:lnTo>
                    <a:pt x="39557" y="8870"/>
                  </a:lnTo>
                  <a:lnTo>
                    <a:pt x="39735" y="9024"/>
                  </a:lnTo>
                  <a:lnTo>
                    <a:pt x="39978" y="8973"/>
                  </a:lnTo>
                  <a:lnTo>
                    <a:pt x="40196" y="9024"/>
                  </a:lnTo>
                  <a:lnTo>
                    <a:pt x="40029" y="9330"/>
                  </a:lnTo>
                  <a:lnTo>
                    <a:pt x="39557" y="9215"/>
                  </a:lnTo>
                  <a:lnTo>
                    <a:pt x="39301" y="9049"/>
                  </a:lnTo>
                  <a:lnTo>
                    <a:pt x="39224" y="9036"/>
                  </a:lnTo>
                  <a:lnTo>
                    <a:pt x="39096" y="9024"/>
                  </a:lnTo>
                  <a:lnTo>
                    <a:pt x="38930" y="9011"/>
                  </a:lnTo>
                  <a:lnTo>
                    <a:pt x="38572" y="9177"/>
                  </a:lnTo>
                  <a:lnTo>
                    <a:pt x="38598" y="9484"/>
                  </a:lnTo>
                  <a:lnTo>
                    <a:pt x="38687" y="9497"/>
                  </a:lnTo>
                  <a:lnTo>
                    <a:pt x="38815" y="9803"/>
                  </a:lnTo>
                  <a:lnTo>
                    <a:pt x="39148" y="9816"/>
                  </a:lnTo>
                  <a:lnTo>
                    <a:pt x="39365" y="10046"/>
                  </a:lnTo>
                  <a:lnTo>
                    <a:pt x="39787" y="10225"/>
                  </a:lnTo>
                  <a:lnTo>
                    <a:pt x="40208" y="10302"/>
                  </a:lnTo>
                  <a:lnTo>
                    <a:pt x="40477" y="10570"/>
                  </a:lnTo>
                  <a:lnTo>
                    <a:pt x="40132" y="10647"/>
                  </a:lnTo>
                  <a:lnTo>
                    <a:pt x="39927" y="10289"/>
                  </a:lnTo>
                  <a:lnTo>
                    <a:pt x="39275" y="10238"/>
                  </a:lnTo>
                  <a:lnTo>
                    <a:pt x="38560" y="10289"/>
                  </a:lnTo>
                  <a:lnTo>
                    <a:pt x="38521" y="10276"/>
                  </a:lnTo>
                  <a:lnTo>
                    <a:pt x="38457" y="10238"/>
                  </a:lnTo>
                  <a:lnTo>
                    <a:pt x="38406" y="10187"/>
                  </a:lnTo>
                  <a:lnTo>
                    <a:pt x="38368" y="10148"/>
                  </a:lnTo>
                  <a:lnTo>
                    <a:pt x="38304" y="10123"/>
                  </a:lnTo>
                  <a:lnTo>
                    <a:pt x="38176" y="10084"/>
                  </a:lnTo>
                  <a:lnTo>
                    <a:pt x="37985" y="10046"/>
                  </a:lnTo>
                  <a:lnTo>
                    <a:pt x="37959" y="9995"/>
                  </a:lnTo>
                  <a:lnTo>
                    <a:pt x="37933" y="9918"/>
                  </a:lnTo>
                  <a:lnTo>
                    <a:pt x="37959" y="9893"/>
                  </a:lnTo>
                  <a:lnTo>
                    <a:pt x="38023" y="9854"/>
                  </a:lnTo>
                  <a:lnTo>
                    <a:pt x="38100" y="9803"/>
                  </a:lnTo>
                  <a:lnTo>
                    <a:pt x="38074" y="9573"/>
                  </a:lnTo>
                  <a:lnTo>
                    <a:pt x="37985" y="9509"/>
                  </a:lnTo>
                  <a:lnTo>
                    <a:pt x="37921" y="9445"/>
                  </a:lnTo>
                  <a:lnTo>
                    <a:pt x="37908" y="9407"/>
                  </a:lnTo>
                  <a:lnTo>
                    <a:pt x="37895" y="9382"/>
                  </a:lnTo>
                  <a:lnTo>
                    <a:pt x="37908" y="9343"/>
                  </a:lnTo>
                  <a:lnTo>
                    <a:pt x="37933" y="9292"/>
                  </a:lnTo>
                  <a:lnTo>
                    <a:pt x="37972" y="9254"/>
                  </a:lnTo>
                  <a:lnTo>
                    <a:pt x="38202" y="9126"/>
                  </a:lnTo>
                  <a:lnTo>
                    <a:pt x="38176" y="9049"/>
                  </a:lnTo>
                  <a:lnTo>
                    <a:pt x="38151" y="8934"/>
                  </a:lnTo>
                  <a:lnTo>
                    <a:pt x="38163" y="8921"/>
                  </a:lnTo>
                  <a:lnTo>
                    <a:pt x="38176" y="8896"/>
                  </a:lnTo>
                  <a:lnTo>
                    <a:pt x="38240" y="8870"/>
                  </a:lnTo>
                  <a:lnTo>
                    <a:pt x="38317" y="8845"/>
                  </a:lnTo>
                  <a:lnTo>
                    <a:pt x="38330" y="8691"/>
                  </a:lnTo>
                  <a:lnTo>
                    <a:pt x="38266" y="8525"/>
                  </a:lnTo>
                  <a:lnTo>
                    <a:pt x="38304" y="8410"/>
                  </a:lnTo>
                  <a:lnTo>
                    <a:pt x="38163" y="8244"/>
                  </a:lnTo>
                  <a:lnTo>
                    <a:pt x="38074" y="7861"/>
                  </a:lnTo>
                  <a:lnTo>
                    <a:pt x="37742" y="7771"/>
                  </a:lnTo>
                  <a:lnTo>
                    <a:pt x="37601" y="7822"/>
                  </a:lnTo>
                  <a:lnTo>
                    <a:pt x="37486" y="7784"/>
                  </a:lnTo>
                  <a:lnTo>
                    <a:pt x="37678" y="7528"/>
                  </a:lnTo>
                  <a:lnTo>
                    <a:pt x="37473" y="7413"/>
                  </a:lnTo>
                  <a:lnTo>
                    <a:pt x="37294" y="7286"/>
                  </a:lnTo>
                  <a:lnTo>
                    <a:pt x="36949" y="7541"/>
                  </a:lnTo>
                  <a:lnTo>
                    <a:pt x="37077" y="7822"/>
                  </a:lnTo>
                  <a:lnTo>
                    <a:pt x="37550" y="7861"/>
                  </a:lnTo>
                  <a:lnTo>
                    <a:pt x="37461" y="8001"/>
                  </a:lnTo>
                  <a:lnTo>
                    <a:pt x="37665" y="8142"/>
                  </a:lnTo>
                  <a:lnTo>
                    <a:pt x="37780" y="8781"/>
                  </a:lnTo>
                  <a:lnTo>
                    <a:pt x="37256" y="9113"/>
                  </a:lnTo>
                  <a:lnTo>
                    <a:pt x="36898" y="9203"/>
                  </a:lnTo>
                  <a:lnTo>
                    <a:pt x="36464" y="9407"/>
                  </a:lnTo>
                  <a:lnTo>
                    <a:pt x="36438" y="9612"/>
                  </a:lnTo>
                  <a:lnTo>
                    <a:pt x="36170" y="9854"/>
                  </a:lnTo>
                  <a:lnTo>
                    <a:pt x="36067" y="10021"/>
                  </a:lnTo>
                  <a:lnTo>
                    <a:pt x="36553" y="10212"/>
                  </a:lnTo>
                  <a:lnTo>
                    <a:pt x="36489" y="10391"/>
                  </a:lnTo>
                  <a:lnTo>
                    <a:pt x="36668" y="10557"/>
                  </a:lnTo>
                  <a:lnTo>
                    <a:pt x="36796" y="10672"/>
                  </a:lnTo>
                  <a:lnTo>
                    <a:pt x="36847" y="10736"/>
                  </a:lnTo>
                  <a:lnTo>
                    <a:pt x="36924" y="10826"/>
                  </a:lnTo>
                  <a:lnTo>
                    <a:pt x="37090" y="11005"/>
                  </a:lnTo>
                  <a:lnTo>
                    <a:pt x="37320" y="11248"/>
                  </a:lnTo>
                  <a:lnTo>
                    <a:pt x="37103" y="11401"/>
                  </a:lnTo>
                  <a:lnTo>
                    <a:pt x="36681" y="11912"/>
                  </a:lnTo>
                  <a:lnTo>
                    <a:pt x="36591" y="12500"/>
                  </a:lnTo>
                  <a:lnTo>
                    <a:pt x="36924" y="12832"/>
                  </a:lnTo>
                  <a:lnTo>
                    <a:pt x="36668" y="13088"/>
                  </a:lnTo>
                  <a:lnTo>
                    <a:pt x="36770" y="13318"/>
                  </a:lnTo>
                  <a:lnTo>
                    <a:pt x="37179" y="13139"/>
                  </a:lnTo>
                  <a:lnTo>
                    <a:pt x="37409" y="13241"/>
                  </a:lnTo>
                  <a:lnTo>
                    <a:pt x="37857" y="13305"/>
                  </a:lnTo>
                  <a:lnTo>
                    <a:pt x="38215" y="13050"/>
                  </a:lnTo>
                  <a:lnTo>
                    <a:pt x="38739" y="13126"/>
                  </a:lnTo>
                  <a:lnTo>
                    <a:pt x="39544" y="13331"/>
                  </a:lnTo>
                  <a:lnTo>
                    <a:pt x="39914" y="13855"/>
                  </a:lnTo>
                  <a:lnTo>
                    <a:pt x="40132" y="14315"/>
                  </a:lnTo>
                  <a:lnTo>
                    <a:pt x="39863" y="14455"/>
                  </a:lnTo>
                  <a:lnTo>
                    <a:pt x="39646" y="14839"/>
                  </a:lnTo>
                  <a:lnTo>
                    <a:pt x="39902" y="15107"/>
                  </a:lnTo>
                  <a:lnTo>
                    <a:pt x="40132" y="15337"/>
                  </a:lnTo>
                  <a:lnTo>
                    <a:pt x="39557" y="15248"/>
                  </a:lnTo>
                  <a:lnTo>
                    <a:pt x="39390" y="14852"/>
                  </a:lnTo>
                  <a:lnTo>
                    <a:pt x="39531" y="14494"/>
                  </a:lnTo>
                  <a:lnTo>
                    <a:pt x="39595" y="14136"/>
                  </a:lnTo>
                  <a:lnTo>
                    <a:pt x="39429" y="14021"/>
                  </a:lnTo>
                  <a:lnTo>
                    <a:pt x="38981" y="13459"/>
                  </a:lnTo>
                  <a:lnTo>
                    <a:pt x="38457" y="13356"/>
                  </a:lnTo>
                  <a:lnTo>
                    <a:pt x="38010" y="13548"/>
                  </a:lnTo>
                  <a:lnTo>
                    <a:pt x="37371" y="13765"/>
                  </a:lnTo>
                  <a:lnTo>
                    <a:pt x="37294" y="13970"/>
                  </a:lnTo>
                  <a:lnTo>
                    <a:pt x="37230" y="14174"/>
                  </a:lnTo>
                  <a:lnTo>
                    <a:pt x="37269" y="14225"/>
                  </a:lnTo>
                  <a:lnTo>
                    <a:pt x="37371" y="14315"/>
                  </a:lnTo>
                  <a:lnTo>
                    <a:pt x="37512" y="14443"/>
                  </a:lnTo>
                  <a:lnTo>
                    <a:pt x="37639" y="14737"/>
                  </a:lnTo>
                  <a:lnTo>
                    <a:pt x="37563" y="15107"/>
                  </a:lnTo>
                  <a:lnTo>
                    <a:pt x="36962" y="15682"/>
                  </a:lnTo>
                  <a:lnTo>
                    <a:pt x="36885" y="16194"/>
                  </a:lnTo>
                  <a:lnTo>
                    <a:pt x="36361" y="16411"/>
                  </a:lnTo>
                  <a:lnTo>
                    <a:pt x="36029" y="16526"/>
                  </a:lnTo>
                  <a:lnTo>
                    <a:pt x="35799" y="16615"/>
                  </a:lnTo>
                  <a:lnTo>
                    <a:pt x="35697" y="16654"/>
                  </a:lnTo>
                  <a:lnTo>
                    <a:pt x="35531" y="17012"/>
                  </a:lnTo>
                  <a:lnTo>
                    <a:pt x="35377" y="17037"/>
                  </a:lnTo>
                  <a:lnTo>
                    <a:pt x="35186" y="17063"/>
                  </a:lnTo>
                  <a:lnTo>
                    <a:pt x="35173" y="17063"/>
                  </a:lnTo>
                  <a:lnTo>
                    <a:pt x="35160" y="17050"/>
                  </a:lnTo>
                  <a:lnTo>
                    <a:pt x="35160" y="17012"/>
                  </a:lnTo>
                  <a:lnTo>
                    <a:pt x="35173" y="16960"/>
                  </a:lnTo>
                  <a:lnTo>
                    <a:pt x="35045" y="16960"/>
                  </a:lnTo>
                  <a:lnTo>
                    <a:pt x="34687" y="16935"/>
                  </a:lnTo>
                  <a:lnTo>
                    <a:pt x="34444" y="16871"/>
                  </a:lnTo>
                  <a:lnTo>
                    <a:pt x="34035" y="16960"/>
                  </a:lnTo>
                  <a:lnTo>
                    <a:pt x="33869" y="16897"/>
                  </a:lnTo>
                  <a:lnTo>
                    <a:pt x="33741" y="16845"/>
                  </a:lnTo>
                  <a:lnTo>
                    <a:pt x="33639" y="16833"/>
                  </a:lnTo>
                  <a:lnTo>
                    <a:pt x="33550" y="16820"/>
                  </a:lnTo>
                  <a:lnTo>
                    <a:pt x="33447" y="16794"/>
                  </a:lnTo>
                  <a:lnTo>
                    <a:pt x="33307" y="16756"/>
                  </a:lnTo>
                  <a:lnTo>
                    <a:pt x="33013" y="16603"/>
                  </a:lnTo>
                  <a:lnTo>
                    <a:pt x="33128" y="16462"/>
                  </a:lnTo>
                  <a:lnTo>
                    <a:pt x="33371" y="16603"/>
                  </a:lnTo>
                  <a:lnTo>
                    <a:pt x="33614" y="16730"/>
                  </a:lnTo>
                  <a:lnTo>
                    <a:pt x="33831" y="16705"/>
                  </a:lnTo>
                  <a:lnTo>
                    <a:pt x="33805" y="16564"/>
                  </a:lnTo>
                  <a:lnTo>
                    <a:pt x="33575" y="16424"/>
                  </a:lnTo>
                  <a:lnTo>
                    <a:pt x="33447" y="16321"/>
                  </a:lnTo>
                  <a:lnTo>
                    <a:pt x="33729" y="16424"/>
                  </a:lnTo>
                  <a:lnTo>
                    <a:pt x="33984" y="16666"/>
                  </a:lnTo>
                  <a:lnTo>
                    <a:pt x="34189" y="16730"/>
                  </a:lnTo>
                  <a:lnTo>
                    <a:pt x="34559" y="16718"/>
                  </a:lnTo>
                  <a:lnTo>
                    <a:pt x="34610" y="16603"/>
                  </a:lnTo>
                  <a:lnTo>
                    <a:pt x="34955" y="16526"/>
                  </a:lnTo>
                  <a:lnTo>
                    <a:pt x="35032" y="16309"/>
                  </a:lnTo>
                  <a:lnTo>
                    <a:pt x="34892" y="16296"/>
                  </a:lnTo>
                  <a:lnTo>
                    <a:pt x="34892" y="16206"/>
                  </a:lnTo>
                  <a:lnTo>
                    <a:pt x="35007" y="16194"/>
                  </a:lnTo>
                  <a:lnTo>
                    <a:pt x="35096" y="16181"/>
                  </a:lnTo>
                  <a:lnTo>
                    <a:pt x="35134" y="16168"/>
                  </a:lnTo>
                  <a:lnTo>
                    <a:pt x="35186" y="16155"/>
                  </a:lnTo>
                  <a:lnTo>
                    <a:pt x="35288" y="16130"/>
                  </a:lnTo>
                  <a:lnTo>
                    <a:pt x="35428" y="16104"/>
                  </a:lnTo>
                  <a:lnTo>
                    <a:pt x="35505" y="15785"/>
                  </a:lnTo>
                  <a:lnTo>
                    <a:pt x="35658" y="15644"/>
                  </a:lnTo>
                  <a:lnTo>
                    <a:pt x="35825" y="15363"/>
                  </a:lnTo>
                  <a:lnTo>
                    <a:pt x="35991" y="15337"/>
                  </a:lnTo>
                  <a:lnTo>
                    <a:pt x="36336" y="14967"/>
                  </a:lnTo>
                  <a:lnTo>
                    <a:pt x="36361" y="14839"/>
                  </a:lnTo>
                  <a:lnTo>
                    <a:pt x="36234" y="14826"/>
                  </a:lnTo>
                  <a:lnTo>
                    <a:pt x="36144" y="14443"/>
                  </a:lnTo>
                  <a:lnTo>
                    <a:pt x="36246" y="14302"/>
                  </a:lnTo>
                  <a:lnTo>
                    <a:pt x="36528" y="14200"/>
                  </a:lnTo>
                  <a:lnTo>
                    <a:pt x="36643" y="13995"/>
                  </a:lnTo>
                  <a:lnTo>
                    <a:pt x="36451" y="13829"/>
                  </a:lnTo>
                  <a:lnTo>
                    <a:pt x="35901" y="13650"/>
                  </a:lnTo>
                  <a:lnTo>
                    <a:pt x="35876" y="13407"/>
                  </a:lnTo>
                  <a:lnTo>
                    <a:pt x="35850" y="13088"/>
                  </a:lnTo>
                  <a:lnTo>
                    <a:pt x="35850" y="12960"/>
                  </a:lnTo>
                  <a:lnTo>
                    <a:pt x="35697" y="12896"/>
                  </a:lnTo>
                  <a:lnTo>
                    <a:pt x="35697" y="12730"/>
                  </a:lnTo>
                  <a:lnTo>
                    <a:pt x="35863" y="12628"/>
                  </a:lnTo>
                  <a:lnTo>
                    <a:pt x="35799" y="12398"/>
                  </a:lnTo>
                  <a:lnTo>
                    <a:pt x="35799" y="12206"/>
                  </a:lnTo>
                  <a:lnTo>
                    <a:pt x="35914" y="12091"/>
                  </a:lnTo>
                  <a:lnTo>
                    <a:pt x="35825" y="11925"/>
                  </a:lnTo>
                  <a:lnTo>
                    <a:pt x="35837" y="11503"/>
                  </a:lnTo>
                  <a:lnTo>
                    <a:pt x="35850" y="11490"/>
                  </a:lnTo>
                  <a:lnTo>
                    <a:pt x="35888" y="11452"/>
                  </a:lnTo>
                  <a:lnTo>
                    <a:pt x="35940" y="11401"/>
                  </a:lnTo>
                  <a:lnTo>
                    <a:pt x="36016" y="10877"/>
                  </a:lnTo>
                  <a:lnTo>
                    <a:pt x="35991" y="10660"/>
                  </a:lnTo>
                  <a:lnTo>
                    <a:pt x="35837" y="10481"/>
                  </a:lnTo>
                  <a:lnTo>
                    <a:pt x="35761" y="10276"/>
                  </a:lnTo>
                  <a:lnTo>
                    <a:pt x="35339" y="10021"/>
                  </a:lnTo>
                  <a:lnTo>
                    <a:pt x="35083" y="9842"/>
                  </a:lnTo>
                  <a:lnTo>
                    <a:pt x="35301" y="9803"/>
                  </a:lnTo>
                  <a:lnTo>
                    <a:pt x="35454" y="9752"/>
                  </a:lnTo>
                  <a:lnTo>
                    <a:pt x="35480" y="9548"/>
                  </a:lnTo>
                  <a:lnTo>
                    <a:pt x="35850" y="9203"/>
                  </a:lnTo>
                  <a:lnTo>
                    <a:pt x="35888" y="8896"/>
                  </a:lnTo>
                  <a:lnTo>
                    <a:pt x="35991" y="8512"/>
                  </a:lnTo>
                  <a:lnTo>
                    <a:pt x="35952" y="8206"/>
                  </a:lnTo>
                  <a:lnTo>
                    <a:pt x="35799" y="7988"/>
                  </a:lnTo>
                  <a:lnTo>
                    <a:pt x="35658" y="7899"/>
                  </a:lnTo>
                  <a:lnTo>
                    <a:pt x="35275" y="7912"/>
                  </a:lnTo>
                  <a:lnTo>
                    <a:pt x="34968" y="7682"/>
                  </a:lnTo>
                  <a:lnTo>
                    <a:pt x="34674" y="7746"/>
                  </a:lnTo>
                  <a:lnTo>
                    <a:pt x="34495" y="7707"/>
                  </a:lnTo>
                  <a:lnTo>
                    <a:pt x="34086" y="7784"/>
                  </a:lnTo>
                  <a:lnTo>
                    <a:pt x="33869" y="7758"/>
                  </a:lnTo>
                  <a:lnTo>
                    <a:pt x="33844" y="7618"/>
                  </a:lnTo>
                  <a:lnTo>
                    <a:pt x="34125" y="7554"/>
                  </a:lnTo>
                  <a:lnTo>
                    <a:pt x="34355" y="7477"/>
                  </a:lnTo>
                  <a:lnTo>
                    <a:pt x="34610" y="7452"/>
                  </a:lnTo>
                  <a:lnTo>
                    <a:pt x="34764" y="7592"/>
                  </a:lnTo>
                  <a:lnTo>
                    <a:pt x="34764" y="7490"/>
                  </a:lnTo>
                  <a:lnTo>
                    <a:pt x="34892" y="7439"/>
                  </a:lnTo>
                  <a:lnTo>
                    <a:pt x="35019" y="7579"/>
                  </a:lnTo>
                  <a:lnTo>
                    <a:pt x="35173" y="7579"/>
                  </a:lnTo>
                  <a:lnTo>
                    <a:pt x="35186" y="7516"/>
                  </a:lnTo>
                  <a:lnTo>
                    <a:pt x="35224" y="7234"/>
                  </a:lnTo>
                  <a:lnTo>
                    <a:pt x="35058" y="7196"/>
                  </a:lnTo>
                  <a:lnTo>
                    <a:pt x="34649" y="6800"/>
                  </a:lnTo>
                  <a:lnTo>
                    <a:pt x="34253" y="6838"/>
                  </a:lnTo>
                  <a:lnTo>
                    <a:pt x="33831" y="6877"/>
                  </a:lnTo>
                  <a:lnTo>
                    <a:pt x="33690" y="7145"/>
                  </a:lnTo>
                  <a:lnTo>
                    <a:pt x="33792" y="7298"/>
                  </a:lnTo>
                  <a:lnTo>
                    <a:pt x="33690" y="7349"/>
                  </a:lnTo>
                  <a:lnTo>
                    <a:pt x="33639" y="7592"/>
                  </a:lnTo>
                  <a:lnTo>
                    <a:pt x="33754" y="7669"/>
                  </a:lnTo>
                  <a:lnTo>
                    <a:pt x="33537" y="7592"/>
                  </a:lnTo>
                  <a:lnTo>
                    <a:pt x="33307" y="7643"/>
                  </a:lnTo>
                  <a:lnTo>
                    <a:pt x="33307" y="7797"/>
                  </a:lnTo>
                  <a:lnTo>
                    <a:pt x="32949" y="8282"/>
                  </a:lnTo>
                  <a:lnTo>
                    <a:pt x="32617" y="8921"/>
                  </a:lnTo>
                  <a:lnTo>
                    <a:pt x="32438" y="9586"/>
                  </a:lnTo>
                  <a:lnTo>
                    <a:pt x="31939" y="9957"/>
                  </a:lnTo>
                  <a:lnTo>
                    <a:pt x="31185" y="10289"/>
                  </a:lnTo>
                  <a:lnTo>
                    <a:pt x="30802" y="10890"/>
                  </a:lnTo>
                  <a:lnTo>
                    <a:pt x="30866" y="11235"/>
                  </a:lnTo>
                  <a:lnTo>
                    <a:pt x="31134" y="11324"/>
                  </a:lnTo>
                  <a:lnTo>
                    <a:pt x="31275" y="11311"/>
                  </a:lnTo>
                  <a:lnTo>
                    <a:pt x="31070" y="11120"/>
                  </a:lnTo>
                  <a:lnTo>
                    <a:pt x="31134" y="11017"/>
                  </a:lnTo>
                  <a:lnTo>
                    <a:pt x="31275" y="10890"/>
                  </a:lnTo>
                  <a:lnTo>
                    <a:pt x="31569" y="10890"/>
                  </a:lnTo>
                  <a:lnTo>
                    <a:pt x="31658" y="11056"/>
                  </a:lnTo>
                  <a:lnTo>
                    <a:pt x="31581" y="11401"/>
                  </a:lnTo>
                  <a:lnTo>
                    <a:pt x="31390" y="11682"/>
                  </a:lnTo>
                  <a:lnTo>
                    <a:pt x="31517" y="11759"/>
                  </a:lnTo>
                  <a:lnTo>
                    <a:pt x="31428" y="11963"/>
                  </a:lnTo>
                  <a:lnTo>
                    <a:pt x="31121" y="12155"/>
                  </a:lnTo>
                  <a:lnTo>
                    <a:pt x="31185" y="12487"/>
                  </a:lnTo>
                  <a:lnTo>
                    <a:pt x="31275" y="12641"/>
                  </a:lnTo>
                  <a:lnTo>
                    <a:pt x="31505" y="12564"/>
                  </a:lnTo>
                  <a:lnTo>
                    <a:pt x="31441" y="12679"/>
                  </a:lnTo>
                  <a:lnTo>
                    <a:pt x="31517" y="12820"/>
                  </a:lnTo>
                  <a:lnTo>
                    <a:pt x="31633" y="12768"/>
                  </a:lnTo>
                  <a:lnTo>
                    <a:pt x="31786" y="12615"/>
                  </a:lnTo>
                  <a:lnTo>
                    <a:pt x="32246" y="12781"/>
                  </a:lnTo>
                  <a:lnTo>
                    <a:pt x="32323" y="13254"/>
                  </a:lnTo>
                  <a:lnTo>
                    <a:pt x="32489" y="13522"/>
                  </a:lnTo>
                  <a:lnTo>
                    <a:pt x="32732" y="13522"/>
                  </a:lnTo>
                  <a:lnTo>
                    <a:pt x="33026" y="13535"/>
                  </a:lnTo>
                  <a:lnTo>
                    <a:pt x="32987" y="13906"/>
                  </a:lnTo>
                  <a:lnTo>
                    <a:pt x="32668" y="14149"/>
                  </a:lnTo>
                  <a:lnTo>
                    <a:pt x="32566" y="14379"/>
                  </a:lnTo>
                  <a:lnTo>
                    <a:pt x="32335" y="14366"/>
                  </a:lnTo>
                  <a:lnTo>
                    <a:pt x="32259" y="14161"/>
                  </a:lnTo>
                  <a:lnTo>
                    <a:pt x="31990" y="14034"/>
                  </a:lnTo>
                  <a:lnTo>
                    <a:pt x="31607" y="13880"/>
                  </a:lnTo>
                  <a:lnTo>
                    <a:pt x="31492" y="13689"/>
                  </a:lnTo>
                  <a:lnTo>
                    <a:pt x="31402" y="13535"/>
                  </a:lnTo>
                  <a:lnTo>
                    <a:pt x="31057" y="13497"/>
                  </a:lnTo>
                  <a:lnTo>
                    <a:pt x="30802" y="13331"/>
                  </a:lnTo>
                  <a:lnTo>
                    <a:pt x="29920" y="13062"/>
                  </a:lnTo>
                  <a:lnTo>
                    <a:pt x="29779" y="13229"/>
                  </a:lnTo>
                  <a:lnTo>
                    <a:pt x="29728" y="13075"/>
                  </a:lnTo>
                  <a:lnTo>
                    <a:pt x="29473" y="12832"/>
                  </a:lnTo>
                  <a:lnTo>
                    <a:pt x="29243" y="12679"/>
                  </a:lnTo>
                  <a:lnTo>
                    <a:pt x="28693" y="12589"/>
                  </a:lnTo>
                  <a:lnTo>
                    <a:pt x="28361" y="12398"/>
                  </a:lnTo>
                  <a:lnTo>
                    <a:pt x="27811" y="12372"/>
                  </a:lnTo>
                  <a:lnTo>
                    <a:pt x="27402" y="12398"/>
                  </a:lnTo>
                  <a:lnTo>
                    <a:pt x="27159" y="12321"/>
                  </a:lnTo>
                  <a:lnTo>
                    <a:pt x="26456" y="12193"/>
                  </a:lnTo>
                  <a:lnTo>
                    <a:pt x="26431" y="12283"/>
                  </a:lnTo>
                  <a:lnTo>
                    <a:pt x="26367" y="12372"/>
                  </a:lnTo>
                  <a:lnTo>
                    <a:pt x="26252" y="12027"/>
                  </a:lnTo>
                  <a:lnTo>
                    <a:pt x="26099" y="11887"/>
                  </a:lnTo>
                  <a:lnTo>
                    <a:pt x="25728" y="11695"/>
                  </a:lnTo>
                  <a:lnTo>
                    <a:pt x="25332" y="11593"/>
                  </a:lnTo>
                  <a:lnTo>
                    <a:pt x="25268" y="11375"/>
                  </a:lnTo>
                  <a:lnTo>
                    <a:pt x="25050" y="11222"/>
                  </a:lnTo>
                  <a:lnTo>
                    <a:pt x="24808" y="11388"/>
                  </a:lnTo>
                  <a:lnTo>
                    <a:pt x="24590" y="11669"/>
                  </a:lnTo>
                  <a:lnTo>
                    <a:pt x="24910" y="12091"/>
                  </a:lnTo>
                  <a:lnTo>
                    <a:pt x="25204" y="12321"/>
                  </a:lnTo>
                  <a:lnTo>
                    <a:pt x="25306" y="12168"/>
                  </a:lnTo>
                  <a:lnTo>
                    <a:pt x="25485" y="12219"/>
                  </a:lnTo>
                  <a:lnTo>
                    <a:pt x="25549" y="12411"/>
                  </a:lnTo>
                  <a:lnTo>
                    <a:pt x="25856" y="12500"/>
                  </a:lnTo>
                  <a:lnTo>
                    <a:pt x="26329" y="12411"/>
                  </a:lnTo>
                  <a:lnTo>
                    <a:pt x="25945" y="12513"/>
                  </a:lnTo>
                  <a:lnTo>
                    <a:pt x="26150" y="12794"/>
                  </a:lnTo>
                  <a:lnTo>
                    <a:pt x="26380" y="13113"/>
                  </a:lnTo>
                  <a:lnTo>
                    <a:pt x="26648" y="13280"/>
                  </a:lnTo>
                  <a:lnTo>
                    <a:pt x="26469" y="13510"/>
                  </a:lnTo>
                  <a:lnTo>
                    <a:pt x="26277" y="13753"/>
                  </a:lnTo>
                  <a:lnTo>
                    <a:pt x="26099" y="13778"/>
                  </a:lnTo>
                  <a:lnTo>
                    <a:pt x="25932" y="13791"/>
                  </a:lnTo>
                  <a:lnTo>
                    <a:pt x="25766" y="13791"/>
                  </a:lnTo>
                  <a:lnTo>
                    <a:pt x="25728" y="13931"/>
                  </a:lnTo>
                  <a:lnTo>
                    <a:pt x="25830" y="14085"/>
                  </a:lnTo>
                  <a:lnTo>
                    <a:pt x="25536" y="14289"/>
                  </a:lnTo>
                  <a:lnTo>
                    <a:pt x="25178" y="14264"/>
                  </a:lnTo>
                  <a:lnTo>
                    <a:pt x="25166" y="14225"/>
                  </a:lnTo>
                  <a:lnTo>
                    <a:pt x="25153" y="14136"/>
                  </a:lnTo>
                  <a:lnTo>
                    <a:pt x="25153" y="14008"/>
                  </a:lnTo>
                  <a:lnTo>
                    <a:pt x="25166" y="13829"/>
                  </a:lnTo>
                  <a:lnTo>
                    <a:pt x="25447" y="13778"/>
                  </a:lnTo>
                  <a:lnTo>
                    <a:pt x="25536" y="13625"/>
                  </a:lnTo>
                  <a:lnTo>
                    <a:pt x="25421" y="13625"/>
                  </a:lnTo>
                  <a:lnTo>
                    <a:pt x="25204" y="13612"/>
                  </a:lnTo>
                  <a:lnTo>
                    <a:pt x="25153" y="13612"/>
                  </a:lnTo>
                  <a:lnTo>
                    <a:pt x="25127" y="13599"/>
                  </a:lnTo>
                  <a:lnTo>
                    <a:pt x="25127" y="13586"/>
                  </a:lnTo>
                  <a:lnTo>
                    <a:pt x="25127" y="13574"/>
                  </a:lnTo>
                  <a:lnTo>
                    <a:pt x="25153" y="13535"/>
                  </a:lnTo>
                  <a:lnTo>
                    <a:pt x="25166" y="13522"/>
                  </a:lnTo>
                  <a:lnTo>
                    <a:pt x="25012" y="13407"/>
                  </a:lnTo>
                  <a:lnTo>
                    <a:pt x="24782" y="13407"/>
                  </a:lnTo>
                  <a:lnTo>
                    <a:pt x="24258" y="13650"/>
                  </a:lnTo>
                  <a:lnTo>
                    <a:pt x="23939" y="13957"/>
                  </a:lnTo>
                  <a:lnTo>
                    <a:pt x="23466" y="14034"/>
                  </a:lnTo>
                  <a:lnTo>
                    <a:pt x="23402" y="13906"/>
                  </a:lnTo>
                  <a:lnTo>
                    <a:pt x="23121" y="13906"/>
                  </a:lnTo>
                  <a:lnTo>
                    <a:pt x="22929" y="13893"/>
                  </a:lnTo>
                  <a:lnTo>
                    <a:pt x="22827" y="13893"/>
                  </a:lnTo>
                  <a:lnTo>
                    <a:pt x="22814" y="13868"/>
                  </a:lnTo>
                  <a:lnTo>
                    <a:pt x="22788" y="13816"/>
                  </a:lnTo>
                  <a:lnTo>
                    <a:pt x="22776" y="13765"/>
                  </a:lnTo>
                  <a:lnTo>
                    <a:pt x="22699" y="13765"/>
                  </a:lnTo>
                  <a:lnTo>
                    <a:pt x="22635" y="13919"/>
                  </a:lnTo>
                  <a:lnTo>
                    <a:pt x="22367" y="13970"/>
                  </a:lnTo>
                  <a:lnTo>
                    <a:pt x="21906" y="14200"/>
                  </a:lnTo>
                  <a:lnTo>
                    <a:pt x="21753" y="14519"/>
                  </a:lnTo>
                  <a:lnTo>
                    <a:pt x="21306" y="14353"/>
                  </a:lnTo>
                  <a:lnTo>
                    <a:pt x="20795" y="14353"/>
                  </a:lnTo>
                  <a:lnTo>
                    <a:pt x="21127" y="14213"/>
                  </a:lnTo>
                  <a:lnTo>
                    <a:pt x="21127" y="14046"/>
                  </a:lnTo>
                  <a:lnTo>
                    <a:pt x="21037" y="13919"/>
                  </a:lnTo>
                  <a:lnTo>
                    <a:pt x="20795" y="13663"/>
                  </a:lnTo>
                  <a:lnTo>
                    <a:pt x="21523" y="13510"/>
                  </a:lnTo>
                  <a:lnTo>
                    <a:pt x="21600" y="13407"/>
                  </a:lnTo>
                  <a:lnTo>
                    <a:pt x="21600" y="13407"/>
                  </a:lnTo>
                  <a:lnTo>
                    <a:pt x="20922" y="13510"/>
                  </a:lnTo>
                  <a:lnTo>
                    <a:pt x="19989" y="13714"/>
                  </a:lnTo>
                  <a:lnTo>
                    <a:pt x="20143" y="13957"/>
                  </a:lnTo>
                  <a:lnTo>
                    <a:pt x="20143" y="14392"/>
                  </a:lnTo>
                  <a:lnTo>
                    <a:pt x="19798" y="14315"/>
                  </a:lnTo>
                  <a:lnTo>
                    <a:pt x="19516" y="14034"/>
                  </a:lnTo>
                  <a:lnTo>
                    <a:pt x="19005" y="14277"/>
                  </a:lnTo>
                  <a:lnTo>
                    <a:pt x="17804" y="14864"/>
                  </a:lnTo>
                  <a:lnTo>
                    <a:pt x="16385" y="15606"/>
                  </a:lnTo>
                  <a:lnTo>
                    <a:pt x="16270" y="16360"/>
                  </a:lnTo>
                  <a:lnTo>
                    <a:pt x="15350" y="16500"/>
                  </a:lnTo>
                  <a:lnTo>
                    <a:pt x="14570" y="16309"/>
                  </a:lnTo>
                  <a:lnTo>
                    <a:pt x="14558" y="15964"/>
                  </a:lnTo>
                  <a:lnTo>
                    <a:pt x="13931" y="15887"/>
                  </a:lnTo>
                  <a:lnTo>
                    <a:pt x="14136" y="15337"/>
                  </a:lnTo>
                  <a:lnTo>
                    <a:pt x="14660" y="15222"/>
                  </a:lnTo>
                  <a:lnTo>
                    <a:pt x="14685" y="15184"/>
                  </a:lnTo>
                  <a:lnTo>
                    <a:pt x="14711" y="15094"/>
                  </a:lnTo>
                  <a:lnTo>
                    <a:pt x="14711" y="15043"/>
                  </a:lnTo>
                  <a:lnTo>
                    <a:pt x="14711" y="14979"/>
                  </a:lnTo>
                  <a:lnTo>
                    <a:pt x="14698" y="14928"/>
                  </a:lnTo>
                  <a:lnTo>
                    <a:pt x="14660" y="14864"/>
                  </a:lnTo>
                  <a:lnTo>
                    <a:pt x="14328" y="14468"/>
                  </a:lnTo>
                  <a:lnTo>
                    <a:pt x="13548" y="14225"/>
                  </a:lnTo>
                  <a:lnTo>
                    <a:pt x="13241" y="14225"/>
                  </a:lnTo>
                  <a:lnTo>
                    <a:pt x="12871" y="13714"/>
                  </a:lnTo>
                  <a:lnTo>
                    <a:pt x="12410" y="13714"/>
                  </a:lnTo>
                  <a:lnTo>
                    <a:pt x="12206" y="13804"/>
                  </a:lnTo>
                  <a:lnTo>
                    <a:pt x="12730" y="14136"/>
                  </a:lnTo>
                  <a:lnTo>
                    <a:pt x="13279" y="14698"/>
                  </a:lnTo>
                  <a:lnTo>
                    <a:pt x="13228" y="15222"/>
                  </a:lnTo>
                  <a:lnTo>
                    <a:pt x="12934" y="15695"/>
                  </a:lnTo>
                  <a:lnTo>
                    <a:pt x="13228" y="15810"/>
                  </a:lnTo>
                  <a:lnTo>
                    <a:pt x="13356" y="16385"/>
                  </a:lnTo>
                  <a:lnTo>
                    <a:pt x="13126" y="16743"/>
                  </a:lnTo>
                  <a:lnTo>
                    <a:pt x="12768" y="16475"/>
                  </a:lnTo>
                  <a:lnTo>
                    <a:pt x="12410" y="16436"/>
                  </a:lnTo>
                  <a:lnTo>
                    <a:pt x="11925" y="16104"/>
                  </a:lnTo>
                  <a:lnTo>
                    <a:pt x="11567" y="16027"/>
                  </a:lnTo>
                  <a:lnTo>
                    <a:pt x="11043" y="16769"/>
                  </a:lnTo>
                  <a:lnTo>
                    <a:pt x="10506" y="17063"/>
                  </a:lnTo>
                  <a:lnTo>
                    <a:pt x="10187" y="17548"/>
                  </a:lnTo>
                  <a:lnTo>
                    <a:pt x="9790" y="17548"/>
                  </a:lnTo>
                  <a:lnTo>
                    <a:pt x="9599" y="17791"/>
                  </a:lnTo>
                  <a:lnTo>
                    <a:pt x="9803" y="18290"/>
                  </a:lnTo>
                  <a:lnTo>
                    <a:pt x="10314" y="18903"/>
                  </a:lnTo>
                  <a:lnTo>
                    <a:pt x="10110" y="19031"/>
                  </a:lnTo>
                  <a:lnTo>
                    <a:pt x="9675" y="19159"/>
                  </a:lnTo>
                  <a:lnTo>
                    <a:pt x="9177" y="19005"/>
                  </a:lnTo>
                  <a:lnTo>
                    <a:pt x="8793" y="18993"/>
                  </a:lnTo>
                  <a:lnTo>
                    <a:pt x="8436" y="18660"/>
                  </a:lnTo>
                  <a:lnTo>
                    <a:pt x="7950" y="18430"/>
                  </a:lnTo>
                  <a:lnTo>
                    <a:pt x="7771" y="18571"/>
                  </a:lnTo>
                  <a:lnTo>
                    <a:pt x="7618" y="18839"/>
                  </a:lnTo>
                  <a:lnTo>
                    <a:pt x="7515" y="18839"/>
                  </a:lnTo>
                  <a:lnTo>
                    <a:pt x="7336" y="18903"/>
                  </a:lnTo>
                  <a:lnTo>
                    <a:pt x="7720" y="19274"/>
                  </a:lnTo>
                  <a:lnTo>
                    <a:pt x="7963" y="19542"/>
                  </a:lnTo>
                  <a:lnTo>
                    <a:pt x="8346" y="19542"/>
                  </a:lnTo>
                  <a:lnTo>
                    <a:pt x="8576" y="19708"/>
                  </a:lnTo>
                  <a:lnTo>
                    <a:pt x="8576" y="19989"/>
                  </a:lnTo>
                  <a:lnTo>
                    <a:pt x="8563" y="19964"/>
                  </a:lnTo>
                  <a:lnTo>
                    <a:pt x="8103" y="20258"/>
                  </a:lnTo>
                  <a:lnTo>
                    <a:pt x="7745" y="20079"/>
                  </a:lnTo>
                  <a:lnTo>
                    <a:pt x="7515" y="19977"/>
                  </a:lnTo>
                  <a:lnTo>
                    <a:pt x="7273" y="19887"/>
                  </a:lnTo>
                  <a:lnTo>
                    <a:pt x="6979" y="19657"/>
                  </a:lnTo>
                  <a:lnTo>
                    <a:pt x="6979" y="19529"/>
                  </a:lnTo>
                  <a:lnTo>
                    <a:pt x="6135" y="19529"/>
                  </a:lnTo>
                  <a:lnTo>
                    <a:pt x="5982" y="19261"/>
                  </a:lnTo>
                  <a:lnTo>
                    <a:pt x="5879" y="18775"/>
                  </a:lnTo>
                  <a:lnTo>
                    <a:pt x="5483" y="18328"/>
                  </a:lnTo>
                  <a:lnTo>
                    <a:pt x="5726" y="18047"/>
                  </a:lnTo>
                  <a:lnTo>
                    <a:pt x="5764" y="17612"/>
                  </a:lnTo>
                  <a:lnTo>
                    <a:pt x="5266" y="17254"/>
                  </a:lnTo>
                  <a:lnTo>
                    <a:pt x="4576" y="16884"/>
                  </a:lnTo>
                  <a:lnTo>
                    <a:pt x="4269" y="16449"/>
                  </a:lnTo>
                  <a:lnTo>
                    <a:pt x="3643" y="15759"/>
                  </a:lnTo>
                  <a:lnTo>
                    <a:pt x="3809" y="15606"/>
                  </a:lnTo>
                  <a:lnTo>
                    <a:pt x="4282" y="15823"/>
                  </a:lnTo>
                  <a:lnTo>
                    <a:pt x="5560" y="16590"/>
                  </a:lnTo>
                  <a:lnTo>
                    <a:pt x="6340" y="16743"/>
                  </a:lnTo>
                  <a:lnTo>
                    <a:pt x="7515" y="16935"/>
                  </a:lnTo>
                  <a:lnTo>
                    <a:pt x="8231" y="17075"/>
                  </a:lnTo>
                  <a:lnTo>
                    <a:pt x="8883" y="16960"/>
                  </a:lnTo>
                  <a:lnTo>
                    <a:pt x="9650" y="16321"/>
                  </a:lnTo>
                  <a:lnTo>
                    <a:pt x="9752" y="15478"/>
                  </a:lnTo>
                  <a:lnTo>
                    <a:pt x="9241" y="14417"/>
                  </a:lnTo>
                  <a:lnTo>
                    <a:pt x="8436" y="14008"/>
                  </a:lnTo>
                  <a:lnTo>
                    <a:pt x="7733" y="13510"/>
                  </a:lnTo>
                  <a:lnTo>
                    <a:pt x="6889" y="13037"/>
                  </a:lnTo>
                  <a:lnTo>
                    <a:pt x="5879" y="12998"/>
                  </a:lnTo>
                  <a:lnTo>
                    <a:pt x="5509" y="12871"/>
                  </a:lnTo>
                  <a:lnTo>
                    <a:pt x="5240" y="12768"/>
                  </a:lnTo>
                  <a:lnTo>
                    <a:pt x="5151" y="12730"/>
                  </a:lnTo>
                  <a:lnTo>
                    <a:pt x="5113" y="12717"/>
                  </a:lnTo>
                  <a:lnTo>
                    <a:pt x="5036" y="12641"/>
                  </a:lnTo>
                  <a:lnTo>
                    <a:pt x="4883" y="12538"/>
                  </a:lnTo>
                  <a:lnTo>
                    <a:pt x="4653" y="12398"/>
                  </a:lnTo>
                  <a:lnTo>
                    <a:pt x="3732" y="12398"/>
                  </a:lnTo>
                  <a:lnTo>
                    <a:pt x="2199" y="12232"/>
                  </a:lnTo>
                  <a:lnTo>
                    <a:pt x="2199" y="12104"/>
                  </a:lnTo>
                  <a:lnTo>
                    <a:pt x="2646" y="12027"/>
                  </a:lnTo>
                  <a:lnTo>
                    <a:pt x="2378" y="11835"/>
                  </a:lnTo>
                  <a:lnTo>
                    <a:pt x="2020" y="11887"/>
                  </a:lnTo>
                  <a:lnTo>
                    <a:pt x="1687" y="12104"/>
                  </a:lnTo>
                  <a:lnTo>
                    <a:pt x="1547" y="12206"/>
                  </a:lnTo>
                  <a:lnTo>
                    <a:pt x="1100" y="12104"/>
                  </a:lnTo>
                  <a:lnTo>
                    <a:pt x="1048" y="12296"/>
                  </a:lnTo>
                  <a:lnTo>
                    <a:pt x="703" y="12653"/>
                  </a:lnTo>
                  <a:lnTo>
                    <a:pt x="691" y="12909"/>
                  </a:lnTo>
                  <a:lnTo>
                    <a:pt x="13" y="13280"/>
                  </a:lnTo>
                  <a:lnTo>
                    <a:pt x="0" y="13356"/>
                  </a:lnTo>
                  <a:lnTo>
                    <a:pt x="64" y="13420"/>
                  </a:lnTo>
                  <a:lnTo>
                    <a:pt x="39" y="13740"/>
                  </a:lnTo>
                  <a:lnTo>
                    <a:pt x="601" y="14059"/>
                  </a:lnTo>
                  <a:lnTo>
                    <a:pt x="1138" y="14583"/>
                  </a:lnTo>
                  <a:lnTo>
                    <a:pt x="1138" y="14967"/>
                  </a:lnTo>
                  <a:lnTo>
                    <a:pt x="882" y="15465"/>
                  </a:lnTo>
                  <a:lnTo>
                    <a:pt x="1087" y="15759"/>
                  </a:lnTo>
                  <a:lnTo>
                    <a:pt x="1764" y="16424"/>
                  </a:lnTo>
                  <a:lnTo>
                    <a:pt x="1764" y="17024"/>
                  </a:lnTo>
                  <a:lnTo>
                    <a:pt x="2020" y="17318"/>
                  </a:lnTo>
                  <a:lnTo>
                    <a:pt x="2084" y="17740"/>
                  </a:lnTo>
                  <a:lnTo>
                    <a:pt x="2378" y="17855"/>
                  </a:lnTo>
                  <a:lnTo>
                    <a:pt x="2441" y="18111"/>
                  </a:lnTo>
                  <a:lnTo>
                    <a:pt x="2710" y="18481"/>
                  </a:lnTo>
                  <a:lnTo>
                    <a:pt x="2646" y="19018"/>
                  </a:lnTo>
                  <a:lnTo>
                    <a:pt x="3055" y="19402"/>
                  </a:lnTo>
                  <a:lnTo>
                    <a:pt x="3387" y="19402"/>
                  </a:lnTo>
                  <a:lnTo>
                    <a:pt x="3962" y="19989"/>
                  </a:lnTo>
                  <a:lnTo>
                    <a:pt x="3924" y="20335"/>
                  </a:lnTo>
                  <a:lnTo>
                    <a:pt x="3579" y="21063"/>
                  </a:lnTo>
                  <a:lnTo>
                    <a:pt x="2710" y="21983"/>
                  </a:lnTo>
                  <a:lnTo>
                    <a:pt x="2020" y="22814"/>
                  </a:lnTo>
                  <a:lnTo>
                    <a:pt x="1828" y="23364"/>
                  </a:lnTo>
                  <a:lnTo>
                    <a:pt x="1828" y="23504"/>
                  </a:lnTo>
                  <a:lnTo>
                    <a:pt x="1981" y="23389"/>
                  </a:lnTo>
                  <a:lnTo>
                    <a:pt x="2084" y="23466"/>
                  </a:lnTo>
                  <a:lnTo>
                    <a:pt x="2020" y="23657"/>
                  </a:lnTo>
                  <a:lnTo>
                    <a:pt x="2109" y="24041"/>
                  </a:lnTo>
                  <a:lnTo>
                    <a:pt x="3017" y="24386"/>
                  </a:lnTo>
                  <a:lnTo>
                    <a:pt x="3106" y="24680"/>
                  </a:lnTo>
                  <a:lnTo>
                    <a:pt x="3259" y="25038"/>
                  </a:lnTo>
                  <a:lnTo>
                    <a:pt x="2978" y="25012"/>
                  </a:lnTo>
                  <a:lnTo>
                    <a:pt x="1751" y="24820"/>
                  </a:lnTo>
                  <a:lnTo>
                    <a:pt x="1406" y="24923"/>
                  </a:lnTo>
                  <a:lnTo>
                    <a:pt x="1393" y="25127"/>
                  </a:lnTo>
                  <a:lnTo>
                    <a:pt x="1048" y="25127"/>
                  </a:lnTo>
                  <a:lnTo>
                    <a:pt x="831" y="25229"/>
                  </a:lnTo>
                  <a:lnTo>
                    <a:pt x="780" y="25306"/>
                  </a:lnTo>
                  <a:lnTo>
                    <a:pt x="678" y="25562"/>
                  </a:lnTo>
                  <a:lnTo>
                    <a:pt x="972" y="25690"/>
                  </a:lnTo>
                  <a:lnTo>
                    <a:pt x="780" y="25792"/>
                  </a:lnTo>
                  <a:lnTo>
                    <a:pt x="550" y="25792"/>
                  </a:lnTo>
                  <a:lnTo>
                    <a:pt x="486" y="26086"/>
                  </a:lnTo>
                  <a:lnTo>
                    <a:pt x="460" y="26661"/>
                  </a:lnTo>
                  <a:lnTo>
                    <a:pt x="345" y="26661"/>
                  </a:lnTo>
                  <a:lnTo>
                    <a:pt x="358" y="26827"/>
                  </a:lnTo>
                  <a:lnTo>
                    <a:pt x="780" y="26904"/>
                  </a:lnTo>
                  <a:lnTo>
                    <a:pt x="780" y="27223"/>
                  </a:lnTo>
                  <a:lnTo>
                    <a:pt x="576" y="27223"/>
                  </a:lnTo>
                  <a:lnTo>
                    <a:pt x="563" y="27210"/>
                  </a:lnTo>
                  <a:lnTo>
                    <a:pt x="486" y="27556"/>
                  </a:lnTo>
                  <a:lnTo>
                    <a:pt x="729" y="27824"/>
                  </a:lnTo>
                  <a:lnTo>
                    <a:pt x="601" y="28220"/>
                  </a:lnTo>
                  <a:lnTo>
                    <a:pt x="729" y="28667"/>
                  </a:lnTo>
                  <a:lnTo>
                    <a:pt x="831" y="29217"/>
                  </a:lnTo>
                  <a:lnTo>
                    <a:pt x="1355" y="29268"/>
                  </a:lnTo>
                  <a:lnTo>
                    <a:pt x="1355" y="29434"/>
                  </a:lnTo>
                  <a:lnTo>
                    <a:pt x="1560" y="29345"/>
                  </a:lnTo>
                  <a:lnTo>
                    <a:pt x="1828" y="29588"/>
                  </a:lnTo>
                  <a:lnTo>
                    <a:pt x="2007" y="29588"/>
                  </a:lnTo>
                  <a:lnTo>
                    <a:pt x="2326" y="29447"/>
                  </a:lnTo>
                  <a:lnTo>
                    <a:pt x="2838" y="29600"/>
                  </a:lnTo>
                  <a:lnTo>
                    <a:pt x="2838" y="29907"/>
                  </a:lnTo>
                  <a:lnTo>
                    <a:pt x="2953" y="29907"/>
                  </a:lnTo>
                  <a:lnTo>
                    <a:pt x="3093" y="30137"/>
                  </a:lnTo>
                  <a:lnTo>
                    <a:pt x="2991" y="30342"/>
                  </a:lnTo>
                  <a:lnTo>
                    <a:pt x="3208" y="30495"/>
                  </a:lnTo>
                  <a:lnTo>
                    <a:pt x="2991" y="30700"/>
                  </a:lnTo>
                  <a:lnTo>
                    <a:pt x="3042" y="30853"/>
                  </a:lnTo>
                  <a:lnTo>
                    <a:pt x="3311" y="30815"/>
                  </a:lnTo>
                  <a:lnTo>
                    <a:pt x="3311" y="31211"/>
                  </a:lnTo>
                  <a:lnTo>
                    <a:pt x="3617" y="31415"/>
                  </a:lnTo>
                  <a:lnTo>
                    <a:pt x="3886" y="31441"/>
                  </a:lnTo>
                  <a:lnTo>
                    <a:pt x="3745" y="31760"/>
                  </a:lnTo>
                  <a:lnTo>
                    <a:pt x="4077" y="31837"/>
                  </a:lnTo>
                  <a:lnTo>
                    <a:pt x="4474" y="32131"/>
                  </a:lnTo>
                  <a:lnTo>
                    <a:pt x="3937" y="32757"/>
                  </a:lnTo>
                  <a:lnTo>
                    <a:pt x="3541" y="32566"/>
                  </a:lnTo>
                  <a:lnTo>
                    <a:pt x="3362" y="32566"/>
                  </a:lnTo>
                  <a:lnTo>
                    <a:pt x="3426" y="32668"/>
                  </a:lnTo>
                  <a:lnTo>
                    <a:pt x="3438" y="32923"/>
                  </a:lnTo>
                  <a:lnTo>
                    <a:pt x="3528" y="33473"/>
                  </a:lnTo>
                  <a:lnTo>
                    <a:pt x="3681" y="33639"/>
                  </a:lnTo>
                  <a:lnTo>
                    <a:pt x="4001" y="33486"/>
                  </a:lnTo>
                  <a:lnTo>
                    <a:pt x="4371" y="33268"/>
                  </a:lnTo>
                  <a:lnTo>
                    <a:pt x="5125" y="33256"/>
                  </a:lnTo>
                  <a:lnTo>
                    <a:pt x="5483" y="33677"/>
                  </a:lnTo>
                  <a:lnTo>
                    <a:pt x="5828" y="34074"/>
                  </a:lnTo>
                  <a:lnTo>
                    <a:pt x="5522" y="34227"/>
                  </a:lnTo>
                  <a:lnTo>
                    <a:pt x="5662" y="34483"/>
                  </a:lnTo>
                  <a:lnTo>
                    <a:pt x="6007" y="34483"/>
                  </a:lnTo>
                  <a:lnTo>
                    <a:pt x="6391" y="34751"/>
                  </a:lnTo>
                  <a:lnTo>
                    <a:pt x="6672" y="35339"/>
                  </a:lnTo>
                  <a:lnTo>
                    <a:pt x="6991" y="35339"/>
                  </a:lnTo>
                  <a:lnTo>
                    <a:pt x="7400" y="35467"/>
                  </a:lnTo>
                  <a:lnTo>
                    <a:pt x="7822" y="35467"/>
                  </a:lnTo>
                  <a:lnTo>
                    <a:pt x="8321" y="35224"/>
                  </a:lnTo>
                  <a:lnTo>
                    <a:pt x="8474" y="35710"/>
                  </a:lnTo>
                  <a:lnTo>
                    <a:pt x="8793" y="35710"/>
                  </a:lnTo>
                  <a:lnTo>
                    <a:pt x="9356" y="35952"/>
                  </a:lnTo>
                  <a:lnTo>
                    <a:pt x="9816" y="36106"/>
                  </a:lnTo>
                  <a:lnTo>
                    <a:pt x="10148" y="36106"/>
                  </a:lnTo>
                  <a:lnTo>
                    <a:pt x="10148" y="36630"/>
                  </a:lnTo>
                  <a:lnTo>
                    <a:pt x="9995" y="36834"/>
                  </a:lnTo>
                  <a:lnTo>
                    <a:pt x="10225" y="37064"/>
                  </a:lnTo>
                  <a:lnTo>
                    <a:pt x="9905" y="37077"/>
                  </a:lnTo>
                  <a:lnTo>
                    <a:pt x="9918" y="37294"/>
                  </a:lnTo>
                  <a:lnTo>
                    <a:pt x="10161" y="37524"/>
                  </a:lnTo>
                  <a:lnTo>
                    <a:pt x="9957" y="38036"/>
                  </a:lnTo>
                  <a:lnTo>
                    <a:pt x="9471" y="38036"/>
                  </a:lnTo>
                  <a:lnTo>
                    <a:pt x="9100" y="38304"/>
                  </a:lnTo>
                  <a:lnTo>
                    <a:pt x="8832" y="38304"/>
                  </a:lnTo>
                  <a:lnTo>
                    <a:pt x="8730" y="38764"/>
                  </a:lnTo>
                  <a:lnTo>
                    <a:pt x="8742" y="38764"/>
                  </a:lnTo>
                  <a:lnTo>
                    <a:pt x="9113" y="38726"/>
                  </a:lnTo>
                  <a:lnTo>
                    <a:pt x="9126" y="38649"/>
                  </a:lnTo>
                  <a:lnTo>
                    <a:pt x="9317" y="38598"/>
                  </a:lnTo>
                  <a:lnTo>
                    <a:pt x="9445" y="38739"/>
                  </a:lnTo>
                  <a:lnTo>
                    <a:pt x="9317" y="38854"/>
                  </a:lnTo>
                  <a:lnTo>
                    <a:pt x="9266" y="38969"/>
                  </a:lnTo>
                  <a:lnTo>
                    <a:pt x="8896" y="38969"/>
                  </a:lnTo>
                  <a:lnTo>
                    <a:pt x="8845" y="39122"/>
                  </a:lnTo>
                  <a:lnTo>
                    <a:pt x="8359" y="39250"/>
                  </a:lnTo>
                  <a:lnTo>
                    <a:pt x="8231" y="39378"/>
                  </a:lnTo>
                  <a:lnTo>
                    <a:pt x="8436" y="39480"/>
                  </a:lnTo>
                  <a:lnTo>
                    <a:pt x="8538" y="39480"/>
                  </a:lnTo>
                  <a:lnTo>
                    <a:pt x="8806" y="39569"/>
                  </a:lnTo>
                  <a:lnTo>
                    <a:pt x="8972" y="39620"/>
                  </a:lnTo>
                  <a:lnTo>
                    <a:pt x="8857" y="39761"/>
                  </a:lnTo>
                  <a:lnTo>
                    <a:pt x="8653" y="39787"/>
                  </a:lnTo>
                  <a:lnTo>
                    <a:pt x="8500" y="39876"/>
                  </a:lnTo>
                  <a:lnTo>
                    <a:pt x="8410" y="40055"/>
                  </a:lnTo>
                  <a:lnTo>
                    <a:pt x="8269" y="40119"/>
                  </a:lnTo>
                  <a:lnTo>
                    <a:pt x="8269" y="40144"/>
                  </a:lnTo>
                  <a:lnTo>
                    <a:pt x="8282" y="40208"/>
                  </a:lnTo>
                  <a:lnTo>
                    <a:pt x="8295" y="40285"/>
                  </a:lnTo>
                  <a:lnTo>
                    <a:pt x="8321" y="40515"/>
                  </a:lnTo>
                  <a:lnTo>
                    <a:pt x="7963" y="40553"/>
                  </a:lnTo>
                  <a:lnTo>
                    <a:pt x="7745" y="40489"/>
                  </a:lnTo>
                  <a:lnTo>
                    <a:pt x="7643" y="40515"/>
                  </a:lnTo>
                  <a:lnTo>
                    <a:pt x="7618" y="40605"/>
                  </a:lnTo>
                  <a:lnTo>
                    <a:pt x="7515" y="40668"/>
                  </a:lnTo>
                  <a:lnTo>
                    <a:pt x="7656" y="40732"/>
                  </a:lnTo>
                  <a:lnTo>
                    <a:pt x="7771" y="40720"/>
                  </a:lnTo>
                  <a:lnTo>
                    <a:pt x="7976" y="40758"/>
                  </a:lnTo>
                  <a:lnTo>
                    <a:pt x="7950" y="40962"/>
                  </a:lnTo>
                  <a:lnTo>
                    <a:pt x="8027" y="41154"/>
                  </a:lnTo>
                  <a:lnTo>
                    <a:pt x="8333" y="41167"/>
                  </a:lnTo>
                  <a:lnTo>
                    <a:pt x="8525" y="41205"/>
                  </a:lnTo>
                  <a:lnTo>
                    <a:pt x="8615" y="41371"/>
                  </a:lnTo>
                  <a:lnTo>
                    <a:pt x="8781" y="41410"/>
                  </a:lnTo>
                  <a:lnTo>
                    <a:pt x="8819" y="41499"/>
                  </a:lnTo>
                  <a:lnTo>
                    <a:pt x="9087" y="41512"/>
                  </a:lnTo>
                  <a:lnTo>
                    <a:pt x="9343" y="41589"/>
                  </a:lnTo>
                  <a:lnTo>
                    <a:pt x="9509" y="41806"/>
                  </a:lnTo>
                  <a:lnTo>
                    <a:pt x="9842" y="42087"/>
                  </a:lnTo>
                  <a:lnTo>
                    <a:pt x="10148" y="42304"/>
                  </a:lnTo>
                  <a:lnTo>
                    <a:pt x="10238" y="42240"/>
                  </a:lnTo>
                  <a:lnTo>
                    <a:pt x="10340" y="42138"/>
                  </a:lnTo>
                  <a:lnTo>
                    <a:pt x="11081" y="42266"/>
                  </a:lnTo>
                  <a:lnTo>
                    <a:pt x="11682" y="42496"/>
                  </a:lnTo>
                  <a:lnTo>
                    <a:pt x="12589" y="42496"/>
                  </a:lnTo>
                  <a:lnTo>
                    <a:pt x="12973" y="42790"/>
                  </a:lnTo>
                  <a:lnTo>
                    <a:pt x="13203" y="42803"/>
                  </a:lnTo>
                  <a:lnTo>
                    <a:pt x="13292" y="43097"/>
                  </a:lnTo>
                  <a:lnTo>
                    <a:pt x="13318" y="43135"/>
                  </a:lnTo>
                  <a:lnTo>
                    <a:pt x="13522" y="42994"/>
                  </a:lnTo>
                  <a:lnTo>
                    <a:pt x="13765" y="42931"/>
                  </a:lnTo>
                  <a:lnTo>
                    <a:pt x="14328" y="42918"/>
                  </a:lnTo>
                  <a:lnTo>
                    <a:pt x="14455" y="43058"/>
                  </a:lnTo>
                  <a:lnTo>
                    <a:pt x="14749" y="43033"/>
                  </a:lnTo>
                  <a:lnTo>
                    <a:pt x="14762" y="43237"/>
                  </a:lnTo>
                  <a:lnTo>
                    <a:pt x="14685" y="43455"/>
                  </a:lnTo>
                  <a:lnTo>
                    <a:pt x="14864" y="43544"/>
                  </a:lnTo>
                  <a:lnTo>
                    <a:pt x="15312" y="43634"/>
                  </a:lnTo>
                  <a:lnTo>
                    <a:pt x="15554" y="43864"/>
                  </a:lnTo>
                  <a:lnTo>
                    <a:pt x="15810" y="44042"/>
                  </a:lnTo>
                  <a:lnTo>
                    <a:pt x="16078" y="44336"/>
                  </a:lnTo>
                  <a:lnTo>
                    <a:pt x="16424" y="44311"/>
                  </a:lnTo>
                  <a:lnTo>
                    <a:pt x="16500" y="44055"/>
                  </a:lnTo>
                  <a:lnTo>
                    <a:pt x="16858" y="44004"/>
                  </a:lnTo>
                  <a:lnTo>
                    <a:pt x="16960" y="43774"/>
                  </a:lnTo>
                  <a:lnTo>
                    <a:pt x="16948" y="43749"/>
                  </a:lnTo>
                  <a:lnTo>
                    <a:pt x="16602" y="43352"/>
                  </a:lnTo>
                  <a:lnTo>
                    <a:pt x="16193" y="42931"/>
                  </a:lnTo>
                  <a:lnTo>
                    <a:pt x="15989" y="42637"/>
                  </a:lnTo>
                  <a:lnTo>
                    <a:pt x="16091" y="42381"/>
                  </a:lnTo>
                  <a:lnTo>
                    <a:pt x="16193" y="42189"/>
                  </a:lnTo>
                  <a:lnTo>
                    <a:pt x="16385" y="42138"/>
                  </a:lnTo>
                  <a:lnTo>
                    <a:pt x="16385" y="41998"/>
                  </a:lnTo>
                  <a:lnTo>
                    <a:pt x="16245" y="41998"/>
                  </a:lnTo>
                  <a:lnTo>
                    <a:pt x="15951" y="41946"/>
                  </a:lnTo>
                  <a:lnTo>
                    <a:pt x="15925" y="41665"/>
                  </a:lnTo>
                  <a:lnTo>
                    <a:pt x="15759" y="41627"/>
                  </a:lnTo>
                  <a:lnTo>
                    <a:pt x="15682" y="41486"/>
                  </a:lnTo>
                  <a:lnTo>
                    <a:pt x="15491" y="41486"/>
                  </a:lnTo>
                  <a:lnTo>
                    <a:pt x="15350" y="41320"/>
                  </a:lnTo>
                  <a:lnTo>
                    <a:pt x="15401" y="41103"/>
                  </a:lnTo>
                  <a:lnTo>
                    <a:pt x="15606" y="41039"/>
                  </a:lnTo>
                  <a:lnTo>
                    <a:pt x="15836" y="40937"/>
                  </a:lnTo>
                  <a:lnTo>
                    <a:pt x="15861" y="40694"/>
                  </a:lnTo>
                  <a:lnTo>
                    <a:pt x="15989" y="40489"/>
                  </a:lnTo>
                  <a:lnTo>
                    <a:pt x="16078" y="40259"/>
                  </a:lnTo>
                  <a:lnTo>
                    <a:pt x="16193" y="40208"/>
                  </a:lnTo>
                  <a:lnTo>
                    <a:pt x="16334" y="40208"/>
                  </a:lnTo>
                  <a:lnTo>
                    <a:pt x="16385" y="40247"/>
                  </a:lnTo>
                  <a:lnTo>
                    <a:pt x="16411" y="40259"/>
                  </a:lnTo>
                  <a:lnTo>
                    <a:pt x="16424" y="40259"/>
                  </a:lnTo>
                  <a:lnTo>
                    <a:pt x="16436" y="40247"/>
                  </a:lnTo>
                  <a:lnTo>
                    <a:pt x="16449" y="40234"/>
                  </a:lnTo>
                  <a:lnTo>
                    <a:pt x="16475" y="40208"/>
                  </a:lnTo>
                  <a:lnTo>
                    <a:pt x="16526" y="40183"/>
                  </a:lnTo>
                  <a:lnTo>
                    <a:pt x="16577" y="40029"/>
                  </a:lnTo>
                  <a:lnTo>
                    <a:pt x="16654" y="39991"/>
                  </a:lnTo>
                  <a:lnTo>
                    <a:pt x="16871" y="39876"/>
                  </a:lnTo>
                  <a:lnTo>
                    <a:pt x="16922" y="39761"/>
                  </a:lnTo>
                  <a:lnTo>
                    <a:pt x="17203" y="39697"/>
                  </a:lnTo>
                  <a:lnTo>
                    <a:pt x="17357" y="39582"/>
                  </a:lnTo>
                  <a:lnTo>
                    <a:pt x="16807" y="39288"/>
                  </a:lnTo>
                  <a:lnTo>
                    <a:pt x="16807" y="39020"/>
                  </a:lnTo>
                  <a:lnTo>
                    <a:pt x="17101" y="39096"/>
                  </a:lnTo>
                  <a:lnTo>
                    <a:pt x="17114" y="38841"/>
                  </a:lnTo>
                  <a:lnTo>
                    <a:pt x="16833" y="38483"/>
                  </a:lnTo>
                  <a:lnTo>
                    <a:pt x="16462" y="38189"/>
                  </a:lnTo>
                  <a:lnTo>
                    <a:pt x="15925" y="38215"/>
                  </a:lnTo>
                  <a:lnTo>
                    <a:pt x="15695" y="38061"/>
                  </a:lnTo>
                  <a:lnTo>
                    <a:pt x="15721" y="37857"/>
                  </a:lnTo>
                  <a:lnTo>
                    <a:pt x="15618" y="37588"/>
                  </a:lnTo>
                  <a:lnTo>
                    <a:pt x="15222" y="37409"/>
                  </a:lnTo>
                  <a:lnTo>
                    <a:pt x="15222" y="36924"/>
                  </a:lnTo>
                  <a:lnTo>
                    <a:pt x="15465" y="36911"/>
                  </a:lnTo>
                  <a:lnTo>
                    <a:pt x="15593" y="36809"/>
                  </a:lnTo>
                  <a:lnTo>
                    <a:pt x="15439" y="36591"/>
                  </a:lnTo>
                  <a:lnTo>
                    <a:pt x="15439" y="36170"/>
                  </a:lnTo>
                  <a:lnTo>
                    <a:pt x="15580" y="35940"/>
                  </a:lnTo>
                  <a:lnTo>
                    <a:pt x="15733" y="35812"/>
                  </a:lnTo>
                  <a:lnTo>
                    <a:pt x="15733" y="35658"/>
                  </a:lnTo>
                  <a:lnTo>
                    <a:pt x="15887" y="35403"/>
                  </a:lnTo>
                  <a:lnTo>
                    <a:pt x="16245" y="35288"/>
                  </a:lnTo>
                  <a:lnTo>
                    <a:pt x="16513" y="35684"/>
                  </a:lnTo>
                  <a:lnTo>
                    <a:pt x="16756" y="35952"/>
                  </a:lnTo>
                  <a:lnTo>
                    <a:pt x="17050" y="35876"/>
                  </a:lnTo>
                  <a:lnTo>
                    <a:pt x="16794" y="35045"/>
                  </a:lnTo>
                  <a:lnTo>
                    <a:pt x="17050" y="35071"/>
                  </a:lnTo>
                  <a:lnTo>
                    <a:pt x="17293" y="34994"/>
                  </a:lnTo>
                  <a:lnTo>
                    <a:pt x="17293" y="34636"/>
                  </a:lnTo>
                  <a:lnTo>
                    <a:pt x="17817" y="34598"/>
                  </a:lnTo>
                  <a:lnTo>
                    <a:pt x="18456" y="34150"/>
                  </a:lnTo>
                  <a:lnTo>
                    <a:pt x="18456" y="34048"/>
                  </a:lnTo>
                  <a:lnTo>
                    <a:pt x="18609" y="33984"/>
                  </a:lnTo>
                  <a:lnTo>
                    <a:pt x="18596" y="34023"/>
                  </a:lnTo>
                  <a:lnTo>
                    <a:pt x="19325" y="34253"/>
                  </a:lnTo>
                  <a:lnTo>
                    <a:pt x="19785" y="33984"/>
                  </a:lnTo>
                  <a:lnTo>
                    <a:pt x="20002" y="34253"/>
                  </a:lnTo>
                  <a:lnTo>
                    <a:pt x="20820" y="34253"/>
                  </a:lnTo>
                  <a:lnTo>
                    <a:pt x="21140" y="34636"/>
                  </a:lnTo>
                  <a:lnTo>
                    <a:pt x="21408" y="34636"/>
                  </a:lnTo>
                  <a:lnTo>
                    <a:pt x="21510" y="34981"/>
                  </a:lnTo>
                  <a:lnTo>
                    <a:pt x="21612" y="34777"/>
                  </a:lnTo>
                  <a:lnTo>
                    <a:pt x="21970" y="34840"/>
                  </a:lnTo>
                  <a:lnTo>
                    <a:pt x="22507" y="35249"/>
                  </a:lnTo>
                  <a:lnTo>
                    <a:pt x="23108" y="34662"/>
                  </a:lnTo>
                  <a:lnTo>
                    <a:pt x="23772" y="34687"/>
                  </a:lnTo>
                  <a:lnTo>
                    <a:pt x="23772" y="34904"/>
                  </a:lnTo>
                  <a:lnTo>
                    <a:pt x="24105" y="34815"/>
                  </a:lnTo>
                  <a:lnTo>
                    <a:pt x="24105" y="34636"/>
                  </a:lnTo>
                  <a:lnTo>
                    <a:pt x="24757" y="34649"/>
                  </a:lnTo>
                  <a:lnTo>
                    <a:pt x="24884" y="35083"/>
                  </a:lnTo>
                  <a:lnTo>
                    <a:pt x="25498" y="35173"/>
                  </a:lnTo>
                  <a:lnTo>
                    <a:pt x="25613" y="35262"/>
                  </a:lnTo>
                  <a:lnTo>
                    <a:pt x="25741" y="35262"/>
                  </a:lnTo>
                  <a:lnTo>
                    <a:pt x="25856" y="34981"/>
                  </a:lnTo>
                  <a:lnTo>
                    <a:pt x="26086" y="34955"/>
                  </a:lnTo>
                  <a:lnTo>
                    <a:pt x="26086" y="35122"/>
                  </a:lnTo>
                  <a:lnTo>
                    <a:pt x="26942" y="35032"/>
                  </a:lnTo>
                  <a:lnTo>
                    <a:pt x="27070" y="34662"/>
                  </a:lnTo>
                  <a:lnTo>
                    <a:pt x="27172" y="34585"/>
                  </a:lnTo>
                  <a:lnTo>
                    <a:pt x="27134" y="34585"/>
                  </a:lnTo>
                  <a:lnTo>
                    <a:pt x="27070" y="34393"/>
                  </a:lnTo>
                  <a:lnTo>
                    <a:pt x="26776" y="34342"/>
                  </a:lnTo>
                  <a:lnTo>
                    <a:pt x="26546" y="34150"/>
                  </a:lnTo>
                  <a:lnTo>
                    <a:pt x="26252" y="34150"/>
                  </a:lnTo>
                  <a:lnTo>
                    <a:pt x="26214" y="34035"/>
                  </a:lnTo>
                  <a:lnTo>
                    <a:pt x="25868" y="33869"/>
                  </a:lnTo>
                  <a:lnTo>
                    <a:pt x="25881" y="33665"/>
                  </a:lnTo>
                  <a:lnTo>
                    <a:pt x="26469" y="33588"/>
                  </a:lnTo>
                  <a:lnTo>
                    <a:pt x="26661" y="33409"/>
                  </a:lnTo>
                  <a:lnTo>
                    <a:pt x="26635" y="33256"/>
                  </a:lnTo>
                  <a:lnTo>
                    <a:pt x="26456" y="33090"/>
                  </a:lnTo>
                  <a:lnTo>
                    <a:pt x="26559" y="32859"/>
                  </a:lnTo>
                  <a:lnTo>
                    <a:pt x="26801" y="32808"/>
                  </a:lnTo>
                  <a:lnTo>
                    <a:pt x="26891" y="32655"/>
                  </a:lnTo>
                  <a:lnTo>
                    <a:pt x="27492" y="32655"/>
                  </a:lnTo>
                  <a:lnTo>
                    <a:pt x="27492" y="32604"/>
                  </a:lnTo>
                  <a:lnTo>
                    <a:pt x="27249" y="32476"/>
                  </a:lnTo>
                  <a:lnTo>
                    <a:pt x="26853" y="32387"/>
                  </a:lnTo>
                  <a:lnTo>
                    <a:pt x="26993" y="32208"/>
                  </a:lnTo>
                  <a:lnTo>
                    <a:pt x="26623" y="32029"/>
                  </a:lnTo>
                  <a:lnTo>
                    <a:pt x="26623" y="31722"/>
                  </a:lnTo>
                  <a:lnTo>
                    <a:pt x="26878" y="31492"/>
                  </a:lnTo>
                  <a:lnTo>
                    <a:pt x="27683" y="31492"/>
                  </a:lnTo>
                  <a:lnTo>
                    <a:pt x="28182" y="31556"/>
                  </a:lnTo>
                  <a:lnTo>
                    <a:pt x="28936" y="31249"/>
                  </a:lnTo>
                  <a:lnTo>
                    <a:pt x="29473" y="31249"/>
                  </a:lnTo>
                  <a:lnTo>
                    <a:pt x="29933" y="31172"/>
                  </a:lnTo>
                  <a:lnTo>
                    <a:pt x="30137" y="30904"/>
                  </a:lnTo>
                  <a:lnTo>
                    <a:pt x="30878" y="30802"/>
                  </a:lnTo>
                  <a:lnTo>
                    <a:pt x="31709" y="30700"/>
                  </a:lnTo>
                  <a:lnTo>
                    <a:pt x="32438" y="30406"/>
                  </a:lnTo>
                  <a:lnTo>
                    <a:pt x="32489" y="30252"/>
                  </a:lnTo>
                  <a:lnTo>
                    <a:pt x="32744" y="30252"/>
                  </a:lnTo>
                  <a:lnTo>
                    <a:pt x="32974" y="30061"/>
                  </a:lnTo>
                  <a:lnTo>
                    <a:pt x="33550" y="30176"/>
                  </a:lnTo>
                  <a:lnTo>
                    <a:pt x="33946" y="30329"/>
                  </a:lnTo>
                  <a:lnTo>
                    <a:pt x="34061" y="30188"/>
                  </a:lnTo>
                  <a:lnTo>
                    <a:pt x="34342" y="30150"/>
                  </a:lnTo>
                  <a:lnTo>
                    <a:pt x="34636" y="30674"/>
                  </a:lnTo>
                  <a:lnTo>
                    <a:pt x="34777" y="30878"/>
                  </a:lnTo>
                  <a:lnTo>
                    <a:pt x="34700" y="31185"/>
                  </a:lnTo>
                  <a:lnTo>
                    <a:pt x="34585" y="31339"/>
                  </a:lnTo>
                  <a:lnTo>
                    <a:pt x="34738" y="31466"/>
                  </a:lnTo>
                  <a:lnTo>
                    <a:pt x="35019" y="31339"/>
                  </a:lnTo>
                  <a:lnTo>
                    <a:pt x="35364" y="31262"/>
                  </a:lnTo>
                  <a:lnTo>
                    <a:pt x="35364" y="31147"/>
                  </a:lnTo>
                  <a:lnTo>
                    <a:pt x="35531" y="31096"/>
                  </a:lnTo>
                  <a:lnTo>
                    <a:pt x="35531" y="31454"/>
                  </a:lnTo>
                  <a:lnTo>
                    <a:pt x="35799" y="31620"/>
                  </a:lnTo>
                  <a:lnTo>
                    <a:pt x="35965" y="31518"/>
                  </a:lnTo>
                  <a:lnTo>
                    <a:pt x="36272" y="31620"/>
                  </a:lnTo>
                  <a:lnTo>
                    <a:pt x="36668" y="31479"/>
                  </a:lnTo>
                  <a:lnTo>
                    <a:pt x="36668" y="31607"/>
                  </a:lnTo>
                  <a:lnTo>
                    <a:pt x="36476" y="31786"/>
                  </a:lnTo>
                  <a:lnTo>
                    <a:pt x="36425" y="32067"/>
                  </a:lnTo>
                  <a:lnTo>
                    <a:pt x="36540" y="32067"/>
                  </a:lnTo>
                  <a:lnTo>
                    <a:pt x="36732" y="31952"/>
                  </a:lnTo>
                  <a:lnTo>
                    <a:pt x="37218" y="32067"/>
                  </a:lnTo>
                  <a:lnTo>
                    <a:pt x="37282" y="31875"/>
                  </a:lnTo>
                  <a:lnTo>
                    <a:pt x="37921" y="31722"/>
                  </a:lnTo>
                  <a:lnTo>
                    <a:pt x="38023" y="31581"/>
                  </a:lnTo>
                  <a:lnTo>
                    <a:pt x="38662" y="31326"/>
                  </a:lnTo>
                  <a:lnTo>
                    <a:pt x="39045" y="31147"/>
                  </a:lnTo>
                  <a:lnTo>
                    <a:pt x="39199" y="31441"/>
                  </a:lnTo>
                  <a:lnTo>
                    <a:pt x="38981" y="31556"/>
                  </a:lnTo>
                  <a:lnTo>
                    <a:pt x="39033" y="31722"/>
                  </a:lnTo>
                  <a:lnTo>
                    <a:pt x="40042" y="32348"/>
                  </a:lnTo>
                  <a:lnTo>
                    <a:pt x="40208" y="32604"/>
                  </a:lnTo>
                  <a:lnTo>
                    <a:pt x="41716" y="34943"/>
                  </a:lnTo>
                  <a:lnTo>
                    <a:pt x="41959" y="34879"/>
                  </a:lnTo>
                  <a:lnTo>
                    <a:pt x="41959" y="34534"/>
                  </a:lnTo>
                  <a:lnTo>
                    <a:pt x="42343" y="34431"/>
                  </a:lnTo>
                  <a:lnTo>
                    <a:pt x="42701" y="34649"/>
                  </a:lnTo>
                  <a:lnTo>
                    <a:pt x="42764" y="35058"/>
                  </a:lnTo>
                  <a:lnTo>
                    <a:pt x="43199" y="35032"/>
                  </a:lnTo>
                  <a:lnTo>
                    <a:pt x="44311" y="34777"/>
                  </a:lnTo>
                  <a:lnTo>
                    <a:pt x="44873" y="35032"/>
                  </a:lnTo>
                  <a:lnTo>
                    <a:pt x="45180" y="35467"/>
                  </a:lnTo>
                  <a:lnTo>
                    <a:pt x="45180" y="35633"/>
                  </a:lnTo>
                  <a:lnTo>
                    <a:pt x="45678" y="35748"/>
                  </a:lnTo>
                  <a:lnTo>
                    <a:pt x="45742" y="36106"/>
                  </a:lnTo>
                  <a:lnTo>
                    <a:pt x="46036" y="36246"/>
                  </a:lnTo>
                  <a:lnTo>
                    <a:pt x="46292" y="36323"/>
                  </a:lnTo>
                  <a:lnTo>
                    <a:pt x="46854" y="36323"/>
                  </a:lnTo>
                  <a:lnTo>
                    <a:pt x="47046" y="36119"/>
                  </a:lnTo>
                  <a:lnTo>
                    <a:pt x="47417" y="36617"/>
                  </a:lnTo>
                  <a:lnTo>
                    <a:pt x="47519" y="36566"/>
                  </a:lnTo>
                  <a:lnTo>
                    <a:pt x="47800" y="36157"/>
                  </a:lnTo>
                  <a:lnTo>
                    <a:pt x="48350" y="36157"/>
                  </a:lnTo>
                  <a:lnTo>
                    <a:pt x="48823" y="35952"/>
                  </a:lnTo>
                  <a:lnTo>
                    <a:pt x="49001" y="35658"/>
                  </a:lnTo>
                  <a:lnTo>
                    <a:pt x="49998" y="35249"/>
                  </a:lnTo>
                  <a:lnTo>
                    <a:pt x="50497" y="35109"/>
                  </a:lnTo>
                  <a:lnTo>
                    <a:pt x="50714" y="34802"/>
                  </a:lnTo>
                  <a:lnTo>
                    <a:pt x="51097" y="34802"/>
                  </a:lnTo>
                  <a:lnTo>
                    <a:pt x="51174" y="34917"/>
                  </a:lnTo>
                  <a:lnTo>
                    <a:pt x="51430" y="34802"/>
                  </a:lnTo>
                  <a:lnTo>
                    <a:pt x="51634" y="35007"/>
                  </a:lnTo>
                  <a:lnTo>
                    <a:pt x="52580" y="35032"/>
                  </a:lnTo>
                  <a:lnTo>
                    <a:pt x="52810" y="35249"/>
                  </a:lnTo>
                  <a:lnTo>
                    <a:pt x="52810" y="35505"/>
                  </a:lnTo>
                  <a:lnTo>
                    <a:pt x="53002" y="35646"/>
                  </a:lnTo>
                  <a:lnTo>
                    <a:pt x="53296" y="35684"/>
                  </a:lnTo>
                  <a:lnTo>
                    <a:pt x="53960" y="35518"/>
                  </a:lnTo>
                  <a:lnTo>
                    <a:pt x="54446" y="35799"/>
                  </a:lnTo>
                  <a:lnTo>
                    <a:pt x="54791" y="35748"/>
                  </a:lnTo>
                  <a:lnTo>
                    <a:pt x="54944" y="35850"/>
                  </a:lnTo>
                  <a:lnTo>
                    <a:pt x="55341" y="35773"/>
                  </a:lnTo>
                  <a:lnTo>
                    <a:pt x="55673" y="35595"/>
                  </a:lnTo>
                  <a:lnTo>
                    <a:pt x="55839" y="35237"/>
                  </a:lnTo>
                  <a:lnTo>
                    <a:pt x="55545" y="35058"/>
                  </a:lnTo>
                  <a:lnTo>
                    <a:pt x="55468" y="34572"/>
                  </a:lnTo>
                  <a:lnTo>
                    <a:pt x="55877" y="33971"/>
                  </a:lnTo>
                  <a:lnTo>
                    <a:pt x="56107" y="33818"/>
                  </a:lnTo>
                  <a:lnTo>
                    <a:pt x="56107" y="33383"/>
                  </a:lnTo>
                  <a:lnTo>
                    <a:pt x="56925" y="33729"/>
                  </a:lnTo>
                  <a:lnTo>
                    <a:pt x="58012" y="34023"/>
                  </a:lnTo>
                  <a:lnTo>
                    <a:pt x="58434" y="34074"/>
                  </a:lnTo>
                  <a:lnTo>
                    <a:pt x="58958" y="34201"/>
                  </a:lnTo>
                  <a:lnTo>
                    <a:pt x="59060" y="34495"/>
                  </a:lnTo>
                  <a:lnTo>
                    <a:pt x="59060" y="34981"/>
                  </a:lnTo>
                  <a:lnTo>
                    <a:pt x="59354" y="35352"/>
                  </a:lnTo>
                  <a:lnTo>
                    <a:pt x="59597" y="35352"/>
                  </a:lnTo>
                  <a:lnTo>
                    <a:pt x="59954" y="35543"/>
                  </a:lnTo>
                  <a:lnTo>
                    <a:pt x="60594" y="35492"/>
                  </a:lnTo>
                  <a:lnTo>
                    <a:pt x="61233" y="35237"/>
                  </a:lnTo>
                  <a:lnTo>
                    <a:pt x="61833" y="35249"/>
                  </a:lnTo>
                  <a:lnTo>
                    <a:pt x="62063" y="35441"/>
                  </a:lnTo>
                  <a:lnTo>
                    <a:pt x="62549" y="35339"/>
                  </a:lnTo>
                  <a:lnTo>
                    <a:pt x="62932" y="35799"/>
                  </a:lnTo>
                  <a:lnTo>
                    <a:pt x="63571" y="35799"/>
                  </a:lnTo>
                  <a:lnTo>
                    <a:pt x="63763" y="36234"/>
                  </a:lnTo>
                  <a:lnTo>
                    <a:pt x="64147" y="36438"/>
                  </a:lnTo>
                  <a:lnTo>
                    <a:pt x="65118" y="36489"/>
                  </a:lnTo>
                  <a:lnTo>
                    <a:pt x="65629" y="36630"/>
                  </a:lnTo>
                  <a:lnTo>
                    <a:pt x="65974" y="36412"/>
                  </a:lnTo>
                  <a:lnTo>
                    <a:pt x="66882" y="36349"/>
                  </a:lnTo>
                  <a:lnTo>
                    <a:pt x="67086" y="36144"/>
                  </a:lnTo>
                  <a:lnTo>
                    <a:pt x="67674" y="36157"/>
                  </a:lnTo>
                  <a:lnTo>
                    <a:pt x="67763" y="35914"/>
                  </a:lnTo>
                  <a:lnTo>
                    <a:pt x="68645" y="35416"/>
                  </a:lnTo>
                  <a:lnTo>
                    <a:pt x="69361" y="35684"/>
                  </a:lnTo>
                  <a:lnTo>
                    <a:pt x="69566" y="35863"/>
                  </a:lnTo>
                  <a:lnTo>
                    <a:pt x="70090" y="35684"/>
                  </a:lnTo>
                  <a:lnTo>
                    <a:pt x="70537" y="35927"/>
                  </a:lnTo>
                  <a:lnTo>
                    <a:pt x="70690" y="36055"/>
                  </a:lnTo>
                  <a:lnTo>
                    <a:pt x="71342" y="36246"/>
                  </a:lnTo>
                  <a:lnTo>
                    <a:pt x="72019" y="35914"/>
                  </a:lnTo>
                  <a:lnTo>
                    <a:pt x="72454" y="35799"/>
                  </a:lnTo>
                  <a:lnTo>
                    <a:pt x="72428" y="35518"/>
                  </a:lnTo>
                  <a:lnTo>
                    <a:pt x="72249" y="35364"/>
                  </a:lnTo>
                  <a:lnTo>
                    <a:pt x="73131" y="34112"/>
                  </a:lnTo>
                  <a:lnTo>
                    <a:pt x="73617" y="33741"/>
                  </a:lnTo>
                  <a:lnTo>
                    <a:pt x="73643" y="33294"/>
                  </a:lnTo>
                  <a:lnTo>
                    <a:pt x="73310" y="33115"/>
                  </a:lnTo>
                  <a:lnTo>
                    <a:pt x="73029" y="33141"/>
                  </a:lnTo>
                  <a:lnTo>
                    <a:pt x="72914" y="32975"/>
                  </a:lnTo>
                  <a:lnTo>
                    <a:pt x="73681" y="32284"/>
                  </a:lnTo>
                  <a:lnTo>
                    <a:pt x="74409" y="32284"/>
                  </a:lnTo>
                  <a:lnTo>
                    <a:pt x="74972" y="32029"/>
                  </a:lnTo>
                  <a:lnTo>
                    <a:pt x="75751" y="32029"/>
                  </a:lnTo>
                  <a:lnTo>
                    <a:pt x="76774" y="32450"/>
                  </a:lnTo>
                  <a:lnTo>
                    <a:pt x="77208" y="32335"/>
                  </a:lnTo>
                  <a:lnTo>
                    <a:pt x="78065" y="32949"/>
                  </a:lnTo>
                  <a:lnTo>
                    <a:pt x="78333" y="33831"/>
                  </a:lnTo>
                  <a:lnTo>
                    <a:pt x="78665" y="34023"/>
                  </a:lnTo>
                  <a:lnTo>
                    <a:pt x="78716" y="34598"/>
                  </a:lnTo>
                  <a:lnTo>
                    <a:pt x="79036" y="35134"/>
                  </a:lnTo>
                  <a:lnTo>
                    <a:pt x="79036" y="35467"/>
                  </a:lnTo>
                  <a:lnTo>
                    <a:pt x="79189" y="35633"/>
                  </a:lnTo>
                  <a:lnTo>
                    <a:pt x="79189" y="36029"/>
                  </a:lnTo>
                  <a:lnTo>
                    <a:pt x="80046" y="36336"/>
                  </a:lnTo>
                  <a:lnTo>
                    <a:pt x="80301" y="36591"/>
                  </a:lnTo>
                  <a:lnTo>
                    <a:pt x="80838" y="36425"/>
                  </a:lnTo>
                  <a:lnTo>
                    <a:pt x="81209" y="36885"/>
                  </a:lnTo>
                  <a:lnTo>
                    <a:pt x="81477" y="36936"/>
                  </a:lnTo>
                  <a:lnTo>
                    <a:pt x="81656" y="37384"/>
                  </a:lnTo>
                  <a:lnTo>
                    <a:pt x="81630" y="37831"/>
                  </a:lnTo>
                  <a:lnTo>
                    <a:pt x="81784" y="38138"/>
                  </a:lnTo>
                  <a:lnTo>
                    <a:pt x="82857" y="38151"/>
                  </a:lnTo>
                  <a:lnTo>
                    <a:pt x="83496" y="37729"/>
                  </a:lnTo>
                  <a:lnTo>
                    <a:pt x="83739" y="37793"/>
                  </a:lnTo>
                  <a:lnTo>
                    <a:pt x="84493" y="37448"/>
                  </a:lnTo>
                  <a:lnTo>
                    <a:pt x="84775" y="37691"/>
                  </a:lnTo>
                  <a:lnTo>
                    <a:pt x="84775" y="37984"/>
                  </a:lnTo>
                  <a:lnTo>
                    <a:pt x="84966" y="38342"/>
                  </a:lnTo>
                  <a:lnTo>
                    <a:pt x="84417" y="38700"/>
                  </a:lnTo>
                  <a:lnTo>
                    <a:pt x="84429" y="39020"/>
                  </a:lnTo>
                  <a:lnTo>
                    <a:pt x="83778" y="40413"/>
                  </a:lnTo>
                  <a:lnTo>
                    <a:pt x="83573" y="40553"/>
                  </a:lnTo>
                  <a:lnTo>
                    <a:pt x="83637" y="41013"/>
                  </a:lnTo>
                  <a:lnTo>
                    <a:pt x="83394" y="40937"/>
                  </a:lnTo>
                  <a:lnTo>
                    <a:pt x="83292" y="41180"/>
                  </a:lnTo>
                  <a:lnTo>
                    <a:pt x="83062" y="41435"/>
                  </a:lnTo>
                  <a:lnTo>
                    <a:pt x="82883" y="41435"/>
                  </a:lnTo>
                  <a:lnTo>
                    <a:pt x="82755" y="41103"/>
                  </a:lnTo>
                  <a:lnTo>
                    <a:pt x="82806" y="40783"/>
                  </a:lnTo>
                  <a:lnTo>
                    <a:pt x="82666" y="40732"/>
                  </a:lnTo>
                  <a:lnTo>
                    <a:pt x="82039" y="40975"/>
                  </a:lnTo>
                  <a:lnTo>
                    <a:pt x="81912" y="41218"/>
                  </a:lnTo>
                  <a:lnTo>
                    <a:pt x="82142" y="41716"/>
                  </a:lnTo>
                  <a:lnTo>
                    <a:pt x="82065" y="42036"/>
                  </a:lnTo>
                  <a:lnTo>
                    <a:pt x="82065" y="42355"/>
                  </a:lnTo>
                  <a:lnTo>
                    <a:pt x="82218" y="42649"/>
                  </a:lnTo>
                  <a:lnTo>
                    <a:pt x="81733" y="43058"/>
                  </a:lnTo>
                  <a:lnTo>
                    <a:pt x="81797" y="43352"/>
                  </a:lnTo>
                  <a:lnTo>
                    <a:pt x="82372" y="42777"/>
                  </a:lnTo>
                  <a:lnTo>
                    <a:pt x="82666" y="42407"/>
                  </a:lnTo>
                  <a:lnTo>
                    <a:pt x="82794" y="42496"/>
                  </a:lnTo>
                  <a:lnTo>
                    <a:pt x="82781" y="42854"/>
                  </a:lnTo>
                  <a:lnTo>
                    <a:pt x="82781" y="42854"/>
                  </a:lnTo>
                  <a:lnTo>
                    <a:pt x="83356" y="42828"/>
                  </a:lnTo>
                  <a:lnTo>
                    <a:pt x="83599" y="43122"/>
                  </a:lnTo>
                  <a:lnTo>
                    <a:pt x="84123" y="42879"/>
                  </a:lnTo>
                  <a:lnTo>
                    <a:pt x="84851" y="42343"/>
                  </a:lnTo>
                  <a:lnTo>
                    <a:pt x="85273" y="42215"/>
                  </a:lnTo>
                  <a:lnTo>
                    <a:pt x="85695" y="41678"/>
                  </a:lnTo>
                  <a:lnTo>
                    <a:pt x="86232" y="40937"/>
                  </a:lnTo>
                  <a:lnTo>
                    <a:pt x="86858" y="40489"/>
                  </a:lnTo>
                  <a:lnTo>
                    <a:pt x="87446" y="39850"/>
                  </a:lnTo>
                  <a:lnTo>
                    <a:pt x="87497" y="39518"/>
                  </a:lnTo>
                  <a:lnTo>
                    <a:pt x="88110" y="38521"/>
                  </a:lnTo>
                  <a:lnTo>
                    <a:pt x="89018" y="37422"/>
                  </a:lnTo>
                  <a:lnTo>
                    <a:pt x="89324" y="36591"/>
                  </a:lnTo>
                  <a:lnTo>
                    <a:pt x="89427" y="36055"/>
                  </a:lnTo>
                  <a:lnTo>
                    <a:pt x="89248" y="35927"/>
                  </a:lnTo>
                  <a:lnTo>
                    <a:pt x="89478" y="35837"/>
                  </a:lnTo>
                  <a:lnTo>
                    <a:pt x="89478" y="35428"/>
                  </a:lnTo>
                  <a:lnTo>
                    <a:pt x="89299" y="35262"/>
                  </a:lnTo>
                  <a:lnTo>
                    <a:pt x="89401" y="35109"/>
                  </a:lnTo>
                  <a:lnTo>
                    <a:pt x="89401" y="34904"/>
                  </a:lnTo>
                  <a:lnTo>
                    <a:pt x="89554" y="34802"/>
                  </a:lnTo>
                  <a:lnTo>
                    <a:pt x="89708" y="34253"/>
                  </a:lnTo>
                  <a:lnTo>
                    <a:pt x="90053" y="33856"/>
                  </a:lnTo>
                  <a:lnTo>
                    <a:pt x="90053" y="33396"/>
                  </a:lnTo>
                  <a:lnTo>
                    <a:pt x="89785" y="33243"/>
                  </a:lnTo>
                  <a:lnTo>
                    <a:pt x="89938" y="33077"/>
                  </a:lnTo>
                  <a:lnTo>
                    <a:pt x="89925" y="32898"/>
                  </a:lnTo>
                  <a:lnTo>
                    <a:pt x="89759" y="32783"/>
                  </a:lnTo>
                  <a:lnTo>
                    <a:pt x="89976" y="32604"/>
                  </a:lnTo>
                  <a:lnTo>
                    <a:pt x="90053" y="32412"/>
                  </a:lnTo>
                  <a:lnTo>
                    <a:pt x="89248" y="31824"/>
                  </a:lnTo>
                  <a:lnTo>
                    <a:pt x="88890" y="31300"/>
                  </a:lnTo>
                  <a:lnTo>
                    <a:pt x="88468" y="31300"/>
                  </a:lnTo>
                  <a:lnTo>
                    <a:pt x="88379" y="31454"/>
                  </a:lnTo>
                  <a:lnTo>
                    <a:pt x="88021" y="31300"/>
                  </a:lnTo>
                  <a:lnTo>
                    <a:pt x="87919" y="31402"/>
                  </a:lnTo>
                  <a:lnTo>
                    <a:pt x="87855" y="31978"/>
                  </a:lnTo>
                  <a:lnTo>
                    <a:pt x="87599" y="32105"/>
                  </a:lnTo>
                  <a:lnTo>
                    <a:pt x="87791" y="31709"/>
                  </a:lnTo>
                  <a:lnTo>
                    <a:pt x="87727" y="31633"/>
                  </a:lnTo>
                  <a:lnTo>
                    <a:pt x="87292" y="31978"/>
                  </a:lnTo>
                  <a:lnTo>
                    <a:pt x="86819" y="32003"/>
                  </a:lnTo>
                  <a:lnTo>
                    <a:pt x="87101" y="31684"/>
                  </a:lnTo>
                  <a:lnTo>
                    <a:pt x="86973" y="31581"/>
                  </a:lnTo>
                  <a:lnTo>
                    <a:pt x="87062" y="31339"/>
                  </a:lnTo>
                  <a:lnTo>
                    <a:pt x="86768" y="31300"/>
                  </a:lnTo>
                  <a:lnTo>
                    <a:pt x="86449" y="31939"/>
                  </a:lnTo>
                  <a:lnTo>
                    <a:pt x="86436" y="31045"/>
                  </a:lnTo>
                  <a:lnTo>
                    <a:pt x="86129" y="30942"/>
                  </a:lnTo>
                  <a:lnTo>
                    <a:pt x="85554" y="30942"/>
                  </a:lnTo>
                  <a:lnTo>
                    <a:pt x="85426" y="30827"/>
                  </a:lnTo>
                  <a:lnTo>
                    <a:pt x="85120" y="30827"/>
                  </a:lnTo>
                  <a:lnTo>
                    <a:pt x="85196" y="30597"/>
                  </a:lnTo>
                  <a:lnTo>
                    <a:pt x="85810" y="30201"/>
                  </a:lnTo>
                  <a:lnTo>
                    <a:pt x="87318" y="29255"/>
                  </a:lnTo>
                  <a:lnTo>
                    <a:pt x="87369" y="28987"/>
                  </a:lnTo>
                  <a:lnTo>
                    <a:pt x="88506" y="27862"/>
                  </a:lnTo>
                  <a:lnTo>
                    <a:pt x="89030" y="27504"/>
                  </a:lnTo>
                  <a:lnTo>
                    <a:pt x="89503" y="27377"/>
                  </a:lnTo>
                  <a:lnTo>
                    <a:pt x="89516" y="27198"/>
                  </a:lnTo>
                  <a:lnTo>
                    <a:pt x="89657" y="26725"/>
                  </a:lnTo>
                  <a:lnTo>
                    <a:pt x="90053" y="26584"/>
                  </a:lnTo>
                  <a:lnTo>
                    <a:pt x="90487" y="26277"/>
                  </a:lnTo>
                  <a:lnTo>
                    <a:pt x="90654" y="25958"/>
                  </a:lnTo>
                  <a:lnTo>
                    <a:pt x="91190" y="25677"/>
                  </a:lnTo>
                  <a:lnTo>
                    <a:pt x="91932" y="25523"/>
                  </a:lnTo>
                  <a:lnTo>
                    <a:pt x="93056" y="25651"/>
                  </a:lnTo>
                  <a:lnTo>
                    <a:pt x="93338" y="25600"/>
                  </a:lnTo>
                  <a:lnTo>
                    <a:pt x="93606" y="25805"/>
                  </a:lnTo>
                  <a:lnTo>
                    <a:pt x="93977" y="25830"/>
                  </a:lnTo>
                  <a:lnTo>
                    <a:pt x="94117" y="25498"/>
                  </a:lnTo>
                  <a:lnTo>
                    <a:pt x="94462" y="25690"/>
                  </a:lnTo>
                  <a:lnTo>
                    <a:pt x="94935" y="25792"/>
                  </a:lnTo>
                  <a:lnTo>
                    <a:pt x="95344" y="25600"/>
                  </a:lnTo>
                  <a:lnTo>
                    <a:pt x="95561" y="25715"/>
                  </a:lnTo>
                  <a:lnTo>
                    <a:pt x="96021" y="25766"/>
                  </a:lnTo>
                  <a:lnTo>
                    <a:pt x="96021" y="25613"/>
                  </a:lnTo>
                  <a:lnTo>
                    <a:pt x="96200" y="25562"/>
                  </a:lnTo>
                  <a:lnTo>
                    <a:pt x="96200" y="25319"/>
                  </a:lnTo>
                  <a:lnTo>
                    <a:pt x="96699" y="25140"/>
                  </a:lnTo>
                  <a:lnTo>
                    <a:pt x="96814" y="25217"/>
                  </a:lnTo>
                  <a:lnTo>
                    <a:pt x="97274" y="25319"/>
                  </a:lnTo>
                  <a:lnTo>
                    <a:pt x="97453" y="25460"/>
                  </a:lnTo>
                  <a:lnTo>
                    <a:pt x="97645" y="25383"/>
                  </a:lnTo>
                  <a:lnTo>
                    <a:pt x="98028" y="25408"/>
                  </a:lnTo>
                  <a:lnTo>
                    <a:pt x="98220" y="25651"/>
                  </a:lnTo>
                  <a:lnTo>
                    <a:pt x="98450" y="25690"/>
                  </a:lnTo>
                  <a:lnTo>
                    <a:pt x="98501" y="25805"/>
                  </a:lnTo>
                  <a:lnTo>
                    <a:pt x="98181" y="25907"/>
                  </a:lnTo>
                  <a:lnTo>
                    <a:pt x="97645" y="26035"/>
                  </a:lnTo>
                  <a:lnTo>
                    <a:pt x="98028" y="26277"/>
                  </a:lnTo>
                  <a:lnTo>
                    <a:pt x="98616" y="26162"/>
                  </a:lnTo>
                  <a:lnTo>
                    <a:pt x="98846" y="26086"/>
                  </a:lnTo>
                  <a:lnTo>
                    <a:pt x="98846" y="26162"/>
                  </a:lnTo>
                  <a:lnTo>
                    <a:pt x="99114" y="26162"/>
                  </a:lnTo>
                  <a:lnTo>
                    <a:pt x="99600" y="25728"/>
                  </a:lnTo>
                  <a:lnTo>
                    <a:pt x="99702" y="26022"/>
                  </a:lnTo>
                  <a:lnTo>
                    <a:pt x="100060" y="26022"/>
                  </a:lnTo>
                  <a:lnTo>
                    <a:pt x="100405" y="25869"/>
                  </a:lnTo>
                  <a:lnTo>
                    <a:pt x="100878" y="25869"/>
                  </a:lnTo>
                  <a:lnTo>
                    <a:pt x="100789" y="25575"/>
                  </a:lnTo>
                  <a:lnTo>
                    <a:pt x="100405" y="25370"/>
                  </a:lnTo>
                  <a:lnTo>
                    <a:pt x="100162" y="25370"/>
                  </a:lnTo>
                  <a:lnTo>
                    <a:pt x="100162" y="25012"/>
                  </a:lnTo>
                  <a:lnTo>
                    <a:pt x="100341" y="25012"/>
                  </a:lnTo>
                  <a:lnTo>
                    <a:pt x="100341" y="24795"/>
                  </a:lnTo>
                  <a:lnTo>
                    <a:pt x="100955" y="24169"/>
                  </a:lnTo>
                  <a:lnTo>
                    <a:pt x="101504" y="24169"/>
                  </a:lnTo>
                  <a:lnTo>
                    <a:pt x="101671" y="23645"/>
                  </a:lnTo>
                  <a:lnTo>
                    <a:pt x="102195" y="23338"/>
                  </a:lnTo>
                  <a:lnTo>
                    <a:pt x="102195" y="23057"/>
                  </a:lnTo>
                  <a:lnTo>
                    <a:pt x="102706" y="22788"/>
                  </a:lnTo>
                  <a:lnTo>
                    <a:pt x="103741" y="22712"/>
                  </a:lnTo>
                  <a:lnTo>
                    <a:pt x="104048" y="22571"/>
                  </a:lnTo>
                  <a:lnTo>
                    <a:pt x="104431" y="22891"/>
                  </a:lnTo>
                  <a:lnTo>
                    <a:pt x="104585" y="22891"/>
                  </a:lnTo>
                  <a:lnTo>
                    <a:pt x="104827" y="22571"/>
                  </a:lnTo>
                  <a:lnTo>
                    <a:pt x="105045" y="22571"/>
                  </a:lnTo>
                  <a:lnTo>
                    <a:pt x="104942" y="22980"/>
                  </a:lnTo>
                  <a:lnTo>
                    <a:pt x="104674" y="23491"/>
                  </a:lnTo>
                  <a:lnTo>
                    <a:pt x="104674" y="23772"/>
                  </a:lnTo>
                  <a:lnTo>
                    <a:pt x="105057" y="23696"/>
                  </a:lnTo>
                  <a:lnTo>
                    <a:pt x="104853" y="24054"/>
                  </a:lnTo>
                  <a:lnTo>
                    <a:pt x="104981" y="24169"/>
                  </a:lnTo>
                  <a:lnTo>
                    <a:pt x="105287" y="24003"/>
                  </a:lnTo>
                  <a:lnTo>
                    <a:pt x="105479" y="24003"/>
                  </a:lnTo>
                  <a:lnTo>
                    <a:pt x="105479" y="23836"/>
                  </a:lnTo>
                  <a:lnTo>
                    <a:pt x="105748" y="23606"/>
                  </a:lnTo>
                  <a:lnTo>
                    <a:pt x="106425" y="23248"/>
                  </a:lnTo>
                  <a:lnTo>
                    <a:pt x="106706" y="22865"/>
                  </a:lnTo>
                  <a:lnTo>
                    <a:pt x="107115" y="22878"/>
                  </a:lnTo>
                  <a:lnTo>
                    <a:pt x="107115" y="22993"/>
                  </a:lnTo>
                  <a:lnTo>
                    <a:pt x="107205" y="22993"/>
                  </a:lnTo>
                  <a:lnTo>
                    <a:pt x="107371" y="22801"/>
                  </a:lnTo>
                  <a:lnTo>
                    <a:pt x="107205" y="22648"/>
                  </a:lnTo>
                  <a:lnTo>
                    <a:pt x="107332" y="21855"/>
                  </a:lnTo>
                  <a:lnTo>
                    <a:pt x="108368" y="21613"/>
                  </a:lnTo>
                  <a:lnTo>
                    <a:pt x="108547" y="21740"/>
                  </a:lnTo>
                  <a:lnTo>
                    <a:pt x="108610" y="21791"/>
                  </a:lnTo>
                  <a:lnTo>
                    <a:pt x="108674" y="21830"/>
                  </a:lnTo>
                  <a:lnTo>
                    <a:pt x="108738" y="21843"/>
                  </a:lnTo>
                  <a:lnTo>
                    <a:pt x="108828" y="21855"/>
                  </a:lnTo>
                  <a:lnTo>
                    <a:pt x="108802" y="21894"/>
                  </a:lnTo>
                  <a:lnTo>
                    <a:pt x="108751" y="21919"/>
                  </a:lnTo>
                  <a:lnTo>
                    <a:pt x="108700" y="21932"/>
                  </a:lnTo>
                  <a:lnTo>
                    <a:pt x="108649" y="21932"/>
                  </a:lnTo>
                  <a:lnTo>
                    <a:pt x="108547" y="21919"/>
                  </a:lnTo>
                  <a:lnTo>
                    <a:pt x="108457" y="21894"/>
                  </a:lnTo>
                  <a:lnTo>
                    <a:pt x="108342" y="21894"/>
                  </a:lnTo>
                  <a:lnTo>
                    <a:pt x="108291" y="21907"/>
                  </a:lnTo>
                  <a:lnTo>
                    <a:pt x="108253" y="21932"/>
                  </a:lnTo>
                  <a:lnTo>
                    <a:pt x="108176" y="21983"/>
                  </a:lnTo>
                  <a:lnTo>
                    <a:pt x="108099" y="22073"/>
                  </a:lnTo>
                  <a:lnTo>
                    <a:pt x="108023" y="22149"/>
                  </a:lnTo>
                  <a:lnTo>
                    <a:pt x="108010" y="22188"/>
                  </a:lnTo>
                  <a:lnTo>
                    <a:pt x="107997" y="22239"/>
                  </a:lnTo>
                  <a:lnTo>
                    <a:pt x="107997" y="22392"/>
                  </a:lnTo>
                  <a:lnTo>
                    <a:pt x="107971" y="22533"/>
                  </a:lnTo>
                  <a:lnTo>
                    <a:pt x="107933" y="22712"/>
                  </a:lnTo>
                  <a:lnTo>
                    <a:pt x="107895" y="22801"/>
                  </a:lnTo>
                  <a:lnTo>
                    <a:pt x="107844" y="22878"/>
                  </a:lnTo>
                  <a:lnTo>
                    <a:pt x="107780" y="22916"/>
                  </a:lnTo>
                  <a:lnTo>
                    <a:pt x="107703" y="22967"/>
                  </a:lnTo>
                  <a:lnTo>
                    <a:pt x="107665" y="23006"/>
                  </a:lnTo>
                  <a:lnTo>
                    <a:pt x="107639" y="23031"/>
                  </a:lnTo>
                  <a:lnTo>
                    <a:pt x="107639" y="23070"/>
                  </a:lnTo>
                  <a:lnTo>
                    <a:pt x="107652" y="23108"/>
                  </a:lnTo>
                  <a:lnTo>
                    <a:pt x="107677" y="23133"/>
                  </a:lnTo>
                  <a:lnTo>
                    <a:pt x="107703" y="23146"/>
                  </a:lnTo>
                  <a:lnTo>
                    <a:pt x="107780" y="23159"/>
                  </a:lnTo>
                  <a:lnTo>
                    <a:pt x="107856" y="23172"/>
                  </a:lnTo>
                  <a:lnTo>
                    <a:pt x="107869" y="23185"/>
                  </a:lnTo>
                  <a:lnTo>
                    <a:pt x="107895" y="23210"/>
                  </a:lnTo>
                  <a:lnTo>
                    <a:pt x="107895" y="23236"/>
                  </a:lnTo>
                  <a:lnTo>
                    <a:pt x="107882" y="23261"/>
                  </a:lnTo>
                  <a:lnTo>
                    <a:pt x="107856" y="23325"/>
                  </a:lnTo>
                  <a:lnTo>
                    <a:pt x="107805" y="23376"/>
                  </a:lnTo>
                  <a:lnTo>
                    <a:pt x="107729" y="23440"/>
                  </a:lnTo>
                  <a:lnTo>
                    <a:pt x="107601" y="23542"/>
                  </a:lnTo>
                  <a:lnTo>
                    <a:pt x="107550" y="23594"/>
                  </a:lnTo>
                  <a:lnTo>
                    <a:pt x="107537" y="23619"/>
                  </a:lnTo>
                  <a:lnTo>
                    <a:pt x="107537" y="23645"/>
                  </a:lnTo>
                  <a:lnTo>
                    <a:pt x="107550" y="23696"/>
                  </a:lnTo>
                  <a:lnTo>
                    <a:pt x="107562" y="23734"/>
                  </a:lnTo>
                  <a:lnTo>
                    <a:pt x="107614" y="23811"/>
                  </a:lnTo>
                  <a:lnTo>
                    <a:pt x="107626" y="23824"/>
                  </a:lnTo>
                  <a:lnTo>
                    <a:pt x="107614" y="23849"/>
                  </a:lnTo>
                  <a:lnTo>
                    <a:pt x="107575" y="23862"/>
                  </a:lnTo>
                  <a:lnTo>
                    <a:pt x="107486" y="23862"/>
                  </a:lnTo>
                  <a:lnTo>
                    <a:pt x="107256" y="23849"/>
                  </a:lnTo>
                  <a:lnTo>
                    <a:pt x="107141" y="23862"/>
                  </a:lnTo>
                  <a:lnTo>
                    <a:pt x="107038" y="23888"/>
                  </a:lnTo>
                  <a:lnTo>
                    <a:pt x="106936" y="23939"/>
                  </a:lnTo>
                  <a:lnTo>
                    <a:pt x="106821" y="24003"/>
                  </a:lnTo>
                  <a:lnTo>
                    <a:pt x="106617" y="24130"/>
                  </a:lnTo>
                  <a:lnTo>
                    <a:pt x="106399" y="24258"/>
                  </a:lnTo>
                  <a:lnTo>
                    <a:pt x="106284" y="24309"/>
                  </a:lnTo>
                  <a:lnTo>
                    <a:pt x="106169" y="24348"/>
                  </a:lnTo>
                  <a:lnTo>
                    <a:pt x="106169" y="24475"/>
                  </a:lnTo>
                  <a:lnTo>
                    <a:pt x="106169" y="24539"/>
                  </a:lnTo>
                  <a:lnTo>
                    <a:pt x="106157" y="24590"/>
                  </a:lnTo>
                  <a:lnTo>
                    <a:pt x="106118" y="24629"/>
                  </a:lnTo>
                  <a:lnTo>
                    <a:pt x="106067" y="24667"/>
                  </a:lnTo>
                  <a:lnTo>
                    <a:pt x="105978" y="24718"/>
                  </a:lnTo>
                  <a:lnTo>
                    <a:pt x="105837" y="24833"/>
                  </a:lnTo>
                  <a:lnTo>
                    <a:pt x="105722" y="24961"/>
                  </a:lnTo>
                  <a:lnTo>
                    <a:pt x="105594" y="25089"/>
                  </a:lnTo>
                  <a:lnTo>
                    <a:pt x="105466" y="25204"/>
                  </a:lnTo>
                  <a:lnTo>
                    <a:pt x="105415" y="25229"/>
                  </a:lnTo>
                  <a:lnTo>
                    <a:pt x="105364" y="25242"/>
                  </a:lnTo>
                  <a:lnTo>
                    <a:pt x="105236" y="25255"/>
                  </a:lnTo>
                  <a:lnTo>
                    <a:pt x="105172" y="25268"/>
                  </a:lnTo>
                  <a:lnTo>
                    <a:pt x="105121" y="25281"/>
                  </a:lnTo>
                  <a:lnTo>
                    <a:pt x="105070" y="25306"/>
                  </a:lnTo>
                  <a:lnTo>
                    <a:pt x="105032" y="25344"/>
                  </a:lnTo>
                  <a:lnTo>
                    <a:pt x="105006" y="25396"/>
                  </a:lnTo>
                  <a:lnTo>
                    <a:pt x="104994" y="25434"/>
                  </a:lnTo>
                  <a:lnTo>
                    <a:pt x="104981" y="25472"/>
                  </a:lnTo>
                  <a:lnTo>
                    <a:pt x="104942" y="25511"/>
                  </a:lnTo>
                  <a:lnTo>
                    <a:pt x="104904" y="25549"/>
                  </a:lnTo>
                  <a:lnTo>
                    <a:pt x="104840" y="25587"/>
                  </a:lnTo>
                  <a:lnTo>
                    <a:pt x="104776" y="25626"/>
                  </a:lnTo>
                  <a:lnTo>
                    <a:pt x="104725" y="25677"/>
                  </a:lnTo>
                  <a:lnTo>
                    <a:pt x="104674" y="25741"/>
                  </a:lnTo>
                  <a:lnTo>
                    <a:pt x="104597" y="25894"/>
                  </a:lnTo>
                  <a:lnTo>
                    <a:pt x="104482" y="26060"/>
                  </a:lnTo>
                  <a:lnTo>
                    <a:pt x="104431" y="26137"/>
                  </a:lnTo>
                  <a:lnTo>
                    <a:pt x="104367" y="26226"/>
                  </a:lnTo>
                  <a:lnTo>
                    <a:pt x="104137" y="26482"/>
                  </a:lnTo>
                  <a:lnTo>
                    <a:pt x="104086" y="26546"/>
                  </a:lnTo>
                  <a:lnTo>
                    <a:pt x="104022" y="26610"/>
                  </a:lnTo>
                  <a:lnTo>
                    <a:pt x="103946" y="26648"/>
                  </a:lnTo>
                  <a:lnTo>
                    <a:pt x="103869" y="26686"/>
                  </a:lnTo>
                  <a:lnTo>
                    <a:pt x="103728" y="26738"/>
                  </a:lnTo>
                  <a:lnTo>
                    <a:pt x="103652" y="26776"/>
                  </a:lnTo>
                  <a:lnTo>
                    <a:pt x="103600" y="26827"/>
                  </a:lnTo>
                  <a:lnTo>
                    <a:pt x="103549" y="26917"/>
                  </a:lnTo>
                  <a:lnTo>
                    <a:pt x="103485" y="27006"/>
                  </a:lnTo>
                  <a:lnTo>
                    <a:pt x="103434" y="27108"/>
                  </a:lnTo>
                  <a:lnTo>
                    <a:pt x="103396" y="27147"/>
                  </a:lnTo>
                  <a:lnTo>
                    <a:pt x="103358" y="27172"/>
                  </a:lnTo>
                  <a:lnTo>
                    <a:pt x="103332" y="27185"/>
                  </a:lnTo>
                  <a:lnTo>
                    <a:pt x="103281" y="27185"/>
                  </a:lnTo>
                  <a:lnTo>
                    <a:pt x="103191" y="27172"/>
                  </a:lnTo>
                  <a:lnTo>
                    <a:pt x="103089" y="27159"/>
                  </a:lnTo>
                  <a:lnTo>
                    <a:pt x="103000" y="27159"/>
                  </a:lnTo>
                  <a:lnTo>
                    <a:pt x="102897" y="27198"/>
                  </a:lnTo>
                  <a:lnTo>
                    <a:pt x="102846" y="27223"/>
                  </a:lnTo>
                  <a:lnTo>
                    <a:pt x="102808" y="27249"/>
                  </a:lnTo>
                  <a:lnTo>
                    <a:pt x="102782" y="27300"/>
                  </a:lnTo>
                  <a:lnTo>
                    <a:pt x="102770" y="27325"/>
                  </a:lnTo>
                  <a:lnTo>
                    <a:pt x="102757" y="27351"/>
                  </a:lnTo>
                  <a:lnTo>
                    <a:pt x="102706" y="27389"/>
                  </a:lnTo>
                  <a:lnTo>
                    <a:pt x="102642" y="27402"/>
                  </a:lnTo>
                  <a:lnTo>
                    <a:pt x="102578" y="27415"/>
                  </a:lnTo>
                  <a:lnTo>
                    <a:pt x="102207" y="27415"/>
                  </a:lnTo>
                  <a:lnTo>
                    <a:pt x="102310" y="27556"/>
                  </a:lnTo>
                  <a:lnTo>
                    <a:pt x="102335" y="27619"/>
                  </a:lnTo>
                  <a:lnTo>
                    <a:pt x="102361" y="27696"/>
                  </a:lnTo>
                  <a:lnTo>
                    <a:pt x="102373" y="27760"/>
                  </a:lnTo>
                  <a:lnTo>
                    <a:pt x="102361" y="27837"/>
                  </a:lnTo>
                  <a:lnTo>
                    <a:pt x="102335" y="27913"/>
                  </a:lnTo>
                  <a:lnTo>
                    <a:pt x="102297" y="27990"/>
                  </a:lnTo>
                  <a:lnTo>
                    <a:pt x="102182" y="28131"/>
                  </a:lnTo>
                  <a:lnTo>
                    <a:pt x="102080" y="28271"/>
                  </a:lnTo>
                  <a:lnTo>
                    <a:pt x="101837" y="28527"/>
                  </a:lnTo>
                  <a:lnTo>
                    <a:pt x="101658" y="28680"/>
                  </a:lnTo>
                  <a:lnTo>
                    <a:pt x="101479" y="28834"/>
                  </a:lnTo>
                  <a:lnTo>
                    <a:pt x="101402" y="28923"/>
                  </a:lnTo>
                  <a:lnTo>
                    <a:pt x="101325" y="29013"/>
                  </a:lnTo>
                  <a:lnTo>
                    <a:pt x="101262" y="29115"/>
                  </a:lnTo>
                  <a:lnTo>
                    <a:pt x="101223" y="29230"/>
                  </a:lnTo>
                  <a:lnTo>
                    <a:pt x="101185" y="29383"/>
                  </a:lnTo>
                  <a:lnTo>
                    <a:pt x="101159" y="29537"/>
                  </a:lnTo>
                  <a:lnTo>
                    <a:pt x="101147" y="29703"/>
                  </a:lnTo>
                  <a:lnTo>
                    <a:pt x="101134" y="29856"/>
                  </a:lnTo>
                  <a:lnTo>
                    <a:pt x="101134" y="30176"/>
                  </a:lnTo>
                  <a:lnTo>
                    <a:pt x="101147" y="30495"/>
                  </a:lnTo>
                  <a:lnTo>
                    <a:pt x="101159" y="30648"/>
                  </a:lnTo>
                  <a:lnTo>
                    <a:pt x="101185" y="30802"/>
                  </a:lnTo>
                  <a:lnTo>
                    <a:pt x="101249" y="31109"/>
                  </a:lnTo>
                  <a:lnTo>
                    <a:pt x="101338" y="31402"/>
                  </a:lnTo>
                  <a:lnTo>
                    <a:pt x="101428" y="31696"/>
                  </a:lnTo>
                  <a:lnTo>
                    <a:pt x="101504" y="31914"/>
                  </a:lnTo>
                  <a:lnTo>
                    <a:pt x="101530" y="32016"/>
                  </a:lnTo>
                  <a:lnTo>
                    <a:pt x="101530" y="32131"/>
                  </a:lnTo>
                  <a:lnTo>
                    <a:pt x="101530" y="32399"/>
                  </a:lnTo>
                  <a:lnTo>
                    <a:pt x="101543" y="32566"/>
                  </a:lnTo>
                  <a:lnTo>
                    <a:pt x="101556" y="32719"/>
                  </a:lnTo>
                  <a:lnTo>
                    <a:pt x="101594" y="32872"/>
                  </a:lnTo>
                  <a:lnTo>
                    <a:pt x="101645" y="33026"/>
                  </a:lnTo>
                  <a:lnTo>
                    <a:pt x="101696" y="33102"/>
                  </a:lnTo>
                  <a:lnTo>
                    <a:pt x="101760" y="33166"/>
                  </a:lnTo>
                  <a:lnTo>
                    <a:pt x="101837" y="33217"/>
                  </a:lnTo>
                  <a:lnTo>
                    <a:pt x="101901" y="33281"/>
                  </a:lnTo>
                  <a:lnTo>
                    <a:pt x="101939" y="33320"/>
                  </a:lnTo>
                  <a:lnTo>
                    <a:pt x="101965" y="33358"/>
                  </a:lnTo>
                  <a:lnTo>
                    <a:pt x="101990" y="33460"/>
                  </a:lnTo>
                  <a:lnTo>
                    <a:pt x="102003" y="33550"/>
                  </a:lnTo>
                  <a:lnTo>
                    <a:pt x="102003" y="33652"/>
                  </a:lnTo>
                  <a:lnTo>
                    <a:pt x="102016" y="33907"/>
                  </a:lnTo>
                  <a:lnTo>
                    <a:pt x="102016" y="34035"/>
                  </a:lnTo>
                  <a:lnTo>
                    <a:pt x="102003" y="34163"/>
                  </a:lnTo>
                  <a:lnTo>
                    <a:pt x="101990" y="34304"/>
                  </a:lnTo>
                  <a:lnTo>
                    <a:pt x="101977" y="34380"/>
                  </a:lnTo>
                  <a:lnTo>
                    <a:pt x="101990" y="34444"/>
                  </a:lnTo>
                  <a:lnTo>
                    <a:pt x="102016" y="34483"/>
                  </a:lnTo>
                  <a:lnTo>
                    <a:pt x="102054" y="34508"/>
                  </a:lnTo>
                  <a:lnTo>
                    <a:pt x="102105" y="34508"/>
                  </a:lnTo>
                  <a:lnTo>
                    <a:pt x="102169" y="34521"/>
                  </a:lnTo>
                  <a:lnTo>
                    <a:pt x="102169" y="34725"/>
                  </a:lnTo>
                  <a:lnTo>
                    <a:pt x="102182" y="34828"/>
                  </a:lnTo>
                  <a:lnTo>
                    <a:pt x="102195" y="34879"/>
                  </a:lnTo>
                  <a:lnTo>
                    <a:pt x="102220" y="34930"/>
                  </a:lnTo>
                  <a:lnTo>
                    <a:pt x="102258" y="34879"/>
                  </a:lnTo>
                  <a:lnTo>
                    <a:pt x="102322" y="34840"/>
                  </a:lnTo>
                  <a:lnTo>
                    <a:pt x="102373" y="34802"/>
                  </a:lnTo>
                  <a:lnTo>
                    <a:pt x="102425" y="34751"/>
                  </a:lnTo>
                  <a:lnTo>
                    <a:pt x="102463" y="34713"/>
                  </a:lnTo>
                  <a:lnTo>
                    <a:pt x="102501" y="34649"/>
                  </a:lnTo>
                  <a:lnTo>
                    <a:pt x="102552" y="34547"/>
                  </a:lnTo>
                  <a:lnTo>
                    <a:pt x="102629" y="34457"/>
                  </a:lnTo>
                  <a:lnTo>
                    <a:pt x="102706" y="34380"/>
                  </a:lnTo>
                  <a:lnTo>
                    <a:pt x="102795" y="34316"/>
                  </a:lnTo>
                  <a:lnTo>
                    <a:pt x="102897" y="34253"/>
                  </a:lnTo>
                  <a:lnTo>
                    <a:pt x="103089" y="34138"/>
                  </a:lnTo>
                  <a:lnTo>
                    <a:pt x="103179" y="34074"/>
                  </a:lnTo>
                  <a:lnTo>
                    <a:pt x="103255" y="33997"/>
                  </a:lnTo>
                  <a:lnTo>
                    <a:pt x="103319" y="33920"/>
                  </a:lnTo>
                  <a:lnTo>
                    <a:pt x="103370" y="33844"/>
                  </a:lnTo>
                  <a:lnTo>
                    <a:pt x="103409" y="33767"/>
                  </a:lnTo>
                  <a:lnTo>
                    <a:pt x="103485" y="33690"/>
                  </a:lnTo>
                  <a:lnTo>
                    <a:pt x="103549" y="33614"/>
                  </a:lnTo>
                  <a:lnTo>
                    <a:pt x="103600" y="33550"/>
                  </a:lnTo>
                  <a:lnTo>
                    <a:pt x="103613" y="33511"/>
                  </a:lnTo>
                  <a:lnTo>
                    <a:pt x="103613" y="33486"/>
                  </a:lnTo>
                  <a:lnTo>
                    <a:pt x="103600" y="33383"/>
                  </a:lnTo>
                  <a:lnTo>
                    <a:pt x="103562" y="33294"/>
                  </a:lnTo>
                  <a:lnTo>
                    <a:pt x="103549" y="33243"/>
                  </a:lnTo>
                  <a:lnTo>
                    <a:pt x="103562" y="33192"/>
                  </a:lnTo>
                  <a:lnTo>
                    <a:pt x="103588" y="33153"/>
                  </a:lnTo>
                  <a:lnTo>
                    <a:pt x="103639" y="33115"/>
                  </a:lnTo>
                  <a:lnTo>
                    <a:pt x="103690" y="33077"/>
                  </a:lnTo>
                  <a:lnTo>
                    <a:pt x="103728" y="33026"/>
                  </a:lnTo>
                  <a:lnTo>
                    <a:pt x="103869" y="32834"/>
                  </a:lnTo>
                  <a:lnTo>
                    <a:pt x="103971" y="32681"/>
                  </a:lnTo>
                  <a:lnTo>
                    <a:pt x="104022" y="32604"/>
                  </a:lnTo>
                  <a:lnTo>
                    <a:pt x="104073" y="32540"/>
                  </a:lnTo>
                  <a:lnTo>
                    <a:pt x="104137" y="32514"/>
                  </a:lnTo>
                  <a:lnTo>
                    <a:pt x="104201" y="32502"/>
                  </a:lnTo>
                  <a:lnTo>
                    <a:pt x="104278" y="32514"/>
                  </a:lnTo>
                  <a:lnTo>
                    <a:pt x="104342" y="32540"/>
                  </a:lnTo>
                  <a:lnTo>
                    <a:pt x="104418" y="32553"/>
                  </a:lnTo>
                  <a:lnTo>
                    <a:pt x="104482" y="32578"/>
                  </a:lnTo>
                  <a:lnTo>
                    <a:pt x="104559" y="32578"/>
                  </a:lnTo>
                  <a:lnTo>
                    <a:pt x="104623" y="32553"/>
                  </a:lnTo>
                  <a:lnTo>
                    <a:pt x="104648" y="32527"/>
                  </a:lnTo>
                  <a:lnTo>
                    <a:pt x="104661" y="32502"/>
                  </a:lnTo>
                  <a:lnTo>
                    <a:pt x="104661" y="32425"/>
                  </a:lnTo>
                  <a:lnTo>
                    <a:pt x="104623" y="32425"/>
                  </a:lnTo>
                  <a:lnTo>
                    <a:pt x="104623" y="32182"/>
                  </a:lnTo>
                  <a:lnTo>
                    <a:pt x="104636" y="31939"/>
                  </a:lnTo>
                  <a:lnTo>
                    <a:pt x="104700" y="31466"/>
                  </a:lnTo>
                  <a:lnTo>
                    <a:pt x="104712" y="31351"/>
                  </a:lnTo>
                  <a:lnTo>
                    <a:pt x="104725" y="31313"/>
                  </a:lnTo>
                  <a:lnTo>
                    <a:pt x="104776" y="31287"/>
                  </a:lnTo>
                  <a:lnTo>
                    <a:pt x="104827" y="31275"/>
                  </a:lnTo>
                  <a:lnTo>
                    <a:pt x="104891" y="31287"/>
                  </a:lnTo>
                  <a:lnTo>
                    <a:pt x="104942" y="31287"/>
                  </a:lnTo>
                  <a:lnTo>
                    <a:pt x="105006" y="31275"/>
                  </a:lnTo>
                  <a:lnTo>
                    <a:pt x="105045" y="31236"/>
                  </a:lnTo>
                  <a:lnTo>
                    <a:pt x="105083" y="31198"/>
                  </a:lnTo>
                  <a:lnTo>
                    <a:pt x="105147" y="31096"/>
                  </a:lnTo>
                  <a:lnTo>
                    <a:pt x="105211" y="31006"/>
                  </a:lnTo>
                  <a:lnTo>
                    <a:pt x="105249" y="30955"/>
                  </a:lnTo>
                  <a:lnTo>
                    <a:pt x="105287" y="30917"/>
                  </a:lnTo>
                  <a:lnTo>
                    <a:pt x="105339" y="30878"/>
                  </a:lnTo>
                  <a:lnTo>
                    <a:pt x="105377" y="30866"/>
                  </a:lnTo>
                  <a:lnTo>
                    <a:pt x="105403" y="30891"/>
                  </a:lnTo>
                  <a:lnTo>
                    <a:pt x="105428" y="30930"/>
                  </a:lnTo>
                  <a:lnTo>
                    <a:pt x="105466" y="31019"/>
                  </a:lnTo>
                  <a:lnTo>
                    <a:pt x="105492" y="31057"/>
                  </a:lnTo>
                  <a:lnTo>
                    <a:pt x="105543" y="31083"/>
                  </a:lnTo>
                  <a:lnTo>
                    <a:pt x="105633" y="31109"/>
                  </a:lnTo>
                  <a:lnTo>
                    <a:pt x="105735" y="31121"/>
                  </a:lnTo>
                  <a:lnTo>
                    <a:pt x="105837" y="31134"/>
                  </a:lnTo>
                  <a:lnTo>
                    <a:pt x="105927" y="31134"/>
                  </a:lnTo>
                  <a:lnTo>
                    <a:pt x="106029" y="31160"/>
                  </a:lnTo>
                  <a:lnTo>
                    <a:pt x="106080" y="31172"/>
                  </a:lnTo>
                  <a:lnTo>
                    <a:pt x="106131" y="31160"/>
                  </a:lnTo>
                  <a:lnTo>
                    <a:pt x="106157" y="31134"/>
                  </a:lnTo>
                  <a:lnTo>
                    <a:pt x="106195" y="31096"/>
                  </a:lnTo>
                  <a:lnTo>
                    <a:pt x="106246" y="31032"/>
                  </a:lnTo>
                  <a:lnTo>
                    <a:pt x="106310" y="30981"/>
                  </a:lnTo>
                  <a:lnTo>
                    <a:pt x="106374" y="30917"/>
                  </a:lnTo>
                  <a:lnTo>
                    <a:pt x="106425" y="30840"/>
                  </a:lnTo>
                  <a:lnTo>
                    <a:pt x="106438" y="30802"/>
                  </a:lnTo>
                  <a:lnTo>
                    <a:pt x="106438" y="30763"/>
                  </a:lnTo>
                  <a:lnTo>
                    <a:pt x="106412" y="30712"/>
                  </a:lnTo>
                  <a:lnTo>
                    <a:pt x="106361" y="30661"/>
                  </a:lnTo>
                  <a:lnTo>
                    <a:pt x="106310" y="30597"/>
                  </a:lnTo>
                  <a:lnTo>
                    <a:pt x="106272" y="30546"/>
                  </a:lnTo>
                  <a:lnTo>
                    <a:pt x="106144" y="30329"/>
                  </a:lnTo>
                  <a:lnTo>
                    <a:pt x="106093" y="30214"/>
                  </a:lnTo>
                  <a:lnTo>
                    <a:pt x="106080" y="30163"/>
                  </a:lnTo>
                  <a:lnTo>
                    <a:pt x="106067" y="30099"/>
                  </a:lnTo>
                  <a:lnTo>
                    <a:pt x="106054" y="29869"/>
                  </a:lnTo>
                  <a:lnTo>
                    <a:pt x="106067" y="29754"/>
                  </a:lnTo>
                  <a:lnTo>
                    <a:pt x="106080" y="29703"/>
                  </a:lnTo>
                  <a:lnTo>
                    <a:pt x="106093" y="29652"/>
                  </a:lnTo>
                  <a:lnTo>
                    <a:pt x="106131" y="29600"/>
                  </a:lnTo>
                  <a:lnTo>
                    <a:pt x="106195" y="29549"/>
                  </a:lnTo>
                  <a:lnTo>
                    <a:pt x="106323" y="29460"/>
                  </a:lnTo>
                  <a:lnTo>
                    <a:pt x="106438" y="29345"/>
                  </a:lnTo>
                  <a:lnTo>
                    <a:pt x="106553" y="29243"/>
                  </a:lnTo>
                  <a:lnTo>
                    <a:pt x="106617" y="29153"/>
                  </a:lnTo>
                  <a:lnTo>
                    <a:pt x="106693" y="29076"/>
                  </a:lnTo>
                  <a:lnTo>
                    <a:pt x="106783" y="29025"/>
                  </a:lnTo>
                  <a:lnTo>
                    <a:pt x="106821" y="29013"/>
                  </a:lnTo>
                  <a:lnTo>
                    <a:pt x="106885" y="29000"/>
                  </a:lnTo>
                  <a:lnTo>
                    <a:pt x="107026" y="28987"/>
                  </a:lnTo>
                  <a:lnTo>
                    <a:pt x="107102" y="28961"/>
                  </a:lnTo>
                  <a:lnTo>
                    <a:pt x="107166" y="28949"/>
                  </a:lnTo>
                  <a:lnTo>
                    <a:pt x="107281" y="28872"/>
                  </a:lnTo>
                  <a:lnTo>
                    <a:pt x="107320" y="28859"/>
                  </a:lnTo>
                  <a:lnTo>
                    <a:pt x="107332" y="28859"/>
                  </a:lnTo>
                  <a:lnTo>
                    <a:pt x="107345" y="28885"/>
                  </a:lnTo>
                  <a:lnTo>
                    <a:pt x="107332" y="28923"/>
                  </a:lnTo>
                  <a:lnTo>
                    <a:pt x="107307" y="28949"/>
                  </a:lnTo>
                  <a:lnTo>
                    <a:pt x="107268" y="28987"/>
                  </a:lnTo>
                  <a:lnTo>
                    <a:pt x="107166" y="29038"/>
                  </a:lnTo>
                  <a:lnTo>
                    <a:pt x="107064" y="29102"/>
                  </a:lnTo>
                  <a:lnTo>
                    <a:pt x="106987" y="29140"/>
                  </a:lnTo>
                  <a:lnTo>
                    <a:pt x="106923" y="29191"/>
                  </a:lnTo>
                  <a:lnTo>
                    <a:pt x="106885" y="29230"/>
                  </a:lnTo>
                  <a:lnTo>
                    <a:pt x="106872" y="29255"/>
                  </a:lnTo>
                  <a:lnTo>
                    <a:pt x="106872" y="29281"/>
                  </a:lnTo>
                  <a:lnTo>
                    <a:pt x="106885" y="29358"/>
                  </a:lnTo>
                  <a:lnTo>
                    <a:pt x="106911" y="29409"/>
                  </a:lnTo>
                  <a:lnTo>
                    <a:pt x="106949" y="29460"/>
                  </a:lnTo>
                  <a:lnTo>
                    <a:pt x="107000" y="29511"/>
                  </a:lnTo>
                  <a:lnTo>
                    <a:pt x="107038" y="29537"/>
                  </a:lnTo>
                  <a:lnTo>
                    <a:pt x="107128" y="29434"/>
                  </a:lnTo>
                  <a:lnTo>
                    <a:pt x="107179" y="29383"/>
                  </a:lnTo>
                  <a:lnTo>
                    <a:pt x="107230" y="29345"/>
                  </a:lnTo>
                  <a:lnTo>
                    <a:pt x="107332" y="29255"/>
                  </a:lnTo>
                  <a:lnTo>
                    <a:pt x="107447" y="29179"/>
                  </a:lnTo>
                  <a:lnTo>
                    <a:pt x="107486" y="29140"/>
                  </a:lnTo>
                  <a:lnTo>
                    <a:pt x="107511" y="29115"/>
                  </a:lnTo>
                  <a:lnTo>
                    <a:pt x="107499" y="29102"/>
                  </a:lnTo>
                  <a:lnTo>
                    <a:pt x="107499" y="29064"/>
                  </a:lnTo>
                  <a:lnTo>
                    <a:pt x="107460" y="28936"/>
                  </a:lnTo>
                  <a:lnTo>
                    <a:pt x="107447" y="28834"/>
                  </a:lnTo>
                  <a:lnTo>
                    <a:pt x="107460" y="28782"/>
                  </a:lnTo>
                  <a:lnTo>
                    <a:pt x="107473" y="28731"/>
                  </a:lnTo>
                  <a:lnTo>
                    <a:pt x="107499" y="28680"/>
                  </a:lnTo>
                  <a:lnTo>
                    <a:pt x="107537" y="28629"/>
                  </a:lnTo>
                  <a:lnTo>
                    <a:pt x="107511" y="28616"/>
                  </a:lnTo>
                  <a:lnTo>
                    <a:pt x="107486" y="28604"/>
                  </a:lnTo>
                  <a:lnTo>
                    <a:pt x="107409" y="28591"/>
                  </a:lnTo>
                  <a:lnTo>
                    <a:pt x="107243" y="28604"/>
                  </a:lnTo>
                  <a:lnTo>
                    <a:pt x="107077" y="28604"/>
                  </a:lnTo>
                  <a:lnTo>
                    <a:pt x="107013" y="28578"/>
                  </a:lnTo>
                  <a:lnTo>
                    <a:pt x="106987" y="28552"/>
                  </a:lnTo>
                  <a:lnTo>
                    <a:pt x="106975" y="28527"/>
                  </a:lnTo>
                  <a:lnTo>
                    <a:pt x="106962" y="28437"/>
                  </a:lnTo>
                  <a:lnTo>
                    <a:pt x="106949" y="28335"/>
                  </a:lnTo>
                  <a:lnTo>
                    <a:pt x="106975" y="28156"/>
                  </a:lnTo>
                  <a:lnTo>
                    <a:pt x="106975" y="28080"/>
                  </a:lnTo>
                  <a:lnTo>
                    <a:pt x="106987" y="27990"/>
                  </a:lnTo>
                  <a:lnTo>
                    <a:pt x="107013" y="27952"/>
                  </a:lnTo>
                  <a:lnTo>
                    <a:pt x="107038" y="27901"/>
                  </a:lnTo>
                  <a:lnTo>
                    <a:pt x="107064" y="27849"/>
                  </a:lnTo>
                  <a:lnTo>
                    <a:pt x="107077" y="27798"/>
                  </a:lnTo>
                  <a:lnTo>
                    <a:pt x="107141" y="27773"/>
                  </a:lnTo>
                  <a:lnTo>
                    <a:pt x="107179" y="27747"/>
                  </a:lnTo>
                  <a:lnTo>
                    <a:pt x="107230" y="27709"/>
                  </a:lnTo>
                  <a:lnTo>
                    <a:pt x="107268" y="27671"/>
                  </a:lnTo>
                  <a:lnTo>
                    <a:pt x="107307" y="27619"/>
                  </a:lnTo>
                  <a:lnTo>
                    <a:pt x="107320" y="27568"/>
                  </a:lnTo>
                  <a:lnTo>
                    <a:pt x="107332" y="27517"/>
                  </a:lnTo>
                  <a:lnTo>
                    <a:pt x="107332" y="27453"/>
                  </a:lnTo>
                  <a:lnTo>
                    <a:pt x="107268" y="27441"/>
                  </a:lnTo>
                  <a:lnTo>
                    <a:pt x="107230" y="27428"/>
                  </a:lnTo>
                  <a:lnTo>
                    <a:pt x="107217" y="27402"/>
                  </a:lnTo>
                  <a:lnTo>
                    <a:pt x="107217" y="27325"/>
                  </a:lnTo>
                  <a:lnTo>
                    <a:pt x="107102" y="27287"/>
                  </a:lnTo>
                  <a:lnTo>
                    <a:pt x="106987" y="27262"/>
                  </a:lnTo>
                  <a:lnTo>
                    <a:pt x="106872" y="27236"/>
                  </a:lnTo>
                  <a:lnTo>
                    <a:pt x="106770" y="27198"/>
                  </a:lnTo>
                  <a:lnTo>
                    <a:pt x="106706" y="27313"/>
                  </a:lnTo>
                  <a:lnTo>
                    <a:pt x="106668" y="27364"/>
                  </a:lnTo>
                  <a:lnTo>
                    <a:pt x="106617" y="27415"/>
                  </a:lnTo>
                  <a:lnTo>
                    <a:pt x="106578" y="27428"/>
                  </a:lnTo>
                  <a:lnTo>
                    <a:pt x="106540" y="27428"/>
                  </a:lnTo>
                  <a:lnTo>
                    <a:pt x="106502" y="27415"/>
                  </a:lnTo>
                  <a:lnTo>
                    <a:pt x="106463" y="27402"/>
                  </a:lnTo>
                  <a:lnTo>
                    <a:pt x="106412" y="27364"/>
                  </a:lnTo>
                  <a:lnTo>
                    <a:pt x="106387" y="27325"/>
                  </a:lnTo>
                  <a:lnTo>
                    <a:pt x="106374" y="27300"/>
                  </a:lnTo>
                  <a:lnTo>
                    <a:pt x="106374" y="27236"/>
                  </a:lnTo>
                  <a:lnTo>
                    <a:pt x="106374" y="27185"/>
                  </a:lnTo>
                  <a:lnTo>
                    <a:pt x="106387" y="27057"/>
                  </a:lnTo>
                  <a:lnTo>
                    <a:pt x="106374" y="26840"/>
                  </a:lnTo>
                  <a:lnTo>
                    <a:pt x="106387" y="26725"/>
                  </a:lnTo>
                  <a:lnTo>
                    <a:pt x="106399" y="26674"/>
                  </a:lnTo>
                  <a:lnTo>
                    <a:pt x="106425" y="26635"/>
                  </a:lnTo>
                  <a:lnTo>
                    <a:pt x="106476" y="26584"/>
                  </a:lnTo>
                  <a:lnTo>
                    <a:pt x="106540" y="26533"/>
                  </a:lnTo>
                  <a:lnTo>
                    <a:pt x="106655" y="26444"/>
                  </a:lnTo>
                  <a:lnTo>
                    <a:pt x="107038" y="26150"/>
                  </a:lnTo>
                  <a:lnTo>
                    <a:pt x="107192" y="25894"/>
                  </a:lnTo>
                  <a:lnTo>
                    <a:pt x="107371" y="25613"/>
                  </a:lnTo>
                  <a:lnTo>
                    <a:pt x="107281" y="25421"/>
                  </a:lnTo>
                  <a:lnTo>
                    <a:pt x="107499" y="25051"/>
                  </a:lnTo>
                  <a:lnTo>
                    <a:pt x="107652" y="24782"/>
                  </a:lnTo>
                  <a:lnTo>
                    <a:pt x="108061" y="24948"/>
                  </a:lnTo>
                  <a:lnTo>
                    <a:pt x="108163" y="24872"/>
                  </a:lnTo>
                  <a:lnTo>
                    <a:pt x="108355" y="24820"/>
                  </a:lnTo>
                  <a:lnTo>
                    <a:pt x="108432" y="25038"/>
                  </a:lnTo>
                  <a:lnTo>
                    <a:pt x="108623" y="25089"/>
                  </a:lnTo>
                  <a:lnTo>
                    <a:pt x="108802" y="24808"/>
                  </a:lnTo>
                  <a:lnTo>
                    <a:pt x="109288" y="24373"/>
                  </a:lnTo>
                  <a:lnTo>
                    <a:pt x="109595" y="24245"/>
                  </a:lnTo>
                  <a:lnTo>
                    <a:pt x="109556" y="24667"/>
                  </a:lnTo>
                  <a:lnTo>
                    <a:pt x="109492" y="25076"/>
                  </a:lnTo>
                  <a:lnTo>
                    <a:pt x="109812" y="25012"/>
                  </a:lnTo>
                  <a:lnTo>
                    <a:pt x="110182" y="24578"/>
                  </a:lnTo>
                  <a:lnTo>
                    <a:pt x="110591" y="24348"/>
                  </a:lnTo>
                  <a:lnTo>
                    <a:pt x="111409" y="24130"/>
                  </a:lnTo>
                  <a:lnTo>
                    <a:pt x="111921" y="24169"/>
                  </a:lnTo>
                  <a:lnTo>
                    <a:pt x="112215" y="24348"/>
                  </a:lnTo>
                  <a:lnTo>
                    <a:pt x="112739" y="24936"/>
                  </a:lnTo>
                  <a:lnTo>
                    <a:pt x="112866" y="24936"/>
                  </a:lnTo>
                  <a:lnTo>
                    <a:pt x="112994" y="24552"/>
                  </a:lnTo>
                  <a:lnTo>
                    <a:pt x="113211" y="24169"/>
                  </a:lnTo>
                  <a:lnTo>
                    <a:pt x="113595" y="24130"/>
                  </a:lnTo>
                  <a:lnTo>
                    <a:pt x="113838" y="23939"/>
                  </a:lnTo>
                  <a:lnTo>
                    <a:pt x="114196" y="23811"/>
                  </a:lnTo>
                  <a:lnTo>
                    <a:pt x="114426" y="23606"/>
                  </a:lnTo>
                  <a:lnTo>
                    <a:pt x="114707" y="23402"/>
                  </a:lnTo>
                  <a:lnTo>
                    <a:pt x="114835" y="23095"/>
                  </a:lnTo>
                  <a:lnTo>
                    <a:pt x="114988" y="23197"/>
                  </a:lnTo>
                  <a:lnTo>
                    <a:pt x="115167" y="23121"/>
                  </a:lnTo>
                  <a:lnTo>
                    <a:pt x="115308" y="23057"/>
                  </a:lnTo>
                  <a:lnTo>
                    <a:pt x="115359" y="23031"/>
                  </a:lnTo>
                  <a:lnTo>
                    <a:pt x="115384" y="23018"/>
                  </a:lnTo>
                  <a:lnTo>
                    <a:pt x="115410" y="22993"/>
                  </a:lnTo>
                  <a:lnTo>
                    <a:pt x="115474" y="22955"/>
                  </a:lnTo>
                  <a:lnTo>
                    <a:pt x="115653" y="22865"/>
                  </a:lnTo>
                  <a:lnTo>
                    <a:pt x="115908" y="22750"/>
                  </a:lnTo>
                  <a:lnTo>
                    <a:pt x="116292" y="22724"/>
                  </a:lnTo>
                  <a:lnTo>
                    <a:pt x="116790" y="22379"/>
                  </a:lnTo>
                  <a:lnTo>
                    <a:pt x="118094" y="21855"/>
                  </a:lnTo>
                  <a:lnTo>
                    <a:pt x="118234" y="21459"/>
                  </a:lnTo>
                  <a:lnTo>
                    <a:pt x="118426" y="21804"/>
                  </a:lnTo>
                  <a:lnTo>
                    <a:pt x="118694" y="21843"/>
                  </a:lnTo>
                  <a:lnTo>
                    <a:pt x="119563" y="22073"/>
                  </a:lnTo>
                  <a:lnTo>
                    <a:pt x="119781" y="22098"/>
                  </a:lnTo>
                  <a:lnTo>
                    <a:pt x="119781" y="21919"/>
                  </a:lnTo>
                  <a:lnTo>
                    <a:pt x="119985" y="21830"/>
                  </a:lnTo>
                  <a:lnTo>
                    <a:pt x="120330" y="21638"/>
                  </a:lnTo>
                  <a:lnTo>
                    <a:pt x="120369" y="21446"/>
                  </a:lnTo>
                  <a:lnTo>
                    <a:pt x="119960" y="21242"/>
                  </a:lnTo>
                  <a:lnTo>
                    <a:pt x="120113" y="21025"/>
                  </a:lnTo>
                  <a:lnTo>
                    <a:pt x="119627" y="20731"/>
                  </a:lnTo>
                  <a:lnTo>
                    <a:pt x="119500" y="20066"/>
                  </a:lnTo>
                  <a:lnTo>
                    <a:pt x="119244" y="19874"/>
                  </a:lnTo>
                  <a:lnTo>
                    <a:pt x="119308" y="19670"/>
                  </a:lnTo>
                  <a:lnTo>
                    <a:pt x="119180" y="19453"/>
                  </a:lnTo>
                  <a:lnTo>
                    <a:pt x="118758" y="19580"/>
                  </a:lnTo>
                  <a:lnTo>
                    <a:pt x="118452" y="19389"/>
                  </a:lnTo>
                  <a:lnTo>
                    <a:pt x="118541" y="19120"/>
                  </a:lnTo>
                  <a:lnTo>
                    <a:pt x="118375" y="18993"/>
                  </a:lnTo>
                  <a:lnTo>
                    <a:pt x="118055" y="18635"/>
                  </a:lnTo>
                  <a:lnTo>
                    <a:pt x="118337" y="18788"/>
                  </a:lnTo>
                  <a:lnTo>
                    <a:pt x="118669" y="19056"/>
                  </a:lnTo>
                  <a:lnTo>
                    <a:pt x="118976" y="19223"/>
                  </a:lnTo>
                  <a:lnTo>
                    <a:pt x="119423" y="19223"/>
                  </a:lnTo>
                  <a:lnTo>
                    <a:pt x="119947" y="18878"/>
                  </a:lnTo>
                  <a:lnTo>
                    <a:pt x="120637" y="18724"/>
                  </a:lnTo>
                  <a:lnTo>
                    <a:pt x="120918" y="18430"/>
                  </a:lnTo>
                  <a:lnTo>
                    <a:pt x="121135" y="17893"/>
                  </a:lnTo>
                  <a:lnTo>
                    <a:pt x="120816" y="17766"/>
                  </a:lnTo>
                  <a:lnTo>
                    <a:pt x="120611" y="17497"/>
                  </a:lnTo>
                  <a:lnTo>
                    <a:pt x="120624" y="17280"/>
                  </a:lnTo>
                  <a:lnTo>
                    <a:pt x="121033" y="17280"/>
                  </a:lnTo>
                  <a:lnTo>
                    <a:pt x="121187" y="17139"/>
                  </a:lnTo>
                  <a:lnTo>
                    <a:pt x="121263" y="17280"/>
                  </a:lnTo>
                  <a:lnTo>
                    <a:pt x="121621" y="17280"/>
                  </a:lnTo>
                  <a:lnTo>
                    <a:pt x="121353" y="17484"/>
                  </a:lnTo>
                  <a:lnTo>
                    <a:pt x="121391" y="17638"/>
                  </a:lnTo>
                  <a:lnTo>
                    <a:pt x="121647" y="17881"/>
                  </a:lnTo>
                  <a:lnTo>
                    <a:pt x="121749" y="18162"/>
                  </a:lnTo>
                  <a:lnTo>
                    <a:pt x="122286" y="18251"/>
                  </a:lnTo>
                  <a:lnTo>
                    <a:pt x="122644" y="18149"/>
                  </a:lnTo>
                  <a:lnTo>
                    <a:pt x="122925" y="17996"/>
                  </a:lnTo>
                  <a:lnTo>
                    <a:pt x="123270" y="18034"/>
                  </a:lnTo>
                  <a:lnTo>
                    <a:pt x="123602" y="18187"/>
                  </a:lnTo>
                  <a:lnTo>
                    <a:pt x="123666" y="18392"/>
                  </a:lnTo>
                  <a:lnTo>
                    <a:pt x="123781" y="18532"/>
                  </a:lnTo>
                  <a:lnTo>
                    <a:pt x="123781" y="18801"/>
                  </a:lnTo>
                  <a:lnTo>
                    <a:pt x="124024" y="18801"/>
                  </a:lnTo>
                  <a:lnTo>
                    <a:pt x="124062" y="18954"/>
                  </a:lnTo>
                  <a:lnTo>
                    <a:pt x="124267" y="19044"/>
                  </a:lnTo>
                  <a:lnTo>
                    <a:pt x="124497" y="19031"/>
                  </a:lnTo>
                  <a:lnTo>
                    <a:pt x="124727" y="18865"/>
                  </a:lnTo>
                  <a:lnTo>
                    <a:pt x="124663" y="19018"/>
                  </a:lnTo>
                  <a:lnTo>
                    <a:pt x="124676" y="19082"/>
                  </a:lnTo>
                  <a:lnTo>
                    <a:pt x="124931" y="19223"/>
                  </a:lnTo>
                  <a:lnTo>
                    <a:pt x="125123" y="19363"/>
                  </a:lnTo>
                  <a:lnTo>
                    <a:pt x="125340" y="19517"/>
                  </a:lnTo>
                  <a:lnTo>
                    <a:pt x="125532" y="19517"/>
                  </a:lnTo>
                  <a:lnTo>
                    <a:pt x="125609" y="19402"/>
                  </a:lnTo>
                  <a:lnTo>
                    <a:pt x="125698" y="19402"/>
                  </a:lnTo>
                  <a:lnTo>
                    <a:pt x="125749" y="19568"/>
                  </a:lnTo>
                  <a:lnTo>
                    <a:pt x="125967" y="19555"/>
                  </a:lnTo>
                  <a:lnTo>
                    <a:pt x="126018" y="19440"/>
                  </a:lnTo>
                  <a:lnTo>
                    <a:pt x="126184" y="19414"/>
                  </a:lnTo>
                  <a:lnTo>
                    <a:pt x="126286" y="19465"/>
                  </a:lnTo>
                  <a:lnTo>
                    <a:pt x="126554" y="19465"/>
                  </a:lnTo>
                  <a:lnTo>
                    <a:pt x="126682" y="19414"/>
                  </a:lnTo>
                  <a:lnTo>
                    <a:pt x="126670" y="19325"/>
                  </a:lnTo>
                  <a:lnTo>
                    <a:pt x="126567" y="19261"/>
                  </a:lnTo>
                  <a:lnTo>
                    <a:pt x="126491" y="19146"/>
                  </a:lnTo>
                  <a:lnTo>
                    <a:pt x="126337" y="19069"/>
                  </a:lnTo>
                  <a:lnTo>
                    <a:pt x="126337" y="19056"/>
                  </a:lnTo>
                  <a:lnTo>
                    <a:pt x="126567" y="19133"/>
                  </a:lnTo>
                  <a:lnTo>
                    <a:pt x="126631" y="19133"/>
                  </a:lnTo>
                  <a:lnTo>
                    <a:pt x="126682" y="19120"/>
                  </a:lnTo>
                  <a:lnTo>
                    <a:pt x="126721" y="19108"/>
                  </a:lnTo>
                  <a:lnTo>
                    <a:pt x="126759" y="19044"/>
                  </a:lnTo>
                  <a:lnTo>
                    <a:pt x="126785" y="19005"/>
                  </a:lnTo>
                  <a:lnTo>
                    <a:pt x="126580" y="18865"/>
                  </a:lnTo>
                  <a:lnTo>
                    <a:pt x="126376" y="18903"/>
                  </a:lnTo>
                  <a:lnTo>
                    <a:pt x="126337" y="19031"/>
                  </a:lnTo>
                  <a:lnTo>
                    <a:pt x="126261" y="19108"/>
                  </a:lnTo>
                  <a:lnTo>
                    <a:pt x="126171" y="19133"/>
                  </a:lnTo>
                  <a:lnTo>
                    <a:pt x="126171" y="19018"/>
                  </a:lnTo>
                  <a:lnTo>
                    <a:pt x="126082" y="18954"/>
                  </a:lnTo>
                  <a:lnTo>
                    <a:pt x="126005" y="19031"/>
                  </a:lnTo>
                  <a:lnTo>
                    <a:pt x="126082" y="18878"/>
                  </a:lnTo>
                  <a:lnTo>
                    <a:pt x="126235" y="18916"/>
                  </a:lnTo>
                  <a:lnTo>
                    <a:pt x="126452" y="18775"/>
                  </a:lnTo>
                  <a:lnTo>
                    <a:pt x="126695" y="18737"/>
                  </a:lnTo>
                  <a:lnTo>
                    <a:pt x="126797" y="18571"/>
                  </a:lnTo>
                  <a:lnTo>
                    <a:pt x="126657" y="18443"/>
                  </a:lnTo>
                  <a:lnTo>
                    <a:pt x="126836" y="18417"/>
                  </a:lnTo>
                  <a:lnTo>
                    <a:pt x="126746" y="18238"/>
                  </a:lnTo>
                  <a:lnTo>
                    <a:pt x="126350" y="17919"/>
                  </a:lnTo>
                  <a:lnTo>
                    <a:pt x="126452" y="17881"/>
                  </a:lnTo>
                  <a:lnTo>
                    <a:pt x="126631" y="17996"/>
                  </a:lnTo>
                  <a:lnTo>
                    <a:pt x="126900" y="18123"/>
                  </a:lnTo>
                  <a:lnTo>
                    <a:pt x="127321" y="18060"/>
                  </a:lnTo>
                  <a:lnTo>
                    <a:pt x="127603" y="18008"/>
                  </a:lnTo>
                  <a:lnTo>
                    <a:pt x="127398" y="17842"/>
                  </a:lnTo>
                  <a:lnTo>
                    <a:pt x="127309" y="17753"/>
                  </a:lnTo>
                  <a:lnTo>
                    <a:pt x="127449" y="17702"/>
                  </a:lnTo>
                  <a:lnTo>
                    <a:pt x="127858" y="17868"/>
                  </a:lnTo>
                  <a:lnTo>
                    <a:pt x="128050" y="17868"/>
                  </a:lnTo>
                  <a:lnTo>
                    <a:pt x="128037" y="17804"/>
                  </a:lnTo>
                  <a:lnTo>
                    <a:pt x="128063" y="17536"/>
                  </a:lnTo>
                  <a:lnTo>
                    <a:pt x="128101" y="17484"/>
                  </a:lnTo>
                  <a:lnTo>
                    <a:pt x="128178" y="17395"/>
                  </a:lnTo>
                  <a:lnTo>
                    <a:pt x="128229" y="17369"/>
                  </a:lnTo>
                  <a:lnTo>
                    <a:pt x="128318" y="17357"/>
                  </a:lnTo>
                  <a:lnTo>
                    <a:pt x="128420" y="17344"/>
                  </a:lnTo>
                  <a:lnTo>
                    <a:pt x="128727" y="17293"/>
                  </a:lnTo>
                  <a:lnTo>
                    <a:pt x="128778" y="17165"/>
                  </a:lnTo>
                  <a:lnTo>
                    <a:pt x="128357" y="17075"/>
                  </a:lnTo>
                  <a:lnTo>
                    <a:pt x="128037" y="16960"/>
                  </a:lnTo>
                  <a:lnTo>
                    <a:pt x="127539" y="16705"/>
                  </a:lnTo>
                  <a:lnTo>
                    <a:pt x="127257" y="16373"/>
                  </a:lnTo>
                  <a:lnTo>
                    <a:pt x="126912" y="16155"/>
                  </a:lnTo>
                  <a:lnTo>
                    <a:pt x="126171" y="16245"/>
                  </a:lnTo>
                  <a:lnTo>
                    <a:pt x="125852" y="16232"/>
                  </a:lnTo>
                  <a:lnTo>
                    <a:pt x="125928" y="16079"/>
                  </a:lnTo>
                  <a:lnTo>
                    <a:pt x="125647" y="15964"/>
                  </a:lnTo>
                  <a:lnTo>
                    <a:pt x="124842" y="15964"/>
                  </a:lnTo>
                  <a:lnTo>
                    <a:pt x="124970" y="16104"/>
                  </a:lnTo>
                  <a:lnTo>
                    <a:pt x="125200" y="16181"/>
                  </a:lnTo>
                  <a:lnTo>
                    <a:pt x="125200" y="16526"/>
                  </a:lnTo>
                  <a:lnTo>
                    <a:pt x="125021" y="16692"/>
                  </a:lnTo>
                  <a:lnTo>
                    <a:pt x="125136" y="16782"/>
                  </a:lnTo>
                  <a:lnTo>
                    <a:pt x="124957" y="16871"/>
                  </a:lnTo>
                  <a:lnTo>
                    <a:pt x="124867" y="16986"/>
                  </a:lnTo>
                  <a:lnTo>
                    <a:pt x="124791" y="16666"/>
                  </a:lnTo>
                  <a:lnTo>
                    <a:pt x="124535" y="16603"/>
                  </a:lnTo>
                  <a:lnTo>
                    <a:pt x="124407" y="16551"/>
                  </a:lnTo>
                  <a:lnTo>
                    <a:pt x="124650" y="16449"/>
                  </a:lnTo>
                  <a:lnTo>
                    <a:pt x="124701" y="16347"/>
                  </a:lnTo>
                  <a:lnTo>
                    <a:pt x="124573" y="16155"/>
                  </a:lnTo>
                  <a:lnTo>
                    <a:pt x="124535" y="16053"/>
                  </a:lnTo>
                  <a:lnTo>
                    <a:pt x="124510" y="15976"/>
                  </a:lnTo>
                  <a:lnTo>
                    <a:pt x="124497" y="15900"/>
                  </a:lnTo>
                  <a:lnTo>
                    <a:pt x="124510" y="15849"/>
                  </a:lnTo>
                  <a:lnTo>
                    <a:pt x="124535" y="15785"/>
                  </a:lnTo>
                  <a:lnTo>
                    <a:pt x="124573" y="15721"/>
                  </a:lnTo>
                  <a:lnTo>
                    <a:pt x="124573" y="15555"/>
                  </a:lnTo>
                  <a:lnTo>
                    <a:pt x="124152" y="15606"/>
                  </a:lnTo>
                  <a:lnTo>
                    <a:pt x="124280" y="15440"/>
                  </a:lnTo>
                  <a:lnTo>
                    <a:pt x="124126" y="15210"/>
                  </a:lnTo>
                  <a:lnTo>
                    <a:pt x="123947" y="15056"/>
                  </a:lnTo>
                  <a:lnTo>
                    <a:pt x="123679" y="15107"/>
                  </a:lnTo>
                  <a:lnTo>
                    <a:pt x="123679" y="15325"/>
                  </a:lnTo>
                  <a:lnTo>
                    <a:pt x="123564" y="15120"/>
                  </a:lnTo>
                  <a:lnTo>
                    <a:pt x="123679" y="14890"/>
                  </a:lnTo>
                  <a:lnTo>
                    <a:pt x="123551" y="14864"/>
                  </a:lnTo>
                  <a:lnTo>
                    <a:pt x="123244" y="14839"/>
                  </a:lnTo>
                  <a:lnTo>
                    <a:pt x="122963" y="14711"/>
                  </a:lnTo>
                  <a:lnTo>
                    <a:pt x="122797" y="14583"/>
                  </a:lnTo>
                  <a:lnTo>
                    <a:pt x="122503" y="14519"/>
                  </a:lnTo>
                  <a:lnTo>
                    <a:pt x="122350" y="14519"/>
                  </a:lnTo>
                  <a:lnTo>
                    <a:pt x="122350" y="14340"/>
                  </a:lnTo>
                  <a:lnTo>
                    <a:pt x="122196" y="14328"/>
                  </a:lnTo>
                  <a:lnTo>
                    <a:pt x="122120" y="14379"/>
                  </a:lnTo>
                  <a:lnTo>
                    <a:pt x="122043" y="14174"/>
                  </a:lnTo>
                  <a:lnTo>
                    <a:pt x="121851" y="14149"/>
                  </a:lnTo>
                  <a:lnTo>
                    <a:pt x="121596" y="14059"/>
                  </a:lnTo>
                  <a:lnTo>
                    <a:pt x="121327" y="13727"/>
                  </a:lnTo>
                  <a:lnTo>
                    <a:pt x="121059" y="13727"/>
                  </a:lnTo>
                  <a:lnTo>
                    <a:pt x="120969" y="13561"/>
                  </a:lnTo>
                  <a:lnTo>
                    <a:pt x="120637" y="13407"/>
                  </a:lnTo>
                  <a:lnTo>
                    <a:pt x="119576" y="12794"/>
                  </a:lnTo>
                  <a:lnTo>
                    <a:pt x="119027" y="12794"/>
                  </a:lnTo>
                  <a:lnTo>
                    <a:pt x="118861" y="12628"/>
                  </a:lnTo>
                  <a:lnTo>
                    <a:pt x="118362" y="12615"/>
                  </a:lnTo>
                  <a:lnTo>
                    <a:pt x="117723" y="12359"/>
                  </a:lnTo>
                  <a:lnTo>
                    <a:pt x="117084" y="12193"/>
                  </a:lnTo>
                  <a:lnTo>
                    <a:pt x="115614" y="12104"/>
                  </a:lnTo>
                  <a:lnTo>
                    <a:pt x="115525" y="12168"/>
                  </a:lnTo>
                  <a:lnTo>
                    <a:pt x="115231" y="12065"/>
                  </a:lnTo>
                  <a:lnTo>
                    <a:pt x="115231" y="12257"/>
                  </a:lnTo>
                  <a:lnTo>
                    <a:pt x="115052" y="12270"/>
                  </a:lnTo>
                  <a:lnTo>
                    <a:pt x="114835" y="11976"/>
                  </a:lnTo>
                  <a:lnTo>
                    <a:pt x="114349" y="12091"/>
                  </a:lnTo>
                  <a:lnTo>
                    <a:pt x="113902" y="11938"/>
                  </a:lnTo>
                  <a:lnTo>
                    <a:pt x="112994" y="11848"/>
                  </a:lnTo>
                  <a:lnTo>
                    <a:pt x="112994" y="12347"/>
                  </a:lnTo>
                  <a:lnTo>
                    <a:pt x="112662" y="12398"/>
                  </a:lnTo>
                  <a:lnTo>
                    <a:pt x="112739" y="12628"/>
                  </a:lnTo>
                  <a:lnTo>
                    <a:pt x="113109" y="12692"/>
                  </a:lnTo>
                  <a:lnTo>
                    <a:pt x="113339" y="13229"/>
                  </a:lnTo>
                  <a:lnTo>
                    <a:pt x="113007" y="13548"/>
                  </a:lnTo>
                  <a:lnTo>
                    <a:pt x="112687" y="13714"/>
                  </a:lnTo>
                  <a:lnTo>
                    <a:pt x="112278" y="13753"/>
                  </a:lnTo>
                  <a:lnTo>
                    <a:pt x="112227" y="13305"/>
                  </a:lnTo>
                  <a:lnTo>
                    <a:pt x="112112" y="13280"/>
                  </a:lnTo>
                  <a:lnTo>
                    <a:pt x="111895" y="13126"/>
                  </a:lnTo>
                  <a:lnTo>
                    <a:pt x="111269" y="13050"/>
                  </a:lnTo>
                  <a:lnTo>
                    <a:pt x="111179" y="12551"/>
                  </a:lnTo>
                  <a:lnTo>
                    <a:pt x="110949" y="12308"/>
                  </a:lnTo>
                  <a:lnTo>
                    <a:pt x="111000" y="12270"/>
                  </a:lnTo>
                  <a:lnTo>
                    <a:pt x="111844" y="12730"/>
                  </a:lnTo>
                  <a:lnTo>
                    <a:pt x="112087" y="12653"/>
                  </a:lnTo>
                  <a:lnTo>
                    <a:pt x="112074" y="12513"/>
                  </a:lnTo>
                  <a:lnTo>
                    <a:pt x="112163" y="12436"/>
                  </a:lnTo>
                  <a:lnTo>
                    <a:pt x="112074" y="12065"/>
                  </a:lnTo>
                  <a:lnTo>
                    <a:pt x="111090" y="11899"/>
                  </a:lnTo>
                  <a:lnTo>
                    <a:pt x="110885" y="12244"/>
                  </a:lnTo>
                  <a:lnTo>
                    <a:pt x="110515" y="12474"/>
                  </a:lnTo>
                  <a:lnTo>
                    <a:pt x="110067" y="12705"/>
                  </a:lnTo>
                  <a:lnTo>
                    <a:pt x="109582" y="12717"/>
                  </a:lnTo>
                  <a:lnTo>
                    <a:pt x="109428" y="12589"/>
                  </a:lnTo>
                  <a:lnTo>
                    <a:pt x="108904" y="12628"/>
                  </a:lnTo>
                  <a:lnTo>
                    <a:pt x="107997" y="12500"/>
                  </a:lnTo>
                  <a:lnTo>
                    <a:pt x="107856" y="12244"/>
                  </a:lnTo>
                  <a:lnTo>
                    <a:pt x="107729" y="12244"/>
                  </a:lnTo>
                  <a:lnTo>
                    <a:pt x="107626" y="12398"/>
                  </a:lnTo>
                  <a:lnTo>
                    <a:pt x="107179" y="12411"/>
                  </a:lnTo>
                  <a:lnTo>
                    <a:pt x="106872" y="12436"/>
                  </a:lnTo>
                  <a:lnTo>
                    <a:pt x="106463" y="12411"/>
                  </a:lnTo>
                  <a:lnTo>
                    <a:pt x="105927" y="12807"/>
                  </a:lnTo>
                  <a:lnTo>
                    <a:pt x="106054" y="12500"/>
                  </a:lnTo>
                  <a:lnTo>
                    <a:pt x="105863" y="12500"/>
                  </a:lnTo>
                  <a:lnTo>
                    <a:pt x="105633" y="12743"/>
                  </a:lnTo>
                  <a:lnTo>
                    <a:pt x="105505" y="13203"/>
                  </a:lnTo>
                  <a:lnTo>
                    <a:pt x="105505" y="12436"/>
                  </a:lnTo>
                  <a:lnTo>
                    <a:pt x="104661" y="12372"/>
                  </a:lnTo>
                  <a:lnTo>
                    <a:pt x="104636" y="12142"/>
                  </a:lnTo>
                  <a:lnTo>
                    <a:pt x="104648" y="11835"/>
                  </a:lnTo>
                  <a:lnTo>
                    <a:pt x="104968" y="11657"/>
                  </a:lnTo>
                  <a:lnTo>
                    <a:pt x="104878" y="11337"/>
                  </a:lnTo>
                  <a:lnTo>
                    <a:pt x="104188" y="10890"/>
                  </a:lnTo>
                  <a:lnTo>
                    <a:pt x="103204" y="10442"/>
                  </a:lnTo>
                  <a:lnTo>
                    <a:pt x="102258" y="10417"/>
                  </a:lnTo>
                  <a:lnTo>
                    <a:pt x="101083" y="10493"/>
                  </a:lnTo>
                  <a:lnTo>
                    <a:pt x="100124" y="10775"/>
                  </a:lnTo>
                  <a:lnTo>
                    <a:pt x="98578" y="10775"/>
                  </a:lnTo>
                  <a:lnTo>
                    <a:pt x="98373" y="10672"/>
                  </a:lnTo>
                  <a:lnTo>
                    <a:pt x="98501" y="10583"/>
                  </a:lnTo>
                  <a:lnTo>
                    <a:pt x="98399" y="10327"/>
                  </a:lnTo>
                  <a:lnTo>
                    <a:pt x="98003" y="10021"/>
                  </a:lnTo>
                  <a:lnTo>
                    <a:pt x="97427" y="9982"/>
                  </a:lnTo>
                  <a:lnTo>
                    <a:pt x="97389" y="9842"/>
                  </a:lnTo>
                  <a:lnTo>
                    <a:pt x="96903" y="9816"/>
                  </a:lnTo>
                  <a:lnTo>
                    <a:pt x="96776" y="9599"/>
                  </a:lnTo>
                  <a:lnTo>
                    <a:pt x="96341" y="9612"/>
                  </a:lnTo>
                  <a:lnTo>
                    <a:pt x="96252" y="9535"/>
                  </a:lnTo>
                  <a:lnTo>
                    <a:pt x="96367" y="9369"/>
                  </a:lnTo>
                  <a:lnTo>
                    <a:pt x="96456" y="9420"/>
                  </a:lnTo>
                  <a:lnTo>
                    <a:pt x="96686" y="9471"/>
                  </a:lnTo>
                  <a:lnTo>
                    <a:pt x="96852" y="9330"/>
                  </a:lnTo>
                  <a:lnTo>
                    <a:pt x="96903" y="9126"/>
                  </a:lnTo>
                  <a:lnTo>
                    <a:pt x="96699" y="9024"/>
                  </a:lnTo>
                  <a:lnTo>
                    <a:pt x="96354" y="8755"/>
                  </a:lnTo>
                  <a:lnTo>
                    <a:pt x="95702" y="8602"/>
                  </a:lnTo>
                  <a:lnTo>
                    <a:pt x="94449" y="8666"/>
                  </a:lnTo>
                  <a:lnTo>
                    <a:pt x="94373" y="8794"/>
                  </a:lnTo>
                  <a:lnTo>
                    <a:pt x="93977" y="9228"/>
                  </a:lnTo>
                  <a:lnTo>
                    <a:pt x="93159" y="9573"/>
                  </a:lnTo>
                  <a:lnTo>
                    <a:pt x="92890" y="9509"/>
                  </a:lnTo>
                  <a:lnTo>
                    <a:pt x="92967" y="9279"/>
                  </a:lnTo>
                  <a:lnTo>
                    <a:pt x="93491" y="9203"/>
                  </a:lnTo>
                  <a:lnTo>
                    <a:pt x="93555" y="9126"/>
                  </a:lnTo>
                  <a:lnTo>
                    <a:pt x="93465" y="9036"/>
                  </a:lnTo>
                  <a:lnTo>
                    <a:pt x="93491" y="8845"/>
                  </a:lnTo>
                  <a:lnTo>
                    <a:pt x="93900" y="8858"/>
                  </a:lnTo>
                  <a:lnTo>
                    <a:pt x="93887" y="8985"/>
                  </a:lnTo>
                  <a:lnTo>
                    <a:pt x="93708" y="9075"/>
                  </a:lnTo>
                  <a:lnTo>
                    <a:pt x="93695" y="9100"/>
                  </a:lnTo>
                  <a:lnTo>
                    <a:pt x="93683" y="9139"/>
                  </a:lnTo>
                  <a:lnTo>
                    <a:pt x="93683" y="9190"/>
                  </a:lnTo>
                  <a:lnTo>
                    <a:pt x="93925" y="9164"/>
                  </a:lnTo>
                  <a:lnTo>
                    <a:pt x="94207" y="8934"/>
                  </a:lnTo>
                  <a:lnTo>
                    <a:pt x="94207" y="8794"/>
                  </a:lnTo>
                  <a:lnTo>
                    <a:pt x="93810" y="8755"/>
                  </a:lnTo>
                  <a:lnTo>
                    <a:pt x="92992" y="8679"/>
                  </a:lnTo>
                  <a:lnTo>
                    <a:pt x="92762" y="8781"/>
                  </a:lnTo>
                  <a:lnTo>
                    <a:pt x="92405" y="8883"/>
                  </a:lnTo>
                  <a:lnTo>
                    <a:pt x="92366" y="8832"/>
                  </a:lnTo>
                  <a:lnTo>
                    <a:pt x="92353" y="8794"/>
                  </a:lnTo>
                  <a:lnTo>
                    <a:pt x="92353" y="8768"/>
                  </a:lnTo>
                  <a:lnTo>
                    <a:pt x="92392" y="8755"/>
                  </a:lnTo>
                  <a:lnTo>
                    <a:pt x="92443" y="8743"/>
                  </a:lnTo>
                  <a:lnTo>
                    <a:pt x="92520" y="8730"/>
                  </a:lnTo>
                  <a:lnTo>
                    <a:pt x="92609" y="8589"/>
                  </a:lnTo>
                  <a:lnTo>
                    <a:pt x="92916" y="8525"/>
                  </a:lnTo>
                  <a:lnTo>
                    <a:pt x="93516" y="8602"/>
                  </a:lnTo>
                  <a:lnTo>
                    <a:pt x="93810" y="8615"/>
                  </a:lnTo>
                  <a:lnTo>
                    <a:pt x="94245" y="8730"/>
                  </a:lnTo>
                  <a:lnTo>
                    <a:pt x="94334" y="8679"/>
                  </a:lnTo>
                  <a:lnTo>
                    <a:pt x="94232" y="8615"/>
                  </a:lnTo>
                  <a:lnTo>
                    <a:pt x="94117" y="8538"/>
                  </a:lnTo>
                  <a:lnTo>
                    <a:pt x="94040" y="8487"/>
                  </a:lnTo>
                  <a:lnTo>
                    <a:pt x="93887" y="8410"/>
                  </a:lnTo>
                  <a:lnTo>
                    <a:pt x="93670" y="8308"/>
                  </a:lnTo>
                  <a:lnTo>
                    <a:pt x="92852" y="8244"/>
                  </a:lnTo>
                  <a:lnTo>
                    <a:pt x="92277" y="8104"/>
                  </a:lnTo>
                  <a:lnTo>
                    <a:pt x="91395" y="8040"/>
                  </a:lnTo>
                  <a:lnTo>
                    <a:pt x="90500" y="8052"/>
                  </a:lnTo>
                  <a:lnTo>
                    <a:pt x="90245" y="7963"/>
                  </a:lnTo>
                  <a:lnTo>
                    <a:pt x="89618" y="7771"/>
                  </a:lnTo>
                  <a:lnTo>
                    <a:pt x="89376" y="7797"/>
                  </a:lnTo>
                  <a:lnTo>
                    <a:pt x="89439" y="7963"/>
                  </a:lnTo>
                  <a:lnTo>
                    <a:pt x="89785" y="8078"/>
                  </a:lnTo>
                  <a:lnTo>
                    <a:pt x="89721" y="8308"/>
                  </a:lnTo>
                  <a:lnTo>
                    <a:pt x="89376" y="8423"/>
                  </a:lnTo>
                  <a:lnTo>
                    <a:pt x="88506" y="8397"/>
                  </a:lnTo>
                  <a:lnTo>
                    <a:pt x="88264" y="8666"/>
                  </a:lnTo>
                  <a:lnTo>
                    <a:pt x="88251" y="8870"/>
                  </a:lnTo>
                  <a:lnTo>
                    <a:pt x="88468" y="8921"/>
                  </a:lnTo>
                  <a:lnTo>
                    <a:pt x="88558" y="8781"/>
                  </a:lnTo>
                  <a:lnTo>
                    <a:pt x="88852" y="8781"/>
                  </a:lnTo>
                  <a:lnTo>
                    <a:pt x="88967" y="8934"/>
                  </a:lnTo>
                  <a:lnTo>
                    <a:pt x="88724" y="8973"/>
                  </a:lnTo>
                  <a:lnTo>
                    <a:pt x="88673" y="9126"/>
                  </a:lnTo>
                  <a:lnTo>
                    <a:pt x="88519" y="9228"/>
                  </a:lnTo>
                  <a:lnTo>
                    <a:pt x="88711" y="9279"/>
                  </a:lnTo>
                  <a:lnTo>
                    <a:pt x="88685" y="9586"/>
                  </a:lnTo>
                  <a:lnTo>
                    <a:pt x="88967" y="9765"/>
                  </a:lnTo>
                  <a:lnTo>
                    <a:pt x="88788" y="9918"/>
                  </a:lnTo>
                  <a:lnTo>
                    <a:pt x="88506" y="9918"/>
                  </a:lnTo>
                  <a:lnTo>
                    <a:pt x="88366" y="10033"/>
                  </a:lnTo>
                  <a:lnTo>
                    <a:pt x="88251" y="9969"/>
                  </a:lnTo>
                  <a:lnTo>
                    <a:pt x="87982" y="9803"/>
                  </a:lnTo>
                  <a:lnTo>
                    <a:pt x="87829" y="9727"/>
                  </a:lnTo>
                  <a:lnTo>
                    <a:pt x="87458" y="9612"/>
                  </a:lnTo>
                  <a:lnTo>
                    <a:pt x="87267" y="9995"/>
                  </a:lnTo>
                  <a:lnTo>
                    <a:pt x="87343" y="10136"/>
                  </a:lnTo>
                  <a:lnTo>
                    <a:pt x="87382" y="10430"/>
                  </a:lnTo>
                  <a:lnTo>
                    <a:pt x="87037" y="10442"/>
                  </a:lnTo>
                  <a:lnTo>
                    <a:pt x="86896" y="10225"/>
                  </a:lnTo>
                  <a:lnTo>
                    <a:pt x="86717" y="10059"/>
                  </a:lnTo>
                  <a:lnTo>
                    <a:pt x="86717" y="9867"/>
                  </a:lnTo>
                  <a:lnTo>
                    <a:pt x="86883" y="9906"/>
                  </a:lnTo>
                  <a:lnTo>
                    <a:pt x="87049" y="9931"/>
                  </a:lnTo>
                  <a:lnTo>
                    <a:pt x="87177" y="9918"/>
                  </a:lnTo>
                  <a:lnTo>
                    <a:pt x="87305" y="9918"/>
                  </a:lnTo>
                  <a:lnTo>
                    <a:pt x="87292" y="9701"/>
                  </a:lnTo>
                  <a:lnTo>
                    <a:pt x="87241" y="9676"/>
                  </a:lnTo>
                  <a:lnTo>
                    <a:pt x="87177" y="9663"/>
                  </a:lnTo>
                  <a:lnTo>
                    <a:pt x="86704" y="9637"/>
                  </a:lnTo>
                  <a:lnTo>
                    <a:pt x="86653" y="9778"/>
                  </a:lnTo>
                  <a:lnTo>
                    <a:pt x="86704" y="9944"/>
                  </a:lnTo>
                  <a:lnTo>
                    <a:pt x="86640" y="10046"/>
                  </a:lnTo>
                  <a:lnTo>
                    <a:pt x="86474" y="9944"/>
                  </a:lnTo>
                  <a:lnTo>
                    <a:pt x="86142" y="9778"/>
                  </a:lnTo>
                  <a:lnTo>
                    <a:pt x="85886" y="9612"/>
                  </a:lnTo>
                  <a:lnTo>
                    <a:pt x="85375" y="9663"/>
                  </a:lnTo>
                  <a:lnTo>
                    <a:pt x="84966" y="9918"/>
                  </a:lnTo>
                  <a:lnTo>
                    <a:pt x="84493" y="10008"/>
                  </a:lnTo>
                  <a:lnTo>
                    <a:pt x="83905" y="9969"/>
                  </a:lnTo>
                  <a:lnTo>
                    <a:pt x="83458" y="9663"/>
                  </a:lnTo>
                  <a:lnTo>
                    <a:pt x="83241" y="9445"/>
                  </a:lnTo>
                  <a:lnTo>
                    <a:pt x="83241" y="9254"/>
                  </a:lnTo>
                  <a:lnTo>
                    <a:pt x="83139" y="9203"/>
                  </a:lnTo>
                  <a:lnTo>
                    <a:pt x="82742" y="9676"/>
                  </a:lnTo>
                  <a:lnTo>
                    <a:pt x="82640" y="10059"/>
                  </a:lnTo>
                  <a:lnTo>
                    <a:pt x="82167" y="10800"/>
                  </a:lnTo>
                  <a:lnTo>
                    <a:pt x="81950" y="10902"/>
                  </a:lnTo>
                  <a:lnTo>
                    <a:pt x="81758" y="10864"/>
                  </a:lnTo>
                  <a:lnTo>
                    <a:pt x="81515" y="10698"/>
                  </a:lnTo>
                  <a:lnTo>
                    <a:pt x="81426" y="10545"/>
                  </a:lnTo>
                  <a:lnTo>
                    <a:pt x="81094" y="10468"/>
                  </a:lnTo>
                  <a:lnTo>
                    <a:pt x="80813" y="10238"/>
                  </a:lnTo>
                  <a:lnTo>
                    <a:pt x="80506" y="9944"/>
                  </a:lnTo>
                  <a:lnTo>
                    <a:pt x="80161" y="9867"/>
                  </a:lnTo>
                  <a:lnTo>
                    <a:pt x="80493" y="9906"/>
                  </a:lnTo>
                  <a:lnTo>
                    <a:pt x="80455" y="9752"/>
                  </a:lnTo>
                  <a:lnTo>
                    <a:pt x="80365" y="9612"/>
                  </a:lnTo>
                  <a:lnTo>
                    <a:pt x="80212" y="9688"/>
                  </a:lnTo>
                  <a:lnTo>
                    <a:pt x="80110" y="9816"/>
                  </a:lnTo>
                  <a:lnTo>
                    <a:pt x="80135" y="9701"/>
                  </a:lnTo>
                  <a:lnTo>
                    <a:pt x="80225" y="9624"/>
                  </a:lnTo>
                  <a:lnTo>
                    <a:pt x="80327" y="9548"/>
                  </a:lnTo>
                  <a:lnTo>
                    <a:pt x="80519" y="9497"/>
                  </a:lnTo>
                  <a:lnTo>
                    <a:pt x="80544" y="9484"/>
                  </a:lnTo>
                  <a:lnTo>
                    <a:pt x="80531" y="9458"/>
                  </a:lnTo>
                  <a:lnTo>
                    <a:pt x="80519" y="9420"/>
                  </a:lnTo>
                  <a:lnTo>
                    <a:pt x="80455" y="9164"/>
                  </a:lnTo>
                  <a:lnTo>
                    <a:pt x="80327" y="9215"/>
                  </a:lnTo>
                  <a:lnTo>
                    <a:pt x="80301" y="9420"/>
                  </a:lnTo>
                  <a:lnTo>
                    <a:pt x="80122" y="9420"/>
                  </a:lnTo>
                  <a:lnTo>
                    <a:pt x="80110" y="9318"/>
                  </a:lnTo>
                  <a:lnTo>
                    <a:pt x="79713" y="9011"/>
                  </a:lnTo>
                  <a:lnTo>
                    <a:pt x="79279" y="8589"/>
                  </a:lnTo>
                  <a:lnTo>
                    <a:pt x="79381" y="8564"/>
                  </a:lnTo>
                  <a:lnTo>
                    <a:pt x="79841" y="8704"/>
                  </a:lnTo>
                  <a:lnTo>
                    <a:pt x="80033" y="8934"/>
                  </a:lnTo>
                  <a:lnTo>
                    <a:pt x="80263" y="9075"/>
                  </a:lnTo>
                  <a:lnTo>
                    <a:pt x="80352" y="8973"/>
                  </a:lnTo>
                  <a:lnTo>
                    <a:pt x="80634" y="8960"/>
                  </a:lnTo>
                  <a:lnTo>
                    <a:pt x="80634" y="8512"/>
                  </a:lnTo>
                  <a:lnTo>
                    <a:pt x="80442" y="8487"/>
                  </a:lnTo>
                  <a:lnTo>
                    <a:pt x="79854" y="8385"/>
                  </a:lnTo>
                  <a:lnTo>
                    <a:pt x="79982" y="8295"/>
                  </a:lnTo>
                  <a:lnTo>
                    <a:pt x="80327" y="8180"/>
                  </a:lnTo>
                  <a:lnTo>
                    <a:pt x="80634" y="8027"/>
                  </a:lnTo>
                  <a:lnTo>
                    <a:pt x="80582" y="7758"/>
                  </a:lnTo>
                  <a:lnTo>
                    <a:pt x="80122" y="7695"/>
                  </a:lnTo>
                  <a:lnTo>
                    <a:pt x="80519" y="7707"/>
                  </a:lnTo>
                  <a:lnTo>
                    <a:pt x="80634" y="7592"/>
                  </a:lnTo>
                  <a:lnTo>
                    <a:pt x="80557" y="7516"/>
                  </a:lnTo>
                  <a:lnTo>
                    <a:pt x="80148" y="7298"/>
                  </a:lnTo>
                  <a:lnTo>
                    <a:pt x="79841" y="7273"/>
                  </a:lnTo>
                  <a:lnTo>
                    <a:pt x="79726" y="7119"/>
                  </a:lnTo>
                  <a:lnTo>
                    <a:pt x="79547" y="7119"/>
                  </a:lnTo>
                  <a:lnTo>
                    <a:pt x="79471" y="6889"/>
                  </a:lnTo>
                  <a:lnTo>
                    <a:pt x="79292" y="6825"/>
                  </a:lnTo>
                  <a:lnTo>
                    <a:pt x="79049" y="6838"/>
                  </a:lnTo>
                  <a:lnTo>
                    <a:pt x="78627" y="6838"/>
                  </a:lnTo>
                  <a:lnTo>
                    <a:pt x="78627" y="7004"/>
                  </a:lnTo>
                  <a:lnTo>
                    <a:pt x="78461" y="7030"/>
                  </a:lnTo>
                  <a:lnTo>
                    <a:pt x="78333" y="7158"/>
                  </a:lnTo>
                  <a:lnTo>
                    <a:pt x="78231" y="7081"/>
                  </a:lnTo>
                  <a:lnTo>
                    <a:pt x="78231" y="6877"/>
                  </a:lnTo>
                  <a:lnTo>
                    <a:pt x="78039" y="6825"/>
                  </a:lnTo>
                  <a:lnTo>
                    <a:pt x="77937" y="6928"/>
                  </a:lnTo>
                  <a:lnTo>
                    <a:pt x="77630" y="6966"/>
                  </a:lnTo>
                  <a:lnTo>
                    <a:pt x="77630" y="6864"/>
                  </a:lnTo>
                  <a:lnTo>
                    <a:pt x="77451" y="6825"/>
                  </a:lnTo>
                  <a:lnTo>
                    <a:pt x="77298" y="6672"/>
                  </a:lnTo>
                  <a:lnTo>
                    <a:pt x="77068" y="6672"/>
                  </a:lnTo>
                  <a:lnTo>
                    <a:pt x="77068" y="6544"/>
                  </a:lnTo>
                  <a:lnTo>
                    <a:pt x="76710" y="6493"/>
                  </a:lnTo>
                  <a:lnTo>
                    <a:pt x="76672" y="6416"/>
                  </a:lnTo>
                  <a:lnTo>
                    <a:pt x="76761" y="6416"/>
                  </a:lnTo>
                  <a:lnTo>
                    <a:pt x="76825" y="6404"/>
                  </a:lnTo>
                  <a:lnTo>
                    <a:pt x="76851" y="6391"/>
                  </a:lnTo>
                  <a:lnTo>
                    <a:pt x="76863" y="6378"/>
                  </a:lnTo>
                  <a:lnTo>
                    <a:pt x="76927" y="6225"/>
                  </a:lnTo>
                  <a:lnTo>
                    <a:pt x="76659" y="6225"/>
                  </a:lnTo>
                  <a:lnTo>
                    <a:pt x="76608" y="6429"/>
                  </a:lnTo>
                  <a:lnTo>
                    <a:pt x="76595" y="6493"/>
                  </a:lnTo>
                  <a:lnTo>
                    <a:pt x="76416" y="6544"/>
                  </a:lnTo>
                  <a:lnTo>
                    <a:pt x="76378" y="6493"/>
                  </a:lnTo>
                  <a:lnTo>
                    <a:pt x="76339" y="6455"/>
                  </a:lnTo>
                  <a:lnTo>
                    <a:pt x="76301" y="6442"/>
                  </a:lnTo>
                  <a:lnTo>
                    <a:pt x="76301" y="6455"/>
                  </a:lnTo>
                  <a:lnTo>
                    <a:pt x="76288" y="6493"/>
                  </a:lnTo>
                  <a:lnTo>
                    <a:pt x="76275" y="6608"/>
                  </a:lnTo>
                  <a:lnTo>
                    <a:pt x="76263" y="6774"/>
                  </a:lnTo>
                  <a:lnTo>
                    <a:pt x="76096" y="6825"/>
                  </a:lnTo>
                  <a:lnTo>
                    <a:pt x="76096" y="6544"/>
                  </a:lnTo>
                  <a:lnTo>
                    <a:pt x="75943" y="6455"/>
                  </a:lnTo>
                  <a:lnTo>
                    <a:pt x="75854" y="6583"/>
                  </a:lnTo>
                  <a:lnTo>
                    <a:pt x="75687" y="6787"/>
                  </a:lnTo>
                  <a:lnTo>
                    <a:pt x="75764" y="6915"/>
                  </a:lnTo>
                  <a:lnTo>
                    <a:pt x="75777" y="7158"/>
                  </a:lnTo>
                  <a:lnTo>
                    <a:pt x="75943" y="7209"/>
                  </a:lnTo>
                  <a:lnTo>
                    <a:pt x="75943" y="7439"/>
                  </a:lnTo>
                  <a:lnTo>
                    <a:pt x="75815" y="7477"/>
                  </a:lnTo>
                  <a:lnTo>
                    <a:pt x="75815" y="7682"/>
                  </a:lnTo>
                  <a:lnTo>
                    <a:pt x="75662" y="7758"/>
                  </a:lnTo>
                  <a:lnTo>
                    <a:pt x="75509" y="7707"/>
                  </a:lnTo>
                  <a:lnTo>
                    <a:pt x="75291" y="7592"/>
                  </a:lnTo>
                  <a:lnTo>
                    <a:pt x="75151" y="7695"/>
                  </a:lnTo>
                  <a:lnTo>
                    <a:pt x="75023" y="7822"/>
                  </a:lnTo>
                  <a:lnTo>
                    <a:pt x="74652" y="7746"/>
                  </a:lnTo>
                  <a:lnTo>
                    <a:pt x="74409" y="7669"/>
                  </a:lnTo>
                  <a:lnTo>
                    <a:pt x="73783" y="7669"/>
                  </a:lnTo>
                  <a:lnTo>
                    <a:pt x="73272" y="7631"/>
                  </a:lnTo>
                  <a:lnTo>
                    <a:pt x="73400" y="7528"/>
                  </a:lnTo>
                  <a:lnTo>
                    <a:pt x="73310" y="7375"/>
                  </a:lnTo>
                  <a:lnTo>
                    <a:pt x="72927" y="7362"/>
                  </a:lnTo>
                  <a:lnTo>
                    <a:pt x="72901" y="7554"/>
                  </a:lnTo>
                  <a:lnTo>
                    <a:pt x="73208" y="7631"/>
                  </a:lnTo>
                  <a:lnTo>
                    <a:pt x="73208" y="7631"/>
                  </a:lnTo>
                  <a:lnTo>
                    <a:pt x="73055" y="7618"/>
                  </a:lnTo>
                  <a:lnTo>
                    <a:pt x="72684" y="7592"/>
                  </a:lnTo>
                  <a:lnTo>
                    <a:pt x="72364" y="7503"/>
                  </a:lnTo>
                  <a:lnTo>
                    <a:pt x="72160" y="7362"/>
                  </a:lnTo>
                  <a:lnTo>
                    <a:pt x="71789" y="7183"/>
                  </a:lnTo>
                  <a:lnTo>
                    <a:pt x="71968" y="6979"/>
                  </a:lnTo>
                  <a:lnTo>
                    <a:pt x="72288" y="6979"/>
                  </a:lnTo>
                  <a:lnTo>
                    <a:pt x="72288" y="6749"/>
                  </a:lnTo>
                  <a:lnTo>
                    <a:pt x="71968" y="6749"/>
                  </a:lnTo>
                  <a:lnTo>
                    <a:pt x="71086" y="6825"/>
                  </a:lnTo>
                  <a:lnTo>
                    <a:pt x="70460" y="6672"/>
                  </a:lnTo>
                  <a:lnTo>
                    <a:pt x="69246" y="6621"/>
                  </a:lnTo>
                  <a:lnTo>
                    <a:pt x="69157" y="6710"/>
                  </a:lnTo>
                  <a:lnTo>
                    <a:pt x="68978" y="6787"/>
                  </a:lnTo>
                  <a:lnTo>
                    <a:pt x="68377" y="6710"/>
                  </a:lnTo>
                  <a:lnTo>
                    <a:pt x="68019" y="6928"/>
                  </a:lnTo>
                  <a:lnTo>
                    <a:pt x="68198" y="7158"/>
                  </a:lnTo>
                  <a:lnTo>
                    <a:pt x="68198" y="7247"/>
                  </a:lnTo>
                  <a:lnTo>
                    <a:pt x="67866" y="7043"/>
                  </a:lnTo>
                  <a:lnTo>
                    <a:pt x="67789" y="6787"/>
                  </a:lnTo>
                  <a:lnTo>
                    <a:pt x="68070" y="6544"/>
                  </a:lnTo>
                  <a:lnTo>
                    <a:pt x="67751" y="6225"/>
                  </a:lnTo>
                  <a:lnTo>
                    <a:pt x="67636" y="6263"/>
                  </a:lnTo>
                  <a:lnTo>
                    <a:pt x="67636" y="6595"/>
                  </a:lnTo>
                  <a:lnTo>
                    <a:pt x="66869" y="6557"/>
                  </a:lnTo>
                  <a:lnTo>
                    <a:pt x="66268" y="6378"/>
                  </a:lnTo>
                  <a:lnTo>
                    <a:pt x="66268" y="6276"/>
                  </a:lnTo>
                  <a:lnTo>
                    <a:pt x="66396" y="6123"/>
                  </a:lnTo>
                  <a:lnTo>
                    <a:pt x="66243" y="6123"/>
                  </a:lnTo>
                  <a:lnTo>
                    <a:pt x="66013" y="6301"/>
                  </a:lnTo>
                  <a:lnTo>
                    <a:pt x="65834" y="6123"/>
                  </a:lnTo>
                  <a:lnTo>
                    <a:pt x="65220" y="6123"/>
                  </a:lnTo>
                  <a:lnTo>
                    <a:pt x="65067" y="6314"/>
                  </a:lnTo>
                  <a:lnTo>
                    <a:pt x="64901" y="6314"/>
                  </a:lnTo>
                  <a:lnTo>
                    <a:pt x="64875" y="6506"/>
                  </a:lnTo>
                  <a:lnTo>
                    <a:pt x="65834" y="6506"/>
                  </a:lnTo>
                  <a:lnTo>
                    <a:pt x="65834" y="6621"/>
                  </a:lnTo>
                  <a:lnTo>
                    <a:pt x="65488" y="6736"/>
                  </a:lnTo>
                  <a:lnTo>
                    <a:pt x="64939" y="6928"/>
                  </a:lnTo>
                  <a:lnTo>
                    <a:pt x="64556" y="6928"/>
                  </a:lnTo>
                  <a:lnTo>
                    <a:pt x="64556" y="7094"/>
                  </a:lnTo>
                  <a:lnTo>
                    <a:pt x="64249" y="7094"/>
                  </a:lnTo>
                  <a:lnTo>
                    <a:pt x="63648" y="7362"/>
                  </a:lnTo>
                  <a:lnTo>
                    <a:pt x="62332" y="7362"/>
                  </a:lnTo>
                  <a:lnTo>
                    <a:pt x="62281" y="7707"/>
                  </a:lnTo>
                  <a:lnTo>
                    <a:pt x="62076" y="7746"/>
                  </a:lnTo>
                  <a:lnTo>
                    <a:pt x="61935" y="7605"/>
                  </a:lnTo>
                  <a:lnTo>
                    <a:pt x="62089" y="7452"/>
                  </a:lnTo>
                  <a:lnTo>
                    <a:pt x="62268" y="7260"/>
                  </a:lnTo>
                  <a:lnTo>
                    <a:pt x="62511" y="7158"/>
                  </a:lnTo>
                  <a:lnTo>
                    <a:pt x="62728" y="7081"/>
                  </a:lnTo>
                  <a:lnTo>
                    <a:pt x="62907" y="7081"/>
                  </a:lnTo>
                  <a:lnTo>
                    <a:pt x="63188" y="6723"/>
                  </a:lnTo>
                  <a:lnTo>
                    <a:pt x="63686" y="6659"/>
                  </a:lnTo>
                  <a:lnTo>
                    <a:pt x="64377" y="6250"/>
                  </a:lnTo>
                  <a:lnTo>
                    <a:pt x="64913" y="5867"/>
                  </a:lnTo>
                  <a:lnTo>
                    <a:pt x="65258" y="5867"/>
                  </a:lnTo>
                  <a:lnTo>
                    <a:pt x="65310" y="5765"/>
                  </a:lnTo>
                  <a:lnTo>
                    <a:pt x="65361" y="5688"/>
                  </a:lnTo>
                  <a:lnTo>
                    <a:pt x="65373" y="5637"/>
                  </a:lnTo>
                  <a:lnTo>
                    <a:pt x="65425" y="5599"/>
                  </a:lnTo>
                  <a:lnTo>
                    <a:pt x="65540" y="5509"/>
                  </a:lnTo>
                  <a:lnTo>
                    <a:pt x="65923" y="5292"/>
                  </a:lnTo>
                  <a:lnTo>
                    <a:pt x="66460" y="4972"/>
                  </a:lnTo>
                  <a:lnTo>
                    <a:pt x="66767" y="4972"/>
                  </a:lnTo>
                  <a:lnTo>
                    <a:pt x="67112" y="4704"/>
                  </a:lnTo>
                  <a:lnTo>
                    <a:pt x="67278" y="4602"/>
                  </a:lnTo>
                  <a:lnTo>
                    <a:pt x="67406" y="4525"/>
                  </a:lnTo>
                  <a:lnTo>
                    <a:pt x="67469" y="4487"/>
                  </a:lnTo>
                  <a:lnTo>
                    <a:pt x="67687" y="4461"/>
                  </a:lnTo>
                  <a:lnTo>
                    <a:pt x="67827" y="4423"/>
                  </a:lnTo>
                  <a:lnTo>
                    <a:pt x="67866" y="4410"/>
                  </a:lnTo>
                  <a:lnTo>
                    <a:pt x="67891" y="4384"/>
                  </a:lnTo>
                  <a:lnTo>
                    <a:pt x="68339" y="3860"/>
                  </a:lnTo>
                  <a:lnTo>
                    <a:pt x="68339" y="3733"/>
                  </a:lnTo>
                  <a:lnTo>
                    <a:pt x="68006" y="3681"/>
                  </a:lnTo>
                  <a:lnTo>
                    <a:pt x="67968" y="3566"/>
                  </a:lnTo>
                  <a:lnTo>
                    <a:pt x="67559" y="3681"/>
                  </a:lnTo>
                  <a:lnTo>
                    <a:pt x="67572" y="3413"/>
                  </a:lnTo>
                  <a:lnTo>
                    <a:pt x="67418" y="3349"/>
                  </a:lnTo>
                  <a:lnTo>
                    <a:pt x="67316" y="3285"/>
                  </a:lnTo>
                  <a:lnTo>
                    <a:pt x="67291" y="3260"/>
                  </a:lnTo>
                  <a:lnTo>
                    <a:pt x="67291" y="3247"/>
                  </a:lnTo>
                  <a:lnTo>
                    <a:pt x="67329" y="3234"/>
                  </a:lnTo>
                  <a:lnTo>
                    <a:pt x="67406" y="3247"/>
                  </a:lnTo>
                  <a:lnTo>
                    <a:pt x="67495" y="3247"/>
                  </a:lnTo>
                  <a:lnTo>
                    <a:pt x="67636" y="3362"/>
                  </a:lnTo>
                  <a:lnTo>
                    <a:pt x="67674" y="3592"/>
                  </a:lnTo>
                  <a:lnTo>
                    <a:pt x="68019" y="3451"/>
                  </a:lnTo>
                  <a:lnTo>
                    <a:pt x="68224" y="3618"/>
                  </a:lnTo>
                  <a:lnTo>
                    <a:pt x="68390" y="3400"/>
                  </a:lnTo>
                  <a:lnTo>
                    <a:pt x="68505" y="3119"/>
                  </a:lnTo>
                  <a:lnTo>
                    <a:pt x="68160" y="2838"/>
                  </a:lnTo>
                  <a:lnTo>
                    <a:pt x="68019" y="2506"/>
                  </a:lnTo>
                  <a:lnTo>
                    <a:pt x="67776" y="2467"/>
                  </a:lnTo>
                  <a:lnTo>
                    <a:pt x="67572" y="2774"/>
                  </a:lnTo>
                  <a:lnTo>
                    <a:pt x="67342" y="2927"/>
                  </a:lnTo>
                  <a:lnTo>
                    <a:pt x="67444" y="2531"/>
                  </a:lnTo>
                  <a:lnTo>
                    <a:pt x="67329" y="2276"/>
                  </a:lnTo>
                  <a:lnTo>
                    <a:pt x="67482" y="2084"/>
                  </a:lnTo>
                  <a:lnTo>
                    <a:pt x="67163" y="1803"/>
                  </a:lnTo>
                  <a:lnTo>
                    <a:pt x="66920" y="1803"/>
                  </a:lnTo>
                  <a:lnTo>
                    <a:pt x="67150" y="2109"/>
                  </a:lnTo>
                  <a:lnTo>
                    <a:pt x="67252" y="2224"/>
                  </a:lnTo>
                  <a:lnTo>
                    <a:pt x="67201" y="2288"/>
                  </a:lnTo>
                  <a:lnTo>
                    <a:pt x="66882" y="2097"/>
                  </a:lnTo>
                  <a:lnTo>
                    <a:pt x="66613" y="1803"/>
                  </a:lnTo>
                  <a:lnTo>
                    <a:pt x="66255" y="1803"/>
                  </a:lnTo>
                  <a:lnTo>
                    <a:pt x="66025" y="1688"/>
                  </a:lnTo>
                  <a:lnTo>
                    <a:pt x="65591" y="1688"/>
                  </a:lnTo>
                  <a:lnTo>
                    <a:pt x="65195" y="1790"/>
                  </a:lnTo>
                  <a:lnTo>
                    <a:pt x="64849" y="1713"/>
                  </a:lnTo>
                  <a:lnTo>
                    <a:pt x="63789" y="1713"/>
                  </a:lnTo>
                  <a:lnTo>
                    <a:pt x="63584" y="1803"/>
                  </a:lnTo>
                  <a:lnTo>
                    <a:pt x="63610" y="2109"/>
                  </a:lnTo>
                  <a:lnTo>
                    <a:pt x="63239" y="2109"/>
                  </a:lnTo>
                  <a:lnTo>
                    <a:pt x="63073" y="2135"/>
                  </a:lnTo>
                  <a:lnTo>
                    <a:pt x="62958" y="2161"/>
                  </a:lnTo>
                  <a:lnTo>
                    <a:pt x="62920" y="2173"/>
                  </a:lnTo>
                  <a:lnTo>
                    <a:pt x="62907" y="2173"/>
                  </a:lnTo>
                  <a:lnTo>
                    <a:pt x="62894" y="2199"/>
                  </a:lnTo>
                  <a:lnTo>
                    <a:pt x="62843" y="2212"/>
                  </a:lnTo>
                  <a:lnTo>
                    <a:pt x="62792" y="2224"/>
                  </a:lnTo>
                  <a:lnTo>
                    <a:pt x="62523" y="2058"/>
                  </a:lnTo>
                  <a:lnTo>
                    <a:pt x="62983" y="1688"/>
                  </a:lnTo>
                  <a:lnTo>
                    <a:pt x="63239" y="1534"/>
                  </a:lnTo>
                  <a:lnTo>
                    <a:pt x="63290" y="1355"/>
                  </a:lnTo>
                  <a:lnTo>
                    <a:pt x="63111" y="1240"/>
                  </a:lnTo>
                  <a:lnTo>
                    <a:pt x="62971" y="1202"/>
                  </a:lnTo>
                  <a:lnTo>
                    <a:pt x="62856" y="1189"/>
                  </a:lnTo>
                  <a:lnTo>
                    <a:pt x="62741" y="1189"/>
                  </a:lnTo>
                  <a:lnTo>
                    <a:pt x="62613" y="1151"/>
                  </a:lnTo>
                  <a:lnTo>
                    <a:pt x="62447" y="1100"/>
                  </a:lnTo>
                  <a:lnTo>
                    <a:pt x="62396" y="1074"/>
                  </a:lnTo>
                  <a:lnTo>
                    <a:pt x="62306" y="1049"/>
                  </a:lnTo>
                  <a:lnTo>
                    <a:pt x="62255" y="1036"/>
                  </a:lnTo>
                  <a:lnTo>
                    <a:pt x="62204" y="1049"/>
                  </a:lnTo>
                  <a:lnTo>
                    <a:pt x="62166" y="1061"/>
                  </a:lnTo>
                  <a:lnTo>
                    <a:pt x="62153" y="1100"/>
                  </a:lnTo>
                  <a:lnTo>
                    <a:pt x="62114" y="1176"/>
                  </a:lnTo>
                  <a:lnTo>
                    <a:pt x="62076" y="1253"/>
                  </a:lnTo>
                  <a:lnTo>
                    <a:pt x="62050" y="1291"/>
                  </a:lnTo>
                  <a:lnTo>
                    <a:pt x="62038" y="1304"/>
                  </a:lnTo>
                  <a:lnTo>
                    <a:pt x="61897" y="1215"/>
                  </a:lnTo>
                  <a:lnTo>
                    <a:pt x="61769" y="1151"/>
                  </a:lnTo>
                  <a:lnTo>
                    <a:pt x="61488" y="1100"/>
                  </a:lnTo>
                  <a:lnTo>
                    <a:pt x="61488" y="1010"/>
                  </a:lnTo>
                  <a:lnTo>
                    <a:pt x="61820" y="857"/>
                  </a:lnTo>
                  <a:lnTo>
                    <a:pt x="62076" y="716"/>
                  </a:lnTo>
                  <a:lnTo>
                    <a:pt x="62306" y="755"/>
                  </a:lnTo>
                  <a:lnTo>
                    <a:pt x="62459" y="716"/>
                  </a:lnTo>
                  <a:lnTo>
                    <a:pt x="62587" y="678"/>
                  </a:lnTo>
                  <a:lnTo>
                    <a:pt x="62805" y="729"/>
                  </a:lnTo>
                  <a:lnTo>
                    <a:pt x="62881" y="678"/>
                  </a:lnTo>
                  <a:lnTo>
                    <a:pt x="63175" y="767"/>
                  </a:lnTo>
                  <a:lnTo>
                    <a:pt x="63175" y="934"/>
                  </a:lnTo>
                  <a:lnTo>
                    <a:pt x="63546" y="985"/>
                  </a:lnTo>
                  <a:lnTo>
                    <a:pt x="63571" y="767"/>
                  </a:lnTo>
                  <a:lnTo>
                    <a:pt x="63214" y="767"/>
                  </a:lnTo>
                  <a:lnTo>
                    <a:pt x="63137" y="729"/>
                  </a:lnTo>
                  <a:lnTo>
                    <a:pt x="62894" y="640"/>
                  </a:lnTo>
                  <a:lnTo>
                    <a:pt x="62805" y="512"/>
                  </a:lnTo>
                  <a:lnTo>
                    <a:pt x="62626" y="550"/>
                  </a:lnTo>
                  <a:lnTo>
                    <a:pt x="62587" y="627"/>
                  </a:lnTo>
                  <a:lnTo>
                    <a:pt x="62421" y="678"/>
                  </a:lnTo>
                  <a:lnTo>
                    <a:pt x="62166" y="371"/>
                  </a:lnTo>
                  <a:lnTo>
                    <a:pt x="61680" y="371"/>
                  </a:lnTo>
                  <a:lnTo>
                    <a:pt x="61373" y="269"/>
                  </a:lnTo>
                  <a:lnTo>
                    <a:pt x="61233" y="103"/>
                  </a:lnTo>
                  <a:lnTo>
                    <a:pt x="6086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8"/>
            <p:cNvSpPr/>
            <p:nvPr/>
          </p:nvSpPr>
          <p:spPr>
            <a:xfrm>
              <a:off x="848075" y="1533875"/>
              <a:ext cx="1678450" cy="963050"/>
            </a:xfrm>
            <a:custGeom>
              <a:rect b="b" l="l" r="r" t="t"/>
              <a:pathLst>
                <a:path extrusionOk="0" h="38522" w="67138">
                  <a:moveTo>
                    <a:pt x="16283" y="11031"/>
                  </a:moveTo>
                  <a:lnTo>
                    <a:pt x="16922" y="11082"/>
                  </a:lnTo>
                  <a:lnTo>
                    <a:pt x="16705" y="11120"/>
                  </a:lnTo>
                  <a:lnTo>
                    <a:pt x="15951" y="11695"/>
                  </a:lnTo>
                  <a:lnTo>
                    <a:pt x="16053" y="11849"/>
                  </a:lnTo>
                  <a:lnTo>
                    <a:pt x="17293" y="11849"/>
                  </a:lnTo>
                  <a:lnTo>
                    <a:pt x="17829" y="11657"/>
                  </a:lnTo>
                  <a:lnTo>
                    <a:pt x="18034" y="11478"/>
                  </a:lnTo>
                  <a:lnTo>
                    <a:pt x="17842" y="11772"/>
                  </a:lnTo>
                  <a:lnTo>
                    <a:pt x="18187" y="11785"/>
                  </a:lnTo>
                  <a:lnTo>
                    <a:pt x="18187" y="11810"/>
                  </a:lnTo>
                  <a:lnTo>
                    <a:pt x="18174" y="11874"/>
                  </a:lnTo>
                  <a:lnTo>
                    <a:pt x="18149" y="11912"/>
                  </a:lnTo>
                  <a:lnTo>
                    <a:pt x="18110" y="11964"/>
                  </a:lnTo>
                  <a:lnTo>
                    <a:pt x="18059" y="12015"/>
                  </a:lnTo>
                  <a:lnTo>
                    <a:pt x="17983" y="12079"/>
                  </a:lnTo>
                  <a:lnTo>
                    <a:pt x="17906" y="12155"/>
                  </a:lnTo>
                  <a:lnTo>
                    <a:pt x="17817" y="12258"/>
                  </a:lnTo>
                  <a:lnTo>
                    <a:pt x="17638" y="12475"/>
                  </a:lnTo>
                  <a:lnTo>
                    <a:pt x="17459" y="12743"/>
                  </a:lnTo>
                  <a:lnTo>
                    <a:pt x="17075" y="12513"/>
                  </a:lnTo>
                  <a:lnTo>
                    <a:pt x="16385" y="12577"/>
                  </a:lnTo>
                  <a:lnTo>
                    <a:pt x="16372" y="12858"/>
                  </a:lnTo>
                  <a:lnTo>
                    <a:pt x="16590" y="13012"/>
                  </a:lnTo>
                  <a:lnTo>
                    <a:pt x="16513" y="13114"/>
                  </a:lnTo>
                  <a:lnTo>
                    <a:pt x="15989" y="13472"/>
                  </a:lnTo>
                  <a:lnTo>
                    <a:pt x="15490" y="13804"/>
                  </a:lnTo>
                  <a:lnTo>
                    <a:pt x="15439" y="13753"/>
                  </a:lnTo>
                  <a:lnTo>
                    <a:pt x="15401" y="13715"/>
                  </a:lnTo>
                  <a:lnTo>
                    <a:pt x="15388" y="13663"/>
                  </a:lnTo>
                  <a:lnTo>
                    <a:pt x="15388" y="13651"/>
                  </a:lnTo>
                  <a:lnTo>
                    <a:pt x="15414" y="13625"/>
                  </a:lnTo>
                  <a:lnTo>
                    <a:pt x="15490" y="13574"/>
                  </a:lnTo>
                  <a:lnTo>
                    <a:pt x="15631" y="13484"/>
                  </a:lnTo>
                  <a:lnTo>
                    <a:pt x="15708" y="13408"/>
                  </a:lnTo>
                  <a:lnTo>
                    <a:pt x="15810" y="13267"/>
                  </a:lnTo>
                  <a:lnTo>
                    <a:pt x="15912" y="13114"/>
                  </a:lnTo>
                  <a:lnTo>
                    <a:pt x="15951" y="13037"/>
                  </a:lnTo>
                  <a:lnTo>
                    <a:pt x="15925" y="12884"/>
                  </a:lnTo>
                  <a:lnTo>
                    <a:pt x="15899" y="12769"/>
                  </a:lnTo>
                  <a:lnTo>
                    <a:pt x="15618" y="12794"/>
                  </a:lnTo>
                  <a:lnTo>
                    <a:pt x="15145" y="13178"/>
                  </a:lnTo>
                  <a:lnTo>
                    <a:pt x="15069" y="13459"/>
                  </a:lnTo>
                  <a:lnTo>
                    <a:pt x="14826" y="13625"/>
                  </a:lnTo>
                  <a:lnTo>
                    <a:pt x="14660" y="13612"/>
                  </a:lnTo>
                  <a:lnTo>
                    <a:pt x="14468" y="13600"/>
                  </a:lnTo>
                  <a:lnTo>
                    <a:pt x="14212" y="13472"/>
                  </a:lnTo>
                  <a:lnTo>
                    <a:pt x="13995" y="13344"/>
                  </a:lnTo>
                  <a:lnTo>
                    <a:pt x="14097" y="13242"/>
                  </a:lnTo>
                  <a:lnTo>
                    <a:pt x="14085" y="13203"/>
                  </a:lnTo>
                  <a:lnTo>
                    <a:pt x="14072" y="13165"/>
                  </a:lnTo>
                  <a:lnTo>
                    <a:pt x="14072" y="13101"/>
                  </a:lnTo>
                  <a:lnTo>
                    <a:pt x="14085" y="13050"/>
                  </a:lnTo>
                  <a:lnTo>
                    <a:pt x="14110" y="12986"/>
                  </a:lnTo>
                  <a:lnTo>
                    <a:pt x="14161" y="12922"/>
                  </a:lnTo>
                  <a:lnTo>
                    <a:pt x="14225" y="12871"/>
                  </a:lnTo>
                  <a:lnTo>
                    <a:pt x="14379" y="12782"/>
                  </a:lnTo>
                  <a:lnTo>
                    <a:pt x="14494" y="12705"/>
                  </a:lnTo>
                  <a:lnTo>
                    <a:pt x="14583" y="12641"/>
                  </a:lnTo>
                  <a:lnTo>
                    <a:pt x="14391" y="12462"/>
                  </a:lnTo>
                  <a:lnTo>
                    <a:pt x="14800" y="12411"/>
                  </a:lnTo>
                  <a:lnTo>
                    <a:pt x="15145" y="12462"/>
                  </a:lnTo>
                  <a:lnTo>
                    <a:pt x="15260" y="12385"/>
                  </a:lnTo>
                  <a:lnTo>
                    <a:pt x="15350" y="12321"/>
                  </a:lnTo>
                  <a:lnTo>
                    <a:pt x="15414" y="12296"/>
                  </a:lnTo>
                  <a:lnTo>
                    <a:pt x="15414" y="12283"/>
                  </a:lnTo>
                  <a:lnTo>
                    <a:pt x="15388" y="12258"/>
                  </a:lnTo>
                  <a:lnTo>
                    <a:pt x="15286" y="12206"/>
                  </a:lnTo>
                  <a:lnTo>
                    <a:pt x="15133" y="12117"/>
                  </a:lnTo>
                  <a:lnTo>
                    <a:pt x="14966" y="12040"/>
                  </a:lnTo>
                  <a:lnTo>
                    <a:pt x="14826" y="11976"/>
                  </a:lnTo>
                  <a:lnTo>
                    <a:pt x="14762" y="11964"/>
                  </a:lnTo>
                  <a:lnTo>
                    <a:pt x="14724" y="11964"/>
                  </a:lnTo>
                  <a:lnTo>
                    <a:pt x="14212" y="12015"/>
                  </a:lnTo>
                  <a:lnTo>
                    <a:pt x="14110" y="12027"/>
                  </a:lnTo>
                  <a:lnTo>
                    <a:pt x="14033" y="12066"/>
                  </a:lnTo>
                  <a:lnTo>
                    <a:pt x="13995" y="12091"/>
                  </a:lnTo>
                  <a:lnTo>
                    <a:pt x="13880" y="12219"/>
                  </a:lnTo>
                  <a:lnTo>
                    <a:pt x="13739" y="12143"/>
                  </a:lnTo>
                  <a:lnTo>
                    <a:pt x="13624" y="12079"/>
                  </a:lnTo>
                  <a:lnTo>
                    <a:pt x="13573" y="12066"/>
                  </a:lnTo>
                  <a:lnTo>
                    <a:pt x="13535" y="12066"/>
                  </a:lnTo>
                  <a:lnTo>
                    <a:pt x="13446" y="12079"/>
                  </a:lnTo>
                  <a:lnTo>
                    <a:pt x="13305" y="12091"/>
                  </a:lnTo>
                  <a:lnTo>
                    <a:pt x="13126" y="12104"/>
                  </a:lnTo>
                  <a:lnTo>
                    <a:pt x="13049" y="12079"/>
                  </a:lnTo>
                  <a:lnTo>
                    <a:pt x="12985" y="12066"/>
                  </a:lnTo>
                  <a:lnTo>
                    <a:pt x="12947" y="12066"/>
                  </a:lnTo>
                  <a:lnTo>
                    <a:pt x="12781" y="12091"/>
                  </a:lnTo>
                  <a:lnTo>
                    <a:pt x="12653" y="12104"/>
                  </a:lnTo>
                  <a:lnTo>
                    <a:pt x="12653" y="12296"/>
                  </a:lnTo>
                  <a:lnTo>
                    <a:pt x="12398" y="12232"/>
                  </a:lnTo>
                  <a:lnTo>
                    <a:pt x="12334" y="12117"/>
                  </a:lnTo>
                  <a:lnTo>
                    <a:pt x="12295" y="12040"/>
                  </a:lnTo>
                  <a:lnTo>
                    <a:pt x="12295" y="12015"/>
                  </a:lnTo>
                  <a:lnTo>
                    <a:pt x="12321" y="12002"/>
                  </a:lnTo>
                  <a:lnTo>
                    <a:pt x="12717" y="11989"/>
                  </a:lnTo>
                  <a:lnTo>
                    <a:pt x="12960" y="11989"/>
                  </a:lnTo>
                  <a:lnTo>
                    <a:pt x="13088" y="12002"/>
                  </a:lnTo>
                  <a:lnTo>
                    <a:pt x="13139" y="11976"/>
                  </a:lnTo>
                  <a:lnTo>
                    <a:pt x="13254" y="11938"/>
                  </a:lnTo>
                  <a:lnTo>
                    <a:pt x="13599" y="11785"/>
                  </a:lnTo>
                  <a:lnTo>
                    <a:pt x="14072" y="11555"/>
                  </a:lnTo>
                  <a:lnTo>
                    <a:pt x="14788" y="11516"/>
                  </a:lnTo>
                  <a:lnTo>
                    <a:pt x="15171" y="11491"/>
                  </a:lnTo>
                  <a:lnTo>
                    <a:pt x="16040" y="11120"/>
                  </a:lnTo>
                  <a:lnTo>
                    <a:pt x="16283" y="11031"/>
                  </a:lnTo>
                  <a:close/>
                  <a:moveTo>
                    <a:pt x="17650" y="13254"/>
                  </a:moveTo>
                  <a:lnTo>
                    <a:pt x="17650" y="13344"/>
                  </a:lnTo>
                  <a:lnTo>
                    <a:pt x="17548" y="13663"/>
                  </a:lnTo>
                  <a:lnTo>
                    <a:pt x="17804" y="14072"/>
                  </a:lnTo>
                  <a:lnTo>
                    <a:pt x="17804" y="14072"/>
                  </a:lnTo>
                  <a:lnTo>
                    <a:pt x="17535" y="13804"/>
                  </a:lnTo>
                  <a:lnTo>
                    <a:pt x="17267" y="13574"/>
                  </a:lnTo>
                  <a:lnTo>
                    <a:pt x="17344" y="13344"/>
                  </a:lnTo>
                  <a:lnTo>
                    <a:pt x="17267" y="13254"/>
                  </a:lnTo>
                  <a:close/>
                  <a:moveTo>
                    <a:pt x="18583" y="14072"/>
                  </a:moveTo>
                  <a:lnTo>
                    <a:pt x="18622" y="14200"/>
                  </a:lnTo>
                  <a:lnTo>
                    <a:pt x="18634" y="14315"/>
                  </a:lnTo>
                  <a:lnTo>
                    <a:pt x="18634" y="14354"/>
                  </a:lnTo>
                  <a:lnTo>
                    <a:pt x="18622" y="14392"/>
                  </a:lnTo>
                  <a:lnTo>
                    <a:pt x="18583" y="14430"/>
                  </a:lnTo>
                  <a:lnTo>
                    <a:pt x="18545" y="14443"/>
                  </a:lnTo>
                  <a:lnTo>
                    <a:pt x="18494" y="14430"/>
                  </a:lnTo>
                  <a:lnTo>
                    <a:pt x="18404" y="14699"/>
                  </a:lnTo>
                  <a:lnTo>
                    <a:pt x="18686" y="14826"/>
                  </a:lnTo>
                  <a:lnTo>
                    <a:pt x="18686" y="15018"/>
                  </a:lnTo>
                  <a:lnTo>
                    <a:pt x="18404" y="15069"/>
                  </a:lnTo>
                  <a:lnTo>
                    <a:pt x="18315" y="14929"/>
                  </a:lnTo>
                  <a:lnTo>
                    <a:pt x="18315" y="14609"/>
                  </a:lnTo>
                  <a:lnTo>
                    <a:pt x="18507" y="14328"/>
                  </a:lnTo>
                  <a:lnTo>
                    <a:pt x="18583" y="14072"/>
                  </a:lnTo>
                  <a:close/>
                  <a:moveTo>
                    <a:pt x="17868" y="15389"/>
                  </a:moveTo>
                  <a:lnTo>
                    <a:pt x="17893" y="15568"/>
                  </a:lnTo>
                  <a:lnTo>
                    <a:pt x="18187" y="15657"/>
                  </a:lnTo>
                  <a:lnTo>
                    <a:pt x="18213" y="15670"/>
                  </a:lnTo>
                  <a:lnTo>
                    <a:pt x="18226" y="15696"/>
                  </a:lnTo>
                  <a:lnTo>
                    <a:pt x="18251" y="15747"/>
                  </a:lnTo>
                  <a:lnTo>
                    <a:pt x="18251" y="15823"/>
                  </a:lnTo>
                  <a:lnTo>
                    <a:pt x="18123" y="15926"/>
                  </a:lnTo>
                  <a:lnTo>
                    <a:pt x="17804" y="15734"/>
                  </a:lnTo>
                  <a:lnTo>
                    <a:pt x="17535" y="15734"/>
                  </a:lnTo>
                  <a:lnTo>
                    <a:pt x="17535" y="15529"/>
                  </a:lnTo>
                  <a:lnTo>
                    <a:pt x="17868" y="15389"/>
                  </a:lnTo>
                  <a:close/>
                  <a:moveTo>
                    <a:pt x="23977" y="16156"/>
                  </a:moveTo>
                  <a:lnTo>
                    <a:pt x="24590" y="16232"/>
                  </a:lnTo>
                  <a:lnTo>
                    <a:pt x="24756" y="16296"/>
                  </a:lnTo>
                  <a:lnTo>
                    <a:pt x="24667" y="16424"/>
                  </a:lnTo>
                  <a:lnTo>
                    <a:pt x="24373" y="16296"/>
                  </a:lnTo>
                  <a:lnTo>
                    <a:pt x="23823" y="16347"/>
                  </a:lnTo>
                  <a:lnTo>
                    <a:pt x="23440" y="16386"/>
                  </a:lnTo>
                  <a:lnTo>
                    <a:pt x="23312" y="16411"/>
                  </a:lnTo>
                  <a:lnTo>
                    <a:pt x="23261" y="16424"/>
                  </a:lnTo>
                  <a:lnTo>
                    <a:pt x="23197" y="16488"/>
                  </a:lnTo>
                  <a:lnTo>
                    <a:pt x="23082" y="16590"/>
                  </a:lnTo>
                  <a:lnTo>
                    <a:pt x="22942" y="16705"/>
                  </a:lnTo>
                  <a:lnTo>
                    <a:pt x="23044" y="16680"/>
                  </a:lnTo>
                  <a:lnTo>
                    <a:pt x="23351" y="16616"/>
                  </a:lnTo>
                  <a:lnTo>
                    <a:pt x="24041" y="16513"/>
                  </a:lnTo>
                  <a:lnTo>
                    <a:pt x="24232" y="16526"/>
                  </a:lnTo>
                  <a:lnTo>
                    <a:pt x="23823" y="16795"/>
                  </a:lnTo>
                  <a:lnTo>
                    <a:pt x="23172" y="16922"/>
                  </a:lnTo>
                  <a:lnTo>
                    <a:pt x="22430" y="17740"/>
                  </a:lnTo>
                  <a:lnTo>
                    <a:pt x="22098" y="17855"/>
                  </a:lnTo>
                  <a:lnTo>
                    <a:pt x="21689" y="17881"/>
                  </a:lnTo>
                  <a:lnTo>
                    <a:pt x="21280" y="18047"/>
                  </a:lnTo>
                  <a:lnTo>
                    <a:pt x="21280" y="18418"/>
                  </a:lnTo>
                  <a:lnTo>
                    <a:pt x="21191" y="18418"/>
                  </a:lnTo>
                  <a:lnTo>
                    <a:pt x="20935" y="18456"/>
                  </a:lnTo>
                  <a:lnTo>
                    <a:pt x="20756" y="18507"/>
                  </a:lnTo>
                  <a:lnTo>
                    <a:pt x="20692" y="18533"/>
                  </a:lnTo>
                  <a:lnTo>
                    <a:pt x="20654" y="18558"/>
                  </a:lnTo>
                  <a:lnTo>
                    <a:pt x="20615" y="18571"/>
                  </a:lnTo>
                  <a:lnTo>
                    <a:pt x="20564" y="18584"/>
                  </a:lnTo>
                  <a:lnTo>
                    <a:pt x="20437" y="18584"/>
                  </a:lnTo>
                  <a:lnTo>
                    <a:pt x="20309" y="18558"/>
                  </a:lnTo>
                  <a:lnTo>
                    <a:pt x="20219" y="18546"/>
                  </a:lnTo>
                  <a:lnTo>
                    <a:pt x="20130" y="18533"/>
                  </a:lnTo>
                  <a:lnTo>
                    <a:pt x="20015" y="18546"/>
                  </a:lnTo>
                  <a:lnTo>
                    <a:pt x="19913" y="18558"/>
                  </a:lnTo>
                  <a:lnTo>
                    <a:pt x="19874" y="18546"/>
                  </a:lnTo>
                  <a:lnTo>
                    <a:pt x="19849" y="18546"/>
                  </a:lnTo>
                  <a:lnTo>
                    <a:pt x="19810" y="18533"/>
                  </a:lnTo>
                  <a:lnTo>
                    <a:pt x="19516" y="18533"/>
                  </a:lnTo>
                  <a:lnTo>
                    <a:pt x="19222" y="18546"/>
                  </a:lnTo>
                  <a:lnTo>
                    <a:pt x="18967" y="18405"/>
                  </a:lnTo>
                  <a:lnTo>
                    <a:pt x="18596" y="18328"/>
                  </a:lnTo>
                  <a:lnTo>
                    <a:pt x="19031" y="18328"/>
                  </a:lnTo>
                  <a:lnTo>
                    <a:pt x="19031" y="18124"/>
                  </a:lnTo>
                  <a:lnTo>
                    <a:pt x="19504" y="18213"/>
                  </a:lnTo>
                  <a:lnTo>
                    <a:pt x="19900" y="17561"/>
                  </a:lnTo>
                  <a:lnTo>
                    <a:pt x="20181" y="17574"/>
                  </a:lnTo>
                  <a:lnTo>
                    <a:pt x="20449" y="17574"/>
                  </a:lnTo>
                  <a:lnTo>
                    <a:pt x="20475" y="17561"/>
                  </a:lnTo>
                  <a:lnTo>
                    <a:pt x="20475" y="17510"/>
                  </a:lnTo>
                  <a:lnTo>
                    <a:pt x="20475" y="17421"/>
                  </a:lnTo>
                  <a:lnTo>
                    <a:pt x="20475" y="17306"/>
                  </a:lnTo>
                  <a:lnTo>
                    <a:pt x="19989" y="17025"/>
                  </a:lnTo>
                  <a:lnTo>
                    <a:pt x="19989" y="16731"/>
                  </a:lnTo>
                  <a:lnTo>
                    <a:pt x="19504" y="16424"/>
                  </a:lnTo>
                  <a:lnTo>
                    <a:pt x="20015" y="16552"/>
                  </a:lnTo>
                  <a:lnTo>
                    <a:pt x="20219" y="16820"/>
                  </a:lnTo>
                  <a:lnTo>
                    <a:pt x="20782" y="16833"/>
                  </a:lnTo>
                  <a:lnTo>
                    <a:pt x="21382" y="17370"/>
                  </a:lnTo>
                  <a:lnTo>
                    <a:pt x="22072" y="17370"/>
                  </a:lnTo>
                  <a:lnTo>
                    <a:pt x="22571" y="17050"/>
                  </a:lnTo>
                  <a:lnTo>
                    <a:pt x="22635" y="17114"/>
                  </a:lnTo>
                  <a:lnTo>
                    <a:pt x="22034" y="17600"/>
                  </a:lnTo>
                  <a:lnTo>
                    <a:pt x="22277" y="17625"/>
                  </a:lnTo>
                  <a:lnTo>
                    <a:pt x="22775" y="17255"/>
                  </a:lnTo>
                  <a:lnTo>
                    <a:pt x="22929" y="16986"/>
                  </a:lnTo>
                  <a:lnTo>
                    <a:pt x="22686" y="16974"/>
                  </a:lnTo>
                  <a:lnTo>
                    <a:pt x="22775" y="16705"/>
                  </a:lnTo>
                  <a:lnTo>
                    <a:pt x="23274" y="16232"/>
                  </a:lnTo>
                  <a:lnTo>
                    <a:pt x="23977" y="16156"/>
                  </a:lnTo>
                  <a:close/>
                  <a:moveTo>
                    <a:pt x="24948" y="20220"/>
                  </a:moveTo>
                  <a:lnTo>
                    <a:pt x="25434" y="20348"/>
                  </a:lnTo>
                  <a:lnTo>
                    <a:pt x="26456" y="20348"/>
                  </a:lnTo>
                  <a:lnTo>
                    <a:pt x="26316" y="20501"/>
                  </a:lnTo>
                  <a:lnTo>
                    <a:pt x="25153" y="20667"/>
                  </a:lnTo>
                  <a:lnTo>
                    <a:pt x="24526" y="20667"/>
                  </a:lnTo>
                  <a:lnTo>
                    <a:pt x="23875" y="21281"/>
                  </a:lnTo>
                  <a:lnTo>
                    <a:pt x="23223" y="21268"/>
                  </a:lnTo>
                  <a:lnTo>
                    <a:pt x="22724" y="21281"/>
                  </a:lnTo>
                  <a:lnTo>
                    <a:pt x="22660" y="21613"/>
                  </a:lnTo>
                  <a:lnTo>
                    <a:pt x="22520" y="21613"/>
                  </a:lnTo>
                  <a:lnTo>
                    <a:pt x="22328" y="21178"/>
                  </a:lnTo>
                  <a:lnTo>
                    <a:pt x="22571" y="20987"/>
                  </a:lnTo>
                  <a:lnTo>
                    <a:pt x="22993" y="21242"/>
                  </a:lnTo>
                  <a:lnTo>
                    <a:pt x="23184" y="21178"/>
                  </a:lnTo>
                  <a:lnTo>
                    <a:pt x="23248" y="21051"/>
                  </a:lnTo>
                  <a:lnTo>
                    <a:pt x="23517" y="21051"/>
                  </a:lnTo>
                  <a:lnTo>
                    <a:pt x="23875" y="20731"/>
                  </a:lnTo>
                  <a:lnTo>
                    <a:pt x="24526" y="20220"/>
                  </a:lnTo>
                  <a:close/>
                  <a:moveTo>
                    <a:pt x="29575" y="21396"/>
                  </a:moveTo>
                  <a:lnTo>
                    <a:pt x="29792" y="21613"/>
                  </a:lnTo>
                  <a:lnTo>
                    <a:pt x="29613" y="21741"/>
                  </a:lnTo>
                  <a:lnTo>
                    <a:pt x="29472" y="21830"/>
                  </a:lnTo>
                  <a:lnTo>
                    <a:pt x="29421" y="21869"/>
                  </a:lnTo>
                  <a:lnTo>
                    <a:pt x="29370" y="21881"/>
                  </a:lnTo>
                  <a:lnTo>
                    <a:pt x="29345" y="21894"/>
                  </a:lnTo>
                  <a:lnTo>
                    <a:pt x="29332" y="21920"/>
                  </a:lnTo>
                  <a:lnTo>
                    <a:pt x="29332" y="21958"/>
                  </a:lnTo>
                  <a:lnTo>
                    <a:pt x="29332" y="22009"/>
                  </a:lnTo>
                  <a:lnTo>
                    <a:pt x="29357" y="22086"/>
                  </a:lnTo>
                  <a:lnTo>
                    <a:pt x="29370" y="22111"/>
                  </a:lnTo>
                  <a:lnTo>
                    <a:pt x="29166" y="22175"/>
                  </a:lnTo>
                  <a:lnTo>
                    <a:pt x="29242" y="21613"/>
                  </a:lnTo>
                  <a:lnTo>
                    <a:pt x="29575" y="21396"/>
                  </a:lnTo>
                  <a:close/>
                  <a:moveTo>
                    <a:pt x="30418" y="22009"/>
                  </a:moveTo>
                  <a:lnTo>
                    <a:pt x="30802" y="22175"/>
                  </a:lnTo>
                  <a:lnTo>
                    <a:pt x="30469" y="22508"/>
                  </a:lnTo>
                  <a:lnTo>
                    <a:pt x="30418" y="23083"/>
                  </a:lnTo>
                  <a:lnTo>
                    <a:pt x="30099" y="23389"/>
                  </a:lnTo>
                  <a:lnTo>
                    <a:pt x="29894" y="23581"/>
                  </a:lnTo>
                  <a:lnTo>
                    <a:pt x="29818" y="23645"/>
                  </a:lnTo>
                  <a:lnTo>
                    <a:pt x="29792" y="23658"/>
                  </a:lnTo>
                  <a:lnTo>
                    <a:pt x="29779" y="23645"/>
                  </a:lnTo>
                  <a:lnTo>
                    <a:pt x="29741" y="23658"/>
                  </a:lnTo>
                  <a:lnTo>
                    <a:pt x="29690" y="23658"/>
                  </a:lnTo>
                  <a:lnTo>
                    <a:pt x="30150" y="23070"/>
                  </a:lnTo>
                  <a:lnTo>
                    <a:pt x="29881" y="22776"/>
                  </a:lnTo>
                  <a:lnTo>
                    <a:pt x="29881" y="22559"/>
                  </a:lnTo>
                  <a:lnTo>
                    <a:pt x="30418" y="22009"/>
                  </a:lnTo>
                  <a:close/>
                  <a:moveTo>
                    <a:pt x="31939" y="26112"/>
                  </a:moveTo>
                  <a:lnTo>
                    <a:pt x="32591" y="26444"/>
                  </a:lnTo>
                  <a:lnTo>
                    <a:pt x="32323" y="26444"/>
                  </a:lnTo>
                  <a:lnTo>
                    <a:pt x="31747" y="26636"/>
                  </a:lnTo>
                  <a:lnTo>
                    <a:pt x="31747" y="26278"/>
                  </a:lnTo>
                  <a:lnTo>
                    <a:pt x="31939" y="26112"/>
                  </a:lnTo>
                  <a:close/>
                  <a:moveTo>
                    <a:pt x="31799" y="26738"/>
                  </a:moveTo>
                  <a:lnTo>
                    <a:pt x="32003" y="26853"/>
                  </a:lnTo>
                  <a:lnTo>
                    <a:pt x="32016" y="27070"/>
                  </a:lnTo>
                  <a:lnTo>
                    <a:pt x="32412" y="27313"/>
                  </a:lnTo>
                  <a:lnTo>
                    <a:pt x="32080" y="27351"/>
                  </a:lnTo>
                  <a:lnTo>
                    <a:pt x="31453" y="26981"/>
                  </a:lnTo>
                  <a:lnTo>
                    <a:pt x="31799" y="26738"/>
                  </a:lnTo>
                  <a:close/>
                  <a:moveTo>
                    <a:pt x="33677" y="26444"/>
                  </a:moveTo>
                  <a:lnTo>
                    <a:pt x="33895" y="27070"/>
                  </a:lnTo>
                  <a:lnTo>
                    <a:pt x="34419" y="27939"/>
                  </a:lnTo>
                  <a:lnTo>
                    <a:pt x="34572" y="28463"/>
                  </a:lnTo>
                  <a:lnTo>
                    <a:pt x="34738" y="28847"/>
                  </a:lnTo>
                  <a:lnTo>
                    <a:pt x="34904" y="29281"/>
                  </a:lnTo>
                  <a:lnTo>
                    <a:pt x="34904" y="29409"/>
                  </a:lnTo>
                  <a:lnTo>
                    <a:pt x="34866" y="29639"/>
                  </a:lnTo>
                  <a:lnTo>
                    <a:pt x="34802" y="30010"/>
                  </a:lnTo>
                  <a:lnTo>
                    <a:pt x="34764" y="30074"/>
                  </a:lnTo>
                  <a:lnTo>
                    <a:pt x="34713" y="30163"/>
                  </a:lnTo>
                  <a:lnTo>
                    <a:pt x="34623" y="30278"/>
                  </a:lnTo>
                  <a:lnTo>
                    <a:pt x="34393" y="29639"/>
                  </a:lnTo>
                  <a:lnTo>
                    <a:pt x="34623" y="29230"/>
                  </a:lnTo>
                  <a:lnTo>
                    <a:pt x="34534" y="28770"/>
                  </a:lnTo>
                  <a:lnTo>
                    <a:pt x="34380" y="28885"/>
                  </a:lnTo>
                  <a:lnTo>
                    <a:pt x="34252" y="28975"/>
                  </a:lnTo>
                  <a:lnTo>
                    <a:pt x="34163" y="29013"/>
                  </a:lnTo>
                  <a:lnTo>
                    <a:pt x="34150" y="29013"/>
                  </a:lnTo>
                  <a:lnTo>
                    <a:pt x="34137" y="28987"/>
                  </a:lnTo>
                  <a:lnTo>
                    <a:pt x="34099" y="28923"/>
                  </a:lnTo>
                  <a:lnTo>
                    <a:pt x="34022" y="28706"/>
                  </a:lnTo>
                  <a:lnTo>
                    <a:pt x="33933" y="28399"/>
                  </a:lnTo>
                  <a:lnTo>
                    <a:pt x="33792" y="28591"/>
                  </a:lnTo>
                  <a:lnTo>
                    <a:pt x="33562" y="28463"/>
                  </a:lnTo>
                  <a:lnTo>
                    <a:pt x="32936" y="27581"/>
                  </a:lnTo>
                  <a:lnTo>
                    <a:pt x="33115" y="27313"/>
                  </a:lnTo>
                  <a:lnTo>
                    <a:pt x="32783" y="27224"/>
                  </a:lnTo>
                  <a:lnTo>
                    <a:pt x="32923" y="26597"/>
                  </a:lnTo>
                  <a:lnTo>
                    <a:pt x="33447" y="26597"/>
                  </a:lnTo>
                  <a:lnTo>
                    <a:pt x="33447" y="26444"/>
                  </a:lnTo>
                  <a:close/>
                  <a:moveTo>
                    <a:pt x="31811" y="27351"/>
                  </a:moveTo>
                  <a:lnTo>
                    <a:pt x="32412" y="27594"/>
                  </a:lnTo>
                  <a:lnTo>
                    <a:pt x="32246" y="28361"/>
                  </a:lnTo>
                  <a:lnTo>
                    <a:pt x="32284" y="28770"/>
                  </a:lnTo>
                  <a:lnTo>
                    <a:pt x="32783" y="28770"/>
                  </a:lnTo>
                  <a:lnTo>
                    <a:pt x="33128" y="29090"/>
                  </a:lnTo>
                  <a:lnTo>
                    <a:pt x="33281" y="29639"/>
                  </a:lnTo>
                  <a:lnTo>
                    <a:pt x="33665" y="30214"/>
                  </a:lnTo>
                  <a:lnTo>
                    <a:pt x="33128" y="30355"/>
                  </a:lnTo>
                  <a:lnTo>
                    <a:pt x="33128" y="29895"/>
                  </a:lnTo>
                  <a:lnTo>
                    <a:pt x="33000" y="29831"/>
                  </a:lnTo>
                  <a:lnTo>
                    <a:pt x="33000" y="29332"/>
                  </a:lnTo>
                  <a:lnTo>
                    <a:pt x="32591" y="29026"/>
                  </a:lnTo>
                  <a:lnTo>
                    <a:pt x="32118" y="28949"/>
                  </a:lnTo>
                  <a:lnTo>
                    <a:pt x="32016" y="28361"/>
                  </a:lnTo>
                  <a:lnTo>
                    <a:pt x="32118" y="27722"/>
                  </a:lnTo>
                  <a:lnTo>
                    <a:pt x="31696" y="27569"/>
                  </a:lnTo>
                  <a:lnTo>
                    <a:pt x="31453" y="27722"/>
                  </a:lnTo>
                  <a:lnTo>
                    <a:pt x="31453" y="27351"/>
                  </a:lnTo>
                  <a:close/>
                  <a:moveTo>
                    <a:pt x="40988" y="30278"/>
                  </a:moveTo>
                  <a:lnTo>
                    <a:pt x="41282" y="30355"/>
                  </a:lnTo>
                  <a:lnTo>
                    <a:pt x="41474" y="30802"/>
                  </a:lnTo>
                  <a:lnTo>
                    <a:pt x="41269" y="31173"/>
                  </a:lnTo>
                  <a:lnTo>
                    <a:pt x="40988" y="31173"/>
                  </a:lnTo>
                  <a:lnTo>
                    <a:pt x="40783" y="30623"/>
                  </a:lnTo>
                  <a:lnTo>
                    <a:pt x="40988" y="30278"/>
                  </a:lnTo>
                  <a:close/>
                  <a:moveTo>
                    <a:pt x="34061" y="1"/>
                  </a:moveTo>
                  <a:lnTo>
                    <a:pt x="33920" y="154"/>
                  </a:lnTo>
                  <a:lnTo>
                    <a:pt x="33652" y="154"/>
                  </a:lnTo>
                  <a:lnTo>
                    <a:pt x="33741" y="436"/>
                  </a:lnTo>
                  <a:lnTo>
                    <a:pt x="33920" y="768"/>
                  </a:lnTo>
                  <a:lnTo>
                    <a:pt x="33575" y="1036"/>
                  </a:lnTo>
                  <a:lnTo>
                    <a:pt x="33933" y="1151"/>
                  </a:lnTo>
                  <a:lnTo>
                    <a:pt x="33831" y="1880"/>
                  </a:lnTo>
                  <a:lnTo>
                    <a:pt x="33933" y="2314"/>
                  </a:lnTo>
                  <a:lnTo>
                    <a:pt x="34329" y="3030"/>
                  </a:lnTo>
                  <a:lnTo>
                    <a:pt x="34278" y="3247"/>
                  </a:lnTo>
                  <a:lnTo>
                    <a:pt x="34086" y="3375"/>
                  </a:lnTo>
                  <a:lnTo>
                    <a:pt x="33843" y="3528"/>
                  </a:lnTo>
                  <a:lnTo>
                    <a:pt x="34163" y="3643"/>
                  </a:lnTo>
                  <a:lnTo>
                    <a:pt x="34150" y="3925"/>
                  </a:lnTo>
                  <a:lnTo>
                    <a:pt x="33805" y="3976"/>
                  </a:lnTo>
                  <a:lnTo>
                    <a:pt x="33831" y="4295"/>
                  </a:lnTo>
                  <a:lnTo>
                    <a:pt x="34048" y="4423"/>
                  </a:lnTo>
                  <a:lnTo>
                    <a:pt x="33946" y="5215"/>
                  </a:lnTo>
                  <a:lnTo>
                    <a:pt x="33780" y="5318"/>
                  </a:lnTo>
                  <a:lnTo>
                    <a:pt x="33831" y="5586"/>
                  </a:lnTo>
                  <a:lnTo>
                    <a:pt x="34099" y="5803"/>
                  </a:lnTo>
                  <a:lnTo>
                    <a:pt x="34380" y="5982"/>
                  </a:lnTo>
                  <a:lnTo>
                    <a:pt x="34419" y="6302"/>
                  </a:lnTo>
                  <a:lnTo>
                    <a:pt x="34649" y="6366"/>
                  </a:lnTo>
                  <a:lnTo>
                    <a:pt x="34968" y="6123"/>
                  </a:lnTo>
                  <a:lnTo>
                    <a:pt x="35134" y="6123"/>
                  </a:lnTo>
                  <a:lnTo>
                    <a:pt x="35262" y="7222"/>
                  </a:lnTo>
                  <a:lnTo>
                    <a:pt x="35505" y="7324"/>
                  </a:lnTo>
                  <a:lnTo>
                    <a:pt x="35505" y="7899"/>
                  </a:lnTo>
                  <a:lnTo>
                    <a:pt x="35211" y="8193"/>
                  </a:lnTo>
                  <a:lnTo>
                    <a:pt x="34943" y="8513"/>
                  </a:lnTo>
                  <a:lnTo>
                    <a:pt x="34764" y="9420"/>
                  </a:lnTo>
                  <a:lnTo>
                    <a:pt x="34265" y="9203"/>
                  </a:lnTo>
                  <a:lnTo>
                    <a:pt x="34252" y="8922"/>
                  </a:lnTo>
                  <a:lnTo>
                    <a:pt x="34431" y="8590"/>
                  </a:lnTo>
                  <a:lnTo>
                    <a:pt x="34380" y="8104"/>
                  </a:lnTo>
                  <a:lnTo>
                    <a:pt x="33780" y="8104"/>
                  </a:lnTo>
                  <a:lnTo>
                    <a:pt x="33396" y="7887"/>
                  </a:lnTo>
                  <a:lnTo>
                    <a:pt x="33677" y="7682"/>
                  </a:lnTo>
                  <a:lnTo>
                    <a:pt x="34751" y="7478"/>
                  </a:lnTo>
                  <a:lnTo>
                    <a:pt x="34943" y="7209"/>
                  </a:lnTo>
                  <a:lnTo>
                    <a:pt x="34521" y="7018"/>
                  </a:lnTo>
                  <a:lnTo>
                    <a:pt x="33958" y="6289"/>
                  </a:lnTo>
                  <a:lnTo>
                    <a:pt x="33332" y="5957"/>
                  </a:lnTo>
                  <a:lnTo>
                    <a:pt x="32872" y="6174"/>
                  </a:lnTo>
                  <a:lnTo>
                    <a:pt x="32821" y="6724"/>
                  </a:lnTo>
                  <a:lnTo>
                    <a:pt x="32680" y="6711"/>
                  </a:lnTo>
                  <a:lnTo>
                    <a:pt x="32489" y="6672"/>
                  </a:lnTo>
                  <a:lnTo>
                    <a:pt x="32463" y="6672"/>
                  </a:lnTo>
                  <a:lnTo>
                    <a:pt x="32450" y="6685"/>
                  </a:lnTo>
                  <a:lnTo>
                    <a:pt x="32412" y="6736"/>
                  </a:lnTo>
                  <a:lnTo>
                    <a:pt x="32323" y="6877"/>
                  </a:lnTo>
                  <a:lnTo>
                    <a:pt x="32220" y="7094"/>
                  </a:lnTo>
                  <a:lnTo>
                    <a:pt x="32693" y="7209"/>
                  </a:lnTo>
                  <a:lnTo>
                    <a:pt x="33486" y="7695"/>
                  </a:lnTo>
                  <a:lnTo>
                    <a:pt x="33192" y="7784"/>
                  </a:lnTo>
                  <a:lnTo>
                    <a:pt x="32795" y="8142"/>
                  </a:lnTo>
                  <a:lnTo>
                    <a:pt x="33026" y="8513"/>
                  </a:lnTo>
                  <a:lnTo>
                    <a:pt x="33754" y="8449"/>
                  </a:lnTo>
                  <a:lnTo>
                    <a:pt x="33754" y="8960"/>
                  </a:lnTo>
                  <a:lnTo>
                    <a:pt x="33409" y="9062"/>
                  </a:lnTo>
                  <a:lnTo>
                    <a:pt x="32962" y="8743"/>
                  </a:lnTo>
                  <a:lnTo>
                    <a:pt x="32502" y="8960"/>
                  </a:lnTo>
                  <a:lnTo>
                    <a:pt x="32386" y="8820"/>
                  </a:lnTo>
                  <a:lnTo>
                    <a:pt x="32080" y="8717"/>
                  </a:lnTo>
                  <a:lnTo>
                    <a:pt x="31811" y="8602"/>
                  </a:lnTo>
                  <a:lnTo>
                    <a:pt x="31569" y="8768"/>
                  </a:lnTo>
                  <a:lnTo>
                    <a:pt x="31390" y="8973"/>
                  </a:lnTo>
                  <a:lnTo>
                    <a:pt x="30687" y="8960"/>
                  </a:lnTo>
                  <a:lnTo>
                    <a:pt x="30572" y="8730"/>
                  </a:lnTo>
                  <a:lnTo>
                    <a:pt x="30175" y="8615"/>
                  </a:lnTo>
                  <a:lnTo>
                    <a:pt x="29396" y="8513"/>
                  </a:lnTo>
                  <a:lnTo>
                    <a:pt x="29396" y="8283"/>
                  </a:lnTo>
                  <a:lnTo>
                    <a:pt x="29102" y="8117"/>
                  </a:lnTo>
                  <a:lnTo>
                    <a:pt x="28603" y="8002"/>
                  </a:lnTo>
                  <a:lnTo>
                    <a:pt x="28322" y="8257"/>
                  </a:lnTo>
                  <a:lnTo>
                    <a:pt x="27287" y="8462"/>
                  </a:lnTo>
                  <a:lnTo>
                    <a:pt x="27300" y="9280"/>
                  </a:lnTo>
                  <a:lnTo>
                    <a:pt x="26840" y="9292"/>
                  </a:lnTo>
                  <a:lnTo>
                    <a:pt x="26648" y="8730"/>
                  </a:lnTo>
                  <a:lnTo>
                    <a:pt x="26047" y="8270"/>
                  </a:lnTo>
                  <a:lnTo>
                    <a:pt x="25804" y="8487"/>
                  </a:lnTo>
                  <a:lnTo>
                    <a:pt x="23555" y="9407"/>
                  </a:lnTo>
                  <a:lnTo>
                    <a:pt x="21382" y="9471"/>
                  </a:lnTo>
                  <a:lnTo>
                    <a:pt x="20360" y="9126"/>
                  </a:lnTo>
                  <a:lnTo>
                    <a:pt x="21152" y="8896"/>
                  </a:lnTo>
                  <a:lnTo>
                    <a:pt x="20641" y="8232"/>
                  </a:lnTo>
                  <a:lnTo>
                    <a:pt x="18941" y="8232"/>
                  </a:lnTo>
                  <a:lnTo>
                    <a:pt x="16832" y="7746"/>
                  </a:lnTo>
                  <a:lnTo>
                    <a:pt x="16487" y="7746"/>
                  </a:lnTo>
                  <a:lnTo>
                    <a:pt x="15286" y="7273"/>
                  </a:lnTo>
                  <a:lnTo>
                    <a:pt x="14379" y="7273"/>
                  </a:lnTo>
                  <a:lnTo>
                    <a:pt x="13867" y="7529"/>
                  </a:lnTo>
                  <a:lnTo>
                    <a:pt x="13292" y="7529"/>
                  </a:lnTo>
                  <a:lnTo>
                    <a:pt x="12896" y="6557"/>
                  </a:lnTo>
                  <a:lnTo>
                    <a:pt x="12040" y="6839"/>
                  </a:lnTo>
                  <a:lnTo>
                    <a:pt x="11925" y="7529"/>
                  </a:lnTo>
                  <a:lnTo>
                    <a:pt x="11413" y="7273"/>
                  </a:lnTo>
                  <a:lnTo>
                    <a:pt x="11068" y="6954"/>
                  </a:lnTo>
                  <a:lnTo>
                    <a:pt x="10941" y="6468"/>
                  </a:lnTo>
                  <a:lnTo>
                    <a:pt x="10685" y="6136"/>
                  </a:lnTo>
                  <a:lnTo>
                    <a:pt x="10059" y="5816"/>
                  </a:lnTo>
                  <a:lnTo>
                    <a:pt x="9918" y="5816"/>
                  </a:lnTo>
                  <a:lnTo>
                    <a:pt x="9956" y="6263"/>
                  </a:lnTo>
                  <a:lnTo>
                    <a:pt x="10161" y="6468"/>
                  </a:lnTo>
                  <a:lnTo>
                    <a:pt x="10084" y="6711"/>
                  </a:lnTo>
                  <a:lnTo>
                    <a:pt x="9560" y="7005"/>
                  </a:lnTo>
                  <a:lnTo>
                    <a:pt x="9266" y="7184"/>
                  </a:lnTo>
                  <a:lnTo>
                    <a:pt x="9279" y="6928"/>
                  </a:lnTo>
                  <a:lnTo>
                    <a:pt x="8883" y="7018"/>
                  </a:lnTo>
                  <a:lnTo>
                    <a:pt x="8512" y="7222"/>
                  </a:lnTo>
                  <a:lnTo>
                    <a:pt x="8180" y="7529"/>
                  </a:lnTo>
                  <a:lnTo>
                    <a:pt x="7451" y="7529"/>
                  </a:lnTo>
                  <a:lnTo>
                    <a:pt x="7681" y="7426"/>
                  </a:lnTo>
                  <a:lnTo>
                    <a:pt x="8039" y="7350"/>
                  </a:lnTo>
                  <a:lnTo>
                    <a:pt x="8499" y="6928"/>
                  </a:lnTo>
                  <a:lnTo>
                    <a:pt x="8947" y="6749"/>
                  </a:lnTo>
                  <a:lnTo>
                    <a:pt x="9036" y="6519"/>
                  </a:lnTo>
                  <a:lnTo>
                    <a:pt x="8870" y="6442"/>
                  </a:lnTo>
                  <a:lnTo>
                    <a:pt x="8499" y="6698"/>
                  </a:lnTo>
                  <a:lnTo>
                    <a:pt x="7963" y="6545"/>
                  </a:lnTo>
                  <a:lnTo>
                    <a:pt x="7643" y="6877"/>
                  </a:lnTo>
                  <a:lnTo>
                    <a:pt x="7196" y="7120"/>
                  </a:lnTo>
                  <a:lnTo>
                    <a:pt x="6940" y="7196"/>
                  </a:lnTo>
                  <a:lnTo>
                    <a:pt x="6761" y="7120"/>
                  </a:lnTo>
                  <a:lnTo>
                    <a:pt x="6633" y="7248"/>
                  </a:lnTo>
                  <a:lnTo>
                    <a:pt x="6429" y="7363"/>
                  </a:lnTo>
                  <a:lnTo>
                    <a:pt x="6327" y="7426"/>
                  </a:lnTo>
                  <a:lnTo>
                    <a:pt x="6263" y="7478"/>
                  </a:lnTo>
                  <a:lnTo>
                    <a:pt x="6237" y="7503"/>
                  </a:lnTo>
                  <a:lnTo>
                    <a:pt x="6224" y="7529"/>
                  </a:lnTo>
                  <a:lnTo>
                    <a:pt x="6199" y="7567"/>
                  </a:lnTo>
                  <a:lnTo>
                    <a:pt x="6148" y="7605"/>
                  </a:lnTo>
                  <a:lnTo>
                    <a:pt x="6084" y="7644"/>
                  </a:lnTo>
                  <a:lnTo>
                    <a:pt x="5675" y="7733"/>
                  </a:lnTo>
                  <a:lnTo>
                    <a:pt x="5662" y="7720"/>
                  </a:lnTo>
                  <a:lnTo>
                    <a:pt x="5662" y="7695"/>
                  </a:lnTo>
                  <a:lnTo>
                    <a:pt x="5662" y="7593"/>
                  </a:lnTo>
                  <a:lnTo>
                    <a:pt x="5675" y="7452"/>
                  </a:lnTo>
                  <a:lnTo>
                    <a:pt x="5317" y="7324"/>
                  </a:lnTo>
                  <a:lnTo>
                    <a:pt x="5202" y="7260"/>
                  </a:lnTo>
                  <a:lnTo>
                    <a:pt x="4959" y="7324"/>
                  </a:lnTo>
                  <a:lnTo>
                    <a:pt x="4895" y="7529"/>
                  </a:lnTo>
                  <a:lnTo>
                    <a:pt x="4269" y="7439"/>
                  </a:lnTo>
                  <a:lnTo>
                    <a:pt x="4141" y="7695"/>
                  </a:lnTo>
                  <a:lnTo>
                    <a:pt x="3886" y="7861"/>
                  </a:lnTo>
                  <a:lnTo>
                    <a:pt x="3924" y="7912"/>
                  </a:lnTo>
                  <a:lnTo>
                    <a:pt x="3962" y="7963"/>
                  </a:lnTo>
                  <a:lnTo>
                    <a:pt x="3988" y="8014"/>
                  </a:lnTo>
                  <a:lnTo>
                    <a:pt x="4013" y="8219"/>
                  </a:lnTo>
                  <a:lnTo>
                    <a:pt x="3400" y="8347"/>
                  </a:lnTo>
                  <a:lnTo>
                    <a:pt x="1726" y="7720"/>
                  </a:lnTo>
                  <a:lnTo>
                    <a:pt x="1611" y="7350"/>
                  </a:lnTo>
                  <a:lnTo>
                    <a:pt x="1342" y="7248"/>
                  </a:lnTo>
                  <a:lnTo>
                    <a:pt x="1266" y="7401"/>
                  </a:lnTo>
                  <a:lnTo>
                    <a:pt x="997" y="7235"/>
                  </a:lnTo>
                  <a:lnTo>
                    <a:pt x="0" y="7286"/>
                  </a:lnTo>
                  <a:lnTo>
                    <a:pt x="0" y="19236"/>
                  </a:lnTo>
                  <a:lnTo>
                    <a:pt x="678" y="19236"/>
                  </a:lnTo>
                  <a:lnTo>
                    <a:pt x="1342" y="19044"/>
                  </a:lnTo>
                  <a:lnTo>
                    <a:pt x="1598" y="19300"/>
                  </a:lnTo>
                  <a:lnTo>
                    <a:pt x="1444" y="19453"/>
                  </a:lnTo>
                  <a:lnTo>
                    <a:pt x="2275" y="20105"/>
                  </a:lnTo>
                  <a:lnTo>
                    <a:pt x="2608" y="20539"/>
                  </a:lnTo>
                  <a:lnTo>
                    <a:pt x="2710" y="20846"/>
                  </a:lnTo>
                  <a:lnTo>
                    <a:pt x="3170" y="20590"/>
                  </a:lnTo>
                  <a:lnTo>
                    <a:pt x="3515" y="20616"/>
                  </a:lnTo>
                  <a:lnTo>
                    <a:pt x="3515" y="20233"/>
                  </a:lnTo>
                  <a:lnTo>
                    <a:pt x="4358" y="19798"/>
                  </a:lnTo>
                  <a:lnTo>
                    <a:pt x="4882" y="20309"/>
                  </a:lnTo>
                  <a:lnTo>
                    <a:pt x="4793" y="20552"/>
                  </a:lnTo>
                  <a:lnTo>
                    <a:pt x="5815" y="20999"/>
                  </a:lnTo>
                  <a:lnTo>
                    <a:pt x="7298" y="23453"/>
                  </a:lnTo>
                  <a:lnTo>
                    <a:pt x="8653" y="24092"/>
                  </a:lnTo>
                  <a:lnTo>
                    <a:pt x="8538" y="24604"/>
                  </a:lnTo>
                  <a:lnTo>
                    <a:pt x="8832" y="24872"/>
                  </a:lnTo>
                  <a:lnTo>
                    <a:pt x="8231" y="25549"/>
                  </a:lnTo>
                  <a:lnTo>
                    <a:pt x="8193" y="25562"/>
                  </a:lnTo>
                  <a:lnTo>
                    <a:pt x="8154" y="25690"/>
                  </a:lnTo>
                  <a:lnTo>
                    <a:pt x="8129" y="25792"/>
                  </a:lnTo>
                  <a:lnTo>
                    <a:pt x="8423" y="26355"/>
                  </a:lnTo>
                  <a:lnTo>
                    <a:pt x="8257" y="26214"/>
                  </a:lnTo>
                  <a:lnTo>
                    <a:pt x="8154" y="26214"/>
                  </a:lnTo>
                  <a:lnTo>
                    <a:pt x="8052" y="25894"/>
                  </a:lnTo>
                  <a:lnTo>
                    <a:pt x="8065" y="25690"/>
                  </a:lnTo>
                  <a:lnTo>
                    <a:pt x="8065" y="25690"/>
                  </a:lnTo>
                  <a:lnTo>
                    <a:pt x="7771" y="25741"/>
                  </a:lnTo>
                  <a:lnTo>
                    <a:pt x="7758" y="25971"/>
                  </a:lnTo>
                  <a:lnTo>
                    <a:pt x="8039" y="26009"/>
                  </a:lnTo>
                  <a:lnTo>
                    <a:pt x="8154" y="26303"/>
                  </a:lnTo>
                  <a:lnTo>
                    <a:pt x="7963" y="26597"/>
                  </a:lnTo>
                  <a:lnTo>
                    <a:pt x="8116" y="26751"/>
                  </a:lnTo>
                  <a:lnTo>
                    <a:pt x="8448" y="26470"/>
                  </a:lnTo>
                  <a:lnTo>
                    <a:pt x="8193" y="26789"/>
                  </a:lnTo>
                  <a:lnTo>
                    <a:pt x="8193" y="27096"/>
                  </a:lnTo>
                  <a:lnTo>
                    <a:pt x="8921" y="27454"/>
                  </a:lnTo>
                  <a:lnTo>
                    <a:pt x="8921" y="27454"/>
                  </a:lnTo>
                  <a:lnTo>
                    <a:pt x="8857" y="27211"/>
                  </a:lnTo>
                  <a:lnTo>
                    <a:pt x="9036" y="27185"/>
                  </a:lnTo>
                  <a:lnTo>
                    <a:pt x="9279" y="26789"/>
                  </a:lnTo>
                  <a:lnTo>
                    <a:pt x="9087" y="27262"/>
                  </a:lnTo>
                  <a:lnTo>
                    <a:pt x="9075" y="27569"/>
                  </a:lnTo>
                  <a:lnTo>
                    <a:pt x="9266" y="27901"/>
                  </a:lnTo>
                  <a:lnTo>
                    <a:pt x="9522" y="28182"/>
                  </a:lnTo>
                  <a:lnTo>
                    <a:pt x="9650" y="28105"/>
                  </a:lnTo>
                  <a:lnTo>
                    <a:pt x="9650" y="28259"/>
                  </a:lnTo>
                  <a:lnTo>
                    <a:pt x="9816" y="28272"/>
                  </a:lnTo>
                  <a:lnTo>
                    <a:pt x="10033" y="28604"/>
                  </a:lnTo>
                  <a:lnTo>
                    <a:pt x="10033" y="28808"/>
                  </a:lnTo>
                  <a:lnTo>
                    <a:pt x="10212" y="28808"/>
                  </a:lnTo>
                  <a:lnTo>
                    <a:pt x="10020" y="28936"/>
                  </a:lnTo>
                  <a:lnTo>
                    <a:pt x="10097" y="29166"/>
                  </a:lnTo>
                  <a:lnTo>
                    <a:pt x="10212" y="29179"/>
                  </a:lnTo>
                  <a:lnTo>
                    <a:pt x="10250" y="28885"/>
                  </a:lnTo>
                  <a:lnTo>
                    <a:pt x="10301" y="29345"/>
                  </a:lnTo>
                  <a:lnTo>
                    <a:pt x="10519" y="29486"/>
                  </a:lnTo>
                  <a:lnTo>
                    <a:pt x="10583" y="29601"/>
                  </a:lnTo>
                  <a:lnTo>
                    <a:pt x="10851" y="29716"/>
                  </a:lnTo>
                  <a:lnTo>
                    <a:pt x="11273" y="29741"/>
                  </a:lnTo>
                  <a:lnTo>
                    <a:pt x="11260" y="29997"/>
                  </a:lnTo>
                  <a:lnTo>
                    <a:pt x="10813" y="29856"/>
                  </a:lnTo>
                  <a:lnTo>
                    <a:pt x="10429" y="29601"/>
                  </a:lnTo>
                  <a:lnTo>
                    <a:pt x="9982" y="29831"/>
                  </a:lnTo>
                  <a:lnTo>
                    <a:pt x="9867" y="30086"/>
                  </a:lnTo>
                  <a:lnTo>
                    <a:pt x="11413" y="31262"/>
                  </a:lnTo>
                  <a:lnTo>
                    <a:pt x="12027" y="31710"/>
                  </a:lnTo>
                  <a:lnTo>
                    <a:pt x="12513" y="31710"/>
                  </a:lnTo>
                  <a:lnTo>
                    <a:pt x="12589" y="31927"/>
                  </a:lnTo>
                  <a:lnTo>
                    <a:pt x="12768" y="32080"/>
                  </a:lnTo>
                  <a:lnTo>
                    <a:pt x="12896" y="32182"/>
                  </a:lnTo>
                  <a:lnTo>
                    <a:pt x="12973" y="32234"/>
                  </a:lnTo>
                  <a:lnTo>
                    <a:pt x="13254" y="32297"/>
                  </a:lnTo>
                  <a:lnTo>
                    <a:pt x="13522" y="32374"/>
                  </a:lnTo>
                  <a:lnTo>
                    <a:pt x="13727" y="32272"/>
                  </a:lnTo>
                  <a:lnTo>
                    <a:pt x="13867" y="32195"/>
                  </a:lnTo>
                  <a:lnTo>
                    <a:pt x="13918" y="32157"/>
                  </a:lnTo>
                  <a:lnTo>
                    <a:pt x="13931" y="32144"/>
                  </a:lnTo>
                  <a:lnTo>
                    <a:pt x="13855" y="32029"/>
                  </a:lnTo>
                  <a:lnTo>
                    <a:pt x="13688" y="31825"/>
                  </a:lnTo>
                  <a:lnTo>
                    <a:pt x="13446" y="31531"/>
                  </a:lnTo>
                  <a:lnTo>
                    <a:pt x="12794" y="31109"/>
                  </a:lnTo>
                  <a:lnTo>
                    <a:pt x="12602" y="30623"/>
                  </a:lnTo>
                  <a:lnTo>
                    <a:pt x="12602" y="30623"/>
                  </a:lnTo>
                  <a:lnTo>
                    <a:pt x="13139" y="31007"/>
                  </a:lnTo>
                  <a:lnTo>
                    <a:pt x="13957" y="31428"/>
                  </a:lnTo>
                  <a:lnTo>
                    <a:pt x="14136" y="31658"/>
                  </a:lnTo>
                  <a:lnTo>
                    <a:pt x="36323" y="31658"/>
                  </a:lnTo>
                  <a:lnTo>
                    <a:pt x="36591" y="31991"/>
                  </a:lnTo>
                  <a:lnTo>
                    <a:pt x="37000" y="31991"/>
                  </a:lnTo>
                  <a:lnTo>
                    <a:pt x="37358" y="32080"/>
                  </a:lnTo>
                  <a:lnTo>
                    <a:pt x="37550" y="31965"/>
                  </a:lnTo>
                  <a:lnTo>
                    <a:pt x="37831" y="32080"/>
                  </a:lnTo>
                  <a:lnTo>
                    <a:pt x="38036" y="32080"/>
                  </a:lnTo>
                  <a:lnTo>
                    <a:pt x="38240" y="32349"/>
                  </a:lnTo>
                  <a:lnTo>
                    <a:pt x="38598" y="32349"/>
                  </a:lnTo>
                  <a:lnTo>
                    <a:pt x="38738" y="32643"/>
                  </a:lnTo>
                  <a:lnTo>
                    <a:pt x="39518" y="32476"/>
                  </a:lnTo>
                  <a:lnTo>
                    <a:pt x="39838" y="32553"/>
                  </a:lnTo>
                  <a:lnTo>
                    <a:pt x="40068" y="32655"/>
                  </a:lnTo>
                  <a:lnTo>
                    <a:pt x="40323" y="32655"/>
                  </a:lnTo>
                  <a:lnTo>
                    <a:pt x="40336" y="32630"/>
                  </a:lnTo>
                  <a:lnTo>
                    <a:pt x="40387" y="32617"/>
                  </a:lnTo>
                  <a:lnTo>
                    <a:pt x="40451" y="32604"/>
                  </a:lnTo>
                  <a:lnTo>
                    <a:pt x="40528" y="32604"/>
                  </a:lnTo>
                  <a:lnTo>
                    <a:pt x="40643" y="32579"/>
                  </a:lnTo>
                  <a:lnTo>
                    <a:pt x="40464" y="32157"/>
                  </a:lnTo>
                  <a:lnTo>
                    <a:pt x="40937" y="32157"/>
                  </a:lnTo>
                  <a:lnTo>
                    <a:pt x="40975" y="32080"/>
                  </a:lnTo>
                  <a:lnTo>
                    <a:pt x="41243" y="32080"/>
                  </a:lnTo>
                  <a:lnTo>
                    <a:pt x="41346" y="31850"/>
                  </a:lnTo>
                  <a:lnTo>
                    <a:pt x="41359" y="31837"/>
                  </a:lnTo>
                  <a:lnTo>
                    <a:pt x="41359" y="31658"/>
                  </a:lnTo>
                  <a:lnTo>
                    <a:pt x="41946" y="31658"/>
                  </a:lnTo>
                  <a:lnTo>
                    <a:pt x="41972" y="31684"/>
                  </a:lnTo>
                  <a:lnTo>
                    <a:pt x="42407" y="31710"/>
                  </a:lnTo>
                  <a:lnTo>
                    <a:pt x="42522" y="31773"/>
                  </a:lnTo>
                  <a:lnTo>
                    <a:pt x="42892" y="31863"/>
                  </a:lnTo>
                  <a:lnTo>
                    <a:pt x="42892" y="31876"/>
                  </a:lnTo>
                  <a:lnTo>
                    <a:pt x="43020" y="31876"/>
                  </a:lnTo>
                  <a:lnTo>
                    <a:pt x="43340" y="32630"/>
                  </a:lnTo>
                  <a:lnTo>
                    <a:pt x="43966" y="32591"/>
                  </a:lnTo>
                  <a:lnTo>
                    <a:pt x="44030" y="32758"/>
                  </a:lnTo>
                  <a:lnTo>
                    <a:pt x="44094" y="32745"/>
                  </a:lnTo>
                  <a:lnTo>
                    <a:pt x="44094" y="32949"/>
                  </a:lnTo>
                  <a:lnTo>
                    <a:pt x="44336" y="33307"/>
                  </a:lnTo>
                  <a:lnTo>
                    <a:pt x="44336" y="33908"/>
                  </a:lnTo>
                  <a:lnTo>
                    <a:pt x="45180" y="34253"/>
                  </a:lnTo>
                  <a:lnTo>
                    <a:pt x="44720" y="34189"/>
                  </a:lnTo>
                  <a:lnTo>
                    <a:pt x="44656" y="34189"/>
                  </a:lnTo>
                  <a:lnTo>
                    <a:pt x="44796" y="34355"/>
                  </a:lnTo>
                  <a:lnTo>
                    <a:pt x="44899" y="34483"/>
                  </a:lnTo>
                  <a:lnTo>
                    <a:pt x="45090" y="34483"/>
                  </a:lnTo>
                  <a:lnTo>
                    <a:pt x="45103" y="34406"/>
                  </a:lnTo>
                  <a:lnTo>
                    <a:pt x="45282" y="34406"/>
                  </a:lnTo>
                  <a:lnTo>
                    <a:pt x="45947" y="34355"/>
                  </a:lnTo>
                  <a:lnTo>
                    <a:pt x="46675" y="34572"/>
                  </a:lnTo>
                  <a:lnTo>
                    <a:pt x="46969" y="34713"/>
                  </a:lnTo>
                  <a:lnTo>
                    <a:pt x="47046" y="34713"/>
                  </a:lnTo>
                  <a:lnTo>
                    <a:pt x="47302" y="34662"/>
                  </a:lnTo>
                  <a:lnTo>
                    <a:pt x="47455" y="34866"/>
                  </a:lnTo>
                  <a:lnTo>
                    <a:pt x="47468" y="34866"/>
                  </a:lnTo>
                  <a:lnTo>
                    <a:pt x="47608" y="35033"/>
                  </a:lnTo>
                  <a:lnTo>
                    <a:pt x="48017" y="35429"/>
                  </a:lnTo>
                  <a:lnTo>
                    <a:pt x="47979" y="35493"/>
                  </a:lnTo>
                  <a:lnTo>
                    <a:pt x="48043" y="35646"/>
                  </a:lnTo>
                  <a:lnTo>
                    <a:pt x="48196" y="35723"/>
                  </a:lnTo>
                  <a:lnTo>
                    <a:pt x="48056" y="35978"/>
                  </a:lnTo>
                  <a:lnTo>
                    <a:pt x="48004" y="36144"/>
                  </a:lnTo>
                  <a:lnTo>
                    <a:pt x="47570" y="36144"/>
                  </a:lnTo>
                  <a:lnTo>
                    <a:pt x="47506" y="36106"/>
                  </a:lnTo>
                  <a:lnTo>
                    <a:pt x="47353" y="36093"/>
                  </a:lnTo>
                  <a:lnTo>
                    <a:pt x="47250" y="35914"/>
                  </a:lnTo>
                  <a:lnTo>
                    <a:pt x="47186" y="35863"/>
                  </a:lnTo>
                  <a:lnTo>
                    <a:pt x="46893" y="35493"/>
                  </a:lnTo>
                  <a:lnTo>
                    <a:pt x="46778" y="35608"/>
                  </a:lnTo>
                  <a:lnTo>
                    <a:pt x="46880" y="35825"/>
                  </a:lnTo>
                  <a:lnTo>
                    <a:pt x="47008" y="36068"/>
                  </a:lnTo>
                  <a:lnTo>
                    <a:pt x="47020" y="36093"/>
                  </a:lnTo>
                  <a:lnTo>
                    <a:pt x="46841" y="36413"/>
                  </a:lnTo>
                  <a:lnTo>
                    <a:pt x="46726" y="37077"/>
                  </a:lnTo>
                  <a:lnTo>
                    <a:pt x="46701" y="37359"/>
                  </a:lnTo>
                  <a:lnTo>
                    <a:pt x="46075" y="37653"/>
                  </a:lnTo>
                  <a:lnTo>
                    <a:pt x="46023" y="37806"/>
                  </a:lnTo>
                  <a:lnTo>
                    <a:pt x="46049" y="38062"/>
                  </a:lnTo>
                  <a:lnTo>
                    <a:pt x="45921" y="38164"/>
                  </a:lnTo>
                  <a:lnTo>
                    <a:pt x="45896" y="38189"/>
                  </a:lnTo>
                  <a:lnTo>
                    <a:pt x="45717" y="38317"/>
                  </a:lnTo>
                  <a:lnTo>
                    <a:pt x="45729" y="38522"/>
                  </a:lnTo>
                  <a:lnTo>
                    <a:pt x="46138" y="38253"/>
                  </a:lnTo>
                  <a:lnTo>
                    <a:pt x="46650" y="37780"/>
                  </a:lnTo>
                  <a:lnTo>
                    <a:pt x="47250" y="37806"/>
                  </a:lnTo>
                  <a:lnTo>
                    <a:pt x="47800" y="37576"/>
                  </a:lnTo>
                  <a:lnTo>
                    <a:pt x="48797" y="37576"/>
                  </a:lnTo>
                  <a:lnTo>
                    <a:pt x="48362" y="37359"/>
                  </a:lnTo>
                  <a:lnTo>
                    <a:pt x="48222" y="37320"/>
                  </a:lnTo>
                  <a:lnTo>
                    <a:pt x="48234" y="37295"/>
                  </a:lnTo>
                  <a:lnTo>
                    <a:pt x="48043" y="37192"/>
                  </a:lnTo>
                  <a:lnTo>
                    <a:pt x="48222" y="36783"/>
                  </a:lnTo>
                  <a:lnTo>
                    <a:pt x="48912" y="36694"/>
                  </a:lnTo>
                  <a:lnTo>
                    <a:pt x="49436" y="36464"/>
                  </a:lnTo>
                  <a:lnTo>
                    <a:pt x="50088" y="36579"/>
                  </a:lnTo>
                  <a:lnTo>
                    <a:pt x="50688" y="36272"/>
                  </a:lnTo>
                  <a:lnTo>
                    <a:pt x="50727" y="36528"/>
                  </a:lnTo>
                  <a:lnTo>
                    <a:pt x="50982" y="36528"/>
                  </a:lnTo>
                  <a:lnTo>
                    <a:pt x="52120" y="35761"/>
                  </a:lnTo>
                  <a:lnTo>
                    <a:pt x="54638" y="35761"/>
                  </a:lnTo>
                  <a:lnTo>
                    <a:pt x="54880" y="35263"/>
                  </a:lnTo>
                  <a:lnTo>
                    <a:pt x="55174" y="35301"/>
                  </a:lnTo>
                  <a:lnTo>
                    <a:pt x="55494" y="34918"/>
                  </a:lnTo>
                  <a:lnTo>
                    <a:pt x="55673" y="34662"/>
                  </a:lnTo>
                  <a:lnTo>
                    <a:pt x="55673" y="34253"/>
                  </a:lnTo>
                  <a:lnTo>
                    <a:pt x="55813" y="33933"/>
                  </a:lnTo>
                  <a:lnTo>
                    <a:pt x="56465" y="33269"/>
                  </a:lnTo>
                  <a:lnTo>
                    <a:pt x="56772" y="33269"/>
                  </a:lnTo>
                  <a:lnTo>
                    <a:pt x="56772" y="33639"/>
                  </a:lnTo>
                  <a:lnTo>
                    <a:pt x="57334" y="33345"/>
                  </a:lnTo>
                  <a:lnTo>
                    <a:pt x="57667" y="33614"/>
                  </a:lnTo>
                  <a:lnTo>
                    <a:pt x="57667" y="34151"/>
                  </a:lnTo>
                  <a:lnTo>
                    <a:pt x="57526" y="34547"/>
                  </a:lnTo>
                  <a:lnTo>
                    <a:pt x="57539" y="34662"/>
                  </a:lnTo>
                  <a:lnTo>
                    <a:pt x="57552" y="34764"/>
                  </a:lnTo>
                  <a:lnTo>
                    <a:pt x="57654" y="35096"/>
                  </a:lnTo>
                  <a:lnTo>
                    <a:pt x="57973" y="35096"/>
                  </a:lnTo>
                  <a:lnTo>
                    <a:pt x="57973" y="35352"/>
                  </a:lnTo>
                  <a:lnTo>
                    <a:pt x="58382" y="35646"/>
                  </a:lnTo>
                  <a:lnTo>
                    <a:pt x="58587" y="35454"/>
                  </a:lnTo>
                  <a:lnTo>
                    <a:pt x="58779" y="35454"/>
                  </a:lnTo>
                  <a:lnTo>
                    <a:pt x="59149" y="35339"/>
                  </a:lnTo>
                  <a:lnTo>
                    <a:pt x="59545" y="34918"/>
                  </a:lnTo>
                  <a:lnTo>
                    <a:pt x="59967" y="34483"/>
                  </a:lnTo>
                  <a:lnTo>
                    <a:pt x="60108" y="34534"/>
                  </a:lnTo>
                  <a:lnTo>
                    <a:pt x="59890" y="34981"/>
                  </a:lnTo>
                  <a:lnTo>
                    <a:pt x="60990" y="35071"/>
                  </a:lnTo>
                  <a:lnTo>
                    <a:pt x="60491" y="35326"/>
                  </a:lnTo>
                  <a:lnTo>
                    <a:pt x="59929" y="35480"/>
                  </a:lnTo>
                  <a:lnTo>
                    <a:pt x="59507" y="35838"/>
                  </a:lnTo>
                  <a:lnTo>
                    <a:pt x="58791" y="36515"/>
                  </a:lnTo>
                  <a:lnTo>
                    <a:pt x="58830" y="37065"/>
                  </a:lnTo>
                  <a:lnTo>
                    <a:pt x="59162" y="37525"/>
                  </a:lnTo>
                  <a:lnTo>
                    <a:pt x="59763" y="37538"/>
                  </a:lnTo>
                  <a:lnTo>
                    <a:pt x="60274" y="36771"/>
                  </a:lnTo>
                  <a:lnTo>
                    <a:pt x="60619" y="36081"/>
                  </a:lnTo>
                  <a:lnTo>
                    <a:pt x="61271" y="36183"/>
                  </a:lnTo>
                  <a:lnTo>
                    <a:pt x="61578" y="35876"/>
                  </a:lnTo>
                  <a:lnTo>
                    <a:pt x="63137" y="34930"/>
                  </a:lnTo>
                  <a:lnTo>
                    <a:pt x="62881" y="34777"/>
                  </a:lnTo>
                  <a:lnTo>
                    <a:pt x="62677" y="34534"/>
                  </a:lnTo>
                  <a:lnTo>
                    <a:pt x="62983" y="34381"/>
                  </a:lnTo>
                  <a:lnTo>
                    <a:pt x="62958" y="34112"/>
                  </a:lnTo>
                  <a:lnTo>
                    <a:pt x="63060" y="33831"/>
                  </a:lnTo>
                  <a:lnTo>
                    <a:pt x="63443" y="33601"/>
                  </a:lnTo>
                  <a:lnTo>
                    <a:pt x="63443" y="33601"/>
                  </a:lnTo>
                  <a:lnTo>
                    <a:pt x="63316" y="34125"/>
                  </a:lnTo>
                  <a:lnTo>
                    <a:pt x="63328" y="34151"/>
                  </a:lnTo>
                  <a:lnTo>
                    <a:pt x="63341" y="34176"/>
                  </a:lnTo>
                  <a:lnTo>
                    <a:pt x="63431" y="34266"/>
                  </a:lnTo>
                  <a:lnTo>
                    <a:pt x="63546" y="34368"/>
                  </a:lnTo>
                  <a:lnTo>
                    <a:pt x="64121" y="33946"/>
                  </a:lnTo>
                  <a:lnTo>
                    <a:pt x="63993" y="33614"/>
                  </a:lnTo>
                  <a:lnTo>
                    <a:pt x="63559" y="33486"/>
                  </a:lnTo>
                  <a:lnTo>
                    <a:pt x="63584" y="33103"/>
                  </a:lnTo>
                  <a:lnTo>
                    <a:pt x="63252" y="32604"/>
                  </a:lnTo>
                  <a:lnTo>
                    <a:pt x="62856" y="33576"/>
                  </a:lnTo>
                  <a:lnTo>
                    <a:pt x="62689" y="34100"/>
                  </a:lnTo>
                  <a:lnTo>
                    <a:pt x="62715" y="34266"/>
                  </a:lnTo>
                  <a:lnTo>
                    <a:pt x="62715" y="34381"/>
                  </a:lnTo>
                  <a:lnTo>
                    <a:pt x="62715" y="34419"/>
                  </a:lnTo>
                  <a:lnTo>
                    <a:pt x="62702" y="34432"/>
                  </a:lnTo>
                  <a:lnTo>
                    <a:pt x="62434" y="34381"/>
                  </a:lnTo>
                  <a:lnTo>
                    <a:pt x="62217" y="34355"/>
                  </a:lnTo>
                  <a:lnTo>
                    <a:pt x="61846" y="34509"/>
                  </a:lnTo>
                  <a:lnTo>
                    <a:pt x="61450" y="34572"/>
                  </a:lnTo>
                  <a:lnTo>
                    <a:pt x="60645" y="34521"/>
                  </a:lnTo>
                  <a:lnTo>
                    <a:pt x="60299" y="34240"/>
                  </a:lnTo>
                  <a:lnTo>
                    <a:pt x="60568" y="34010"/>
                  </a:lnTo>
                  <a:lnTo>
                    <a:pt x="60926" y="33997"/>
                  </a:lnTo>
                  <a:lnTo>
                    <a:pt x="61578" y="34240"/>
                  </a:lnTo>
                  <a:lnTo>
                    <a:pt x="61603" y="34240"/>
                  </a:lnTo>
                  <a:lnTo>
                    <a:pt x="61616" y="34215"/>
                  </a:lnTo>
                  <a:lnTo>
                    <a:pt x="61629" y="34151"/>
                  </a:lnTo>
                  <a:lnTo>
                    <a:pt x="61654" y="34048"/>
                  </a:lnTo>
                  <a:lnTo>
                    <a:pt x="61769" y="33703"/>
                  </a:lnTo>
                  <a:lnTo>
                    <a:pt x="62153" y="33627"/>
                  </a:lnTo>
                  <a:lnTo>
                    <a:pt x="61974" y="33435"/>
                  </a:lnTo>
                  <a:lnTo>
                    <a:pt x="61181" y="33588"/>
                  </a:lnTo>
                  <a:lnTo>
                    <a:pt x="60453" y="33448"/>
                  </a:lnTo>
                  <a:lnTo>
                    <a:pt x="60184" y="33192"/>
                  </a:lnTo>
                  <a:lnTo>
                    <a:pt x="60005" y="33601"/>
                  </a:lnTo>
                  <a:lnTo>
                    <a:pt x="60363" y="34087"/>
                  </a:lnTo>
                  <a:lnTo>
                    <a:pt x="59903" y="34253"/>
                  </a:lnTo>
                  <a:lnTo>
                    <a:pt x="59354" y="33448"/>
                  </a:lnTo>
                  <a:lnTo>
                    <a:pt x="59852" y="33243"/>
                  </a:lnTo>
                  <a:lnTo>
                    <a:pt x="59916" y="32962"/>
                  </a:lnTo>
                  <a:lnTo>
                    <a:pt x="59456" y="32962"/>
                  </a:lnTo>
                  <a:lnTo>
                    <a:pt x="59060" y="32706"/>
                  </a:lnTo>
                  <a:lnTo>
                    <a:pt x="59405" y="32604"/>
                  </a:lnTo>
                  <a:lnTo>
                    <a:pt x="59673" y="32834"/>
                  </a:lnTo>
                  <a:lnTo>
                    <a:pt x="60031" y="32451"/>
                  </a:lnTo>
                  <a:lnTo>
                    <a:pt x="60440" y="32374"/>
                  </a:lnTo>
                  <a:lnTo>
                    <a:pt x="60619" y="31863"/>
                  </a:lnTo>
                  <a:lnTo>
                    <a:pt x="60236" y="31467"/>
                  </a:lnTo>
                  <a:lnTo>
                    <a:pt x="58561" y="31467"/>
                  </a:lnTo>
                  <a:lnTo>
                    <a:pt x="58267" y="31748"/>
                  </a:lnTo>
                  <a:lnTo>
                    <a:pt x="57270" y="31901"/>
                  </a:lnTo>
                  <a:lnTo>
                    <a:pt x="57079" y="32297"/>
                  </a:lnTo>
                  <a:lnTo>
                    <a:pt x="56798" y="32323"/>
                  </a:lnTo>
                  <a:lnTo>
                    <a:pt x="55622" y="33461"/>
                  </a:lnTo>
                  <a:lnTo>
                    <a:pt x="56874" y="31748"/>
                  </a:lnTo>
                  <a:lnTo>
                    <a:pt x="57309" y="31671"/>
                  </a:lnTo>
                  <a:lnTo>
                    <a:pt x="57488" y="31377"/>
                  </a:lnTo>
                  <a:lnTo>
                    <a:pt x="57999" y="31377"/>
                  </a:lnTo>
                  <a:lnTo>
                    <a:pt x="58344" y="30662"/>
                  </a:lnTo>
                  <a:lnTo>
                    <a:pt x="59494" y="30253"/>
                  </a:lnTo>
                  <a:lnTo>
                    <a:pt x="61718" y="30342"/>
                  </a:lnTo>
                  <a:lnTo>
                    <a:pt x="63699" y="30419"/>
                  </a:lnTo>
                  <a:lnTo>
                    <a:pt x="64849" y="29677"/>
                  </a:lnTo>
                  <a:lnTo>
                    <a:pt x="65514" y="29115"/>
                  </a:lnTo>
                  <a:lnTo>
                    <a:pt x="66945" y="28808"/>
                  </a:lnTo>
                  <a:lnTo>
                    <a:pt x="67137" y="28220"/>
                  </a:lnTo>
                  <a:lnTo>
                    <a:pt x="67137" y="27262"/>
                  </a:lnTo>
                  <a:lnTo>
                    <a:pt x="66869" y="26891"/>
                  </a:lnTo>
                  <a:lnTo>
                    <a:pt x="66179" y="26508"/>
                  </a:lnTo>
                  <a:lnTo>
                    <a:pt x="65808" y="26124"/>
                  </a:lnTo>
                  <a:lnTo>
                    <a:pt x="65233" y="26278"/>
                  </a:lnTo>
                  <a:lnTo>
                    <a:pt x="64325" y="26751"/>
                  </a:lnTo>
                  <a:lnTo>
                    <a:pt x="63891" y="26891"/>
                  </a:lnTo>
                  <a:lnTo>
                    <a:pt x="63891" y="26891"/>
                  </a:lnTo>
                  <a:lnTo>
                    <a:pt x="63904" y="26648"/>
                  </a:lnTo>
                  <a:lnTo>
                    <a:pt x="64530" y="26508"/>
                  </a:lnTo>
                  <a:lnTo>
                    <a:pt x="65424" y="25971"/>
                  </a:lnTo>
                  <a:lnTo>
                    <a:pt x="65974" y="25690"/>
                  </a:lnTo>
                  <a:lnTo>
                    <a:pt x="65540" y="25575"/>
                  </a:lnTo>
                  <a:lnTo>
                    <a:pt x="65297" y="25460"/>
                  </a:lnTo>
                  <a:lnTo>
                    <a:pt x="64964" y="25409"/>
                  </a:lnTo>
                  <a:lnTo>
                    <a:pt x="64926" y="25370"/>
                  </a:lnTo>
                  <a:lnTo>
                    <a:pt x="64824" y="25294"/>
                  </a:lnTo>
                  <a:lnTo>
                    <a:pt x="64709" y="25166"/>
                  </a:lnTo>
                  <a:lnTo>
                    <a:pt x="64658" y="25089"/>
                  </a:lnTo>
                  <a:lnTo>
                    <a:pt x="64632" y="25025"/>
                  </a:lnTo>
                  <a:lnTo>
                    <a:pt x="64594" y="24974"/>
                  </a:lnTo>
                  <a:lnTo>
                    <a:pt x="64568" y="24961"/>
                  </a:lnTo>
                  <a:lnTo>
                    <a:pt x="64543" y="24974"/>
                  </a:lnTo>
                  <a:lnTo>
                    <a:pt x="64517" y="25000"/>
                  </a:lnTo>
                  <a:lnTo>
                    <a:pt x="64491" y="25076"/>
                  </a:lnTo>
                  <a:lnTo>
                    <a:pt x="64479" y="25128"/>
                  </a:lnTo>
                  <a:lnTo>
                    <a:pt x="64249" y="25383"/>
                  </a:lnTo>
                  <a:lnTo>
                    <a:pt x="64121" y="25307"/>
                  </a:lnTo>
                  <a:lnTo>
                    <a:pt x="64031" y="25230"/>
                  </a:lnTo>
                  <a:lnTo>
                    <a:pt x="63993" y="25204"/>
                  </a:lnTo>
                  <a:lnTo>
                    <a:pt x="63980" y="25179"/>
                  </a:lnTo>
                  <a:lnTo>
                    <a:pt x="63967" y="25128"/>
                  </a:lnTo>
                  <a:lnTo>
                    <a:pt x="63967" y="25076"/>
                  </a:lnTo>
                  <a:lnTo>
                    <a:pt x="63980" y="25025"/>
                  </a:lnTo>
                  <a:lnTo>
                    <a:pt x="63303" y="25230"/>
                  </a:lnTo>
                  <a:lnTo>
                    <a:pt x="63303" y="25230"/>
                  </a:lnTo>
                  <a:lnTo>
                    <a:pt x="63495" y="25064"/>
                  </a:lnTo>
                  <a:lnTo>
                    <a:pt x="63622" y="24936"/>
                  </a:lnTo>
                  <a:lnTo>
                    <a:pt x="63699" y="24859"/>
                  </a:lnTo>
                  <a:lnTo>
                    <a:pt x="63725" y="24795"/>
                  </a:lnTo>
                  <a:lnTo>
                    <a:pt x="63725" y="24706"/>
                  </a:lnTo>
                  <a:lnTo>
                    <a:pt x="63725" y="24629"/>
                  </a:lnTo>
                  <a:lnTo>
                    <a:pt x="63712" y="24604"/>
                  </a:lnTo>
                  <a:lnTo>
                    <a:pt x="63699" y="24591"/>
                  </a:lnTo>
                  <a:lnTo>
                    <a:pt x="63686" y="24565"/>
                  </a:lnTo>
                  <a:lnTo>
                    <a:pt x="63661" y="24552"/>
                  </a:lnTo>
                  <a:lnTo>
                    <a:pt x="63635" y="24489"/>
                  </a:lnTo>
                  <a:lnTo>
                    <a:pt x="63622" y="24425"/>
                  </a:lnTo>
                  <a:lnTo>
                    <a:pt x="63150" y="24348"/>
                  </a:lnTo>
                  <a:lnTo>
                    <a:pt x="63047" y="24016"/>
                  </a:lnTo>
                  <a:lnTo>
                    <a:pt x="62932" y="24003"/>
                  </a:lnTo>
                  <a:lnTo>
                    <a:pt x="62728" y="24195"/>
                  </a:lnTo>
                  <a:lnTo>
                    <a:pt x="62638" y="23926"/>
                  </a:lnTo>
                  <a:lnTo>
                    <a:pt x="62728" y="23734"/>
                  </a:lnTo>
                  <a:lnTo>
                    <a:pt x="62574" y="23696"/>
                  </a:lnTo>
                  <a:lnTo>
                    <a:pt x="62728" y="23453"/>
                  </a:lnTo>
                  <a:lnTo>
                    <a:pt x="62664" y="23274"/>
                  </a:lnTo>
                  <a:lnTo>
                    <a:pt x="62626" y="23134"/>
                  </a:lnTo>
                  <a:lnTo>
                    <a:pt x="62587" y="23032"/>
                  </a:lnTo>
                  <a:lnTo>
                    <a:pt x="62574" y="22955"/>
                  </a:lnTo>
                  <a:lnTo>
                    <a:pt x="62587" y="22929"/>
                  </a:lnTo>
                  <a:lnTo>
                    <a:pt x="62626" y="22891"/>
                  </a:lnTo>
                  <a:lnTo>
                    <a:pt x="62664" y="22865"/>
                  </a:lnTo>
                  <a:lnTo>
                    <a:pt x="62664" y="22763"/>
                  </a:lnTo>
                  <a:lnTo>
                    <a:pt x="62434" y="22610"/>
                  </a:lnTo>
                  <a:lnTo>
                    <a:pt x="62574" y="22469"/>
                  </a:lnTo>
                  <a:lnTo>
                    <a:pt x="62664" y="22239"/>
                  </a:lnTo>
                  <a:lnTo>
                    <a:pt x="62447" y="22124"/>
                  </a:lnTo>
                  <a:lnTo>
                    <a:pt x="62306" y="22022"/>
                  </a:lnTo>
                  <a:lnTo>
                    <a:pt x="62255" y="21984"/>
                  </a:lnTo>
                  <a:lnTo>
                    <a:pt x="62229" y="21945"/>
                  </a:lnTo>
                  <a:lnTo>
                    <a:pt x="62229" y="21754"/>
                  </a:lnTo>
                  <a:lnTo>
                    <a:pt x="61897" y="21587"/>
                  </a:lnTo>
                  <a:lnTo>
                    <a:pt x="61897" y="21306"/>
                  </a:lnTo>
                  <a:lnTo>
                    <a:pt x="61641" y="21153"/>
                  </a:lnTo>
                  <a:lnTo>
                    <a:pt x="61641" y="20846"/>
                  </a:lnTo>
                  <a:lnTo>
                    <a:pt x="61373" y="20718"/>
                  </a:lnTo>
                  <a:lnTo>
                    <a:pt x="61373" y="20412"/>
                  </a:lnTo>
                  <a:lnTo>
                    <a:pt x="61117" y="20207"/>
                  </a:lnTo>
                  <a:lnTo>
                    <a:pt x="60823" y="19709"/>
                  </a:lnTo>
                  <a:lnTo>
                    <a:pt x="60440" y="19236"/>
                  </a:lnTo>
                  <a:lnTo>
                    <a:pt x="60184" y="18725"/>
                  </a:lnTo>
                  <a:lnTo>
                    <a:pt x="60031" y="18725"/>
                  </a:lnTo>
                  <a:lnTo>
                    <a:pt x="59878" y="18967"/>
                  </a:lnTo>
                  <a:lnTo>
                    <a:pt x="59750" y="19415"/>
                  </a:lnTo>
                  <a:lnTo>
                    <a:pt x="59584" y="19875"/>
                  </a:lnTo>
                  <a:lnTo>
                    <a:pt x="59290" y="19913"/>
                  </a:lnTo>
                  <a:lnTo>
                    <a:pt x="59290" y="20245"/>
                  </a:lnTo>
                  <a:lnTo>
                    <a:pt x="59188" y="20654"/>
                  </a:lnTo>
                  <a:lnTo>
                    <a:pt x="58906" y="21012"/>
                  </a:lnTo>
                  <a:lnTo>
                    <a:pt x="58689" y="20948"/>
                  </a:lnTo>
                  <a:lnTo>
                    <a:pt x="58548" y="21319"/>
                  </a:lnTo>
                  <a:lnTo>
                    <a:pt x="58012" y="21447"/>
                  </a:lnTo>
                  <a:lnTo>
                    <a:pt x="57526" y="21447"/>
                  </a:lnTo>
                  <a:lnTo>
                    <a:pt x="57411" y="21191"/>
                  </a:lnTo>
                  <a:lnTo>
                    <a:pt x="57104" y="20948"/>
                  </a:lnTo>
                  <a:lnTo>
                    <a:pt x="56759" y="20884"/>
                  </a:lnTo>
                  <a:lnTo>
                    <a:pt x="56452" y="20884"/>
                  </a:lnTo>
                  <a:lnTo>
                    <a:pt x="56644" y="20680"/>
                  </a:lnTo>
                  <a:lnTo>
                    <a:pt x="56529" y="20373"/>
                  </a:lnTo>
                  <a:lnTo>
                    <a:pt x="56210" y="20207"/>
                  </a:lnTo>
                  <a:lnTo>
                    <a:pt x="56529" y="19875"/>
                  </a:lnTo>
                  <a:lnTo>
                    <a:pt x="56210" y="19645"/>
                  </a:lnTo>
                  <a:lnTo>
                    <a:pt x="56095" y="19095"/>
                  </a:lnTo>
                  <a:lnTo>
                    <a:pt x="56120" y="19057"/>
                  </a:lnTo>
                  <a:lnTo>
                    <a:pt x="56197" y="18942"/>
                  </a:lnTo>
                  <a:lnTo>
                    <a:pt x="56286" y="18814"/>
                  </a:lnTo>
                  <a:lnTo>
                    <a:pt x="56350" y="18776"/>
                  </a:lnTo>
                  <a:lnTo>
                    <a:pt x="56401" y="18737"/>
                  </a:lnTo>
                  <a:lnTo>
                    <a:pt x="56452" y="18712"/>
                  </a:lnTo>
                  <a:lnTo>
                    <a:pt x="56491" y="18686"/>
                  </a:lnTo>
                  <a:lnTo>
                    <a:pt x="56504" y="18648"/>
                  </a:lnTo>
                  <a:lnTo>
                    <a:pt x="56529" y="18609"/>
                  </a:lnTo>
                  <a:lnTo>
                    <a:pt x="56529" y="18558"/>
                  </a:lnTo>
                  <a:lnTo>
                    <a:pt x="56529" y="18533"/>
                  </a:lnTo>
                  <a:lnTo>
                    <a:pt x="56312" y="18264"/>
                  </a:lnTo>
                  <a:lnTo>
                    <a:pt x="55865" y="18507"/>
                  </a:lnTo>
                  <a:lnTo>
                    <a:pt x="55852" y="18316"/>
                  </a:lnTo>
                  <a:lnTo>
                    <a:pt x="55149" y="18316"/>
                  </a:lnTo>
                  <a:lnTo>
                    <a:pt x="54561" y="18022"/>
                  </a:lnTo>
                  <a:lnTo>
                    <a:pt x="54638" y="17715"/>
                  </a:lnTo>
                  <a:lnTo>
                    <a:pt x="54804" y="17561"/>
                  </a:lnTo>
                  <a:lnTo>
                    <a:pt x="54139" y="17370"/>
                  </a:lnTo>
                  <a:lnTo>
                    <a:pt x="53538" y="16731"/>
                  </a:lnTo>
                  <a:lnTo>
                    <a:pt x="52810" y="16616"/>
                  </a:lnTo>
                  <a:lnTo>
                    <a:pt x="51788" y="17025"/>
                  </a:lnTo>
                  <a:lnTo>
                    <a:pt x="50778" y="16859"/>
                  </a:lnTo>
                  <a:lnTo>
                    <a:pt x="49998" y="16692"/>
                  </a:lnTo>
                  <a:lnTo>
                    <a:pt x="49538" y="17063"/>
                  </a:lnTo>
                  <a:lnTo>
                    <a:pt x="49679" y="17677"/>
                  </a:lnTo>
                  <a:lnTo>
                    <a:pt x="49845" y="18060"/>
                  </a:lnTo>
                  <a:lnTo>
                    <a:pt x="49679" y="18469"/>
                  </a:lnTo>
                  <a:lnTo>
                    <a:pt x="49487" y="18763"/>
                  </a:lnTo>
                  <a:lnTo>
                    <a:pt x="49027" y="18814"/>
                  </a:lnTo>
                  <a:lnTo>
                    <a:pt x="48950" y="18929"/>
                  </a:lnTo>
                  <a:lnTo>
                    <a:pt x="49845" y="18852"/>
                  </a:lnTo>
                  <a:lnTo>
                    <a:pt x="49845" y="19415"/>
                  </a:lnTo>
                  <a:lnTo>
                    <a:pt x="50088" y="19517"/>
                  </a:lnTo>
                  <a:lnTo>
                    <a:pt x="49960" y="19875"/>
                  </a:lnTo>
                  <a:lnTo>
                    <a:pt x="49883" y="20616"/>
                  </a:lnTo>
                  <a:lnTo>
                    <a:pt x="50778" y="20974"/>
                  </a:lnTo>
                  <a:lnTo>
                    <a:pt x="51161" y="22214"/>
                  </a:lnTo>
                  <a:lnTo>
                    <a:pt x="51085" y="23453"/>
                  </a:lnTo>
                  <a:lnTo>
                    <a:pt x="50624" y="24092"/>
                  </a:lnTo>
                  <a:lnTo>
                    <a:pt x="49640" y="24450"/>
                  </a:lnTo>
                  <a:lnTo>
                    <a:pt x="49308" y="24872"/>
                  </a:lnTo>
                  <a:lnTo>
                    <a:pt x="49551" y="25281"/>
                  </a:lnTo>
                  <a:lnTo>
                    <a:pt x="50305" y="25537"/>
                  </a:lnTo>
                  <a:lnTo>
                    <a:pt x="50343" y="25894"/>
                  </a:lnTo>
                  <a:lnTo>
                    <a:pt x="50356" y="26150"/>
                  </a:lnTo>
                  <a:lnTo>
                    <a:pt x="50791" y="26572"/>
                  </a:lnTo>
                  <a:lnTo>
                    <a:pt x="51276" y="26981"/>
                  </a:lnTo>
                  <a:lnTo>
                    <a:pt x="51506" y="27633"/>
                  </a:lnTo>
                  <a:lnTo>
                    <a:pt x="51749" y="27799"/>
                  </a:lnTo>
                  <a:lnTo>
                    <a:pt x="51685" y="28016"/>
                  </a:lnTo>
                  <a:lnTo>
                    <a:pt x="51481" y="28476"/>
                  </a:lnTo>
                  <a:lnTo>
                    <a:pt x="51851" y="28975"/>
                  </a:lnTo>
                  <a:lnTo>
                    <a:pt x="51851" y="28975"/>
                  </a:lnTo>
                  <a:lnTo>
                    <a:pt x="51379" y="28936"/>
                  </a:lnTo>
                  <a:lnTo>
                    <a:pt x="51021" y="28783"/>
                  </a:lnTo>
                  <a:lnTo>
                    <a:pt x="51212" y="29307"/>
                  </a:lnTo>
                  <a:lnTo>
                    <a:pt x="50842" y="29320"/>
                  </a:lnTo>
                  <a:lnTo>
                    <a:pt x="50049" y="29141"/>
                  </a:lnTo>
                  <a:lnTo>
                    <a:pt x="50049" y="28757"/>
                  </a:lnTo>
                  <a:lnTo>
                    <a:pt x="49730" y="28719"/>
                  </a:lnTo>
                  <a:lnTo>
                    <a:pt x="49487" y="28693"/>
                  </a:lnTo>
                  <a:lnTo>
                    <a:pt x="49308" y="28693"/>
                  </a:lnTo>
                  <a:lnTo>
                    <a:pt x="49257" y="28668"/>
                  </a:lnTo>
                  <a:lnTo>
                    <a:pt x="49116" y="28591"/>
                  </a:lnTo>
                  <a:lnTo>
                    <a:pt x="48950" y="28476"/>
                  </a:lnTo>
                  <a:lnTo>
                    <a:pt x="48324" y="27939"/>
                  </a:lnTo>
                  <a:lnTo>
                    <a:pt x="48413" y="27684"/>
                  </a:lnTo>
                  <a:lnTo>
                    <a:pt x="48925" y="27824"/>
                  </a:lnTo>
                  <a:lnTo>
                    <a:pt x="49474" y="27773"/>
                  </a:lnTo>
                  <a:lnTo>
                    <a:pt x="49231" y="27377"/>
                  </a:lnTo>
                  <a:lnTo>
                    <a:pt x="48656" y="27147"/>
                  </a:lnTo>
                  <a:lnTo>
                    <a:pt x="48286" y="27236"/>
                  </a:lnTo>
                  <a:lnTo>
                    <a:pt x="48286" y="27799"/>
                  </a:lnTo>
                  <a:lnTo>
                    <a:pt x="47710" y="27313"/>
                  </a:lnTo>
                  <a:lnTo>
                    <a:pt x="47710" y="26367"/>
                  </a:lnTo>
                  <a:lnTo>
                    <a:pt x="47353" y="26163"/>
                  </a:lnTo>
                  <a:lnTo>
                    <a:pt x="47353" y="25779"/>
                  </a:lnTo>
                  <a:lnTo>
                    <a:pt x="47212" y="25562"/>
                  </a:lnTo>
                  <a:lnTo>
                    <a:pt x="47020" y="25013"/>
                  </a:lnTo>
                  <a:lnTo>
                    <a:pt x="46893" y="24808"/>
                  </a:lnTo>
                  <a:lnTo>
                    <a:pt x="46547" y="24667"/>
                  </a:lnTo>
                  <a:lnTo>
                    <a:pt x="46266" y="24910"/>
                  </a:lnTo>
                  <a:lnTo>
                    <a:pt x="45921" y="23952"/>
                  </a:lnTo>
                  <a:lnTo>
                    <a:pt x="45768" y="24143"/>
                  </a:lnTo>
                  <a:lnTo>
                    <a:pt x="45282" y="24156"/>
                  </a:lnTo>
                  <a:lnTo>
                    <a:pt x="44630" y="23824"/>
                  </a:lnTo>
                  <a:lnTo>
                    <a:pt x="44375" y="23671"/>
                  </a:lnTo>
                  <a:lnTo>
                    <a:pt x="43237" y="23658"/>
                  </a:lnTo>
                  <a:lnTo>
                    <a:pt x="42202" y="22546"/>
                  </a:lnTo>
                  <a:lnTo>
                    <a:pt x="41333" y="22674"/>
                  </a:lnTo>
                  <a:lnTo>
                    <a:pt x="40898" y="22661"/>
                  </a:lnTo>
                  <a:lnTo>
                    <a:pt x="40668" y="22252"/>
                  </a:lnTo>
                  <a:lnTo>
                    <a:pt x="39876" y="22290"/>
                  </a:lnTo>
                  <a:lnTo>
                    <a:pt x="39224" y="22802"/>
                  </a:lnTo>
                  <a:lnTo>
                    <a:pt x="39032" y="22699"/>
                  </a:lnTo>
                  <a:lnTo>
                    <a:pt x="38662" y="21920"/>
                  </a:lnTo>
                  <a:lnTo>
                    <a:pt x="38202" y="20948"/>
                  </a:lnTo>
                  <a:lnTo>
                    <a:pt x="37831" y="20539"/>
                  </a:lnTo>
                  <a:lnTo>
                    <a:pt x="36885" y="20603"/>
                  </a:lnTo>
                  <a:lnTo>
                    <a:pt x="36783" y="19709"/>
                  </a:lnTo>
                  <a:lnTo>
                    <a:pt x="36617" y="19657"/>
                  </a:lnTo>
                  <a:lnTo>
                    <a:pt x="36476" y="18571"/>
                  </a:lnTo>
                  <a:lnTo>
                    <a:pt x="37166" y="17165"/>
                  </a:lnTo>
                  <a:lnTo>
                    <a:pt x="37294" y="16232"/>
                  </a:lnTo>
                  <a:lnTo>
                    <a:pt x="37435" y="15811"/>
                  </a:lnTo>
                  <a:lnTo>
                    <a:pt x="37933" y="15478"/>
                  </a:lnTo>
                  <a:lnTo>
                    <a:pt x="38112" y="15287"/>
                  </a:lnTo>
                  <a:lnTo>
                    <a:pt x="37984" y="15159"/>
                  </a:lnTo>
                  <a:lnTo>
                    <a:pt x="38099" y="14852"/>
                  </a:lnTo>
                  <a:lnTo>
                    <a:pt x="38636" y="14724"/>
                  </a:lnTo>
                  <a:lnTo>
                    <a:pt x="38751" y="14507"/>
                  </a:lnTo>
                  <a:lnTo>
                    <a:pt x="38700" y="14136"/>
                  </a:lnTo>
                  <a:lnTo>
                    <a:pt x="38087" y="13996"/>
                  </a:lnTo>
                  <a:lnTo>
                    <a:pt x="37256" y="13727"/>
                  </a:lnTo>
                  <a:lnTo>
                    <a:pt x="37997" y="13740"/>
                  </a:lnTo>
                  <a:lnTo>
                    <a:pt x="38393" y="13855"/>
                  </a:lnTo>
                  <a:lnTo>
                    <a:pt x="38841" y="13919"/>
                  </a:lnTo>
                  <a:lnTo>
                    <a:pt x="38981" y="13715"/>
                  </a:lnTo>
                  <a:lnTo>
                    <a:pt x="39084" y="13369"/>
                  </a:lnTo>
                  <a:lnTo>
                    <a:pt x="39352" y="13127"/>
                  </a:lnTo>
                  <a:lnTo>
                    <a:pt x="39838" y="13088"/>
                  </a:lnTo>
                  <a:lnTo>
                    <a:pt x="40042" y="12973"/>
                  </a:lnTo>
                  <a:lnTo>
                    <a:pt x="40285" y="12641"/>
                  </a:lnTo>
                  <a:lnTo>
                    <a:pt x="40438" y="12641"/>
                  </a:lnTo>
                  <a:lnTo>
                    <a:pt x="40604" y="12168"/>
                  </a:lnTo>
                  <a:lnTo>
                    <a:pt x="40579" y="11350"/>
                  </a:lnTo>
                  <a:lnTo>
                    <a:pt x="40387" y="11388"/>
                  </a:lnTo>
                  <a:lnTo>
                    <a:pt x="40144" y="11427"/>
                  </a:lnTo>
                  <a:lnTo>
                    <a:pt x="39889" y="11401"/>
                  </a:lnTo>
                  <a:lnTo>
                    <a:pt x="39684" y="11376"/>
                  </a:lnTo>
                  <a:lnTo>
                    <a:pt x="39020" y="11235"/>
                  </a:lnTo>
                  <a:lnTo>
                    <a:pt x="38521" y="10903"/>
                  </a:lnTo>
                  <a:lnTo>
                    <a:pt x="38713" y="10686"/>
                  </a:lnTo>
                  <a:lnTo>
                    <a:pt x="39071" y="10711"/>
                  </a:lnTo>
                  <a:lnTo>
                    <a:pt x="39429" y="10864"/>
                  </a:lnTo>
                  <a:lnTo>
                    <a:pt x="40170" y="11184"/>
                  </a:lnTo>
                  <a:lnTo>
                    <a:pt x="40426" y="11210"/>
                  </a:lnTo>
                  <a:lnTo>
                    <a:pt x="40604" y="10864"/>
                  </a:lnTo>
                  <a:lnTo>
                    <a:pt x="40732" y="10417"/>
                  </a:lnTo>
                  <a:lnTo>
                    <a:pt x="40873" y="9893"/>
                  </a:lnTo>
                  <a:lnTo>
                    <a:pt x="40323" y="9868"/>
                  </a:lnTo>
                  <a:lnTo>
                    <a:pt x="40515" y="9753"/>
                  </a:lnTo>
                  <a:lnTo>
                    <a:pt x="40758" y="9599"/>
                  </a:lnTo>
                  <a:lnTo>
                    <a:pt x="41154" y="9497"/>
                  </a:lnTo>
                  <a:lnTo>
                    <a:pt x="41397" y="9650"/>
                  </a:lnTo>
                  <a:lnTo>
                    <a:pt x="41780" y="9510"/>
                  </a:lnTo>
                  <a:lnTo>
                    <a:pt x="42253" y="9267"/>
                  </a:lnTo>
                  <a:lnTo>
                    <a:pt x="42394" y="8986"/>
                  </a:lnTo>
                  <a:lnTo>
                    <a:pt x="42892" y="8666"/>
                  </a:lnTo>
                  <a:lnTo>
                    <a:pt x="43148" y="8398"/>
                  </a:lnTo>
                  <a:lnTo>
                    <a:pt x="43148" y="7465"/>
                  </a:lnTo>
                  <a:lnTo>
                    <a:pt x="42752" y="7196"/>
                  </a:lnTo>
                  <a:lnTo>
                    <a:pt x="42176" y="6864"/>
                  </a:lnTo>
                  <a:lnTo>
                    <a:pt x="42125" y="6698"/>
                  </a:lnTo>
                  <a:lnTo>
                    <a:pt x="42138" y="6417"/>
                  </a:lnTo>
                  <a:lnTo>
                    <a:pt x="42381" y="6315"/>
                  </a:lnTo>
                  <a:lnTo>
                    <a:pt x="42534" y="6021"/>
                  </a:lnTo>
                  <a:lnTo>
                    <a:pt x="42394" y="5803"/>
                  </a:lnTo>
                  <a:lnTo>
                    <a:pt x="42279" y="5650"/>
                  </a:lnTo>
                  <a:lnTo>
                    <a:pt x="41946" y="5433"/>
                  </a:lnTo>
                  <a:lnTo>
                    <a:pt x="41589" y="5369"/>
                  </a:lnTo>
                  <a:lnTo>
                    <a:pt x="41359" y="5203"/>
                  </a:lnTo>
                  <a:lnTo>
                    <a:pt x="40221" y="5049"/>
                  </a:lnTo>
                  <a:lnTo>
                    <a:pt x="39812" y="5177"/>
                  </a:lnTo>
                  <a:lnTo>
                    <a:pt x="39774" y="5497"/>
                  </a:lnTo>
                  <a:lnTo>
                    <a:pt x="39965" y="5612"/>
                  </a:lnTo>
                  <a:lnTo>
                    <a:pt x="40093" y="5727"/>
                  </a:lnTo>
                  <a:lnTo>
                    <a:pt x="40247" y="5880"/>
                  </a:lnTo>
                  <a:lnTo>
                    <a:pt x="40285" y="5957"/>
                  </a:lnTo>
                  <a:lnTo>
                    <a:pt x="40323" y="6085"/>
                  </a:lnTo>
                  <a:lnTo>
                    <a:pt x="40362" y="6251"/>
                  </a:lnTo>
                  <a:lnTo>
                    <a:pt x="40362" y="6532"/>
                  </a:lnTo>
                  <a:lnTo>
                    <a:pt x="40144" y="6685"/>
                  </a:lnTo>
                  <a:lnTo>
                    <a:pt x="40144" y="7286"/>
                  </a:lnTo>
                  <a:lnTo>
                    <a:pt x="39838" y="7350"/>
                  </a:lnTo>
                  <a:lnTo>
                    <a:pt x="39902" y="7772"/>
                  </a:lnTo>
                  <a:lnTo>
                    <a:pt x="40144" y="7644"/>
                  </a:lnTo>
                  <a:lnTo>
                    <a:pt x="40157" y="8538"/>
                  </a:lnTo>
                  <a:lnTo>
                    <a:pt x="40004" y="8781"/>
                  </a:lnTo>
                  <a:lnTo>
                    <a:pt x="39723" y="8832"/>
                  </a:lnTo>
                  <a:lnTo>
                    <a:pt x="39723" y="8692"/>
                  </a:lnTo>
                  <a:lnTo>
                    <a:pt x="39071" y="8219"/>
                  </a:lnTo>
                  <a:lnTo>
                    <a:pt x="38981" y="7938"/>
                  </a:lnTo>
                  <a:lnTo>
                    <a:pt x="38790" y="7695"/>
                  </a:lnTo>
                  <a:lnTo>
                    <a:pt x="39071" y="7375"/>
                  </a:lnTo>
                  <a:lnTo>
                    <a:pt x="39071" y="6992"/>
                  </a:lnTo>
                  <a:lnTo>
                    <a:pt x="38790" y="6966"/>
                  </a:lnTo>
                  <a:lnTo>
                    <a:pt x="38777" y="6660"/>
                  </a:lnTo>
                  <a:lnTo>
                    <a:pt x="38483" y="6417"/>
                  </a:lnTo>
                  <a:lnTo>
                    <a:pt x="38266" y="6187"/>
                  </a:lnTo>
                  <a:lnTo>
                    <a:pt x="38087" y="6238"/>
                  </a:lnTo>
                  <a:lnTo>
                    <a:pt x="37908" y="6404"/>
                  </a:lnTo>
                  <a:lnTo>
                    <a:pt x="37703" y="6532"/>
                  </a:lnTo>
                  <a:lnTo>
                    <a:pt x="37921" y="7401"/>
                  </a:lnTo>
                  <a:lnTo>
                    <a:pt x="37690" y="7644"/>
                  </a:lnTo>
                  <a:lnTo>
                    <a:pt x="37473" y="7516"/>
                  </a:lnTo>
                  <a:lnTo>
                    <a:pt x="37460" y="6979"/>
                  </a:lnTo>
                  <a:lnTo>
                    <a:pt x="37179" y="6954"/>
                  </a:lnTo>
                  <a:lnTo>
                    <a:pt x="37179" y="6698"/>
                  </a:lnTo>
                  <a:lnTo>
                    <a:pt x="36975" y="6481"/>
                  </a:lnTo>
                  <a:lnTo>
                    <a:pt x="37179" y="6353"/>
                  </a:lnTo>
                  <a:lnTo>
                    <a:pt x="37179" y="6136"/>
                  </a:lnTo>
                  <a:lnTo>
                    <a:pt x="36975" y="6110"/>
                  </a:lnTo>
                  <a:lnTo>
                    <a:pt x="36579" y="6148"/>
                  </a:lnTo>
                  <a:lnTo>
                    <a:pt x="36144" y="6059"/>
                  </a:lnTo>
                  <a:lnTo>
                    <a:pt x="36080" y="5765"/>
                  </a:lnTo>
                  <a:lnTo>
                    <a:pt x="36080" y="5522"/>
                  </a:lnTo>
                  <a:lnTo>
                    <a:pt x="36348" y="5445"/>
                  </a:lnTo>
                  <a:lnTo>
                    <a:pt x="36451" y="5215"/>
                  </a:lnTo>
                  <a:lnTo>
                    <a:pt x="36182" y="4985"/>
                  </a:lnTo>
                  <a:lnTo>
                    <a:pt x="35812" y="4640"/>
                  </a:lnTo>
                  <a:lnTo>
                    <a:pt x="35543" y="4397"/>
                  </a:lnTo>
                  <a:lnTo>
                    <a:pt x="35518" y="3771"/>
                  </a:lnTo>
                  <a:lnTo>
                    <a:pt x="35326" y="3720"/>
                  </a:lnTo>
                  <a:lnTo>
                    <a:pt x="35275" y="3516"/>
                  </a:lnTo>
                  <a:lnTo>
                    <a:pt x="34776" y="3260"/>
                  </a:lnTo>
                  <a:lnTo>
                    <a:pt x="34444" y="3273"/>
                  </a:lnTo>
                  <a:lnTo>
                    <a:pt x="34419" y="3030"/>
                  </a:lnTo>
                  <a:lnTo>
                    <a:pt x="34483" y="2877"/>
                  </a:lnTo>
                  <a:lnTo>
                    <a:pt x="34853" y="2762"/>
                  </a:lnTo>
                  <a:lnTo>
                    <a:pt x="34853" y="2506"/>
                  </a:lnTo>
                  <a:lnTo>
                    <a:pt x="34815" y="2225"/>
                  </a:lnTo>
                  <a:lnTo>
                    <a:pt x="34508" y="2174"/>
                  </a:lnTo>
                  <a:lnTo>
                    <a:pt x="34419" y="1956"/>
                  </a:lnTo>
                  <a:lnTo>
                    <a:pt x="35415" y="1880"/>
                  </a:lnTo>
                  <a:lnTo>
                    <a:pt x="35543" y="1777"/>
                  </a:lnTo>
                  <a:lnTo>
                    <a:pt x="35582" y="1586"/>
                  </a:lnTo>
                  <a:lnTo>
                    <a:pt x="35709" y="1547"/>
                  </a:lnTo>
                  <a:lnTo>
                    <a:pt x="35671" y="1075"/>
                  </a:lnTo>
                  <a:lnTo>
                    <a:pt x="35671" y="832"/>
                  </a:lnTo>
                  <a:lnTo>
                    <a:pt x="35799" y="768"/>
                  </a:lnTo>
                  <a:lnTo>
                    <a:pt x="35799" y="589"/>
                  </a:lnTo>
                  <a:lnTo>
                    <a:pt x="36157" y="461"/>
                  </a:lnTo>
                  <a:lnTo>
                    <a:pt x="36157" y="244"/>
                  </a:lnTo>
                  <a:lnTo>
                    <a:pt x="35671" y="180"/>
                  </a:lnTo>
                  <a:lnTo>
                    <a:pt x="35326" y="180"/>
                  </a:lnTo>
                  <a:lnTo>
                    <a:pt x="35070" y="269"/>
                  </a:lnTo>
                  <a:lnTo>
                    <a:pt x="349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8"/>
            <p:cNvSpPr/>
            <p:nvPr/>
          </p:nvSpPr>
          <p:spPr>
            <a:xfrm>
              <a:off x="1970850" y="2398800"/>
              <a:ext cx="42850" cy="11225"/>
            </a:xfrm>
            <a:custGeom>
              <a:rect b="b" l="l" r="r" t="t"/>
              <a:pathLst>
                <a:path extrusionOk="0" h="449" w="1714">
                  <a:moveTo>
                    <a:pt x="1" y="1"/>
                  </a:moveTo>
                  <a:lnTo>
                    <a:pt x="77" y="116"/>
                  </a:lnTo>
                  <a:lnTo>
                    <a:pt x="410" y="78"/>
                  </a:lnTo>
                  <a:lnTo>
                    <a:pt x="729" y="154"/>
                  </a:lnTo>
                  <a:lnTo>
                    <a:pt x="1342" y="436"/>
                  </a:lnTo>
                  <a:lnTo>
                    <a:pt x="1675" y="448"/>
                  </a:lnTo>
                  <a:lnTo>
                    <a:pt x="1713" y="180"/>
                  </a:lnTo>
                  <a:lnTo>
                    <a:pt x="1611" y="14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8"/>
            <p:cNvSpPr/>
            <p:nvPr/>
          </p:nvSpPr>
          <p:spPr>
            <a:xfrm>
              <a:off x="2359075" y="2299775"/>
              <a:ext cx="64225" cy="25900"/>
            </a:xfrm>
            <a:custGeom>
              <a:rect b="b" l="l" r="r" t="t"/>
              <a:pathLst>
                <a:path extrusionOk="0" h="1036" w="2569">
                  <a:moveTo>
                    <a:pt x="601" y="0"/>
                  </a:moveTo>
                  <a:lnTo>
                    <a:pt x="64" y="89"/>
                  </a:lnTo>
                  <a:lnTo>
                    <a:pt x="0" y="256"/>
                  </a:lnTo>
                  <a:lnTo>
                    <a:pt x="1802" y="1035"/>
                  </a:lnTo>
                  <a:lnTo>
                    <a:pt x="2173" y="920"/>
                  </a:lnTo>
                  <a:lnTo>
                    <a:pt x="2569" y="690"/>
                  </a:lnTo>
                  <a:lnTo>
                    <a:pt x="1189" y="89"/>
                  </a:lnTo>
                  <a:lnTo>
                    <a:pt x="6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8"/>
            <p:cNvSpPr/>
            <p:nvPr/>
          </p:nvSpPr>
          <p:spPr>
            <a:xfrm>
              <a:off x="307125" y="1656250"/>
              <a:ext cx="757925" cy="527550"/>
            </a:xfrm>
            <a:custGeom>
              <a:rect b="b" l="l" r="r" t="t"/>
              <a:pathLst>
                <a:path extrusionOk="0" h="21102" w="30317">
                  <a:moveTo>
                    <a:pt x="9177" y="1"/>
                  </a:moveTo>
                  <a:lnTo>
                    <a:pt x="8806" y="333"/>
                  </a:lnTo>
                  <a:lnTo>
                    <a:pt x="8193" y="589"/>
                  </a:lnTo>
                  <a:lnTo>
                    <a:pt x="7631" y="755"/>
                  </a:lnTo>
                  <a:lnTo>
                    <a:pt x="6762" y="755"/>
                  </a:lnTo>
                  <a:lnTo>
                    <a:pt x="6404" y="1279"/>
                  </a:lnTo>
                  <a:lnTo>
                    <a:pt x="5714" y="1471"/>
                  </a:lnTo>
                  <a:lnTo>
                    <a:pt x="5228" y="1599"/>
                  </a:lnTo>
                  <a:lnTo>
                    <a:pt x="5228" y="1458"/>
                  </a:lnTo>
                  <a:lnTo>
                    <a:pt x="5011" y="1509"/>
                  </a:lnTo>
                  <a:lnTo>
                    <a:pt x="4499" y="1905"/>
                  </a:lnTo>
                  <a:lnTo>
                    <a:pt x="4333" y="2110"/>
                  </a:lnTo>
                  <a:lnTo>
                    <a:pt x="4103" y="2186"/>
                  </a:lnTo>
                  <a:lnTo>
                    <a:pt x="4103" y="2416"/>
                  </a:lnTo>
                  <a:lnTo>
                    <a:pt x="3988" y="2749"/>
                  </a:lnTo>
                  <a:lnTo>
                    <a:pt x="3784" y="2979"/>
                  </a:lnTo>
                  <a:lnTo>
                    <a:pt x="3336" y="3158"/>
                  </a:lnTo>
                  <a:lnTo>
                    <a:pt x="2710" y="3273"/>
                  </a:lnTo>
                  <a:lnTo>
                    <a:pt x="1624" y="3273"/>
                  </a:lnTo>
                  <a:lnTo>
                    <a:pt x="1406" y="3695"/>
                  </a:lnTo>
                  <a:lnTo>
                    <a:pt x="1215" y="3950"/>
                  </a:lnTo>
                  <a:lnTo>
                    <a:pt x="1010" y="4116"/>
                  </a:lnTo>
                  <a:lnTo>
                    <a:pt x="1138" y="4167"/>
                  </a:lnTo>
                  <a:lnTo>
                    <a:pt x="1304" y="4206"/>
                  </a:lnTo>
                  <a:lnTo>
                    <a:pt x="1496" y="4180"/>
                  </a:lnTo>
                  <a:lnTo>
                    <a:pt x="1624" y="4180"/>
                  </a:lnTo>
                  <a:lnTo>
                    <a:pt x="1675" y="4193"/>
                  </a:lnTo>
                  <a:lnTo>
                    <a:pt x="1726" y="4206"/>
                  </a:lnTo>
                  <a:lnTo>
                    <a:pt x="1918" y="4308"/>
                  </a:lnTo>
                  <a:lnTo>
                    <a:pt x="2276" y="4487"/>
                  </a:lnTo>
                  <a:lnTo>
                    <a:pt x="2761" y="4717"/>
                  </a:lnTo>
                  <a:lnTo>
                    <a:pt x="3362" y="5420"/>
                  </a:lnTo>
                  <a:lnTo>
                    <a:pt x="3605" y="5854"/>
                  </a:lnTo>
                  <a:lnTo>
                    <a:pt x="4103" y="5995"/>
                  </a:lnTo>
                  <a:lnTo>
                    <a:pt x="4512" y="5995"/>
                  </a:lnTo>
                  <a:lnTo>
                    <a:pt x="4499" y="6238"/>
                  </a:lnTo>
                  <a:lnTo>
                    <a:pt x="4653" y="6404"/>
                  </a:lnTo>
                  <a:lnTo>
                    <a:pt x="4972" y="6353"/>
                  </a:lnTo>
                  <a:lnTo>
                    <a:pt x="4921" y="6148"/>
                  </a:lnTo>
                  <a:lnTo>
                    <a:pt x="4857" y="6008"/>
                  </a:lnTo>
                  <a:lnTo>
                    <a:pt x="4602" y="5969"/>
                  </a:lnTo>
                  <a:lnTo>
                    <a:pt x="5138" y="5957"/>
                  </a:lnTo>
                  <a:lnTo>
                    <a:pt x="5113" y="6251"/>
                  </a:lnTo>
                  <a:lnTo>
                    <a:pt x="5126" y="6455"/>
                  </a:lnTo>
                  <a:lnTo>
                    <a:pt x="5445" y="6519"/>
                  </a:lnTo>
                  <a:lnTo>
                    <a:pt x="5637" y="6417"/>
                  </a:lnTo>
                  <a:lnTo>
                    <a:pt x="5880" y="6404"/>
                  </a:lnTo>
                  <a:lnTo>
                    <a:pt x="6174" y="6557"/>
                  </a:lnTo>
                  <a:lnTo>
                    <a:pt x="6340" y="6724"/>
                  </a:lnTo>
                  <a:lnTo>
                    <a:pt x="6123" y="6851"/>
                  </a:lnTo>
                  <a:lnTo>
                    <a:pt x="5726" y="6685"/>
                  </a:lnTo>
                  <a:lnTo>
                    <a:pt x="5586" y="6557"/>
                  </a:lnTo>
                  <a:lnTo>
                    <a:pt x="5343" y="6660"/>
                  </a:lnTo>
                  <a:lnTo>
                    <a:pt x="5036" y="6660"/>
                  </a:lnTo>
                  <a:lnTo>
                    <a:pt x="5075" y="6787"/>
                  </a:lnTo>
                  <a:lnTo>
                    <a:pt x="5535" y="6826"/>
                  </a:lnTo>
                  <a:lnTo>
                    <a:pt x="5688" y="6966"/>
                  </a:lnTo>
                  <a:lnTo>
                    <a:pt x="5688" y="6966"/>
                  </a:lnTo>
                  <a:lnTo>
                    <a:pt x="5381" y="6941"/>
                  </a:lnTo>
                  <a:lnTo>
                    <a:pt x="5202" y="7069"/>
                  </a:lnTo>
                  <a:lnTo>
                    <a:pt x="5113" y="7248"/>
                  </a:lnTo>
                  <a:lnTo>
                    <a:pt x="3745" y="7184"/>
                  </a:lnTo>
                  <a:lnTo>
                    <a:pt x="3669" y="7120"/>
                  </a:lnTo>
                  <a:lnTo>
                    <a:pt x="3490" y="7081"/>
                  </a:lnTo>
                  <a:lnTo>
                    <a:pt x="3630" y="6902"/>
                  </a:lnTo>
                  <a:lnTo>
                    <a:pt x="3758" y="6634"/>
                  </a:lnTo>
                  <a:lnTo>
                    <a:pt x="3592" y="6455"/>
                  </a:lnTo>
                  <a:lnTo>
                    <a:pt x="3234" y="6468"/>
                  </a:lnTo>
                  <a:lnTo>
                    <a:pt x="2812" y="6557"/>
                  </a:lnTo>
                  <a:lnTo>
                    <a:pt x="2787" y="6736"/>
                  </a:lnTo>
                  <a:lnTo>
                    <a:pt x="2122" y="6800"/>
                  </a:lnTo>
                  <a:lnTo>
                    <a:pt x="1918" y="6966"/>
                  </a:lnTo>
                  <a:lnTo>
                    <a:pt x="1956" y="7043"/>
                  </a:lnTo>
                  <a:lnTo>
                    <a:pt x="2058" y="7158"/>
                  </a:lnTo>
                  <a:lnTo>
                    <a:pt x="1879" y="7158"/>
                  </a:lnTo>
                  <a:lnTo>
                    <a:pt x="1739" y="6979"/>
                  </a:lnTo>
                  <a:lnTo>
                    <a:pt x="1419" y="7120"/>
                  </a:lnTo>
                  <a:lnTo>
                    <a:pt x="1202" y="7273"/>
                  </a:lnTo>
                  <a:lnTo>
                    <a:pt x="1100" y="7414"/>
                  </a:lnTo>
                  <a:lnTo>
                    <a:pt x="780" y="7541"/>
                  </a:lnTo>
                  <a:lnTo>
                    <a:pt x="525" y="7631"/>
                  </a:lnTo>
                  <a:lnTo>
                    <a:pt x="346" y="7708"/>
                  </a:lnTo>
                  <a:lnTo>
                    <a:pt x="1" y="7720"/>
                  </a:lnTo>
                  <a:lnTo>
                    <a:pt x="141" y="7899"/>
                  </a:lnTo>
                  <a:lnTo>
                    <a:pt x="755" y="7989"/>
                  </a:lnTo>
                  <a:lnTo>
                    <a:pt x="1138" y="8193"/>
                  </a:lnTo>
                  <a:lnTo>
                    <a:pt x="1445" y="8244"/>
                  </a:lnTo>
                  <a:lnTo>
                    <a:pt x="1624" y="8257"/>
                  </a:lnTo>
                  <a:lnTo>
                    <a:pt x="1419" y="8436"/>
                  </a:lnTo>
                  <a:lnTo>
                    <a:pt x="1087" y="8500"/>
                  </a:lnTo>
                  <a:lnTo>
                    <a:pt x="1176" y="8653"/>
                  </a:lnTo>
                  <a:lnTo>
                    <a:pt x="1573" y="8679"/>
                  </a:lnTo>
                  <a:lnTo>
                    <a:pt x="1534" y="8781"/>
                  </a:lnTo>
                  <a:lnTo>
                    <a:pt x="1509" y="8858"/>
                  </a:lnTo>
                  <a:lnTo>
                    <a:pt x="1509" y="8922"/>
                  </a:lnTo>
                  <a:lnTo>
                    <a:pt x="1547" y="8973"/>
                  </a:lnTo>
                  <a:lnTo>
                    <a:pt x="1637" y="9037"/>
                  </a:lnTo>
                  <a:lnTo>
                    <a:pt x="1752" y="9139"/>
                  </a:lnTo>
                  <a:lnTo>
                    <a:pt x="2109" y="9203"/>
                  </a:lnTo>
                  <a:lnTo>
                    <a:pt x="2314" y="9241"/>
                  </a:lnTo>
                  <a:lnTo>
                    <a:pt x="2391" y="9305"/>
                  </a:lnTo>
                  <a:lnTo>
                    <a:pt x="2774" y="9280"/>
                  </a:lnTo>
                  <a:lnTo>
                    <a:pt x="2889" y="9139"/>
                  </a:lnTo>
                  <a:lnTo>
                    <a:pt x="3707" y="9139"/>
                  </a:lnTo>
                  <a:lnTo>
                    <a:pt x="3899" y="9216"/>
                  </a:lnTo>
                  <a:lnTo>
                    <a:pt x="4065" y="9267"/>
                  </a:lnTo>
                  <a:lnTo>
                    <a:pt x="3988" y="9088"/>
                  </a:lnTo>
                  <a:lnTo>
                    <a:pt x="4078" y="9050"/>
                  </a:lnTo>
                  <a:lnTo>
                    <a:pt x="4308" y="9229"/>
                  </a:lnTo>
                  <a:lnTo>
                    <a:pt x="4423" y="9459"/>
                  </a:lnTo>
                  <a:lnTo>
                    <a:pt x="4499" y="9331"/>
                  </a:lnTo>
                  <a:lnTo>
                    <a:pt x="4487" y="9229"/>
                  </a:lnTo>
                  <a:lnTo>
                    <a:pt x="4883" y="9050"/>
                  </a:lnTo>
                  <a:lnTo>
                    <a:pt x="5164" y="8820"/>
                  </a:lnTo>
                  <a:lnTo>
                    <a:pt x="5292" y="8871"/>
                  </a:lnTo>
                  <a:lnTo>
                    <a:pt x="5458" y="8858"/>
                  </a:lnTo>
                  <a:lnTo>
                    <a:pt x="5522" y="8666"/>
                  </a:lnTo>
                  <a:lnTo>
                    <a:pt x="5752" y="8845"/>
                  </a:lnTo>
                  <a:lnTo>
                    <a:pt x="5982" y="8973"/>
                  </a:lnTo>
                  <a:lnTo>
                    <a:pt x="5803" y="9190"/>
                  </a:lnTo>
                  <a:lnTo>
                    <a:pt x="5369" y="9241"/>
                  </a:lnTo>
                  <a:lnTo>
                    <a:pt x="5394" y="9382"/>
                  </a:lnTo>
                  <a:lnTo>
                    <a:pt x="5777" y="9433"/>
                  </a:lnTo>
                  <a:lnTo>
                    <a:pt x="5880" y="9599"/>
                  </a:lnTo>
                  <a:lnTo>
                    <a:pt x="5880" y="9765"/>
                  </a:lnTo>
                  <a:lnTo>
                    <a:pt x="5854" y="9880"/>
                  </a:lnTo>
                  <a:lnTo>
                    <a:pt x="5829" y="9957"/>
                  </a:lnTo>
                  <a:lnTo>
                    <a:pt x="5944" y="10098"/>
                  </a:lnTo>
                  <a:lnTo>
                    <a:pt x="5918" y="10264"/>
                  </a:lnTo>
                  <a:lnTo>
                    <a:pt x="5675" y="10430"/>
                  </a:lnTo>
                  <a:lnTo>
                    <a:pt x="5394" y="10583"/>
                  </a:lnTo>
                  <a:lnTo>
                    <a:pt x="5113" y="10532"/>
                  </a:lnTo>
                  <a:lnTo>
                    <a:pt x="4883" y="10340"/>
                  </a:lnTo>
                  <a:lnTo>
                    <a:pt x="4704" y="10264"/>
                  </a:lnTo>
                  <a:lnTo>
                    <a:pt x="4474" y="10328"/>
                  </a:lnTo>
                  <a:lnTo>
                    <a:pt x="4448" y="10443"/>
                  </a:lnTo>
                  <a:lnTo>
                    <a:pt x="4717" y="10494"/>
                  </a:lnTo>
                  <a:lnTo>
                    <a:pt x="4755" y="10583"/>
                  </a:lnTo>
                  <a:lnTo>
                    <a:pt x="4487" y="10801"/>
                  </a:lnTo>
                  <a:lnTo>
                    <a:pt x="4269" y="10979"/>
                  </a:lnTo>
                  <a:lnTo>
                    <a:pt x="4205" y="11069"/>
                  </a:lnTo>
                  <a:lnTo>
                    <a:pt x="3886" y="11056"/>
                  </a:lnTo>
                  <a:lnTo>
                    <a:pt x="3809" y="10852"/>
                  </a:lnTo>
                  <a:lnTo>
                    <a:pt x="3784" y="10762"/>
                  </a:lnTo>
                  <a:lnTo>
                    <a:pt x="3758" y="10698"/>
                  </a:lnTo>
                  <a:lnTo>
                    <a:pt x="3745" y="10685"/>
                  </a:lnTo>
                  <a:lnTo>
                    <a:pt x="3733" y="10673"/>
                  </a:lnTo>
                  <a:lnTo>
                    <a:pt x="3554" y="10711"/>
                  </a:lnTo>
                  <a:lnTo>
                    <a:pt x="3387" y="10737"/>
                  </a:lnTo>
                  <a:lnTo>
                    <a:pt x="3004" y="10801"/>
                  </a:lnTo>
                  <a:lnTo>
                    <a:pt x="2979" y="11043"/>
                  </a:lnTo>
                  <a:lnTo>
                    <a:pt x="2672" y="11069"/>
                  </a:lnTo>
                  <a:lnTo>
                    <a:pt x="2761" y="11644"/>
                  </a:lnTo>
                  <a:lnTo>
                    <a:pt x="2480" y="11746"/>
                  </a:lnTo>
                  <a:lnTo>
                    <a:pt x="2263" y="11938"/>
                  </a:lnTo>
                  <a:lnTo>
                    <a:pt x="2288" y="12040"/>
                  </a:lnTo>
                  <a:lnTo>
                    <a:pt x="2046" y="12181"/>
                  </a:lnTo>
                  <a:lnTo>
                    <a:pt x="2084" y="12398"/>
                  </a:lnTo>
                  <a:lnTo>
                    <a:pt x="2135" y="12539"/>
                  </a:lnTo>
                  <a:lnTo>
                    <a:pt x="1803" y="12564"/>
                  </a:lnTo>
                  <a:lnTo>
                    <a:pt x="1726" y="12756"/>
                  </a:lnTo>
                  <a:lnTo>
                    <a:pt x="1611" y="12884"/>
                  </a:lnTo>
                  <a:lnTo>
                    <a:pt x="1611" y="12973"/>
                  </a:lnTo>
                  <a:lnTo>
                    <a:pt x="1931" y="12973"/>
                  </a:lnTo>
                  <a:lnTo>
                    <a:pt x="1982" y="13178"/>
                  </a:lnTo>
                  <a:lnTo>
                    <a:pt x="2058" y="13254"/>
                  </a:lnTo>
                  <a:lnTo>
                    <a:pt x="2122" y="13433"/>
                  </a:lnTo>
                  <a:lnTo>
                    <a:pt x="2301" y="13357"/>
                  </a:lnTo>
                  <a:lnTo>
                    <a:pt x="2429" y="13318"/>
                  </a:lnTo>
                  <a:lnTo>
                    <a:pt x="2506" y="13612"/>
                  </a:lnTo>
                  <a:lnTo>
                    <a:pt x="2646" y="13625"/>
                  </a:lnTo>
                  <a:lnTo>
                    <a:pt x="2863" y="13676"/>
                  </a:lnTo>
                  <a:lnTo>
                    <a:pt x="2633" y="13702"/>
                  </a:lnTo>
                  <a:lnTo>
                    <a:pt x="2608" y="13842"/>
                  </a:lnTo>
                  <a:lnTo>
                    <a:pt x="2570" y="13906"/>
                  </a:lnTo>
                  <a:lnTo>
                    <a:pt x="2416" y="13970"/>
                  </a:lnTo>
                  <a:lnTo>
                    <a:pt x="2429" y="14047"/>
                  </a:lnTo>
                  <a:lnTo>
                    <a:pt x="2429" y="14098"/>
                  </a:lnTo>
                  <a:lnTo>
                    <a:pt x="2442" y="14111"/>
                  </a:lnTo>
                  <a:lnTo>
                    <a:pt x="2455" y="14123"/>
                  </a:lnTo>
                  <a:lnTo>
                    <a:pt x="2710" y="14098"/>
                  </a:lnTo>
                  <a:lnTo>
                    <a:pt x="2774" y="14315"/>
                  </a:lnTo>
                  <a:lnTo>
                    <a:pt x="3030" y="14443"/>
                  </a:lnTo>
                  <a:lnTo>
                    <a:pt x="3247" y="14737"/>
                  </a:lnTo>
                  <a:lnTo>
                    <a:pt x="3298" y="14941"/>
                  </a:lnTo>
                  <a:lnTo>
                    <a:pt x="3988" y="14941"/>
                  </a:lnTo>
                  <a:lnTo>
                    <a:pt x="4448" y="14775"/>
                  </a:lnTo>
                  <a:lnTo>
                    <a:pt x="4614" y="14750"/>
                  </a:lnTo>
                  <a:lnTo>
                    <a:pt x="4627" y="14379"/>
                  </a:lnTo>
                  <a:lnTo>
                    <a:pt x="4806" y="14008"/>
                  </a:lnTo>
                  <a:lnTo>
                    <a:pt x="4806" y="14008"/>
                  </a:lnTo>
                  <a:lnTo>
                    <a:pt x="4729" y="14417"/>
                  </a:lnTo>
                  <a:lnTo>
                    <a:pt x="4742" y="14724"/>
                  </a:lnTo>
                  <a:lnTo>
                    <a:pt x="5023" y="14890"/>
                  </a:lnTo>
                  <a:lnTo>
                    <a:pt x="5075" y="15261"/>
                  </a:lnTo>
                  <a:lnTo>
                    <a:pt x="4870" y="15568"/>
                  </a:lnTo>
                  <a:lnTo>
                    <a:pt x="4908" y="15772"/>
                  </a:lnTo>
                  <a:lnTo>
                    <a:pt x="5100" y="15887"/>
                  </a:lnTo>
                  <a:lnTo>
                    <a:pt x="5049" y="16168"/>
                  </a:lnTo>
                  <a:lnTo>
                    <a:pt x="4883" y="16309"/>
                  </a:lnTo>
                  <a:lnTo>
                    <a:pt x="5381" y="16360"/>
                  </a:lnTo>
                  <a:lnTo>
                    <a:pt x="5688" y="16194"/>
                  </a:lnTo>
                  <a:lnTo>
                    <a:pt x="5956" y="16130"/>
                  </a:lnTo>
                  <a:lnTo>
                    <a:pt x="5867" y="16219"/>
                  </a:lnTo>
                  <a:lnTo>
                    <a:pt x="5701" y="16411"/>
                  </a:lnTo>
                  <a:lnTo>
                    <a:pt x="5867" y="16450"/>
                  </a:lnTo>
                  <a:lnTo>
                    <a:pt x="6020" y="16360"/>
                  </a:lnTo>
                  <a:lnTo>
                    <a:pt x="5918" y="16219"/>
                  </a:lnTo>
                  <a:lnTo>
                    <a:pt x="6059" y="15977"/>
                  </a:lnTo>
                  <a:lnTo>
                    <a:pt x="6212" y="15913"/>
                  </a:lnTo>
                  <a:lnTo>
                    <a:pt x="6353" y="15989"/>
                  </a:lnTo>
                  <a:lnTo>
                    <a:pt x="6519" y="16092"/>
                  </a:lnTo>
                  <a:lnTo>
                    <a:pt x="6608" y="16207"/>
                  </a:lnTo>
                  <a:lnTo>
                    <a:pt x="6774" y="16066"/>
                  </a:lnTo>
                  <a:lnTo>
                    <a:pt x="6992" y="16104"/>
                  </a:lnTo>
                  <a:lnTo>
                    <a:pt x="7324" y="16552"/>
                  </a:lnTo>
                  <a:lnTo>
                    <a:pt x="7541" y="16552"/>
                  </a:lnTo>
                  <a:lnTo>
                    <a:pt x="7490" y="16322"/>
                  </a:lnTo>
                  <a:lnTo>
                    <a:pt x="7503" y="16207"/>
                  </a:lnTo>
                  <a:lnTo>
                    <a:pt x="7516" y="16130"/>
                  </a:lnTo>
                  <a:lnTo>
                    <a:pt x="7528" y="16092"/>
                  </a:lnTo>
                  <a:lnTo>
                    <a:pt x="7695" y="16041"/>
                  </a:lnTo>
                  <a:lnTo>
                    <a:pt x="7797" y="16232"/>
                  </a:lnTo>
                  <a:lnTo>
                    <a:pt x="7835" y="16373"/>
                  </a:lnTo>
                  <a:lnTo>
                    <a:pt x="8155" y="16386"/>
                  </a:lnTo>
                  <a:lnTo>
                    <a:pt x="8436" y="16258"/>
                  </a:lnTo>
                  <a:lnTo>
                    <a:pt x="8870" y="16028"/>
                  </a:lnTo>
                  <a:lnTo>
                    <a:pt x="8960" y="15977"/>
                  </a:lnTo>
                  <a:lnTo>
                    <a:pt x="8628" y="16386"/>
                  </a:lnTo>
                  <a:lnTo>
                    <a:pt x="8449" y="16654"/>
                  </a:lnTo>
                  <a:lnTo>
                    <a:pt x="8538" y="16743"/>
                  </a:lnTo>
                  <a:lnTo>
                    <a:pt x="8410" y="16884"/>
                  </a:lnTo>
                  <a:lnTo>
                    <a:pt x="8436" y="17140"/>
                  </a:lnTo>
                  <a:lnTo>
                    <a:pt x="8423" y="17395"/>
                  </a:lnTo>
                  <a:lnTo>
                    <a:pt x="8282" y="17561"/>
                  </a:lnTo>
                  <a:lnTo>
                    <a:pt x="7720" y="17996"/>
                  </a:lnTo>
                  <a:lnTo>
                    <a:pt x="7643" y="18175"/>
                  </a:lnTo>
                  <a:lnTo>
                    <a:pt x="7618" y="18367"/>
                  </a:lnTo>
                  <a:lnTo>
                    <a:pt x="7490" y="18341"/>
                  </a:lnTo>
                  <a:lnTo>
                    <a:pt x="7094" y="18482"/>
                  </a:lnTo>
                  <a:lnTo>
                    <a:pt x="6992" y="18635"/>
                  </a:lnTo>
                  <a:lnTo>
                    <a:pt x="6608" y="18686"/>
                  </a:lnTo>
                  <a:lnTo>
                    <a:pt x="6289" y="19018"/>
                  </a:lnTo>
                  <a:lnTo>
                    <a:pt x="6174" y="19261"/>
                  </a:lnTo>
                  <a:lnTo>
                    <a:pt x="6289" y="19453"/>
                  </a:lnTo>
                  <a:lnTo>
                    <a:pt x="6161" y="19479"/>
                  </a:lnTo>
                  <a:lnTo>
                    <a:pt x="6148" y="19466"/>
                  </a:lnTo>
                  <a:lnTo>
                    <a:pt x="6123" y="19453"/>
                  </a:lnTo>
                  <a:lnTo>
                    <a:pt x="6110" y="19453"/>
                  </a:lnTo>
                  <a:lnTo>
                    <a:pt x="5969" y="19517"/>
                  </a:lnTo>
                  <a:lnTo>
                    <a:pt x="5854" y="19248"/>
                  </a:lnTo>
                  <a:lnTo>
                    <a:pt x="5177" y="19364"/>
                  </a:lnTo>
                  <a:lnTo>
                    <a:pt x="4806" y="19696"/>
                  </a:lnTo>
                  <a:lnTo>
                    <a:pt x="4576" y="19849"/>
                  </a:lnTo>
                  <a:lnTo>
                    <a:pt x="4499" y="20003"/>
                  </a:lnTo>
                  <a:lnTo>
                    <a:pt x="4154" y="20412"/>
                  </a:lnTo>
                  <a:lnTo>
                    <a:pt x="3860" y="20412"/>
                  </a:lnTo>
                  <a:lnTo>
                    <a:pt x="3400" y="20373"/>
                  </a:lnTo>
                  <a:lnTo>
                    <a:pt x="3298" y="20412"/>
                  </a:lnTo>
                  <a:lnTo>
                    <a:pt x="3234" y="20450"/>
                  </a:lnTo>
                  <a:lnTo>
                    <a:pt x="3196" y="20475"/>
                  </a:lnTo>
                  <a:lnTo>
                    <a:pt x="3157" y="20514"/>
                  </a:lnTo>
                  <a:lnTo>
                    <a:pt x="3068" y="20578"/>
                  </a:lnTo>
                  <a:lnTo>
                    <a:pt x="2915" y="20680"/>
                  </a:lnTo>
                  <a:lnTo>
                    <a:pt x="2863" y="20782"/>
                  </a:lnTo>
                  <a:lnTo>
                    <a:pt x="2825" y="20884"/>
                  </a:lnTo>
                  <a:lnTo>
                    <a:pt x="2723" y="20910"/>
                  </a:lnTo>
                  <a:lnTo>
                    <a:pt x="2748" y="20961"/>
                  </a:lnTo>
                  <a:lnTo>
                    <a:pt x="2761" y="20999"/>
                  </a:lnTo>
                  <a:lnTo>
                    <a:pt x="2774" y="21025"/>
                  </a:lnTo>
                  <a:lnTo>
                    <a:pt x="2838" y="21051"/>
                  </a:lnTo>
                  <a:lnTo>
                    <a:pt x="2953" y="21076"/>
                  </a:lnTo>
                  <a:lnTo>
                    <a:pt x="3055" y="21102"/>
                  </a:lnTo>
                  <a:lnTo>
                    <a:pt x="3119" y="21102"/>
                  </a:lnTo>
                  <a:lnTo>
                    <a:pt x="3477" y="20795"/>
                  </a:lnTo>
                  <a:lnTo>
                    <a:pt x="3694" y="20833"/>
                  </a:lnTo>
                  <a:lnTo>
                    <a:pt x="3848" y="20846"/>
                  </a:lnTo>
                  <a:lnTo>
                    <a:pt x="3937" y="20846"/>
                  </a:lnTo>
                  <a:lnTo>
                    <a:pt x="3975" y="20795"/>
                  </a:lnTo>
                  <a:lnTo>
                    <a:pt x="4039" y="20680"/>
                  </a:lnTo>
                  <a:lnTo>
                    <a:pt x="4129" y="20527"/>
                  </a:lnTo>
                  <a:lnTo>
                    <a:pt x="4436" y="20373"/>
                  </a:lnTo>
                  <a:lnTo>
                    <a:pt x="4563" y="20360"/>
                  </a:lnTo>
                  <a:lnTo>
                    <a:pt x="4678" y="20348"/>
                  </a:lnTo>
                  <a:lnTo>
                    <a:pt x="4781" y="20335"/>
                  </a:lnTo>
                  <a:lnTo>
                    <a:pt x="4870" y="20335"/>
                  </a:lnTo>
                  <a:lnTo>
                    <a:pt x="4972" y="20309"/>
                  </a:lnTo>
                  <a:lnTo>
                    <a:pt x="5100" y="20271"/>
                  </a:lnTo>
                  <a:lnTo>
                    <a:pt x="5330" y="19888"/>
                  </a:lnTo>
                  <a:lnTo>
                    <a:pt x="5496" y="19657"/>
                  </a:lnTo>
                  <a:lnTo>
                    <a:pt x="5752" y="19760"/>
                  </a:lnTo>
                  <a:lnTo>
                    <a:pt x="5905" y="20130"/>
                  </a:lnTo>
                  <a:lnTo>
                    <a:pt x="5829" y="20245"/>
                  </a:lnTo>
                  <a:lnTo>
                    <a:pt x="6148" y="20348"/>
                  </a:lnTo>
                  <a:lnTo>
                    <a:pt x="6225" y="20271"/>
                  </a:lnTo>
                  <a:lnTo>
                    <a:pt x="6276" y="20220"/>
                  </a:lnTo>
                  <a:lnTo>
                    <a:pt x="6301" y="20181"/>
                  </a:lnTo>
                  <a:lnTo>
                    <a:pt x="6276" y="20143"/>
                  </a:lnTo>
                  <a:lnTo>
                    <a:pt x="6225" y="20092"/>
                  </a:lnTo>
                  <a:lnTo>
                    <a:pt x="6148" y="20028"/>
                  </a:lnTo>
                  <a:lnTo>
                    <a:pt x="5995" y="20028"/>
                  </a:lnTo>
                  <a:lnTo>
                    <a:pt x="6186" y="19926"/>
                  </a:lnTo>
                  <a:lnTo>
                    <a:pt x="6340" y="19747"/>
                  </a:lnTo>
                  <a:lnTo>
                    <a:pt x="6608" y="19542"/>
                  </a:lnTo>
                  <a:lnTo>
                    <a:pt x="6953" y="19517"/>
                  </a:lnTo>
                  <a:lnTo>
                    <a:pt x="7196" y="19376"/>
                  </a:lnTo>
                  <a:lnTo>
                    <a:pt x="7682" y="19351"/>
                  </a:lnTo>
                  <a:lnTo>
                    <a:pt x="7886" y="19159"/>
                  </a:lnTo>
                  <a:lnTo>
                    <a:pt x="7810" y="19006"/>
                  </a:lnTo>
                  <a:lnTo>
                    <a:pt x="8180" y="18801"/>
                  </a:lnTo>
                  <a:lnTo>
                    <a:pt x="8487" y="18558"/>
                  </a:lnTo>
                  <a:lnTo>
                    <a:pt x="8819" y="18482"/>
                  </a:lnTo>
                  <a:lnTo>
                    <a:pt x="8998" y="18354"/>
                  </a:lnTo>
                  <a:lnTo>
                    <a:pt x="9177" y="18111"/>
                  </a:lnTo>
                  <a:lnTo>
                    <a:pt x="9407" y="18034"/>
                  </a:lnTo>
                  <a:lnTo>
                    <a:pt x="9497" y="17804"/>
                  </a:lnTo>
                  <a:lnTo>
                    <a:pt x="10059" y="17561"/>
                  </a:lnTo>
                  <a:lnTo>
                    <a:pt x="10340" y="17280"/>
                  </a:lnTo>
                  <a:lnTo>
                    <a:pt x="10711" y="16999"/>
                  </a:lnTo>
                  <a:lnTo>
                    <a:pt x="11350" y="16922"/>
                  </a:lnTo>
                  <a:lnTo>
                    <a:pt x="11299" y="16590"/>
                  </a:lnTo>
                  <a:lnTo>
                    <a:pt x="11861" y="16181"/>
                  </a:lnTo>
                  <a:lnTo>
                    <a:pt x="11618" y="15862"/>
                  </a:lnTo>
                  <a:lnTo>
                    <a:pt x="11427" y="15772"/>
                  </a:lnTo>
                  <a:lnTo>
                    <a:pt x="11708" y="15350"/>
                  </a:lnTo>
                  <a:lnTo>
                    <a:pt x="11810" y="15478"/>
                  </a:lnTo>
                  <a:lnTo>
                    <a:pt x="12181" y="14941"/>
                  </a:lnTo>
                  <a:lnTo>
                    <a:pt x="12462" y="14724"/>
                  </a:lnTo>
                  <a:lnTo>
                    <a:pt x="12487" y="14520"/>
                  </a:lnTo>
                  <a:lnTo>
                    <a:pt x="12602" y="14417"/>
                  </a:lnTo>
                  <a:lnTo>
                    <a:pt x="13037" y="13817"/>
                  </a:lnTo>
                  <a:lnTo>
                    <a:pt x="13586" y="13433"/>
                  </a:lnTo>
                  <a:lnTo>
                    <a:pt x="14225" y="13344"/>
                  </a:lnTo>
                  <a:lnTo>
                    <a:pt x="13842" y="13599"/>
                  </a:lnTo>
                  <a:lnTo>
                    <a:pt x="13356" y="13996"/>
                  </a:lnTo>
                  <a:lnTo>
                    <a:pt x="13446" y="14123"/>
                  </a:lnTo>
                  <a:lnTo>
                    <a:pt x="13293" y="14571"/>
                  </a:lnTo>
                  <a:lnTo>
                    <a:pt x="13050" y="14839"/>
                  </a:lnTo>
                  <a:lnTo>
                    <a:pt x="13101" y="15248"/>
                  </a:lnTo>
                  <a:lnTo>
                    <a:pt x="13203" y="15248"/>
                  </a:lnTo>
                  <a:lnTo>
                    <a:pt x="12960" y="15453"/>
                  </a:lnTo>
                  <a:lnTo>
                    <a:pt x="12896" y="15721"/>
                  </a:lnTo>
                  <a:lnTo>
                    <a:pt x="13382" y="15683"/>
                  </a:lnTo>
                  <a:lnTo>
                    <a:pt x="14008" y="15478"/>
                  </a:lnTo>
                  <a:lnTo>
                    <a:pt x="14110" y="15350"/>
                  </a:lnTo>
                  <a:lnTo>
                    <a:pt x="14123" y="15478"/>
                  </a:lnTo>
                  <a:lnTo>
                    <a:pt x="14379" y="15312"/>
                  </a:lnTo>
                  <a:lnTo>
                    <a:pt x="14698" y="14839"/>
                  </a:lnTo>
                  <a:lnTo>
                    <a:pt x="15120" y="14801"/>
                  </a:lnTo>
                  <a:lnTo>
                    <a:pt x="15286" y="14865"/>
                  </a:lnTo>
                  <a:lnTo>
                    <a:pt x="15772" y="14686"/>
                  </a:lnTo>
                  <a:lnTo>
                    <a:pt x="15900" y="14750"/>
                  </a:lnTo>
                  <a:lnTo>
                    <a:pt x="16079" y="14865"/>
                  </a:lnTo>
                  <a:lnTo>
                    <a:pt x="16155" y="15018"/>
                  </a:lnTo>
                  <a:lnTo>
                    <a:pt x="16322" y="15044"/>
                  </a:lnTo>
                  <a:lnTo>
                    <a:pt x="16846" y="14520"/>
                  </a:lnTo>
                  <a:lnTo>
                    <a:pt x="16846" y="14443"/>
                  </a:lnTo>
                  <a:lnTo>
                    <a:pt x="16833" y="14392"/>
                  </a:lnTo>
                  <a:lnTo>
                    <a:pt x="16820" y="14379"/>
                  </a:lnTo>
                  <a:lnTo>
                    <a:pt x="16807" y="14379"/>
                  </a:lnTo>
                  <a:lnTo>
                    <a:pt x="16731" y="14417"/>
                  </a:lnTo>
                  <a:lnTo>
                    <a:pt x="16564" y="14520"/>
                  </a:lnTo>
                  <a:lnTo>
                    <a:pt x="16347" y="14673"/>
                  </a:lnTo>
                  <a:lnTo>
                    <a:pt x="16232" y="14724"/>
                  </a:lnTo>
                  <a:lnTo>
                    <a:pt x="15823" y="14456"/>
                  </a:lnTo>
                  <a:lnTo>
                    <a:pt x="16181" y="14520"/>
                  </a:lnTo>
                  <a:lnTo>
                    <a:pt x="16296" y="14341"/>
                  </a:lnTo>
                  <a:lnTo>
                    <a:pt x="16015" y="14277"/>
                  </a:lnTo>
                  <a:lnTo>
                    <a:pt x="16104" y="14072"/>
                  </a:lnTo>
                  <a:lnTo>
                    <a:pt x="15708" y="14111"/>
                  </a:lnTo>
                  <a:lnTo>
                    <a:pt x="15874" y="13996"/>
                  </a:lnTo>
                  <a:lnTo>
                    <a:pt x="15644" y="13881"/>
                  </a:lnTo>
                  <a:lnTo>
                    <a:pt x="15810" y="13766"/>
                  </a:lnTo>
                  <a:lnTo>
                    <a:pt x="15989" y="13842"/>
                  </a:lnTo>
                  <a:lnTo>
                    <a:pt x="16181" y="13714"/>
                  </a:lnTo>
                  <a:lnTo>
                    <a:pt x="16642" y="13677"/>
                  </a:lnTo>
                  <a:lnTo>
                    <a:pt x="16642" y="13677"/>
                  </a:lnTo>
                  <a:lnTo>
                    <a:pt x="16654" y="13702"/>
                  </a:lnTo>
                  <a:lnTo>
                    <a:pt x="16679" y="13714"/>
                  </a:lnTo>
                  <a:lnTo>
                    <a:pt x="16756" y="13714"/>
                  </a:lnTo>
                  <a:lnTo>
                    <a:pt x="17216" y="13689"/>
                  </a:lnTo>
                  <a:lnTo>
                    <a:pt x="17178" y="13817"/>
                  </a:lnTo>
                  <a:lnTo>
                    <a:pt x="17561" y="13957"/>
                  </a:lnTo>
                  <a:lnTo>
                    <a:pt x="17536" y="14072"/>
                  </a:lnTo>
                  <a:lnTo>
                    <a:pt x="17152" y="14213"/>
                  </a:lnTo>
                  <a:lnTo>
                    <a:pt x="17255" y="14443"/>
                  </a:lnTo>
                  <a:lnTo>
                    <a:pt x="17651" y="14315"/>
                  </a:lnTo>
                  <a:lnTo>
                    <a:pt x="17842" y="14175"/>
                  </a:lnTo>
                  <a:lnTo>
                    <a:pt x="18098" y="14341"/>
                  </a:lnTo>
                  <a:lnTo>
                    <a:pt x="18136" y="14379"/>
                  </a:lnTo>
                  <a:lnTo>
                    <a:pt x="18175" y="14405"/>
                  </a:lnTo>
                  <a:lnTo>
                    <a:pt x="18200" y="14417"/>
                  </a:lnTo>
                  <a:lnTo>
                    <a:pt x="18251" y="14379"/>
                  </a:lnTo>
                  <a:lnTo>
                    <a:pt x="18341" y="14290"/>
                  </a:lnTo>
                  <a:lnTo>
                    <a:pt x="18469" y="14175"/>
                  </a:lnTo>
                  <a:lnTo>
                    <a:pt x="18469" y="14469"/>
                  </a:lnTo>
                  <a:lnTo>
                    <a:pt x="18967" y="14609"/>
                  </a:lnTo>
                  <a:lnTo>
                    <a:pt x="19159" y="14775"/>
                  </a:lnTo>
                  <a:lnTo>
                    <a:pt x="19389" y="14750"/>
                  </a:lnTo>
                  <a:lnTo>
                    <a:pt x="20501" y="14673"/>
                  </a:lnTo>
                  <a:lnTo>
                    <a:pt x="21012" y="14750"/>
                  </a:lnTo>
                  <a:lnTo>
                    <a:pt x="21357" y="14737"/>
                  </a:lnTo>
                  <a:lnTo>
                    <a:pt x="21344" y="14993"/>
                  </a:lnTo>
                  <a:lnTo>
                    <a:pt x="21804" y="15056"/>
                  </a:lnTo>
                  <a:lnTo>
                    <a:pt x="22009" y="15146"/>
                  </a:lnTo>
                  <a:lnTo>
                    <a:pt x="22533" y="14941"/>
                  </a:lnTo>
                  <a:lnTo>
                    <a:pt x="22392" y="15184"/>
                  </a:lnTo>
                  <a:lnTo>
                    <a:pt x="23645" y="15938"/>
                  </a:lnTo>
                  <a:lnTo>
                    <a:pt x="24348" y="16475"/>
                  </a:lnTo>
                  <a:lnTo>
                    <a:pt x="24795" y="16846"/>
                  </a:lnTo>
                  <a:lnTo>
                    <a:pt x="25038" y="16718"/>
                  </a:lnTo>
                  <a:lnTo>
                    <a:pt x="25063" y="16782"/>
                  </a:lnTo>
                  <a:lnTo>
                    <a:pt x="25089" y="16833"/>
                  </a:lnTo>
                  <a:lnTo>
                    <a:pt x="25089" y="16859"/>
                  </a:lnTo>
                  <a:lnTo>
                    <a:pt x="24974" y="16999"/>
                  </a:lnTo>
                  <a:lnTo>
                    <a:pt x="25102" y="17191"/>
                  </a:lnTo>
                  <a:lnTo>
                    <a:pt x="25792" y="17868"/>
                  </a:lnTo>
                  <a:lnTo>
                    <a:pt x="25639" y="18200"/>
                  </a:lnTo>
                  <a:lnTo>
                    <a:pt x="25830" y="18264"/>
                  </a:lnTo>
                  <a:lnTo>
                    <a:pt x="25894" y="18047"/>
                  </a:lnTo>
                  <a:lnTo>
                    <a:pt x="26163" y="18124"/>
                  </a:lnTo>
                  <a:lnTo>
                    <a:pt x="26137" y="18558"/>
                  </a:lnTo>
                  <a:lnTo>
                    <a:pt x="26763" y="19082"/>
                  </a:lnTo>
                  <a:lnTo>
                    <a:pt x="26469" y="17676"/>
                  </a:lnTo>
                  <a:lnTo>
                    <a:pt x="26175" y="16922"/>
                  </a:lnTo>
                  <a:lnTo>
                    <a:pt x="26354" y="17101"/>
                  </a:lnTo>
                  <a:lnTo>
                    <a:pt x="26214" y="16194"/>
                  </a:lnTo>
                  <a:lnTo>
                    <a:pt x="26290" y="16194"/>
                  </a:lnTo>
                  <a:lnTo>
                    <a:pt x="26418" y="16807"/>
                  </a:lnTo>
                  <a:lnTo>
                    <a:pt x="26469" y="17344"/>
                  </a:lnTo>
                  <a:lnTo>
                    <a:pt x="26648" y="18111"/>
                  </a:lnTo>
                  <a:lnTo>
                    <a:pt x="27147" y="17817"/>
                  </a:lnTo>
                  <a:lnTo>
                    <a:pt x="27185" y="17127"/>
                  </a:lnTo>
                  <a:lnTo>
                    <a:pt x="27287" y="17344"/>
                  </a:lnTo>
                  <a:lnTo>
                    <a:pt x="27415" y="17881"/>
                  </a:lnTo>
                  <a:lnTo>
                    <a:pt x="27926" y="18085"/>
                  </a:lnTo>
                  <a:lnTo>
                    <a:pt x="27492" y="18034"/>
                  </a:lnTo>
                  <a:lnTo>
                    <a:pt x="27121" y="18098"/>
                  </a:lnTo>
                  <a:lnTo>
                    <a:pt x="26827" y="18277"/>
                  </a:lnTo>
                  <a:lnTo>
                    <a:pt x="26789" y="18456"/>
                  </a:lnTo>
                  <a:lnTo>
                    <a:pt x="26866" y="18648"/>
                  </a:lnTo>
                  <a:lnTo>
                    <a:pt x="27275" y="18558"/>
                  </a:lnTo>
                  <a:lnTo>
                    <a:pt x="27415" y="18814"/>
                  </a:lnTo>
                  <a:lnTo>
                    <a:pt x="28003" y="18776"/>
                  </a:lnTo>
                  <a:lnTo>
                    <a:pt x="27952" y="18558"/>
                  </a:lnTo>
                  <a:lnTo>
                    <a:pt x="27901" y="18405"/>
                  </a:lnTo>
                  <a:lnTo>
                    <a:pt x="28041" y="18597"/>
                  </a:lnTo>
                  <a:lnTo>
                    <a:pt x="28041" y="18903"/>
                  </a:lnTo>
                  <a:lnTo>
                    <a:pt x="27888" y="18967"/>
                  </a:lnTo>
                  <a:lnTo>
                    <a:pt x="27428" y="18967"/>
                  </a:lnTo>
                  <a:lnTo>
                    <a:pt x="27351" y="19491"/>
                  </a:lnTo>
                  <a:lnTo>
                    <a:pt x="27709" y="19747"/>
                  </a:lnTo>
                  <a:lnTo>
                    <a:pt x="27799" y="20130"/>
                  </a:lnTo>
                  <a:lnTo>
                    <a:pt x="27530" y="19900"/>
                  </a:lnTo>
                  <a:lnTo>
                    <a:pt x="27351" y="19900"/>
                  </a:lnTo>
                  <a:lnTo>
                    <a:pt x="27466" y="20233"/>
                  </a:lnTo>
                  <a:lnTo>
                    <a:pt x="28105" y="20731"/>
                  </a:lnTo>
                  <a:lnTo>
                    <a:pt x="28259" y="20642"/>
                  </a:lnTo>
                  <a:lnTo>
                    <a:pt x="28118" y="20360"/>
                  </a:lnTo>
                  <a:lnTo>
                    <a:pt x="28527" y="20642"/>
                  </a:lnTo>
                  <a:lnTo>
                    <a:pt x="28757" y="20412"/>
                  </a:lnTo>
                  <a:lnTo>
                    <a:pt x="28565" y="20003"/>
                  </a:lnTo>
                  <a:lnTo>
                    <a:pt x="28220" y="19517"/>
                  </a:lnTo>
                  <a:lnTo>
                    <a:pt x="27837" y="19070"/>
                  </a:lnTo>
                  <a:lnTo>
                    <a:pt x="28156" y="19044"/>
                  </a:lnTo>
                  <a:lnTo>
                    <a:pt x="28233" y="19261"/>
                  </a:lnTo>
                  <a:lnTo>
                    <a:pt x="28374" y="19364"/>
                  </a:lnTo>
                  <a:lnTo>
                    <a:pt x="28642" y="19236"/>
                  </a:lnTo>
                  <a:lnTo>
                    <a:pt x="28501" y="19530"/>
                  </a:lnTo>
                  <a:lnTo>
                    <a:pt x="28680" y="19785"/>
                  </a:lnTo>
                  <a:lnTo>
                    <a:pt x="28821" y="19517"/>
                  </a:lnTo>
                  <a:lnTo>
                    <a:pt x="28821" y="19517"/>
                  </a:lnTo>
                  <a:lnTo>
                    <a:pt x="28795" y="20003"/>
                  </a:lnTo>
                  <a:lnTo>
                    <a:pt x="28987" y="20335"/>
                  </a:lnTo>
                  <a:lnTo>
                    <a:pt x="29217" y="19977"/>
                  </a:lnTo>
                  <a:lnTo>
                    <a:pt x="29217" y="19977"/>
                  </a:lnTo>
                  <a:lnTo>
                    <a:pt x="29115" y="20488"/>
                  </a:lnTo>
                  <a:lnTo>
                    <a:pt x="29268" y="20501"/>
                  </a:lnTo>
                  <a:lnTo>
                    <a:pt x="29473" y="19696"/>
                  </a:lnTo>
                  <a:lnTo>
                    <a:pt x="29422" y="20488"/>
                  </a:lnTo>
                  <a:lnTo>
                    <a:pt x="29511" y="20590"/>
                  </a:lnTo>
                  <a:lnTo>
                    <a:pt x="29818" y="20552"/>
                  </a:lnTo>
                  <a:lnTo>
                    <a:pt x="30316" y="19990"/>
                  </a:lnTo>
                  <a:lnTo>
                    <a:pt x="30048" y="19760"/>
                  </a:lnTo>
                  <a:lnTo>
                    <a:pt x="30150" y="19261"/>
                  </a:lnTo>
                  <a:lnTo>
                    <a:pt x="28847" y="18648"/>
                  </a:lnTo>
                  <a:lnTo>
                    <a:pt x="28847" y="18635"/>
                  </a:lnTo>
                  <a:lnTo>
                    <a:pt x="27364" y="16194"/>
                  </a:lnTo>
                  <a:lnTo>
                    <a:pt x="26290" y="15721"/>
                  </a:lnTo>
                  <a:lnTo>
                    <a:pt x="26393" y="15440"/>
                  </a:lnTo>
                  <a:lnTo>
                    <a:pt x="25971" y="15044"/>
                  </a:lnTo>
                  <a:lnTo>
                    <a:pt x="25268" y="15402"/>
                  </a:lnTo>
                  <a:lnTo>
                    <a:pt x="25268" y="15849"/>
                  </a:lnTo>
                  <a:lnTo>
                    <a:pt x="24833" y="15811"/>
                  </a:lnTo>
                  <a:lnTo>
                    <a:pt x="24284" y="16117"/>
                  </a:lnTo>
                  <a:lnTo>
                    <a:pt x="24143" y="15695"/>
                  </a:lnTo>
                  <a:lnTo>
                    <a:pt x="23837" y="15299"/>
                  </a:lnTo>
                  <a:lnTo>
                    <a:pt x="22916" y="14571"/>
                  </a:lnTo>
                  <a:lnTo>
                    <a:pt x="23070" y="14405"/>
                  </a:lnTo>
                  <a:lnTo>
                    <a:pt x="22942" y="14277"/>
                  </a:lnTo>
                  <a:lnTo>
                    <a:pt x="22328" y="14456"/>
                  </a:lnTo>
                  <a:lnTo>
                    <a:pt x="21523" y="14456"/>
                  </a:lnTo>
                  <a:lnTo>
                    <a:pt x="21523" y="2404"/>
                  </a:lnTo>
                  <a:lnTo>
                    <a:pt x="21178" y="2416"/>
                  </a:lnTo>
                  <a:lnTo>
                    <a:pt x="21076" y="2225"/>
                  </a:lnTo>
                  <a:lnTo>
                    <a:pt x="20693" y="2186"/>
                  </a:lnTo>
                  <a:lnTo>
                    <a:pt x="20220" y="1739"/>
                  </a:lnTo>
                  <a:lnTo>
                    <a:pt x="18724" y="1714"/>
                  </a:lnTo>
                  <a:lnTo>
                    <a:pt x="18558" y="1880"/>
                  </a:lnTo>
                  <a:lnTo>
                    <a:pt x="17791" y="1624"/>
                  </a:lnTo>
                  <a:lnTo>
                    <a:pt x="16961" y="1624"/>
                  </a:lnTo>
                  <a:lnTo>
                    <a:pt x="16424" y="1611"/>
                  </a:lnTo>
                  <a:lnTo>
                    <a:pt x="15900" y="1381"/>
                  </a:lnTo>
                  <a:lnTo>
                    <a:pt x="15465" y="1100"/>
                  </a:lnTo>
                  <a:lnTo>
                    <a:pt x="14903" y="1062"/>
                  </a:lnTo>
                  <a:lnTo>
                    <a:pt x="14507" y="1062"/>
                  </a:lnTo>
                  <a:lnTo>
                    <a:pt x="14392" y="1241"/>
                  </a:lnTo>
                  <a:lnTo>
                    <a:pt x="14021" y="1138"/>
                  </a:lnTo>
                  <a:lnTo>
                    <a:pt x="13561" y="1279"/>
                  </a:lnTo>
                  <a:lnTo>
                    <a:pt x="13280" y="1381"/>
                  </a:lnTo>
                  <a:lnTo>
                    <a:pt x="13075" y="1202"/>
                  </a:lnTo>
                  <a:lnTo>
                    <a:pt x="12820" y="1074"/>
                  </a:lnTo>
                  <a:lnTo>
                    <a:pt x="12692" y="1023"/>
                  </a:lnTo>
                  <a:lnTo>
                    <a:pt x="12858" y="768"/>
                  </a:lnTo>
                  <a:lnTo>
                    <a:pt x="12526" y="640"/>
                  </a:lnTo>
                  <a:lnTo>
                    <a:pt x="11797" y="614"/>
                  </a:lnTo>
                  <a:lnTo>
                    <a:pt x="11107" y="614"/>
                  </a:lnTo>
                  <a:lnTo>
                    <a:pt x="11005" y="729"/>
                  </a:lnTo>
                  <a:lnTo>
                    <a:pt x="10634" y="563"/>
                  </a:lnTo>
                  <a:lnTo>
                    <a:pt x="10634" y="257"/>
                  </a:lnTo>
                  <a:lnTo>
                    <a:pt x="10289" y="320"/>
                  </a:lnTo>
                  <a:lnTo>
                    <a:pt x="9982" y="576"/>
                  </a:lnTo>
                  <a:lnTo>
                    <a:pt x="9803" y="602"/>
                  </a:lnTo>
                  <a:lnTo>
                    <a:pt x="9957" y="257"/>
                  </a:lnTo>
                  <a:lnTo>
                    <a:pt x="9944" y="103"/>
                  </a:lnTo>
                  <a:lnTo>
                    <a:pt x="9407" y="65"/>
                  </a:lnTo>
                  <a:lnTo>
                    <a:pt x="91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8"/>
            <p:cNvSpPr/>
            <p:nvPr/>
          </p:nvSpPr>
          <p:spPr>
            <a:xfrm>
              <a:off x="575200" y="2066825"/>
              <a:ext cx="56575" cy="60750"/>
            </a:xfrm>
            <a:custGeom>
              <a:rect b="b" l="l" r="r" t="t"/>
              <a:pathLst>
                <a:path extrusionOk="0" h="2430" w="2263">
                  <a:moveTo>
                    <a:pt x="1764" y="1"/>
                  </a:moveTo>
                  <a:lnTo>
                    <a:pt x="1317" y="231"/>
                  </a:lnTo>
                  <a:lnTo>
                    <a:pt x="1049" y="602"/>
                  </a:lnTo>
                  <a:lnTo>
                    <a:pt x="908" y="755"/>
                  </a:lnTo>
                  <a:lnTo>
                    <a:pt x="1406" y="755"/>
                  </a:lnTo>
                  <a:lnTo>
                    <a:pt x="819" y="806"/>
                  </a:lnTo>
                  <a:lnTo>
                    <a:pt x="640" y="908"/>
                  </a:lnTo>
                  <a:lnTo>
                    <a:pt x="640" y="1266"/>
                  </a:lnTo>
                  <a:lnTo>
                    <a:pt x="525" y="1087"/>
                  </a:lnTo>
                  <a:lnTo>
                    <a:pt x="256" y="1151"/>
                  </a:lnTo>
                  <a:lnTo>
                    <a:pt x="1" y="1305"/>
                  </a:lnTo>
                  <a:lnTo>
                    <a:pt x="65" y="1752"/>
                  </a:lnTo>
                  <a:lnTo>
                    <a:pt x="320" y="1944"/>
                  </a:lnTo>
                  <a:lnTo>
                    <a:pt x="486" y="2186"/>
                  </a:lnTo>
                  <a:lnTo>
                    <a:pt x="103" y="2314"/>
                  </a:lnTo>
                  <a:lnTo>
                    <a:pt x="320" y="2429"/>
                  </a:lnTo>
                  <a:lnTo>
                    <a:pt x="704" y="2365"/>
                  </a:lnTo>
                  <a:lnTo>
                    <a:pt x="499" y="2263"/>
                  </a:lnTo>
                  <a:lnTo>
                    <a:pt x="665" y="2084"/>
                  </a:lnTo>
                  <a:lnTo>
                    <a:pt x="934" y="1854"/>
                  </a:lnTo>
                  <a:lnTo>
                    <a:pt x="959" y="1662"/>
                  </a:lnTo>
                  <a:lnTo>
                    <a:pt x="1202" y="1714"/>
                  </a:lnTo>
                  <a:lnTo>
                    <a:pt x="1598" y="1611"/>
                  </a:lnTo>
                  <a:lnTo>
                    <a:pt x="1637" y="1292"/>
                  </a:lnTo>
                  <a:lnTo>
                    <a:pt x="1969" y="1292"/>
                  </a:lnTo>
                  <a:lnTo>
                    <a:pt x="1969" y="1011"/>
                  </a:lnTo>
                  <a:lnTo>
                    <a:pt x="1509" y="781"/>
                  </a:lnTo>
                  <a:lnTo>
                    <a:pt x="1675" y="691"/>
                  </a:lnTo>
                  <a:lnTo>
                    <a:pt x="2263" y="384"/>
                  </a:lnTo>
                  <a:lnTo>
                    <a:pt x="2186" y="244"/>
                  </a:lnTo>
                  <a:lnTo>
                    <a:pt x="1752" y="244"/>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8"/>
            <p:cNvSpPr/>
            <p:nvPr/>
          </p:nvSpPr>
          <p:spPr>
            <a:xfrm>
              <a:off x="2011100" y="2412225"/>
              <a:ext cx="9300" cy="12175"/>
            </a:xfrm>
            <a:custGeom>
              <a:rect b="b" l="l" r="r" t="t"/>
              <a:pathLst>
                <a:path extrusionOk="0" h="487" w="372">
                  <a:moveTo>
                    <a:pt x="180" y="1"/>
                  </a:moveTo>
                  <a:lnTo>
                    <a:pt x="1" y="65"/>
                  </a:lnTo>
                  <a:lnTo>
                    <a:pt x="78" y="320"/>
                  </a:lnTo>
                  <a:lnTo>
                    <a:pt x="129" y="486"/>
                  </a:lnTo>
                  <a:lnTo>
                    <a:pt x="129" y="423"/>
                  </a:lnTo>
                  <a:lnTo>
                    <a:pt x="167" y="410"/>
                  </a:lnTo>
                  <a:lnTo>
                    <a:pt x="333" y="231"/>
                  </a:lnTo>
                  <a:lnTo>
                    <a:pt x="372" y="192"/>
                  </a:lnTo>
                  <a:lnTo>
                    <a:pt x="1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8"/>
            <p:cNvSpPr/>
            <p:nvPr/>
          </p:nvSpPr>
          <p:spPr>
            <a:xfrm>
              <a:off x="1509475" y="2965625"/>
              <a:ext cx="2900" cy="4500"/>
            </a:xfrm>
            <a:custGeom>
              <a:rect b="b" l="l" r="r" t="t"/>
              <a:pathLst>
                <a:path extrusionOk="0" h="180" w="116">
                  <a:moveTo>
                    <a:pt x="39" y="1"/>
                  </a:moveTo>
                  <a:lnTo>
                    <a:pt x="0" y="26"/>
                  </a:lnTo>
                  <a:lnTo>
                    <a:pt x="26" y="141"/>
                  </a:lnTo>
                  <a:lnTo>
                    <a:pt x="102" y="180"/>
                  </a:lnTo>
                  <a:lnTo>
                    <a:pt x="115" y="154"/>
                  </a:lnTo>
                  <a:lnTo>
                    <a:pt x="102" y="26"/>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78"/>
            <p:cNvSpPr/>
            <p:nvPr/>
          </p:nvSpPr>
          <p:spPr>
            <a:xfrm>
              <a:off x="1439825" y="2899800"/>
              <a:ext cx="2250" cy="3225"/>
            </a:xfrm>
            <a:custGeom>
              <a:rect b="b" l="l" r="r" t="t"/>
              <a:pathLst>
                <a:path extrusionOk="0" h="129" w="90">
                  <a:moveTo>
                    <a:pt x="0" y="1"/>
                  </a:moveTo>
                  <a:lnTo>
                    <a:pt x="38" y="129"/>
                  </a:lnTo>
                  <a:lnTo>
                    <a:pt x="90" y="65"/>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8"/>
            <p:cNvSpPr/>
            <p:nvPr/>
          </p:nvSpPr>
          <p:spPr>
            <a:xfrm>
              <a:off x="1448450" y="2904925"/>
              <a:ext cx="2900" cy="4825"/>
            </a:xfrm>
            <a:custGeom>
              <a:rect b="b" l="l" r="r" t="t"/>
              <a:pathLst>
                <a:path extrusionOk="0" h="193" w="116">
                  <a:moveTo>
                    <a:pt x="0" y="0"/>
                  </a:moveTo>
                  <a:lnTo>
                    <a:pt x="38" y="154"/>
                  </a:lnTo>
                  <a:lnTo>
                    <a:pt x="90" y="192"/>
                  </a:lnTo>
                  <a:lnTo>
                    <a:pt x="115" y="179"/>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8"/>
            <p:cNvSpPr/>
            <p:nvPr/>
          </p:nvSpPr>
          <p:spPr>
            <a:xfrm>
              <a:off x="1330550" y="2715450"/>
              <a:ext cx="571950" cy="395275"/>
            </a:xfrm>
            <a:custGeom>
              <a:rect b="b" l="l" r="r" t="t"/>
              <a:pathLst>
                <a:path extrusionOk="0" h="15811" w="22878">
                  <a:moveTo>
                    <a:pt x="13" y="1"/>
                  </a:moveTo>
                  <a:lnTo>
                    <a:pt x="0" y="39"/>
                  </a:lnTo>
                  <a:lnTo>
                    <a:pt x="26" y="116"/>
                  </a:lnTo>
                  <a:lnTo>
                    <a:pt x="51" y="205"/>
                  </a:lnTo>
                  <a:lnTo>
                    <a:pt x="141" y="282"/>
                  </a:lnTo>
                  <a:lnTo>
                    <a:pt x="153" y="486"/>
                  </a:lnTo>
                  <a:lnTo>
                    <a:pt x="230" y="512"/>
                  </a:lnTo>
                  <a:lnTo>
                    <a:pt x="230" y="563"/>
                  </a:lnTo>
                  <a:lnTo>
                    <a:pt x="332" y="627"/>
                  </a:lnTo>
                  <a:lnTo>
                    <a:pt x="345" y="703"/>
                  </a:lnTo>
                  <a:lnTo>
                    <a:pt x="268" y="755"/>
                  </a:lnTo>
                  <a:lnTo>
                    <a:pt x="256" y="908"/>
                  </a:lnTo>
                  <a:lnTo>
                    <a:pt x="371" y="997"/>
                  </a:lnTo>
                  <a:lnTo>
                    <a:pt x="371" y="1049"/>
                  </a:lnTo>
                  <a:lnTo>
                    <a:pt x="473" y="1253"/>
                  </a:lnTo>
                  <a:lnTo>
                    <a:pt x="447" y="1432"/>
                  </a:lnTo>
                  <a:lnTo>
                    <a:pt x="486" y="1432"/>
                  </a:lnTo>
                  <a:lnTo>
                    <a:pt x="524" y="1509"/>
                  </a:lnTo>
                  <a:lnTo>
                    <a:pt x="614" y="1573"/>
                  </a:lnTo>
                  <a:lnTo>
                    <a:pt x="626" y="1790"/>
                  </a:lnTo>
                  <a:lnTo>
                    <a:pt x="601" y="1867"/>
                  </a:lnTo>
                  <a:lnTo>
                    <a:pt x="601" y="1943"/>
                  </a:lnTo>
                  <a:lnTo>
                    <a:pt x="626" y="1943"/>
                  </a:lnTo>
                  <a:lnTo>
                    <a:pt x="614" y="1892"/>
                  </a:lnTo>
                  <a:lnTo>
                    <a:pt x="652" y="1867"/>
                  </a:lnTo>
                  <a:lnTo>
                    <a:pt x="690" y="1892"/>
                  </a:lnTo>
                  <a:lnTo>
                    <a:pt x="665" y="1930"/>
                  </a:lnTo>
                  <a:lnTo>
                    <a:pt x="741" y="1969"/>
                  </a:lnTo>
                  <a:lnTo>
                    <a:pt x="767" y="2263"/>
                  </a:lnTo>
                  <a:lnTo>
                    <a:pt x="716" y="2275"/>
                  </a:lnTo>
                  <a:lnTo>
                    <a:pt x="703" y="2327"/>
                  </a:lnTo>
                  <a:lnTo>
                    <a:pt x="780" y="2339"/>
                  </a:lnTo>
                  <a:lnTo>
                    <a:pt x="767" y="2506"/>
                  </a:lnTo>
                  <a:lnTo>
                    <a:pt x="882" y="2582"/>
                  </a:lnTo>
                  <a:lnTo>
                    <a:pt x="882" y="2633"/>
                  </a:lnTo>
                  <a:lnTo>
                    <a:pt x="933" y="2646"/>
                  </a:lnTo>
                  <a:lnTo>
                    <a:pt x="1112" y="2799"/>
                  </a:lnTo>
                  <a:lnTo>
                    <a:pt x="1150" y="2851"/>
                  </a:lnTo>
                  <a:lnTo>
                    <a:pt x="1278" y="2876"/>
                  </a:lnTo>
                  <a:lnTo>
                    <a:pt x="1444" y="3068"/>
                  </a:lnTo>
                  <a:lnTo>
                    <a:pt x="1444" y="3132"/>
                  </a:lnTo>
                  <a:lnTo>
                    <a:pt x="1508" y="3157"/>
                  </a:lnTo>
                  <a:lnTo>
                    <a:pt x="1521" y="3208"/>
                  </a:lnTo>
                  <a:lnTo>
                    <a:pt x="1559" y="3311"/>
                  </a:lnTo>
                  <a:lnTo>
                    <a:pt x="1623" y="3311"/>
                  </a:lnTo>
                  <a:lnTo>
                    <a:pt x="1662" y="3413"/>
                  </a:lnTo>
                  <a:lnTo>
                    <a:pt x="1738" y="3515"/>
                  </a:lnTo>
                  <a:lnTo>
                    <a:pt x="1751" y="3554"/>
                  </a:lnTo>
                  <a:lnTo>
                    <a:pt x="1828" y="3566"/>
                  </a:lnTo>
                  <a:lnTo>
                    <a:pt x="1840" y="3643"/>
                  </a:lnTo>
                  <a:lnTo>
                    <a:pt x="1879" y="3681"/>
                  </a:lnTo>
                  <a:lnTo>
                    <a:pt x="1892" y="3745"/>
                  </a:lnTo>
                  <a:lnTo>
                    <a:pt x="1777" y="3911"/>
                  </a:lnTo>
                  <a:lnTo>
                    <a:pt x="1789" y="3950"/>
                  </a:lnTo>
                  <a:lnTo>
                    <a:pt x="1815" y="4001"/>
                  </a:lnTo>
                  <a:lnTo>
                    <a:pt x="1777" y="4116"/>
                  </a:lnTo>
                  <a:lnTo>
                    <a:pt x="1674" y="4193"/>
                  </a:lnTo>
                  <a:lnTo>
                    <a:pt x="1662" y="4218"/>
                  </a:lnTo>
                  <a:lnTo>
                    <a:pt x="1649" y="4256"/>
                  </a:lnTo>
                  <a:lnTo>
                    <a:pt x="1674" y="4282"/>
                  </a:lnTo>
                  <a:lnTo>
                    <a:pt x="1636" y="4308"/>
                  </a:lnTo>
                  <a:lnTo>
                    <a:pt x="1636" y="4359"/>
                  </a:lnTo>
                  <a:lnTo>
                    <a:pt x="1623" y="4269"/>
                  </a:lnTo>
                  <a:lnTo>
                    <a:pt x="1610" y="4244"/>
                  </a:lnTo>
                  <a:lnTo>
                    <a:pt x="1508" y="4333"/>
                  </a:lnTo>
                  <a:lnTo>
                    <a:pt x="1393" y="4320"/>
                  </a:lnTo>
                  <a:lnTo>
                    <a:pt x="1329" y="4269"/>
                  </a:lnTo>
                  <a:lnTo>
                    <a:pt x="1291" y="4269"/>
                  </a:lnTo>
                  <a:lnTo>
                    <a:pt x="1214" y="4244"/>
                  </a:lnTo>
                  <a:lnTo>
                    <a:pt x="1125" y="4244"/>
                  </a:lnTo>
                  <a:lnTo>
                    <a:pt x="1099" y="4218"/>
                  </a:lnTo>
                  <a:lnTo>
                    <a:pt x="1074" y="4218"/>
                  </a:lnTo>
                  <a:lnTo>
                    <a:pt x="1099" y="4320"/>
                  </a:lnTo>
                  <a:lnTo>
                    <a:pt x="1138" y="4333"/>
                  </a:lnTo>
                  <a:lnTo>
                    <a:pt x="1176" y="4397"/>
                  </a:lnTo>
                  <a:lnTo>
                    <a:pt x="1201" y="4371"/>
                  </a:lnTo>
                  <a:lnTo>
                    <a:pt x="1227" y="4397"/>
                  </a:lnTo>
                  <a:lnTo>
                    <a:pt x="1214" y="4423"/>
                  </a:lnTo>
                  <a:lnTo>
                    <a:pt x="1265" y="4448"/>
                  </a:lnTo>
                  <a:lnTo>
                    <a:pt x="1304" y="4538"/>
                  </a:lnTo>
                  <a:lnTo>
                    <a:pt x="1368" y="4550"/>
                  </a:lnTo>
                  <a:lnTo>
                    <a:pt x="1470" y="4653"/>
                  </a:lnTo>
                  <a:lnTo>
                    <a:pt x="1470" y="4793"/>
                  </a:lnTo>
                  <a:lnTo>
                    <a:pt x="1495" y="4806"/>
                  </a:lnTo>
                  <a:lnTo>
                    <a:pt x="1508" y="4844"/>
                  </a:lnTo>
                  <a:lnTo>
                    <a:pt x="1610" y="4883"/>
                  </a:lnTo>
                  <a:lnTo>
                    <a:pt x="1662" y="4870"/>
                  </a:lnTo>
                  <a:lnTo>
                    <a:pt x="1764" y="4959"/>
                  </a:lnTo>
                  <a:lnTo>
                    <a:pt x="1764" y="4998"/>
                  </a:lnTo>
                  <a:lnTo>
                    <a:pt x="1815" y="5062"/>
                  </a:lnTo>
                  <a:lnTo>
                    <a:pt x="1879" y="5049"/>
                  </a:lnTo>
                  <a:lnTo>
                    <a:pt x="1981" y="5126"/>
                  </a:lnTo>
                  <a:lnTo>
                    <a:pt x="1994" y="5189"/>
                  </a:lnTo>
                  <a:lnTo>
                    <a:pt x="2096" y="5279"/>
                  </a:lnTo>
                  <a:lnTo>
                    <a:pt x="2134" y="5279"/>
                  </a:lnTo>
                  <a:lnTo>
                    <a:pt x="2237" y="5202"/>
                  </a:lnTo>
                  <a:lnTo>
                    <a:pt x="2339" y="5304"/>
                  </a:lnTo>
                  <a:lnTo>
                    <a:pt x="2339" y="5279"/>
                  </a:lnTo>
                  <a:lnTo>
                    <a:pt x="2428" y="5202"/>
                  </a:lnTo>
                  <a:lnTo>
                    <a:pt x="2428" y="5126"/>
                  </a:lnTo>
                  <a:lnTo>
                    <a:pt x="2441" y="5126"/>
                  </a:lnTo>
                  <a:lnTo>
                    <a:pt x="2441" y="5215"/>
                  </a:lnTo>
                  <a:lnTo>
                    <a:pt x="2377" y="5292"/>
                  </a:lnTo>
                  <a:lnTo>
                    <a:pt x="2365" y="5330"/>
                  </a:lnTo>
                  <a:lnTo>
                    <a:pt x="2543" y="5496"/>
                  </a:lnTo>
                  <a:lnTo>
                    <a:pt x="2595" y="5522"/>
                  </a:lnTo>
                  <a:lnTo>
                    <a:pt x="2761" y="5701"/>
                  </a:lnTo>
                  <a:lnTo>
                    <a:pt x="2850" y="5701"/>
                  </a:lnTo>
                  <a:lnTo>
                    <a:pt x="2876" y="5752"/>
                  </a:lnTo>
                  <a:lnTo>
                    <a:pt x="2901" y="5765"/>
                  </a:lnTo>
                  <a:lnTo>
                    <a:pt x="2927" y="5752"/>
                  </a:lnTo>
                  <a:lnTo>
                    <a:pt x="2978" y="5790"/>
                  </a:lnTo>
                  <a:lnTo>
                    <a:pt x="2978" y="5931"/>
                  </a:lnTo>
                  <a:lnTo>
                    <a:pt x="2991" y="5944"/>
                  </a:lnTo>
                  <a:lnTo>
                    <a:pt x="3055" y="5995"/>
                  </a:lnTo>
                  <a:lnTo>
                    <a:pt x="3144" y="6212"/>
                  </a:lnTo>
                  <a:lnTo>
                    <a:pt x="3144" y="6327"/>
                  </a:lnTo>
                  <a:lnTo>
                    <a:pt x="3119" y="6442"/>
                  </a:lnTo>
                  <a:lnTo>
                    <a:pt x="3106" y="6608"/>
                  </a:lnTo>
                  <a:lnTo>
                    <a:pt x="3119" y="6608"/>
                  </a:lnTo>
                  <a:lnTo>
                    <a:pt x="3131" y="6493"/>
                  </a:lnTo>
                  <a:lnTo>
                    <a:pt x="3157" y="6429"/>
                  </a:lnTo>
                  <a:lnTo>
                    <a:pt x="3144" y="6506"/>
                  </a:lnTo>
                  <a:lnTo>
                    <a:pt x="3131" y="6685"/>
                  </a:lnTo>
                  <a:lnTo>
                    <a:pt x="3093" y="6723"/>
                  </a:lnTo>
                  <a:lnTo>
                    <a:pt x="3080" y="6838"/>
                  </a:lnTo>
                  <a:lnTo>
                    <a:pt x="3055" y="6838"/>
                  </a:lnTo>
                  <a:lnTo>
                    <a:pt x="3080" y="6736"/>
                  </a:lnTo>
                  <a:lnTo>
                    <a:pt x="3093" y="6698"/>
                  </a:lnTo>
                  <a:lnTo>
                    <a:pt x="3080" y="6672"/>
                  </a:lnTo>
                  <a:lnTo>
                    <a:pt x="3029" y="6825"/>
                  </a:lnTo>
                  <a:lnTo>
                    <a:pt x="3016" y="6889"/>
                  </a:lnTo>
                  <a:lnTo>
                    <a:pt x="2952" y="7004"/>
                  </a:lnTo>
                  <a:lnTo>
                    <a:pt x="2940" y="7055"/>
                  </a:lnTo>
                  <a:lnTo>
                    <a:pt x="3004" y="7055"/>
                  </a:lnTo>
                  <a:lnTo>
                    <a:pt x="3042" y="7107"/>
                  </a:lnTo>
                  <a:lnTo>
                    <a:pt x="3016" y="7158"/>
                  </a:lnTo>
                  <a:lnTo>
                    <a:pt x="3016" y="7196"/>
                  </a:lnTo>
                  <a:lnTo>
                    <a:pt x="3042" y="7209"/>
                  </a:lnTo>
                  <a:lnTo>
                    <a:pt x="3080" y="7247"/>
                  </a:lnTo>
                  <a:lnTo>
                    <a:pt x="3067" y="7311"/>
                  </a:lnTo>
                  <a:lnTo>
                    <a:pt x="3106" y="7311"/>
                  </a:lnTo>
                  <a:lnTo>
                    <a:pt x="3106" y="7260"/>
                  </a:lnTo>
                  <a:lnTo>
                    <a:pt x="3042" y="7170"/>
                  </a:lnTo>
                  <a:lnTo>
                    <a:pt x="3055" y="7119"/>
                  </a:lnTo>
                  <a:lnTo>
                    <a:pt x="3016" y="7043"/>
                  </a:lnTo>
                  <a:lnTo>
                    <a:pt x="3029" y="6979"/>
                  </a:lnTo>
                  <a:lnTo>
                    <a:pt x="3055" y="6992"/>
                  </a:lnTo>
                  <a:lnTo>
                    <a:pt x="3080" y="6902"/>
                  </a:lnTo>
                  <a:lnTo>
                    <a:pt x="3093" y="6966"/>
                  </a:lnTo>
                  <a:lnTo>
                    <a:pt x="3080" y="7004"/>
                  </a:lnTo>
                  <a:lnTo>
                    <a:pt x="3080" y="7043"/>
                  </a:lnTo>
                  <a:lnTo>
                    <a:pt x="3093" y="7081"/>
                  </a:lnTo>
                  <a:lnTo>
                    <a:pt x="3093" y="7119"/>
                  </a:lnTo>
                  <a:lnTo>
                    <a:pt x="3119" y="7094"/>
                  </a:lnTo>
                  <a:lnTo>
                    <a:pt x="3157" y="7094"/>
                  </a:lnTo>
                  <a:lnTo>
                    <a:pt x="3182" y="7068"/>
                  </a:lnTo>
                  <a:lnTo>
                    <a:pt x="3208" y="7132"/>
                  </a:lnTo>
                  <a:lnTo>
                    <a:pt x="3272" y="7209"/>
                  </a:lnTo>
                  <a:lnTo>
                    <a:pt x="3285" y="7298"/>
                  </a:lnTo>
                  <a:lnTo>
                    <a:pt x="3272" y="7311"/>
                  </a:lnTo>
                  <a:lnTo>
                    <a:pt x="3170" y="7298"/>
                  </a:lnTo>
                  <a:lnTo>
                    <a:pt x="3119" y="7311"/>
                  </a:lnTo>
                  <a:lnTo>
                    <a:pt x="3259" y="7400"/>
                  </a:lnTo>
                  <a:lnTo>
                    <a:pt x="3361" y="7503"/>
                  </a:lnTo>
                  <a:lnTo>
                    <a:pt x="3349" y="7439"/>
                  </a:lnTo>
                  <a:lnTo>
                    <a:pt x="3272" y="7349"/>
                  </a:lnTo>
                  <a:lnTo>
                    <a:pt x="3310" y="7311"/>
                  </a:lnTo>
                  <a:lnTo>
                    <a:pt x="3349" y="7311"/>
                  </a:lnTo>
                  <a:lnTo>
                    <a:pt x="3400" y="7273"/>
                  </a:lnTo>
                  <a:lnTo>
                    <a:pt x="3451" y="7413"/>
                  </a:lnTo>
                  <a:lnTo>
                    <a:pt x="3515" y="7464"/>
                  </a:lnTo>
                  <a:lnTo>
                    <a:pt x="3579" y="7528"/>
                  </a:lnTo>
                  <a:lnTo>
                    <a:pt x="3681" y="7618"/>
                  </a:lnTo>
                  <a:lnTo>
                    <a:pt x="3924" y="7822"/>
                  </a:lnTo>
                  <a:lnTo>
                    <a:pt x="3937" y="7873"/>
                  </a:lnTo>
                  <a:lnTo>
                    <a:pt x="4013" y="7912"/>
                  </a:lnTo>
                  <a:lnTo>
                    <a:pt x="4167" y="8142"/>
                  </a:lnTo>
                  <a:lnTo>
                    <a:pt x="4307" y="8180"/>
                  </a:lnTo>
                  <a:lnTo>
                    <a:pt x="4397" y="8295"/>
                  </a:lnTo>
                  <a:lnTo>
                    <a:pt x="4422" y="8385"/>
                  </a:lnTo>
                  <a:lnTo>
                    <a:pt x="4499" y="8551"/>
                  </a:lnTo>
                  <a:lnTo>
                    <a:pt x="4524" y="8781"/>
                  </a:lnTo>
                  <a:lnTo>
                    <a:pt x="4601" y="8857"/>
                  </a:lnTo>
                  <a:lnTo>
                    <a:pt x="4678" y="8857"/>
                  </a:lnTo>
                  <a:lnTo>
                    <a:pt x="4831" y="8768"/>
                  </a:lnTo>
                  <a:lnTo>
                    <a:pt x="4844" y="8742"/>
                  </a:lnTo>
                  <a:lnTo>
                    <a:pt x="4895" y="8679"/>
                  </a:lnTo>
                  <a:lnTo>
                    <a:pt x="4946" y="8679"/>
                  </a:lnTo>
                  <a:lnTo>
                    <a:pt x="5048" y="8602"/>
                  </a:lnTo>
                  <a:lnTo>
                    <a:pt x="5048" y="8461"/>
                  </a:lnTo>
                  <a:lnTo>
                    <a:pt x="5074" y="8448"/>
                  </a:lnTo>
                  <a:lnTo>
                    <a:pt x="5087" y="8372"/>
                  </a:lnTo>
                  <a:lnTo>
                    <a:pt x="5048" y="8333"/>
                  </a:lnTo>
                  <a:lnTo>
                    <a:pt x="5023" y="8270"/>
                  </a:lnTo>
                  <a:lnTo>
                    <a:pt x="4870" y="8206"/>
                  </a:lnTo>
                  <a:lnTo>
                    <a:pt x="4844" y="8142"/>
                  </a:lnTo>
                  <a:lnTo>
                    <a:pt x="4882" y="8065"/>
                  </a:lnTo>
                  <a:lnTo>
                    <a:pt x="4806" y="8001"/>
                  </a:lnTo>
                  <a:lnTo>
                    <a:pt x="4780" y="7963"/>
                  </a:lnTo>
                  <a:lnTo>
                    <a:pt x="4818" y="7899"/>
                  </a:lnTo>
                  <a:lnTo>
                    <a:pt x="4780" y="7848"/>
                  </a:lnTo>
                  <a:lnTo>
                    <a:pt x="4716" y="7861"/>
                  </a:lnTo>
                  <a:lnTo>
                    <a:pt x="4678" y="7835"/>
                  </a:lnTo>
                  <a:lnTo>
                    <a:pt x="4665" y="7733"/>
                  </a:lnTo>
                  <a:lnTo>
                    <a:pt x="4652" y="7733"/>
                  </a:lnTo>
                  <a:lnTo>
                    <a:pt x="4576" y="7669"/>
                  </a:lnTo>
                  <a:lnTo>
                    <a:pt x="4524" y="7592"/>
                  </a:lnTo>
                  <a:lnTo>
                    <a:pt x="4512" y="7579"/>
                  </a:lnTo>
                  <a:lnTo>
                    <a:pt x="4473" y="7554"/>
                  </a:lnTo>
                  <a:lnTo>
                    <a:pt x="4448" y="7579"/>
                  </a:lnTo>
                  <a:lnTo>
                    <a:pt x="4422" y="7605"/>
                  </a:lnTo>
                  <a:lnTo>
                    <a:pt x="4461" y="7643"/>
                  </a:lnTo>
                  <a:lnTo>
                    <a:pt x="4435" y="7707"/>
                  </a:lnTo>
                  <a:lnTo>
                    <a:pt x="4320" y="7682"/>
                  </a:lnTo>
                  <a:lnTo>
                    <a:pt x="4218" y="7618"/>
                  </a:lnTo>
                  <a:lnTo>
                    <a:pt x="4141" y="7528"/>
                  </a:lnTo>
                  <a:lnTo>
                    <a:pt x="4141" y="7413"/>
                  </a:lnTo>
                  <a:lnTo>
                    <a:pt x="4141" y="7388"/>
                  </a:lnTo>
                  <a:lnTo>
                    <a:pt x="4115" y="7273"/>
                  </a:lnTo>
                  <a:lnTo>
                    <a:pt x="4192" y="7196"/>
                  </a:lnTo>
                  <a:lnTo>
                    <a:pt x="4179" y="7068"/>
                  </a:lnTo>
                  <a:lnTo>
                    <a:pt x="4128" y="6953"/>
                  </a:lnTo>
                  <a:lnTo>
                    <a:pt x="4026" y="6864"/>
                  </a:lnTo>
                  <a:lnTo>
                    <a:pt x="4039" y="6800"/>
                  </a:lnTo>
                  <a:lnTo>
                    <a:pt x="4000" y="6761"/>
                  </a:lnTo>
                  <a:lnTo>
                    <a:pt x="3975" y="6634"/>
                  </a:lnTo>
                  <a:lnTo>
                    <a:pt x="3937" y="6570"/>
                  </a:lnTo>
                  <a:lnTo>
                    <a:pt x="3962" y="6544"/>
                  </a:lnTo>
                  <a:lnTo>
                    <a:pt x="3962" y="6506"/>
                  </a:lnTo>
                  <a:lnTo>
                    <a:pt x="3885" y="6493"/>
                  </a:lnTo>
                  <a:lnTo>
                    <a:pt x="3821" y="6442"/>
                  </a:lnTo>
                  <a:lnTo>
                    <a:pt x="3809" y="6340"/>
                  </a:lnTo>
                  <a:lnTo>
                    <a:pt x="3770" y="6289"/>
                  </a:lnTo>
                  <a:lnTo>
                    <a:pt x="3770" y="6225"/>
                  </a:lnTo>
                  <a:lnTo>
                    <a:pt x="3745" y="6225"/>
                  </a:lnTo>
                  <a:lnTo>
                    <a:pt x="3732" y="6097"/>
                  </a:lnTo>
                  <a:lnTo>
                    <a:pt x="3758" y="6007"/>
                  </a:lnTo>
                  <a:lnTo>
                    <a:pt x="3770" y="5982"/>
                  </a:lnTo>
                  <a:lnTo>
                    <a:pt x="3745" y="5956"/>
                  </a:lnTo>
                  <a:lnTo>
                    <a:pt x="3706" y="5816"/>
                  </a:lnTo>
                  <a:lnTo>
                    <a:pt x="3719" y="5816"/>
                  </a:lnTo>
                  <a:lnTo>
                    <a:pt x="3719" y="5777"/>
                  </a:lnTo>
                  <a:lnTo>
                    <a:pt x="3655" y="5675"/>
                  </a:lnTo>
                  <a:lnTo>
                    <a:pt x="3706" y="5637"/>
                  </a:lnTo>
                  <a:lnTo>
                    <a:pt x="3681" y="5598"/>
                  </a:lnTo>
                  <a:lnTo>
                    <a:pt x="3617" y="5560"/>
                  </a:lnTo>
                  <a:lnTo>
                    <a:pt x="3617" y="5407"/>
                  </a:lnTo>
                  <a:lnTo>
                    <a:pt x="3591" y="5407"/>
                  </a:lnTo>
                  <a:lnTo>
                    <a:pt x="3528" y="5343"/>
                  </a:lnTo>
                  <a:lnTo>
                    <a:pt x="3425" y="5253"/>
                  </a:lnTo>
                  <a:lnTo>
                    <a:pt x="3387" y="5266"/>
                  </a:lnTo>
                  <a:lnTo>
                    <a:pt x="3425" y="5420"/>
                  </a:lnTo>
                  <a:lnTo>
                    <a:pt x="3515" y="5522"/>
                  </a:lnTo>
                  <a:lnTo>
                    <a:pt x="3476" y="5573"/>
                  </a:lnTo>
                  <a:lnTo>
                    <a:pt x="3400" y="5432"/>
                  </a:lnTo>
                  <a:lnTo>
                    <a:pt x="3361" y="5432"/>
                  </a:lnTo>
                  <a:lnTo>
                    <a:pt x="3349" y="5394"/>
                  </a:lnTo>
                  <a:lnTo>
                    <a:pt x="3374" y="5356"/>
                  </a:lnTo>
                  <a:lnTo>
                    <a:pt x="3349" y="5253"/>
                  </a:lnTo>
                  <a:lnTo>
                    <a:pt x="3297" y="5164"/>
                  </a:lnTo>
                  <a:lnTo>
                    <a:pt x="3297" y="5126"/>
                  </a:lnTo>
                  <a:lnTo>
                    <a:pt x="3361" y="5113"/>
                  </a:lnTo>
                  <a:lnTo>
                    <a:pt x="3361" y="5087"/>
                  </a:lnTo>
                  <a:lnTo>
                    <a:pt x="3157" y="4972"/>
                  </a:lnTo>
                  <a:lnTo>
                    <a:pt x="3157" y="4959"/>
                  </a:lnTo>
                  <a:lnTo>
                    <a:pt x="3182" y="4959"/>
                  </a:lnTo>
                  <a:lnTo>
                    <a:pt x="3144" y="4883"/>
                  </a:lnTo>
                  <a:lnTo>
                    <a:pt x="3106" y="4832"/>
                  </a:lnTo>
                  <a:lnTo>
                    <a:pt x="3106" y="4678"/>
                  </a:lnTo>
                  <a:lnTo>
                    <a:pt x="3055" y="4653"/>
                  </a:lnTo>
                  <a:lnTo>
                    <a:pt x="2978" y="4589"/>
                  </a:lnTo>
                  <a:lnTo>
                    <a:pt x="2927" y="4576"/>
                  </a:lnTo>
                  <a:lnTo>
                    <a:pt x="2901" y="4525"/>
                  </a:lnTo>
                  <a:lnTo>
                    <a:pt x="2850" y="4499"/>
                  </a:lnTo>
                  <a:lnTo>
                    <a:pt x="2850" y="4435"/>
                  </a:lnTo>
                  <a:lnTo>
                    <a:pt x="2812" y="4384"/>
                  </a:lnTo>
                  <a:lnTo>
                    <a:pt x="2837" y="4244"/>
                  </a:lnTo>
                  <a:lnTo>
                    <a:pt x="2812" y="4205"/>
                  </a:lnTo>
                  <a:lnTo>
                    <a:pt x="2812" y="4078"/>
                  </a:lnTo>
                  <a:lnTo>
                    <a:pt x="2773" y="4039"/>
                  </a:lnTo>
                  <a:lnTo>
                    <a:pt x="2748" y="4001"/>
                  </a:lnTo>
                  <a:lnTo>
                    <a:pt x="2773" y="3886"/>
                  </a:lnTo>
                  <a:lnTo>
                    <a:pt x="2735" y="3847"/>
                  </a:lnTo>
                  <a:lnTo>
                    <a:pt x="2646" y="3847"/>
                  </a:lnTo>
                  <a:lnTo>
                    <a:pt x="2607" y="3809"/>
                  </a:lnTo>
                  <a:lnTo>
                    <a:pt x="2569" y="3541"/>
                  </a:lnTo>
                  <a:lnTo>
                    <a:pt x="2556" y="3490"/>
                  </a:lnTo>
                  <a:lnTo>
                    <a:pt x="2467" y="3528"/>
                  </a:lnTo>
                  <a:lnTo>
                    <a:pt x="2441" y="3528"/>
                  </a:lnTo>
                  <a:lnTo>
                    <a:pt x="2454" y="3426"/>
                  </a:lnTo>
                  <a:lnTo>
                    <a:pt x="2390" y="3375"/>
                  </a:lnTo>
                  <a:lnTo>
                    <a:pt x="2365" y="3387"/>
                  </a:lnTo>
                  <a:lnTo>
                    <a:pt x="2365" y="3426"/>
                  </a:lnTo>
                  <a:lnTo>
                    <a:pt x="2339" y="3439"/>
                  </a:lnTo>
                  <a:lnTo>
                    <a:pt x="2301" y="3323"/>
                  </a:lnTo>
                  <a:lnTo>
                    <a:pt x="2313" y="3298"/>
                  </a:lnTo>
                  <a:lnTo>
                    <a:pt x="2326" y="3247"/>
                  </a:lnTo>
                  <a:lnTo>
                    <a:pt x="2237" y="3145"/>
                  </a:lnTo>
                  <a:lnTo>
                    <a:pt x="2249" y="3106"/>
                  </a:lnTo>
                  <a:lnTo>
                    <a:pt x="2198" y="3004"/>
                  </a:lnTo>
                  <a:lnTo>
                    <a:pt x="1981" y="2787"/>
                  </a:lnTo>
                  <a:lnTo>
                    <a:pt x="1840" y="2608"/>
                  </a:lnTo>
                  <a:lnTo>
                    <a:pt x="1828" y="2621"/>
                  </a:lnTo>
                  <a:lnTo>
                    <a:pt x="1751" y="2569"/>
                  </a:lnTo>
                  <a:lnTo>
                    <a:pt x="1751" y="2480"/>
                  </a:lnTo>
                  <a:lnTo>
                    <a:pt x="1713" y="2467"/>
                  </a:lnTo>
                  <a:lnTo>
                    <a:pt x="1700" y="2416"/>
                  </a:lnTo>
                  <a:lnTo>
                    <a:pt x="1649" y="2391"/>
                  </a:lnTo>
                  <a:lnTo>
                    <a:pt x="1610" y="2275"/>
                  </a:lnTo>
                  <a:lnTo>
                    <a:pt x="1585" y="2199"/>
                  </a:lnTo>
                  <a:lnTo>
                    <a:pt x="1598" y="2148"/>
                  </a:lnTo>
                  <a:lnTo>
                    <a:pt x="1636" y="1905"/>
                  </a:lnTo>
                  <a:lnTo>
                    <a:pt x="1598" y="1854"/>
                  </a:lnTo>
                  <a:lnTo>
                    <a:pt x="1610" y="1560"/>
                  </a:lnTo>
                  <a:lnTo>
                    <a:pt x="1534" y="1509"/>
                  </a:lnTo>
                  <a:lnTo>
                    <a:pt x="1534" y="1483"/>
                  </a:lnTo>
                  <a:lnTo>
                    <a:pt x="1547" y="1458"/>
                  </a:lnTo>
                  <a:lnTo>
                    <a:pt x="1508" y="1406"/>
                  </a:lnTo>
                  <a:lnTo>
                    <a:pt x="1547" y="1023"/>
                  </a:lnTo>
                  <a:lnTo>
                    <a:pt x="1623" y="959"/>
                  </a:lnTo>
                  <a:lnTo>
                    <a:pt x="1585" y="895"/>
                  </a:lnTo>
                  <a:lnTo>
                    <a:pt x="1585" y="818"/>
                  </a:lnTo>
                  <a:lnTo>
                    <a:pt x="1534" y="767"/>
                  </a:lnTo>
                  <a:lnTo>
                    <a:pt x="1534" y="729"/>
                  </a:lnTo>
                  <a:lnTo>
                    <a:pt x="1547" y="729"/>
                  </a:lnTo>
                  <a:lnTo>
                    <a:pt x="1687" y="857"/>
                  </a:lnTo>
                  <a:lnTo>
                    <a:pt x="1777" y="882"/>
                  </a:lnTo>
                  <a:lnTo>
                    <a:pt x="2045" y="1112"/>
                  </a:lnTo>
                  <a:lnTo>
                    <a:pt x="2147" y="1125"/>
                  </a:lnTo>
                  <a:lnTo>
                    <a:pt x="2211" y="1061"/>
                  </a:lnTo>
                  <a:lnTo>
                    <a:pt x="2211" y="1023"/>
                  </a:lnTo>
                  <a:lnTo>
                    <a:pt x="2237" y="1049"/>
                  </a:lnTo>
                  <a:lnTo>
                    <a:pt x="2275" y="1049"/>
                  </a:lnTo>
                  <a:lnTo>
                    <a:pt x="2428" y="1151"/>
                  </a:lnTo>
                  <a:lnTo>
                    <a:pt x="2416" y="1304"/>
                  </a:lnTo>
                  <a:lnTo>
                    <a:pt x="2710" y="1406"/>
                  </a:lnTo>
                  <a:lnTo>
                    <a:pt x="2773" y="1445"/>
                  </a:lnTo>
                  <a:lnTo>
                    <a:pt x="2799" y="1445"/>
                  </a:lnTo>
                  <a:lnTo>
                    <a:pt x="2812" y="1419"/>
                  </a:lnTo>
                  <a:lnTo>
                    <a:pt x="2837" y="1470"/>
                  </a:lnTo>
                  <a:lnTo>
                    <a:pt x="2825" y="1585"/>
                  </a:lnTo>
                  <a:lnTo>
                    <a:pt x="2799" y="1598"/>
                  </a:lnTo>
                  <a:lnTo>
                    <a:pt x="2799" y="1649"/>
                  </a:lnTo>
                  <a:lnTo>
                    <a:pt x="2761" y="1777"/>
                  </a:lnTo>
                  <a:lnTo>
                    <a:pt x="2773" y="1879"/>
                  </a:lnTo>
                  <a:lnTo>
                    <a:pt x="2914" y="2135"/>
                  </a:lnTo>
                  <a:lnTo>
                    <a:pt x="2927" y="2263"/>
                  </a:lnTo>
                  <a:lnTo>
                    <a:pt x="2965" y="2301"/>
                  </a:lnTo>
                  <a:lnTo>
                    <a:pt x="2978" y="2454"/>
                  </a:lnTo>
                  <a:lnTo>
                    <a:pt x="2978" y="2493"/>
                  </a:lnTo>
                  <a:lnTo>
                    <a:pt x="2952" y="2582"/>
                  </a:lnTo>
                  <a:lnTo>
                    <a:pt x="3016" y="2595"/>
                  </a:lnTo>
                  <a:lnTo>
                    <a:pt x="3080" y="2761"/>
                  </a:lnTo>
                  <a:lnTo>
                    <a:pt x="3182" y="2927"/>
                  </a:lnTo>
                  <a:lnTo>
                    <a:pt x="3182" y="2953"/>
                  </a:lnTo>
                  <a:lnTo>
                    <a:pt x="3221" y="2978"/>
                  </a:lnTo>
                  <a:lnTo>
                    <a:pt x="3144" y="3081"/>
                  </a:lnTo>
                  <a:lnTo>
                    <a:pt x="3182" y="3119"/>
                  </a:lnTo>
                  <a:lnTo>
                    <a:pt x="3234" y="3119"/>
                  </a:lnTo>
                  <a:lnTo>
                    <a:pt x="3259" y="3106"/>
                  </a:lnTo>
                  <a:lnTo>
                    <a:pt x="3336" y="3157"/>
                  </a:lnTo>
                  <a:lnTo>
                    <a:pt x="3310" y="3234"/>
                  </a:lnTo>
                  <a:lnTo>
                    <a:pt x="3336" y="3362"/>
                  </a:lnTo>
                  <a:lnTo>
                    <a:pt x="3336" y="3426"/>
                  </a:lnTo>
                  <a:lnTo>
                    <a:pt x="3323" y="3451"/>
                  </a:lnTo>
                  <a:lnTo>
                    <a:pt x="3349" y="3451"/>
                  </a:lnTo>
                  <a:lnTo>
                    <a:pt x="3413" y="3490"/>
                  </a:lnTo>
                  <a:lnTo>
                    <a:pt x="3438" y="3528"/>
                  </a:lnTo>
                  <a:lnTo>
                    <a:pt x="3515" y="3617"/>
                  </a:lnTo>
                  <a:lnTo>
                    <a:pt x="3464" y="3643"/>
                  </a:lnTo>
                  <a:lnTo>
                    <a:pt x="3566" y="3771"/>
                  </a:lnTo>
                  <a:lnTo>
                    <a:pt x="3643" y="3911"/>
                  </a:lnTo>
                  <a:lnTo>
                    <a:pt x="3809" y="4001"/>
                  </a:lnTo>
                  <a:lnTo>
                    <a:pt x="3796" y="4014"/>
                  </a:lnTo>
                  <a:lnTo>
                    <a:pt x="3847" y="4090"/>
                  </a:lnTo>
                  <a:lnTo>
                    <a:pt x="3847" y="4141"/>
                  </a:lnTo>
                  <a:lnTo>
                    <a:pt x="3898" y="4167"/>
                  </a:lnTo>
                  <a:lnTo>
                    <a:pt x="3962" y="4308"/>
                  </a:lnTo>
                  <a:lnTo>
                    <a:pt x="4064" y="4410"/>
                  </a:lnTo>
                  <a:lnTo>
                    <a:pt x="4128" y="4384"/>
                  </a:lnTo>
                  <a:lnTo>
                    <a:pt x="4154" y="4410"/>
                  </a:lnTo>
                  <a:lnTo>
                    <a:pt x="4141" y="4435"/>
                  </a:lnTo>
                  <a:lnTo>
                    <a:pt x="4218" y="4487"/>
                  </a:lnTo>
                  <a:lnTo>
                    <a:pt x="4205" y="4423"/>
                  </a:lnTo>
                  <a:lnTo>
                    <a:pt x="4243" y="4410"/>
                  </a:lnTo>
                  <a:lnTo>
                    <a:pt x="4243" y="4435"/>
                  </a:lnTo>
                  <a:lnTo>
                    <a:pt x="4397" y="4487"/>
                  </a:lnTo>
                  <a:lnTo>
                    <a:pt x="4435" y="4474"/>
                  </a:lnTo>
                  <a:lnTo>
                    <a:pt x="4473" y="4512"/>
                  </a:lnTo>
                  <a:lnTo>
                    <a:pt x="4422" y="4525"/>
                  </a:lnTo>
                  <a:lnTo>
                    <a:pt x="4409" y="4589"/>
                  </a:lnTo>
                  <a:lnTo>
                    <a:pt x="4448" y="4602"/>
                  </a:lnTo>
                  <a:lnTo>
                    <a:pt x="4409" y="4627"/>
                  </a:lnTo>
                  <a:lnTo>
                    <a:pt x="4397" y="4653"/>
                  </a:lnTo>
                  <a:lnTo>
                    <a:pt x="4371" y="4665"/>
                  </a:lnTo>
                  <a:lnTo>
                    <a:pt x="4409" y="4780"/>
                  </a:lnTo>
                  <a:lnTo>
                    <a:pt x="4409" y="4819"/>
                  </a:lnTo>
                  <a:lnTo>
                    <a:pt x="4435" y="4870"/>
                  </a:lnTo>
                  <a:lnTo>
                    <a:pt x="4435" y="4908"/>
                  </a:lnTo>
                  <a:lnTo>
                    <a:pt x="4461" y="4908"/>
                  </a:lnTo>
                  <a:lnTo>
                    <a:pt x="4486" y="4972"/>
                  </a:lnTo>
                  <a:lnTo>
                    <a:pt x="4461" y="4972"/>
                  </a:lnTo>
                  <a:lnTo>
                    <a:pt x="4461" y="4985"/>
                  </a:lnTo>
                  <a:lnTo>
                    <a:pt x="4524" y="5023"/>
                  </a:lnTo>
                  <a:lnTo>
                    <a:pt x="4588" y="5113"/>
                  </a:lnTo>
                  <a:lnTo>
                    <a:pt x="4614" y="5113"/>
                  </a:lnTo>
                  <a:lnTo>
                    <a:pt x="4754" y="5177"/>
                  </a:lnTo>
                  <a:lnTo>
                    <a:pt x="4818" y="5202"/>
                  </a:lnTo>
                  <a:lnTo>
                    <a:pt x="4818" y="5189"/>
                  </a:lnTo>
                  <a:lnTo>
                    <a:pt x="4882" y="5228"/>
                  </a:lnTo>
                  <a:lnTo>
                    <a:pt x="4870" y="5279"/>
                  </a:lnTo>
                  <a:lnTo>
                    <a:pt x="4857" y="5292"/>
                  </a:lnTo>
                  <a:lnTo>
                    <a:pt x="4882" y="5317"/>
                  </a:lnTo>
                  <a:lnTo>
                    <a:pt x="4946" y="5496"/>
                  </a:lnTo>
                  <a:lnTo>
                    <a:pt x="5036" y="5573"/>
                  </a:lnTo>
                  <a:lnTo>
                    <a:pt x="5087" y="5547"/>
                  </a:lnTo>
                  <a:lnTo>
                    <a:pt x="5176" y="5560"/>
                  </a:lnTo>
                  <a:lnTo>
                    <a:pt x="5176" y="5560"/>
                  </a:lnTo>
                  <a:lnTo>
                    <a:pt x="5163" y="5547"/>
                  </a:lnTo>
                  <a:lnTo>
                    <a:pt x="5189" y="5522"/>
                  </a:lnTo>
                  <a:lnTo>
                    <a:pt x="5215" y="5547"/>
                  </a:lnTo>
                  <a:lnTo>
                    <a:pt x="5202" y="5573"/>
                  </a:lnTo>
                  <a:lnTo>
                    <a:pt x="5240" y="5573"/>
                  </a:lnTo>
                  <a:lnTo>
                    <a:pt x="5368" y="5752"/>
                  </a:lnTo>
                  <a:lnTo>
                    <a:pt x="5355" y="5880"/>
                  </a:lnTo>
                  <a:lnTo>
                    <a:pt x="5406" y="5867"/>
                  </a:lnTo>
                  <a:lnTo>
                    <a:pt x="5394" y="5880"/>
                  </a:lnTo>
                  <a:lnTo>
                    <a:pt x="5368" y="5905"/>
                  </a:lnTo>
                  <a:lnTo>
                    <a:pt x="5330" y="6046"/>
                  </a:lnTo>
                  <a:lnTo>
                    <a:pt x="5317" y="6007"/>
                  </a:lnTo>
                  <a:lnTo>
                    <a:pt x="5330" y="5944"/>
                  </a:lnTo>
                  <a:lnTo>
                    <a:pt x="5291" y="6007"/>
                  </a:lnTo>
                  <a:lnTo>
                    <a:pt x="5202" y="6174"/>
                  </a:lnTo>
                  <a:lnTo>
                    <a:pt x="5176" y="6237"/>
                  </a:lnTo>
                  <a:lnTo>
                    <a:pt x="5202" y="6301"/>
                  </a:lnTo>
                  <a:lnTo>
                    <a:pt x="5176" y="6352"/>
                  </a:lnTo>
                  <a:lnTo>
                    <a:pt x="5202" y="6365"/>
                  </a:lnTo>
                  <a:lnTo>
                    <a:pt x="5215" y="6442"/>
                  </a:lnTo>
                  <a:lnTo>
                    <a:pt x="5202" y="6468"/>
                  </a:lnTo>
                  <a:lnTo>
                    <a:pt x="5304" y="6480"/>
                  </a:lnTo>
                  <a:lnTo>
                    <a:pt x="5368" y="6557"/>
                  </a:lnTo>
                  <a:lnTo>
                    <a:pt x="5406" y="6544"/>
                  </a:lnTo>
                  <a:lnTo>
                    <a:pt x="5483" y="6531"/>
                  </a:lnTo>
                  <a:lnTo>
                    <a:pt x="5509" y="6493"/>
                  </a:lnTo>
                  <a:lnTo>
                    <a:pt x="5547" y="6480"/>
                  </a:lnTo>
                  <a:lnTo>
                    <a:pt x="5624" y="6404"/>
                  </a:lnTo>
                  <a:lnTo>
                    <a:pt x="5624" y="6404"/>
                  </a:lnTo>
                  <a:lnTo>
                    <a:pt x="5572" y="6506"/>
                  </a:lnTo>
                  <a:lnTo>
                    <a:pt x="5509" y="6583"/>
                  </a:lnTo>
                  <a:lnTo>
                    <a:pt x="5496" y="6557"/>
                  </a:lnTo>
                  <a:lnTo>
                    <a:pt x="5419" y="6570"/>
                  </a:lnTo>
                  <a:lnTo>
                    <a:pt x="5445" y="6621"/>
                  </a:lnTo>
                  <a:lnTo>
                    <a:pt x="5483" y="6646"/>
                  </a:lnTo>
                  <a:lnTo>
                    <a:pt x="5483" y="6621"/>
                  </a:lnTo>
                  <a:lnTo>
                    <a:pt x="5534" y="6634"/>
                  </a:lnTo>
                  <a:lnTo>
                    <a:pt x="5572" y="6646"/>
                  </a:lnTo>
                  <a:lnTo>
                    <a:pt x="5585" y="6608"/>
                  </a:lnTo>
                  <a:lnTo>
                    <a:pt x="5611" y="6570"/>
                  </a:lnTo>
                  <a:lnTo>
                    <a:pt x="5675" y="6608"/>
                  </a:lnTo>
                  <a:lnTo>
                    <a:pt x="5687" y="6685"/>
                  </a:lnTo>
                  <a:lnTo>
                    <a:pt x="5726" y="6723"/>
                  </a:lnTo>
                  <a:lnTo>
                    <a:pt x="5751" y="6749"/>
                  </a:lnTo>
                  <a:lnTo>
                    <a:pt x="5700" y="6761"/>
                  </a:lnTo>
                  <a:lnTo>
                    <a:pt x="5751" y="6774"/>
                  </a:lnTo>
                  <a:lnTo>
                    <a:pt x="5828" y="6800"/>
                  </a:lnTo>
                  <a:lnTo>
                    <a:pt x="5943" y="6889"/>
                  </a:lnTo>
                  <a:lnTo>
                    <a:pt x="5943" y="6953"/>
                  </a:lnTo>
                  <a:lnTo>
                    <a:pt x="5956" y="6979"/>
                  </a:lnTo>
                  <a:lnTo>
                    <a:pt x="5981" y="6928"/>
                  </a:lnTo>
                  <a:lnTo>
                    <a:pt x="6020" y="6953"/>
                  </a:lnTo>
                  <a:lnTo>
                    <a:pt x="6084" y="6953"/>
                  </a:lnTo>
                  <a:lnTo>
                    <a:pt x="6122" y="7004"/>
                  </a:lnTo>
                  <a:lnTo>
                    <a:pt x="6148" y="7004"/>
                  </a:lnTo>
                  <a:lnTo>
                    <a:pt x="6237" y="7055"/>
                  </a:lnTo>
                  <a:lnTo>
                    <a:pt x="6224" y="7081"/>
                  </a:lnTo>
                  <a:lnTo>
                    <a:pt x="6173" y="7081"/>
                  </a:lnTo>
                  <a:lnTo>
                    <a:pt x="6173" y="7043"/>
                  </a:lnTo>
                  <a:lnTo>
                    <a:pt x="6122" y="7043"/>
                  </a:lnTo>
                  <a:lnTo>
                    <a:pt x="6135" y="7081"/>
                  </a:lnTo>
                  <a:lnTo>
                    <a:pt x="6109" y="7107"/>
                  </a:lnTo>
                  <a:lnTo>
                    <a:pt x="6033" y="7004"/>
                  </a:lnTo>
                  <a:lnTo>
                    <a:pt x="6007" y="7004"/>
                  </a:lnTo>
                  <a:lnTo>
                    <a:pt x="6084" y="7081"/>
                  </a:lnTo>
                  <a:lnTo>
                    <a:pt x="6096" y="7170"/>
                  </a:lnTo>
                  <a:lnTo>
                    <a:pt x="6135" y="7247"/>
                  </a:lnTo>
                  <a:lnTo>
                    <a:pt x="6186" y="7260"/>
                  </a:lnTo>
                  <a:lnTo>
                    <a:pt x="6211" y="7183"/>
                  </a:lnTo>
                  <a:lnTo>
                    <a:pt x="6211" y="7119"/>
                  </a:lnTo>
                  <a:lnTo>
                    <a:pt x="6250" y="7132"/>
                  </a:lnTo>
                  <a:lnTo>
                    <a:pt x="6224" y="7183"/>
                  </a:lnTo>
                  <a:lnTo>
                    <a:pt x="6224" y="7247"/>
                  </a:lnTo>
                  <a:lnTo>
                    <a:pt x="6186" y="7298"/>
                  </a:lnTo>
                  <a:lnTo>
                    <a:pt x="6211" y="7337"/>
                  </a:lnTo>
                  <a:lnTo>
                    <a:pt x="6224" y="7400"/>
                  </a:lnTo>
                  <a:lnTo>
                    <a:pt x="6352" y="7516"/>
                  </a:lnTo>
                  <a:lnTo>
                    <a:pt x="6365" y="7516"/>
                  </a:lnTo>
                  <a:lnTo>
                    <a:pt x="6275" y="7426"/>
                  </a:lnTo>
                  <a:lnTo>
                    <a:pt x="6288" y="7413"/>
                  </a:lnTo>
                  <a:lnTo>
                    <a:pt x="6416" y="7516"/>
                  </a:lnTo>
                  <a:lnTo>
                    <a:pt x="6429" y="7541"/>
                  </a:lnTo>
                  <a:lnTo>
                    <a:pt x="6467" y="7554"/>
                  </a:lnTo>
                  <a:lnTo>
                    <a:pt x="6518" y="7592"/>
                  </a:lnTo>
                  <a:lnTo>
                    <a:pt x="6557" y="7567"/>
                  </a:lnTo>
                  <a:lnTo>
                    <a:pt x="6557" y="7528"/>
                  </a:lnTo>
                  <a:lnTo>
                    <a:pt x="6582" y="7528"/>
                  </a:lnTo>
                  <a:lnTo>
                    <a:pt x="6608" y="7656"/>
                  </a:lnTo>
                  <a:lnTo>
                    <a:pt x="6582" y="7669"/>
                  </a:lnTo>
                  <a:lnTo>
                    <a:pt x="6390" y="7528"/>
                  </a:lnTo>
                  <a:lnTo>
                    <a:pt x="6390" y="7554"/>
                  </a:lnTo>
                  <a:lnTo>
                    <a:pt x="6582" y="7694"/>
                  </a:lnTo>
                  <a:lnTo>
                    <a:pt x="6684" y="7809"/>
                  </a:lnTo>
                  <a:lnTo>
                    <a:pt x="7029" y="8129"/>
                  </a:lnTo>
                  <a:lnTo>
                    <a:pt x="7132" y="8346"/>
                  </a:lnTo>
                  <a:lnTo>
                    <a:pt x="7183" y="8385"/>
                  </a:lnTo>
                  <a:lnTo>
                    <a:pt x="7234" y="8461"/>
                  </a:lnTo>
                  <a:lnTo>
                    <a:pt x="7285" y="8512"/>
                  </a:lnTo>
                  <a:lnTo>
                    <a:pt x="7336" y="8576"/>
                  </a:lnTo>
                  <a:lnTo>
                    <a:pt x="7375" y="8691"/>
                  </a:lnTo>
                  <a:lnTo>
                    <a:pt x="7477" y="8819"/>
                  </a:lnTo>
                  <a:lnTo>
                    <a:pt x="7541" y="8857"/>
                  </a:lnTo>
                  <a:lnTo>
                    <a:pt x="7668" y="9049"/>
                  </a:lnTo>
                  <a:lnTo>
                    <a:pt x="7707" y="9062"/>
                  </a:lnTo>
                  <a:lnTo>
                    <a:pt x="7860" y="9215"/>
                  </a:lnTo>
                  <a:lnTo>
                    <a:pt x="7911" y="9343"/>
                  </a:lnTo>
                  <a:lnTo>
                    <a:pt x="7924" y="9369"/>
                  </a:lnTo>
                  <a:lnTo>
                    <a:pt x="7962" y="9381"/>
                  </a:lnTo>
                  <a:lnTo>
                    <a:pt x="7924" y="9407"/>
                  </a:lnTo>
                  <a:lnTo>
                    <a:pt x="7962" y="9471"/>
                  </a:lnTo>
                  <a:lnTo>
                    <a:pt x="7962" y="9688"/>
                  </a:lnTo>
                  <a:lnTo>
                    <a:pt x="7962" y="9816"/>
                  </a:lnTo>
                  <a:lnTo>
                    <a:pt x="8103" y="10046"/>
                  </a:lnTo>
                  <a:lnTo>
                    <a:pt x="8116" y="10123"/>
                  </a:lnTo>
                  <a:lnTo>
                    <a:pt x="8244" y="10212"/>
                  </a:lnTo>
                  <a:lnTo>
                    <a:pt x="8295" y="10212"/>
                  </a:lnTo>
                  <a:lnTo>
                    <a:pt x="8308" y="10289"/>
                  </a:lnTo>
                  <a:lnTo>
                    <a:pt x="8269" y="10314"/>
                  </a:lnTo>
                  <a:lnTo>
                    <a:pt x="8269" y="10391"/>
                  </a:lnTo>
                  <a:lnTo>
                    <a:pt x="8269" y="10545"/>
                  </a:lnTo>
                  <a:lnTo>
                    <a:pt x="8256" y="10608"/>
                  </a:lnTo>
                  <a:lnTo>
                    <a:pt x="8218" y="10634"/>
                  </a:lnTo>
                  <a:lnTo>
                    <a:pt x="8192" y="10647"/>
                  </a:lnTo>
                  <a:lnTo>
                    <a:pt x="8167" y="10685"/>
                  </a:lnTo>
                  <a:lnTo>
                    <a:pt x="8090" y="10775"/>
                  </a:lnTo>
                  <a:lnTo>
                    <a:pt x="8065" y="10826"/>
                  </a:lnTo>
                  <a:lnTo>
                    <a:pt x="8039" y="10826"/>
                  </a:lnTo>
                  <a:lnTo>
                    <a:pt x="8001" y="10851"/>
                  </a:lnTo>
                  <a:lnTo>
                    <a:pt x="8039" y="10851"/>
                  </a:lnTo>
                  <a:lnTo>
                    <a:pt x="8103" y="10877"/>
                  </a:lnTo>
                  <a:lnTo>
                    <a:pt x="8116" y="10864"/>
                  </a:lnTo>
                  <a:lnTo>
                    <a:pt x="8180" y="10851"/>
                  </a:lnTo>
                  <a:lnTo>
                    <a:pt x="8231" y="10941"/>
                  </a:lnTo>
                  <a:lnTo>
                    <a:pt x="8244" y="11030"/>
                  </a:lnTo>
                  <a:lnTo>
                    <a:pt x="8180" y="11094"/>
                  </a:lnTo>
                  <a:lnTo>
                    <a:pt x="7988" y="11107"/>
                  </a:lnTo>
                  <a:lnTo>
                    <a:pt x="7899" y="11145"/>
                  </a:lnTo>
                  <a:lnTo>
                    <a:pt x="7873" y="11184"/>
                  </a:lnTo>
                  <a:lnTo>
                    <a:pt x="7988" y="11350"/>
                  </a:lnTo>
                  <a:lnTo>
                    <a:pt x="7988" y="11477"/>
                  </a:lnTo>
                  <a:lnTo>
                    <a:pt x="8039" y="11567"/>
                  </a:lnTo>
                  <a:lnTo>
                    <a:pt x="8141" y="11708"/>
                  </a:lnTo>
                  <a:lnTo>
                    <a:pt x="8231" y="11874"/>
                  </a:lnTo>
                  <a:lnTo>
                    <a:pt x="8308" y="11912"/>
                  </a:lnTo>
                  <a:lnTo>
                    <a:pt x="8359" y="11989"/>
                  </a:lnTo>
                  <a:lnTo>
                    <a:pt x="8359" y="12027"/>
                  </a:lnTo>
                  <a:lnTo>
                    <a:pt x="8384" y="12053"/>
                  </a:lnTo>
                  <a:lnTo>
                    <a:pt x="8371" y="12078"/>
                  </a:lnTo>
                  <a:lnTo>
                    <a:pt x="8461" y="12155"/>
                  </a:lnTo>
                  <a:lnTo>
                    <a:pt x="8512" y="12168"/>
                  </a:lnTo>
                  <a:lnTo>
                    <a:pt x="8538" y="12155"/>
                  </a:lnTo>
                  <a:lnTo>
                    <a:pt x="8576" y="12180"/>
                  </a:lnTo>
                  <a:lnTo>
                    <a:pt x="8550" y="12206"/>
                  </a:lnTo>
                  <a:lnTo>
                    <a:pt x="8550" y="12232"/>
                  </a:lnTo>
                  <a:lnTo>
                    <a:pt x="8640" y="12219"/>
                  </a:lnTo>
                  <a:lnTo>
                    <a:pt x="8640" y="12244"/>
                  </a:lnTo>
                  <a:lnTo>
                    <a:pt x="8755" y="12308"/>
                  </a:lnTo>
                  <a:lnTo>
                    <a:pt x="8857" y="12334"/>
                  </a:lnTo>
                  <a:lnTo>
                    <a:pt x="8934" y="12334"/>
                  </a:lnTo>
                  <a:lnTo>
                    <a:pt x="8959" y="12372"/>
                  </a:lnTo>
                  <a:lnTo>
                    <a:pt x="8947" y="12423"/>
                  </a:lnTo>
                  <a:lnTo>
                    <a:pt x="9189" y="12513"/>
                  </a:lnTo>
                  <a:lnTo>
                    <a:pt x="9445" y="12730"/>
                  </a:lnTo>
                  <a:lnTo>
                    <a:pt x="9471" y="12807"/>
                  </a:lnTo>
                  <a:lnTo>
                    <a:pt x="9662" y="13024"/>
                  </a:lnTo>
                  <a:lnTo>
                    <a:pt x="10084" y="13190"/>
                  </a:lnTo>
                  <a:lnTo>
                    <a:pt x="10161" y="13216"/>
                  </a:lnTo>
                  <a:lnTo>
                    <a:pt x="10237" y="13267"/>
                  </a:lnTo>
                  <a:lnTo>
                    <a:pt x="10327" y="13280"/>
                  </a:lnTo>
                  <a:lnTo>
                    <a:pt x="10595" y="13356"/>
                  </a:lnTo>
                  <a:lnTo>
                    <a:pt x="10659" y="13395"/>
                  </a:lnTo>
                  <a:lnTo>
                    <a:pt x="10736" y="13331"/>
                  </a:lnTo>
                  <a:lnTo>
                    <a:pt x="10813" y="13331"/>
                  </a:lnTo>
                  <a:lnTo>
                    <a:pt x="10991" y="13446"/>
                  </a:lnTo>
                  <a:lnTo>
                    <a:pt x="11017" y="13484"/>
                  </a:lnTo>
                  <a:lnTo>
                    <a:pt x="11119" y="13612"/>
                  </a:lnTo>
                  <a:lnTo>
                    <a:pt x="11132" y="13637"/>
                  </a:lnTo>
                  <a:lnTo>
                    <a:pt x="11132" y="13663"/>
                  </a:lnTo>
                  <a:lnTo>
                    <a:pt x="11183" y="13650"/>
                  </a:lnTo>
                  <a:lnTo>
                    <a:pt x="11247" y="13663"/>
                  </a:lnTo>
                  <a:lnTo>
                    <a:pt x="11273" y="13740"/>
                  </a:lnTo>
                  <a:lnTo>
                    <a:pt x="11579" y="13919"/>
                  </a:lnTo>
                  <a:lnTo>
                    <a:pt x="11592" y="13957"/>
                  </a:lnTo>
                  <a:lnTo>
                    <a:pt x="12270" y="14225"/>
                  </a:lnTo>
                  <a:lnTo>
                    <a:pt x="12461" y="14264"/>
                  </a:lnTo>
                  <a:lnTo>
                    <a:pt x="12525" y="14328"/>
                  </a:lnTo>
                  <a:lnTo>
                    <a:pt x="12538" y="14302"/>
                  </a:lnTo>
                  <a:lnTo>
                    <a:pt x="12551" y="14302"/>
                  </a:lnTo>
                  <a:lnTo>
                    <a:pt x="12563" y="14366"/>
                  </a:lnTo>
                  <a:lnTo>
                    <a:pt x="12589" y="14366"/>
                  </a:lnTo>
                  <a:lnTo>
                    <a:pt x="12742" y="14443"/>
                  </a:lnTo>
                  <a:lnTo>
                    <a:pt x="12972" y="14455"/>
                  </a:lnTo>
                  <a:lnTo>
                    <a:pt x="13087" y="14494"/>
                  </a:lnTo>
                  <a:lnTo>
                    <a:pt x="13279" y="14545"/>
                  </a:lnTo>
                  <a:lnTo>
                    <a:pt x="13381" y="14583"/>
                  </a:lnTo>
                  <a:lnTo>
                    <a:pt x="13381" y="14558"/>
                  </a:lnTo>
                  <a:lnTo>
                    <a:pt x="13458" y="14545"/>
                  </a:lnTo>
                  <a:lnTo>
                    <a:pt x="13637" y="14762"/>
                  </a:lnTo>
                  <a:lnTo>
                    <a:pt x="13701" y="14800"/>
                  </a:lnTo>
                  <a:lnTo>
                    <a:pt x="13829" y="14813"/>
                  </a:lnTo>
                  <a:lnTo>
                    <a:pt x="13944" y="14826"/>
                  </a:lnTo>
                  <a:lnTo>
                    <a:pt x="13969" y="14864"/>
                  </a:lnTo>
                  <a:lnTo>
                    <a:pt x="14046" y="14890"/>
                  </a:lnTo>
                  <a:lnTo>
                    <a:pt x="14187" y="14979"/>
                  </a:lnTo>
                  <a:lnTo>
                    <a:pt x="14302" y="15056"/>
                  </a:lnTo>
                  <a:lnTo>
                    <a:pt x="14378" y="15056"/>
                  </a:lnTo>
                  <a:lnTo>
                    <a:pt x="14391" y="15043"/>
                  </a:lnTo>
                  <a:lnTo>
                    <a:pt x="14404" y="15030"/>
                  </a:lnTo>
                  <a:lnTo>
                    <a:pt x="14417" y="15056"/>
                  </a:lnTo>
                  <a:lnTo>
                    <a:pt x="14519" y="15056"/>
                  </a:lnTo>
                  <a:lnTo>
                    <a:pt x="14800" y="15069"/>
                  </a:lnTo>
                  <a:lnTo>
                    <a:pt x="14902" y="15146"/>
                  </a:lnTo>
                  <a:lnTo>
                    <a:pt x="15056" y="15235"/>
                  </a:lnTo>
                  <a:lnTo>
                    <a:pt x="15171" y="15248"/>
                  </a:lnTo>
                  <a:lnTo>
                    <a:pt x="15362" y="15286"/>
                  </a:lnTo>
                  <a:lnTo>
                    <a:pt x="15388" y="15261"/>
                  </a:lnTo>
                  <a:lnTo>
                    <a:pt x="15605" y="15248"/>
                  </a:lnTo>
                  <a:lnTo>
                    <a:pt x="15823" y="15120"/>
                  </a:lnTo>
                  <a:lnTo>
                    <a:pt x="15938" y="15082"/>
                  </a:lnTo>
                  <a:lnTo>
                    <a:pt x="16001" y="15030"/>
                  </a:lnTo>
                  <a:lnTo>
                    <a:pt x="16270" y="14941"/>
                  </a:lnTo>
                  <a:lnTo>
                    <a:pt x="16270" y="14890"/>
                  </a:lnTo>
                  <a:lnTo>
                    <a:pt x="16398" y="14839"/>
                  </a:lnTo>
                  <a:lnTo>
                    <a:pt x="16423" y="14788"/>
                  </a:lnTo>
                  <a:lnTo>
                    <a:pt x="16551" y="14762"/>
                  </a:lnTo>
                  <a:lnTo>
                    <a:pt x="16615" y="14737"/>
                  </a:lnTo>
                  <a:lnTo>
                    <a:pt x="16756" y="14762"/>
                  </a:lnTo>
                  <a:lnTo>
                    <a:pt x="16768" y="14737"/>
                  </a:lnTo>
                  <a:lnTo>
                    <a:pt x="16679" y="14724"/>
                  </a:lnTo>
                  <a:lnTo>
                    <a:pt x="16730" y="14685"/>
                  </a:lnTo>
                  <a:lnTo>
                    <a:pt x="16756" y="14660"/>
                  </a:lnTo>
                  <a:lnTo>
                    <a:pt x="16845" y="14609"/>
                  </a:lnTo>
                  <a:lnTo>
                    <a:pt x="16896" y="14647"/>
                  </a:lnTo>
                  <a:lnTo>
                    <a:pt x="16845" y="14698"/>
                  </a:lnTo>
                  <a:lnTo>
                    <a:pt x="16781" y="14737"/>
                  </a:lnTo>
                  <a:lnTo>
                    <a:pt x="16794" y="14762"/>
                  </a:lnTo>
                  <a:lnTo>
                    <a:pt x="16998" y="14749"/>
                  </a:lnTo>
                  <a:lnTo>
                    <a:pt x="17101" y="14775"/>
                  </a:lnTo>
                  <a:lnTo>
                    <a:pt x="17267" y="14826"/>
                  </a:lnTo>
                  <a:lnTo>
                    <a:pt x="17407" y="14890"/>
                  </a:lnTo>
                  <a:lnTo>
                    <a:pt x="17420" y="14877"/>
                  </a:lnTo>
                  <a:lnTo>
                    <a:pt x="17369" y="14852"/>
                  </a:lnTo>
                  <a:lnTo>
                    <a:pt x="17331" y="14813"/>
                  </a:lnTo>
                  <a:lnTo>
                    <a:pt x="17254" y="14800"/>
                  </a:lnTo>
                  <a:lnTo>
                    <a:pt x="17177" y="14749"/>
                  </a:lnTo>
                  <a:lnTo>
                    <a:pt x="17088" y="14749"/>
                  </a:lnTo>
                  <a:lnTo>
                    <a:pt x="17011" y="14724"/>
                  </a:lnTo>
                  <a:lnTo>
                    <a:pt x="17037" y="14660"/>
                  </a:lnTo>
                  <a:lnTo>
                    <a:pt x="17088" y="14647"/>
                  </a:lnTo>
                  <a:lnTo>
                    <a:pt x="17126" y="14711"/>
                  </a:lnTo>
                  <a:lnTo>
                    <a:pt x="17203" y="14724"/>
                  </a:lnTo>
                  <a:lnTo>
                    <a:pt x="17280" y="14698"/>
                  </a:lnTo>
                  <a:lnTo>
                    <a:pt x="17305" y="14762"/>
                  </a:lnTo>
                  <a:lnTo>
                    <a:pt x="17356" y="14800"/>
                  </a:lnTo>
                  <a:lnTo>
                    <a:pt x="17471" y="14826"/>
                  </a:lnTo>
                  <a:lnTo>
                    <a:pt x="17510" y="14890"/>
                  </a:lnTo>
                  <a:lnTo>
                    <a:pt x="17446" y="14877"/>
                  </a:lnTo>
                  <a:lnTo>
                    <a:pt x="17458" y="14903"/>
                  </a:lnTo>
                  <a:lnTo>
                    <a:pt x="17752" y="15069"/>
                  </a:lnTo>
                  <a:lnTo>
                    <a:pt x="18034" y="15286"/>
                  </a:lnTo>
                  <a:lnTo>
                    <a:pt x="18059" y="15286"/>
                  </a:lnTo>
                  <a:lnTo>
                    <a:pt x="18340" y="15529"/>
                  </a:lnTo>
                  <a:lnTo>
                    <a:pt x="18379" y="15542"/>
                  </a:lnTo>
                  <a:lnTo>
                    <a:pt x="18430" y="15542"/>
                  </a:lnTo>
                  <a:lnTo>
                    <a:pt x="18443" y="15593"/>
                  </a:lnTo>
                  <a:lnTo>
                    <a:pt x="18417" y="15567"/>
                  </a:lnTo>
                  <a:lnTo>
                    <a:pt x="18391" y="15567"/>
                  </a:lnTo>
                  <a:lnTo>
                    <a:pt x="18634" y="15810"/>
                  </a:lnTo>
                  <a:lnTo>
                    <a:pt x="19030" y="15171"/>
                  </a:lnTo>
                  <a:lnTo>
                    <a:pt x="19989" y="14647"/>
                  </a:lnTo>
                  <a:lnTo>
                    <a:pt x="20309" y="14391"/>
                  </a:lnTo>
                  <a:lnTo>
                    <a:pt x="19976" y="14072"/>
                  </a:lnTo>
                  <a:lnTo>
                    <a:pt x="19785" y="13663"/>
                  </a:lnTo>
                  <a:lnTo>
                    <a:pt x="20040" y="13433"/>
                  </a:lnTo>
                  <a:lnTo>
                    <a:pt x="19925" y="13190"/>
                  </a:lnTo>
                  <a:lnTo>
                    <a:pt x="20168" y="12986"/>
                  </a:lnTo>
                  <a:lnTo>
                    <a:pt x="21446" y="13203"/>
                  </a:lnTo>
                  <a:lnTo>
                    <a:pt x="21689" y="13203"/>
                  </a:lnTo>
                  <a:lnTo>
                    <a:pt x="21970" y="12526"/>
                  </a:lnTo>
                  <a:lnTo>
                    <a:pt x="22187" y="12538"/>
                  </a:lnTo>
                  <a:lnTo>
                    <a:pt x="22187" y="12449"/>
                  </a:lnTo>
                  <a:lnTo>
                    <a:pt x="22226" y="12500"/>
                  </a:lnTo>
                  <a:lnTo>
                    <a:pt x="22226" y="12538"/>
                  </a:lnTo>
                  <a:lnTo>
                    <a:pt x="22264" y="12538"/>
                  </a:lnTo>
                  <a:lnTo>
                    <a:pt x="22264" y="12513"/>
                  </a:lnTo>
                  <a:lnTo>
                    <a:pt x="22315" y="12436"/>
                  </a:lnTo>
                  <a:lnTo>
                    <a:pt x="22341" y="12193"/>
                  </a:lnTo>
                  <a:lnTo>
                    <a:pt x="22379" y="12129"/>
                  </a:lnTo>
                  <a:lnTo>
                    <a:pt x="22405" y="11861"/>
                  </a:lnTo>
                  <a:lnTo>
                    <a:pt x="22430" y="11797"/>
                  </a:lnTo>
                  <a:lnTo>
                    <a:pt x="22430" y="11682"/>
                  </a:lnTo>
                  <a:lnTo>
                    <a:pt x="22468" y="11618"/>
                  </a:lnTo>
                  <a:lnTo>
                    <a:pt x="22468" y="11618"/>
                  </a:lnTo>
                  <a:lnTo>
                    <a:pt x="22392" y="11631"/>
                  </a:lnTo>
                  <a:lnTo>
                    <a:pt x="22341" y="11733"/>
                  </a:lnTo>
                  <a:lnTo>
                    <a:pt x="22315" y="11682"/>
                  </a:lnTo>
                  <a:lnTo>
                    <a:pt x="22328" y="11580"/>
                  </a:lnTo>
                  <a:lnTo>
                    <a:pt x="22392" y="11541"/>
                  </a:lnTo>
                  <a:lnTo>
                    <a:pt x="22405" y="11567"/>
                  </a:lnTo>
                  <a:lnTo>
                    <a:pt x="22468" y="11503"/>
                  </a:lnTo>
                  <a:lnTo>
                    <a:pt x="22507" y="11401"/>
                  </a:lnTo>
                  <a:lnTo>
                    <a:pt x="22456" y="11401"/>
                  </a:lnTo>
                  <a:lnTo>
                    <a:pt x="22417" y="11388"/>
                  </a:lnTo>
                  <a:lnTo>
                    <a:pt x="22430" y="11414"/>
                  </a:lnTo>
                  <a:lnTo>
                    <a:pt x="22430" y="11439"/>
                  </a:lnTo>
                  <a:lnTo>
                    <a:pt x="22366" y="11426"/>
                  </a:lnTo>
                  <a:lnTo>
                    <a:pt x="22277" y="11452"/>
                  </a:lnTo>
                  <a:lnTo>
                    <a:pt x="22226" y="11388"/>
                  </a:lnTo>
                  <a:lnTo>
                    <a:pt x="22238" y="11337"/>
                  </a:lnTo>
                  <a:lnTo>
                    <a:pt x="22277" y="11337"/>
                  </a:lnTo>
                  <a:lnTo>
                    <a:pt x="22290" y="11375"/>
                  </a:lnTo>
                  <a:lnTo>
                    <a:pt x="22341" y="11222"/>
                  </a:lnTo>
                  <a:lnTo>
                    <a:pt x="22379" y="11209"/>
                  </a:lnTo>
                  <a:lnTo>
                    <a:pt x="22443" y="11171"/>
                  </a:lnTo>
                  <a:lnTo>
                    <a:pt x="22456" y="11120"/>
                  </a:lnTo>
                  <a:lnTo>
                    <a:pt x="22417" y="11081"/>
                  </a:lnTo>
                  <a:lnTo>
                    <a:pt x="22417" y="10928"/>
                  </a:lnTo>
                  <a:lnTo>
                    <a:pt x="22417" y="10838"/>
                  </a:lnTo>
                  <a:lnTo>
                    <a:pt x="22456" y="10826"/>
                  </a:lnTo>
                  <a:lnTo>
                    <a:pt x="22468" y="10775"/>
                  </a:lnTo>
                  <a:lnTo>
                    <a:pt x="22558" y="10583"/>
                  </a:lnTo>
                  <a:lnTo>
                    <a:pt x="22635" y="10519"/>
                  </a:lnTo>
                  <a:lnTo>
                    <a:pt x="22814" y="10289"/>
                  </a:lnTo>
                  <a:lnTo>
                    <a:pt x="22839" y="10110"/>
                  </a:lnTo>
                  <a:lnTo>
                    <a:pt x="22865" y="10097"/>
                  </a:lnTo>
                  <a:lnTo>
                    <a:pt x="22877" y="9982"/>
                  </a:lnTo>
                  <a:lnTo>
                    <a:pt x="22814" y="9982"/>
                  </a:lnTo>
                  <a:lnTo>
                    <a:pt x="22788" y="9867"/>
                  </a:lnTo>
                  <a:lnTo>
                    <a:pt x="22814" y="9854"/>
                  </a:lnTo>
                  <a:lnTo>
                    <a:pt x="22801" y="9752"/>
                  </a:lnTo>
                  <a:lnTo>
                    <a:pt x="22750" y="9739"/>
                  </a:lnTo>
                  <a:lnTo>
                    <a:pt x="22711" y="9739"/>
                  </a:lnTo>
                  <a:lnTo>
                    <a:pt x="22660" y="9637"/>
                  </a:lnTo>
                  <a:lnTo>
                    <a:pt x="22558" y="9599"/>
                  </a:lnTo>
                  <a:lnTo>
                    <a:pt x="22443" y="9663"/>
                  </a:lnTo>
                  <a:lnTo>
                    <a:pt x="22366" y="9663"/>
                  </a:lnTo>
                  <a:lnTo>
                    <a:pt x="22315" y="9714"/>
                  </a:lnTo>
                  <a:lnTo>
                    <a:pt x="22353" y="9727"/>
                  </a:lnTo>
                  <a:lnTo>
                    <a:pt x="22366" y="9701"/>
                  </a:lnTo>
                  <a:lnTo>
                    <a:pt x="22443" y="9701"/>
                  </a:lnTo>
                  <a:lnTo>
                    <a:pt x="22494" y="9663"/>
                  </a:lnTo>
                  <a:lnTo>
                    <a:pt x="22545" y="9663"/>
                  </a:lnTo>
                  <a:lnTo>
                    <a:pt x="22545" y="9714"/>
                  </a:lnTo>
                  <a:lnTo>
                    <a:pt x="22481" y="9765"/>
                  </a:lnTo>
                  <a:lnTo>
                    <a:pt x="22290" y="9752"/>
                  </a:lnTo>
                  <a:lnTo>
                    <a:pt x="22251" y="9752"/>
                  </a:lnTo>
                  <a:lnTo>
                    <a:pt x="22264" y="9727"/>
                  </a:lnTo>
                  <a:lnTo>
                    <a:pt x="22238" y="9727"/>
                  </a:lnTo>
                  <a:lnTo>
                    <a:pt x="22175" y="9739"/>
                  </a:lnTo>
                  <a:lnTo>
                    <a:pt x="22175" y="9727"/>
                  </a:lnTo>
                  <a:lnTo>
                    <a:pt x="22085" y="9714"/>
                  </a:lnTo>
                  <a:lnTo>
                    <a:pt x="22098" y="9727"/>
                  </a:lnTo>
                  <a:lnTo>
                    <a:pt x="21996" y="9714"/>
                  </a:lnTo>
                  <a:lnTo>
                    <a:pt x="21893" y="9688"/>
                  </a:lnTo>
                  <a:lnTo>
                    <a:pt x="21740" y="9688"/>
                  </a:lnTo>
                  <a:lnTo>
                    <a:pt x="21663" y="9739"/>
                  </a:lnTo>
                  <a:lnTo>
                    <a:pt x="21510" y="9739"/>
                  </a:lnTo>
                  <a:lnTo>
                    <a:pt x="21472" y="9778"/>
                  </a:lnTo>
                  <a:lnTo>
                    <a:pt x="21357" y="9816"/>
                  </a:lnTo>
                  <a:lnTo>
                    <a:pt x="21293" y="9893"/>
                  </a:lnTo>
                  <a:lnTo>
                    <a:pt x="21037" y="9969"/>
                  </a:lnTo>
                  <a:lnTo>
                    <a:pt x="20999" y="9982"/>
                  </a:lnTo>
                  <a:lnTo>
                    <a:pt x="20871" y="10021"/>
                  </a:lnTo>
                  <a:lnTo>
                    <a:pt x="20781" y="10021"/>
                  </a:lnTo>
                  <a:lnTo>
                    <a:pt x="20679" y="10072"/>
                  </a:lnTo>
                  <a:lnTo>
                    <a:pt x="20424" y="10110"/>
                  </a:lnTo>
                  <a:lnTo>
                    <a:pt x="20296" y="10199"/>
                  </a:lnTo>
                  <a:lnTo>
                    <a:pt x="20078" y="10314"/>
                  </a:lnTo>
                  <a:lnTo>
                    <a:pt x="20040" y="10506"/>
                  </a:lnTo>
                  <a:lnTo>
                    <a:pt x="20002" y="10570"/>
                  </a:lnTo>
                  <a:lnTo>
                    <a:pt x="19989" y="10826"/>
                  </a:lnTo>
                  <a:lnTo>
                    <a:pt x="20015" y="10902"/>
                  </a:lnTo>
                  <a:lnTo>
                    <a:pt x="19989" y="10992"/>
                  </a:lnTo>
                  <a:lnTo>
                    <a:pt x="19976" y="11171"/>
                  </a:lnTo>
                  <a:lnTo>
                    <a:pt x="20027" y="11273"/>
                  </a:lnTo>
                  <a:lnTo>
                    <a:pt x="20002" y="11350"/>
                  </a:lnTo>
                  <a:lnTo>
                    <a:pt x="19887" y="11452"/>
                  </a:lnTo>
                  <a:lnTo>
                    <a:pt x="19848" y="11541"/>
                  </a:lnTo>
                  <a:lnTo>
                    <a:pt x="19874" y="11605"/>
                  </a:lnTo>
                  <a:lnTo>
                    <a:pt x="19823" y="11874"/>
                  </a:lnTo>
                  <a:lnTo>
                    <a:pt x="19772" y="11925"/>
                  </a:lnTo>
                  <a:lnTo>
                    <a:pt x="19657" y="12053"/>
                  </a:lnTo>
                  <a:lnTo>
                    <a:pt x="19593" y="12065"/>
                  </a:lnTo>
                  <a:lnTo>
                    <a:pt x="19516" y="12142"/>
                  </a:lnTo>
                  <a:lnTo>
                    <a:pt x="19324" y="12257"/>
                  </a:lnTo>
                  <a:lnTo>
                    <a:pt x="19261" y="12347"/>
                  </a:lnTo>
                  <a:lnTo>
                    <a:pt x="19299" y="12347"/>
                  </a:lnTo>
                  <a:lnTo>
                    <a:pt x="19337" y="12321"/>
                  </a:lnTo>
                  <a:lnTo>
                    <a:pt x="19388" y="12372"/>
                  </a:lnTo>
                  <a:lnTo>
                    <a:pt x="19427" y="12359"/>
                  </a:lnTo>
                  <a:lnTo>
                    <a:pt x="19465" y="12423"/>
                  </a:lnTo>
                  <a:lnTo>
                    <a:pt x="19439" y="12500"/>
                  </a:lnTo>
                  <a:lnTo>
                    <a:pt x="19414" y="12564"/>
                  </a:lnTo>
                  <a:lnTo>
                    <a:pt x="19324" y="12564"/>
                  </a:lnTo>
                  <a:lnTo>
                    <a:pt x="19261" y="12628"/>
                  </a:lnTo>
                  <a:lnTo>
                    <a:pt x="19248" y="12666"/>
                  </a:lnTo>
                  <a:lnTo>
                    <a:pt x="19069" y="12641"/>
                  </a:lnTo>
                  <a:lnTo>
                    <a:pt x="19043" y="12692"/>
                  </a:lnTo>
                  <a:lnTo>
                    <a:pt x="19005" y="12679"/>
                  </a:lnTo>
                  <a:lnTo>
                    <a:pt x="19018" y="12641"/>
                  </a:lnTo>
                  <a:lnTo>
                    <a:pt x="18967" y="12628"/>
                  </a:lnTo>
                  <a:lnTo>
                    <a:pt x="18967" y="12564"/>
                  </a:lnTo>
                  <a:lnTo>
                    <a:pt x="18992" y="12538"/>
                  </a:lnTo>
                  <a:lnTo>
                    <a:pt x="18967" y="12487"/>
                  </a:lnTo>
                  <a:lnTo>
                    <a:pt x="18992" y="12474"/>
                  </a:lnTo>
                  <a:lnTo>
                    <a:pt x="19018" y="12487"/>
                  </a:lnTo>
                  <a:lnTo>
                    <a:pt x="19248" y="12359"/>
                  </a:lnTo>
                  <a:lnTo>
                    <a:pt x="19248" y="12347"/>
                  </a:lnTo>
                  <a:lnTo>
                    <a:pt x="19018" y="12474"/>
                  </a:lnTo>
                  <a:lnTo>
                    <a:pt x="19005" y="12462"/>
                  </a:lnTo>
                  <a:lnTo>
                    <a:pt x="18954" y="12462"/>
                  </a:lnTo>
                  <a:lnTo>
                    <a:pt x="18890" y="12436"/>
                  </a:lnTo>
                  <a:lnTo>
                    <a:pt x="18711" y="12487"/>
                  </a:lnTo>
                  <a:lnTo>
                    <a:pt x="18570" y="12487"/>
                  </a:lnTo>
                  <a:lnTo>
                    <a:pt x="18391" y="12564"/>
                  </a:lnTo>
                  <a:lnTo>
                    <a:pt x="18328" y="12564"/>
                  </a:lnTo>
                  <a:lnTo>
                    <a:pt x="18353" y="12628"/>
                  </a:lnTo>
                  <a:lnTo>
                    <a:pt x="18328" y="12653"/>
                  </a:lnTo>
                  <a:lnTo>
                    <a:pt x="18302" y="12602"/>
                  </a:lnTo>
                  <a:lnTo>
                    <a:pt x="18149" y="12730"/>
                  </a:lnTo>
                  <a:lnTo>
                    <a:pt x="17982" y="12756"/>
                  </a:lnTo>
                  <a:lnTo>
                    <a:pt x="17765" y="12768"/>
                  </a:lnTo>
                  <a:lnTo>
                    <a:pt x="17650" y="12768"/>
                  </a:lnTo>
                  <a:lnTo>
                    <a:pt x="17241" y="12960"/>
                  </a:lnTo>
                  <a:lnTo>
                    <a:pt x="17049" y="13050"/>
                  </a:lnTo>
                  <a:lnTo>
                    <a:pt x="16998" y="13037"/>
                  </a:lnTo>
                  <a:lnTo>
                    <a:pt x="16947" y="13062"/>
                  </a:lnTo>
                  <a:lnTo>
                    <a:pt x="16845" y="13037"/>
                  </a:lnTo>
                  <a:lnTo>
                    <a:pt x="16807" y="12973"/>
                  </a:lnTo>
                  <a:lnTo>
                    <a:pt x="16692" y="12858"/>
                  </a:lnTo>
                  <a:lnTo>
                    <a:pt x="16666" y="12807"/>
                  </a:lnTo>
                  <a:lnTo>
                    <a:pt x="16653" y="12743"/>
                  </a:lnTo>
                  <a:lnTo>
                    <a:pt x="16436" y="12717"/>
                  </a:lnTo>
                  <a:lnTo>
                    <a:pt x="16410" y="12666"/>
                  </a:lnTo>
                  <a:lnTo>
                    <a:pt x="16321" y="12615"/>
                  </a:lnTo>
                  <a:lnTo>
                    <a:pt x="16001" y="12602"/>
                  </a:lnTo>
                  <a:lnTo>
                    <a:pt x="15925" y="12577"/>
                  </a:lnTo>
                  <a:lnTo>
                    <a:pt x="15810" y="12526"/>
                  </a:lnTo>
                  <a:lnTo>
                    <a:pt x="15720" y="12487"/>
                  </a:lnTo>
                  <a:lnTo>
                    <a:pt x="15656" y="12347"/>
                  </a:lnTo>
                  <a:lnTo>
                    <a:pt x="15656" y="12334"/>
                  </a:lnTo>
                  <a:lnTo>
                    <a:pt x="15605" y="12334"/>
                  </a:lnTo>
                  <a:lnTo>
                    <a:pt x="15554" y="12283"/>
                  </a:lnTo>
                  <a:lnTo>
                    <a:pt x="15554" y="12232"/>
                  </a:lnTo>
                  <a:lnTo>
                    <a:pt x="15541" y="12193"/>
                  </a:lnTo>
                  <a:lnTo>
                    <a:pt x="15490" y="12168"/>
                  </a:lnTo>
                  <a:lnTo>
                    <a:pt x="15388" y="12053"/>
                  </a:lnTo>
                  <a:lnTo>
                    <a:pt x="15375" y="12001"/>
                  </a:lnTo>
                  <a:lnTo>
                    <a:pt x="15388" y="11963"/>
                  </a:lnTo>
                  <a:lnTo>
                    <a:pt x="15362" y="11938"/>
                  </a:lnTo>
                  <a:lnTo>
                    <a:pt x="15311" y="11835"/>
                  </a:lnTo>
                  <a:lnTo>
                    <a:pt x="15260" y="11631"/>
                  </a:lnTo>
                  <a:lnTo>
                    <a:pt x="15184" y="11567"/>
                  </a:lnTo>
                  <a:lnTo>
                    <a:pt x="15171" y="11529"/>
                  </a:lnTo>
                  <a:lnTo>
                    <a:pt x="15017" y="11337"/>
                  </a:lnTo>
                  <a:lnTo>
                    <a:pt x="14838" y="11145"/>
                  </a:lnTo>
                  <a:lnTo>
                    <a:pt x="14787" y="11107"/>
                  </a:lnTo>
                  <a:lnTo>
                    <a:pt x="14775" y="11069"/>
                  </a:lnTo>
                  <a:lnTo>
                    <a:pt x="14672" y="10953"/>
                  </a:lnTo>
                  <a:lnTo>
                    <a:pt x="14634" y="10902"/>
                  </a:lnTo>
                  <a:lnTo>
                    <a:pt x="14659" y="10877"/>
                  </a:lnTo>
                  <a:lnTo>
                    <a:pt x="14557" y="10698"/>
                  </a:lnTo>
                  <a:lnTo>
                    <a:pt x="14455" y="10481"/>
                  </a:lnTo>
                  <a:lnTo>
                    <a:pt x="14455" y="10417"/>
                  </a:lnTo>
                  <a:lnTo>
                    <a:pt x="14506" y="10289"/>
                  </a:lnTo>
                  <a:lnTo>
                    <a:pt x="14519" y="10199"/>
                  </a:lnTo>
                  <a:lnTo>
                    <a:pt x="14481" y="10136"/>
                  </a:lnTo>
                  <a:lnTo>
                    <a:pt x="14366" y="10059"/>
                  </a:lnTo>
                  <a:lnTo>
                    <a:pt x="14263" y="9905"/>
                  </a:lnTo>
                  <a:lnTo>
                    <a:pt x="14251" y="9905"/>
                  </a:lnTo>
                  <a:lnTo>
                    <a:pt x="14263" y="9944"/>
                  </a:lnTo>
                  <a:lnTo>
                    <a:pt x="14263" y="9982"/>
                  </a:lnTo>
                  <a:lnTo>
                    <a:pt x="14404" y="10136"/>
                  </a:lnTo>
                  <a:lnTo>
                    <a:pt x="14481" y="10199"/>
                  </a:lnTo>
                  <a:lnTo>
                    <a:pt x="14468" y="10251"/>
                  </a:lnTo>
                  <a:lnTo>
                    <a:pt x="14404" y="10276"/>
                  </a:lnTo>
                  <a:lnTo>
                    <a:pt x="14442" y="10366"/>
                  </a:lnTo>
                  <a:lnTo>
                    <a:pt x="14404" y="10366"/>
                  </a:lnTo>
                  <a:lnTo>
                    <a:pt x="14391" y="10276"/>
                  </a:lnTo>
                  <a:lnTo>
                    <a:pt x="14340" y="10263"/>
                  </a:lnTo>
                  <a:lnTo>
                    <a:pt x="14314" y="10238"/>
                  </a:lnTo>
                  <a:lnTo>
                    <a:pt x="14238" y="10084"/>
                  </a:lnTo>
                  <a:lnTo>
                    <a:pt x="14212" y="9880"/>
                  </a:lnTo>
                  <a:lnTo>
                    <a:pt x="14161" y="9778"/>
                  </a:lnTo>
                  <a:lnTo>
                    <a:pt x="14161" y="9778"/>
                  </a:lnTo>
                  <a:lnTo>
                    <a:pt x="14212" y="9854"/>
                  </a:lnTo>
                  <a:lnTo>
                    <a:pt x="14238" y="9880"/>
                  </a:lnTo>
                  <a:lnTo>
                    <a:pt x="14199" y="9803"/>
                  </a:lnTo>
                  <a:lnTo>
                    <a:pt x="14161" y="9739"/>
                  </a:lnTo>
                  <a:lnTo>
                    <a:pt x="14148" y="9650"/>
                  </a:lnTo>
                  <a:lnTo>
                    <a:pt x="14135" y="9586"/>
                  </a:lnTo>
                  <a:lnTo>
                    <a:pt x="14097" y="9394"/>
                  </a:lnTo>
                  <a:lnTo>
                    <a:pt x="14097" y="9266"/>
                  </a:lnTo>
                  <a:lnTo>
                    <a:pt x="14110" y="9190"/>
                  </a:lnTo>
                  <a:lnTo>
                    <a:pt x="14135" y="9164"/>
                  </a:lnTo>
                  <a:lnTo>
                    <a:pt x="14123" y="9151"/>
                  </a:lnTo>
                  <a:lnTo>
                    <a:pt x="14084" y="9177"/>
                  </a:lnTo>
                  <a:lnTo>
                    <a:pt x="14084" y="9177"/>
                  </a:lnTo>
                  <a:lnTo>
                    <a:pt x="14097" y="9139"/>
                  </a:lnTo>
                  <a:lnTo>
                    <a:pt x="14123" y="9113"/>
                  </a:lnTo>
                  <a:lnTo>
                    <a:pt x="14135" y="9088"/>
                  </a:lnTo>
                  <a:lnTo>
                    <a:pt x="14123" y="9049"/>
                  </a:lnTo>
                  <a:lnTo>
                    <a:pt x="14135" y="9024"/>
                  </a:lnTo>
                  <a:lnTo>
                    <a:pt x="14148" y="9049"/>
                  </a:lnTo>
                  <a:lnTo>
                    <a:pt x="14148" y="8934"/>
                  </a:lnTo>
                  <a:lnTo>
                    <a:pt x="14123" y="8755"/>
                  </a:lnTo>
                  <a:lnTo>
                    <a:pt x="14148" y="8257"/>
                  </a:lnTo>
                  <a:lnTo>
                    <a:pt x="14174" y="7784"/>
                  </a:lnTo>
                  <a:lnTo>
                    <a:pt x="14238" y="7400"/>
                  </a:lnTo>
                  <a:lnTo>
                    <a:pt x="14340" y="7030"/>
                  </a:lnTo>
                  <a:lnTo>
                    <a:pt x="14468" y="6774"/>
                  </a:lnTo>
                  <a:lnTo>
                    <a:pt x="14532" y="6595"/>
                  </a:lnTo>
                  <a:lnTo>
                    <a:pt x="14544" y="6429"/>
                  </a:lnTo>
                  <a:lnTo>
                    <a:pt x="14544" y="6352"/>
                  </a:lnTo>
                  <a:lnTo>
                    <a:pt x="14481" y="6352"/>
                  </a:lnTo>
                  <a:lnTo>
                    <a:pt x="14468" y="6340"/>
                  </a:lnTo>
                  <a:lnTo>
                    <a:pt x="14417" y="6378"/>
                  </a:lnTo>
                  <a:lnTo>
                    <a:pt x="14378" y="6378"/>
                  </a:lnTo>
                  <a:lnTo>
                    <a:pt x="14378" y="6442"/>
                  </a:lnTo>
                  <a:lnTo>
                    <a:pt x="14353" y="6468"/>
                  </a:lnTo>
                  <a:lnTo>
                    <a:pt x="14276" y="6416"/>
                  </a:lnTo>
                  <a:lnTo>
                    <a:pt x="14199" y="6352"/>
                  </a:lnTo>
                  <a:lnTo>
                    <a:pt x="14161" y="6301"/>
                  </a:lnTo>
                  <a:lnTo>
                    <a:pt x="14059" y="6289"/>
                  </a:lnTo>
                  <a:lnTo>
                    <a:pt x="13880" y="6276"/>
                  </a:lnTo>
                  <a:lnTo>
                    <a:pt x="13854" y="6289"/>
                  </a:lnTo>
                  <a:lnTo>
                    <a:pt x="13803" y="6289"/>
                  </a:lnTo>
                  <a:lnTo>
                    <a:pt x="13675" y="6237"/>
                  </a:lnTo>
                  <a:lnTo>
                    <a:pt x="13637" y="6199"/>
                  </a:lnTo>
                  <a:lnTo>
                    <a:pt x="13611" y="6199"/>
                  </a:lnTo>
                  <a:lnTo>
                    <a:pt x="13560" y="6135"/>
                  </a:lnTo>
                  <a:lnTo>
                    <a:pt x="13420" y="6110"/>
                  </a:lnTo>
                  <a:lnTo>
                    <a:pt x="13394" y="6135"/>
                  </a:lnTo>
                  <a:lnTo>
                    <a:pt x="13369" y="6097"/>
                  </a:lnTo>
                  <a:lnTo>
                    <a:pt x="13343" y="6084"/>
                  </a:lnTo>
                  <a:lnTo>
                    <a:pt x="13292" y="6020"/>
                  </a:lnTo>
                  <a:lnTo>
                    <a:pt x="13215" y="6020"/>
                  </a:lnTo>
                  <a:lnTo>
                    <a:pt x="13177" y="6007"/>
                  </a:lnTo>
                  <a:lnTo>
                    <a:pt x="13139" y="6007"/>
                  </a:lnTo>
                  <a:lnTo>
                    <a:pt x="13126" y="5982"/>
                  </a:lnTo>
                  <a:lnTo>
                    <a:pt x="13075" y="6007"/>
                  </a:lnTo>
                  <a:lnTo>
                    <a:pt x="13036" y="5969"/>
                  </a:lnTo>
                  <a:lnTo>
                    <a:pt x="13062" y="5944"/>
                  </a:lnTo>
                  <a:lnTo>
                    <a:pt x="13062" y="5905"/>
                  </a:lnTo>
                  <a:lnTo>
                    <a:pt x="13024" y="5880"/>
                  </a:lnTo>
                  <a:lnTo>
                    <a:pt x="12998" y="5854"/>
                  </a:lnTo>
                  <a:lnTo>
                    <a:pt x="12960" y="5854"/>
                  </a:lnTo>
                  <a:lnTo>
                    <a:pt x="12909" y="5790"/>
                  </a:lnTo>
                  <a:lnTo>
                    <a:pt x="12934" y="5790"/>
                  </a:lnTo>
                  <a:lnTo>
                    <a:pt x="12960" y="5777"/>
                  </a:lnTo>
                  <a:lnTo>
                    <a:pt x="12921" y="5637"/>
                  </a:lnTo>
                  <a:lnTo>
                    <a:pt x="12896" y="5624"/>
                  </a:lnTo>
                  <a:lnTo>
                    <a:pt x="12857" y="5688"/>
                  </a:lnTo>
                  <a:lnTo>
                    <a:pt x="12845" y="5675"/>
                  </a:lnTo>
                  <a:lnTo>
                    <a:pt x="12870" y="5598"/>
                  </a:lnTo>
                  <a:lnTo>
                    <a:pt x="12870" y="5535"/>
                  </a:lnTo>
                  <a:lnTo>
                    <a:pt x="12806" y="5471"/>
                  </a:lnTo>
                  <a:lnTo>
                    <a:pt x="12781" y="5445"/>
                  </a:lnTo>
                  <a:lnTo>
                    <a:pt x="12806" y="5407"/>
                  </a:lnTo>
                  <a:lnTo>
                    <a:pt x="12806" y="5304"/>
                  </a:lnTo>
                  <a:lnTo>
                    <a:pt x="12755" y="5253"/>
                  </a:lnTo>
                  <a:lnTo>
                    <a:pt x="12742" y="5202"/>
                  </a:lnTo>
                  <a:lnTo>
                    <a:pt x="12717" y="5189"/>
                  </a:lnTo>
                  <a:lnTo>
                    <a:pt x="12742" y="5164"/>
                  </a:lnTo>
                  <a:lnTo>
                    <a:pt x="12742" y="5087"/>
                  </a:lnTo>
                  <a:lnTo>
                    <a:pt x="12717" y="4947"/>
                  </a:lnTo>
                  <a:lnTo>
                    <a:pt x="12678" y="4947"/>
                  </a:lnTo>
                  <a:lnTo>
                    <a:pt x="12653" y="4921"/>
                  </a:lnTo>
                  <a:lnTo>
                    <a:pt x="12615" y="4921"/>
                  </a:lnTo>
                  <a:lnTo>
                    <a:pt x="12615" y="4908"/>
                  </a:lnTo>
                  <a:lnTo>
                    <a:pt x="12576" y="4908"/>
                  </a:lnTo>
                  <a:lnTo>
                    <a:pt x="12500" y="4819"/>
                  </a:lnTo>
                  <a:lnTo>
                    <a:pt x="12474" y="4806"/>
                  </a:lnTo>
                  <a:lnTo>
                    <a:pt x="12436" y="4691"/>
                  </a:lnTo>
                  <a:lnTo>
                    <a:pt x="12410" y="4653"/>
                  </a:lnTo>
                  <a:lnTo>
                    <a:pt x="12410" y="4627"/>
                  </a:lnTo>
                  <a:lnTo>
                    <a:pt x="12372" y="4627"/>
                  </a:lnTo>
                  <a:lnTo>
                    <a:pt x="12308" y="4474"/>
                  </a:lnTo>
                  <a:lnTo>
                    <a:pt x="12231" y="4461"/>
                  </a:lnTo>
                  <a:lnTo>
                    <a:pt x="12193" y="4410"/>
                  </a:lnTo>
                  <a:lnTo>
                    <a:pt x="12142" y="4384"/>
                  </a:lnTo>
                  <a:lnTo>
                    <a:pt x="12142" y="4320"/>
                  </a:lnTo>
                  <a:lnTo>
                    <a:pt x="12103" y="4269"/>
                  </a:lnTo>
                  <a:lnTo>
                    <a:pt x="12103" y="4218"/>
                  </a:lnTo>
                  <a:lnTo>
                    <a:pt x="12091" y="4193"/>
                  </a:lnTo>
                  <a:lnTo>
                    <a:pt x="12103" y="4167"/>
                  </a:lnTo>
                  <a:lnTo>
                    <a:pt x="12065" y="4154"/>
                  </a:lnTo>
                  <a:lnTo>
                    <a:pt x="12065" y="4116"/>
                  </a:lnTo>
                  <a:lnTo>
                    <a:pt x="12027" y="4052"/>
                  </a:lnTo>
                  <a:lnTo>
                    <a:pt x="11988" y="4001"/>
                  </a:lnTo>
                  <a:lnTo>
                    <a:pt x="11963" y="3988"/>
                  </a:lnTo>
                  <a:lnTo>
                    <a:pt x="11988" y="3975"/>
                  </a:lnTo>
                  <a:lnTo>
                    <a:pt x="11886" y="3809"/>
                  </a:lnTo>
                  <a:lnTo>
                    <a:pt x="11848" y="3643"/>
                  </a:lnTo>
                  <a:lnTo>
                    <a:pt x="11784" y="3592"/>
                  </a:lnTo>
                  <a:lnTo>
                    <a:pt x="11771" y="3515"/>
                  </a:lnTo>
                  <a:lnTo>
                    <a:pt x="11733" y="3515"/>
                  </a:lnTo>
                  <a:lnTo>
                    <a:pt x="11592" y="3413"/>
                  </a:lnTo>
                  <a:lnTo>
                    <a:pt x="11579" y="3349"/>
                  </a:lnTo>
                  <a:lnTo>
                    <a:pt x="11541" y="3362"/>
                  </a:lnTo>
                  <a:lnTo>
                    <a:pt x="11452" y="3336"/>
                  </a:lnTo>
                  <a:lnTo>
                    <a:pt x="11452" y="3323"/>
                  </a:lnTo>
                  <a:lnTo>
                    <a:pt x="11490" y="3298"/>
                  </a:lnTo>
                  <a:lnTo>
                    <a:pt x="11452" y="3298"/>
                  </a:lnTo>
                  <a:lnTo>
                    <a:pt x="11413" y="3323"/>
                  </a:lnTo>
                  <a:lnTo>
                    <a:pt x="11388" y="3311"/>
                  </a:lnTo>
                  <a:lnTo>
                    <a:pt x="11426" y="3260"/>
                  </a:lnTo>
                  <a:lnTo>
                    <a:pt x="11426" y="3234"/>
                  </a:lnTo>
                  <a:lnTo>
                    <a:pt x="11388" y="3260"/>
                  </a:lnTo>
                  <a:lnTo>
                    <a:pt x="11362" y="3221"/>
                  </a:lnTo>
                  <a:lnTo>
                    <a:pt x="11400" y="3208"/>
                  </a:lnTo>
                  <a:lnTo>
                    <a:pt x="11400" y="3170"/>
                  </a:lnTo>
                  <a:lnTo>
                    <a:pt x="11337" y="3170"/>
                  </a:lnTo>
                  <a:lnTo>
                    <a:pt x="11337" y="3145"/>
                  </a:lnTo>
                  <a:lnTo>
                    <a:pt x="11311" y="3093"/>
                  </a:lnTo>
                  <a:lnTo>
                    <a:pt x="11298" y="3081"/>
                  </a:lnTo>
                  <a:lnTo>
                    <a:pt x="11260" y="3055"/>
                  </a:lnTo>
                  <a:lnTo>
                    <a:pt x="11221" y="3068"/>
                  </a:lnTo>
                  <a:lnTo>
                    <a:pt x="11209" y="3030"/>
                  </a:lnTo>
                  <a:lnTo>
                    <a:pt x="11196" y="3030"/>
                  </a:lnTo>
                  <a:lnTo>
                    <a:pt x="11196" y="3055"/>
                  </a:lnTo>
                  <a:lnTo>
                    <a:pt x="11158" y="3068"/>
                  </a:lnTo>
                  <a:lnTo>
                    <a:pt x="11030" y="3055"/>
                  </a:lnTo>
                  <a:lnTo>
                    <a:pt x="11017" y="3030"/>
                  </a:lnTo>
                  <a:lnTo>
                    <a:pt x="10928" y="3055"/>
                  </a:lnTo>
                  <a:lnTo>
                    <a:pt x="10902" y="3030"/>
                  </a:lnTo>
                  <a:lnTo>
                    <a:pt x="10838" y="3042"/>
                  </a:lnTo>
                  <a:lnTo>
                    <a:pt x="10787" y="3042"/>
                  </a:lnTo>
                  <a:lnTo>
                    <a:pt x="10723" y="2991"/>
                  </a:lnTo>
                  <a:lnTo>
                    <a:pt x="10646" y="2966"/>
                  </a:lnTo>
                  <a:lnTo>
                    <a:pt x="10621" y="2978"/>
                  </a:lnTo>
                  <a:lnTo>
                    <a:pt x="10582" y="3081"/>
                  </a:lnTo>
                  <a:lnTo>
                    <a:pt x="10506" y="3055"/>
                  </a:lnTo>
                  <a:lnTo>
                    <a:pt x="10416" y="3093"/>
                  </a:lnTo>
                  <a:lnTo>
                    <a:pt x="10378" y="3081"/>
                  </a:lnTo>
                  <a:lnTo>
                    <a:pt x="10365" y="3093"/>
                  </a:lnTo>
                  <a:lnTo>
                    <a:pt x="10352" y="3157"/>
                  </a:lnTo>
                  <a:lnTo>
                    <a:pt x="10263" y="3349"/>
                  </a:lnTo>
                  <a:lnTo>
                    <a:pt x="10263" y="3400"/>
                  </a:lnTo>
                  <a:lnTo>
                    <a:pt x="10225" y="3426"/>
                  </a:lnTo>
                  <a:lnTo>
                    <a:pt x="10212" y="3502"/>
                  </a:lnTo>
                  <a:lnTo>
                    <a:pt x="10237" y="3554"/>
                  </a:lnTo>
                  <a:lnTo>
                    <a:pt x="10148" y="3566"/>
                  </a:lnTo>
                  <a:lnTo>
                    <a:pt x="10110" y="3643"/>
                  </a:lnTo>
                  <a:lnTo>
                    <a:pt x="10058" y="3681"/>
                  </a:lnTo>
                  <a:lnTo>
                    <a:pt x="10020" y="3732"/>
                  </a:lnTo>
                  <a:lnTo>
                    <a:pt x="9931" y="3732"/>
                  </a:lnTo>
                  <a:lnTo>
                    <a:pt x="9880" y="3707"/>
                  </a:lnTo>
                  <a:lnTo>
                    <a:pt x="9880" y="3720"/>
                  </a:lnTo>
                  <a:lnTo>
                    <a:pt x="9790" y="3669"/>
                  </a:lnTo>
                  <a:lnTo>
                    <a:pt x="9739" y="3592"/>
                  </a:lnTo>
                  <a:lnTo>
                    <a:pt x="9688" y="3592"/>
                  </a:lnTo>
                  <a:lnTo>
                    <a:pt x="9598" y="3566"/>
                  </a:lnTo>
                  <a:lnTo>
                    <a:pt x="9547" y="3464"/>
                  </a:lnTo>
                  <a:lnTo>
                    <a:pt x="9432" y="3464"/>
                  </a:lnTo>
                  <a:lnTo>
                    <a:pt x="9279" y="3375"/>
                  </a:lnTo>
                  <a:lnTo>
                    <a:pt x="9253" y="3298"/>
                  </a:lnTo>
                  <a:lnTo>
                    <a:pt x="9189" y="3260"/>
                  </a:lnTo>
                  <a:lnTo>
                    <a:pt x="9164" y="3260"/>
                  </a:lnTo>
                  <a:lnTo>
                    <a:pt x="8998" y="3132"/>
                  </a:lnTo>
                  <a:lnTo>
                    <a:pt x="8985" y="3030"/>
                  </a:lnTo>
                  <a:lnTo>
                    <a:pt x="8908" y="2902"/>
                  </a:lnTo>
                  <a:lnTo>
                    <a:pt x="8883" y="2799"/>
                  </a:lnTo>
                  <a:lnTo>
                    <a:pt x="8895" y="2774"/>
                  </a:lnTo>
                  <a:lnTo>
                    <a:pt x="8895" y="2646"/>
                  </a:lnTo>
                  <a:lnTo>
                    <a:pt x="8844" y="2582"/>
                  </a:lnTo>
                  <a:lnTo>
                    <a:pt x="8819" y="2506"/>
                  </a:lnTo>
                  <a:lnTo>
                    <a:pt x="8780" y="2506"/>
                  </a:lnTo>
                  <a:lnTo>
                    <a:pt x="8742" y="2327"/>
                  </a:lnTo>
                  <a:lnTo>
                    <a:pt x="8691" y="2301"/>
                  </a:lnTo>
                  <a:lnTo>
                    <a:pt x="8665" y="2237"/>
                  </a:lnTo>
                  <a:lnTo>
                    <a:pt x="8653" y="2237"/>
                  </a:lnTo>
                  <a:lnTo>
                    <a:pt x="8550" y="2135"/>
                  </a:lnTo>
                  <a:lnTo>
                    <a:pt x="8512" y="2135"/>
                  </a:lnTo>
                  <a:lnTo>
                    <a:pt x="8499" y="2109"/>
                  </a:lnTo>
                  <a:lnTo>
                    <a:pt x="8397" y="2071"/>
                  </a:lnTo>
                  <a:lnTo>
                    <a:pt x="8397" y="2033"/>
                  </a:lnTo>
                  <a:lnTo>
                    <a:pt x="8295" y="1943"/>
                  </a:lnTo>
                  <a:lnTo>
                    <a:pt x="8269" y="1879"/>
                  </a:lnTo>
                  <a:lnTo>
                    <a:pt x="8180" y="1803"/>
                  </a:lnTo>
                  <a:lnTo>
                    <a:pt x="8116" y="1777"/>
                  </a:lnTo>
                  <a:lnTo>
                    <a:pt x="8014" y="1662"/>
                  </a:lnTo>
                  <a:lnTo>
                    <a:pt x="8014" y="1624"/>
                  </a:lnTo>
                  <a:lnTo>
                    <a:pt x="7988" y="1585"/>
                  </a:lnTo>
                  <a:lnTo>
                    <a:pt x="7924" y="1585"/>
                  </a:lnTo>
                  <a:lnTo>
                    <a:pt x="7835" y="1509"/>
                  </a:lnTo>
                  <a:lnTo>
                    <a:pt x="7809" y="1458"/>
                  </a:lnTo>
                  <a:lnTo>
                    <a:pt x="7771" y="1432"/>
                  </a:lnTo>
                  <a:lnTo>
                    <a:pt x="7732" y="1304"/>
                  </a:lnTo>
                  <a:lnTo>
                    <a:pt x="7656" y="1266"/>
                  </a:lnTo>
                  <a:lnTo>
                    <a:pt x="7643" y="1279"/>
                  </a:lnTo>
                  <a:lnTo>
                    <a:pt x="7617" y="1279"/>
                  </a:lnTo>
                  <a:lnTo>
                    <a:pt x="7605" y="1227"/>
                  </a:lnTo>
                  <a:lnTo>
                    <a:pt x="6378" y="1176"/>
                  </a:lnTo>
                  <a:lnTo>
                    <a:pt x="6378" y="1573"/>
                  </a:lnTo>
                  <a:lnTo>
                    <a:pt x="4294" y="1458"/>
                  </a:lnTo>
                  <a:lnTo>
                    <a:pt x="1674" y="205"/>
                  </a:lnTo>
                  <a:lnTo>
                    <a:pt x="1687" y="141"/>
                  </a:lnTo>
                  <a:lnTo>
                    <a:pt x="1700" y="90"/>
                  </a:lnTo>
                  <a:lnTo>
                    <a:pt x="1764" y="52"/>
                  </a:lnTo>
                  <a:lnTo>
                    <a:pt x="1764" y="13"/>
                  </a:lnTo>
                  <a:lnTo>
                    <a:pt x="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8"/>
            <p:cNvSpPr/>
            <p:nvPr/>
          </p:nvSpPr>
          <p:spPr>
            <a:xfrm>
              <a:off x="1426075" y="2865950"/>
              <a:ext cx="3225" cy="5775"/>
            </a:xfrm>
            <a:custGeom>
              <a:rect b="b" l="l" r="r" t="t"/>
              <a:pathLst>
                <a:path extrusionOk="0" h="231" w="129">
                  <a:moveTo>
                    <a:pt x="90" y="0"/>
                  </a:moveTo>
                  <a:lnTo>
                    <a:pt x="26" y="26"/>
                  </a:lnTo>
                  <a:lnTo>
                    <a:pt x="0" y="230"/>
                  </a:lnTo>
                  <a:lnTo>
                    <a:pt x="26" y="205"/>
                  </a:lnTo>
                  <a:lnTo>
                    <a:pt x="64" y="64"/>
                  </a:lnTo>
                  <a:lnTo>
                    <a:pt x="128" y="90"/>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8"/>
            <p:cNvSpPr/>
            <p:nvPr/>
          </p:nvSpPr>
          <p:spPr>
            <a:xfrm>
              <a:off x="1434700" y="2887675"/>
              <a:ext cx="3550" cy="5125"/>
            </a:xfrm>
            <a:custGeom>
              <a:rect b="b" l="l" r="r" t="t"/>
              <a:pathLst>
                <a:path extrusionOk="0" h="205" w="142">
                  <a:moveTo>
                    <a:pt x="1" y="0"/>
                  </a:moveTo>
                  <a:lnTo>
                    <a:pt x="13" y="64"/>
                  </a:lnTo>
                  <a:lnTo>
                    <a:pt x="39" y="154"/>
                  </a:lnTo>
                  <a:lnTo>
                    <a:pt x="90" y="154"/>
                  </a:lnTo>
                  <a:lnTo>
                    <a:pt x="103" y="205"/>
                  </a:lnTo>
                  <a:lnTo>
                    <a:pt x="141" y="179"/>
                  </a:lnTo>
                  <a:lnTo>
                    <a:pt x="103" y="51"/>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8"/>
            <p:cNvSpPr/>
            <p:nvPr/>
          </p:nvSpPr>
          <p:spPr>
            <a:xfrm>
              <a:off x="1516500" y="2974250"/>
              <a:ext cx="1625" cy="1950"/>
            </a:xfrm>
            <a:custGeom>
              <a:rect b="b" l="l" r="r" t="t"/>
              <a:pathLst>
                <a:path extrusionOk="0" h="78" w="65">
                  <a:moveTo>
                    <a:pt x="26" y="1"/>
                  </a:moveTo>
                  <a:lnTo>
                    <a:pt x="0" y="26"/>
                  </a:lnTo>
                  <a:lnTo>
                    <a:pt x="64"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8"/>
            <p:cNvSpPr/>
            <p:nvPr/>
          </p:nvSpPr>
          <p:spPr>
            <a:xfrm>
              <a:off x="1167275" y="2328200"/>
              <a:ext cx="1136525" cy="549900"/>
            </a:xfrm>
            <a:custGeom>
              <a:rect b="b" l="l" r="r" t="t"/>
              <a:pathLst>
                <a:path extrusionOk="0" h="21996" w="45461">
                  <a:moveTo>
                    <a:pt x="9253" y="6966"/>
                  </a:moveTo>
                  <a:lnTo>
                    <a:pt x="9432" y="7119"/>
                  </a:lnTo>
                  <a:lnTo>
                    <a:pt x="9662" y="7119"/>
                  </a:lnTo>
                  <a:lnTo>
                    <a:pt x="9828" y="7247"/>
                  </a:lnTo>
                  <a:lnTo>
                    <a:pt x="9701" y="7375"/>
                  </a:lnTo>
                  <a:lnTo>
                    <a:pt x="9765" y="7439"/>
                  </a:lnTo>
                  <a:lnTo>
                    <a:pt x="9803" y="7503"/>
                  </a:lnTo>
                  <a:lnTo>
                    <a:pt x="9828" y="7541"/>
                  </a:lnTo>
                  <a:lnTo>
                    <a:pt x="9803" y="7579"/>
                  </a:lnTo>
                  <a:lnTo>
                    <a:pt x="9777" y="7618"/>
                  </a:lnTo>
                  <a:lnTo>
                    <a:pt x="9713" y="7669"/>
                  </a:lnTo>
                  <a:lnTo>
                    <a:pt x="9637" y="7771"/>
                  </a:lnTo>
                  <a:lnTo>
                    <a:pt x="9547" y="7912"/>
                  </a:lnTo>
                  <a:lnTo>
                    <a:pt x="9522" y="7937"/>
                  </a:lnTo>
                  <a:lnTo>
                    <a:pt x="9471" y="7950"/>
                  </a:lnTo>
                  <a:lnTo>
                    <a:pt x="9381" y="7976"/>
                  </a:lnTo>
                  <a:lnTo>
                    <a:pt x="9381" y="7630"/>
                  </a:lnTo>
                  <a:lnTo>
                    <a:pt x="9036" y="7170"/>
                  </a:lnTo>
                  <a:lnTo>
                    <a:pt x="9074" y="6966"/>
                  </a:lnTo>
                  <a:close/>
                  <a:moveTo>
                    <a:pt x="1432" y="0"/>
                  </a:moveTo>
                  <a:lnTo>
                    <a:pt x="1802" y="665"/>
                  </a:lnTo>
                  <a:lnTo>
                    <a:pt x="1649" y="895"/>
                  </a:lnTo>
                  <a:lnTo>
                    <a:pt x="1202" y="691"/>
                  </a:lnTo>
                  <a:lnTo>
                    <a:pt x="844" y="703"/>
                  </a:lnTo>
                  <a:lnTo>
                    <a:pt x="563" y="652"/>
                  </a:lnTo>
                  <a:lnTo>
                    <a:pt x="409" y="563"/>
                  </a:lnTo>
                  <a:lnTo>
                    <a:pt x="77" y="524"/>
                  </a:lnTo>
                  <a:lnTo>
                    <a:pt x="0" y="972"/>
                  </a:lnTo>
                  <a:lnTo>
                    <a:pt x="307" y="1279"/>
                  </a:lnTo>
                  <a:lnTo>
                    <a:pt x="639" y="2927"/>
                  </a:lnTo>
                  <a:lnTo>
                    <a:pt x="473" y="4768"/>
                  </a:lnTo>
                  <a:lnTo>
                    <a:pt x="115" y="5969"/>
                  </a:lnTo>
                  <a:lnTo>
                    <a:pt x="281" y="6225"/>
                  </a:lnTo>
                  <a:lnTo>
                    <a:pt x="205" y="6634"/>
                  </a:lnTo>
                  <a:lnTo>
                    <a:pt x="447" y="7043"/>
                  </a:lnTo>
                  <a:lnTo>
                    <a:pt x="435" y="7784"/>
                  </a:lnTo>
                  <a:lnTo>
                    <a:pt x="230" y="8154"/>
                  </a:lnTo>
                  <a:lnTo>
                    <a:pt x="281" y="8563"/>
                  </a:lnTo>
                  <a:lnTo>
                    <a:pt x="639" y="8742"/>
                  </a:lnTo>
                  <a:lnTo>
                    <a:pt x="703" y="9266"/>
                  </a:lnTo>
                  <a:lnTo>
                    <a:pt x="831" y="9752"/>
                  </a:lnTo>
                  <a:lnTo>
                    <a:pt x="1291" y="10072"/>
                  </a:lnTo>
                  <a:lnTo>
                    <a:pt x="1380" y="10506"/>
                  </a:lnTo>
                  <a:lnTo>
                    <a:pt x="1764" y="10468"/>
                  </a:lnTo>
                  <a:lnTo>
                    <a:pt x="1866" y="10570"/>
                  </a:lnTo>
                  <a:lnTo>
                    <a:pt x="1841" y="10340"/>
                  </a:lnTo>
                  <a:lnTo>
                    <a:pt x="1917" y="10481"/>
                  </a:lnTo>
                  <a:lnTo>
                    <a:pt x="2416" y="10787"/>
                  </a:lnTo>
                  <a:lnTo>
                    <a:pt x="2173" y="10787"/>
                  </a:lnTo>
                  <a:lnTo>
                    <a:pt x="2096" y="10864"/>
                  </a:lnTo>
                  <a:lnTo>
                    <a:pt x="2135" y="10941"/>
                  </a:lnTo>
                  <a:lnTo>
                    <a:pt x="1892" y="10749"/>
                  </a:lnTo>
                  <a:lnTo>
                    <a:pt x="1777" y="10749"/>
                  </a:lnTo>
                  <a:lnTo>
                    <a:pt x="1726" y="10813"/>
                  </a:lnTo>
                  <a:lnTo>
                    <a:pt x="1841" y="11235"/>
                  </a:lnTo>
                  <a:lnTo>
                    <a:pt x="2020" y="11541"/>
                  </a:lnTo>
                  <a:lnTo>
                    <a:pt x="2275" y="11439"/>
                  </a:lnTo>
                  <a:lnTo>
                    <a:pt x="2288" y="11618"/>
                  </a:lnTo>
                  <a:lnTo>
                    <a:pt x="2109" y="11720"/>
                  </a:lnTo>
                  <a:lnTo>
                    <a:pt x="2147" y="11938"/>
                  </a:lnTo>
                  <a:lnTo>
                    <a:pt x="2595" y="12295"/>
                  </a:lnTo>
                  <a:lnTo>
                    <a:pt x="3131" y="12973"/>
                  </a:lnTo>
                  <a:lnTo>
                    <a:pt x="3208" y="13676"/>
                  </a:lnTo>
                  <a:lnTo>
                    <a:pt x="3707" y="13676"/>
                  </a:lnTo>
                  <a:lnTo>
                    <a:pt x="4205" y="13816"/>
                  </a:lnTo>
                  <a:lnTo>
                    <a:pt x="4422" y="13957"/>
                  </a:lnTo>
                  <a:lnTo>
                    <a:pt x="4780" y="14034"/>
                  </a:lnTo>
                  <a:lnTo>
                    <a:pt x="5138" y="14276"/>
                  </a:lnTo>
                  <a:lnTo>
                    <a:pt x="5521" y="14455"/>
                  </a:lnTo>
                  <a:lnTo>
                    <a:pt x="6058" y="14762"/>
                  </a:lnTo>
                  <a:lnTo>
                    <a:pt x="6557" y="15350"/>
                  </a:lnTo>
                  <a:lnTo>
                    <a:pt x="6557" y="15401"/>
                  </a:lnTo>
                  <a:lnTo>
                    <a:pt x="8333" y="15401"/>
                  </a:lnTo>
                  <a:lnTo>
                    <a:pt x="8371" y="15478"/>
                  </a:lnTo>
                  <a:lnTo>
                    <a:pt x="8308" y="15567"/>
                  </a:lnTo>
                  <a:lnTo>
                    <a:pt x="8295" y="15644"/>
                  </a:lnTo>
                  <a:lnTo>
                    <a:pt x="10877" y="16871"/>
                  </a:lnTo>
                  <a:lnTo>
                    <a:pt x="12870" y="16986"/>
                  </a:lnTo>
                  <a:lnTo>
                    <a:pt x="12883" y="16577"/>
                  </a:lnTo>
                  <a:lnTo>
                    <a:pt x="14174" y="16628"/>
                  </a:lnTo>
                  <a:lnTo>
                    <a:pt x="14315" y="16730"/>
                  </a:lnTo>
                  <a:lnTo>
                    <a:pt x="14353" y="16832"/>
                  </a:lnTo>
                  <a:lnTo>
                    <a:pt x="14391" y="16871"/>
                  </a:lnTo>
                  <a:lnTo>
                    <a:pt x="14404" y="16935"/>
                  </a:lnTo>
                  <a:lnTo>
                    <a:pt x="14506" y="17011"/>
                  </a:lnTo>
                  <a:lnTo>
                    <a:pt x="14570" y="17011"/>
                  </a:lnTo>
                  <a:lnTo>
                    <a:pt x="14596" y="17088"/>
                  </a:lnTo>
                  <a:lnTo>
                    <a:pt x="14685" y="17203"/>
                  </a:lnTo>
                  <a:lnTo>
                    <a:pt x="14749" y="17216"/>
                  </a:lnTo>
                  <a:lnTo>
                    <a:pt x="14851" y="17305"/>
                  </a:lnTo>
                  <a:lnTo>
                    <a:pt x="14877" y="17369"/>
                  </a:lnTo>
                  <a:lnTo>
                    <a:pt x="14979" y="17459"/>
                  </a:lnTo>
                  <a:lnTo>
                    <a:pt x="14992" y="17510"/>
                  </a:lnTo>
                  <a:lnTo>
                    <a:pt x="15132" y="17548"/>
                  </a:lnTo>
                  <a:lnTo>
                    <a:pt x="15209" y="17638"/>
                  </a:lnTo>
                  <a:lnTo>
                    <a:pt x="15247" y="17638"/>
                  </a:lnTo>
                  <a:lnTo>
                    <a:pt x="15286" y="17727"/>
                  </a:lnTo>
                  <a:lnTo>
                    <a:pt x="15337" y="17727"/>
                  </a:lnTo>
                  <a:lnTo>
                    <a:pt x="15375" y="17919"/>
                  </a:lnTo>
                  <a:lnTo>
                    <a:pt x="15414" y="17932"/>
                  </a:lnTo>
                  <a:lnTo>
                    <a:pt x="15478" y="18072"/>
                  </a:lnTo>
                  <a:lnTo>
                    <a:pt x="15478" y="18226"/>
                  </a:lnTo>
                  <a:lnTo>
                    <a:pt x="15465" y="18289"/>
                  </a:lnTo>
                  <a:lnTo>
                    <a:pt x="15554" y="18443"/>
                  </a:lnTo>
                  <a:lnTo>
                    <a:pt x="15580" y="18571"/>
                  </a:lnTo>
                  <a:lnTo>
                    <a:pt x="15797" y="18698"/>
                  </a:lnTo>
                  <a:lnTo>
                    <a:pt x="15835" y="18724"/>
                  </a:lnTo>
                  <a:lnTo>
                    <a:pt x="15848" y="18813"/>
                  </a:lnTo>
                  <a:lnTo>
                    <a:pt x="15989" y="18890"/>
                  </a:lnTo>
                  <a:lnTo>
                    <a:pt x="16117" y="18890"/>
                  </a:lnTo>
                  <a:lnTo>
                    <a:pt x="16168" y="18992"/>
                  </a:lnTo>
                  <a:lnTo>
                    <a:pt x="16257" y="18992"/>
                  </a:lnTo>
                  <a:lnTo>
                    <a:pt x="16321" y="18967"/>
                  </a:lnTo>
                  <a:lnTo>
                    <a:pt x="16359" y="19082"/>
                  </a:lnTo>
                  <a:lnTo>
                    <a:pt x="16436" y="19107"/>
                  </a:lnTo>
                  <a:lnTo>
                    <a:pt x="16513" y="19146"/>
                  </a:lnTo>
                  <a:lnTo>
                    <a:pt x="16551" y="19133"/>
                  </a:lnTo>
                  <a:lnTo>
                    <a:pt x="16679" y="19005"/>
                  </a:lnTo>
                  <a:lnTo>
                    <a:pt x="16717" y="18980"/>
                  </a:lnTo>
                  <a:lnTo>
                    <a:pt x="16704" y="18929"/>
                  </a:lnTo>
                  <a:lnTo>
                    <a:pt x="16743" y="18877"/>
                  </a:lnTo>
                  <a:lnTo>
                    <a:pt x="16781" y="18813"/>
                  </a:lnTo>
                  <a:lnTo>
                    <a:pt x="16781" y="18750"/>
                  </a:lnTo>
                  <a:lnTo>
                    <a:pt x="16858" y="18596"/>
                  </a:lnTo>
                  <a:lnTo>
                    <a:pt x="16871" y="18520"/>
                  </a:lnTo>
                  <a:lnTo>
                    <a:pt x="17075" y="18430"/>
                  </a:lnTo>
                  <a:lnTo>
                    <a:pt x="17101" y="18456"/>
                  </a:lnTo>
                  <a:lnTo>
                    <a:pt x="17177" y="18366"/>
                  </a:lnTo>
                  <a:lnTo>
                    <a:pt x="17331" y="18405"/>
                  </a:lnTo>
                  <a:lnTo>
                    <a:pt x="17484" y="18456"/>
                  </a:lnTo>
                  <a:lnTo>
                    <a:pt x="17586" y="18430"/>
                  </a:lnTo>
                  <a:lnTo>
                    <a:pt x="17625" y="18468"/>
                  </a:lnTo>
                  <a:lnTo>
                    <a:pt x="17701" y="18456"/>
                  </a:lnTo>
                  <a:lnTo>
                    <a:pt x="17765" y="18417"/>
                  </a:lnTo>
                  <a:lnTo>
                    <a:pt x="17791" y="18443"/>
                  </a:lnTo>
                  <a:lnTo>
                    <a:pt x="17906" y="18520"/>
                  </a:lnTo>
                  <a:lnTo>
                    <a:pt x="17931" y="18571"/>
                  </a:lnTo>
                  <a:lnTo>
                    <a:pt x="18008" y="18596"/>
                  </a:lnTo>
                  <a:lnTo>
                    <a:pt x="17995" y="18647"/>
                  </a:lnTo>
                  <a:lnTo>
                    <a:pt x="18021" y="18660"/>
                  </a:lnTo>
                  <a:lnTo>
                    <a:pt x="18008" y="18686"/>
                  </a:lnTo>
                  <a:lnTo>
                    <a:pt x="18046" y="18698"/>
                  </a:lnTo>
                  <a:lnTo>
                    <a:pt x="18072" y="18762"/>
                  </a:lnTo>
                  <a:lnTo>
                    <a:pt x="18161" y="18750"/>
                  </a:lnTo>
                  <a:lnTo>
                    <a:pt x="18174" y="18801"/>
                  </a:lnTo>
                  <a:lnTo>
                    <a:pt x="18277" y="18903"/>
                  </a:lnTo>
                  <a:lnTo>
                    <a:pt x="18353" y="18929"/>
                  </a:lnTo>
                  <a:lnTo>
                    <a:pt x="18379" y="18992"/>
                  </a:lnTo>
                  <a:lnTo>
                    <a:pt x="18404" y="19044"/>
                  </a:lnTo>
                  <a:lnTo>
                    <a:pt x="18468" y="19184"/>
                  </a:lnTo>
                  <a:lnTo>
                    <a:pt x="18468" y="19235"/>
                  </a:lnTo>
                  <a:lnTo>
                    <a:pt x="18570" y="19389"/>
                  </a:lnTo>
                  <a:lnTo>
                    <a:pt x="18660" y="19580"/>
                  </a:lnTo>
                  <a:lnTo>
                    <a:pt x="18698" y="19606"/>
                  </a:lnTo>
                  <a:lnTo>
                    <a:pt x="18685" y="19644"/>
                  </a:lnTo>
                  <a:lnTo>
                    <a:pt x="18698" y="19721"/>
                  </a:lnTo>
                  <a:lnTo>
                    <a:pt x="18737" y="19746"/>
                  </a:lnTo>
                  <a:lnTo>
                    <a:pt x="18737" y="19810"/>
                  </a:lnTo>
                  <a:lnTo>
                    <a:pt x="18826" y="19874"/>
                  </a:lnTo>
                  <a:lnTo>
                    <a:pt x="18890" y="19900"/>
                  </a:lnTo>
                  <a:lnTo>
                    <a:pt x="18941" y="20040"/>
                  </a:lnTo>
                  <a:lnTo>
                    <a:pt x="19005" y="20053"/>
                  </a:lnTo>
                  <a:lnTo>
                    <a:pt x="19018" y="20104"/>
                  </a:lnTo>
                  <a:lnTo>
                    <a:pt x="19056" y="20232"/>
                  </a:lnTo>
                  <a:lnTo>
                    <a:pt x="19158" y="20309"/>
                  </a:lnTo>
                  <a:lnTo>
                    <a:pt x="19299" y="20360"/>
                  </a:lnTo>
                  <a:lnTo>
                    <a:pt x="19350" y="20526"/>
                  </a:lnTo>
                  <a:lnTo>
                    <a:pt x="19337" y="20679"/>
                  </a:lnTo>
                  <a:lnTo>
                    <a:pt x="19401" y="20756"/>
                  </a:lnTo>
                  <a:lnTo>
                    <a:pt x="19388" y="20910"/>
                  </a:lnTo>
                  <a:lnTo>
                    <a:pt x="19478" y="20973"/>
                  </a:lnTo>
                  <a:lnTo>
                    <a:pt x="19465" y="21037"/>
                  </a:lnTo>
                  <a:lnTo>
                    <a:pt x="19542" y="21088"/>
                  </a:lnTo>
                  <a:lnTo>
                    <a:pt x="19555" y="21216"/>
                  </a:lnTo>
                  <a:lnTo>
                    <a:pt x="19567" y="21255"/>
                  </a:lnTo>
                  <a:lnTo>
                    <a:pt x="19631" y="21306"/>
                  </a:lnTo>
                  <a:lnTo>
                    <a:pt x="19657" y="21382"/>
                  </a:lnTo>
                  <a:lnTo>
                    <a:pt x="19708" y="21408"/>
                  </a:lnTo>
                  <a:lnTo>
                    <a:pt x="19861" y="21421"/>
                  </a:lnTo>
                  <a:lnTo>
                    <a:pt x="19951" y="21536"/>
                  </a:lnTo>
                  <a:lnTo>
                    <a:pt x="19989" y="21510"/>
                  </a:lnTo>
                  <a:lnTo>
                    <a:pt x="20142" y="21561"/>
                  </a:lnTo>
                  <a:lnTo>
                    <a:pt x="20219" y="21625"/>
                  </a:lnTo>
                  <a:lnTo>
                    <a:pt x="20258" y="21625"/>
                  </a:lnTo>
                  <a:lnTo>
                    <a:pt x="20270" y="21676"/>
                  </a:lnTo>
                  <a:lnTo>
                    <a:pt x="20360" y="21702"/>
                  </a:lnTo>
                  <a:lnTo>
                    <a:pt x="20436" y="21676"/>
                  </a:lnTo>
                  <a:lnTo>
                    <a:pt x="20718" y="21702"/>
                  </a:lnTo>
                  <a:lnTo>
                    <a:pt x="20871" y="21842"/>
                  </a:lnTo>
                  <a:lnTo>
                    <a:pt x="20897" y="21804"/>
                  </a:lnTo>
                  <a:lnTo>
                    <a:pt x="20884" y="21753"/>
                  </a:lnTo>
                  <a:lnTo>
                    <a:pt x="20948" y="21779"/>
                  </a:lnTo>
                  <a:lnTo>
                    <a:pt x="20999" y="21740"/>
                  </a:lnTo>
                  <a:lnTo>
                    <a:pt x="21088" y="21753"/>
                  </a:lnTo>
                  <a:lnTo>
                    <a:pt x="21127" y="21382"/>
                  </a:lnTo>
                  <a:lnTo>
                    <a:pt x="20999" y="21012"/>
                  </a:lnTo>
                  <a:lnTo>
                    <a:pt x="21050" y="20743"/>
                  </a:lnTo>
                  <a:lnTo>
                    <a:pt x="21165" y="20347"/>
                  </a:lnTo>
                  <a:lnTo>
                    <a:pt x="21318" y="20155"/>
                  </a:lnTo>
                  <a:lnTo>
                    <a:pt x="21267" y="20028"/>
                  </a:lnTo>
                  <a:lnTo>
                    <a:pt x="21382" y="19925"/>
                  </a:lnTo>
                  <a:lnTo>
                    <a:pt x="21382" y="19785"/>
                  </a:lnTo>
                  <a:lnTo>
                    <a:pt x="21497" y="19708"/>
                  </a:lnTo>
                  <a:lnTo>
                    <a:pt x="21497" y="19606"/>
                  </a:lnTo>
                  <a:lnTo>
                    <a:pt x="21702" y="19504"/>
                  </a:lnTo>
                  <a:lnTo>
                    <a:pt x="22417" y="18941"/>
                  </a:lnTo>
                  <a:lnTo>
                    <a:pt x="22788" y="18839"/>
                  </a:lnTo>
                  <a:lnTo>
                    <a:pt x="22903" y="18635"/>
                  </a:lnTo>
                  <a:lnTo>
                    <a:pt x="22967" y="18353"/>
                  </a:lnTo>
                  <a:lnTo>
                    <a:pt x="22852" y="18187"/>
                  </a:lnTo>
                  <a:lnTo>
                    <a:pt x="23044" y="18264"/>
                  </a:lnTo>
                  <a:lnTo>
                    <a:pt x="23159" y="18213"/>
                  </a:lnTo>
                  <a:lnTo>
                    <a:pt x="23453" y="18098"/>
                  </a:lnTo>
                  <a:lnTo>
                    <a:pt x="23811" y="18034"/>
                  </a:lnTo>
                  <a:lnTo>
                    <a:pt x="24015" y="17842"/>
                  </a:lnTo>
                  <a:lnTo>
                    <a:pt x="24015" y="17842"/>
                  </a:lnTo>
                  <a:lnTo>
                    <a:pt x="23989" y="17983"/>
                  </a:lnTo>
                  <a:lnTo>
                    <a:pt x="24322" y="17983"/>
                  </a:lnTo>
                  <a:lnTo>
                    <a:pt x="24411" y="17868"/>
                  </a:lnTo>
                  <a:lnTo>
                    <a:pt x="24999" y="18059"/>
                  </a:lnTo>
                  <a:lnTo>
                    <a:pt x="25204" y="18008"/>
                  </a:lnTo>
                  <a:lnTo>
                    <a:pt x="25357" y="17983"/>
                  </a:lnTo>
                  <a:lnTo>
                    <a:pt x="25446" y="18059"/>
                  </a:lnTo>
                  <a:lnTo>
                    <a:pt x="25855" y="18047"/>
                  </a:lnTo>
                  <a:lnTo>
                    <a:pt x="25932" y="17983"/>
                  </a:lnTo>
                  <a:lnTo>
                    <a:pt x="26213" y="18123"/>
                  </a:lnTo>
                  <a:lnTo>
                    <a:pt x="26456" y="18353"/>
                  </a:lnTo>
                  <a:lnTo>
                    <a:pt x="26852" y="18226"/>
                  </a:lnTo>
                  <a:lnTo>
                    <a:pt x="27108" y="18302"/>
                  </a:lnTo>
                  <a:lnTo>
                    <a:pt x="27261" y="18353"/>
                  </a:lnTo>
                  <a:lnTo>
                    <a:pt x="27351" y="18136"/>
                  </a:lnTo>
                  <a:lnTo>
                    <a:pt x="27594" y="17983"/>
                  </a:lnTo>
                  <a:lnTo>
                    <a:pt x="27594" y="18136"/>
                  </a:lnTo>
                  <a:lnTo>
                    <a:pt x="27964" y="18392"/>
                  </a:lnTo>
                  <a:lnTo>
                    <a:pt x="28220" y="18264"/>
                  </a:lnTo>
                  <a:lnTo>
                    <a:pt x="28118" y="18162"/>
                  </a:lnTo>
                  <a:lnTo>
                    <a:pt x="27619" y="17855"/>
                  </a:lnTo>
                  <a:lnTo>
                    <a:pt x="27900" y="17817"/>
                  </a:lnTo>
                  <a:lnTo>
                    <a:pt x="27811" y="17612"/>
                  </a:lnTo>
                  <a:lnTo>
                    <a:pt x="27542" y="17535"/>
                  </a:lnTo>
                  <a:lnTo>
                    <a:pt x="27555" y="17433"/>
                  </a:lnTo>
                  <a:lnTo>
                    <a:pt x="27900" y="17382"/>
                  </a:lnTo>
                  <a:lnTo>
                    <a:pt x="28066" y="17216"/>
                  </a:lnTo>
                  <a:lnTo>
                    <a:pt x="28437" y="17254"/>
                  </a:lnTo>
                  <a:lnTo>
                    <a:pt x="28603" y="17331"/>
                  </a:lnTo>
                  <a:lnTo>
                    <a:pt x="28948" y="17165"/>
                  </a:lnTo>
                  <a:lnTo>
                    <a:pt x="29025" y="17152"/>
                  </a:lnTo>
                  <a:lnTo>
                    <a:pt x="29115" y="17216"/>
                  </a:lnTo>
                  <a:lnTo>
                    <a:pt x="30380" y="17216"/>
                  </a:lnTo>
                  <a:lnTo>
                    <a:pt x="30955" y="17535"/>
                  </a:lnTo>
                  <a:lnTo>
                    <a:pt x="31134" y="17868"/>
                  </a:lnTo>
                  <a:lnTo>
                    <a:pt x="31504" y="17842"/>
                  </a:lnTo>
                  <a:lnTo>
                    <a:pt x="32003" y="17446"/>
                  </a:lnTo>
                  <a:lnTo>
                    <a:pt x="32501" y="17689"/>
                  </a:lnTo>
                  <a:lnTo>
                    <a:pt x="32616" y="17944"/>
                  </a:lnTo>
                  <a:lnTo>
                    <a:pt x="32706" y="18136"/>
                  </a:lnTo>
                  <a:lnTo>
                    <a:pt x="33140" y="18353"/>
                  </a:lnTo>
                  <a:lnTo>
                    <a:pt x="33179" y="18609"/>
                  </a:lnTo>
                  <a:lnTo>
                    <a:pt x="33204" y="18916"/>
                  </a:lnTo>
                  <a:lnTo>
                    <a:pt x="33102" y="18980"/>
                  </a:lnTo>
                  <a:lnTo>
                    <a:pt x="33038" y="19350"/>
                  </a:lnTo>
                  <a:lnTo>
                    <a:pt x="33102" y="19580"/>
                  </a:lnTo>
                  <a:lnTo>
                    <a:pt x="33255" y="19465"/>
                  </a:lnTo>
                  <a:lnTo>
                    <a:pt x="33140" y="19606"/>
                  </a:lnTo>
                  <a:lnTo>
                    <a:pt x="33268" y="19925"/>
                  </a:lnTo>
                  <a:lnTo>
                    <a:pt x="33511" y="20181"/>
                  </a:lnTo>
                  <a:lnTo>
                    <a:pt x="33703" y="20245"/>
                  </a:lnTo>
                  <a:lnTo>
                    <a:pt x="33703" y="20577"/>
                  </a:lnTo>
                  <a:lnTo>
                    <a:pt x="33818" y="20679"/>
                  </a:lnTo>
                  <a:lnTo>
                    <a:pt x="33920" y="20961"/>
                  </a:lnTo>
                  <a:lnTo>
                    <a:pt x="34176" y="21165"/>
                  </a:lnTo>
                  <a:lnTo>
                    <a:pt x="34393" y="21344"/>
                  </a:lnTo>
                  <a:lnTo>
                    <a:pt x="34444" y="21727"/>
                  </a:lnTo>
                  <a:lnTo>
                    <a:pt x="34406" y="21945"/>
                  </a:lnTo>
                  <a:lnTo>
                    <a:pt x="34521" y="21996"/>
                  </a:lnTo>
                  <a:lnTo>
                    <a:pt x="34712" y="21894"/>
                  </a:lnTo>
                  <a:lnTo>
                    <a:pt x="34853" y="21817"/>
                  </a:lnTo>
                  <a:lnTo>
                    <a:pt x="34917" y="21766"/>
                  </a:lnTo>
                  <a:lnTo>
                    <a:pt x="35032" y="21165"/>
                  </a:lnTo>
                  <a:lnTo>
                    <a:pt x="35275" y="20922"/>
                  </a:lnTo>
                  <a:lnTo>
                    <a:pt x="35288" y="20130"/>
                  </a:lnTo>
                  <a:lnTo>
                    <a:pt x="34955" y="19312"/>
                  </a:lnTo>
                  <a:lnTo>
                    <a:pt x="34700" y="18545"/>
                  </a:lnTo>
                  <a:lnTo>
                    <a:pt x="34470" y="18111"/>
                  </a:lnTo>
                  <a:lnTo>
                    <a:pt x="34316" y="17804"/>
                  </a:lnTo>
                  <a:lnTo>
                    <a:pt x="34252" y="17650"/>
                  </a:lnTo>
                  <a:lnTo>
                    <a:pt x="34176" y="17280"/>
                  </a:lnTo>
                  <a:lnTo>
                    <a:pt x="34112" y="16948"/>
                  </a:lnTo>
                  <a:lnTo>
                    <a:pt x="34201" y="16283"/>
                  </a:lnTo>
                  <a:lnTo>
                    <a:pt x="34661" y="15695"/>
                  </a:lnTo>
                  <a:lnTo>
                    <a:pt x="34687" y="15631"/>
                  </a:lnTo>
                  <a:lnTo>
                    <a:pt x="34853" y="15491"/>
                  </a:lnTo>
                  <a:lnTo>
                    <a:pt x="35185" y="15350"/>
                  </a:lnTo>
                  <a:lnTo>
                    <a:pt x="35466" y="15094"/>
                  </a:lnTo>
                  <a:lnTo>
                    <a:pt x="35658" y="15018"/>
                  </a:lnTo>
                  <a:lnTo>
                    <a:pt x="35888" y="14762"/>
                  </a:lnTo>
                  <a:lnTo>
                    <a:pt x="36093" y="14404"/>
                  </a:lnTo>
                  <a:lnTo>
                    <a:pt x="36297" y="14123"/>
                  </a:lnTo>
                  <a:lnTo>
                    <a:pt x="36425" y="14200"/>
                  </a:lnTo>
                  <a:lnTo>
                    <a:pt x="36808" y="14136"/>
                  </a:lnTo>
                  <a:lnTo>
                    <a:pt x="36962" y="14046"/>
                  </a:lnTo>
                  <a:lnTo>
                    <a:pt x="36987" y="13804"/>
                  </a:lnTo>
                  <a:lnTo>
                    <a:pt x="37537" y="13471"/>
                  </a:lnTo>
                  <a:lnTo>
                    <a:pt x="37882" y="13446"/>
                  </a:lnTo>
                  <a:lnTo>
                    <a:pt x="38150" y="13318"/>
                  </a:lnTo>
                  <a:lnTo>
                    <a:pt x="38087" y="13203"/>
                  </a:lnTo>
                  <a:lnTo>
                    <a:pt x="37959" y="13088"/>
                  </a:lnTo>
                  <a:lnTo>
                    <a:pt x="38023" y="12896"/>
                  </a:lnTo>
                  <a:lnTo>
                    <a:pt x="37997" y="12730"/>
                  </a:lnTo>
                  <a:lnTo>
                    <a:pt x="38393" y="12679"/>
                  </a:lnTo>
                  <a:lnTo>
                    <a:pt x="38662" y="12474"/>
                  </a:lnTo>
                  <a:lnTo>
                    <a:pt x="38572" y="12372"/>
                  </a:lnTo>
                  <a:lnTo>
                    <a:pt x="38214" y="12385"/>
                  </a:lnTo>
                  <a:lnTo>
                    <a:pt x="38508" y="12231"/>
                  </a:lnTo>
                  <a:lnTo>
                    <a:pt x="38623" y="11899"/>
                  </a:lnTo>
                  <a:lnTo>
                    <a:pt x="38649" y="11477"/>
                  </a:lnTo>
                  <a:lnTo>
                    <a:pt x="38355" y="11171"/>
                  </a:lnTo>
                  <a:lnTo>
                    <a:pt x="38380" y="10557"/>
                  </a:lnTo>
                  <a:lnTo>
                    <a:pt x="38214" y="10276"/>
                  </a:lnTo>
                  <a:lnTo>
                    <a:pt x="38074" y="9752"/>
                  </a:lnTo>
                  <a:lnTo>
                    <a:pt x="38214" y="9599"/>
                  </a:lnTo>
                  <a:lnTo>
                    <a:pt x="38278" y="10110"/>
                  </a:lnTo>
                  <a:lnTo>
                    <a:pt x="38432" y="10327"/>
                  </a:lnTo>
                  <a:lnTo>
                    <a:pt x="38636" y="10557"/>
                  </a:lnTo>
                  <a:lnTo>
                    <a:pt x="38623" y="11017"/>
                  </a:lnTo>
                  <a:lnTo>
                    <a:pt x="39032" y="10314"/>
                  </a:lnTo>
                  <a:lnTo>
                    <a:pt x="39173" y="9829"/>
                  </a:lnTo>
                  <a:lnTo>
                    <a:pt x="38917" y="9484"/>
                  </a:lnTo>
                  <a:lnTo>
                    <a:pt x="38917" y="9343"/>
                  </a:lnTo>
                  <a:lnTo>
                    <a:pt x="39186" y="9266"/>
                  </a:lnTo>
                  <a:lnTo>
                    <a:pt x="39326" y="9560"/>
                  </a:lnTo>
                  <a:lnTo>
                    <a:pt x="39531" y="9266"/>
                  </a:lnTo>
                  <a:lnTo>
                    <a:pt x="39582" y="9126"/>
                  </a:lnTo>
                  <a:lnTo>
                    <a:pt x="39889" y="8960"/>
                  </a:lnTo>
                  <a:lnTo>
                    <a:pt x="40004" y="8615"/>
                  </a:lnTo>
                  <a:lnTo>
                    <a:pt x="40068" y="8282"/>
                  </a:lnTo>
                  <a:lnTo>
                    <a:pt x="39927" y="8167"/>
                  </a:lnTo>
                  <a:lnTo>
                    <a:pt x="40029" y="7784"/>
                  </a:lnTo>
                  <a:lnTo>
                    <a:pt x="40016" y="8154"/>
                  </a:lnTo>
                  <a:lnTo>
                    <a:pt x="40068" y="8078"/>
                  </a:lnTo>
                  <a:lnTo>
                    <a:pt x="40106" y="8154"/>
                  </a:lnTo>
                  <a:lnTo>
                    <a:pt x="40310" y="7937"/>
                  </a:lnTo>
                  <a:lnTo>
                    <a:pt x="40310" y="7937"/>
                  </a:lnTo>
                  <a:lnTo>
                    <a:pt x="40285" y="8154"/>
                  </a:lnTo>
                  <a:lnTo>
                    <a:pt x="40285" y="8154"/>
                  </a:lnTo>
                  <a:lnTo>
                    <a:pt x="40425" y="8001"/>
                  </a:lnTo>
                  <a:lnTo>
                    <a:pt x="40732" y="7963"/>
                  </a:lnTo>
                  <a:lnTo>
                    <a:pt x="41064" y="7886"/>
                  </a:lnTo>
                  <a:lnTo>
                    <a:pt x="41614" y="7886"/>
                  </a:lnTo>
                  <a:lnTo>
                    <a:pt x="41806" y="7694"/>
                  </a:lnTo>
                  <a:lnTo>
                    <a:pt x="41576" y="7694"/>
                  </a:lnTo>
                  <a:lnTo>
                    <a:pt x="41435" y="7541"/>
                  </a:lnTo>
                  <a:lnTo>
                    <a:pt x="40975" y="7694"/>
                  </a:lnTo>
                  <a:lnTo>
                    <a:pt x="40579" y="7694"/>
                  </a:lnTo>
                  <a:lnTo>
                    <a:pt x="40630" y="7464"/>
                  </a:lnTo>
                  <a:lnTo>
                    <a:pt x="41537" y="7222"/>
                  </a:lnTo>
                  <a:lnTo>
                    <a:pt x="41729" y="7388"/>
                  </a:lnTo>
                  <a:lnTo>
                    <a:pt x="41921" y="7515"/>
                  </a:lnTo>
                  <a:lnTo>
                    <a:pt x="42164" y="7298"/>
                  </a:lnTo>
                  <a:lnTo>
                    <a:pt x="42458" y="7119"/>
                  </a:lnTo>
                  <a:lnTo>
                    <a:pt x="42624" y="7043"/>
                  </a:lnTo>
                  <a:lnTo>
                    <a:pt x="42649" y="7375"/>
                  </a:lnTo>
                  <a:lnTo>
                    <a:pt x="42943" y="7119"/>
                  </a:lnTo>
                  <a:lnTo>
                    <a:pt x="43122" y="6889"/>
                  </a:lnTo>
                  <a:lnTo>
                    <a:pt x="42854" y="6774"/>
                  </a:lnTo>
                  <a:lnTo>
                    <a:pt x="43122" y="6634"/>
                  </a:lnTo>
                  <a:lnTo>
                    <a:pt x="42879" y="6225"/>
                  </a:lnTo>
                  <a:lnTo>
                    <a:pt x="42892" y="5854"/>
                  </a:lnTo>
                  <a:lnTo>
                    <a:pt x="43314" y="5317"/>
                  </a:lnTo>
                  <a:lnTo>
                    <a:pt x="43646" y="5113"/>
                  </a:lnTo>
                  <a:lnTo>
                    <a:pt x="43978" y="5074"/>
                  </a:lnTo>
                  <a:lnTo>
                    <a:pt x="43978" y="4768"/>
                  </a:lnTo>
                  <a:lnTo>
                    <a:pt x="44311" y="4614"/>
                  </a:lnTo>
                  <a:lnTo>
                    <a:pt x="44848" y="4525"/>
                  </a:lnTo>
                  <a:lnTo>
                    <a:pt x="45078" y="4308"/>
                  </a:lnTo>
                  <a:lnTo>
                    <a:pt x="45129" y="4052"/>
                  </a:lnTo>
                  <a:lnTo>
                    <a:pt x="45346" y="3899"/>
                  </a:lnTo>
                  <a:lnTo>
                    <a:pt x="45461" y="3899"/>
                  </a:lnTo>
                  <a:lnTo>
                    <a:pt x="45090" y="3643"/>
                  </a:lnTo>
                  <a:lnTo>
                    <a:pt x="45090" y="3438"/>
                  </a:lnTo>
                  <a:lnTo>
                    <a:pt x="44809" y="3438"/>
                  </a:lnTo>
                  <a:lnTo>
                    <a:pt x="44796" y="3387"/>
                  </a:lnTo>
                  <a:lnTo>
                    <a:pt x="44681" y="3017"/>
                  </a:lnTo>
                  <a:lnTo>
                    <a:pt x="44656" y="2876"/>
                  </a:lnTo>
                  <a:lnTo>
                    <a:pt x="44643" y="2774"/>
                  </a:lnTo>
                  <a:lnTo>
                    <a:pt x="44630" y="2761"/>
                  </a:lnTo>
                  <a:lnTo>
                    <a:pt x="44784" y="2352"/>
                  </a:lnTo>
                  <a:lnTo>
                    <a:pt x="44784" y="1892"/>
                  </a:lnTo>
                  <a:lnTo>
                    <a:pt x="44554" y="1700"/>
                  </a:lnTo>
                  <a:lnTo>
                    <a:pt x="43902" y="2058"/>
                  </a:lnTo>
                  <a:lnTo>
                    <a:pt x="43902" y="1611"/>
                  </a:lnTo>
                  <a:lnTo>
                    <a:pt x="43748" y="1611"/>
                  </a:lnTo>
                  <a:lnTo>
                    <a:pt x="43148" y="2224"/>
                  </a:lnTo>
                  <a:lnTo>
                    <a:pt x="43020" y="2505"/>
                  </a:lnTo>
                  <a:lnTo>
                    <a:pt x="43020" y="2927"/>
                  </a:lnTo>
                  <a:lnTo>
                    <a:pt x="42815" y="3221"/>
                  </a:lnTo>
                  <a:lnTo>
                    <a:pt x="42458" y="3656"/>
                  </a:lnTo>
                  <a:lnTo>
                    <a:pt x="42176" y="3617"/>
                  </a:lnTo>
                  <a:lnTo>
                    <a:pt x="41934" y="4103"/>
                  </a:lnTo>
                  <a:lnTo>
                    <a:pt x="39390" y="4103"/>
                  </a:lnTo>
                  <a:lnTo>
                    <a:pt x="38253" y="4870"/>
                  </a:lnTo>
                  <a:lnTo>
                    <a:pt x="37972" y="4870"/>
                  </a:lnTo>
                  <a:lnTo>
                    <a:pt x="38023" y="5177"/>
                  </a:lnTo>
                  <a:lnTo>
                    <a:pt x="37831" y="5266"/>
                  </a:lnTo>
                  <a:lnTo>
                    <a:pt x="37332" y="5343"/>
                  </a:lnTo>
                  <a:lnTo>
                    <a:pt x="36885" y="5432"/>
                  </a:lnTo>
                  <a:lnTo>
                    <a:pt x="36668" y="5343"/>
                  </a:lnTo>
                  <a:lnTo>
                    <a:pt x="35901" y="5356"/>
                  </a:lnTo>
                  <a:lnTo>
                    <a:pt x="35760" y="5432"/>
                  </a:lnTo>
                  <a:lnTo>
                    <a:pt x="36144" y="5573"/>
                  </a:lnTo>
                  <a:lnTo>
                    <a:pt x="36144" y="5598"/>
                  </a:lnTo>
                  <a:lnTo>
                    <a:pt x="36144" y="5982"/>
                  </a:lnTo>
                  <a:lnTo>
                    <a:pt x="36093" y="5982"/>
                  </a:lnTo>
                  <a:lnTo>
                    <a:pt x="36093" y="6033"/>
                  </a:lnTo>
                  <a:lnTo>
                    <a:pt x="35658" y="5995"/>
                  </a:lnTo>
                  <a:lnTo>
                    <a:pt x="35594" y="6097"/>
                  </a:lnTo>
                  <a:lnTo>
                    <a:pt x="35543" y="6173"/>
                  </a:lnTo>
                  <a:lnTo>
                    <a:pt x="35492" y="6212"/>
                  </a:lnTo>
                  <a:lnTo>
                    <a:pt x="34418" y="6698"/>
                  </a:lnTo>
                  <a:lnTo>
                    <a:pt x="33562" y="7030"/>
                  </a:lnTo>
                  <a:lnTo>
                    <a:pt x="32846" y="7119"/>
                  </a:lnTo>
                  <a:lnTo>
                    <a:pt x="32501" y="6813"/>
                  </a:lnTo>
                  <a:lnTo>
                    <a:pt x="32412" y="6595"/>
                  </a:lnTo>
                  <a:lnTo>
                    <a:pt x="32527" y="6404"/>
                  </a:lnTo>
                  <a:lnTo>
                    <a:pt x="32616" y="6263"/>
                  </a:lnTo>
                  <a:lnTo>
                    <a:pt x="32655" y="6225"/>
                  </a:lnTo>
                  <a:lnTo>
                    <a:pt x="32680" y="6199"/>
                  </a:lnTo>
                  <a:lnTo>
                    <a:pt x="32731" y="6173"/>
                  </a:lnTo>
                  <a:lnTo>
                    <a:pt x="32795" y="6122"/>
                  </a:lnTo>
                  <a:lnTo>
                    <a:pt x="32885" y="6033"/>
                  </a:lnTo>
                  <a:lnTo>
                    <a:pt x="32885" y="5803"/>
                  </a:lnTo>
                  <a:lnTo>
                    <a:pt x="33128" y="6058"/>
                  </a:lnTo>
                  <a:lnTo>
                    <a:pt x="33153" y="6084"/>
                  </a:lnTo>
                  <a:lnTo>
                    <a:pt x="33140" y="6020"/>
                  </a:lnTo>
                  <a:lnTo>
                    <a:pt x="33217" y="5790"/>
                  </a:lnTo>
                  <a:lnTo>
                    <a:pt x="33831" y="5509"/>
                  </a:lnTo>
                  <a:lnTo>
                    <a:pt x="33843" y="5292"/>
                  </a:lnTo>
                  <a:lnTo>
                    <a:pt x="33958" y="4601"/>
                  </a:lnTo>
                  <a:lnTo>
                    <a:pt x="34125" y="4308"/>
                  </a:lnTo>
                  <a:lnTo>
                    <a:pt x="33907" y="3873"/>
                  </a:lnTo>
                  <a:lnTo>
                    <a:pt x="33894" y="3873"/>
                  </a:lnTo>
                  <a:lnTo>
                    <a:pt x="33984" y="4180"/>
                  </a:lnTo>
                  <a:lnTo>
                    <a:pt x="33728" y="4448"/>
                  </a:lnTo>
                  <a:lnTo>
                    <a:pt x="33562" y="5330"/>
                  </a:lnTo>
                  <a:lnTo>
                    <a:pt x="33128" y="5586"/>
                  </a:lnTo>
                  <a:lnTo>
                    <a:pt x="32846" y="4678"/>
                  </a:lnTo>
                  <a:lnTo>
                    <a:pt x="32565" y="4704"/>
                  </a:lnTo>
                  <a:lnTo>
                    <a:pt x="32028" y="5125"/>
                  </a:lnTo>
                  <a:lnTo>
                    <a:pt x="31901" y="4998"/>
                  </a:lnTo>
                  <a:lnTo>
                    <a:pt x="32310" y="4499"/>
                  </a:lnTo>
                  <a:lnTo>
                    <a:pt x="32412" y="4244"/>
                  </a:lnTo>
                  <a:lnTo>
                    <a:pt x="32220" y="3349"/>
                  </a:lnTo>
                  <a:lnTo>
                    <a:pt x="31939" y="3375"/>
                  </a:lnTo>
                  <a:lnTo>
                    <a:pt x="31683" y="3145"/>
                  </a:lnTo>
                  <a:lnTo>
                    <a:pt x="31172" y="3093"/>
                  </a:lnTo>
                  <a:lnTo>
                    <a:pt x="30814" y="3541"/>
                  </a:lnTo>
                  <a:lnTo>
                    <a:pt x="30814" y="3669"/>
                  </a:lnTo>
                  <a:lnTo>
                    <a:pt x="30814" y="3758"/>
                  </a:lnTo>
                  <a:lnTo>
                    <a:pt x="30802" y="3822"/>
                  </a:lnTo>
                  <a:lnTo>
                    <a:pt x="30763" y="3860"/>
                  </a:lnTo>
                  <a:lnTo>
                    <a:pt x="30712" y="3899"/>
                  </a:lnTo>
                  <a:lnTo>
                    <a:pt x="30648" y="3937"/>
                  </a:lnTo>
                  <a:lnTo>
                    <a:pt x="30533" y="3681"/>
                  </a:lnTo>
                  <a:lnTo>
                    <a:pt x="30329" y="3822"/>
                  </a:lnTo>
                  <a:lnTo>
                    <a:pt x="30035" y="4423"/>
                  </a:lnTo>
                  <a:lnTo>
                    <a:pt x="29958" y="4780"/>
                  </a:lnTo>
                  <a:lnTo>
                    <a:pt x="29894" y="5100"/>
                  </a:lnTo>
                  <a:lnTo>
                    <a:pt x="30060" y="5458"/>
                  </a:lnTo>
                  <a:lnTo>
                    <a:pt x="30073" y="6340"/>
                  </a:lnTo>
                  <a:lnTo>
                    <a:pt x="29715" y="6672"/>
                  </a:lnTo>
                  <a:lnTo>
                    <a:pt x="29639" y="6710"/>
                  </a:lnTo>
                  <a:lnTo>
                    <a:pt x="29511" y="6774"/>
                  </a:lnTo>
                  <a:lnTo>
                    <a:pt x="29434" y="6813"/>
                  </a:lnTo>
                  <a:lnTo>
                    <a:pt x="29370" y="6825"/>
                  </a:lnTo>
                  <a:lnTo>
                    <a:pt x="29319" y="6825"/>
                  </a:lnTo>
                  <a:lnTo>
                    <a:pt x="29268" y="6813"/>
                  </a:lnTo>
                  <a:lnTo>
                    <a:pt x="29204" y="6736"/>
                  </a:lnTo>
                  <a:lnTo>
                    <a:pt x="29140" y="6634"/>
                  </a:lnTo>
                  <a:lnTo>
                    <a:pt x="29063" y="6519"/>
                  </a:lnTo>
                  <a:lnTo>
                    <a:pt x="28897" y="6097"/>
                  </a:lnTo>
                  <a:lnTo>
                    <a:pt x="29089" y="5880"/>
                  </a:lnTo>
                  <a:lnTo>
                    <a:pt x="28897" y="5803"/>
                  </a:lnTo>
                  <a:lnTo>
                    <a:pt x="28897" y="5228"/>
                  </a:lnTo>
                  <a:lnTo>
                    <a:pt x="29012" y="4563"/>
                  </a:lnTo>
                  <a:lnTo>
                    <a:pt x="29306" y="3988"/>
                  </a:lnTo>
                  <a:lnTo>
                    <a:pt x="29498" y="3720"/>
                  </a:lnTo>
                  <a:lnTo>
                    <a:pt x="29396" y="3592"/>
                  </a:lnTo>
                  <a:lnTo>
                    <a:pt x="29191" y="3784"/>
                  </a:lnTo>
                  <a:lnTo>
                    <a:pt x="29051" y="3911"/>
                  </a:lnTo>
                  <a:lnTo>
                    <a:pt x="28961" y="3988"/>
                  </a:lnTo>
                  <a:lnTo>
                    <a:pt x="28897" y="3988"/>
                  </a:lnTo>
                  <a:lnTo>
                    <a:pt x="29498" y="3132"/>
                  </a:lnTo>
                  <a:lnTo>
                    <a:pt x="29639" y="3132"/>
                  </a:lnTo>
                  <a:lnTo>
                    <a:pt x="29856" y="2940"/>
                  </a:lnTo>
                  <a:lnTo>
                    <a:pt x="30009" y="3183"/>
                  </a:lnTo>
                  <a:lnTo>
                    <a:pt x="30009" y="3081"/>
                  </a:lnTo>
                  <a:lnTo>
                    <a:pt x="30175" y="3004"/>
                  </a:lnTo>
                  <a:lnTo>
                    <a:pt x="30584" y="2902"/>
                  </a:lnTo>
                  <a:lnTo>
                    <a:pt x="30776" y="2799"/>
                  </a:lnTo>
                  <a:lnTo>
                    <a:pt x="31006" y="2748"/>
                  </a:lnTo>
                  <a:lnTo>
                    <a:pt x="31172" y="2902"/>
                  </a:lnTo>
                  <a:lnTo>
                    <a:pt x="31338" y="2902"/>
                  </a:lnTo>
                  <a:lnTo>
                    <a:pt x="31568" y="2697"/>
                  </a:lnTo>
                  <a:lnTo>
                    <a:pt x="31671" y="2799"/>
                  </a:lnTo>
                  <a:lnTo>
                    <a:pt x="31888" y="2799"/>
                  </a:lnTo>
                  <a:lnTo>
                    <a:pt x="31875" y="2697"/>
                  </a:lnTo>
                  <a:lnTo>
                    <a:pt x="31888" y="2582"/>
                  </a:lnTo>
                  <a:lnTo>
                    <a:pt x="31773" y="2442"/>
                  </a:lnTo>
                  <a:lnTo>
                    <a:pt x="31747" y="2416"/>
                  </a:lnTo>
                  <a:lnTo>
                    <a:pt x="31747" y="2403"/>
                  </a:lnTo>
                  <a:lnTo>
                    <a:pt x="31747" y="2365"/>
                  </a:lnTo>
                  <a:lnTo>
                    <a:pt x="31517" y="2365"/>
                  </a:lnTo>
                  <a:lnTo>
                    <a:pt x="31134" y="2301"/>
                  </a:lnTo>
                  <a:lnTo>
                    <a:pt x="30980" y="2020"/>
                  </a:lnTo>
                  <a:lnTo>
                    <a:pt x="30405" y="2071"/>
                  </a:lnTo>
                  <a:lnTo>
                    <a:pt x="29984" y="2327"/>
                  </a:lnTo>
                  <a:lnTo>
                    <a:pt x="29766" y="2403"/>
                  </a:lnTo>
                  <a:lnTo>
                    <a:pt x="29089" y="2212"/>
                  </a:lnTo>
                  <a:lnTo>
                    <a:pt x="28757" y="1892"/>
                  </a:lnTo>
                  <a:lnTo>
                    <a:pt x="28463" y="1918"/>
                  </a:lnTo>
                  <a:lnTo>
                    <a:pt x="28654" y="1649"/>
                  </a:lnTo>
                  <a:lnTo>
                    <a:pt x="28936" y="1457"/>
                  </a:lnTo>
                  <a:lnTo>
                    <a:pt x="28795" y="1342"/>
                  </a:lnTo>
                  <a:lnTo>
                    <a:pt x="28514" y="1342"/>
                  </a:lnTo>
                  <a:lnTo>
                    <a:pt x="28207" y="1585"/>
                  </a:lnTo>
                  <a:lnTo>
                    <a:pt x="27875" y="1828"/>
                  </a:lnTo>
                  <a:lnTo>
                    <a:pt x="26776" y="2263"/>
                  </a:lnTo>
                  <a:lnTo>
                    <a:pt x="26507" y="2122"/>
                  </a:lnTo>
                  <a:lnTo>
                    <a:pt x="26507" y="1918"/>
                  </a:lnTo>
                  <a:lnTo>
                    <a:pt x="26111" y="2020"/>
                  </a:lnTo>
                  <a:lnTo>
                    <a:pt x="25779" y="2020"/>
                  </a:lnTo>
                  <a:lnTo>
                    <a:pt x="25715" y="1918"/>
                  </a:lnTo>
                  <a:lnTo>
                    <a:pt x="26712" y="1202"/>
                  </a:lnTo>
                  <a:lnTo>
                    <a:pt x="27440" y="1036"/>
                  </a:lnTo>
                  <a:lnTo>
                    <a:pt x="27479" y="985"/>
                  </a:lnTo>
                  <a:lnTo>
                    <a:pt x="27287" y="985"/>
                  </a:lnTo>
                  <a:lnTo>
                    <a:pt x="27031" y="895"/>
                  </a:lnTo>
                  <a:lnTo>
                    <a:pt x="26737" y="818"/>
                  </a:lnTo>
                  <a:lnTo>
                    <a:pt x="25907" y="997"/>
                  </a:lnTo>
                  <a:lnTo>
                    <a:pt x="25753" y="691"/>
                  </a:lnTo>
                  <a:lnTo>
                    <a:pt x="25421" y="691"/>
                  </a:lnTo>
                  <a:lnTo>
                    <a:pt x="25216" y="422"/>
                  </a:lnTo>
                  <a:lnTo>
                    <a:pt x="25037" y="422"/>
                  </a:lnTo>
                  <a:lnTo>
                    <a:pt x="24795" y="320"/>
                  </a:lnTo>
                  <a:lnTo>
                    <a:pt x="24603" y="422"/>
                  </a:lnTo>
                  <a:lnTo>
                    <a:pt x="24207" y="320"/>
                  </a:lnTo>
                  <a:lnTo>
                    <a:pt x="23772" y="320"/>
                  </a:lnTo>
                  <a:lnTo>
                    <a:pt x="235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8"/>
            <p:cNvSpPr/>
            <p:nvPr/>
          </p:nvSpPr>
          <p:spPr>
            <a:xfrm>
              <a:off x="1864125" y="2340650"/>
              <a:ext cx="6100" cy="5475"/>
            </a:xfrm>
            <a:custGeom>
              <a:rect b="b" l="l" r="r" t="t"/>
              <a:pathLst>
                <a:path extrusionOk="0" h="219" w="244">
                  <a:moveTo>
                    <a:pt x="1" y="1"/>
                  </a:moveTo>
                  <a:lnTo>
                    <a:pt x="90" y="218"/>
                  </a:lnTo>
                  <a:lnTo>
                    <a:pt x="167" y="116"/>
                  </a:lnTo>
                  <a:lnTo>
                    <a:pt x="2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8"/>
            <p:cNvSpPr/>
            <p:nvPr/>
          </p:nvSpPr>
          <p:spPr>
            <a:xfrm>
              <a:off x="1298600" y="2784775"/>
              <a:ext cx="2575" cy="6750"/>
            </a:xfrm>
            <a:custGeom>
              <a:rect b="b" l="l" r="r" t="t"/>
              <a:pathLst>
                <a:path extrusionOk="0" h="270" w="103">
                  <a:moveTo>
                    <a:pt x="38" y="1"/>
                  </a:moveTo>
                  <a:lnTo>
                    <a:pt x="0" y="90"/>
                  </a:lnTo>
                  <a:lnTo>
                    <a:pt x="38" y="142"/>
                  </a:lnTo>
                  <a:lnTo>
                    <a:pt x="51" y="269"/>
                  </a:lnTo>
                  <a:lnTo>
                    <a:pt x="89" y="269"/>
                  </a:lnTo>
                  <a:lnTo>
                    <a:pt x="102" y="116"/>
                  </a:lnTo>
                  <a:lnTo>
                    <a:pt x="77" y="52"/>
                  </a:lnTo>
                  <a:lnTo>
                    <a:pt x="1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8"/>
            <p:cNvSpPr/>
            <p:nvPr/>
          </p:nvSpPr>
          <p:spPr>
            <a:xfrm>
              <a:off x="1353550" y="2809075"/>
              <a:ext cx="3525" cy="7675"/>
            </a:xfrm>
            <a:custGeom>
              <a:rect b="b" l="l" r="r" t="t"/>
              <a:pathLst>
                <a:path extrusionOk="0" h="307" w="141">
                  <a:moveTo>
                    <a:pt x="103" y="0"/>
                  </a:moveTo>
                  <a:lnTo>
                    <a:pt x="51" y="26"/>
                  </a:lnTo>
                  <a:lnTo>
                    <a:pt x="51" y="128"/>
                  </a:lnTo>
                  <a:lnTo>
                    <a:pt x="0" y="218"/>
                  </a:lnTo>
                  <a:lnTo>
                    <a:pt x="77" y="307"/>
                  </a:lnTo>
                  <a:lnTo>
                    <a:pt x="141" y="192"/>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8"/>
            <p:cNvSpPr/>
            <p:nvPr/>
          </p:nvSpPr>
          <p:spPr>
            <a:xfrm>
              <a:off x="1512350" y="2970100"/>
              <a:ext cx="3525" cy="1950"/>
            </a:xfrm>
            <a:custGeom>
              <a:rect b="b" l="l" r="r" t="t"/>
              <a:pathLst>
                <a:path extrusionOk="0" h="78" w="141">
                  <a:moveTo>
                    <a:pt x="26" y="1"/>
                  </a:moveTo>
                  <a:lnTo>
                    <a:pt x="0" y="39"/>
                  </a:lnTo>
                  <a:lnTo>
                    <a:pt x="13" y="77"/>
                  </a:lnTo>
                  <a:lnTo>
                    <a:pt x="90" y="77"/>
                  </a:lnTo>
                  <a:lnTo>
                    <a:pt x="141" y="26"/>
                  </a:lnTo>
                  <a:lnTo>
                    <a:pt x="128" y="13"/>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8"/>
            <p:cNvSpPr/>
            <p:nvPr/>
          </p:nvSpPr>
          <p:spPr>
            <a:xfrm>
              <a:off x="1364725" y="1551775"/>
              <a:ext cx="272250" cy="170650"/>
            </a:xfrm>
            <a:custGeom>
              <a:rect b="b" l="l" r="r" t="t"/>
              <a:pathLst>
                <a:path extrusionOk="0" h="6826" w="10890">
                  <a:moveTo>
                    <a:pt x="8346" y="1"/>
                  </a:moveTo>
                  <a:lnTo>
                    <a:pt x="7375" y="13"/>
                  </a:lnTo>
                  <a:lnTo>
                    <a:pt x="7426" y="486"/>
                  </a:lnTo>
                  <a:lnTo>
                    <a:pt x="7771" y="895"/>
                  </a:lnTo>
                  <a:lnTo>
                    <a:pt x="7375" y="1010"/>
                  </a:lnTo>
                  <a:lnTo>
                    <a:pt x="6762" y="870"/>
                  </a:lnTo>
                  <a:lnTo>
                    <a:pt x="6442" y="1113"/>
                  </a:lnTo>
                  <a:lnTo>
                    <a:pt x="6787" y="2212"/>
                  </a:lnTo>
                  <a:lnTo>
                    <a:pt x="7017" y="2595"/>
                  </a:lnTo>
                  <a:lnTo>
                    <a:pt x="6327" y="2800"/>
                  </a:lnTo>
                  <a:lnTo>
                    <a:pt x="6238" y="1956"/>
                  </a:lnTo>
                  <a:lnTo>
                    <a:pt x="5790" y="1087"/>
                  </a:lnTo>
                  <a:lnTo>
                    <a:pt x="5432" y="1087"/>
                  </a:lnTo>
                  <a:lnTo>
                    <a:pt x="5432" y="1343"/>
                  </a:lnTo>
                  <a:lnTo>
                    <a:pt x="5190" y="1841"/>
                  </a:lnTo>
                  <a:lnTo>
                    <a:pt x="4640" y="1841"/>
                  </a:lnTo>
                  <a:lnTo>
                    <a:pt x="4602" y="1816"/>
                  </a:lnTo>
                  <a:lnTo>
                    <a:pt x="4563" y="1777"/>
                  </a:lnTo>
                  <a:lnTo>
                    <a:pt x="4538" y="1726"/>
                  </a:lnTo>
                  <a:lnTo>
                    <a:pt x="4512" y="1637"/>
                  </a:lnTo>
                  <a:lnTo>
                    <a:pt x="4499" y="1598"/>
                  </a:lnTo>
                  <a:lnTo>
                    <a:pt x="4691" y="1445"/>
                  </a:lnTo>
                  <a:lnTo>
                    <a:pt x="4729" y="1074"/>
                  </a:lnTo>
                  <a:lnTo>
                    <a:pt x="3899" y="895"/>
                  </a:lnTo>
                  <a:lnTo>
                    <a:pt x="3490" y="972"/>
                  </a:lnTo>
                  <a:lnTo>
                    <a:pt x="2927" y="1343"/>
                  </a:lnTo>
                  <a:lnTo>
                    <a:pt x="2557" y="1010"/>
                  </a:lnTo>
                  <a:lnTo>
                    <a:pt x="3272" y="589"/>
                  </a:lnTo>
                  <a:lnTo>
                    <a:pt x="3209" y="333"/>
                  </a:lnTo>
                  <a:lnTo>
                    <a:pt x="1930" y="576"/>
                  </a:lnTo>
                  <a:lnTo>
                    <a:pt x="716" y="921"/>
                  </a:lnTo>
                  <a:lnTo>
                    <a:pt x="716" y="1483"/>
                  </a:lnTo>
                  <a:lnTo>
                    <a:pt x="1" y="1688"/>
                  </a:lnTo>
                  <a:lnTo>
                    <a:pt x="13" y="2212"/>
                  </a:lnTo>
                  <a:lnTo>
                    <a:pt x="1023" y="2582"/>
                  </a:lnTo>
                  <a:lnTo>
                    <a:pt x="1509" y="2378"/>
                  </a:lnTo>
                  <a:lnTo>
                    <a:pt x="1355" y="2787"/>
                  </a:lnTo>
                  <a:lnTo>
                    <a:pt x="154" y="2991"/>
                  </a:lnTo>
                  <a:lnTo>
                    <a:pt x="13" y="3477"/>
                  </a:lnTo>
                  <a:lnTo>
                    <a:pt x="691" y="3873"/>
                  </a:lnTo>
                  <a:lnTo>
                    <a:pt x="2787" y="3758"/>
                  </a:lnTo>
                  <a:lnTo>
                    <a:pt x="3848" y="4499"/>
                  </a:lnTo>
                  <a:lnTo>
                    <a:pt x="3004" y="4640"/>
                  </a:lnTo>
                  <a:lnTo>
                    <a:pt x="2506" y="4461"/>
                  </a:lnTo>
                  <a:lnTo>
                    <a:pt x="2135" y="4333"/>
                  </a:lnTo>
                  <a:lnTo>
                    <a:pt x="2007" y="4295"/>
                  </a:lnTo>
                  <a:lnTo>
                    <a:pt x="1930" y="4282"/>
                  </a:lnTo>
                  <a:lnTo>
                    <a:pt x="946" y="4384"/>
                  </a:lnTo>
                  <a:lnTo>
                    <a:pt x="26" y="4474"/>
                  </a:lnTo>
                  <a:lnTo>
                    <a:pt x="192" y="5177"/>
                  </a:lnTo>
                  <a:lnTo>
                    <a:pt x="1202" y="5624"/>
                  </a:lnTo>
                  <a:lnTo>
                    <a:pt x="2109" y="5714"/>
                  </a:lnTo>
                  <a:lnTo>
                    <a:pt x="1943" y="6302"/>
                  </a:lnTo>
                  <a:lnTo>
                    <a:pt x="2186" y="6698"/>
                  </a:lnTo>
                  <a:lnTo>
                    <a:pt x="4308" y="6685"/>
                  </a:lnTo>
                  <a:lnTo>
                    <a:pt x="4793" y="6826"/>
                  </a:lnTo>
                  <a:lnTo>
                    <a:pt x="5777" y="6544"/>
                  </a:lnTo>
                  <a:lnTo>
                    <a:pt x="6928" y="5778"/>
                  </a:lnTo>
                  <a:lnTo>
                    <a:pt x="7362" y="6314"/>
                  </a:lnTo>
                  <a:lnTo>
                    <a:pt x="8564" y="6583"/>
                  </a:lnTo>
                  <a:lnTo>
                    <a:pt x="9049" y="6800"/>
                  </a:lnTo>
                  <a:lnTo>
                    <a:pt x="10302" y="6365"/>
                  </a:lnTo>
                  <a:lnTo>
                    <a:pt x="9970" y="5790"/>
                  </a:lnTo>
                  <a:lnTo>
                    <a:pt x="9394" y="6097"/>
                  </a:lnTo>
                  <a:lnTo>
                    <a:pt x="9369" y="5560"/>
                  </a:lnTo>
                  <a:lnTo>
                    <a:pt x="10289" y="5484"/>
                  </a:lnTo>
                  <a:lnTo>
                    <a:pt x="10890" y="5445"/>
                  </a:lnTo>
                  <a:lnTo>
                    <a:pt x="10890" y="4998"/>
                  </a:lnTo>
                  <a:lnTo>
                    <a:pt x="9957" y="4602"/>
                  </a:lnTo>
                  <a:lnTo>
                    <a:pt x="8922" y="4295"/>
                  </a:lnTo>
                  <a:lnTo>
                    <a:pt x="8372" y="3656"/>
                  </a:lnTo>
                  <a:lnTo>
                    <a:pt x="8410" y="2825"/>
                  </a:lnTo>
                  <a:lnTo>
                    <a:pt x="8129" y="1777"/>
                  </a:lnTo>
                  <a:lnTo>
                    <a:pt x="7733" y="1074"/>
                  </a:lnTo>
                  <a:lnTo>
                    <a:pt x="8346" y="1087"/>
                  </a:lnTo>
                  <a:lnTo>
                    <a:pt x="8461" y="307"/>
                  </a:lnTo>
                  <a:lnTo>
                    <a:pt x="8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8"/>
            <p:cNvSpPr/>
            <p:nvPr/>
          </p:nvSpPr>
          <p:spPr>
            <a:xfrm>
              <a:off x="1529600" y="1386275"/>
              <a:ext cx="31025" cy="16950"/>
            </a:xfrm>
            <a:custGeom>
              <a:rect b="b" l="l" r="r" t="t"/>
              <a:pathLst>
                <a:path extrusionOk="0" h="678" w="1241">
                  <a:moveTo>
                    <a:pt x="831" y="0"/>
                  </a:moveTo>
                  <a:lnTo>
                    <a:pt x="0" y="333"/>
                  </a:lnTo>
                  <a:lnTo>
                    <a:pt x="115" y="614"/>
                  </a:lnTo>
                  <a:lnTo>
                    <a:pt x="1240" y="678"/>
                  </a:lnTo>
                  <a:lnTo>
                    <a:pt x="12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8"/>
            <p:cNvSpPr/>
            <p:nvPr/>
          </p:nvSpPr>
          <p:spPr>
            <a:xfrm>
              <a:off x="1511700" y="1405750"/>
              <a:ext cx="41875" cy="26875"/>
            </a:xfrm>
            <a:custGeom>
              <a:rect b="b" l="l" r="r" t="t"/>
              <a:pathLst>
                <a:path extrusionOk="0" h="1075" w="1675">
                  <a:moveTo>
                    <a:pt x="231" y="1"/>
                  </a:moveTo>
                  <a:lnTo>
                    <a:pt x="1" y="129"/>
                  </a:lnTo>
                  <a:lnTo>
                    <a:pt x="1" y="538"/>
                  </a:lnTo>
                  <a:lnTo>
                    <a:pt x="461" y="423"/>
                  </a:lnTo>
                  <a:lnTo>
                    <a:pt x="614" y="1075"/>
                  </a:lnTo>
                  <a:lnTo>
                    <a:pt x="1240" y="1011"/>
                  </a:lnTo>
                  <a:lnTo>
                    <a:pt x="1419" y="947"/>
                  </a:lnTo>
                  <a:lnTo>
                    <a:pt x="1547" y="883"/>
                  </a:lnTo>
                  <a:lnTo>
                    <a:pt x="1598" y="857"/>
                  </a:lnTo>
                  <a:lnTo>
                    <a:pt x="1611" y="844"/>
                  </a:lnTo>
                  <a:lnTo>
                    <a:pt x="1586" y="768"/>
                  </a:lnTo>
                  <a:lnTo>
                    <a:pt x="1522" y="614"/>
                  </a:lnTo>
                  <a:lnTo>
                    <a:pt x="1432" y="410"/>
                  </a:lnTo>
                  <a:lnTo>
                    <a:pt x="1675" y="231"/>
                  </a:lnTo>
                  <a:lnTo>
                    <a:pt x="1228" y="154"/>
                  </a:lnTo>
                  <a:lnTo>
                    <a:pt x="793" y="282"/>
                  </a:lnTo>
                  <a:lnTo>
                    <a:pt x="576" y="42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8"/>
            <p:cNvSpPr/>
            <p:nvPr/>
          </p:nvSpPr>
          <p:spPr>
            <a:xfrm>
              <a:off x="1572725" y="1425900"/>
              <a:ext cx="98775" cy="75750"/>
            </a:xfrm>
            <a:custGeom>
              <a:rect b="b" l="l" r="r" t="t"/>
              <a:pathLst>
                <a:path extrusionOk="0" h="3030" w="3951">
                  <a:moveTo>
                    <a:pt x="39" y="0"/>
                  </a:moveTo>
                  <a:lnTo>
                    <a:pt x="1" y="294"/>
                  </a:lnTo>
                  <a:lnTo>
                    <a:pt x="154" y="396"/>
                  </a:lnTo>
                  <a:lnTo>
                    <a:pt x="256" y="473"/>
                  </a:lnTo>
                  <a:lnTo>
                    <a:pt x="308" y="511"/>
                  </a:lnTo>
                  <a:lnTo>
                    <a:pt x="295" y="562"/>
                  </a:lnTo>
                  <a:lnTo>
                    <a:pt x="231" y="626"/>
                  </a:lnTo>
                  <a:lnTo>
                    <a:pt x="154" y="729"/>
                  </a:lnTo>
                  <a:lnTo>
                    <a:pt x="461" y="1163"/>
                  </a:lnTo>
                  <a:lnTo>
                    <a:pt x="1573" y="767"/>
                  </a:lnTo>
                  <a:lnTo>
                    <a:pt x="2174" y="639"/>
                  </a:lnTo>
                  <a:lnTo>
                    <a:pt x="2378" y="908"/>
                  </a:lnTo>
                  <a:lnTo>
                    <a:pt x="2250" y="1329"/>
                  </a:lnTo>
                  <a:lnTo>
                    <a:pt x="1790" y="1457"/>
                  </a:lnTo>
                  <a:lnTo>
                    <a:pt x="1611" y="1329"/>
                  </a:lnTo>
                  <a:lnTo>
                    <a:pt x="1228" y="1572"/>
                  </a:lnTo>
                  <a:lnTo>
                    <a:pt x="1292" y="1751"/>
                  </a:lnTo>
                  <a:lnTo>
                    <a:pt x="1343" y="1866"/>
                  </a:lnTo>
                  <a:lnTo>
                    <a:pt x="1356" y="1892"/>
                  </a:lnTo>
                  <a:lnTo>
                    <a:pt x="1368" y="1904"/>
                  </a:lnTo>
                  <a:lnTo>
                    <a:pt x="1381" y="1892"/>
                  </a:lnTo>
                  <a:lnTo>
                    <a:pt x="1522" y="1777"/>
                  </a:lnTo>
                  <a:lnTo>
                    <a:pt x="1598" y="1713"/>
                  </a:lnTo>
                  <a:lnTo>
                    <a:pt x="1650" y="1662"/>
                  </a:lnTo>
                  <a:lnTo>
                    <a:pt x="1675" y="1662"/>
                  </a:lnTo>
                  <a:lnTo>
                    <a:pt x="1726" y="1674"/>
                  </a:lnTo>
                  <a:lnTo>
                    <a:pt x="1880" y="1751"/>
                  </a:lnTo>
                  <a:lnTo>
                    <a:pt x="2084" y="1866"/>
                  </a:lnTo>
                  <a:lnTo>
                    <a:pt x="2289" y="2250"/>
                  </a:lnTo>
                  <a:lnTo>
                    <a:pt x="2020" y="2582"/>
                  </a:lnTo>
                  <a:lnTo>
                    <a:pt x="2225" y="2850"/>
                  </a:lnTo>
                  <a:lnTo>
                    <a:pt x="3349" y="3029"/>
                  </a:lnTo>
                  <a:lnTo>
                    <a:pt x="3567" y="2889"/>
                  </a:lnTo>
                  <a:lnTo>
                    <a:pt x="3554" y="2556"/>
                  </a:lnTo>
                  <a:lnTo>
                    <a:pt x="3541" y="2326"/>
                  </a:lnTo>
                  <a:lnTo>
                    <a:pt x="3720" y="2211"/>
                  </a:lnTo>
                  <a:lnTo>
                    <a:pt x="3950" y="1956"/>
                  </a:lnTo>
                  <a:lnTo>
                    <a:pt x="3720" y="1777"/>
                  </a:lnTo>
                  <a:lnTo>
                    <a:pt x="3669" y="1099"/>
                  </a:lnTo>
                  <a:lnTo>
                    <a:pt x="3567" y="614"/>
                  </a:lnTo>
                  <a:lnTo>
                    <a:pt x="3324" y="422"/>
                  </a:lnTo>
                  <a:lnTo>
                    <a:pt x="2276" y="320"/>
                  </a:lnTo>
                  <a:lnTo>
                    <a:pt x="2199" y="550"/>
                  </a:lnTo>
                  <a:lnTo>
                    <a:pt x="998" y="780"/>
                  </a:lnTo>
                  <a:lnTo>
                    <a:pt x="678" y="831"/>
                  </a:lnTo>
                  <a:lnTo>
                    <a:pt x="589" y="358"/>
                  </a:lnTo>
                  <a:lnTo>
                    <a:pt x="44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78"/>
            <p:cNvSpPr/>
            <p:nvPr/>
          </p:nvSpPr>
          <p:spPr>
            <a:xfrm>
              <a:off x="1578800" y="1322375"/>
              <a:ext cx="67775" cy="66800"/>
            </a:xfrm>
            <a:custGeom>
              <a:rect b="b" l="l" r="r" t="t"/>
              <a:pathLst>
                <a:path extrusionOk="0" h="2672" w="2711">
                  <a:moveTo>
                    <a:pt x="180" y="0"/>
                  </a:moveTo>
                  <a:lnTo>
                    <a:pt x="1" y="550"/>
                  </a:lnTo>
                  <a:lnTo>
                    <a:pt x="640" y="831"/>
                  </a:lnTo>
                  <a:lnTo>
                    <a:pt x="704" y="1202"/>
                  </a:lnTo>
                  <a:lnTo>
                    <a:pt x="39" y="1508"/>
                  </a:lnTo>
                  <a:lnTo>
                    <a:pt x="141" y="1815"/>
                  </a:lnTo>
                  <a:lnTo>
                    <a:pt x="985" y="1713"/>
                  </a:lnTo>
                  <a:lnTo>
                    <a:pt x="1828" y="2058"/>
                  </a:lnTo>
                  <a:lnTo>
                    <a:pt x="1803" y="2301"/>
                  </a:lnTo>
                  <a:lnTo>
                    <a:pt x="1534" y="2492"/>
                  </a:lnTo>
                  <a:lnTo>
                    <a:pt x="1982" y="2531"/>
                  </a:lnTo>
                  <a:lnTo>
                    <a:pt x="2186" y="2671"/>
                  </a:lnTo>
                  <a:lnTo>
                    <a:pt x="2633" y="2595"/>
                  </a:lnTo>
                  <a:lnTo>
                    <a:pt x="2710" y="1751"/>
                  </a:lnTo>
                  <a:lnTo>
                    <a:pt x="1841" y="997"/>
                  </a:lnTo>
                  <a:lnTo>
                    <a:pt x="998" y="333"/>
                  </a:lnTo>
                  <a:lnTo>
                    <a:pt x="1010" y="115"/>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78"/>
            <p:cNvSpPr/>
            <p:nvPr/>
          </p:nvSpPr>
          <p:spPr>
            <a:xfrm>
              <a:off x="1656125" y="1348250"/>
              <a:ext cx="39000" cy="40925"/>
            </a:xfrm>
            <a:custGeom>
              <a:rect b="b" l="l" r="r" t="t"/>
              <a:pathLst>
                <a:path extrusionOk="0" h="1637" w="1560">
                  <a:moveTo>
                    <a:pt x="167" y="0"/>
                  </a:moveTo>
                  <a:lnTo>
                    <a:pt x="1" y="103"/>
                  </a:lnTo>
                  <a:lnTo>
                    <a:pt x="52" y="806"/>
                  </a:lnTo>
                  <a:lnTo>
                    <a:pt x="448" y="1023"/>
                  </a:lnTo>
                  <a:lnTo>
                    <a:pt x="422" y="1291"/>
                  </a:lnTo>
                  <a:lnTo>
                    <a:pt x="154" y="1342"/>
                  </a:lnTo>
                  <a:lnTo>
                    <a:pt x="307" y="1636"/>
                  </a:lnTo>
                  <a:lnTo>
                    <a:pt x="1560" y="1355"/>
                  </a:lnTo>
                  <a:lnTo>
                    <a:pt x="1496" y="742"/>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78"/>
            <p:cNvSpPr/>
            <p:nvPr/>
          </p:nvSpPr>
          <p:spPr>
            <a:xfrm>
              <a:off x="1675300" y="1274750"/>
              <a:ext cx="126225" cy="110275"/>
            </a:xfrm>
            <a:custGeom>
              <a:rect b="b" l="l" r="r" t="t"/>
              <a:pathLst>
                <a:path extrusionOk="0" h="4411" w="5049">
                  <a:moveTo>
                    <a:pt x="1675" y="1"/>
                  </a:moveTo>
                  <a:lnTo>
                    <a:pt x="895" y="218"/>
                  </a:lnTo>
                  <a:lnTo>
                    <a:pt x="461" y="666"/>
                  </a:lnTo>
                  <a:lnTo>
                    <a:pt x="806" y="1036"/>
                  </a:lnTo>
                  <a:lnTo>
                    <a:pt x="806" y="1036"/>
                  </a:lnTo>
                  <a:lnTo>
                    <a:pt x="307" y="1023"/>
                  </a:lnTo>
                  <a:lnTo>
                    <a:pt x="52" y="1317"/>
                  </a:lnTo>
                  <a:lnTo>
                    <a:pt x="754" y="1739"/>
                  </a:lnTo>
                  <a:lnTo>
                    <a:pt x="0" y="1982"/>
                  </a:lnTo>
                  <a:lnTo>
                    <a:pt x="358" y="2608"/>
                  </a:lnTo>
                  <a:lnTo>
                    <a:pt x="793" y="2774"/>
                  </a:lnTo>
                  <a:lnTo>
                    <a:pt x="1419" y="2685"/>
                  </a:lnTo>
                  <a:lnTo>
                    <a:pt x="1815" y="3107"/>
                  </a:lnTo>
                  <a:lnTo>
                    <a:pt x="1163" y="3017"/>
                  </a:lnTo>
                  <a:lnTo>
                    <a:pt x="1125" y="3413"/>
                  </a:lnTo>
                  <a:lnTo>
                    <a:pt x="2007" y="4308"/>
                  </a:lnTo>
                  <a:lnTo>
                    <a:pt x="2544" y="4282"/>
                  </a:lnTo>
                  <a:lnTo>
                    <a:pt x="3093" y="4231"/>
                  </a:lnTo>
                  <a:lnTo>
                    <a:pt x="3464" y="4410"/>
                  </a:lnTo>
                  <a:lnTo>
                    <a:pt x="3758" y="3848"/>
                  </a:lnTo>
                  <a:lnTo>
                    <a:pt x="4333" y="3528"/>
                  </a:lnTo>
                  <a:lnTo>
                    <a:pt x="4908" y="3298"/>
                  </a:lnTo>
                  <a:lnTo>
                    <a:pt x="5049" y="3068"/>
                  </a:lnTo>
                  <a:lnTo>
                    <a:pt x="4512" y="2889"/>
                  </a:lnTo>
                  <a:lnTo>
                    <a:pt x="4154" y="2531"/>
                  </a:lnTo>
                  <a:lnTo>
                    <a:pt x="3605" y="1611"/>
                  </a:lnTo>
                  <a:lnTo>
                    <a:pt x="2799" y="1228"/>
                  </a:lnTo>
                  <a:lnTo>
                    <a:pt x="2237" y="819"/>
                  </a:lnTo>
                  <a:lnTo>
                    <a:pt x="2531" y="359"/>
                  </a:lnTo>
                  <a:lnTo>
                    <a:pt x="1726" y="26"/>
                  </a:lnTo>
                  <a:lnTo>
                    <a:pt x="167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8"/>
            <p:cNvSpPr/>
            <p:nvPr/>
          </p:nvSpPr>
          <p:spPr>
            <a:xfrm>
              <a:off x="1416500" y="1463925"/>
              <a:ext cx="159775" cy="77650"/>
            </a:xfrm>
            <a:custGeom>
              <a:rect b="b" l="l" r="r" t="t"/>
              <a:pathLst>
                <a:path extrusionOk="0" h="3106" w="6391">
                  <a:moveTo>
                    <a:pt x="4972" y="0"/>
                  </a:moveTo>
                  <a:lnTo>
                    <a:pt x="4397" y="13"/>
                  </a:lnTo>
                  <a:lnTo>
                    <a:pt x="4026" y="716"/>
                  </a:lnTo>
                  <a:lnTo>
                    <a:pt x="4320" y="895"/>
                  </a:lnTo>
                  <a:lnTo>
                    <a:pt x="4141" y="1201"/>
                  </a:lnTo>
                  <a:lnTo>
                    <a:pt x="4639" y="1342"/>
                  </a:lnTo>
                  <a:lnTo>
                    <a:pt x="4793" y="1904"/>
                  </a:lnTo>
                  <a:lnTo>
                    <a:pt x="4512" y="1866"/>
                  </a:lnTo>
                  <a:lnTo>
                    <a:pt x="4294" y="1840"/>
                  </a:lnTo>
                  <a:lnTo>
                    <a:pt x="4128" y="1828"/>
                  </a:lnTo>
                  <a:lnTo>
                    <a:pt x="4090" y="1815"/>
                  </a:lnTo>
                  <a:lnTo>
                    <a:pt x="4039" y="1802"/>
                  </a:lnTo>
                  <a:lnTo>
                    <a:pt x="3898" y="1725"/>
                  </a:lnTo>
                  <a:lnTo>
                    <a:pt x="3553" y="1521"/>
                  </a:lnTo>
                  <a:lnTo>
                    <a:pt x="3093" y="1214"/>
                  </a:lnTo>
                  <a:lnTo>
                    <a:pt x="2991" y="729"/>
                  </a:lnTo>
                  <a:lnTo>
                    <a:pt x="2237" y="217"/>
                  </a:lnTo>
                  <a:lnTo>
                    <a:pt x="1623" y="230"/>
                  </a:lnTo>
                  <a:lnTo>
                    <a:pt x="1240" y="703"/>
                  </a:lnTo>
                  <a:lnTo>
                    <a:pt x="920" y="844"/>
                  </a:lnTo>
                  <a:lnTo>
                    <a:pt x="358" y="1431"/>
                  </a:lnTo>
                  <a:lnTo>
                    <a:pt x="0" y="1444"/>
                  </a:lnTo>
                  <a:lnTo>
                    <a:pt x="0" y="1738"/>
                  </a:lnTo>
                  <a:lnTo>
                    <a:pt x="537" y="1738"/>
                  </a:lnTo>
                  <a:lnTo>
                    <a:pt x="1253" y="2045"/>
                  </a:lnTo>
                  <a:lnTo>
                    <a:pt x="1636" y="1764"/>
                  </a:lnTo>
                  <a:lnTo>
                    <a:pt x="2109" y="2032"/>
                  </a:lnTo>
                  <a:lnTo>
                    <a:pt x="2237" y="2275"/>
                  </a:lnTo>
                  <a:lnTo>
                    <a:pt x="3259" y="2173"/>
                  </a:lnTo>
                  <a:lnTo>
                    <a:pt x="3016" y="2403"/>
                  </a:lnTo>
                  <a:lnTo>
                    <a:pt x="1636" y="2364"/>
                  </a:lnTo>
                  <a:lnTo>
                    <a:pt x="1495" y="2710"/>
                  </a:lnTo>
                  <a:lnTo>
                    <a:pt x="2224" y="3106"/>
                  </a:lnTo>
                  <a:lnTo>
                    <a:pt x="2850" y="3106"/>
                  </a:lnTo>
                  <a:lnTo>
                    <a:pt x="3259" y="2825"/>
                  </a:lnTo>
                  <a:lnTo>
                    <a:pt x="3719" y="2671"/>
                  </a:lnTo>
                  <a:lnTo>
                    <a:pt x="4039" y="2582"/>
                  </a:lnTo>
                  <a:lnTo>
                    <a:pt x="4141" y="2556"/>
                  </a:lnTo>
                  <a:lnTo>
                    <a:pt x="4179" y="2543"/>
                  </a:lnTo>
                  <a:lnTo>
                    <a:pt x="4205" y="2569"/>
                  </a:lnTo>
                  <a:lnTo>
                    <a:pt x="4269" y="2594"/>
                  </a:lnTo>
                  <a:lnTo>
                    <a:pt x="4473" y="2671"/>
                  </a:lnTo>
                  <a:lnTo>
                    <a:pt x="4780" y="2773"/>
                  </a:lnTo>
                  <a:lnTo>
                    <a:pt x="5713" y="2684"/>
                  </a:lnTo>
                  <a:lnTo>
                    <a:pt x="6390" y="1955"/>
                  </a:lnTo>
                  <a:lnTo>
                    <a:pt x="5841" y="1099"/>
                  </a:lnTo>
                  <a:lnTo>
                    <a:pt x="5534" y="1368"/>
                  </a:lnTo>
                  <a:lnTo>
                    <a:pt x="5240" y="1342"/>
                  </a:lnTo>
                  <a:lnTo>
                    <a:pt x="4946" y="780"/>
                  </a:lnTo>
                  <a:lnTo>
                    <a:pt x="5253" y="435"/>
                  </a:lnTo>
                  <a:lnTo>
                    <a:pt x="49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8"/>
            <p:cNvSpPr/>
            <p:nvPr/>
          </p:nvSpPr>
          <p:spPr>
            <a:xfrm>
              <a:off x="1225750" y="1506400"/>
              <a:ext cx="172225" cy="107700"/>
            </a:xfrm>
            <a:custGeom>
              <a:rect b="b" l="l" r="r" t="t"/>
              <a:pathLst>
                <a:path extrusionOk="0" h="4308" w="6889">
                  <a:moveTo>
                    <a:pt x="3170" y="1"/>
                  </a:moveTo>
                  <a:lnTo>
                    <a:pt x="2173" y="90"/>
                  </a:lnTo>
                  <a:lnTo>
                    <a:pt x="1546" y="1445"/>
                  </a:lnTo>
                  <a:lnTo>
                    <a:pt x="0" y="2531"/>
                  </a:lnTo>
                  <a:lnTo>
                    <a:pt x="0" y="2953"/>
                  </a:lnTo>
                  <a:lnTo>
                    <a:pt x="729" y="3682"/>
                  </a:lnTo>
                  <a:lnTo>
                    <a:pt x="703" y="4308"/>
                  </a:lnTo>
                  <a:lnTo>
                    <a:pt x="1764" y="3835"/>
                  </a:lnTo>
                  <a:lnTo>
                    <a:pt x="2441" y="4027"/>
                  </a:lnTo>
                  <a:lnTo>
                    <a:pt x="3106" y="3222"/>
                  </a:lnTo>
                  <a:lnTo>
                    <a:pt x="4333" y="3107"/>
                  </a:lnTo>
                  <a:lnTo>
                    <a:pt x="4333" y="2646"/>
                  </a:lnTo>
                  <a:lnTo>
                    <a:pt x="5854" y="2250"/>
                  </a:lnTo>
                  <a:lnTo>
                    <a:pt x="6889" y="1892"/>
                  </a:lnTo>
                  <a:lnTo>
                    <a:pt x="6889" y="1241"/>
                  </a:lnTo>
                  <a:lnTo>
                    <a:pt x="6032" y="627"/>
                  </a:lnTo>
                  <a:lnTo>
                    <a:pt x="5342" y="1049"/>
                  </a:lnTo>
                  <a:lnTo>
                    <a:pt x="4320" y="78"/>
                  </a:lnTo>
                  <a:lnTo>
                    <a:pt x="34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8"/>
            <p:cNvSpPr/>
            <p:nvPr/>
          </p:nvSpPr>
          <p:spPr>
            <a:xfrm>
              <a:off x="1364725" y="1434200"/>
              <a:ext cx="105475" cy="65850"/>
            </a:xfrm>
            <a:custGeom>
              <a:rect b="b" l="l" r="r" t="t"/>
              <a:pathLst>
                <a:path extrusionOk="0" h="2634" w="4219">
                  <a:moveTo>
                    <a:pt x="3950" y="0"/>
                  </a:moveTo>
                  <a:lnTo>
                    <a:pt x="3298" y="307"/>
                  </a:lnTo>
                  <a:lnTo>
                    <a:pt x="3221" y="141"/>
                  </a:lnTo>
                  <a:lnTo>
                    <a:pt x="2352" y="141"/>
                  </a:lnTo>
                  <a:lnTo>
                    <a:pt x="1279" y="870"/>
                  </a:lnTo>
                  <a:lnTo>
                    <a:pt x="1" y="1048"/>
                  </a:lnTo>
                  <a:lnTo>
                    <a:pt x="320" y="1547"/>
                  </a:lnTo>
                  <a:lnTo>
                    <a:pt x="1010" y="1547"/>
                  </a:lnTo>
                  <a:lnTo>
                    <a:pt x="1279" y="1956"/>
                  </a:lnTo>
                  <a:lnTo>
                    <a:pt x="2058" y="1585"/>
                  </a:lnTo>
                  <a:lnTo>
                    <a:pt x="2276" y="1061"/>
                  </a:lnTo>
                  <a:lnTo>
                    <a:pt x="2659" y="895"/>
                  </a:lnTo>
                  <a:lnTo>
                    <a:pt x="2659" y="895"/>
                  </a:lnTo>
                  <a:lnTo>
                    <a:pt x="2608" y="1534"/>
                  </a:lnTo>
                  <a:lnTo>
                    <a:pt x="2442" y="1918"/>
                  </a:lnTo>
                  <a:lnTo>
                    <a:pt x="1918" y="1994"/>
                  </a:lnTo>
                  <a:lnTo>
                    <a:pt x="1279" y="2429"/>
                  </a:lnTo>
                  <a:lnTo>
                    <a:pt x="1547" y="2633"/>
                  </a:lnTo>
                  <a:lnTo>
                    <a:pt x="2506" y="2007"/>
                  </a:lnTo>
                  <a:lnTo>
                    <a:pt x="2787" y="1675"/>
                  </a:lnTo>
                  <a:lnTo>
                    <a:pt x="3055" y="1419"/>
                  </a:lnTo>
                  <a:lnTo>
                    <a:pt x="3822" y="972"/>
                  </a:lnTo>
                  <a:lnTo>
                    <a:pt x="3694" y="652"/>
                  </a:lnTo>
                  <a:lnTo>
                    <a:pt x="4218" y="128"/>
                  </a:lnTo>
                  <a:lnTo>
                    <a:pt x="39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78"/>
            <p:cNvSpPr/>
            <p:nvPr/>
          </p:nvSpPr>
          <p:spPr>
            <a:xfrm>
              <a:off x="1522250" y="1715700"/>
              <a:ext cx="46675" cy="23975"/>
            </a:xfrm>
            <a:custGeom>
              <a:rect b="b" l="l" r="r" t="t"/>
              <a:pathLst>
                <a:path extrusionOk="0" h="959" w="1867">
                  <a:moveTo>
                    <a:pt x="1611" y="0"/>
                  </a:moveTo>
                  <a:lnTo>
                    <a:pt x="985" y="77"/>
                  </a:lnTo>
                  <a:lnTo>
                    <a:pt x="0" y="575"/>
                  </a:lnTo>
                  <a:lnTo>
                    <a:pt x="0" y="831"/>
                  </a:lnTo>
                  <a:lnTo>
                    <a:pt x="154" y="959"/>
                  </a:lnTo>
                  <a:lnTo>
                    <a:pt x="346" y="869"/>
                  </a:lnTo>
                  <a:lnTo>
                    <a:pt x="499" y="805"/>
                  </a:lnTo>
                  <a:lnTo>
                    <a:pt x="588" y="754"/>
                  </a:lnTo>
                  <a:lnTo>
                    <a:pt x="640" y="741"/>
                  </a:lnTo>
                  <a:lnTo>
                    <a:pt x="729" y="716"/>
                  </a:lnTo>
                  <a:lnTo>
                    <a:pt x="1010" y="677"/>
                  </a:lnTo>
                  <a:lnTo>
                    <a:pt x="1381" y="626"/>
                  </a:lnTo>
                  <a:lnTo>
                    <a:pt x="1866" y="243"/>
                  </a:lnTo>
                  <a:lnTo>
                    <a:pt x="161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8"/>
            <p:cNvSpPr/>
            <p:nvPr/>
          </p:nvSpPr>
          <p:spPr>
            <a:xfrm>
              <a:off x="5822625" y="1536750"/>
              <a:ext cx="38375" cy="18250"/>
            </a:xfrm>
            <a:custGeom>
              <a:rect b="b" l="l" r="r" t="t"/>
              <a:pathLst>
                <a:path extrusionOk="0" h="730" w="1535">
                  <a:moveTo>
                    <a:pt x="537" y="1"/>
                  </a:moveTo>
                  <a:lnTo>
                    <a:pt x="256" y="218"/>
                  </a:lnTo>
                  <a:lnTo>
                    <a:pt x="0" y="308"/>
                  </a:lnTo>
                  <a:lnTo>
                    <a:pt x="0" y="563"/>
                  </a:lnTo>
                  <a:lnTo>
                    <a:pt x="384" y="538"/>
                  </a:lnTo>
                  <a:lnTo>
                    <a:pt x="499" y="576"/>
                  </a:lnTo>
                  <a:lnTo>
                    <a:pt x="563" y="602"/>
                  </a:lnTo>
                  <a:lnTo>
                    <a:pt x="601" y="627"/>
                  </a:lnTo>
                  <a:lnTo>
                    <a:pt x="614" y="653"/>
                  </a:lnTo>
                  <a:lnTo>
                    <a:pt x="652" y="691"/>
                  </a:lnTo>
                  <a:lnTo>
                    <a:pt x="691" y="729"/>
                  </a:lnTo>
                  <a:lnTo>
                    <a:pt x="742" y="729"/>
                  </a:lnTo>
                  <a:lnTo>
                    <a:pt x="844" y="704"/>
                  </a:lnTo>
                  <a:lnTo>
                    <a:pt x="1023" y="666"/>
                  </a:lnTo>
                  <a:lnTo>
                    <a:pt x="1253" y="627"/>
                  </a:lnTo>
                  <a:lnTo>
                    <a:pt x="1534" y="154"/>
                  </a:lnTo>
                  <a:lnTo>
                    <a:pt x="1419" y="39"/>
                  </a:lnTo>
                  <a:lnTo>
                    <a:pt x="9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8"/>
            <p:cNvSpPr/>
            <p:nvPr/>
          </p:nvSpPr>
          <p:spPr>
            <a:xfrm>
              <a:off x="6316600" y="2163325"/>
              <a:ext cx="12475" cy="8325"/>
            </a:xfrm>
            <a:custGeom>
              <a:rect b="b" l="l" r="r" t="t"/>
              <a:pathLst>
                <a:path extrusionOk="0" h="333" w="499">
                  <a:moveTo>
                    <a:pt x="499" y="1"/>
                  </a:moveTo>
                  <a:lnTo>
                    <a:pt x="0" y="256"/>
                  </a:lnTo>
                  <a:lnTo>
                    <a:pt x="294" y="333"/>
                  </a:lnTo>
                  <a:lnTo>
                    <a:pt x="460" y="205"/>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8"/>
            <p:cNvSpPr/>
            <p:nvPr/>
          </p:nvSpPr>
          <p:spPr>
            <a:xfrm>
              <a:off x="296575" y="2193375"/>
              <a:ext cx="53725" cy="30050"/>
            </a:xfrm>
            <a:custGeom>
              <a:rect b="b" l="l" r="r" t="t"/>
              <a:pathLst>
                <a:path extrusionOk="0" h="1202" w="2149">
                  <a:moveTo>
                    <a:pt x="1522" y="0"/>
                  </a:moveTo>
                  <a:lnTo>
                    <a:pt x="1317" y="307"/>
                  </a:lnTo>
                  <a:lnTo>
                    <a:pt x="1420" y="307"/>
                  </a:lnTo>
                  <a:lnTo>
                    <a:pt x="985" y="703"/>
                  </a:lnTo>
                  <a:lnTo>
                    <a:pt x="704" y="550"/>
                  </a:lnTo>
                  <a:lnTo>
                    <a:pt x="397" y="550"/>
                  </a:lnTo>
                  <a:lnTo>
                    <a:pt x="1" y="1201"/>
                  </a:lnTo>
                  <a:lnTo>
                    <a:pt x="205" y="1201"/>
                  </a:lnTo>
                  <a:lnTo>
                    <a:pt x="755" y="767"/>
                  </a:lnTo>
                  <a:lnTo>
                    <a:pt x="1062" y="933"/>
                  </a:lnTo>
                  <a:lnTo>
                    <a:pt x="1765" y="550"/>
                  </a:lnTo>
                  <a:lnTo>
                    <a:pt x="2148" y="307"/>
                  </a:lnTo>
                  <a:lnTo>
                    <a:pt x="1828" y="115"/>
                  </a:lnTo>
                  <a:lnTo>
                    <a:pt x="15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8"/>
            <p:cNvSpPr/>
            <p:nvPr/>
          </p:nvSpPr>
          <p:spPr>
            <a:xfrm>
              <a:off x="240025" y="1913150"/>
              <a:ext cx="58500" cy="26550"/>
            </a:xfrm>
            <a:custGeom>
              <a:rect b="b" l="l" r="r" t="t"/>
              <a:pathLst>
                <a:path extrusionOk="0" h="1062" w="2340">
                  <a:moveTo>
                    <a:pt x="1" y="1"/>
                  </a:moveTo>
                  <a:lnTo>
                    <a:pt x="128" y="473"/>
                  </a:lnTo>
                  <a:lnTo>
                    <a:pt x="589" y="473"/>
                  </a:lnTo>
                  <a:lnTo>
                    <a:pt x="1240" y="665"/>
                  </a:lnTo>
                  <a:lnTo>
                    <a:pt x="1598" y="908"/>
                  </a:lnTo>
                  <a:lnTo>
                    <a:pt x="1598" y="1061"/>
                  </a:lnTo>
                  <a:lnTo>
                    <a:pt x="1828" y="691"/>
                  </a:lnTo>
                  <a:lnTo>
                    <a:pt x="2109" y="703"/>
                  </a:lnTo>
                  <a:lnTo>
                    <a:pt x="2148" y="703"/>
                  </a:lnTo>
                  <a:lnTo>
                    <a:pt x="2173" y="678"/>
                  </a:lnTo>
                  <a:lnTo>
                    <a:pt x="2250" y="614"/>
                  </a:lnTo>
                  <a:lnTo>
                    <a:pt x="2340" y="537"/>
                  </a:lnTo>
                  <a:lnTo>
                    <a:pt x="1879" y="358"/>
                  </a:lnTo>
                  <a:lnTo>
                    <a:pt x="1164" y="1"/>
                  </a:lnTo>
                  <a:lnTo>
                    <a:pt x="665" y="128"/>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8"/>
            <p:cNvSpPr/>
            <p:nvPr/>
          </p:nvSpPr>
          <p:spPr>
            <a:xfrm>
              <a:off x="350275" y="2188250"/>
              <a:ext cx="12475" cy="5150"/>
            </a:xfrm>
            <a:custGeom>
              <a:rect b="b" l="l" r="r" t="t"/>
              <a:pathLst>
                <a:path extrusionOk="0" h="206" w="499">
                  <a:moveTo>
                    <a:pt x="166" y="1"/>
                  </a:moveTo>
                  <a:lnTo>
                    <a:pt x="0" y="205"/>
                  </a:lnTo>
                  <a:lnTo>
                    <a:pt x="345" y="205"/>
                  </a:lnTo>
                  <a:lnTo>
                    <a:pt x="4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8"/>
            <p:cNvSpPr/>
            <p:nvPr/>
          </p:nvSpPr>
          <p:spPr>
            <a:xfrm>
              <a:off x="1727050" y="1164200"/>
              <a:ext cx="423075" cy="282800"/>
            </a:xfrm>
            <a:custGeom>
              <a:rect b="b" l="l" r="r" t="t"/>
              <a:pathLst>
                <a:path extrusionOk="0" h="11312" w="16923">
                  <a:moveTo>
                    <a:pt x="15644" y="1"/>
                  </a:moveTo>
                  <a:lnTo>
                    <a:pt x="12283" y="1100"/>
                  </a:lnTo>
                  <a:lnTo>
                    <a:pt x="12436" y="525"/>
                  </a:lnTo>
                  <a:lnTo>
                    <a:pt x="11337" y="269"/>
                  </a:lnTo>
                  <a:lnTo>
                    <a:pt x="9331" y="256"/>
                  </a:lnTo>
                  <a:lnTo>
                    <a:pt x="8411" y="1292"/>
                  </a:lnTo>
                  <a:lnTo>
                    <a:pt x="7746" y="934"/>
                  </a:lnTo>
                  <a:lnTo>
                    <a:pt x="7094" y="972"/>
                  </a:lnTo>
                  <a:lnTo>
                    <a:pt x="7132" y="1113"/>
                  </a:lnTo>
                  <a:lnTo>
                    <a:pt x="7209" y="1432"/>
                  </a:lnTo>
                  <a:lnTo>
                    <a:pt x="7235" y="1598"/>
                  </a:lnTo>
                  <a:lnTo>
                    <a:pt x="7248" y="1726"/>
                  </a:lnTo>
                  <a:lnTo>
                    <a:pt x="7235" y="1765"/>
                  </a:lnTo>
                  <a:lnTo>
                    <a:pt x="7222" y="1790"/>
                  </a:lnTo>
                  <a:lnTo>
                    <a:pt x="7196" y="1790"/>
                  </a:lnTo>
                  <a:lnTo>
                    <a:pt x="7171" y="1777"/>
                  </a:lnTo>
                  <a:lnTo>
                    <a:pt x="6966" y="1637"/>
                  </a:lnTo>
                  <a:lnTo>
                    <a:pt x="6736" y="1509"/>
                  </a:lnTo>
                  <a:lnTo>
                    <a:pt x="6468" y="1356"/>
                  </a:lnTo>
                  <a:lnTo>
                    <a:pt x="5445" y="1356"/>
                  </a:lnTo>
                  <a:lnTo>
                    <a:pt x="5203" y="2161"/>
                  </a:lnTo>
                  <a:lnTo>
                    <a:pt x="4768" y="2276"/>
                  </a:lnTo>
                  <a:lnTo>
                    <a:pt x="4346" y="3094"/>
                  </a:lnTo>
                  <a:lnTo>
                    <a:pt x="3017" y="2928"/>
                  </a:lnTo>
                  <a:lnTo>
                    <a:pt x="2314" y="3426"/>
                  </a:lnTo>
                  <a:lnTo>
                    <a:pt x="167" y="3528"/>
                  </a:lnTo>
                  <a:lnTo>
                    <a:pt x="1" y="4014"/>
                  </a:lnTo>
                  <a:lnTo>
                    <a:pt x="1138" y="4295"/>
                  </a:lnTo>
                  <a:lnTo>
                    <a:pt x="947" y="4755"/>
                  </a:lnTo>
                  <a:lnTo>
                    <a:pt x="1509" y="4934"/>
                  </a:lnTo>
                  <a:lnTo>
                    <a:pt x="1841" y="5496"/>
                  </a:lnTo>
                  <a:lnTo>
                    <a:pt x="2595" y="4960"/>
                  </a:lnTo>
                  <a:lnTo>
                    <a:pt x="2685" y="5790"/>
                  </a:lnTo>
                  <a:lnTo>
                    <a:pt x="3541" y="5944"/>
                  </a:lnTo>
                  <a:lnTo>
                    <a:pt x="3822" y="5266"/>
                  </a:lnTo>
                  <a:lnTo>
                    <a:pt x="3899" y="5330"/>
                  </a:lnTo>
                  <a:lnTo>
                    <a:pt x="4065" y="5471"/>
                  </a:lnTo>
                  <a:lnTo>
                    <a:pt x="4167" y="5548"/>
                  </a:lnTo>
                  <a:lnTo>
                    <a:pt x="4270" y="5612"/>
                  </a:lnTo>
                  <a:lnTo>
                    <a:pt x="4359" y="5650"/>
                  </a:lnTo>
                  <a:lnTo>
                    <a:pt x="4410" y="5663"/>
                  </a:lnTo>
                  <a:lnTo>
                    <a:pt x="4525" y="5663"/>
                  </a:lnTo>
                  <a:lnTo>
                    <a:pt x="4640" y="5675"/>
                  </a:lnTo>
                  <a:lnTo>
                    <a:pt x="4921" y="5714"/>
                  </a:lnTo>
                  <a:lnTo>
                    <a:pt x="5279" y="5790"/>
                  </a:lnTo>
                  <a:lnTo>
                    <a:pt x="6161" y="4806"/>
                  </a:lnTo>
                  <a:lnTo>
                    <a:pt x="7120" y="4794"/>
                  </a:lnTo>
                  <a:lnTo>
                    <a:pt x="7120" y="4794"/>
                  </a:lnTo>
                  <a:lnTo>
                    <a:pt x="6647" y="5854"/>
                  </a:lnTo>
                  <a:lnTo>
                    <a:pt x="5778" y="6110"/>
                  </a:lnTo>
                  <a:lnTo>
                    <a:pt x="4385" y="6429"/>
                  </a:lnTo>
                  <a:lnTo>
                    <a:pt x="5228" y="6890"/>
                  </a:lnTo>
                  <a:lnTo>
                    <a:pt x="5854" y="7439"/>
                  </a:lnTo>
                  <a:lnTo>
                    <a:pt x="5100" y="7631"/>
                  </a:lnTo>
                  <a:lnTo>
                    <a:pt x="3733" y="6340"/>
                  </a:lnTo>
                  <a:lnTo>
                    <a:pt x="2915" y="6187"/>
                  </a:lnTo>
                  <a:lnTo>
                    <a:pt x="2646" y="6698"/>
                  </a:lnTo>
                  <a:lnTo>
                    <a:pt x="3349" y="7465"/>
                  </a:lnTo>
                  <a:lnTo>
                    <a:pt x="4180" y="7848"/>
                  </a:lnTo>
                  <a:lnTo>
                    <a:pt x="4870" y="7950"/>
                  </a:lnTo>
                  <a:lnTo>
                    <a:pt x="4819" y="8615"/>
                  </a:lnTo>
                  <a:lnTo>
                    <a:pt x="4487" y="8487"/>
                  </a:lnTo>
                  <a:lnTo>
                    <a:pt x="3643" y="8295"/>
                  </a:lnTo>
                  <a:lnTo>
                    <a:pt x="2519" y="8474"/>
                  </a:lnTo>
                  <a:lnTo>
                    <a:pt x="2071" y="8947"/>
                  </a:lnTo>
                  <a:lnTo>
                    <a:pt x="2646" y="9075"/>
                  </a:lnTo>
                  <a:lnTo>
                    <a:pt x="2800" y="8973"/>
                  </a:lnTo>
                  <a:lnTo>
                    <a:pt x="2902" y="8896"/>
                  </a:lnTo>
                  <a:lnTo>
                    <a:pt x="2966" y="8845"/>
                  </a:lnTo>
                  <a:lnTo>
                    <a:pt x="3004" y="8832"/>
                  </a:lnTo>
                  <a:lnTo>
                    <a:pt x="3081" y="8819"/>
                  </a:lnTo>
                  <a:lnTo>
                    <a:pt x="3298" y="8819"/>
                  </a:lnTo>
                  <a:lnTo>
                    <a:pt x="3605" y="8845"/>
                  </a:lnTo>
                  <a:lnTo>
                    <a:pt x="3694" y="9113"/>
                  </a:lnTo>
                  <a:lnTo>
                    <a:pt x="3247" y="9446"/>
                  </a:lnTo>
                  <a:lnTo>
                    <a:pt x="3503" y="9855"/>
                  </a:lnTo>
                  <a:lnTo>
                    <a:pt x="3976" y="9714"/>
                  </a:lnTo>
                  <a:lnTo>
                    <a:pt x="4321" y="9599"/>
                  </a:lnTo>
                  <a:lnTo>
                    <a:pt x="4461" y="9548"/>
                  </a:lnTo>
                  <a:lnTo>
                    <a:pt x="4538" y="9510"/>
                  </a:lnTo>
                  <a:lnTo>
                    <a:pt x="4551" y="9497"/>
                  </a:lnTo>
                  <a:lnTo>
                    <a:pt x="4551" y="9497"/>
                  </a:lnTo>
                  <a:lnTo>
                    <a:pt x="4512" y="9561"/>
                  </a:lnTo>
                  <a:lnTo>
                    <a:pt x="4359" y="9752"/>
                  </a:lnTo>
                  <a:lnTo>
                    <a:pt x="4091" y="10085"/>
                  </a:lnTo>
                  <a:lnTo>
                    <a:pt x="3324" y="10110"/>
                  </a:lnTo>
                  <a:lnTo>
                    <a:pt x="2634" y="9714"/>
                  </a:lnTo>
                  <a:lnTo>
                    <a:pt x="1777" y="9318"/>
                  </a:lnTo>
                  <a:lnTo>
                    <a:pt x="1880" y="10059"/>
                  </a:lnTo>
                  <a:lnTo>
                    <a:pt x="704" y="10315"/>
                  </a:lnTo>
                  <a:lnTo>
                    <a:pt x="1023" y="10494"/>
                  </a:lnTo>
                  <a:lnTo>
                    <a:pt x="3081" y="11005"/>
                  </a:lnTo>
                  <a:lnTo>
                    <a:pt x="3682" y="10941"/>
                  </a:lnTo>
                  <a:lnTo>
                    <a:pt x="4193" y="11171"/>
                  </a:lnTo>
                  <a:lnTo>
                    <a:pt x="4474" y="11146"/>
                  </a:lnTo>
                  <a:lnTo>
                    <a:pt x="4679" y="11120"/>
                  </a:lnTo>
                  <a:lnTo>
                    <a:pt x="4768" y="11094"/>
                  </a:lnTo>
                  <a:lnTo>
                    <a:pt x="4832" y="11056"/>
                  </a:lnTo>
                  <a:lnTo>
                    <a:pt x="4896" y="11030"/>
                  </a:lnTo>
                  <a:lnTo>
                    <a:pt x="4973" y="11018"/>
                  </a:lnTo>
                  <a:lnTo>
                    <a:pt x="5062" y="11030"/>
                  </a:lnTo>
                  <a:lnTo>
                    <a:pt x="5151" y="11030"/>
                  </a:lnTo>
                  <a:lnTo>
                    <a:pt x="5305" y="11069"/>
                  </a:lnTo>
                  <a:lnTo>
                    <a:pt x="5369" y="11082"/>
                  </a:lnTo>
                  <a:lnTo>
                    <a:pt x="5867" y="11312"/>
                  </a:lnTo>
                  <a:lnTo>
                    <a:pt x="6762" y="11248"/>
                  </a:lnTo>
                  <a:lnTo>
                    <a:pt x="7158" y="10864"/>
                  </a:lnTo>
                  <a:lnTo>
                    <a:pt x="7081" y="10634"/>
                  </a:lnTo>
                  <a:lnTo>
                    <a:pt x="6596" y="10570"/>
                  </a:lnTo>
                  <a:lnTo>
                    <a:pt x="6225" y="10545"/>
                  </a:lnTo>
                  <a:lnTo>
                    <a:pt x="6072" y="10532"/>
                  </a:lnTo>
                  <a:lnTo>
                    <a:pt x="5969" y="10545"/>
                  </a:lnTo>
                  <a:lnTo>
                    <a:pt x="5880" y="10558"/>
                  </a:lnTo>
                  <a:lnTo>
                    <a:pt x="5765" y="10545"/>
                  </a:lnTo>
                  <a:lnTo>
                    <a:pt x="5637" y="10506"/>
                  </a:lnTo>
                  <a:lnTo>
                    <a:pt x="5509" y="10468"/>
                  </a:lnTo>
                  <a:lnTo>
                    <a:pt x="5305" y="10404"/>
                  </a:lnTo>
                  <a:lnTo>
                    <a:pt x="5203" y="10366"/>
                  </a:lnTo>
                  <a:lnTo>
                    <a:pt x="5445" y="10097"/>
                  </a:lnTo>
                  <a:lnTo>
                    <a:pt x="5471" y="10085"/>
                  </a:lnTo>
                  <a:lnTo>
                    <a:pt x="5535" y="10097"/>
                  </a:lnTo>
                  <a:lnTo>
                    <a:pt x="5752" y="10123"/>
                  </a:lnTo>
                  <a:lnTo>
                    <a:pt x="6391" y="10213"/>
                  </a:lnTo>
                  <a:lnTo>
                    <a:pt x="7299" y="10379"/>
                  </a:lnTo>
                  <a:lnTo>
                    <a:pt x="7401" y="10187"/>
                  </a:lnTo>
                  <a:lnTo>
                    <a:pt x="7478" y="10046"/>
                  </a:lnTo>
                  <a:lnTo>
                    <a:pt x="7516" y="9957"/>
                  </a:lnTo>
                  <a:lnTo>
                    <a:pt x="7516" y="9855"/>
                  </a:lnTo>
                  <a:lnTo>
                    <a:pt x="7490" y="9727"/>
                  </a:lnTo>
                  <a:lnTo>
                    <a:pt x="7452" y="9548"/>
                  </a:lnTo>
                  <a:lnTo>
                    <a:pt x="8577" y="9510"/>
                  </a:lnTo>
                  <a:lnTo>
                    <a:pt x="8794" y="9305"/>
                  </a:lnTo>
                  <a:lnTo>
                    <a:pt x="8692" y="9062"/>
                  </a:lnTo>
                  <a:lnTo>
                    <a:pt x="9407" y="8717"/>
                  </a:lnTo>
                  <a:lnTo>
                    <a:pt x="9280" y="8436"/>
                  </a:lnTo>
                  <a:lnTo>
                    <a:pt x="7439" y="8436"/>
                  </a:lnTo>
                  <a:lnTo>
                    <a:pt x="7490" y="8347"/>
                  </a:lnTo>
                  <a:lnTo>
                    <a:pt x="7554" y="8283"/>
                  </a:lnTo>
                  <a:lnTo>
                    <a:pt x="7618" y="8219"/>
                  </a:lnTo>
                  <a:lnTo>
                    <a:pt x="7682" y="8206"/>
                  </a:lnTo>
                  <a:lnTo>
                    <a:pt x="7759" y="8180"/>
                  </a:lnTo>
                  <a:lnTo>
                    <a:pt x="7963" y="8155"/>
                  </a:lnTo>
                  <a:lnTo>
                    <a:pt x="8232" y="8117"/>
                  </a:lnTo>
                  <a:lnTo>
                    <a:pt x="8487" y="7912"/>
                  </a:lnTo>
                  <a:lnTo>
                    <a:pt x="8206" y="7580"/>
                  </a:lnTo>
                  <a:lnTo>
                    <a:pt x="9305" y="7426"/>
                  </a:lnTo>
                  <a:lnTo>
                    <a:pt x="9113" y="7056"/>
                  </a:lnTo>
                  <a:lnTo>
                    <a:pt x="9113" y="7056"/>
                  </a:lnTo>
                  <a:lnTo>
                    <a:pt x="11005" y="7196"/>
                  </a:lnTo>
                  <a:lnTo>
                    <a:pt x="11337" y="6890"/>
                  </a:lnTo>
                  <a:lnTo>
                    <a:pt x="10647" y="6506"/>
                  </a:lnTo>
                  <a:lnTo>
                    <a:pt x="11964" y="6289"/>
                  </a:lnTo>
                  <a:lnTo>
                    <a:pt x="14047" y="4308"/>
                  </a:lnTo>
                  <a:lnTo>
                    <a:pt x="14162" y="3669"/>
                  </a:lnTo>
                  <a:lnTo>
                    <a:pt x="12590" y="4091"/>
                  </a:lnTo>
                  <a:lnTo>
                    <a:pt x="13229" y="3119"/>
                  </a:lnTo>
                  <a:lnTo>
                    <a:pt x="15465" y="2557"/>
                  </a:lnTo>
                  <a:lnTo>
                    <a:pt x="16922" y="1560"/>
                  </a:lnTo>
                  <a:lnTo>
                    <a:pt x="156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8"/>
            <p:cNvSpPr/>
            <p:nvPr/>
          </p:nvSpPr>
          <p:spPr>
            <a:xfrm>
              <a:off x="326625" y="2015400"/>
              <a:ext cx="36125" cy="20475"/>
            </a:xfrm>
            <a:custGeom>
              <a:rect b="b" l="l" r="r" t="t"/>
              <a:pathLst>
                <a:path extrusionOk="0" h="819" w="1445">
                  <a:moveTo>
                    <a:pt x="703" y="0"/>
                  </a:moveTo>
                  <a:lnTo>
                    <a:pt x="486" y="192"/>
                  </a:lnTo>
                  <a:lnTo>
                    <a:pt x="115" y="192"/>
                  </a:lnTo>
                  <a:lnTo>
                    <a:pt x="0" y="371"/>
                  </a:lnTo>
                  <a:lnTo>
                    <a:pt x="818" y="818"/>
                  </a:lnTo>
                  <a:lnTo>
                    <a:pt x="1189" y="550"/>
                  </a:lnTo>
                  <a:lnTo>
                    <a:pt x="1444" y="409"/>
                  </a:lnTo>
                  <a:lnTo>
                    <a:pt x="11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8"/>
            <p:cNvSpPr/>
            <p:nvPr/>
          </p:nvSpPr>
          <p:spPr>
            <a:xfrm>
              <a:off x="4192450" y="3458000"/>
              <a:ext cx="32625" cy="42525"/>
            </a:xfrm>
            <a:custGeom>
              <a:rect b="b" l="l" r="r" t="t"/>
              <a:pathLst>
                <a:path extrusionOk="0" h="1701" w="1305">
                  <a:moveTo>
                    <a:pt x="665" y="1"/>
                  </a:moveTo>
                  <a:lnTo>
                    <a:pt x="614" y="410"/>
                  </a:lnTo>
                  <a:lnTo>
                    <a:pt x="601" y="448"/>
                  </a:lnTo>
                  <a:lnTo>
                    <a:pt x="563" y="461"/>
                  </a:lnTo>
                  <a:lnTo>
                    <a:pt x="371" y="461"/>
                  </a:lnTo>
                  <a:lnTo>
                    <a:pt x="346" y="448"/>
                  </a:lnTo>
                  <a:lnTo>
                    <a:pt x="0" y="333"/>
                  </a:lnTo>
                  <a:lnTo>
                    <a:pt x="128" y="627"/>
                  </a:lnTo>
                  <a:lnTo>
                    <a:pt x="141" y="652"/>
                  </a:lnTo>
                  <a:lnTo>
                    <a:pt x="154" y="1151"/>
                  </a:lnTo>
                  <a:lnTo>
                    <a:pt x="167" y="1189"/>
                  </a:lnTo>
                  <a:lnTo>
                    <a:pt x="192" y="1202"/>
                  </a:lnTo>
                  <a:lnTo>
                    <a:pt x="218" y="1394"/>
                  </a:lnTo>
                  <a:lnTo>
                    <a:pt x="282" y="1700"/>
                  </a:lnTo>
                  <a:lnTo>
                    <a:pt x="524" y="1624"/>
                  </a:lnTo>
                  <a:lnTo>
                    <a:pt x="946" y="1291"/>
                  </a:lnTo>
                  <a:lnTo>
                    <a:pt x="946" y="1100"/>
                  </a:lnTo>
                  <a:lnTo>
                    <a:pt x="959" y="1074"/>
                  </a:lnTo>
                  <a:lnTo>
                    <a:pt x="1304" y="550"/>
                  </a:lnTo>
                  <a:lnTo>
                    <a:pt x="1151" y="371"/>
                  </a:lnTo>
                  <a:lnTo>
                    <a:pt x="1138" y="346"/>
                  </a:lnTo>
                  <a:lnTo>
                    <a:pt x="1151" y="13"/>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8"/>
            <p:cNvSpPr/>
            <p:nvPr/>
          </p:nvSpPr>
          <p:spPr>
            <a:xfrm>
              <a:off x="4188300" y="3430200"/>
              <a:ext cx="38675" cy="36450"/>
            </a:xfrm>
            <a:custGeom>
              <a:rect b="b" l="l" r="r" t="t"/>
              <a:pathLst>
                <a:path extrusionOk="0" h="1458" w="1547">
                  <a:moveTo>
                    <a:pt x="1278" y="1"/>
                  </a:moveTo>
                  <a:lnTo>
                    <a:pt x="1048" y="192"/>
                  </a:lnTo>
                  <a:lnTo>
                    <a:pt x="1010" y="205"/>
                  </a:lnTo>
                  <a:lnTo>
                    <a:pt x="652" y="192"/>
                  </a:lnTo>
                  <a:lnTo>
                    <a:pt x="652" y="218"/>
                  </a:lnTo>
                  <a:lnTo>
                    <a:pt x="627" y="244"/>
                  </a:lnTo>
                  <a:lnTo>
                    <a:pt x="473" y="359"/>
                  </a:lnTo>
                  <a:lnTo>
                    <a:pt x="0" y="1100"/>
                  </a:lnTo>
                  <a:lnTo>
                    <a:pt x="103" y="1317"/>
                  </a:lnTo>
                  <a:lnTo>
                    <a:pt x="537" y="1458"/>
                  </a:lnTo>
                  <a:lnTo>
                    <a:pt x="678" y="1458"/>
                  </a:lnTo>
                  <a:lnTo>
                    <a:pt x="729" y="1061"/>
                  </a:lnTo>
                  <a:lnTo>
                    <a:pt x="742" y="1023"/>
                  </a:lnTo>
                  <a:lnTo>
                    <a:pt x="780" y="1010"/>
                  </a:lnTo>
                  <a:lnTo>
                    <a:pt x="1534" y="1023"/>
                  </a:lnTo>
                  <a:lnTo>
                    <a:pt x="1547" y="499"/>
                  </a:lnTo>
                  <a:lnTo>
                    <a:pt x="12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8"/>
            <p:cNvSpPr/>
            <p:nvPr/>
          </p:nvSpPr>
          <p:spPr>
            <a:xfrm>
              <a:off x="4437525" y="3143275"/>
              <a:ext cx="206750" cy="298450"/>
            </a:xfrm>
            <a:custGeom>
              <a:rect b="b" l="l" r="r" t="t"/>
              <a:pathLst>
                <a:path extrusionOk="0" h="11938" w="8270">
                  <a:moveTo>
                    <a:pt x="7771" y="1"/>
                  </a:moveTo>
                  <a:lnTo>
                    <a:pt x="7592" y="256"/>
                  </a:lnTo>
                  <a:lnTo>
                    <a:pt x="7362" y="410"/>
                  </a:lnTo>
                  <a:lnTo>
                    <a:pt x="7196" y="499"/>
                  </a:lnTo>
                  <a:lnTo>
                    <a:pt x="7017" y="499"/>
                  </a:lnTo>
                  <a:lnTo>
                    <a:pt x="6838" y="512"/>
                  </a:lnTo>
                  <a:lnTo>
                    <a:pt x="6800" y="653"/>
                  </a:lnTo>
                  <a:lnTo>
                    <a:pt x="6506" y="793"/>
                  </a:lnTo>
                  <a:lnTo>
                    <a:pt x="6263" y="742"/>
                  </a:lnTo>
                  <a:lnTo>
                    <a:pt x="5956" y="755"/>
                  </a:lnTo>
                  <a:lnTo>
                    <a:pt x="5752" y="857"/>
                  </a:lnTo>
                  <a:lnTo>
                    <a:pt x="5266" y="883"/>
                  </a:lnTo>
                  <a:lnTo>
                    <a:pt x="5176" y="844"/>
                  </a:lnTo>
                  <a:lnTo>
                    <a:pt x="4946" y="844"/>
                  </a:lnTo>
                  <a:lnTo>
                    <a:pt x="4601" y="1189"/>
                  </a:lnTo>
                  <a:lnTo>
                    <a:pt x="4422" y="1189"/>
                  </a:lnTo>
                  <a:lnTo>
                    <a:pt x="4192" y="1228"/>
                  </a:lnTo>
                  <a:lnTo>
                    <a:pt x="3860" y="1164"/>
                  </a:lnTo>
                  <a:lnTo>
                    <a:pt x="3221" y="1509"/>
                  </a:lnTo>
                  <a:lnTo>
                    <a:pt x="2620" y="1509"/>
                  </a:lnTo>
                  <a:lnTo>
                    <a:pt x="2211" y="1113"/>
                  </a:lnTo>
                  <a:lnTo>
                    <a:pt x="1815" y="742"/>
                  </a:lnTo>
                  <a:lnTo>
                    <a:pt x="1457" y="1189"/>
                  </a:lnTo>
                  <a:lnTo>
                    <a:pt x="1355" y="1470"/>
                  </a:lnTo>
                  <a:lnTo>
                    <a:pt x="1393" y="1649"/>
                  </a:lnTo>
                  <a:lnTo>
                    <a:pt x="1828" y="2186"/>
                  </a:lnTo>
                  <a:lnTo>
                    <a:pt x="1841" y="2225"/>
                  </a:lnTo>
                  <a:lnTo>
                    <a:pt x="1841" y="2493"/>
                  </a:lnTo>
                  <a:lnTo>
                    <a:pt x="4972" y="3592"/>
                  </a:lnTo>
                  <a:lnTo>
                    <a:pt x="5713" y="3592"/>
                  </a:lnTo>
                  <a:lnTo>
                    <a:pt x="5739" y="3605"/>
                  </a:lnTo>
                  <a:lnTo>
                    <a:pt x="5752" y="3630"/>
                  </a:lnTo>
                  <a:lnTo>
                    <a:pt x="5764" y="3656"/>
                  </a:lnTo>
                  <a:lnTo>
                    <a:pt x="5752" y="3682"/>
                  </a:lnTo>
                  <a:lnTo>
                    <a:pt x="3234" y="6442"/>
                  </a:lnTo>
                  <a:lnTo>
                    <a:pt x="3208" y="6455"/>
                  </a:lnTo>
                  <a:lnTo>
                    <a:pt x="3183" y="6455"/>
                  </a:lnTo>
                  <a:lnTo>
                    <a:pt x="2237" y="6442"/>
                  </a:lnTo>
                  <a:lnTo>
                    <a:pt x="1623" y="6966"/>
                  </a:lnTo>
                  <a:lnTo>
                    <a:pt x="1598" y="6979"/>
                  </a:lnTo>
                  <a:lnTo>
                    <a:pt x="1074" y="7030"/>
                  </a:lnTo>
                  <a:lnTo>
                    <a:pt x="39" y="8219"/>
                  </a:lnTo>
                  <a:lnTo>
                    <a:pt x="0" y="11312"/>
                  </a:lnTo>
                  <a:lnTo>
                    <a:pt x="499" y="11938"/>
                  </a:lnTo>
                  <a:lnTo>
                    <a:pt x="499" y="11925"/>
                  </a:lnTo>
                  <a:lnTo>
                    <a:pt x="2262" y="10008"/>
                  </a:lnTo>
                  <a:lnTo>
                    <a:pt x="2582" y="9663"/>
                  </a:lnTo>
                  <a:lnTo>
                    <a:pt x="2723" y="9612"/>
                  </a:lnTo>
                  <a:lnTo>
                    <a:pt x="2850" y="9407"/>
                  </a:lnTo>
                  <a:lnTo>
                    <a:pt x="2991" y="9228"/>
                  </a:lnTo>
                  <a:lnTo>
                    <a:pt x="3310" y="9101"/>
                  </a:lnTo>
                  <a:lnTo>
                    <a:pt x="3425" y="8985"/>
                  </a:lnTo>
                  <a:lnTo>
                    <a:pt x="3579" y="8947"/>
                  </a:lnTo>
                  <a:lnTo>
                    <a:pt x="3771" y="8870"/>
                  </a:lnTo>
                  <a:lnTo>
                    <a:pt x="3886" y="8640"/>
                  </a:lnTo>
                  <a:lnTo>
                    <a:pt x="4141" y="8513"/>
                  </a:lnTo>
                  <a:lnTo>
                    <a:pt x="4371" y="8244"/>
                  </a:lnTo>
                  <a:lnTo>
                    <a:pt x="4576" y="7950"/>
                  </a:lnTo>
                  <a:lnTo>
                    <a:pt x="4588" y="7733"/>
                  </a:lnTo>
                  <a:lnTo>
                    <a:pt x="5291" y="7273"/>
                  </a:lnTo>
                  <a:lnTo>
                    <a:pt x="5470" y="7120"/>
                  </a:lnTo>
                  <a:lnTo>
                    <a:pt x="5509" y="6941"/>
                  </a:lnTo>
                  <a:lnTo>
                    <a:pt x="5777" y="6723"/>
                  </a:lnTo>
                  <a:lnTo>
                    <a:pt x="5879" y="6647"/>
                  </a:lnTo>
                  <a:lnTo>
                    <a:pt x="5930" y="6148"/>
                  </a:lnTo>
                  <a:lnTo>
                    <a:pt x="6173" y="5982"/>
                  </a:lnTo>
                  <a:lnTo>
                    <a:pt x="6339" y="5778"/>
                  </a:lnTo>
                  <a:lnTo>
                    <a:pt x="6480" y="5484"/>
                  </a:lnTo>
                  <a:lnTo>
                    <a:pt x="6685" y="5317"/>
                  </a:lnTo>
                  <a:lnTo>
                    <a:pt x="6659" y="4704"/>
                  </a:lnTo>
                  <a:lnTo>
                    <a:pt x="6825" y="4423"/>
                  </a:lnTo>
                  <a:lnTo>
                    <a:pt x="6953" y="4103"/>
                  </a:lnTo>
                  <a:lnTo>
                    <a:pt x="7183" y="3758"/>
                  </a:lnTo>
                  <a:lnTo>
                    <a:pt x="7196" y="3554"/>
                  </a:lnTo>
                  <a:lnTo>
                    <a:pt x="7490" y="3183"/>
                  </a:lnTo>
                  <a:lnTo>
                    <a:pt x="7502" y="3055"/>
                  </a:lnTo>
                  <a:lnTo>
                    <a:pt x="7566" y="2940"/>
                  </a:lnTo>
                  <a:lnTo>
                    <a:pt x="7707" y="2723"/>
                  </a:lnTo>
                  <a:lnTo>
                    <a:pt x="7720" y="2531"/>
                  </a:lnTo>
                  <a:lnTo>
                    <a:pt x="7796" y="2455"/>
                  </a:lnTo>
                  <a:lnTo>
                    <a:pt x="7822" y="2340"/>
                  </a:lnTo>
                  <a:lnTo>
                    <a:pt x="7911" y="2173"/>
                  </a:lnTo>
                  <a:lnTo>
                    <a:pt x="7899" y="1905"/>
                  </a:lnTo>
                  <a:lnTo>
                    <a:pt x="7899" y="1649"/>
                  </a:lnTo>
                  <a:lnTo>
                    <a:pt x="8026" y="1483"/>
                  </a:lnTo>
                  <a:lnTo>
                    <a:pt x="8257" y="1470"/>
                  </a:lnTo>
                  <a:lnTo>
                    <a:pt x="8269" y="1355"/>
                  </a:lnTo>
                  <a:lnTo>
                    <a:pt x="8065" y="1317"/>
                  </a:lnTo>
                  <a:lnTo>
                    <a:pt x="8065" y="1228"/>
                  </a:lnTo>
                  <a:lnTo>
                    <a:pt x="8154" y="1113"/>
                  </a:lnTo>
                  <a:lnTo>
                    <a:pt x="8205" y="768"/>
                  </a:lnTo>
                  <a:lnTo>
                    <a:pt x="8129" y="691"/>
                  </a:lnTo>
                  <a:lnTo>
                    <a:pt x="8052" y="550"/>
                  </a:lnTo>
                  <a:lnTo>
                    <a:pt x="8065" y="103"/>
                  </a:lnTo>
                  <a:lnTo>
                    <a:pt x="7899" y="103"/>
                  </a:lnTo>
                  <a:lnTo>
                    <a:pt x="7899" y="14"/>
                  </a:lnTo>
                  <a:lnTo>
                    <a:pt x="77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8"/>
            <p:cNvSpPr/>
            <p:nvPr/>
          </p:nvSpPr>
          <p:spPr>
            <a:xfrm>
              <a:off x="4096925" y="3147750"/>
              <a:ext cx="233250" cy="183100"/>
            </a:xfrm>
            <a:custGeom>
              <a:rect b="b" l="l" r="r" t="t"/>
              <a:pathLst>
                <a:path extrusionOk="0" h="7324" w="9330">
                  <a:moveTo>
                    <a:pt x="7081" y="1"/>
                  </a:moveTo>
                  <a:lnTo>
                    <a:pt x="6889" y="39"/>
                  </a:lnTo>
                  <a:lnTo>
                    <a:pt x="6787" y="205"/>
                  </a:lnTo>
                  <a:lnTo>
                    <a:pt x="6774" y="218"/>
                  </a:lnTo>
                  <a:lnTo>
                    <a:pt x="6748" y="218"/>
                  </a:lnTo>
                  <a:lnTo>
                    <a:pt x="6493" y="205"/>
                  </a:lnTo>
                  <a:lnTo>
                    <a:pt x="6620" y="384"/>
                  </a:lnTo>
                  <a:lnTo>
                    <a:pt x="6633" y="422"/>
                  </a:lnTo>
                  <a:lnTo>
                    <a:pt x="6620" y="921"/>
                  </a:lnTo>
                  <a:lnTo>
                    <a:pt x="6620" y="946"/>
                  </a:lnTo>
                  <a:lnTo>
                    <a:pt x="6608" y="959"/>
                  </a:lnTo>
                  <a:lnTo>
                    <a:pt x="6186" y="1291"/>
                  </a:lnTo>
                  <a:lnTo>
                    <a:pt x="5841" y="1918"/>
                  </a:lnTo>
                  <a:lnTo>
                    <a:pt x="5815" y="1943"/>
                  </a:lnTo>
                  <a:lnTo>
                    <a:pt x="5790" y="1956"/>
                  </a:lnTo>
                  <a:lnTo>
                    <a:pt x="5253" y="1931"/>
                  </a:lnTo>
                  <a:lnTo>
                    <a:pt x="5240" y="1918"/>
                  </a:lnTo>
                  <a:lnTo>
                    <a:pt x="4576" y="1675"/>
                  </a:lnTo>
                  <a:lnTo>
                    <a:pt x="4269" y="1790"/>
                  </a:lnTo>
                  <a:lnTo>
                    <a:pt x="4269" y="1982"/>
                  </a:lnTo>
                  <a:lnTo>
                    <a:pt x="4256" y="2020"/>
                  </a:lnTo>
                  <a:lnTo>
                    <a:pt x="4218" y="2033"/>
                  </a:lnTo>
                  <a:lnTo>
                    <a:pt x="3809" y="2122"/>
                  </a:lnTo>
                  <a:lnTo>
                    <a:pt x="3681" y="2365"/>
                  </a:lnTo>
                  <a:lnTo>
                    <a:pt x="3668" y="2378"/>
                  </a:lnTo>
                  <a:lnTo>
                    <a:pt x="3630" y="2391"/>
                  </a:lnTo>
                  <a:lnTo>
                    <a:pt x="3119" y="2365"/>
                  </a:lnTo>
                  <a:lnTo>
                    <a:pt x="3093" y="2352"/>
                  </a:lnTo>
                  <a:lnTo>
                    <a:pt x="3067" y="2327"/>
                  </a:lnTo>
                  <a:lnTo>
                    <a:pt x="2991" y="2084"/>
                  </a:lnTo>
                  <a:lnTo>
                    <a:pt x="2646" y="2007"/>
                  </a:lnTo>
                  <a:lnTo>
                    <a:pt x="2492" y="2109"/>
                  </a:lnTo>
                  <a:lnTo>
                    <a:pt x="2467" y="2122"/>
                  </a:lnTo>
                  <a:lnTo>
                    <a:pt x="1393" y="2122"/>
                  </a:lnTo>
                  <a:lnTo>
                    <a:pt x="1368" y="2109"/>
                  </a:lnTo>
                  <a:lnTo>
                    <a:pt x="1010" y="1585"/>
                  </a:lnTo>
                  <a:lnTo>
                    <a:pt x="780" y="1585"/>
                  </a:lnTo>
                  <a:lnTo>
                    <a:pt x="703" y="1815"/>
                  </a:lnTo>
                  <a:lnTo>
                    <a:pt x="473" y="2506"/>
                  </a:lnTo>
                  <a:lnTo>
                    <a:pt x="460" y="2531"/>
                  </a:lnTo>
                  <a:lnTo>
                    <a:pt x="115" y="2889"/>
                  </a:lnTo>
                  <a:lnTo>
                    <a:pt x="26" y="3119"/>
                  </a:lnTo>
                  <a:lnTo>
                    <a:pt x="13" y="3132"/>
                  </a:lnTo>
                  <a:lnTo>
                    <a:pt x="0" y="3426"/>
                  </a:lnTo>
                  <a:lnTo>
                    <a:pt x="192" y="3605"/>
                  </a:lnTo>
                  <a:lnTo>
                    <a:pt x="626" y="3605"/>
                  </a:lnTo>
                  <a:lnTo>
                    <a:pt x="652" y="3618"/>
                  </a:lnTo>
                  <a:lnTo>
                    <a:pt x="665" y="3630"/>
                  </a:lnTo>
                  <a:lnTo>
                    <a:pt x="1112" y="4205"/>
                  </a:lnTo>
                  <a:lnTo>
                    <a:pt x="1585" y="4538"/>
                  </a:lnTo>
                  <a:lnTo>
                    <a:pt x="1598" y="4563"/>
                  </a:lnTo>
                  <a:lnTo>
                    <a:pt x="1610" y="4589"/>
                  </a:lnTo>
                  <a:lnTo>
                    <a:pt x="1598" y="4908"/>
                  </a:lnTo>
                  <a:lnTo>
                    <a:pt x="1853" y="5151"/>
                  </a:lnTo>
                  <a:lnTo>
                    <a:pt x="2147" y="5151"/>
                  </a:lnTo>
                  <a:lnTo>
                    <a:pt x="2173" y="5164"/>
                  </a:lnTo>
                  <a:lnTo>
                    <a:pt x="2186" y="5190"/>
                  </a:lnTo>
                  <a:lnTo>
                    <a:pt x="2186" y="5202"/>
                  </a:lnTo>
                  <a:lnTo>
                    <a:pt x="2186" y="5381"/>
                  </a:lnTo>
                  <a:lnTo>
                    <a:pt x="2582" y="5701"/>
                  </a:lnTo>
                  <a:lnTo>
                    <a:pt x="2595" y="5726"/>
                  </a:lnTo>
                  <a:lnTo>
                    <a:pt x="2595" y="5752"/>
                  </a:lnTo>
                  <a:lnTo>
                    <a:pt x="2531" y="6110"/>
                  </a:lnTo>
                  <a:lnTo>
                    <a:pt x="3336" y="6583"/>
                  </a:lnTo>
                  <a:lnTo>
                    <a:pt x="3630" y="6480"/>
                  </a:lnTo>
                  <a:lnTo>
                    <a:pt x="3655" y="6480"/>
                  </a:lnTo>
                  <a:lnTo>
                    <a:pt x="4064" y="6519"/>
                  </a:lnTo>
                  <a:lnTo>
                    <a:pt x="4179" y="6353"/>
                  </a:lnTo>
                  <a:lnTo>
                    <a:pt x="4205" y="6327"/>
                  </a:lnTo>
                  <a:lnTo>
                    <a:pt x="4256" y="6327"/>
                  </a:lnTo>
                  <a:lnTo>
                    <a:pt x="4435" y="6429"/>
                  </a:lnTo>
                  <a:lnTo>
                    <a:pt x="4448" y="6442"/>
                  </a:lnTo>
                  <a:lnTo>
                    <a:pt x="4460" y="6468"/>
                  </a:lnTo>
                  <a:lnTo>
                    <a:pt x="4550" y="6787"/>
                  </a:lnTo>
                  <a:lnTo>
                    <a:pt x="4895" y="7056"/>
                  </a:lnTo>
                  <a:lnTo>
                    <a:pt x="4908" y="7068"/>
                  </a:lnTo>
                  <a:lnTo>
                    <a:pt x="5010" y="7247"/>
                  </a:lnTo>
                  <a:lnTo>
                    <a:pt x="5547" y="7158"/>
                  </a:lnTo>
                  <a:lnTo>
                    <a:pt x="5560" y="7158"/>
                  </a:lnTo>
                  <a:lnTo>
                    <a:pt x="6122" y="7183"/>
                  </a:lnTo>
                  <a:lnTo>
                    <a:pt x="6160" y="7196"/>
                  </a:lnTo>
                  <a:lnTo>
                    <a:pt x="6301" y="7324"/>
                  </a:lnTo>
                  <a:lnTo>
                    <a:pt x="6557" y="7183"/>
                  </a:lnTo>
                  <a:lnTo>
                    <a:pt x="6582" y="7171"/>
                  </a:lnTo>
                  <a:lnTo>
                    <a:pt x="7029" y="7171"/>
                  </a:lnTo>
                  <a:lnTo>
                    <a:pt x="7694" y="6877"/>
                  </a:lnTo>
                  <a:lnTo>
                    <a:pt x="8499" y="6174"/>
                  </a:lnTo>
                  <a:lnTo>
                    <a:pt x="8512" y="6161"/>
                  </a:lnTo>
                  <a:lnTo>
                    <a:pt x="8895" y="5969"/>
                  </a:lnTo>
                  <a:lnTo>
                    <a:pt x="8921" y="5956"/>
                  </a:lnTo>
                  <a:lnTo>
                    <a:pt x="8947" y="5956"/>
                  </a:lnTo>
                  <a:lnTo>
                    <a:pt x="9317" y="6071"/>
                  </a:lnTo>
                  <a:lnTo>
                    <a:pt x="9330" y="5841"/>
                  </a:lnTo>
                  <a:lnTo>
                    <a:pt x="8806" y="5739"/>
                  </a:lnTo>
                  <a:lnTo>
                    <a:pt x="8780" y="5726"/>
                  </a:lnTo>
                  <a:lnTo>
                    <a:pt x="8768" y="5701"/>
                  </a:lnTo>
                  <a:lnTo>
                    <a:pt x="8563" y="4960"/>
                  </a:lnTo>
                  <a:lnTo>
                    <a:pt x="8563" y="4947"/>
                  </a:lnTo>
                  <a:lnTo>
                    <a:pt x="8563" y="4704"/>
                  </a:lnTo>
                  <a:lnTo>
                    <a:pt x="7668" y="3988"/>
                  </a:lnTo>
                  <a:lnTo>
                    <a:pt x="7196" y="3822"/>
                  </a:lnTo>
                  <a:lnTo>
                    <a:pt x="7170" y="3809"/>
                  </a:lnTo>
                  <a:lnTo>
                    <a:pt x="7042" y="3630"/>
                  </a:lnTo>
                  <a:lnTo>
                    <a:pt x="7029" y="3592"/>
                  </a:lnTo>
                  <a:lnTo>
                    <a:pt x="7042" y="3566"/>
                  </a:lnTo>
                  <a:lnTo>
                    <a:pt x="7311" y="3157"/>
                  </a:lnTo>
                  <a:lnTo>
                    <a:pt x="7349" y="3145"/>
                  </a:lnTo>
                  <a:lnTo>
                    <a:pt x="7579" y="3068"/>
                  </a:lnTo>
                  <a:lnTo>
                    <a:pt x="7617" y="3068"/>
                  </a:lnTo>
                  <a:lnTo>
                    <a:pt x="7771" y="3145"/>
                  </a:lnTo>
                  <a:lnTo>
                    <a:pt x="7988" y="3042"/>
                  </a:lnTo>
                  <a:lnTo>
                    <a:pt x="8001" y="2212"/>
                  </a:lnTo>
                  <a:lnTo>
                    <a:pt x="7975" y="2186"/>
                  </a:lnTo>
                  <a:lnTo>
                    <a:pt x="7579" y="1496"/>
                  </a:lnTo>
                  <a:lnTo>
                    <a:pt x="7234" y="1228"/>
                  </a:lnTo>
                  <a:lnTo>
                    <a:pt x="7221" y="1202"/>
                  </a:lnTo>
                  <a:lnTo>
                    <a:pt x="7208" y="1189"/>
                  </a:lnTo>
                  <a:lnTo>
                    <a:pt x="70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8"/>
            <p:cNvSpPr/>
            <p:nvPr/>
          </p:nvSpPr>
          <p:spPr>
            <a:xfrm>
              <a:off x="4212250" y="3388675"/>
              <a:ext cx="1625" cy="4175"/>
            </a:xfrm>
            <a:custGeom>
              <a:rect b="b" l="l" r="r" t="t"/>
              <a:pathLst>
                <a:path extrusionOk="0" h="167" w="65">
                  <a:moveTo>
                    <a:pt x="65" y="0"/>
                  </a:moveTo>
                  <a:lnTo>
                    <a:pt x="1" y="64"/>
                  </a:lnTo>
                  <a:lnTo>
                    <a:pt x="14" y="166"/>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8"/>
            <p:cNvSpPr/>
            <p:nvPr/>
          </p:nvSpPr>
          <p:spPr>
            <a:xfrm>
              <a:off x="4236850" y="3362475"/>
              <a:ext cx="675" cy="1300"/>
            </a:xfrm>
            <a:custGeom>
              <a:rect b="b" l="l" r="r" t="t"/>
              <a:pathLst>
                <a:path extrusionOk="0" h="52" w="27">
                  <a:moveTo>
                    <a:pt x="1" y="0"/>
                  </a:moveTo>
                  <a:lnTo>
                    <a:pt x="1" y="51"/>
                  </a:lnTo>
                  <a:lnTo>
                    <a:pt x="27"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8"/>
            <p:cNvSpPr/>
            <p:nvPr/>
          </p:nvSpPr>
          <p:spPr>
            <a:xfrm>
              <a:off x="4198850" y="3429575"/>
              <a:ext cx="221125" cy="228475"/>
            </a:xfrm>
            <a:custGeom>
              <a:rect b="b" l="l" r="r" t="t"/>
              <a:pathLst>
                <a:path extrusionOk="0" h="9139" w="8845">
                  <a:moveTo>
                    <a:pt x="971" y="0"/>
                  </a:moveTo>
                  <a:lnTo>
                    <a:pt x="1227" y="486"/>
                  </a:lnTo>
                  <a:lnTo>
                    <a:pt x="1227" y="511"/>
                  </a:lnTo>
                  <a:lnTo>
                    <a:pt x="1227" y="1099"/>
                  </a:lnTo>
                  <a:lnTo>
                    <a:pt x="1214" y="1125"/>
                  </a:lnTo>
                  <a:lnTo>
                    <a:pt x="1201" y="1138"/>
                  </a:lnTo>
                  <a:lnTo>
                    <a:pt x="1189" y="1150"/>
                  </a:lnTo>
                  <a:lnTo>
                    <a:pt x="997" y="1150"/>
                  </a:lnTo>
                  <a:lnTo>
                    <a:pt x="997" y="1457"/>
                  </a:lnTo>
                  <a:lnTo>
                    <a:pt x="1150" y="1649"/>
                  </a:lnTo>
                  <a:lnTo>
                    <a:pt x="1163" y="1687"/>
                  </a:lnTo>
                  <a:lnTo>
                    <a:pt x="1163" y="1713"/>
                  </a:lnTo>
                  <a:lnTo>
                    <a:pt x="805" y="2262"/>
                  </a:lnTo>
                  <a:lnTo>
                    <a:pt x="805" y="2454"/>
                  </a:lnTo>
                  <a:lnTo>
                    <a:pt x="792" y="2480"/>
                  </a:lnTo>
                  <a:lnTo>
                    <a:pt x="780" y="2505"/>
                  </a:lnTo>
                  <a:lnTo>
                    <a:pt x="320" y="2850"/>
                  </a:lnTo>
                  <a:lnTo>
                    <a:pt x="307" y="2863"/>
                  </a:lnTo>
                  <a:lnTo>
                    <a:pt x="26" y="2952"/>
                  </a:lnTo>
                  <a:lnTo>
                    <a:pt x="0" y="3055"/>
                  </a:lnTo>
                  <a:lnTo>
                    <a:pt x="115" y="3400"/>
                  </a:lnTo>
                  <a:lnTo>
                    <a:pt x="230" y="4371"/>
                  </a:lnTo>
                  <a:lnTo>
                    <a:pt x="754" y="4806"/>
                  </a:lnTo>
                  <a:lnTo>
                    <a:pt x="1240" y="6173"/>
                  </a:lnTo>
                  <a:lnTo>
                    <a:pt x="1214" y="6211"/>
                  </a:lnTo>
                  <a:lnTo>
                    <a:pt x="1227" y="6250"/>
                  </a:lnTo>
                  <a:lnTo>
                    <a:pt x="1892" y="6633"/>
                  </a:lnTo>
                  <a:lnTo>
                    <a:pt x="2889" y="7132"/>
                  </a:lnTo>
                  <a:lnTo>
                    <a:pt x="3451" y="7298"/>
                  </a:lnTo>
                  <a:lnTo>
                    <a:pt x="3476" y="7311"/>
                  </a:lnTo>
                  <a:lnTo>
                    <a:pt x="3617" y="7477"/>
                  </a:lnTo>
                  <a:lnTo>
                    <a:pt x="3604" y="7106"/>
                  </a:lnTo>
                  <a:lnTo>
                    <a:pt x="3604" y="7106"/>
                  </a:lnTo>
                  <a:lnTo>
                    <a:pt x="4064" y="7592"/>
                  </a:lnTo>
                  <a:lnTo>
                    <a:pt x="4064" y="8499"/>
                  </a:lnTo>
                  <a:lnTo>
                    <a:pt x="4345" y="8806"/>
                  </a:lnTo>
                  <a:lnTo>
                    <a:pt x="4282" y="8972"/>
                  </a:lnTo>
                  <a:lnTo>
                    <a:pt x="4639" y="9010"/>
                  </a:lnTo>
                  <a:lnTo>
                    <a:pt x="4806" y="8806"/>
                  </a:lnTo>
                  <a:lnTo>
                    <a:pt x="4818" y="8780"/>
                  </a:lnTo>
                  <a:lnTo>
                    <a:pt x="4844" y="8780"/>
                  </a:lnTo>
                  <a:lnTo>
                    <a:pt x="5010" y="8768"/>
                  </a:lnTo>
                  <a:lnTo>
                    <a:pt x="5036" y="8768"/>
                  </a:lnTo>
                  <a:lnTo>
                    <a:pt x="5048" y="8780"/>
                  </a:lnTo>
                  <a:lnTo>
                    <a:pt x="5445" y="9138"/>
                  </a:lnTo>
                  <a:lnTo>
                    <a:pt x="5764" y="9010"/>
                  </a:lnTo>
                  <a:lnTo>
                    <a:pt x="5802" y="9010"/>
                  </a:lnTo>
                  <a:lnTo>
                    <a:pt x="5994" y="9062"/>
                  </a:lnTo>
                  <a:lnTo>
                    <a:pt x="6403" y="9062"/>
                  </a:lnTo>
                  <a:lnTo>
                    <a:pt x="6735" y="8729"/>
                  </a:lnTo>
                  <a:lnTo>
                    <a:pt x="6774" y="8716"/>
                  </a:lnTo>
                  <a:lnTo>
                    <a:pt x="6812" y="8716"/>
                  </a:lnTo>
                  <a:lnTo>
                    <a:pt x="7068" y="8883"/>
                  </a:lnTo>
                  <a:lnTo>
                    <a:pt x="7208" y="8793"/>
                  </a:lnTo>
                  <a:lnTo>
                    <a:pt x="7221" y="8793"/>
                  </a:lnTo>
                  <a:lnTo>
                    <a:pt x="8001" y="8589"/>
                  </a:lnTo>
                  <a:lnTo>
                    <a:pt x="8014" y="8576"/>
                  </a:lnTo>
                  <a:lnTo>
                    <a:pt x="8154" y="8589"/>
                  </a:lnTo>
                  <a:lnTo>
                    <a:pt x="8844" y="7950"/>
                  </a:lnTo>
                  <a:lnTo>
                    <a:pt x="8844" y="7937"/>
                  </a:lnTo>
                  <a:lnTo>
                    <a:pt x="8486" y="7860"/>
                  </a:lnTo>
                  <a:lnTo>
                    <a:pt x="8141" y="7681"/>
                  </a:lnTo>
                  <a:lnTo>
                    <a:pt x="8167" y="7349"/>
                  </a:lnTo>
                  <a:lnTo>
                    <a:pt x="8065" y="7272"/>
                  </a:lnTo>
                  <a:lnTo>
                    <a:pt x="8167" y="7132"/>
                  </a:lnTo>
                  <a:lnTo>
                    <a:pt x="8116" y="6697"/>
                  </a:lnTo>
                  <a:lnTo>
                    <a:pt x="7924" y="6314"/>
                  </a:lnTo>
                  <a:lnTo>
                    <a:pt x="8077" y="6135"/>
                  </a:lnTo>
                  <a:lnTo>
                    <a:pt x="8052" y="5764"/>
                  </a:lnTo>
                  <a:lnTo>
                    <a:pt x="7899" y="5764"/>
                  </a:lnTo>
                  <a:lnTo>
                    <a:pt x="7924" y="5445"/>
                  </a:lnTo>
                  <a:lnTo>
                    <a:pt x="8180" y="5291"/>
                  </a:lnTo>
                  <a:lnTo>
                    <a:pt x="8192" y="5138"/>
                  </a:lnTo>
                  <a:lnTo>
                    <a:pt x="7962" y="5036"/>
                  </a:lnTo>
                  <a:lnTo>
                    <a:pt x="7783" y="4818"/>
                  </a:lnTo>
                  <a:lnTo>
                    <a:pt x="7553" y="4665"/>
                  </a:lnTo>
                  <a:lnTo>
                    <a:pt x="7541" y="4294"/>
                  </a:lnTo>
                  <a:lnTo>
                    <a:pt x="7668" y="4039"/>
                  </a:lnTo>
                  <a:lnTo>
                    <a:pt x="7694" y="3796"/>
                  </a:lnTo>
                  <a:lnTo>
                    <a:pt x="7835" y="3579"/>
                  </a:lnTo>
                  <a:lnTo>
                    <a:pt x="7899" y="3387"/>
                  </a:lnTo>
                  <a:lnTo>
                    <a:pt x="7988" y="3298"/>
                  </a:lnTo>
                  <a:lnTo>
                    <a:pt x="8026" y="3119"/>
                  </a:lnTo>
                  <a:lnTo>
                    <a:pt x="8052" y="3106"/>
                  </a:lnTo>
                  <a:lnTo>
                    <a:pt x="6953" y="2582"/>
                  </a:lnTo>
                  <a:lnTo>
                    <a:pt x="6927" y="2556"/>
                  </a:lnTo>
                  <a:lnTo>
                    <a:pt x="6582" y="1866"/>
                  </a:lnTo>
                  <a:lnTo>
                    <a:pt x="3937" y="38"/>
                  </a:lnTo>
                  <a:lnTo>
                    <a:pt x="3655" y="38"/>
                  </a:lnTo>
                  <a:lnTo>
                    <a:pt x="3655" y="141"/>
                  </a:lnTo>
                  <a:lnTo>
                    <a:pt x="3528" y="205"/>
                  </a:lnTo>
                  <a:lnTo>
                    <a:pt x="3451" y="486"/>
                  </a:lnTo>
                  <a:lnTo>
                    <a:pt x="3336" y="1074"/>
                  </a:lnTo>
                  <a:lnTo>
                    <a:pt x="3438" y="1329"/>
                  </a:lnTo>
                  <a:lnTo>
                    <a:pt x="3157" y="1419"/>
                  </a:lnTo>
                  <a:lnTo>
                    <a:pt x="2684" y="1521"/>
                  </a:lnTo>
                  <a:lnTo>
                    <a:pt x="2441" y="1444"/>
                  </a:lnTo>
                  <a:lnTo>
                    <a:pt x="2122" y="1457"/>
                  </a:lnTo>
                  <a:lnTo>
                    <a:pt x="1828" y="1700"/>
                  </a:lnTo>
                  <a:lnTo>
                    <a:pt x="1764" y="1380"/>
                  </a:lnTo>
                  <a:lnTo>
                    <a:pt x="1713" y="1138"/>
                  </a:lnTo>
                  <a:lnTo>
                    <a:pt x="1687" y="1010"/>
                  </a:lnTo>
                  <a:lnTo>
                    <a:pt x="1687" y="984"/>
                  </a:lnTo>
                  <a:lnTo>
                    <a:pt x="1700" y="946"/>
                  </a:lnTo>
                  <a:lnTo>
                    <a:pt x="1777" y="831"/>
                  </a:lnTo>
                  <a:lnTo>
                    <a:pt x="1892" y="677"/>
                  </a:lnTo>
                  <a:lnTo>
                    <a:pt x="1892" y="371"/>
                  </a:lnTo>
                  <a:lnTo>
                    <a:pt x="1828" y="13"/>
                  </a:lnTo>
                  <a:lnTo>
                    <a:pt x="9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8"/>
            <p:cNvSpPr/>
            <p:nvPr/>
          </p:nvSpPr>
          <p:spPr>
            <a:xfrm>
              <a:off x="4262425" y="3611375"/>
              <a:ext cx="54025" cy="162025"/>
            </a:xfrm>
            <a:custGeom>
              <a:rect b="b" l="l" r="r" t="t"/>
              <a:pathLst>
                <a:path extrusionOk="0" h="6481" w="2161">
                  <a:moveTo>
                    <a:pt x="422" y="0"/>
                  </a:moveTo>
                  <a:lnTo>
                    <a:pt x="422" y="64"/>
                  </a:lnTo>
                  <a:lnTo>
                    <a:pt x="639" y="307"/>
                  </a:lnTo>
                  <a:lnTo>
                    <a:pt x="742" y="422"/>
                  </a:lnTo>
                  <a:lnTo>
                    <a:pt x="780" y="499"/>
                  </a:lnTo>
                  <a:lnTo>
                    <a:pt x="793" y="601"/>
                  </a:lnTo>
                  <a:lnTo>
                    <a:pt x="793" y="754"/>
                  </a:lnTo>
                  <a:lnTo>
                    <a:pt x="780" y="1048"/>
                  </a:lnTo>
                  <a:lnTo>
                    <a:pt x="767" y="1061"/>
                  </a:lnTo>
                  <a:lnTo>
                    <a:pt x="754" y="1087"/>
                  </a:lnTo>
                  <a:lnTo>
                    <a:pt x="550" y="1278"/>
                  </a:lnTo>
                  <a:lnTo>
                    <a:pt x="435" y="2275"/>
                  </a:lnTo>
                  <a:lnTo>
                    <a:pt x="601" y="2429"/>
                  </a:lnTo>
                  <a:lnTo>
                    <a:pt x="614" y="2441"/>
                  </a:lnTo>
                  <a:lnTo>
                    <a:pt x="614" y="2467"/>
                  </a:lnTo>
                  <a:lnTo>
                    <a:pt x="614" y="2492"/>
                  </a:lnTo>
                  <a:lnTo>
                    <a:pt x="601" y="2505"/>
                  </a:lnTo>
                  <a:lnTo>
                    <a:pt x="230" y="2799"/>
                  </a:lnTo>
                  <a:lnTo>
                    <a:pt x="0" y="3247"/>
                  </a:lnTo>
                  <a:lnTo>
                    <a:pt x="167" y="3719"/>
                  </a:lnTo>
                  <a:lnTo>
                    <a:pt x="320" y="3822"/>
                  </a:lnTo>
                  <a:lnTo>
                    <a:pt x="333" y="3834"/>
                  </a:lnTo>
                  <a:lnTo>
                    <a:pt x="576" y="4180"/>
                  </a:lnTo>
                  <a:lnTo>
                    <a:pt x="1023" y="4090"/>
                  </a:lnTo>
                  <a:lnTo>
                    <a:pt x="1074" y="4103"/>
                  </a:lnTo>
                  <a:lnTo>
                    <a:pt x="1087" y="4116"/>
                  </a:lnTo>
                  <a:lnTo>
                    <a:pt x="1087" y="4128"/>
                  </a:lnTo>
                  <a:lnTo>
                    <a:pt x="1253" y="4729"/>
                  </a:lnTo>
                  <a:lnTo>
                    <a:pt x="1253" y="4767"/>
                  </a:lnTo>
                  <a:lnTo>
                    <a:pt x="1240" y="4793"/>
                  </a:lnTo>
                  <a:lnTo>
                    <a:pt x="1087" y="4908"/>
                  </a:lnTo>
                  <a:lnTo>
                    <a:pt x="1074" y="5534"/>
                  </a:lnTo>
                  <a:lnTo>
                    <a:pt x="1598" y="6416"/>
                  </a:lnTo>
                  <a:lnTo>
                    <a:pt x="1662" y="6480"/>
                  </a:lnTo>
                  <a:lnTo>
                    <a:pt x="1675" y="5688"/>
                  </a:lnTo>
                  <a:lnTo>
                    <a:pt x="1687" y="5649"/>
                  </a:lnTo>
                  <a:lnTo>
                    <a:pt x="1713" y="5637"/>
                  </a:lnTo>
                  <a:lnTo>
                    <a:pt x="2033" y="5560"/>
                  </a:lnTo>
                  <a:lnTo>
                    <a:pt x="2160" y="4512"/>
                  </a:lnTo>
                  <a:lnTo>
                    <a:pt x="2045" y="4358"/>
                  </a:lnTo>
                  <a:lnTo>
                    <a:pt x="2033" y="4346"/>
                  </a:lnTo>
                  <a:lnTo>
                    <a:pt x="1700" y="3579"/>
                  </a:lnTo>
                  <a:lnTo>
                    <a:pt x="1394" y="3451"/>
                  </a:lnTo>
                  <a:lnTo>
                    <a:pt x="1381" y="3387"/>
                  </a:lnTo>
                  <a:lnTo>
                    <a:pt x="1330" y="3374"/>
                  </a:lnTo>
                  <a:lnTo>
                    <a:pt x="1304" y="3349"/>
                  </a:lnTo>
                  <a:lnTo>
                    <a:pt x="1291" y="3323"/>
                  </a:lnTo>
                  <a:lnTo>
                    <a:pt x="1291" y="3004"/>
                  </a:lnTo>
                  <a:lnTo>
                    <a:pt x="1151" y="2339"/>
                  </a:lnTo>
                  <a:lnTo>
                    <a:pt x="1151" y="1802"/>
                  </a:lnTo>
                  <a:lnTo>
                    <a:pt x="1253" y="1700"/>
                  </a:lnTo>
                  <a:lnTo>
                    <a:pt x="1317" y="1623"/>
                  </a:lnTo>
                  <a:lnTo>
                    <a:pt x="1342" y="1572"/>
                  </a:lnTo>
                  <a:lnTo>
                    <a:pt x="1355" y="1534"/>
                  </a:lnTo>
                  <a:lnTo>
                    <a:pt x="1355" y="1521"/>
                  </a:lnTo>
                  <a:lnTo>
                    <a:pt x="1304" y="1317"/>
                  </a:lnTo>
                  <a:lnTo>
                    <a:pt x="1202" y="997"/>
                  </a:lnTo>
                  <a:lnTo>
                    <a:pt x="1074" y="575"/>
                  </a:lnTo>
                  <a:lnTo>
                    <a:pt x="1074" y="384"/>
                  </a:lnTo>
                  <a:lnTo>
                    <a:pt x="857" y="128"/>
                  </a:lnTo>
                  <a:lnTo>
                    <a:pt x="4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8"/>
            <p:cNvSpPr/>
            <p:nvPr/>
          </p:nvSpPr>
          <p:spPr>
            <a:xfrm>
              <a:off x="3996575" y="3781025"/>
              <a:ext cx="179600" cy="187275"/>
            </a:xfrm>
            <a:custGeom>
              <a:rect b="b" l="l" r="r" t="t"/>
              <a:pathLst>
                <a:path extrusionOk="0" h="7491" w="7184">
                  <a:moveTo>
                    <a:pt x="4308" y="1"/>
                  </a:moveTo>
                  <a:lnTo>
                    <a:pt x="4155" y="129"/>
                  </a:lnTo>
                  <a:lnTo>
                    <a:pt x="4116" y="141"/>
                  </a:lnTo>
                  <a:lnTo>
                    <a:pt x="3784" y="141"/>
                  </a:lnTo>
                  <a:lnTo>
                    <a:pt x="3592" y="282"/>
                  </a:lnTo>
                  <a:lnTo>
                    <a:pt x="3567" y="295"/>
                  </a:lnTo>
                  <a:lnTo>
                    <a:pt x="3260" y="359"/>
                  </a:lnTo>
                  <a:lnTo>
                    <a:pt x="3132" y="589"/>
                  </a:lnTo>
                  <a:lnTo>
                    <a:pt x="3119" y="601"/>
                  </a:lnTo>
                  <a:lnTo>
                    <a:pt x="3081" y="614"/>
                  </a:lnTo>
                  <a:lnTo>
                    <a:pt x="2979" y="614"/>
                  </a:lnTo>
                  <a:lnTo>
                    <a:pt x="2940" y="601"/>
                  </a:lnTo>
                  <a:lnTo>
                    <a:pt x="2928" y="576"/>
                  </a:lnTo>
                  <a:lnTo>
                    <a:pt x="2800" y="218"/>
                  </a:lnTo>
                  <a:lnTo>
                    <a:pt x="1701" y="486"/>
                  </a:lnTo>
                  <a:lnTo>
                    <a:pt x="959" y="538"/>
                  </a:lnTo>
                  <a:lnTo>
                    <a:pt x="921" y="3503"/>
                  </a:lnTo>
                  <a:lnTo>
                    <a:pt x="921" y="3528"/>
                  </a:lnTo>
                  <a:lnTo>
                    <a:pt x="908" y="3541"/>
                  </a:lnTo>
                  <a:lnTo>
                    <a:pt x="896" y="3554"/>
                  </a:lnTo>
                  <a:lnTo>
                    <a:pt x="870" y="3567"/>
                  </a:lnTo>
                  <a:lnTo>
                    <a:pt x="90" y="3554"/>
                  </a:lnTo>
                  <a:lnTo>
                    <a:pt x="1" y="5752"/>
                  </a:lnTo>
                  <a:lnTo>
                    <a:pt x="410" y="6276"/>
                  </a:lnTo>
                  <a:lnTo>
                    <a:pt x="423" y="6302"/>
                  </a:lnTo>
                  <a:lnTo>
                    <a:pt x="461" y="6723"/>
                  </a:lnTo>
                  <a:lnTo>
                    <a:pt x="499" y="6953"/>
                  </a:lnTo>
                  <a:lnTo>
                    <a:pt x="499" y="6992"/>
                  </a:lnTo>
                  <a:lnTo>
                    <a:pt x="423" y="7145"/>
                  </a:lnTo>
                  <a:lnTo>
                    <a:pt x="589" y="7490"/>
                  </a:lnTo>
                  <a:lnTo>
                    <a:pt x="1215" y="7490"/>
                  </a:lnTo>
                  <a:lnTo>
                    <a:pt x="1215" y="7452"/>
                  </a:lnTo>
                  <a:lnTo>
                    <a:pt x="1215" y="7426"/>
                  </a:lnTo>
                  <a:lnTo>
                    <a:pt x="1241" y="7401"/>
                  </a:lnTo>
                  <a:lnTo>
                    <a:pt x="1381" y="7286"/>
                  </a:lnTo>
                  <a:lnTo>
                    <a:pt x="1407" y="7132"/>
                  </a:lnTo>
                  <a:lnTo>
                    <a:pt x="1420" y="7107"/>
                  </a:lnTo>
                  <a:lnTo>
                    <a:pt x="1432" y="7094"/>
                  </a:lnTo>
                  <a:lnTo>
                    <a:pt x="1573" y="7005"/>
                  </a:lnTo>
                  <a:lnTo>
                    <a:pt x="1573" y="6992"/>
                  </a:lnTo>
                  <a:lnTo>
                    <a:pt x="1829" y="6877"/>
                  </a:lnTo>
                  <a:lnTo>
                    <a:pt x="2186" y="6404"/>
                  </a:lnTo>
                  <a:lnTo>
                    <a:pt x="2212" y="6391"/>
                  </a:lnTo>
                  <a:lnTo>
                    <a:pt x="2238" y="6391"/>
                  </a:lnTo>
                  <a:lnTo>
                    <a:pt x="3247" y="6532"/>
                  </a:lnTo>
                  <a:lnTo>
                    <a:pt x="3912" y="6544"/>
                  </a:lnTo>
                  <a:lnTo>
                    <a:pt x="4270" y="6378"/>
                  </a:lnTo>
                  <a:lnTo>
                    <a:pt x="4449" y="5918"/>
                  </a:lnTo>
                  <a:lnTo>
                    <a:pt x="4461" y="5893"/>
                  </a:lnTo>
                  <a:lnTo>
                    <a:pt x="4500" y="5880"/>
                  </a:lnTo>
                  <a:lnTo>
                    <a:pt x="4615" y="5880"/>
                  </a:lnTo>
                  <a:lnTo>
                    <a:pt x="5318" y="5254"/>
                  </a:lnTo>
                  <a:lnTo>
                    <a:pt x="5318" y="4857"/>
                  </a:lnTo>
                  <a:lnTo>
                    <a:pt x="5318" y="4832"/>
                  </a:lnTo>
                  <a:lnTo>
                    <a:pt x="5330" y="4819"/>
                  </a:lnTo>
                  <a:lnTo>
                    <a:pt x="5356" y="4806"/>
                  </a:lnTo>
                  <a:lnTo>
                    <a:pt x="5369" y="4793"/>
                  </a:lnTo>
                  <a:lnTo>
                    <a:pt x="5561" y="4806"/>
                  </a:lnTo>
                  <a:lnTo>
                    <a:pt x="6059" y="4397"/>
                  </a:lnTo>
                  <a:lnTo>
                    <a:pt x="6187" y="4027"/>
                  </a:lnTo>
                  <a:lnTo>
                    <a:pt x="6212" y="3988"/>
                  </a:lnTo>
                  <a:lnTo>
                    <a:pt x="6711" y="3988"/>
                  </a:lnTo>
                  <a:lnTo>
                    <a:pt x="7184" y="3771"/>
                  </a:lnTo>
                  <a:lnTo>
                    <a:pt x="6851" y="3413"/>
                  </a:lnTo>
                  <a:lnTo>
                    <a:pt x="6404" y="3400"/>
                  </a:lnTo>
                  <a:lnTo>
                    <a:pt x="6378" y="3400"/>
                  </a:lnTo>
                  <a:lnTo>
                    <a:pt x="6353" y="3388"/>
                  </a:lnTo>
                  <a:lnTo>
                    <a:pt x="6148" y="3132"/>
                  </a:lnTo>
                  <a:lnTo>
                    <a:pt x="6136" y="3094"/>
                  </a:lnTo>
                  <a:lnTo>
                    <a:pt x="6148" y="2416"/>
                  </a:lnTo>
                  <a:lnTo>
                    <a:pt x="5701" y="2135"/>
                  </a:lnTo>
                  <a:lnTo>
                    <a:pt x="5292" y="1828"/>
                  </a:lnTo>
                  <a:lnTo>
                    <a:pt x="5267" y="1803"/>
                  </a:lnTo>
                  <a:lnTo>
                    <a:pt x="5267" y="1777"/>
                  </a:lnTo>
                  <a:lnTo>
                    <a:pt x="5267" y="1624"/>
                  </a:lnTo>
                  <a:lnTo>
                    <a:pt x="4385" y="192"/>
                  </a:lnTo>
                  <a:lnTo>
                    <a:pt x="4385" y="180"/>
                  </a:lnTo>
                  <a:lnTo>
                    <a:pt x="4346" y="39"/>
                  </a:lnTo>
                  <a:lnTo>
                    <a:pt x="4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8"/>
            <p:cNvSpPr/>
            <p:nvPr/>
          </p:nvSpPr>
          <p:spPr>
            <a:xfrm>
              <a:off x="4275850" y="3094725"/>
              <a:ext cx="301325" cy="238375"/>
            </a:xfrm>
            <a:custGeom>
              <a:rect b="b" l="l" r="r" t="t"/>
              <a:pathLst>
                <a:path extrusionOk="0" h="9535" w="12053">
                  <a:moveTo>
                    <a:pt x="3732" y="0"/>
                  </a:moveTo>
                  <a:lnTo>
                    <a:pt x="3528" y="371"/>
                  </a:lnTo>
                  <a:lnTo>
                    <a:pt x="3502" y="396"/>
                  </a:lnTo>
                  <a:lnTo>
                    <a:pt x="3464" y="396"/>
                  </a:lnTo>
                  <a:lnTo>
                    <a:pt x="3055" y="307"/>
                  </a:lnTo>
                  <a:lnTo>
                    <a:pt x="2582" y="460"/>
                  </a:lnTo>
                  <a:lnTo>
                    <a:pt x="2582" y="946"/>
                  </a:lnTo>
                  <a:lnTo>
                    <a:pt x="2569" y="971"/>
                  </a:lnTo>
                  <a:lnTo>
                    <a:pt x="2275" y="1662"/>
                  </a:lnTo>
                  <a:lnTo>
                    <a:pt x="2250" y="1687"/>
                  </a:lnTo>
                  <a:lnTo>
                    <a:pt x="1968" y="1828"/>
                  </a:lnTo>
                  <a:lnTo>
                    <a:pt x="1828" y="2211"/>
                  </a:lnTo>
                  <a:lnTo>
                    <a:pt x="1815" y="2237"/>
                  </a:lnTo>
                  <a:lnTo>
                    <a:pt x="1547" y="2480"/>
                  </a:lnTo>
                  <a:lnTo>
                    <a:pt x="1534" y="3361"/>
                  </a:lnTo>
                  <a:lnTo>
                    <a:pt x="1534" y="3387"/>
                  </a:lnTo>
                  <a:lnTo>
                    <a:pt x="1508" y="3412"/>
                  </a:lnTo>
                  <a:lnTo>
                    <a:pt x="1112" y="3579"/>
                  </a:lnTo>
                  <a:lnTo>
                    <a:pt x="1112" y="4013"/>
                  </a:lnTo>
                  <a:lnTo>
                    <a:pt x="1099" y="4052"/>
                  </a:lnTo>
                  <a:lnTo>
                    <a:pt x="959" y="4243"/>
                  </a:lnTo>
                  <a:lnTo>
                    <a:pt x="946" y="5202"/>
                  </a:lnTo>
                  <a:lnTo>
                    <a:pt x="933" y="5227"/>
                  </a:lnTo>
                  <a:lnTo>
                    <a:pt x="908" y="5253"/>
                  </a:lnTo>
                  <a:lnTo>
                    <a:pt x="639" y="5368"/>
                  </a:lnTo>
                  <a:lnTo>
                    <a:pt x="601" y="5368"/>
                  </a:lnTo>
                  <a:lnTo>
                    <a:pt x="435" y="5304"/>
                  </a:lnTo>
                  <a:lnTo>
                    <a:pt x="243" y="5355"/>
                  </a:lnTo>
                  <a:lnTo>
                    <a:pt x="0" y="5713"/>
                  </a:lnTo>
                  <a:lnTo>
                    <a:pt x="90" y="5854"/>
                  </a:lnTo>
                  <a:lnTo>
                    <a:pt x="550" y="6007"/>
                  </a:lnTo>
                  <a:lnTo>
                    <a:pt x="575" y="6020"/>
                  </a:lnTo>
                  <a:lnTo>
                    <a:pt x="1508" y="6761"/>
                  </a:lnTo>
                  <a:lnTo>
                    <a:pt x="1521" y="6774"/>
                  </a:lnTo>
                  <a:lnTo>
                    <a:pt x="1521" y="6799"/>
                  </a:lnTo>
                  <a:lnTo>
                    <a:pt x="1521" y="7055"/>
                  </a:lnTo>
                  <a:lnTo>
                    <a:pt x="1713" y="7758"/>
                  </a:lnTo>
                  <a:lnTo>
                    <a:pt x="2237" y="7873"/>
                  </a:lnTo>
                  <a:lnTo>
                    <a:pt x="2262" y="7886"/>
                  </a:lnTo>
                  <a:lnTo>
                    <a:pt x="2275" y="7924"/>
                  </a:lnTo>
                  <a:lnTo>
                    <a:pt x="2275" y="8231"/>
                  </a:lnTo>
                  <a:lnTo>
                    <a:pt x="2799" y="8359"/>
                  </a:lnTo>
                  <a:lnTo>
                    <a:pt x="2825" y="8359"/>
                  </a:lnTo>
                  <a:lnTo>
                    <a:pt x="3310" y="8627"/>
                  </a:lnTo>
                  <a:lnTo>
                    <a:pt x="3323" y="8640"/>
                  </a:lnTo>
                  <a:lnTo>
                    <a:pt x="3796" y="9100"/>
                  </a:lnTo>
                  <a:lnTo>
                    <a:pt x="3809" y="9113"/>
                  </a:lnTo>
                  <a:lnTo>
                    <a:pt x="4090" y="9522"/>
                  </a:lnTo>
                  <a:lnTo>
                    <a:pt x="5240" y="9534"/>
                  </a:lnTo>
                  <a:lnTo>
                    <a:pt x="5432" y="9036"/>
                  </a:lnTo>
                  <a:lnTo>
                    <a:pt x="5458" y="9010"/>
                  </a:lnTo>
                  <a:lnTo>
                    <a:pt x="5483" y="8998"/>
                  </a:lnTo>
                  <a:lnTo>
                    <a:pt x="6135" y="8908"/>
                  </a:lnTo>
                  <a:lnTo>
                    <a:pt x="6301" y="8806"/>
                  </a:lnTo>
                  <a:lnTo>
                    <a:pt x="6339" y="8793"/>
                  </a:lnTo>
                  <a:lnTo>
                    <a:pt x="6365" y="8806"/>
                  </a:lnTo>
                  <a:lnTo>
                    <a:pt x="6723" y="9023"/>
                  </a:lnTo>
                  <a:lnTo>
                    <a:pt x="7093" y="9023"/>
                  </a:lnTo>
                  <a:lnTo>
                    <a:pt x="7247" y="8831"/>
                  </a:lnTo>
                  <a:lnTo>
                    <a:pt x="7272" y="8819"/>
                  </a:lnTo>
                  <a:lnTo>
                    <a:pt x="7298" y="8806"/>
                  </a:lnTo>
                  <a:lnTo>
                    <a:pt x="7528" y="8870"/>
                  </a:lnTo>
                  <a:lnTo>
                    <a:pt x="8039" y="8806"/>
                  </a:lnTo>
                  <a:lnTo>
                    <a:pt x="8653" y="8295"/>
                  </a:lnTo>
                  <a:lnTo>
                    <a:pt x="8691" y="8282"/>
                  </a:lnTo>
                  <a:lnTo>
                    <a:pt x="9624" y="8295"/>
                  </a:lnTo>
                  <a:lnTo>
                    <a:pt x="12052" y="5649"/>
                  </a:lnTo>
                  <a:lnTo>
                    <a:pt x="11426" y="5636"/>
                  </a:lnTo>
                  <a:lnTo>
                    <a:pt x="11413" y="5636"/>
                  </a:lnTo>
                  <a:lnTo>
                    <a:pt x="8231" y="4524"/>
                  </a:lnTo>
                  <a:lnTo>
                    <a:pt x="8205" y="4512"/>
                  </a:lnTo>
                  <a:lnTo>
                    <a:pt x="8193" y="4473"/>
                  </a:lnTo>
                  <a:lnTo>
                    <a:pt x="8205" y="4179"/>
                  </a:lnTo>
                  <a:lnTo>
                    <a:pt x="7771" y="3655"/>
                  </a:lnTo>
                  <a:lnTo>
                    <a:pt x="7758" y="3630"/>
                  </a:lnTo>
                  <a:lnTo>
                    <a:pt x="7707" y="3412"/>
                  </a:lnTo>
                  <a:lnTo>
                    <a:pt x="7707" y="3387"/>
                  </a:lnTo>
                  <a:lnTo>
                    <a:pt x="7809" y="3144"/>
                  </a:lnTo>
                  <a:lnTo>
                    <a:pt x="7426" y="3055"/>
                  </a:lnTo>
                  <a:lnTo>
                    <a:pt x="7324" y="3208"/>
                  </a:lnTo>
                  <a:lnTo>
                    <a:pt x="7311" y="3234"/>
                  </a:lnTo>
                  <a:lnTo>
                    <a:pt x="7157" y="3323"/>
                  </a:lnTo>
                  <a:lnTo>
                    <a:pt x="7132" y="3336"/>
                  </a:lnTo>
                  <a:lnTo>
                    <a:pt x="7106" y="3323"/>
                  </a:lnTo>
                  <a:lnTo>
                    <a:pt x="7081" y="3310"/>
                  </a:lnTo>
                  <a:lnTo>
                    <a:pt x="7081" y="3285"/>
                  </a:lnTo>
                  <a:lnTo>
                    <a:pt x="6953" y="2646"/>
                  </a:lnTo>
                  <a:lnTo>
                    <a:pt x="6953" y="2620"/>
                  </a:lnTo>
                  <a:lnTo>
                    <a:pt x="7349" y="1879"/>
                  </a:lnTo>
                  <a:lnTo>
                    <a:pt x="7157" y="1598"/>
                  </a:lnTo>
                  <a:lnTo>
                    <a:pt x="6301" y="1201"/>
                  </a:lnTo>
                  <a:lnTo>
                    <a:pt x="6301" y="1189"/>
                  </a:lnTo>
                  <a:lnTo>
                    <a:pt x="4550" y="77"/>
                  </a:lnTo>
                  <a:lnTo>
                    <a:pt x="4052" y="77"/>
                  </a:lnTo>
                  <a:lnTo>
                    <a:pt x="4026" y="64"/>
                  </a:lnTo>
                  <a:lnTo>
                    <a:pt x="4013" y="51"/>
                  </a:lnTo>
                  <a:lnTo>
                    <a:pt x="4001" y="38"/>
                  </a:lnTo>
                  <a:lnTo>
                    <a:pt x="4001" y="13"/>
                  </a:lnTo>
                  <a:lnTo>
                    <a:pt x="40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8"/>
            <p:cNvSpPr/>
            <p:nvPr/>
          </p:nvSpPr>
          <p:spPr>
            <a:xfrm>
              <a:off x="4042275" y="3581025"/>
              <a:ext cx="237100" cy="300350"/>
            </a:xfrm>
            <a:custGeom>
              <a:rect b="b" l="l" r="r" t="t"/>
              <a:pathLst>
                <a:path extrusionOk="0" h="12014" w="9484">
                  <a:moveTo>
                    <a:pt x="6659" y="2147"/>
                  </a:moveTo>
                  <a:lnTo>
                    <a:pt x="6608" y="2454"/>
                  </a:lnTo>
                  <a:lnTo>
                    <a:pt x="6378" y="2582"/>
                  </a:lnTo>
                  <a:lnTo>
                    <a:pt x="6263" y="2416"/>
                  </a:lnTo>
                  <a:lnTo>
                    <a:pt x="6493" y="2147"/>
                  </a:lnTo>
                  <a:close/>
                  <a:moveTo>
                    <a:pt x="6710" y="0"/>
                  </a:moveTo>
                  <a:lnTo>
                    <a:pt x="6570" y="77"/>
                  </a:lnTo>
                  <a:lnTo>
                    <a:pt x="6544" y="90"/>
                  </a:lnTo>
                  <a:lnTo>
                    <a:pt x="5918" y="77"/>
                  </a:lnTo>
                  <a:lnTo>
                    <a:pt x="5854" y="192"/>
                  </a:lnTo>
                  <a:lnTo>
                    <a:pt x="5956" y="243"/>
                  </a:lnTo>
                  <a:lnTo>
                    <a:pt x="6007" y="256"/>
                  </a:lnTo>
                  <a:lnTo>
                    <a:pt x="5995" y="371"/>
                  </a:lnTo>
                  <a:lnTo>
                    <a:pt x="5995" y="460"/>
                  </a:lnTo>
                  <a:lnTo>
                    <a:pt x="6007" y="537"/>
                  </a:lnTo>
                  <a:lnTo>
                    <a:pt x="5995" y="588"/>
                  </a:lnTo>
                  <a:lnTo>
                    <a:pt x="5982" y="626"/>
                  </a:lnTo>
                  <a:lnTo>
                    <a:pt x="5931" y="677"/>
                  </a:lnTo>
                  <a:lnTo>
                    <a:pt x="5892" y="729"/>
                  </a:lnTo>
                  <a:lnTo>
                    <a:pt x="5777" y="818"/>
                  </a:lnTo>
                  <a:lnTo>
                    <a:pt x="5701" y="895"/>
                  </a:lnTo>
                  <a:lnTo>
                    <a:pt x="5611" y="984"/>
                  </a:lnTo>
                  <a:lnTo>
                    <a:pt x="5509" y="1112"/>
                  </a:lnTo>
                  <a:lnTo>
                    <a:pt x="5624" y="1291"/>
                  </a:lnTo>
                  <a:lnTo>
                    <a:pt x="5624" y="1329"/>
                  </a:lnTo>
                  <a:lnTo>
                    <a:pt x="5522" y="1994"/>
                  </a:lnTo>
                  <a:lnTo>
                    <a:pt x="5522" y="2007"/>
                  </a:lnTo>
                  <a:lnTo>
                    <a:pt x="5253" y="2595"/>
                  </a:lnTo>
                  <a:lnTo>
                    <a:pt x="5164" y="2722"/>
                  </a:lnTo>
                  <a:lnTo>
                    <a:pt x="5407" y="3131"/>
                  </a:lnTo>
                  <a:lnTo>
                    <a:pt x="5637" y="3157"/>
                  </a:lnTo>
                  <a:lnTo>
                    <a:pt x="5662" y="3170"/>
                  </a:lnTo>
                  <a:lnTo>
                    <a:pt x="5688" y="3182"/>
                  </a:lnTo>
                  <a:lnTo>
                    <a:pt x="5803" y="3413"/>
                  </a:lnTo>
                  <a:lnTo>
                    <a:pt x="6110" y="3476"/>
                  </a:lnTo>
                  <a:lnTo>
                    <a:pt x="6263" y="3349"/>
                  </a:lnTo>
                  <a:lnTo>
                    <a:pt x="6301" y="3336"/>
                  </a:lnTo>
                  <a:lnTo>
                    <a:pt x="6327" y="3336"/>
                  </a:lnTo>
                  <a:lnTo>
                    <a:pt x="6353" y="3361"/>
                  </a:lnTo>
                  <a:lnTo>
                    <a:pt x="6365" y="3387"/>
                  </a:lnTo>
                  <a:lnTo>
                    <a:pt x="6353" y="4141"/>
                  </a:lnTo>
                  <a:lnTo>
                    <a:pt x="6340" y="4167"/>
                  </a:lnTo>
                  <a:lnTo>
                    <a:pt x="6250" y="4320"/>
                  </a:lnTo>
                  <a:lnTo>
                    <a:pt x="6238" y="4333"/>
                  </a:lnTo>
                  <a:lnTo>
                    <a:pt x="6225" y="4346"/>
                  </a:lnTo>
                  <a:lnTo>
                    <a:pt x="6199" y="4346"/>
                  </a:lnTo>
                  <a:lnTo>
                    <a:pt x="6174" y="4333"/>
                  </a:lnTo>
                  <a:lnTo>
                    <a:pt x="6020" y="4230"/>
                  </a:lnTo>
                  <a:lnTo>
                    <a:pt x="5956" y="4269"/>
                  </a:lnTo>
                  <a:lnTo>
                    <a:pt x="5944" y="4282"/>
                  </a:lnTo>
                  <a:lnTo>
                    <a:pt x="5816" y="4333"/>
                  </a:lnTo>
                  <a:lnTo>
                    <a:pt x="5790" y="4346"/>
                  </a:lnTo>
                  <a:lnTo>
                    <a:pt x="5765" y="4333"/>
                  </a:lnTo>
                  <a:lnTo>
                    <a:pt x="5752" y="4320"/>
                  </a:lnTo>
                  <a:lnTo>
                    <a:pt x="5177" y="3591"/>
                  </a:lnTo>
                  <a:lnTo>
                    <a:pt x="4857" y="3476"/>
                  </a:lnTo>
                  <a:lnTo>
                    <a:pt x="4512" y="3387"/>
                  </a:lnTo>
                  <a:lnTo>
                    <a:pt x="4499" y="3387"/>
                  </a:lnTo>
                  <a:lnTo>
                    <a:pt x="4487" y="3361"/>
                  </a:lnTo>
                  <a:lnTo>
                    <a:pt x="4180" y="2799"/>
                  </a:lnTo>
                  <a:lnTo>
                    <a:pt x="4116" y="2748"/>
                  </a:lnTo>
                  <a:lnTo>
                    <a:pt x="4026" y="2978"/>
                  </a:lnTo>
                  <a:lnTo>
                    <a:pt x="4001" y="3004"/>
                  </a:lnTo>
                  <a:lnTo>
                    <a:pt x="3975" y="3016"/>
                  </a:lnTo>
                  <a:lnTo>
                    <a:pt x="3643" y="3016"/>
                  </a:lnTo>
                  <a:lnTo>
                    <a:pt x="2953" y="2914"/>
                  </a:lnTo>
                  <a:lnTo>
                    <a:pt x="2927" y="2914"/>
                  </a:lnTo>
                  <a:lnTo>
                    <a:pt x="2915" y="2889"/>
                  </a:lnTo>
                  <a:lnTo>
                    <a:pt x="2672" y="2543"/>
                  </a:lnTo>
                  <a:lnTo>
                    <a:pt x="2544" y="2467"/>
                  </a:lnTo>
                  <a:lnTo>
                    <a:pt x="2058" y="2543"/>
                  </a:lnTo>
                  <a:lnTo>
                    <a:pt x="2020" y="2543"/>
                  </a:lnTo>
                  <a:lnTo>
                    <a:pt x="1994" y="2505"/>
                  </a:lnTo>
                  <a:lnTo>
                    <a:pt x="1892" y="2147"/>
                  </a:lnTo>
                  <a:lnTo>
                    <a:pt x="1777" y="2198"/>
                  </a:lnTo>
                  <a:lnTo>
                    <a:pt x="1751" y="2211"/>
                  </a:lnTo>
                  <a:lnTo>
                    <a:pt x="1739" y="2211"/>
                  </a:lnTo>
                  <a:lnTo>
                    <a:pt x="1713" y="3809"/>
                  </a:lnTo>
                  <a:lnTo>
                    <a:pt x="1713" y="3834"/>
                  </a:lnTo>
                  <a:lnTo>
                    <a:pt x="1700" y="3847"/>
                  </a:lnTo>
                  <a:lnTo>
                    <a:pt x="1688" y="3860"/>
                  </a:lnTo>
                  <a:lnTo>
                    <a:pt x="1662" y="3873"/>
                  </a:lnTo>
                  <a:lnTo>
                    <a:pt x="154" y="3847"/>
                  </a:lnTo>
                  <a:lnTo>
                    <a:pt x="1" y="6723"/>
                  </a:lnTo>
                  <a:lnTo>
                    <a:pt x="179" y="6940"/>
                  </a:lnTo>
                  <a:lnTo>
                    <a:pt x="192" y="6978"/>
                  </a:lnTo>
                  <a:lnTo>
                    <a:pt x="192" y="7170"/>
                  </a:lnTo>
                  <a:lnTo>
                    <a:pt x="857" y="7720"/>
                  </a:lnTo>
                  <a:lnTo>
                    <a:pt x="2199" y="7592"/>
                  </a:lnTo>
                  <a:lnTo>
                    <a:pt x="2224" y="7605"/>
                  </a:lnTo>
                  <a:lnTo>
                    <a:pt x="2250" y="7617"/>
                  </a:lnTo>
                  <a:lnTo>
                    <a:pt x="2595" y="7962"/>
                  </a:lnTo>
                  <a:lnTo>
                    <a:pt x="3924" y="7975"/>
                  </a:lnTo>
                  <a:lnTo>
                    <a:pt x="4103" y="7835"/>
                  </a:lnTo>
                  <a:lnTo>
                    <a:pt x="4103" y="7592"/>
                  </a:lnTo>
                  <a:lnTo>
                    <a:pt x="4116" y="7566"/>
                  </a:lnTo>
                  <a:lnTo>
                    <a:pt x="4129" y="7553"/>
                  </a:lnTo>
                  <a:lnTo>
                    <a:pt x="4806" y="7029"/>
                  </a:lnTo>
                  <a:lnTo>
                    <a:pt x="4832" y="7017"/>
                  </a:lnTo>
                  <a:lnTo>
                    <a:pt x="5356" y="6991"/>
                  </a:lnTo>
                  <a:lnTo>
                    <a:pt x="5445" y="6659"/>
                  </a:lnTo>
                  <a:lnTo>
                    <a:pt x="5650" y="6275"/>
                  </a:lnTo>
                  <a:lnTo>
                    <a:pt x="5675" y="6250"/>
                  </a:lnTo>
                  <a:lnTo>
                    <a:pt x="5701" y="6237"/>
                  </a:lnTo>
                  <a:lnTo>
                    <a:pt x="6646" y="6250"/>
                  </a:lnTo>
                  <a:lnTo>
                    <a:pt x="6646" y="5815"/>
                  </a:lnTo>
                  <a:lnTo>
                    <a:pt x="6659" y="5790"/>
                  </a:lnTo>
                  <a:lnTo>
                    <a:pt x="6685" y="5764"/>
                  </a:lnTo>
                  <a:lnTo>
                    <a:pt x="8858" y="4933"/>
                  </a:lnTo>
                  <a:lnTo>
                    <a:pt x="8691" y="4473"/>
                  </a:lnTo>
                  <a:lnTo>
                    <a:pt x="8691" y="4448"/>
                  </a:lnTo>
                  <a:lnTo>
                    <a:pt x="8691" y="4435"/>
                  </a:lnTo>
                  <a:lnTo>
                    <a:pt x="8947" y="3962"/>
                  </a:lnTo>
                  <a:lnTo>
                    <a:pt x="8960" y="3937"/>
                  </a:lnTo>
                  <a:lnTo>
                    <a:pt x="9292" y="3681"/>
                  </a:lnTo>
                  <a:lnTo>
                    <a:pt x="9139" y="3553"/>
                  </a:lnTo>
                  <a:lnTo>
                    <a:pt x="9126" y="3528"/>
                  </a:lnTo>
                  <a:lnTo>
                    <a:pt x="9126" y="3502"/>
                  </a:lnTo>
                  <a:lnTo>
                    <a:pt x="9254" y="2454"/>
                  </a:lnTo>
                  <a:lnTo>
                    <a:pt x="9267" y="2416"/>
                  </a:lnTo>
                  <a:lnTo>
                    <a:pt x="9471" y="2237"/>
                  </a:lnTo>
                  <a:lnTo>
                    <a:pt x="9484" y="1917"/>
                  </a:lnTo>
                  <a:lnTo>
                    <a:pt x="9484" y="1738"/>
                  </a:lnTo>
                  <a:lnTo>
                    <a:pt x="9445" y="1687"/>
                  </a:lnTo>
                  <a:lnTo>
                    <a:pt x="9356" y="1585"/>
                  </a:lnTo>
                  <a:lnTo>
                    <a:pt x="9139" y="1329"/>
                  </a:lnTo>
                  <a:lnTo>
                    <a:pt x="9113" y="1291"/>
                  </a:lnTo>
                  <a:lnTo>
                    <a:pt x="9113" y="1176"/>
                  </a:lnTo>
                  <a:lnTo>
                    <a:pt x="9100" y="1176"/>
                  </a:lnTo>
                  <a:lnTo>
                    <a:pt x="8103" y="677"/>
                  </a:lnTo>
                  <a:lnTo>
                    <a:pt x="8103" y="665"/>
                  </a:lnTo>
                  <a:lnTo>
                    <a:pt x="7426" y="281"/>
                  </a:lnTo>
                  <a:lnTo>
                    <a:pt x="7388" y="256"/>
                  </a:lnTo>
                  <a:lnTo>
                    <a:pt x="7107" y="166"/>
                  </a:lnTo>
                  <a:lnTo>
                    <a:pt x="7068" y="102"/>
                  </a:lnTo>
                  <a:lnTo>
                    <a:pt x="6953" y="38"/>
                  </a:lnTo>
                  <a:lnTo>
                    <a:pt x="6710" y="0"/>
                  </a:lnTo>
                  <a:close/>
                  <a:moveTo>
                    <a:pt x="5739" y="6352"/>
                  </a:moveTo>
                  <a:lnTo>
                    <a:pt x="5547" y="6697"/>
                  </a:lnTo>
                  <a:lnTo>
                    <a:pt x="5445" y="7055"/>
                  </a:lnTo>
                  <a:lnTo>
                    <a:pt x="5432" y="7081"/>
                  </a:lnTo>
                  <a:lnTo>
                    <a:pt x="5394" y="7093"/>
                  </a:lnTo>
                  <a:lnTo>
                    <a:pt x="4857" y="7132"/>
                  </a:lnTo>
                  <a:lnTo>
                    <a:pt x="4218" y="7617"/>
                  </a:lnTo>
                  <a:lnTo>
                    <a:pt x="4218" y="7860"/>
                  </a:lnTo>
                  <a:lnTo>
                    <a:pt x="4205" y="7873"/>
                  </a:lnTo>
                  <a:lnTo>
                    <a:pt x="4193" y="7899"/>
                  </a:lnTo>
                  <a:lnTo>
                    <a:pt x="3988" y="8077"/>
                  </a:lnTo>
                  <a:lnTo>
                    <a:pt x="3950" y="8090"/>
                  </a:lnTo>
                  <a:lnTo>
                    <a:pt x="2646" y="8065"/>
                  </a:lnTo>
                  <a:lnTo>
                    <a:pt x="2659" y="8154"/>
                  </a:lnTo>
                  <a:lnTo>
                    <a:pt x="3541" y="9573"/>
                  </a:lnTo>
                  <a:lnTo>
                    <a:pt x="3554" y="9611"/>
                  </a:lnTo>
                  <a:lnTo>
                    <a:pt x="3554" y="9752"/>
                  </a:lnTo>
                  <a:lnTo>
                    <a:pt x="3937" y="10046"/>
                  </a:lnTo>
                  <a:lnTo>
                    <a:pt x="4410" y="10340"/>
                  </a:lnTo>
                  <a:lnTo>
                    <a:pt x="4423" y="10352"/>
                  </a:lnTo>
                  <a:lnTo>
                    <a:pt x="4435" y="10378"/>
                  </a:lnTo>
                  <a:lnTo>
                    <a:pt x="4423" y="11081"/>
                  </a:lnTo>
                  <a:lnTo>
                    <a:pt x="4602" y="11298"/>
                  </a:lnTo>
                  <a:lnTo>
                    <a:pt x="5049" y="11311"/>
                  </a:lnTo>
                  <a:lnTo>
                    <a:pt x="5074" y="11311"/>
                  </a:lnTo>
                  <a:lnTo>
                    <a:pt x="5087" y="11324"/>
                  </a:lnTo>
                  <a:lnTo>
                    <a:pt x="5471" y="11733"/>
                  </a:lnTo>
                  <a:lnTo>
                    <a:pt x="7055" y="12014"/>
                  </a:lnTo>
                  <a:lnTo>
                    <a:pt x="7490" y="11375"/>
                  </a:lnTo>
                  <a:lnTo>
                    <a:pt x="7503" y="11362"/>
                  </a:lnTo>
                  <a:lnTo>
                    <a:pt x="7822" y="11132"/>
                  </a:lnTo>
                  <a:lnTo>
                    <a:pt x="8014" y="10455"/>
                  </a:lnTo>
                  <a:lnTo>
                    <a:pt x="8027" y="10429"/>
                  </a:lnTo>
                  <a:lnTo>
                    <a:pt x="8372" y="10110"/>
                  </a:lnTo>
                  <a:lnTo>
                    <a:pt x="8423" y="9943"/>
                  </a:lnTo>
                  <a:lnTo>
                    <a:pt x="8346" y="9854"/>
                  </a:lnTo>
                  <a:lnTo>
                    <a:pt x="8334" y="9816"/>
                  </a:lnTo>
                  <a:lnTo>
                    <a:pt x="8346" y="9381"/>
                  </a:lnTo>
                  <a:lnTo>
                    <a:pt x="8295" y="9177"/>
                  </a:lnTo>
                  <a:lnTo>
                    <a:pt x="8308" y="9151"/>
                  </a:lnTo>
                  <a:lnTo>
                    <a:pt x="8321" y="9125"/>
                  </a:lnTo>
                  <a:lnTo>
                    <a:pt x="8461" y="8998"/>
                  </a:lnTo>
                  <a:lnTo>
                    <a:pt x="8589" y="8691"/>
                  </a:lnTo>
                  <a:lnTo>
                    <a:pt x="8640" y="8090"/>
                  </a:lnTo>
                  <a:lnTo>
                    <a:pt x="8666" y="7886"/>
                  </a:lnTo>
                  <a:lnTo>
                    <a:pt x="8576" y="7579"/>
                  </a:lnTo>
                  <a:lnTo>
                    <a:pt x="8576" y="7566"/>
                  </a:lnTo>
                  <a:lnTo>
                    <a:pt x="8576" y="7311"/>
                  </a:lnTo>
                  <a:lnTo>
                    <a:pt x="8474" y="7093"/>
                  </a:lnTo>
                  <a:lnTo>
                    <a:pt x="7963" y="7029"/>
                  </a:lnTo>
                  <a:lnTo>
                    <a:pt x="7937" y="7017"/>
                  </a:lnTo>
                  <a:lnTo>
                    <a:pt x="7925" y="6991"/>
                  </a:lnTo>
                  <a:lnTo>
                    <a:pt x="7810" y="6787"/>
                  </a:lnTo>
                  <a:lnTo>
                    <a:pt x="7516" y="6774"/>
                  </a:lnTo>
                  <a:lnTo>
                    <a:pt x="7477" y="6761"/>
                  </a:lnTo>
                  <a:lnTo>
                    <a:pt x="7464" y="6735"/>
                  </a:lnTo>
                  <a:lnTo>
                    <a:pt x="7426" y="6608"/>
                  </a:lnTo>
                  <a:lnTo>
                    <a:pt x="6685" y="6557"/>
                  </a:lnTo>
                  <a:lnTo>
                    <a:pt x="6672" y="6557"/>
                  </a:lnTo>
                  <a:lnTo>
                    <a:pt x="6646" y="6544"/>
                  </a:lnTo>
                  <a:lnTo>
                    <a:pt x="6646" y="6531"/>
                  </a:lnTo>
                  <a:lnTo>
                    <a:pt x="6634" y="6505"/>
                  </a:lnTo>
                  <a:lnTo>
                    <a:pt x="6634" y="6365"/>
                  </a:lnTo>
                  <a:lnTo>
                    <a:pt x="5739" y="6352"/>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8"/>
            <p:cNvSpPr/>
            <p:nvPr/>
          </p:nvSpPr>
          <p:spPr>
            <a:xfrm>
              <a:off x="4042275" y="3581025"/>
              <a:ext cx="237100" cy="300350"/>
            </a:xfrm>
            <a:custGeom>
              <a:rect b="b" l="l" r="r" t="t"/>
              <a:pathLst>
                <a:path extrusionOk="0" fill="none" h="12014" w="9484">
                  <a:moveTo>
                    <a:pt x="8576" y="7566"/>
                  </a:moveTo>
                  <a:lnTo>
                    <a:pt x="8576" y="7311"/>
                  </a:lnTo>
                  <a:lnTo>
                    <a:pt x="8474" y="7093"/>
                  </a:lnTo>
                  <a:lnTo>
                    <a:pt x="7963" y="7029"/>
                  </a:lnTo>
                  <a:lnTo>
                    <a:pt x="7963" y="7029"/>
                  </a:lnTo>
                  <a:lnTo>
                    <a:pt x="7937" y="7017"/>
                  </a:lnTo>
                  <a:lnTo>
                    <a:pt x="7925" y="6991"/>
                  </a:lnTo>
                  <a:lnTo>
                    <a:pt x="7810" y="6787"/>
                  </a:lnTo>
                  <a:lnTo>
                    <a:pt x="7516" y="6774"/>
                  </a:lnTo>
                  <a:lnTo>
                    <a:pt x="7516" y="6774"/>
                  </a:lnTo>
                  <a:lnTo>
                    <a:pt x="7477" y="6761"/>
                  </a:lnTo>
                  <a:lnTo>
                    <a:pt x="7464" y="6735"/>
                  </a:lnTo>
                  <a:lnTo>
                    <a:pt x="7426" y="6608"/>
                  </a:lnTo>
                  <a:lnTo>
                    <a:pt x="6685" y="6557"/>
                  </a:lnTo>
                  <a:lnTo>
                    <a:pt x="6685" y="6557"/>
                  </a:lnTo>
                  <a:lnTo>
                    <a:pt x="6672" y="6557"/>
                  </a:lnTo>
                  <a:lnTo>
                    <a:pt x="6646" y="6544"/>
                  </a:lnTo>
                  <a:lnTo>
                    <a:pt x="6646" y="6531"/>
                  </a:lnTo>
                  <a:lnTo>
                    <a:pt x="6634" y="6505"/>
                  </a:lnTo>
                  <a:lnTo>
                    <a:pt x="6634" y="6365"/>
                  </a:lnTo>
                  <a:lnTo>
                    <a:pt x="5739" y="6352"/>
                  </a:lnTo>
                  <a:lnTo>
                    <a:pt x="5547" y="6697"/>
                  </a:lnTo>
                  <a:lnTo>
                    <a:pt x="5445" y="7055"/>
                  </a:lnTo>
                  <a:lnTo>
                    <a:pt x="5445" y="7055"/>
                  </a:lnTo>
                  <a:lnTo>
                    <a:pt x="5432" y="7081"/>
                  </a:lnTo>
                  <a:lnTo>
                    <a:pt x="5394" y="7093"/>
                  </a:lnTo>
                  <a:lnTo>
                    <a:pt x="4857" y="7132"/>
                  </a:lnTo>
                  <a:lnTo>
                    <a:pt x="4218" y="7617"/>
                  </a:lnTo>
                  <a:lnTo>
                    <a:pt x="4218" y="7860"/>
                  </a:lnTo>
                  <a:lnTo>
                    <a:pt x="4218" y="7860"/>
                  </a:lnTo>
                  <a:lnTo>
                    <a:pt x="4205" y="7873"/>
                  </a:lnTo>
                  <a:lnTo>
                    <a:pt x="4193" y="7899"/>
                  </a:lnTo>
                  <a:lnTo>
                    <a:pt x="3988" y="8077"/>
                  </a:lnTo>
                  <a:lnTo>
                    <a:pt x="3988" y="8077"/>
                  </a:lnTo>
                  <a:lnTo>
                    <a:pt x="3950" y="8090"/>
                  </a:lnTo>
                  <a:lnTo>
                    <a:pt x="2646" y="8065"/>
                  </a:lnTo>
                  <a:lnTo>
                    <a:pt x="2659" y="8154"/>
                  </a:lnTo>
                  <a:lnTo>
                    <a:pt x="3541" y="9573"/>
                  </a:lnTo>
                  <a:lnTo>
                    <a:pt x="3541" y="9573"/>
                  </a:lnTo>
                  <a:lnTo>
                    <a:pt x="3554" y="9611"/>
                  </a:lnTo>
                  <a:lnTo>
                    <a:pt x="3554" y="9752"/>
                  </a:lnTo>
                  <a:lnTo>
                    <a:pt x="3937" y="10046"/>
                  </a:lnTo>
                  <a:lnTo>
                    <a:pt x="4410" y="10340"/>
                  </a:lnTo>
                  <a:lnTo>
                    <a:pt x="4410" y="10340"/>
                  </a:lnTo>
                  <a:lnTo>
                    <a:pt x="4423" y="10352"/>
                  </a:lnTo>
                  <a:lnTo>
                    <a:pt x="4435" y="10378"/>
                  </a:lnTo>
                  <a:lnTo>
                    <a:pt x="4423" y="11081"/>
                  </a:lnTo>
                  <a:lnTo>
                    <a:pt x="4602" y="11298"/>
                  </a:lnTo>
                  <a:lnTo>
                    <a:pt x="5049" y="11311"/>
                  </a:lnTo>
                  <a:lnTo>
                    <a:pt x="5049" y="11311"/>
                  </a:lnTo>
                  <a:lnTo>
                    <a:pt x="5074" y="11311"/>
                  </a:lnTo>
                  <a:lnTo>
                    <a:pt x="5087" y="11324"/>
                  </a:lnTo>
                  <a:lnTo>
                    <a:pt x="5471" y="11733"/>
                  </a:lnTo>
                  <a:lnTo>
                    <a:pt x="7055" y="12014"/>
                  </a:lnTo>
                  <a:lnTo>
                    <a:pt x="7490" y="11375"/>
                  </a:lnTo>
                  <a:lnTo>
                    <a:pt x="7490" y="11375"/>
                  </a:lnTo>
                  <a:lnTo>
                    <a:pt x="7503" y="11362"/>
                  </a:lnTo>
                  <a:lnTo>
                    <a:pt x="7822" y="11132"/>
                  </a:lnTo>
                  <a:lnTo>
                    <a:pt x="8014" y="10455"/>
                  </a:lnTo>
                  <a:lnTo>
                    <a:pt x="8014" y="10455"/>
                  </a:lnTo>
                  <a:lnTo>
                    <a:pt x="8027" y="10429"/>
                  </a:lnTo>
                  <a:lnTo>
                    <a:pt x="8372" y="10110"/>
                  </a:lnTo>
                  <a:lnTo>
                    <a:pt x="8423" y="9943"/>
                  </a:lnTo>
                  <a:lnTo>
                    <a:pt x="8346" y="9854"/>
                  </a:lnTo>
                  <a:lnTo>
                    <a:pt x="8346" y="9854"/>
                  </a:lnTo>
                  <a:lnTo>
                    <a:pt x="8334" y="9816"/>
                  </a:lnTo>
                  <a:lnTo>
                    <a:pt x="8346" y="9381"/>
                  </a:lnTo>
                  <a:lnTo>
                    <a:pt x="8295" y="9177"/>
                  </a:lnTo>
                  <a:lnTo>
                    <a:pt x="8295" y="9177"/>
                  </a:lnTo>
                  <a:lnTo>
                    <a:pt x="8308" y="9151"/>
                  </a:lnTo>
                  <a:lnTo>
                    <a:pt x="8321" y="9125"/>
                  </a:lnTo>
                  <a:lnTo>
                    <a:pt x="8461" y="8998"/>
                  </a:lnTo>
                  <a:lnTo>
                    <a:pt x="8589" y="8691"/>
                  </a:lnTo>
                  <a:lnTo>
                    <a:pt x="8640" y="8090"/>
                  </a:lnTo>
                  <a:lnTo>
                    <a:pt x="8640" y="8090"/>
                  </a:lnTo>
                  <a:lnTo>
                    <a:pt x="8640" y="8090"/>
                  </a:lnTo>
                  <a:lnTo>
                    <a:pt x="8666" y="7886"/>
                  </a:lnTo>
                  <a:lnTo>
                    <a:pt x="8576" y="7579"/>
                  </a:lnTo>
                  <a:lnTo>
                    <a:pt x="8576" y="7579"/>
                  </a:lnTo>
                  <a:lnTo>
                    <a:pt x="8576" y="7566"/>
                  </a:lnTo>
                  <a:lnTo>
                    <a:pt x="8576" y="7566"/>
                  </a:lnTo>
                  <a:close/>
                  <a:moveTo>
                    <a:pt x="9267" y="2416"/>
                  </a:moveTo>
                  <a:lnTo>
                    <a:pt x="9471" y="2237"/>
                  </a:lnTo>
                  <a:lnTo>
                    <a:pt x="9471" y="2237"/>
                  </a:lnTo>
                  <a:lnTo>
                    <a:pt x="9484" y="1917"/>
                  </a:lnTo>
                  <a:lnTo>
                    <a:pt x="9484" y="1738"/>
                  </a:lnTo>
                  <a:lnTo>
                    <a:pt x="9484" y="1738"/>
                  </a:lnTo>
                  <a:lnTo>
                    <a:pt x="9445" y="1687"/>
                  </a:lnTo>
                  <a:lnTo>
                    <a:pt x="9356" y="1585"/>
                  </a:lnTo>
                  <a:lnTo>
                    <a:pt x="9139" y="1329"/>
                  </a:lnTo>
                  <a:lnTo>
                    <a:pt x="9139" y="1329"/>
                  </a:lnTo>
                  <a:lnTo>
                    <a:pt x="9113" y="1291"/>
                  </a:lnTo>
                  <a:lnTo>
                    <a:pt x="9113" y="1176"/>
                  </a:lnTo>
                  <a:lnTo>
                    <a:pt x="9113" y="1176"/>
                  </a:lnTo>
                  <a:lnTo>
                    <a:pt x="9113" y="1176"/>
                  </a:lnTo>
                  <a:lnTo>
                    <a:pt x="9100" y="1176"/>
                  </a:lnTo>
                  <a:lnTo>
                    <a:pt x="8103" y="677"/>
                  </a:lnTo>
                  <a:lnTo>
                    <a:pt x="8103" y="677"/>
                  </a:lnTo>
                  <a:lnTo>
                    <a:pt x="8103" y="665"/>
                  </a:lnTo>
                  <a:lnTo>
                    <a:pt x="7426" y="281"/>
                  </a:lnTo>
                  <a:lnTo>
                    <a:pt x="7388" y="256"/>
                  </a:lnTo>
                  <a:lnTo>
                    <a:pt x="7107" y="166"/>
                  </a:lnTo>
                  <a:lnTo>
                    <a:pt x="7068" y="102"/>
                  </a:lnTo>
                  <a:lnTo>
                    <a:pt x="6953" y="38"/>
                  </a:lnTo>
                  <a:lnTo>
                    <a:pt x="6710" y="0"/>
                  </a:lnTo>
                  <a:lnTo>
                    <a:pt x="6570" y="77"/>
                  </a:lnTo>
                  <a:lnTo>
                    <a:pt x="6570" y="77"/>
                  </a:lnTo>
                  <a:lnTo>
                    <a:pt x="6544" y="90"/>
                  </a:lnTo>
                  <a:lnTo>
                    <a:pt x="5918" y="77"/>
                  </a:lnTo>
                  <a:lnTo>
                    <a:pt x="5854" y="192"/>
                  </a:lnTo>
                  <a:lnTo>
                    <a:pt x="5854" y="192"/>
                  </a:lnTo>
                  <a:lnTo>
                    <a:pt x="5956" y="243"/>
                  </a:lnTo>
                  <a:lnTo>
                    <a:pt x="6007" y="256"/>
                  </a:lnTo>
                  <a:lnTo>
                    <a:pt x="6007" y="256"/>
                  </a:lnTo>
                  <a:lnTo>
                    <a:pt x="5995" y="371"/>
                  </a:lnTo>
                  <a:lnTo>
                    <a:pt x="5995" y="460"/>
                  </a:lnTo>
                  <a:lnTo>
                    <a:pt x="6007" y="537"/>
                  </a:lnTo>
                  <a:lnTo>
                    <a:pt x="6007" y="537"/>
                  </a:lnTo>
                  <a:lnTo>
                    <a:pt x="5995" y="588"/>
                  </a:lnTo>
                  <a:lnTo>
                    <a:pt x="5982" y="626"/>
                  </a:lnTo>
                  <a:lnTo>
                    <a:pt x="5931" y="677"/>
                  </a:lnTo>
                  <a:lnTo>
                    <a:pt x="5892" y="729"/>
                  </a:lnTo>
                  <a:lnTo>
                    <a:pt x="5777" y="818"/>
                  </a:lnTo>
                  <a:lnTo>
                    <a:pt x="5701" y="895"/>
                  </a:lnTo>
                  <a:lnTo>
                    <a:pt x="5701" y="895"/>
                  </a:lnTo>
                  <a:lnTo>
                    <a:pt x="5611" y="984"/>
                  </a:lnTo>
                  <a:lnTo>
                    <a:pt x="5509" y="1112"/>
                  </a:lnTo>
                  <a:lnTo>
                    <a:pt x="5624" y="1291"/>
                  </a:lnTo>
                  <a:lnTo>
                    <a:pt x="5624" y="1291"/>
                  </a:lnTo>
                  <a:lnTo>
                    <a:pt x="5624" y="1329"/>
                  </a:lnTo>
                  <a:lnTo>
                    <a:pt x="5522" y="1994"/>
                  </a:lnTo>
                  <a:lnTo>
                    <a:pt x="5522" y="1994"/>
                  </a:lnTo>
                  <a:lnTo>
                    <a:pt x="5522" y="2007"/>
                  </a:lnTo>
                  <a:lnTo>
                    <a:pt x="5253" y="2595"/>
                  </a:lnTo>
                  <a:lnTo>
                    <a:pt x="5253" y="2595"/>
                  </a:lnTo>
                  <a:lnTo>
                    <a:pt x="5253" y="2595"/>
                  </a:lnTo>
                  <a:lnTo>
                    <a:pt x="5164" y="2722"/>
                  </a:lnTo>
                  <a:lnTo>
                    <a:pt x="5407" y="3131"/>
                  </a:lnTo>
                  <a:lnTo>
                    <a:pt x="5637" y="3157"/>
                  </a:lnTo>
                  <a:lnTo>
                    <a:pt x="5637" y="3157"/>
                  </a:lnTo>
                  <a:lnTo>
                    <a:pt x="5662" y="3170"/>
                  </a:lnTo>
                  <a:lnTo>
                    <a:pt x="5688" y="3182"/>
                  </a:lnTo>
                  <a:lnTo>
                    <a:pt x="5803" y="3413"/>
                  </a:lnTo>
                  <a:lnTo>
                    <a:pt x="6110" y="3476"/>
                  </a:lnTo>
                  <a:lnTo>
                    <a:pt x="6263" y="3349"/>
                  </a:lnTo>
                  <a:lnTo>
                    <a:pt x="6263" y="3349"/>
                  </a:lnTo>
                  <a:lnTo>
                    <a:pt x="6301" y="3336"/>
                  </a:lnTo>
                  <a:lnTo>
                    <a:pt x="6327" y="3336"/>
                  </a:lnTo>
                  <a:lnTo>
                    <a:pt x="6327" y="3336"/>
                  </a:lnTo>
                  <a:lnTo>
                    <a:pt x="6353" y="3361"/>
                  </a:lnTo>
                  <a:lnTo>
                    <a:pt x="6365" y="3387"/>
                  </a:lnTo>
                  <a:lnTo>
                    <a:pt x="6353" y="4141"/>
                  </a:lnTo>
                  <a:lnTo>
                    <a:pt x="6353" y="4141"/>
                  </a:lnTo>
                  <a:lnTo>
                    <a:pt x="6340" y="4167"/>
                  </a:lnTo>
                  <a:lnTo>
                    <a:pt x="6250" y="4320"/>
                  </a:lnTo>
                  <a:lnTo>
                    <a:pt x="6250" y="4320"/>
                  </a:lnTo>
                  <a:lnTo>
                    <a:pt x="6238" y="4333"/>
                  </a:lnTo>
                  <a:lnTo>
                    <a:pt x="6225" y="4346"/>
                  </a:lnTo>
                  <a:lnTo>
                    <a:pt x="6225" y="4346"/>
                  </a:lnTo>
                  <a:lnTo>
                    <a:pt x="6199" y="4346"/>
                  </a:lnTo>
                  <a:lnTo>
                    <a:pt x="6174" y="4333"/>
                  </a:lnTo>
                  <a:lnTo>
                    <a:pt x="6020" y="4230"/>
                  </a:lnTo>
                  <a:lnTo>
                    <a:pt x="5956" y="4269"/>
                  </a:lnTo>
                  <a:lnTo>
                    <a:pt x="5956" y="4269"/>
                  </a:lnTo>
                  <a:lnTo>
                    <a:pt x="5944" y="4282"/>
                  </a:lnTo>
                  <a:lnTo>
                    <a:pt x="5816" y="4333"/>
                  </a:lnTo>
                  <a:lnTo>
                    <a:pt x="5816" y="4333"/>
                  </a:lnTo>
                  <a:lnTo>
                    <a:pt x="5790" y="4346"/>
                  </a:lnTo>
                  <a:lnTo>
                    <a:pt x="5790" y="4346"/>
                  </a:lnTo>
                  <a:lnTo>
                    <a:pt x="5765" y="4333"/>
                  </a:lnTo>
                  <a:lnTo>
                    <a:pt x="5752" y="4320"/>
                  </a:lnTo>
                  <a:lnTo>
                    <a:pt x="5177" y="3591"/>
                  </a:lnTo>
                  <a:lnTo>
                    <a:pt x="4857" y="3476"/>
                  </a:lnTo>
                  <a:lnTo>
                    <a:pt x="4512" y="3387"/>
                  </a:lnTo>
                  <a:lnTo>
                    <a:pt x="4512" y="3387"/>
                  </a:lnTo>
                  <a:lnTo>
                    <a:pt x="4499" y="3387"/>
                  </a:lnTo>
                  <a:lnTo>
                    <a:pt x="4487" y="3361"/>
                  </a:lnTo>
                  <a:lnTo>
                    <a:pt x="4180" y="2799"/>
                  </a:lnTo>
                  <a:lnTo>
                    <a:pt x="4116" y="2748"/>
                  </a:lnTo>
                  <a:lnTo>
                    <a:pt x="4026" y="2978"/>
                  </a:lnTo>
                  <a:lnTo>
                    <a:pt x="4026" y="2978"/>
                  </a:lnTo>
                  <a:lnTo>
                    <a:pt x="4001" y="3004"/>
                  </a:lnTo>
                  <a:lnTo>
                    <a:pt x="3975" y="3016"/>
                  </a:lnTo>
                  <a:lnTo>
                    <a:pt x="3643" y="3016"/>
                  </a:lnTo>
                  <a:lnTo>
                    <a:pt x="3643" y="3016"/>
                  </a:lnTo>
                  <a:lnTo>
                    <a:pt x="3643" y="3016"/>
                  </a:lnTo>
                  <a:lnTo>
                    <a:pt x="2953" y="2914"/>
                  </a:lnTo>
                  <a:lnTo>
                    <a:pt x="2953" y="2914"/>
                  </a:lnTo>
                  <a:lnTo>
                    <a:pt x="2927" y="2914"/>
                  </a:lnTo>
                  <a:lnTo>
                    <a:pt x="2915" y="2889"/>
                  </a:lnTo>
                  <a:lnTo>
                    <a:pt x="2672" y="2543"/>
                  </a:lnTo>
                  <a:lnTo>
                    <a:pt x="2544" y="2467"/>
                  </a:lnTo>
                  <a:lnTo>
                    <a:pt x="2058" y="2543"/>
                  </a:lnTo>
                  <a:lnTo>
                    <a:pt x="2058" y="2543"/>
                  </a:lnTo>
                  <a:lnTo>
                    <a:pt x="2020" y="2543"/>
                  </a:lnTo>
                  <a:lnTo>
                    <a:pt x="1994" y="2505"/>
                  </a:lnTo>
                  <a:lnTo>
                    <a:pt x="1892" y="2147"/>
                  </a:lnTo>
                  <a:lnTo>
                    <a:pt x="1777" y="2198"/>
                  </a:lnTo>
                  <a:lnTo>
                    <a:pt x="1777" y="2198"/>
                  </a:lnTo>
                  <a:lnTo>
                    <a:pt x="1751" y="2211"/>
                  </a:lnTo>
                  <a:lnTo>
                    <a:pt x="1739" y="2211"/>
                  </a:lnTo>
                  <a:lnTo>
                    <a:pt x="1713" y="3809"/>
                  </a:lnTo>
                  <a:lnTo>
                    <a:pt x="1713" y="3809"/>
                  </a:lnTo>
                  <a:lnTo>
                    <a:pt x="1713" y="3834"/>
                  </a:lnTo>
                  <a:lnTo>
                    <a:pt x="1700" y="3847"/>
                  </a:lnTo>
                  <a:lnTo>
                    <a:pt x="1688" y="3860"/>
                  </a:lnTo>
                  <a:lnTo>
                    <a:pt x="1662" y="3873"/>
                  </a:lnTo>
                  <a:lnTo>
                    <a:pt x="154" y="3847"/>
                  </a:lnTo>
                  <a:lnTo>
                    <a:pt x="1" y="6723"/>
                  </a:lnTo>
                  <a:lnTo>
                    <a:pt x="179" y="6940"/>
                  </a:lnTo>
                  <a:lnTo>
                    <a:pt x="179" y="6940"/>
                  </a:lnTo>
                  <a:lnTo>
                    <a:pt x="192" y="6978"/>
                  </a:lnTo>
                  <a:lnTo>
                    <a:pt x="192" y="7170"/>
                  </a:lnTo>
                  <a:lnTo>
                    <a:pt x="857" y="7720"/>
                  </a:lnTo>
                  <a:lnTo>
                    <a:pt x="2199" y="7592"/>
                  </a:lnTo>
                  <a:lnTo>
                    <a:pt x="2199" y="7592"/>
                  </a:lnTo>
                  <a:lnTo>
                    <a:pt x="2224" y="7605"/>
                  </a:lnTo>
                  <a:lnTo>
                    <a:pt x="2250" y="7617"/>
                  </a:lnTo>
                  <a:lnTo>
                    <a:pt x="2595" y="7962"/>
                  </a:lnTo>
                  <a:lnTo>
                    <a:pt x="3924" y="7975"/>
                  </a:lnTo>
                  <a:lnTo>
                    <a:pt x="4103" y="7835"/>
                  </a:lnTo>
                  <a:lnTo>
                    <a:pt x="4103" y="7592"/>
                  </a:lnTo>
                  <a:lnTo>
                    <a:pt x="4103" y="7592"/>
                  </a:lnTo>
                  <a:lnTo>
                    <a:pt x="4116" y="7566"/>
                  </a:lnTo>
                  <a:lnTo>
                    <a:pt x="4129" y="7553"/>
                  </a:lnTo>
                  <a:lnTo>
                    <a:pt x="4806" y="7029"/>
                  </a:lnTo>
                  <a:lnTo>
                    <a:pt x="4806" y="7029"/>
                  </a:lnTo>
                  <a:lnTo>
                    <a:pt x="4832" y="7017"/>
                  </a:lnTo>
                  <a:lnTo>
                    <a:pt x="5356" y="6991"/>
                  </a:lnTo>
                  <a:lnTo>
                    <a:pt x="5445" y="6659"/>
                  </a:lnTo>
                  <a:lnTo>
                    <a:pt x="5445" y="6659"/>
                  </a:lnTo>
                  <a:lnTo>
                    <a:pt x="5445" y="6659"/>
                  </a:lnTo>
                  <a:lnTo>
                    <a:pt x="5650" y="6275"/>
                  </a:lnTo>
                  <a:lnTo>
                    <a:pt x="5650" y="6275"/>
                  </a:lnTo>
                  <a:lnTo>
                    <a:pt x="5675" y="6250"/>
                  </a:lnTo>
                  <a:lnTo>
                    <a:pt x="5701" y="6237"/>
                  </a:lnTo>
                  <a:lnTo>
                    <a:pt x="6646" y="6250"/>
                  </a:lnTo>
                  <a:lnTo>
                    <a:pt x="6646" y="5815"/>
                  </a:lnTo>
                  <a:lnTo>
                    <a:pt x="6646" y="5815"/>
                  </a:lnTo>
                  <a:lnTo>
                    <a:pt x="6659" y="5790"/>
                  </a:lnTo>
                  <a:lnTo>
                    <a:pt x="6685" y="5764"/>
                  </a:lnTo>
                  <a:lnTo>
                    <a:pt x="8858" y="4933"/>
                  </a:lnTo>
                  <a:lnTo>
                    <a:pt x="8691" y="4473"/>
                  </a:lnTo>
                  <a:lnTo>
                    <a:pt x="8691" y="4473"/>
                  </a:lnTo>
                  <a:lnTo>
                    <a:pt x="8691" y="4448"/>
                  </a:lnTo>
                  <a:lnTo>
                    <a:pt x="8691" y="4435"/>
                  </a:lnTo>
                  <a:lnTo>
                    <a:pt x="8947" y="3962"/>
                  </a:lnTo>
                  <a:lnTo>
                    <a:pt x="8947" y="3962"/>
                  </a:lnTo>
                  <a:lnTo>
                    <a:pt x="8960" y="3937"/>
                  </a:lnTo>
                  <a:lnTo>
                    <a:pt x="9292" y="3681"/>
                  </a:lnTo>
                  <a:lnTo>
                    <a:pt x="9139" y="3553"/>
                  </a:lnTo>
                  <a:lnTo>
                    <a:pt x="9139" y="3553"/>
                  </a:lnTo>
                  <a:lnTo>
                    <a:pt x="9126" y="3528"/>
                  </a:lnTo>
                  <a:lnTo>
                    <a:pt x="9126" y="3502"/>
                  </a:lnTo>
                  <a:lnTo>
                    <a:pt x="9254" y="2454"/>
                  </a:lnTo>
                  <a:lnTo>
                    <a:pt x="9254" y="2454"/>
                  </a:lnTo>
                  <a:lnTo>
                    <a:pt x="9267" y="2416"/>
                  </a:lnTo>
                  <a:lnTo>
                    <a:pt x="9267" y="2416"/>
                  </a:lnTo>
                  <a:close/>
                  <a:moveTo>
                    <a:pt x="6608" y="2454"/>
                  </a:moveTo>
                  <a:lnTo>
                    <a:pt x="6378" y="2582"/>
                  </a:lnTo>
                  <a:lnTo>
                    <a:pt x="6263" y="2416"/>
                  </a:lnTo>
                  <a:lnTo>
                    <a:pt x="6493" y="2147"/>
                  </a:lnTo>
                  <a:lnTo>
                    <a:pt x="6659" y="2147"/>
                  </a:lnTo>
                  <a:lnTo>
                    <a:pt x="6608" y="2454"/>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8"/>
            <p:cNvSpPr/>
            <p:nvPr/>
          </p:nvSpPr>
          <p:spPr>
            <a:xfrm>
              <a:off x="4291175" y="3299525"/>
              <a:ext cx="170325" cy="206425"/>
            </a:xfrm>
            <a:custGeom>
              <a:rect b="b" l="l" r="r" t="t"/>
              <a:pathLst>
                <a:path extrusionOk="0" h="8257" w="6813">
                  <a:moveTo>
                    <a:pt x="1496" y="1163"/>
                  </a:moveTo>
                  <a:lnTo>
                    <a:pt x="1560" y="1355"/>
                  </a:lnTo>
                  <a:lnTo>
                    <a:pt x="1432" y="2250"/>
                  </a:lnTo>
                  <a:lnTo>
                    <a:pt x="1879" y="2851"/>
                  </a:lnTo>
                  <a:lnTo>
                    <a:pt x="1662" y="2851"/>
                  </a:lnTo>
                  <a:lnTo>
                    <a:pt x="1228" y="2224"/>
                  </a:lnTo>
                  <a:lnTo>
                    <a:pt x="1317" y="1355"/>
                  </a:lnTo>
                  <a:lnTo>
                    <a:pt x="1496" y="1163"/>
                  </a:lnTo>
                  <a:close/>
                  <a:moveTo>
                    <a:pt x="1164" y="0"/>
                  </a:moveTo>
                  <a:lnTo>
                    <a:pt x="793" y="179"/>
                  </a:lnTo>
                  <a:lnTo>
                    <a:pt x="77" y="806"/>
                  </a:lnTo>
                  <a:lnTo>
                    <a:pt x="231" y="1061"/>
                  </a:lnTo>
                  <a:lnTo>
                    <a:pt x="461" y="1125"/>
                  </a:lnTo>
                  <a:lnTo>
                    <a:pt x="474" y="1138"/>
                  </a:lnTo>
                  <a:lnTo>
                    <a:pt x="499" y="1163"/>
                  </a:lnTo>
                  <a:lnTo>
                    <a:pt x="870" y="2275"/>
                  </a:lnTo>
                  <a:lnTo>
                    <a:pt x="870" y="2301"/>
                  </a:lnTo>
                  <a:lnTo>
                    <a:pt x="806" y="2582"/>
                  </a:lnTo>
                  <a:lnTo>
                    <a:pt x="921" y="2787"/>
                  </a:lnTo>
                  <a:lnTo>
                    <a:pt x="934" y="2825"/>
                  </a:lnTo>
                  <a:lnTo>
                    <a:pt x="921" y="3093"/>
                  </a:lnTo>
                  <a:lnTo>
                    <a:pt x="908" y="3132"/>
                  </a:lnTo>
                  <a:lnTo>
                    <a:pt x="13" y="4154"/>
                  </a:lnTo>
                  <a:lnTo>
                    <a:pt x="13" y="4780"/>
                  </a:lnTo>
                  <a:lnTo>
                    <a:pt x="397" y="4793"/>
                  </a:lnTo>
                  <a:lnTo>
                    <a:pt x="397" y="4972"/>
                  </a:lnTo>
                  <a:lnTo>
                    <a:pt x="1" y="5113"/>
                  </a:lnTo>
                  <a:lnTo>
                    <a:pt x="1" y="5138"/>
                  </a:lnTo>
                  <a:lnTo>
                    <a:pt x="269" y="5138"/>
                  </a:lnTo>
                  <a:lnTo>
                    <a:pt x="295" y="5151"/>
                  </a:lnTo>
                  <a:lnTo>
                    <a:pt x="2966" y="6991"/>
                  </a:lnTo>
                  <a:lnTo>
                    <a:pt x="2979" y="7004"/>
                  </a:lnTo>
                  <a:lnTo>
                    <a:pt x="3324" y="7694"/>
                  </a:lnTo>
                  <a:lnTo>
                    <a:pt x="4474" y="8257"/>
                  </a:lnTo>
                  <a:lnTo>
                    <a:pt x="4525" y="8231"/>
                  </a:lnTo>
                  <a:lnTo>
                    <a:pt x="4845" y="7656"/>
                  </a:lnTo>
                  <a:lnTo>
                    <a:pt x="4845" y="7388"/>
                  </a:lnTo>
                  <a:lnTo>
                    <a:pt x="5036" y="7247"/>
                  </a:lnTo>
                  <a:lnTo>
                    <a:pt x="5113" y="6800"/>
                  </a:lnTo>
                  <a:lnTo>
                    <a:pt x="5215" y="6582"/>
                  </a:lnTo>
                  <a:lnTo>
                    <a:pt x="5624" y="6467"/>
                  </a:lnTo>
                  <a:lnTo>
                    <a:pt x="5663" y="6263"/>
                  </a:lnTo>
                  <a:lnTo>
                    <a:pt x="5803" y="6071"/>
                  </a:lnTo>
                  <a:lnTo>
                    <a:pt x="6199" y="6020"/>
                  </a:lnTo>
                  <a:lnTo>
                    <a:pt x="6302" y="5803"/>
                  </a:lnTo>
                  <a:lnTo>
                    <a:pt x="5752" y="5100"/>
                  </a:lnTo>
                  <a:lnTo>
                    <a:pt x="5739" y="5074"/>
                  </a:lnTo>
                  <a:lnTo>
                    <a:pt x="5778" y="1956"/>
                  </a:lnTo>
                  <a:lnTo>
                    <a:pt x="5790" y="1918"/>
                  </a:lnTo>
                  <a:lnTo>
                    <a:pt x="6813" y="767"/>
                  </a:lnTo>
                  <a:lnTo>
                    <a:pt x="6698" y="729"/>
                  </a:lnTo>
                  <a:lnTo>
                    <a:pt x="6557" y="921"/>
                  </a:lnTo>
                  <a:lnTo>
                    <a:pt x="6532" y="933"/>
                  </a:lnTo>
                  <a:lnTo>
                    <a:pt x="6097" y="933"/>
                  </a:lnTo>
                  <a:lnTo>
                    <a:pt x="6071" y="921"/>
                  </a:lnTo>
                  <a:lnTo>
                    <a:pt x="5714" y="716"/>
                  </a:lnTo>
                  <a:lnTo>
                    <a:pt x="5560" y="806"/>
                  </a:lnTo>
                  <a:lnTo>
                    <a:pt x="5547" y="818"/>
                  </a:lnTo>
                  <a:lnTo>
                    <a:pt x="4908" y="908"/>
                  </a:lnTo>
                  <a:lnTo>
                    <a:pt x="4704" y="1419"/>
                  </a:lnTo>
                  <a:lnTo>
                    <a:pt x="4691" y="1445"/>
                  </a:lnTo>
                  <a:lnTo>
                    <a:pt x="4653" y="1457"/>
                  </a:lnTo>
                  <a:lnTo>
                    <a:pt x="3451" y="1432"/>
                  </a:lnTo>
                  <a:lnTo>
                    <a:pt x="3426" y="1432"/>
                  </a:lnTo>
                  <a:lnTo>
                    <a:pt x="3400" y="1406"/>
                  </a:lnTo>
                  <a:lnTo>
                    <a:pt x="3106" y="985"/>
                  </a:lnTo>
                  <a:lnTo>
                    <a:pt x="2646" y="524"/>
                  </a:lnTo>
                  <a:lnTo>
                    <a:pt x="2161" y="269"/>
                  </a:lnTo>
                  <a:lnTo>
                    <a:pt x="1598" y="128"/>
                  </a:lnTo>
                  <a:lnTo>
                    <a:pt x="1585" y="128"/>
                  </a:lnTo>
                  <a:lnTo>
                    <a:pt x="11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8"/>
            <p:cNvSpPr/>
            <p:nvPr/>
          </p:nvSpPr>
          <p:spPr>
            <a:xfrm>
              <a:off x="4210975" y="3633100"/>
              <a:ext cx="209950" cy="344450"/>
            </a:xfrm>
            <a:custGeom>
              <a:rect b="b" l="l" r="r" t="t"/>
              <a:pathLst>
                <a:path extrusionOk="0" h="13778" w="8398">
                  <a:moveTo>
                    <a:pt x="8308" y="0"/>
                  </a:moveTo>
                  <a:lnTo>
                    <a:pt x="7733" y="537"/>
                  </a:lnTo>
                  <a:lnTo>
                    <a:pt x="7720" y="550"/>
                  </a:lnTo>
                  <a:lnTo>
                    <a:pt x="7529" y="550"/>
                  </a:lnTo>
                  <a:lnTo>
                    <a:pt x="6774" y="754"/>
                  </a:lnTo>
                  <a:lnTo>
                    <a:pt x="6608" y="844"/>
                  </a:lnTo>
                  <a:lnTo>
                    <a:pt x="6583" y="857"/>
                  </a:lnTo>
                  <a:lnTo>
                    <a:pt x="6544" y="844"/>
                  </a:lnTo>
                  <a:lnTo>
                    <a:pt x="6302" y="691"/>
                  </a:lnTo>
                  <a:lnTo>
                    <a:pt x="5982" y="1010"/>
                  </a:lnTo>
                  <a:lnTo>
                    <a:pt x="5957" y="1023"/>
                  </a:lnTo>
                  <a:lnTo>
                    <a:pt x="5944" y="1023"/>
                  </a:lnTo>
                  <a:lnTo>
                    <a:pt x="5496" y="1036"/>
                  </a:lnTo>
                  <a:lnTo>
                    <a:pt x="5484" y="1023"/>
                  </a:lnTo>
                  <a:lnTo>
                    <a:pt x="5305" y="972"/>
                  </a:lnTo>
                  <a:lnTo>
                    <a:pt x="4960" y="1112"/>
                  </a:lnTo>
                  <a:lnTo>
                    <a:pt x="4947" y="1112"/>
                  </a:lnTo>
                  <a:lnTo>
                    <a:pt x="4909" y="1099"/>
                  </a:lnTo>
                  <a:lnTo>
                    <a:pt x="4512" y="742"/>
                  </a:lnTo>
                  <a:lnTo>
                    <a:pt x="4385" y="742"/>
                  </a:lnTo>
                  <a:lnTo>
                    <a:pt x="4218" y="959"/>
                  </a:lnTo>
                  <a:lnTo>
                    <a:pt x="4206" y="972"/>
                  </a:lnTo>
                  <a:lnTo>
                    <a:pt x="4167" y="984"/>
                  </a:lnTo>
                  <a:lnTo>
                    <a:pt x="3745" y="933"/>
                  </a:lnTo>
                  <a:lnTo>
                    <a:pt x="3605" y="1278"/>
                  </a:lnTo>
                  <a:lnTo>
                    <a:pt x="3784" y="1905"/>
                  </a:lnTo>
                  <a:lnTo>
                    <a:pt x="3976" y="2275"/>
                  </a:lnTo>
                  <a:lnTo>
                    <a:pt x="4091" y="2748"/>
                  </a:lnTo>
                  <a:lnTo>
                    <a:pt x="3912" y="2774"/>
                  </a:lnTo>
                  <a:lnTo>
                    <a:pt x="4193" y="3426"/>
                  </a:lnTo>
                  <a:lnTo>
                    <a:pt x="4321" y="3592"/>
                  </a:lnTo>
                  <a:lnTo>
                    <a:pt x="4333" y="3604"/>
                  </a:lnTo>
                  <a:lnTo>
                    <a:pt x="4333" y="3630"/>
                  </a:lnTo>
                  <a:lnTo>
                    <a:pt x="4193" y="4742"/>
                  </a:lnTo>
                  <a:lnTo>
                    <a:pt x="4180" y="4768"/>
                  </a:lnTo>
                  <a:lnTo>
                    <a:pt x="4154" y="4780"/>
                  </a:lnTo>
                  <a:lnTo>
                    <a:pt x="3835" y="4857"/>
                  </a:lnTo>
                  <a:lnTo>
                    <a:pt x="3822" y="5726"/>
                  </a:lnTo>
                  <a:lnTo>
                    <a:pt x="3822" y="5764"/>
                  </a:lnTo>
                  <a:lnTo>
                    <a:pt x="3797" y="5777"/>
                  </a:lnTo>
                  <a:lnTo>
                    <a:pt x="3771" y="5790"/>
                  </a:lnTo>
                  <a:lnTo>
                    <a:pt x="3745" y="5777"/>
                  </a:lnTo>
                  <a:lnTo>
                    <a:pt x="3733" y="5764"/>
                  </a:lnTo>
                  <a:lnTo>
                    <a:pt x="3567" y="5611"/>
                  </a:lnTo>
                  <a:lnTo>
                    <a:pt x="3554" y="5598"/>
                  </a:lnTo>
                  <a:lnTo>
                    <a:pt x="3030" y="4704"/>
                  </a:lnTo>
                  <a:lnTo>
                    <a:pt x="3017" y="4678"/>
                  </a:lnTo>
                  <a:lnTo>
                    <a:pt x="3030" y="4013"/>
                  </a:lnTo>
                  <a:lnTo>
                    <a:pt x="3043" y="3988"/>
                  </a:lnTo>
                  <a:lnTo>
                    <a:pt x="3055" y="3975"/>
                  </a:lnTo>
                  <a:lnTo>
                    <a:pt x="3196" y="3860"/>
                  </a:lnTo>
                  <a:lnTo>
                    <a:pt x="3055" y="3336"/>
                  </a:lnTo>
                  <a:lnTo>
                    <a:pt x="2621" y="3413"/>
                  </a:lnTo>
                  <a:lnTo>
                    <a:pt x="2582" y="3413"/>
                  </a:lnTo>
                  <a:lnTo>
                    <a:pt x="2570" y="3400"/>
                  </a:lnTo>
                  <a:lnTo>
                    <a:pt x="2314" y="3029"/>
                  </a:lnTo>
                  <a:lnTo>
                    <a:pt x="2173" y="2940"/>
                  </a:lnTo>
                  <a:lnTo>
                    <a:pt x="14" y="3771"/>
                  </a:lnTo>
                  <a:lnTo>
                    <a:pt x="1" y="4371"/>
                  </a:lnTo>
                  <a:lnTo>
                    <a:pt x="729" y="4422"/>
                  </a:lnTo>
                  <a:lnTo>
                    <a:pt x="755" y="4435"/>
                  </a:lnTo>
                  <a:lnTo>
                    <a:pt x="780" y="4461"/>
                  </a:lnTo>
                  <a:lnTo>
                    <a:pt x="806" y="4589"/>
                  </a:lnTo>
                  <a:lnTo>
                    <a:pt x="1100" y="4589"/>
                  </a:lnTo>
                  <a:lnTo>
                    <a:pt x="1125" y="4601"/>
                  </a:lnTo>
                  <a:lnTo>
                    <a:pt x="1151" y="4627"/>
                  </a:lnTo>
                  <a:lnTo>
                    <a:pt x="1253" y="4844"/>
                  </a:lnTo>
                  <a:lnTo>
                    <a:pt x="1764" y="4908"/>
                  </a:lnTo>
                  <a:lnTo>
                    <a:pt x="1790" y="4921"/>
                  </a:lnTo>
                  <a:lnTo>
                    <a:pt x="1816" y="4934"/>
                  </a:lnTo>
                  <a:lnTo>
                    <a:pt x="1943" y="5189"/>
                  </a:lnTo>
                  <a:lnTo>
                    <a:pt x="1943" y="5215"/>
                  </a:lnTo>
                  <a:lnTo>
                    <a:pt x="1943" y="5470"/>
                  </a:lnTo>
                  <a:lnTo>
                    <a:pt x="2033" y="5790"/>
                  </a:lnTo>
                  <a:lnTo>
                    <a:pt x="2033" y="5816"/>
                  </a:lnTo>
                  <a:lnTo>
                    <a:pt x="1995" y="6020"/>
                  </a:lnTo>
                  <a:lnTo>
                    <a:pt x="1956" y="6621"/>
                  </a:lnTo>
                  <a:lnTo>
                    <a:pt x="1943" y="6646"/>
                  </a:lnTo>
                  <a:lnTo>
                    <a:pt x="1816" y="6966"/>
                  </a:lnTo>
                  <a:lnTo>
                    <a:pt x="1803" y="6991"/>
                  </a:lnTo>
                  <a:lnTo>
                    <a:pt x="1662" y="7106"/>
                  </a:lnTo>
                  <a:lnTo>
                    <a:pt x="1701" y="7285"/>
                  </a:lnTo>
                  <a:lnTo>
                    <a:pt x="1701" y="7720"/>
                  </a:lnTo>
                  <a:lnTo>
                    <a:pt x="1777" y="7809"/>
                  </a:lnTo>
                  <a:lnTo>
                    <a:pt x="1790" y="7835"/>
                  </a:lnTo>
                  <a:lnTo>
                    <a:pt x="1790" y="7860"/>
                  </a:lnTo>
                  <a:lnTo>
                    <a:pt x="1726" y="8065"/>
                  </a:lnTo>
                  <a:lnTo>
                    <a:pt x="1713" y="8090"/>
                  </a:lnTo>
                  <a:lnTo>
                    <a:pt x="1368" y="8410"/>
                  </a:lnTo>
                  <a:lnTo>
                    <a:pt x="1177" y="9087"/>
                  </a:lnTo>
                  <a:lnTo>
                    <a:pt x="1151" y="9126"/>
                  </a:lnTo>
                  <a:lnTo>
                    <a:pt x="831" y="9356"/>
                  </a:lnTo>
                  <a:lnTo>
                    <a:pt x="397" y="10008"/>
                  </a:lnTo>
                  <a:lnTo>
                    <a:pt x="665" y="11874"/>
                  </a:lnTo>
                  <a:lnTo>
                    <a:pt x="653" y="12934"/>
                  </a:lnTo>
                  <a:lnTo>
                    <a:pt x="729" y="13139"/>
                  </a:lnTo>
                  <a:lnTo>
                    <a:pt x="729" y="13177"/>
                  </a:lnTo>
                  <a:lnTo>
                    <a:pt x="563" y="13663"/>
                  </a:lnTo>
                  <a:lnTo>
                    <a:pt x="1138" y="13778"/>
                  </a:lnTo>
                  <a:lnTo>
                    <a:pt x="1304" y="13164"/>
                  </a:lnTo>
                  <a:lnTo>
                    <a:pt x="1087" y="13152"/>
                  </a:lnTo>
                  <a:lnTo>
                    <a:pt x="895" y="12998"/>
                  </a:lnTo>
                  <a:lnTo>
                    <a:pt x="1624" y="12487"/>
                  </a:lnTo>
                  <a:lnTo>
                    <a:pt x="2276" y="12308"/>
                  </a:lnTo>
                  <a:lnTo>
                    <a:pt x="3106" y="11886"/>
                  </a:lnTo>
                  <a:lnTo>
                    <a:pt x="3336" y="11631"/>
                  </a:lnTo>
                  <a:lnTo>
                    <a:pt x="3221" y="11375"/>
                  </a:lnTo>
                  <a:lnTo>
                    <a:pt x="3452" y="10992"/>
                  </a:lnTo>
                  <a:lnTo>
                    <a:pt x="3528" y="10391"/>
                  </a:lnTo>
                  <a:lnTo>
                    <a:pt x="3452" y="10135"/>
                  </a:lnTo>
                  <a:lnTo>
                    <a:pt x="3439" y="9880"/>
                  </a:lnTo>
                  <a:lnTo>
                    <a:pt x="3273" y="9931"/>
                  </a:lnTo>
                  <a:lnTo>
                    <a:pt x="3285" y="9701"/>
                  </a:lnTo>
                  <a:lnTo>
                    <a:pt x="3413" y="9471"/>
                  </a:lnTo>
                  <a:lnTo>
                    <a:pt x="3362" y="9049"/>
                  </a:lnTo>
                  <a:lnTo>
                    <a:pt x="3234" y="8960"/>
                  </a:lnTo>
                  <a:lnTo>
                    <a:pt x="3260" y="8678"/>
                  </a:lnTo>
                  <a:lnTo>
                    <a:pt x="2979" y="8372"/>
                  </a:lnTo>
                  <a:lnTo>
                    <a:pt x="2979" y="8193"/>
                  </a:lnTo>
                  <a:lnTo>
                    <a:pt x="3158" y="8116"/>
                  </a:lnTo>
                  <a:lnTo>
                    <a:pt x="3145" y="7809"/>
                  </a:lnTo>
                  <a:lnTo>
                    <a:pt x="3439" y="7809"/>
                  </a:lnTo>
                  <a:lnTo>
                    <a:pt x="4321" y="7183"/>
                  </a:lnTo>
                  <a:lnTo>
                    <a:pt x="4295" y="6812"/>
                  </a:lnTo>
                  <a:lnTo>
                    <a:pt x="4474" y="7004"/>
                  </a:lnTo>
                  <a:lnTo>
                    <a:pt x="4653" y="6723"/>
                  </a:lnTo>
                  <a:lnTo>
                    <a:pt x="4947" y="6506"/>
                  </a:lnTo>
                  <a:lnTo>
                    <a:pt x="5126" y="6352"/>
                  </a:lnTo>
                  <a:lnTo>
                    <a:pt x="5087" y="6058"/>
                  </a:lnTo>
                  <a:lnTo>
                    <a:pt x="5254" y="6058"/>
                  </a:lnTo>
                  <a:lnTo>
                    <a:pt x="5778" y="5854"/>
                  </a:lnTo>
                  <a:lnTo>
                    <a:pt x="5867" y="5752"/>
                  </a:lnTo>
                  <a:lnTo>
                    <a:pt x="6110" y="5867"/>
                  </a:lnTo>
                  <a:lnTo>
                    <a:pt x="6762" y="5675"/>
                  </a:lnTo>
                  <a:lnTo>
                    <a:pt x="6902" y="5355"/>
                  </a:lnTo>
                  <a:lnTo>
                    <a:pt x="7196" y="5292"/>
                  </a:lnTo>
                  <a:lnTo>
                    <a:pt x="7810" y="4550"/>
                  </a:lnTo>
                  <a:lnTo>
                    <a:pt x="7835" y="4371"/>
                  </a:lnTo>
                  <a:lnTo>
                    <a:pt x="7950" y="4307"/>
                  </a:lnTo>
                  <a:lnTo>
                    <a:pt x="8001" y="4141"/>
                  </a:lnTo>
                  <a:lnTo>
                    <a:pt x="8155" y="3937"/>
                  </a:lnTo>
                  <a:lnTo>
                    <a:pt x="8270" y="3707"/>
                  </a:lnTo>
                  <a:lnTo>
                    <a:pt x="8219" y="3387"/>
                  </a:lnTo>
                  <a:lnTo>
                    <a:pt x="8104" y="3259"/>
                  </a:lnTo>
                  <a:lnTo>
                    <a:pt x="8155" y="2710"/>
                  </a:lnTo>
                  <a:lnTo>
                    <a:pt x="8091" y="2608"/>
                  </a:lnTo>
                  <a:lnTo>
                    <a:pt x="8257" y="2441"/>
                  </a:lnTo>
                  <a:lnTo>
                    <a:pt x="8193" y="2250"/>
                  </a:lnTo>
                  <a:lnTo>
                    <a:pt x="8168" y="2160"/>
                  </a:lnTo>
                  <a:lnTo>
                    <a:pt x="8308" y="2045"/>
                  </a:lnTo>
                  <a:lnTo>
                    <a:pt x="8321" y="1687"/>
                  </a:lnTo>
                  <a:lnTo>
                    <a:pt x="8257" y="1419"/>
                  </a:lnTo>
                  <a:lnTo>
                    <a:pt x="8193" y="1036"/>
                  </a:lnTo>
                  <a:lnTo>
                    <a:pt x="8206" y="716"/>
                  </a:lnTo>
                  <a:lnTo>
                    <a:pt x="8398" y="154"/>
                  </a:lnTo>
                  <a:lnTo>
                    <a:pt x="8308" y="39"/>
                  </a:lnTo>
                  <a:lnTo>
                    <a:pt x="8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8"/>
            <p:cNvSpPr/>
            <p:nvPr/>
          </p:nvSpPr>
          <p:spPr>
            <a:xfrm>
              <a:off x="4045150" y="2939100"/>
              <a:ext cx="328500" cy="284400"/>
            </a:xfrm>
            <a:custGeom>
              <a:rect b="b" l="l" r="r" t="t"/>
              <a:pathLst>
                <a:path extrusionOk="0" h="11376" w="13140">
                  <a:moveTo>
                    <a:pt x="11631" y="1"/>
                  </a:moveTo>
                  <a:lnTo>
                    <a:pt x="2429" y="257"/>
                  </a:lnTo>
                  <a:lnTo>
                    <a:pt x="2506" y="1841"/>
                  </a:lnTo>
                  <a:lnTo>
                    <a:pt x="2493" y="1867"/>
                  </a:lnTo>
                  <a:lnTo>
                    <a:pt x="2493" y="1880"/>
                  </a:lnTo>
                  <a:lnTo>
                    <a:pt x="2467" y="1892"/>
                  </a:lnTo>
                  <a:lnTo>
                    <a:pt x="2454" y="1905"/>
                  </a:lnTo>
                  <a:lnTo>
                    <a:pt x="1764" y="1956"/>
                  </a:lnTo>
                  <a:lnTo>
                    <a:pt x="1726" y="5433"/>
                  </a:lnTo>
                  <a:lnTo>
                    <a:pt x="1713" y="5458"/>
                  </a:lnTo>
                  <a:lnTo>
                    <a:pt x="1675" y="5484"/>
                  </a:lnTo>
                  <a:lnTo>
                    <a:pt x="908" y="5637"/>
                  </a:lnTo>
                  <a:lnTo>
                    <a:pt x="908" y="5880"/>
                  </a:lnTo>
                  <a:lnTo>
                    <a:pt x="908" y="5906"/>
                  </a:lnTo>
                  <a:lnTo>
                    <a:pt x="895" y="5918"/>
                  </a:lnTo>
                  <a:lnTo>
                    <a:pt x="461" y="6353"/>
                  </a:lnTo>
                  <a:lnTo>
                    <a:pt x="461" y="6864"/>
                  </a:lnTo>
                  <a:lnTo>
                    <a:pt x="448" y="6890"/>
                  </a:lnTo>
                  <a:lnTo>
                    <a:pt x="422" y="6915"/>
                  </a:lnTo>
                  <a:lnTo>
                    <a:pt x="282" y="6979"/>
                  </a:lnTo>
                  <a:lnTo>
                    <a:pt x="282" y="7286"/>
                  </a:lnTo>
                  <a:lnTo>
                    <a:pt x="282" y="7311"/>
                  </a:lnTo>
                  <a:lnTo>
                    <a:pt x="256" y="7337"/>
                  </a:lnTo>
                  <a:lnTo>
                    <a:pt x="1" y="7529"/>
                  </a:lnTo>
                  <a:lnTo>
                    <a:pt x="1" y="7720"/>
                  </a:lnTo>
                  <a:lnTo>
                    <a:pt x="205" y="7720"/>
                  </a:lnTo>
                  <a:lnTo>
                    <a:pt x="243" y="7733"/>
                  </a:lnTo>
                  <a:lnTo>
                    <a:pt x="256" y="7772"/>
                  </a:lnTo>
                  <a:lnTo>
                    <a:pt x="346" y="8423"/>
                  </a:lnTo>
                  <a:lnTo>
                    <a:pt x="525" y="8871"/>
                  </a:lnTo>
                  <a:lnTo>
                    <a:pt x="755" y="9024"/>
                  </a:lnTo>
                  <a:lnTo>
                    <a:pt x="767" y="9050"/>
                  </a:lnTo>
                  <a:lnTo>
                    <a:pt x="767" y="9062"/>
                  </a:lnTo>
                  <a:lnTo>
                    <a:pt x="908" y="9829"/>
                  </a:lnTo>
                  <a:lnTo>
                    <a:pt x="1406" y="10519"/>
                  </a:lnTo>
                  <a:lnTo>
                    <a:pt x="1419" y="10558"/>
                  </a:lnTo>
                  <a:lnTo>
                    <a:pt x="1330" y="11299"/>
                  </a:lnTo>
                  <a:lnTo>
                    <a:pt x="1777" y="11376"/>
                  </a:lnTo>
                  <a:lnTo>
                    <a:pt x="1969" y="11286"/>
                  </a:lnTo>
                  <a:lnTo>
                    <a:pt x="1982" y="11273"/>
                  </a:lnTo>
                  <a:lnTo>
                    <a:pt x="2007" y="11286"/>
                  </a:lnTo>
                  <a:lnTo>
                    <a:pt x="2033" y="11286"/>
                  </a:lnTo>
                  <a:lnTo>
                    <a:pt x="2045" y="11312"/>
                  </a:lnTo>
                  <a:lnTo>
                    <a:pt x="2084" y="11184"/>
                  </a:lnTo>
                  <a:lnTo>
                    <a:pt x="2097" y="11171"/>
                  </a:lnTo>
                  <a:lnTo>
                    <a:pt x="2442" y="10813"/>
                  </a:lnTo>
                  <a:lnTo>
                    <a:pt x="2672" y="10123"/>
                  </a:lnTo>
                  <a:lnTo>
                    <a:pt x="2761" y="9855"/>
                  </a:lnTo>
                  <a:lnTo>
                    <a:pt x="2787" y="9829"/>
                  </a:lnTo>
                  <a:lnTo>
                    <a:pt x="2812" y="9816"/>
                  </a:lnTo>
                  <a:lnTo>
                    <a:pt x="3106" y="9816"/>
                  </a:lnTo>
                  <a:lnTo>
                    <a:pt x="3132" y="9829"/>
                  </a:lnTo>
                  <a:lnTo>
                    <a:pt x="3157" y="9842"/>
                  </a:lnTo>
                  <a:lnTo>
                    <a:pt x="3515" y="10366"/>
                  </a:lnTo>
                  <a:lnTo>
                    <a:pt x="4512" y="10366"/>
                  </a:lnTo>
                  <a:lnTo>
                    <a:pt x="4666" y="10251"/>
                  </a:lnTo>
                  <a:lnTo>
                    <a:pt x="4691" y="10238"/>
                  </a:lnTo>
                  <a:lnTo>
                    <a:pt x="4717" y="10238"/>
                  </a:lnTo>
                  <a:lnTo>
                    <a:pt x="5113" y="10340"/>
                  </a:lnTo>
                  <a:lnTo>
                    <a:pt x="5138" y="10353"/>
                  </a:lnTo>
                  <a:lnTo>
                    <a:pt x="5151" y="10366"/>
                  </a:lnTo>
                  <a:lnTo>
                    <a:pt x="5228" y="10609"/>
                  </a:lnTo>
                  <a:lnTo>
                    <a:pt x="5675" y="10622"/>
                  </a:lnTo>
                  <a:lnTo>
                    <a:pt x="5790" y="10392"/>
                  </a:lnTo>
                  <a:lnTo>
                    <a:pt x="5803" y="10366"/>
                  </a:lnTo>
                  <a:lnTo>
                    <a:pt x="5829" y="10366"/>
                  </a:lnTo>
                  <a:lnTo>
                    <a:pt x="6225" y="10289"/>
                  </a:lnTo>
                  <a:lnTo>
                    <a:pt x="6225" y="10098"/>
                  </a:lnTo>
                  <a:lnTo>
                    <a:pt x="6238" y="10072"/>
                  </a:lnTo>
                  <a:lnTo>
                    <a:pt x="6263" y="10046"/>
                  </a:lnTo>
                  <a:lnTo>
                    <a:pt x="6634" y="9906"/>
                  </a:lnTo>
                  <a:lnTo>
                    <a:pt x="6672" y="9906"/>
                  </a:lnTo>
                  <a:lnTo>
                    <a:pt x="7337" y="10161"/>
                  </a:lnTo>
                  <a:lnTo>
                    <a:pt x="7822" y="10187"/>
                  </a:lnTo>
                  <a:lnTo>
                    <a:pt x="8167" y="9574"/>
                  </a:lnTo>
                  <a:lnTo>
                    <a:pt x="8180" y="9561"/>
                  </a:lnTo>
                  <a:lnTo>
                    <a:pt x="8589" y="9241"/>
                  </a:lnTo>
                  <a:lnTo>
                    <a:pt x="8589" y="8781"/>
                  </a:lnTo>
                  <a:lnTo>
                    <a:pt x="8410" y="8526"/>
                  </a:lnTo>
                  <a:lnTo>
                    <a:pt x="8397" y="8500"/>
                  </a:lnTo>
                  <a:lnTo>
                    <a:pt x="8397" y="8462"/>
                  </a:lnTo>
                  <a:lnTo>
                    <a:pt x="8423" y="8449"/>
                  </a:lnTo>
                  <a:lnTo>
                    <a:pt x="8449" y="8436"/>
                  </a:lnTo>
                  <a:lnTo>
                    <a:pt x="8794" y="8462"/>
                  </a:lnTo>
                  <a:lnTo>
                    <a:pt x="8883" y="8308"/>
                  </a:lnTo>
                  <a:lnTo>
                    <a:pt x="8896" y="8296"/>
                  </a:lnTo>
                  <a:lnTo>
                    <a:pt x="8921" y="8283"/>
                  </a:lnTo>
                  <a:lnTo>
                    <a:pt x="9190" y="8232"/>
                  </a:lnTo>
                  <a:lnTo>
                    <a:pt x="9215" y="8232"/>
                  </a:lnTo>
                  <a:lnTo>
                    <a:pt x="9241" y="8244"/>
                  </a:lnTo>
                  <a:lnTo>
                    <a:pt x="9254" y="8257"/>
                  </a:lnTo>
                  <a:lnTo>
                    <a:pt x="9254" y="8283"/>
                  </a:lnTo>
                  <a:lnTo>
                    <a:pt x="9382" y="9497"/>
                  </a:lnTo>
                  <a:lnTo>
                    <a:pt x="9727" y="9765"/>
                  </a:lnTo>
                  <a:lnTo>
                    <a:pt x="9752" y="9778"/>
                  </a:lnTo>
                  <a:lnTo>
                    <a:pt x="10097" y="10404"/>
                  </a:lnTo>
                  <a:lnTo>
                    <a:pt x="10225" y="10225"/>
                  </a:lnTo>
                  <a:lnTo>
                    <a:pt x="10225" y="9778"/>
                  </a:lnTo>
                  <a:lnTo>
                    <a:pt x="10238" y="9740"/>
                  </a:lnTo>
                  <a:lnTo>
                    <a:pt x="10263" y="9727"/>
                  </a:lnTo>
                  <a:lnTo>
                    <a:pt x="10660" y="9548"/>
                  </a:lnTo>
                  <a:lnTo>
                    <a:pt x="10672" y="8679"/>
                  </a:lnTo>
                  <a:lnTo>
                    <a:pt x="10672" y="8666"/>
                  </a:lnTo>
                  <a:lnTo>
                    <a:pt x="10685" y="8641"/>
                  </a:lnTo>
                  <a:lnTo>
                    <a:pt x="10954" y="8385"/>
                  </a:lnTo>
                  <a:lnTo>
                    <a:pt x="11107" y="7989"/>
                  </a:lnTo>
                  <a:lnTo>
                    <a:pt x="11107" y="7976"/>
                  </a:lnTo>
                  <a:lnTo>
                    <a:pt x="11133" y="7963"/>
                  </a:lnTo>
                  <a:lnTo>
                    <a:pt x="11401" y="7835"/>
                  </a:lnTo>
                  <a:lnTo>
                    <a:pt x="11695" y="7158"/>
                  </a:lnTo>
                  <a:lnTo>
                    <a:pt x="11720" y="5867"/>
                  </a:lnTo>
                  <a:lnTo>
                    <a:pt x="11720" y="5842"/>
                  </a:lnTo>
                  <a:lnTo>
                    <a:pt x="12040" y="4985"/>
                  </a:lnTo>
                  <a:lnTo>
                    <a:pt x="11925" y="3950"/>
                  </a:lnTo>
                  <a:lnTo>
                    <a:pt x="11925" y="3937"/>
                  </a:lnTo>
                  <a:lnTo>
                    <a:pt x="11938" y="3912"/>
                  </a:lnTo>
                  <a:lnTo>
                    <a:pt x="11950" y="3899"/>
                  </a:lnTo>
                  <a:lnTo>
                    <a:pt x="11976" y="3899"/>
                  </a:lnTo>
                  <a:lnTo>
                    <a:pt x="12385" y="3886"/>
                  </a:lnTo>
                  <a:lnTo>
                    <a:pt x="12781" y="3631"/>
                  </a:lnTo>
                  <a:lnTo>
                    <a:pt x="12807" y="3618"/>
                  </a:lnTo>
                  <a:lnTo>
                    <a:pt x="13024" y="3618"/>
                  </a:lnTo>
                  <a:lnTo>
                    <a:pt x="13139" y="3030"/>
                  </a:lnTo>
                  <a:lnTo>
                    <a:pt x="12909" y="2864"/>
                  </a:lnTo>
                  <a:lnTo>
                    <a:pt x="12641" y="2800"/>
                  </a:lnTo>
                  <a:lnTo>
                    <a:pt x="12270" y="2340"/>
                  </a:lnTo>
                  <a:lnTo>
                    <a:pt x="12270" y="1880"/>
                  </a:lnTo>
                  <a:lnTo>
                    <a:pt x="11989" y="1535"/>
                  </a:lnTo>
                  <a:lnTo>
                    <a:pt x="11989" y="1011"/>
                  </a:lnTo>
                  <a:lnTo>
                    <a:pt x="11823" y="806"/>
                  </a:lnTo>
                  <a:lnTo>
                    <a:pt x="11899" y="678"/>
                  </a:lnTo>
                  <a:lnTo>
                    <a:pt x="12066" y="678"/>
                  </a:lnTo>
                  <a:lnTo>
                    <a:pt x="116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8"/>
            <p:cNvSpPr/>
            <p:nvPr/>
          </p:nvSpPr>
          <p:spPr>
            <a:xfrm>
              <a:off x="4437200" y="3627975"/>
              <a:ext cx="143800" cy="260450"/>
            </a:xfrm>
            <a:custGeom>
              <a:rect b="b" l="l" r="r" t="t"/>
              <a:pathLst>
                <a:path extrusionOk="0" h="10418" w="5752">
                  <a:moveTo>
                    <a:pt x="5125" y="1"/>
                  </a:moveTo>
                  <a:lnTo>
                    <a:pt x="4934" y="116"/>
                  </a:lnTo>
                  <a:lnTo>
                    <a:pt x="4819" y="167"/>
                  </a:lnTo>
                  <a:lnTo>
                    <a:pt x="4704" y="167"/>
                  </a:lnTo>
                  <a:lnTo>
                    <a:pt x="4601" y="947"/>
                  </a:lnTo>
                  <a:lnTo>
                    <a:pt x="4461" y="947"/>
                  </a:lnTo>
                  <a:lnTo>
                    <a:pt x="4256" y="1049"/>
                  </a:lnTo>
                  <a:lnTo>
                    <a:pt x="4167" y="883"/>
                  </a:lnTo>
                  <a:lnTo>
                    <a:pt x="4039" y="921"/>
                  </a:lnTo>
                  <a:lnTo>
                    <a:pt x="3962" y="1177"/>
                  </a:lnTo>
                  <a:lnTo>
                    <a:pt x="3886" y="1292"/>
                  </a:lnTo>
                  <a:lnTo>
                    <a:pt x="3962" y="1381"/>
                  </a:lnTo>
                  <a:lnTo>
                    <a:pt x="4014" y="1586"/>
                  </a:lnTo>
                  <a:lnTo>
                    <a:pt x="3732" y="1675"/>
                  </a:lnTo>
                  <a:lnTo>
                    <a:pt x="3732" y="1854"/>
                  </a:lnTo>
                  <a:lnTo>
                    <a:pt x="3541" y="2122"/>
                  </a:lnTo>
                  <a:lnTo>
                    <a:pt x="3541" y="1892"/>
                  </a:lnTo>
                  <a:lnTo>
                    <a:pt x="3413" y="1931"/>
                  </a:lnTo>
                  <a:lnTo>
                    <a:pt x="3298" y="2174"/>
                  </a:lnTo>
                  <a:lnTo>
                    <a:pt x="3221" y="2506"/>
                  </a:lnTo>
                  <a:lnTo>
                    <a:pt x="3106" y="2301"/>
                  </a:lnTo>
                  <a:lnTo>
                    <a:pt x="2736" y="2493"/>
                  </a:lnTo>
                  <a:lnTo>
                    <a:pt x="2633" y="2889"/>
                  </a:lnTo>
                  <a:lnTo>
                    <a:pt x="2480" y="2672"/>
                  </a:lnTo>
                  <a:lnTo>
                    <a:pt x="2224" y="2723"/>
                  </a:lnTo>
                  <a:lnTo>
                    <a:pt x="2109" y="2889"/>
                  </a:lnTo>
                  <a:lnTo>
                    <a:pt x="1905" y="2876"/>
                  </a:lnTo>
                  <a:lnTo>
                    <a:pt x="1815" y="2800"/>
                  </a:lnTo>
                  <a:lnTo>
                    <a:pt x="1624" y="2940"/>
                  </a:lnTo>
                  <a:lnTo>
                    <a:pt x="1266" y="2940"/>
                  </a:lnTo>
                  <a:lnTo>
                    <a:pt x="1253" y="3183"/>
                  </a:lnTo>
                  <a:lnTo>
                    <a:pt x="997" y="3797"/>
                  </a:lnTo>
                  <a:lnTo>
                    <a:pt x="921" y="4346"/>
                  </a:lnTo>
                  <a:lnTo>
                    <a:pt x="1036" y="4397"/>
                  </a:lnTo>
                  <a:lnTo>
                    <a:pt x="921" y="4627"/>
                  </a:lnTo>
                  <a:lnTo>
                    <a:pt x="985" y="4973"/>
                  </a:lnTo>
                  <a:lnTo>
                    <a:pt x="1023" y="5164"/>
                  </a:lnTo>
                  <a:lnTo>
                    <a:pt x="997" y="5829"/>
                  </a:lnTo>
                  <a:lnTo>
                    <a:pt x="895" y="6059"/>
                  </a:lnTo>
                  <a:lnTo>
                    <a:pt x="512" y="6634"/>
                  </a:lnTo>
                  <a:lnTo>
                    <a:pt x="499" y="6787"/>
                  </a:lnTo>
                  <a:lnTo>
                    <a:pt x="358" y="6787"/>
                  </a:lnTo>
                  <a:lnTo>
                    <a:pt x="0" y="7286"/>
                  </a:lnTo>
                  <a:lnTo>
                    <a:pt x="0" y="7925"/>
                  </a:lnTo>
                  <a:lnTo>
                    <a:pt x="192" y="8385"/>
                  </a:lnTo>
                  <a:lnTo>
                    <a:pt x="26" y="9024"/>
                  </a:lnTo>
                  <a:lnTo>
                    <a:pt x="26" y="9369"/>
                  </a:lnTo>
                  <a:lnTo>
                    <a:pt x="128" y="9446"/>
                  </a:lnTo>
                  <a:lnTo>
                    <a:pt x="103" y="9740"/>
                  </a:lnTo>
                  <a:lnTo>
                    <a:pt x="358" y="9919"/>
                  </a:lnTo>
                  <a:lnTo>
                    <a:pt x="346" y="10098"/>
                  </a:lnTo>
                  <a:lnTo>
                    <a:pt x="806" y="10417"/>
                  </a:lnTo>
                  <a:lnTo>
                    <a:pt x="1112" y="10417"/>
                  </a:lnTo>
                  <a:lnTo>
                    <a:pt x="1419" y="10225"/>
                  </a:lnTo>
                  <a:lnTo>
                    <a:pt x="2033" y="10238"/>
                  </a:lnTo>
                  <a:lnTo>
                    <a:pt x="2697" y="9216"/>
                  </a:lnTo>
                  <a:lnTo>
                    <a:pt x="3375" y="7912"/>
                  </a:lnTo>
                  <a:lnTo>
                    <a:pt x="3375" y="7746"/>
                  </a:lnTo>
                  <a:lnTo>
                    <a:pt x="4065" y="6084"/>
                  </a:lnTo>
                  <a:lnTo>
                    <a:pt x="4320" y="5305"/>
                  </a:lnTo>
                  <a:lnTo>
                    <a:pt x="4499" y="5011"/>
                  </a:lnTo>
                  <a:lnTo>
                    <a:pt x="4563" y="4806"/>
                  </a:lnTo>
                  <a:lnTo>
                    <a:pt x="4857" y="4321"/>
                  </a:lnTo>
                  <a:lnTo>
                    <a:pt x="4857" y="3950"/>
                  </a:lnTo>
                  <a:lnTo>
                    <a:pt x="5023" y="3682"/>
                  </a:lnTo>
                  <a:lnTo>
                    <a:pt x="5100" y="3132"/>
                  </a:lnTo>
                  <a:lnTo>
                    <a:pt x="5177" y="2979"/>
                  </a:lnTo>
                  <a:lnTo>
                    <a:pt x="5087" y="2813"/>
                  </a:lnTo>
                  <a:lnTo>
                    <a:pt x="5228" y="2736"/>
                  </a:lnTo>
                  <a:lnTo>
                    <a:pt x="5445" y="3068"/>
                  </a:lnTo>
                  <a:lnTo>
                    <a:pt x="5662" y="2736"/>
                  </a:lnTo>
                  <a:lnTo>
                    <a:pt x="5752" y="1726"/>
                  </a:lnTo>
                  <a:lnTo>
                    <a:pt x="5637" y="1611"/>
                  </a:lnTo>
                  <a:lnTo>
                    <a:pt x="5675" y="1074"/>
                  </a:lnTo>
                  <a:lnTo>
                    <a:pt x="5509" y="870"/>
                  </a:lnTo>
                  <a:lnTo>
                    <a:pt x="5471" y="512"/>
                  </a:lnTo>
                  <a:lnTo>
                    <a:pt x="5317" y="448"/>
                  </a:lnTo>
                  <a:lnTo>
                    <a:pt x="5317" y="167"/>
                  </a:lnTo>
                  <a:lnTo>
                    <a:pt x="5113" y="167"/>
                  </a:lnTo>
                  <a:lnTo>
                    <a:pt x="51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8"/>
            <p:cNvSpPr/>
            <p:nvPr/>
          </p:nvSpPr>
          <p:spPr>
            <a:xfrm>
              <a:off x="4475225" y="3597625"/>
              <a:ext cx="11200" cy="19200"/>
            </a:xfrm>
            <a:custGeom>
              <a:rect b="b" l="l" r="r" t="t"/>
              <a:pathLst>
                <a:path extrusionOk="0" h="768" w="448">
                  <a:moveTo>
                    <a:pt x="179" y="1"/>
                  </a:moveTo>
                  <a:lnTo>
                    <a:pt x="0" y="307"/>
                  </a:lnTo>
                  <a:lnTo>
                    <a:pt x="90" y="768"/>
                  </a:lnTo>
                  <a:lnTo>
                    <a:pt x="345" y="550"/>
                  </a:lnTo>
                  <a:lnTo>
                    <a:pt x="448" y="231"/>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8"/>
            <p:cNvSpPr/>
            <p:nvPr/>
          </p:nvSpPr>
          <p:spPr>
            <a:xfrm>
              <a:off x="4204600" y="3321575"/>
              <a:ext cx="107050" cy="110900"/>
            </a:xfrm>
            <a:custGeom>
              <a:rect b="b" l="l" r="r" t="t"/>
              <a:pathLst>
                <a:path extrusionOk="0" h="4436" w="4282">
                  <a:moveTo>
                    <a:pt x="3451" y="0"/>
                  </a:moveTo>
                  <a:lnTo>
                    <a:pt x="3438" y="13"/>
                  </a:lnTo>
                  <a:lnTo>
                    <a:pt x="2748" y="333"/>
                  </a:lnTo>
                  <a:lnTo>
                    <a:pt x="2735" y="333"/>
                  </a:lnTo>
                  <a:lnTo>
                    <a:pt x="2288" y="320"/>
                  </a:lnTo>
                  <a:lnTo>
                    <a:pt x="2019" y="486"/>
                  </a:lnTo>
                  <a:lnTo>
                    <a:pt x="1994" y="486"/>
                  </a:lnTo>
                  <a:lnTo>
                    <a:pt x="1956" y="473"/>
                  </a:lnTo>
                  <a:lnTo>
                    <a:pt x="1789" y="345"/>
                  </a:lnTo>
                  <a:lnTo>
                    <a:pt x="1278" y="307"/>
                  </a:lnTo>
                  <a:lnTo>
                    <a:pt x="1138" y="448"/>
                  </a:lnTo>
                  <a:lnTo>
                    <a:pt x="1112" y="1087"/>
                  </a:lnTo>
                  <a:lnTo>
                    <a:pt x="1112" y="1342"/>
                  </a:lnTo>
                  <a:lnTo>
                    <a:pt x="1304" y="1432"/>
                  </a:lnTo>
                  <a:lnTo>
                    <a:pt x="1329" y="1457"/>
                  </a:lnTo>
                  <a:lnTo>
                    <a:pt x="1432" y="1649"/>
                  </a:lnTo>
                  <a:lnTo>
                    <a:pt x="1432" y="1687"/>
                  </a:lnTo>
                  <a:lnTo>
                    <a:pt x="1419" y="1713"/>
                  </a:lnTo>
                  <a:lnTo>
                    <a:pt x="1291" y="1841"/>
                  </a:lnTo>
                  <a:lnTo>
                    <a:pt x="1291" y="1930"/>
                  </a:lnTo>
                  <a:lnTo>
                    <a:pt x="1317" y="2058"/>
                  </a:lnTo>
                  <a:lnTo>
                    <a:pt x="1329" y="2147"/>
                  </a:lnTo>
                  <a:lnTo>
                    <a:pt x="1317" y="2186"/>
                  </a:lnTo>
                  <a:lnTo>
                    <a:pt x="1291" y="2199"/>
                  </a:lnTo>
                  <a:lnTo>
                    <a:pt x="1253" y="2211"/>
                  </a:lnTo>
                  <a:lnTo>
                    <a:pt x="1189" y="2237"/>
                  </a:lnTo>
                  <a:lnTo>
                    <a:pt x="1010" y="2339"/>
                  </a:lnTo>
                  <a:lnTo>
                    <a:pt x="767" y="2480"/>
                  </a:lnTo>
                  <a:lnTo>
                    <a:pt x="767" y="2697"/>
                  </a:lnTo>
                  <a:lnTo>
                    <a:pt x="537" y="2697"/>
                  </a:lnTo>
                  <a:lnTo>
                    <a:pt x="320" y="2889"/>
                  </a:lnTo>
                  <a:lnTo>
                    <a:pt x="332" y="2914"/>
                  </a:lnTo>
                  <a:lnTo>
                    <a:pt x="320" y="2940"/>
                  </a:lnTo>
                  <a:lnTo>
                    <a:pt x="26" y="3630"/>
                  </a:lnTo>
                  <a:lnTo>
                    <a:pt x="0" y="4435"/>
                  </a:lnTo>
                  <a:lnTo>
                    <a:pt x="345" y="4435"/>
                  </a:lnTo>
                  <a:lnTo>
                    <a:pt x="614" y="4231"/>
                  </a:lnTo>
                  <a:lnTo>
                    <a:pt x="652" y="4218"/>
                  </a:lnTo>
                  <a:lnTo>
                    <a:pt x="1623" y="4231"/>
                  </a:lnTo>
                  <a:lnTo>
                    <a:pt x="1662" y="3988"/>
                  </a:lnTo>
                  <a:lnTo>
                    <a:pt x="1892" y="3988"/>
                  </a:lnTo>
                  <a:lnTo>
                    <a:pt x="2019" y="3834"/>
                  </a:lnTo>
                  <a:lnTo>
                    <a:pt x="2595" y="3745"/>
                  </a:lnTo>
                  <a:lnTo>
                    <a:pt x="2722" y="3604"/>
                  </a:lnTo>
                  <a:lnTo>
                    <a:pt x="3119" y="3604"/>
                  </a:lnTo>
                  <a:lnTo>
                    <a:pt x="3208" y="3898"/>
                  </a:lnTo>
                  <a:lnTo>
                    <a:pt x="3361" y="3898"/>
                  </a:lnTo>
                  <a:lnTo>
                    <a:pt x="3374" y="3247"/>
                  </a:lnTo>
                  <a:lnTo>
                    <a:pt x="3387" y="3221"/>
                  </a:lnTo>
                  <a:lnTo>
                    <a:pt x="4282" y="2186"/>
                  </a:lnTo>
                  <a:lnTo>
                    <a:pt x="4282" y="1956"/>
                  </a:lnTo>
                  <a:lnTo>
                    <a:pt x="4154" y="1738"/>
                  </a:lnTo>
                  <a:lnTo>
                    <a:pt x="4154" y="1713"/>
                  </a:lnTo>
                  <a:lnTo>
                    <a:pt x="4154" y="1700"/>
                  </a:lnTo>
                  <a:lnTo>
                    <a:pt x="4218" y="1406"/>
                  </a:lnTo>
                  <a:lnTo>
                    <a:pt x="3860" y="333"/>
                  </a:lnTo>
                  <a:lnTo>
                    <a:pt x="3643" y="281"/>
                  </a:lnTo>
                  <a:lnTo>
                    <a:pt x="3630" y="269"/>
                  </a:lnTo>
                  <a:lnTo>
                    <a:pt x="3617" y="256"/>
                  </a:lnTo>
                  <a:lnTo>
                    <a:pt x="34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8"/>
            <p:cNvSpPr/>
            <p:nvPr/>
          </p:nvSpPr>
          <p:spPr>
            <a:xfrm>
              <a:off x="3900400" y="3186425"/>
              <a:ext cx="258525" cy="153050"/>
            </a:xfrm>
            <a:custGeom>
              <a:rect b="b" l="l" r="r" t="t"/>
              <a:pathLst>
                <a:path extrusionOk="0" h="6122" w="10341">
                  <a:moveTo>
                    <a:pt x="6225" y="0"/>
                  </a:moveTo>
                  <a:lnTo>
                    <a:pt x="6033" y="422"/>
                  </a:lnTo>
                  <a:lnTo>
                    <a:pt x="6021" y="447"/>
                  </a:lnTo>
                  <a:lnTo>
                    <a:pt x="5982" y="460"/>
                  </a:lnTo>
                  <a:lnTo>
                    <a:pt x="5727" y="447"/>
                  </a:lnTo>
                  <a:lnTo>
                    <a:pt x="5573" y="677"/>
                  </a:lnTo>
                  <a:lnTo>
                    <a:pt x="5561" y="690"/>
                  </a:lnTo>
                  <a:lnTo>
                    <a:pt x="5535" y="703"/>
                  </a:lnTo>
                  <a:lnTo>
                    <a:pt x="5279" y="741"/>
                  </a:lnTo>
                  <a:lnTo>
                    <a:pt x="4845" y="1150"/>
                  </a:lnTo>
                  <a:lnTo>
                    <a:pt x="4819" y="1163"/>
                  </a:lnTo>
                  <a:lnTo>
                    <a:pt x="4104" y="1163"/>
                  </a:lnTo>
                  <a:lnTo>
                    <a:pt x="3733" y="1444"/>
                  </a:lnTo>
                  <a:lnTo>
                    <a:pt x="3541" y="1687"/>
                  </a:lnTo>
                  <a:lnTo>
                    <a:pt x="3516" y="1700"/>
                  </a:lnTo>
                  <a:lnTo>
                    <a:pt x="1829" y="2518"/>
                  </a:lnTo>
                  <a:lnTo>
                    <a:pt x="1650" y="2773"/>
                  </a:lnTo>
                  <a:lnTo>
                    <a:pt x="1624" y="2799"/>
                  </a:lnTo>
                  <a:lnTo>
                    <a:pt x="1586" y="2799"/>
                  </a:lnTo>
                  <a:lnTo>
                    <a:pt x="1560" y="2786"/>
                  </a:lnTo>
                  <a:lnTo>
                    <a:pt x="1253" y="2518"/>
                  </a:lnTo>
                  <a:lnTo>
                    <a:pt x="1190" y="2569"/>
                  </a:lnTo>
                  <a:lnTo>
                    <a:pt x="1023" y="2863"/>
                  </a:lnTo>
                  <a:lnTo>
                    <a:pt x="998" y="2889"/>
                  </a:lnTo>
                  <a:lnTo>
                    <a:pt x="959" y="2889"/>
                  </a:lnTo>
                  <a:lnTo>
                    <a:pt x="666" y="2812"/>
                  </a:lnTo>
                  <a:lnTo>
                    <a:pt x="499" y="3080"/>
                  </a:lnTo>
                  <a:lnTo>
                    <a:pt x="487" y="3515"/>
                  </a:lnTo>
                  <a:lnTo>
                    <a:pt x="487" y="3540"/>
                  </a:lnTo>
                  <a:lnTo>
                    <a:pt x="474" y="3566"/>
                  </a:lnTo>
                  <a:lnTo>
                    <a:pt x="372" y="3630"/>
                  </a:lnTo>
                  <a:lnTo>
                    <a:pt x="1" y="4320"/>
                  </a:lnTo>
                  <a:lnTo>
                    <a:pt x="346" y="4908"/>
                  </a:lnTo>
                  <a:lnTo>
                    <a:pt x="346" y="4921"/>
                  </a:lnTo>
                  <a:lnTo>
                    <a:pt x="666" y="5790"/>
                  </a:lnTo>
                  <a:lnTo>
                    <a:pt x="1266" y="6122"/>
                  </a:lnTo>
                  <a:lnTo>
                    <a:pt x="1305" y="6084"/>
                  </a:lnTo>
                  <a:lnTo>
                    <a:pt x="1714" y="5636"/>
                  </a:lnTo>
                  <a:lnTo>
                    <a:pt x="1726" y="5624"/>
                  </a:lnTo>
                  <a:lnTo>
                    <a:pt x="1752" y="5624"/>
                  </a:lnTo>
                  <a:lnTo>
                    <a:pt x="2774" y="5572"/>
                  </a:lnTo>
                  <a:lnTo>
                    <a:pt x="2787" y="5572"/>
                  </a:lnTo>
                  <a:lnTo>
                    <a:pt x="3081" y="5636"/>
                  </a:lnTo>
                  <a:lnTo>
                    <a:pt x="3132" y="4895"/>
                  </a:lnTo>
                  <a:lnTo>
                    <a:pt x="3158" y="4857"/>
                  </a:lnTo>
                  <a:lnTo>
                    <a:pt x="3618" y="4422"/>
                  </a:lnTo>
                  <a:lnTo>
                    <a:pt x="3822" y="4243"/>
                  </a:lnTo>
                  <a:lnTo>
                    <a:pt x="3848" y="4230"/>
                  </a:lnTo>
                  <a:lnTo>
                    <a:pt x="3886" y="4230"/>
                  </a:lnTo>
                  <a:lnTo>
                    <a:pt x="3899" y="4243"/>
                  </a:lnTo>
                  <a:lnTo>
                    <a:pt x="3963" y="4320"/>
                  </a:lnTo>
                  <a:lnTo>
                    <a:pt x="4116" y="4371"/>
                  </a:lnTo>
                  <a:lnTo>
                    <a:pt x="4244" y="4397"/>
                  </a:lnTo>
                  <a:lnTo>
                    <a:pt x="4257" y="4397"/>
                  </a:lnTo>
                  <a:lnTo>
                    <a:pt x="4282" y="4384"/>
                  </a:lnTo>
                  <a:lnTo>
                    <a:pt x="4308" y="4397"/>
                  </a:lnTo>
                  <a:lnTo>
                    <a:pt x="4397" y="4499"/>
                  </a:lnTo>
                  <a:lnTo>
                    <a:pt x="4564" y="4703"/>
                  </a:lnTo>
                  <a:lnTo>
                    <a:pt x="4781" y="4985"/>
                  </a:lnTo>
                  <a:lnTo>
                    <a:pt x="5535" y="5010"/>
                  </a:lnTo>
                  <a:lnTo>
                    <a:pt x="5561" y="5023"/>
                  </a:lnTo>
                  <a:lnTo>
                    <a:pt x="6238" y="5240"/>
                  </a:lnTo>
                  <a:lnTo>
                    <a:pt x="6340" y="4754"/>
                  </a:lnTo>
                  <a:lnTo>
                    <a:pt x="6366" y="4729"/>
                  </a:lnTo>
                  <a:lnTo>
                    <a:pt x="6391" y="4716"/>
                  </a:lnTo>
                  <a:lnTo>
                    <a:pt x="6928" y="4639"/>
                  </a:lnTo>
                  <a:lnTo>
                    <a:pt x="6954" y="4639"/>
                  </a:lnTo>
                  <a:lnTo>
                    <a:pt x="6966" y="4652"/>
                  </a:lnTo>
                  <a:lnTo>
                    <a:pt x="7081" y="4742"/>
                  </a:lnTo>
                  <a:lnTo>
                    <a:pt x="7938" y="4397"/>
                  </a:lnTo>
                  <a:lnTo>
                    <a:pt x="7963" y="4397"/>
                  </a:lnTo>
                  <a:lnTo>
                    <a:pt x="7989" y="4409"/>
                  </a:lnTo>
                  <a:lnTo>
                    <a:pt x="8078" y="4486"/>
                  </a:lnTo>
                  <a:lnTo>
                    <a:pt x="8615" y="4448"/>
                  </a:lnTo>
                  <a:lnTo>
                    <a:pt x="8717" y="4256"/>
                  </a:lnTo>
                  <a:lnTo>
                    <a:pt x="8730" y="4243"/>
                  </a:lnTo>
                  <a:lnTo>
                    <a:pt x="8743" y="4230"/>
                  </a:lnTo>
                  <a:lnTo>
                    <a:pt x="8768" y="4230"/>
                  </a:lnTo>
                  <a:lnTo>
                    <a:pt x="8781" y="4243"/>
                  </a:lnTo>
                  <a:lnTo>
                    <a:pt x="9305" y="4461"/>
                  </a:lnTo>
                  <a:lnTo>
                    <a:pt x="10277" y="4537"/>
                  </a:lnTo>
                  <a:lnTo>
                    <a:pt x="10340" y="4218"/>
                  </a:lnTo>
                  <a:lnTo>
                    <a:pt x="9957" y="3898"/>
                  </a:lnTo>
                  <a:lnTo>
                    <a:pt x="9932" y="3885"/>
                  </a:lnTo>
                  <a:lnTo>
                    <a:pt x="9932" y="3860"/>
                  </a:lnTo>
                  <a:lnTo>
                    <a:pt x="9932" y="3706"/>
                  </a:lnTo>
                  <a:lnTo>
                    <a:pt x="9701" y="3706"/>
                  </a:lnTo>
                  <a:lnTo>
                    <a:pt x="9663" y="3694"/>
                  </a:lnTo>
                  <a:lnTo>
                    <a:pt x="9369" y="3425"/>
                  </a:lnTo>
                  <a:lnTo>
                    <a:pt x="9356" y="3400"/>
                  </a:lnTo>
                  <a:lnTo>
                    <a:pt x="9356" y="3374"/>
                  </a:lnTo>
                  <a:lnTo>
                    <a:pt x="9356" y="3067"/>
                  </a:lnTo>
                  <a:lnTo>
                    <a:pt x="8909" y="2735"/>
                  </a:lnTo>
                  <a:lnTo>
                    <a:pt x="8896" y="2722"/>
                  </a:lnTo>
                  <a:lnTo>
                    <a:pt x="8462" y="2160"/>
                  </a:lnTo>
                  <a:lnTo>
                    <a:pt x="8027" y="2160"/>
                  </a:lnTo>
                  <a:lnTo>
                    <a:pt x="7989" y="2147"/>
                  </a:lnTo>
                  <a:lnTo>
                    <a:pt x="7772" y="1943"/>
                  </a:lnTo>
                  <a:lnTo>
                    <a:pt x="7759" y="1917"/>
                  </a:lnTo>
                  <a:lnTo>
                    <a:pt x="7759" y="1904"/>
                  </a:lnTo>
                  <a:lnTo>
                    <a:pt x="7759" y="1585"/>
                  </a:lnTo>
                  <a:lnTo>
                    <a:pt x="7797" y="1585"/>
                  </a:lnTo>
                  <a:lnTo>
                    <a:pt x="7784" y="1572"/>
                  </a:lnTo>
                  <a:lnTo>
                    <a:pt x="7759" y="1508"/>
                  </a:lnTo>
                  <a:lnTo>
                    <a:pt x="7605" y="1598"/>
                  </a:lnTo>
                  <a:lnTo>
                    <a:pt x="7567" y="1598"/>
                  </a:lnTo>
                  <a:lnTo>
                    <a:pt x="7056" y="1495"/>
                  </a:lnTo>
                  <a:lnTo>
                    <a:pt x="7018" y="1483"/>
                  </a:lnTo>
                  <a:lnTo>
                    <a:pt x="7018" y="1457"/>
                  </a:lnTo>
                  <a:lnTo>
                    <a:pt x="7005" y="1444"/>
                  </a:lnTo>
                  <a:lnTo>
                    <a:pt x="7094" y="677"/>
                  </a:lnTo>
                  <a:lnTo>
                    <a:pt x="6621" y="13"/>
                  </a:lnTo>
                  <a:lnTo>
                    <a:pt x="622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8"/>
            <p:cNvSpPr/>
            <p:nvPr/>
          </p:nvSpPr>
          <p:spPr>
            <a:xfrm>
              <a:off x="3846100" y="3295375"/>
              <a:ext cx="390775" cy="391100"/>
            </a:xfrm>
            <a:custGeom>
              <a:rect b="b" l="l" r="r" t="t"/>
              <a:pathLst>
                <a:path extrusionOk="0" h="15644" w="15631">
                  <a:moveTo>
                    <a:pt x="6033" y="0"/>
                  </a:moveTo>
                  <a:lnTo>
                    <a:pt x="5867" y="141"/>
                  </a:lnTo>
                  <a:lnTo>
                    <a:pt x="5419" y="563"/>
                  </a:lnTo>
                  <a:lnTo>
                    <a:pt x="5355" y="1329"/>
                  </a:lnTo>
                  <a:lnTo>
                    <a:pt x="5445" y="1636"/>
                  </a:lnTo>
                  <a:lnTo>
                    <a:pt x="5445" y="1662"/>
                  </a:lnTo>
                  <a:lnTo>
                    <a:pt x="5432" y="1687"/>
                  </a:lnTo>
                  <a:lnTo>
                    <a:pt x="5202" y="1879"/>
                  </a:lnTo>
                  <a:lnTo>
                    <a:pt x="4921" y="3017"/>
                  </a:lnTo>
                  <a:lnTo>
                    <a:pt x="4908" y="3029"/>
                  </a:lnTo>
                  <a:lnTo>
                    <a:pt x="4678" y="3400"/>
                  </a:lnTo>
                  <a:lnTo>
                    <a:pt x="4819" y="3758"/>
                  </a:lnTo>
                  <a:lnTo>
                    <a:pt x="4819" y="3796"/>
                  </a:lnTo>
                  <a:lnTo>
                    <a:pt x="4665" y="4243"/>
                  </a:lnTo>
                  <a:lnTo>
                    <a:pt x="4767" y="4640"/>
                  </a:lnTo>
                  <a:lnTo>
                    <a:pt x="4767" y="4665"/>
                  </a:lnTo>
                  <a:lnTo>
                    <a:pt x="4755" y="4691"/>
                  </a:lnTo>
                  <a:lnTo>
                    <a:pt x="4461" y="4972"/>
                  </a:lnTo>
                  <a:lnTo>
                    <a:pt x="4320" y="5215"/>
                  </a:lnTo>
                  <a:lnTo>
                    <a:pt x="4295" y="5240"/>
                  </a:lnTo>
                  <a:lnTo>
                    <a:pt x="4001" y="5355"/>
                  </a:lnTo>
                  <a:lnTo>
                    <a:pt x="3771" y="5355"/>
                  </a:lnTo>
                  <a:lnTo>
                    <a:pt x="3771" y="5624"/>
                  </a:lnTo>
                  <a:lnTo>
                    <a:pt x="3758" y="5649"/>
                  </a:lnTo>
                  <a:lnTo>
                    <a:pt x="3745" y="5675"/>
                  </a:lnTo>
                  <a:lnTo>
                    <a:pt x="3451" y="5841"/>
                  </a:lnTo>
                  <a:lnTo>
                    <a:pt x="3259" y="6812"/>
                  </a:lnTo>
                  <a:lnTo>
                    <a:pt x="3247" y="7464"/>
                  </a:lnTo>
                  <a:lnTo>
                    <a:pt x="3234" y="7502"/>
                  </a:lnTo>
                  <a:lnTo>
                    <a:pt x="3208" y="7515"/>
                  </a:lnTo>
                  <a:lnTo>
                    <a:pt x="2723" y="7681"/>
                  </a:lnTo>
                  <a:lnTo>
                    <a:pt x="2403" y="8154"/>
                  </a:lnTo>
                  <a:lnTo>
                    <a:pt x="2377" y="8167"/>
                  </a:lnTo>
                  <a:lnTo>
                    <a:pt x="1879" y="8410"/>
                  </a:lnTo>
                  <a:lnTo>
                    <a:pt x="1866" y="8423"/>
                  </a:lnTo>
                  <a:lnTo>
                    <a:pt x="1841" y="8410"/>
                  </a:lnTo>
                  <a:lnTo>
                    <a:pt x="1815" y="8397"/>
                  </a:lnTo>
                  <a:lnTo>
                    <a:pt x="1802" y="8384"/>
                  </a:lnTo>
                  <a:lnTo>
                    <a:pt x="1662" y="8001"/>
                  </a:lnTo>
                  <a:lnTo>
                    <a:pt x="1112" y="8231"/>
                  </a:lnTo>
                  <a:lnTo>
                    <a:pt x="1087" y="8231"/>
                  </a:lnTo>
                  <a:lnTo>
                    <a:pt x="614" y="8180"/>
                  </a:lnTo>
                  <a:lnTo>
                    <a:pt x="614" y="8180"/>
                  </a:lnTo>
                  <a:lnTo>
                    <a:pt x="626" y="8257"/>
                  </a:lnTo>
                  <a:lnTo>
                    <a:pt x="614" y="8282"/>
                  </a:lnTo>
                  <a:lnTo>
                    <a:pt x="601" y="8308"/>
                  </a:lnTo>
                  <a:lnTo>
                    <a:pt x="320" y="8550"/>
                  </a:lnTo>
                  <a:lnTo>
                    <a:pt x="320" y="9036"/>
                  </a:lnTo>
                  <a:lnTo>
                    <a:pt x="307" y="9062"/>
                  </a:lnTo>
                  <a:lnTo>
                    <a:pt x="294" y="9087"/>
                  </a:lnTo>
                  <a:lnTo>
                    <a:pt x="0" y="9228"/>
                  </a:lnTo>
                  <a:lnTo>
                    <a:pt x="51" y="9330"/>
                  </a:lnTo>
                  <a:lnTo>
                    <a:pt x="793" y="9343"/>
                  </a:lnTo>
                  <a:lnTo>
                    <a:pt x="972" y="9177"/>
                  </a:lnTo>
                  <a:lnTo>
                    <a:pt x="984" y="9177"/>
                  </a:lnTo>
                  <a:lnTo>
                    <a:pt x="1010" y="9164"/>
                  </a:lnTo>
                  <a:lnTo>
                    <a:pt x="3617" y="9202"/>
                  </a:lnTo>
                  <a:lnTo>
                    <a:pt x="3655" y="9215"/>
                  </a:lnTo>
                  <a:lnTo>
                    <a:pt x="3681" y="9253"/>
                  </a:lnTo>
                  <a:lnTo>
                    <a:pt x="3796" y="10046"/>
                  </a:lnTo>
                  <a:lnTo>
                    <a:pt x="4090" y="10762"/>
                  </a:lnTo>
                  <a:lnTo>
                    <a:pt x="4295" y="10825"/>
                  </a:lnTo>
                  <a:lnTo>
                    <a:pt x="4320" y="10851"/>
                  </a:lnTo>
                  <a:lnTo>
                    <a:pt x="4435" y="11043"/>
                  </a:lnTo>
                  <a:lnTo>
                    <a:pt x="4946" y="11055"/>
                  </a:lnTo>
                  <a:lnTo>
                    <a:pt x="5087" y="10979"/>
                  </a:lnTo>
                  <a:lnTo>
                    <a:pt x="5112" y="10966"/>
                  </a:lnTo>
                  <a:lnTo>
                    <a:pt x="5138" y="10979"/>
                  </a:lnTo>
                  <a:lnTo>
                    <a:pt x="5291" y="11055"/>
                  </a:lnTo>
                  <a:lnTo>
                    <a:pt x="5726" y="11055"/>
                  </a:lnTo>
                  <a:lnTo>
                    <a:pt x="5739" y="10199"/>
                  </a:lnTo>
                  <a:lnTo>
                    <a:pt x="5752" y="10174"/>
                  </a:lnTo>
                  <a:lnTo>
                    <a:pt x="5764" y="10161"/>
                  </a:lnTo>
                  <a:lnTo>
                    <a:pt x="5777" y="10148"/>
                  </a:lnTo>
                  <a:lnTo>
                    <a:pt x="5803" y="10148"/>
                  </a:lnTo>
                  <a:lnTo>
                    <a:pt x="6800" y="10161"/>
                  </a:lnTo>
                  <a:lnTo>
                    <a:pt x="6838" y="10174"/>
                  </a:lnTo>
                  <a:lnTo>
                    <a:pt x="6851" y="10199"/>
                  </a:lnTo>
                  <a:lnTo>
                    <a:pt x="6940" y="10506"/>
                  </a:lnTo>
                  <a:lnTo>
                    <a:pt x="7822" y="10480"/>
                  </a:lnTo>
                  <a:lnTo>
                    <a:pt x="7848" y="10480"/>
                  </a:lnTo>
                  <a:lnTo>
                    <a:pt x="7860" y="10493"/>
                  </a:lnTo>
                  <a:lnTo>
                    <a:pt x="7873" y="10506"/>
                  </a:lnTo>
                  <a:lnTo>
                    <a:pt x="7873" y="10531"/>
                  </a:lnTo>
                  <a:lnTo>
                    <a:pt x="7873" y="11375"/>
                  </a:lnTo>
                  <a:lnTo>
                    <a:pt x="8039" y="11490"/>
                  </a:lnTo>
                  <a:lnTo>
                    <a:pt x="8065" y="11528"/>
                  </a:lnTo>
                  <a:lnTo>
                    <a:pt x="8052" y="11567"/>
                  </a:lnTo>
                  <a:lnTo>
                    <a:pt x="7873" y="11950"/>
                  </a:lnTo>
                  <a:lnTo>
                    <a:pt x="8039" y="12487"/>
                  </a:lnTo>
                  <a:lnTo>
                    <a:pt x="8269" y="12640"/>
                  </a:lnTo>
                  <a:lnTo>
                    <a:pt x="8282" y="12666"/>
                  </a:lnTo>
                  <a:lnTo>
                    <a:pt x="8295" y="12691"/>
                  </a:lnTo>
                  <a:lnTo>
                    <a:pt x="8282" y="13369"/>
                  </a:lnTo>
                  <a:lnTo>
                    <a:pt x="8269" y="13394"/>
                  </a:lnTo>
                  <a:lnTo>
                    <a:pt x="8205" y="13535"/>
                  </a:lnTo>
                  <a:lnTo>
                    <a:pt x="8257" y="13701"/>
                  </a:lnTo>
                  <a:lnTo>
                    <a:pt x="8487" y="13637"/>
                  </a:lnTo>
                  <a:lnTo>
                    <a:pt x="8525" y="13637"/>
                  </a:lnTo>
                  <a:lnTo>
                    <a:pt x="8768" y="13714"/>
                  </a:lnTo>
                  <a:lnTo>
                    <a:pt x="9100" y="13522"/>
                  </a:lnTo>
                  <a:lnTo>
                    <a:pt x="9586" y="13522"/>
                  </a:lnTo>
                  <a:lnTo>
                    <a:pt x="9739" y="13445"/>
                  </a:lnTo>
                  <a:lnTo>
                    <a:pt x="9765" y="13433"/>
                  </a:lnTo>
                  <a:lnTo>
                    <a:pt x="9790" y="13433"/>
                  </a:lnTo>
                  <a:lnTo>
                    <a:pt x="9803" y="13445"/>
                  </a:lnTo>
                  <a:lnTo>
                    <a:pt x="9816" y="13471"/>
                  </a:lnTo>
                  <a:lnTo>
                    <a:pt x="9931" y="13854"/>
                  </a:lnTo>
                  <a:lnTo>
                    <a:pt x="10391" y="13791"/>
                  </a:lnTo>
                  <a:lnTo>
                    <a:pt x="10429" y="13791"/>
                  </a:lnTo>
                  <a:lnTo>
                    <a:pt x="10583" y="13880"/>
                  </a:lnTo>
                  <a:lnTo>
                    <a:pt x="10595" y="13893"/>
                  </a:lnTo>
                  <a:lnTo>
                    <a:pt x="10838" y="14238"/>
                  </a:lnTo>
                  <a:lnTo>
                    <a:pt x="11490" y="14327"/>
                  </a:lnTo>
                  <a:lnTo>
                    <a:pt x="11784" y="14327"/>
                  </a:lnTo>
                  <a:lnTo>
                    <a:pt x="11899" y="14046"/>
                  </a:lnTo>
                  <a:lnTo>
                    <a:pt x="11912" y="14021"/>
                  </a:lnTo>
                  <a:lnTo>
                    <a:pt x="11937" y="14008"/>
                  </a:lnTo>
                  <a:lnTo>
                    <a:pt x="11963" y="14021"/>
                  </a:lnTo>
                  <a:lnTo>
                    <a:pt x="11988" y="14033"/>
                  </a:lnTo>
                  <a:lnTo>
                    <a:pt x="12116" y="14161"/>
                  </a:lnTo>
                  <a:lnTo>
                    <a:pt x="12116" y="14174"/>
                  </a:lnTo>
                  <a:lnTo>
                    <a:pt x="12410" y="14724"/>
                  </a:lnTo>
                  <a:lnTo>
                    <a:pt x="12730" y="14800"/>
                  </a:lnTo>
                  <a:lnTo>
                    <a:pt x="12743" y="14800"/>
                  </a:lnTo>
                  <a:lnTo>
                    <a:pt x="13075" y="14915"/>
                  </a:lnTo>
                  <a:lnTo>
                    <a:pt x="13100" y="14928"/>
                  </a:lnTo>
                  <a:lnTo>
                    <a:pt x="13663" y="15644"/>
                  </a:lnTo>
                  <a:lnTo>
                    <a:pt x="13739" y="15605"/>
                  </a:lnTo>
                  <a:lnTo>
                    <a:pt x="13829" y="15541"/>
                  </a:lnTo>
                  <a:lnTo>
                    <a:pt x="13854" y="15529"/>
                  </a:lnTo>
                  <a:lnTo>
                    <a:pt x="13893" y="15541"/>
                  </a:lnTo>
                  <a:lnTo>
                    <a:pt x="14033" y="15644"/>
                  </a:lnTo>
                  <a:lnTo>
                    <a:pt x="14085" y="15554"/>
                  </a:lnTo>
                  <a:lnTo>
                    <a:pt x="14097" y="14941"/>
                  </a:lnTo>
                  <a:lnTo>
                    <a:pt x="14021" y="15005"/>
                  </a:lnTo>
                  <a:lnTo>
                    <a:pt x="13995" y="15017"/>
                  </a:lnTo>
                  <a:lnTo>
                    <a:pt x="13969" y="15017"/>
                  </a:lnTo>
                  <a:lnTo>
                    <a:pt x="13599" y="14941"/>
                  </a:lnTo>
                  <a:lnTo>
                    <a:pt x="13573" y="14928"/>
                  </a:lnTo>
                  <a:lnTo>
                    <a:pt x="13561" y="14915"/>
                  </a:lnTo>
                  <a:lnTo>
                    <a:pt x="13445" y="14685"/>
                  </a:lnTo>
                  <a:lnTo>
                    <a:pt x="13215" y="14660"/>
                  </a:lnTo>
                  <a:lnTo>
                    <a:pt x="13190" y="14660"/>
                  </a:lnTo>
                  <a:lnTo>
                    <a:pt x="13177" y="14634"/>
                  </a:lnTo>
                  <a:lnTo>
                    <a:pt x="12909" y="14174"/>
                  </a:lnTo>
                  <a:lnTo>
                    <a:pt x="12896" y="14148"/>
                  </a:lnTo>
                  <a:lnTo>
                    <a:pt x="12909" y="14123"/>
                  </a:lnTo>
                  <a:lnTo>
                    <a:pt x="12998" y="13969"/>
                  </a:lnTo>
                  <a:lnTo>
                    <a:pt x="13267" y="13394"/>
                  </a:lnTo>
                  <a:lnTo>
                    <a:pt x="13369" y="12755"/>
                  </a:lnTo>
                  <a:lnTo>
                    <a:pt x="13292" y="12640"/>
                  </a:lnTo>
                  <a:lnTo>
                    <a:pt x="13177" y="12474"/>
                  </a:lnTo>
                  <a:lnTo>
                    <a:pt x="13177" y="12449"/>
                  </a:lnTo>
                  <a:lnTo>
                    <a:pt x="13177" y="12423"/>
                  </a:lnTo>
                  <a:lnTo>
                    <a:pt x="13215" y="12346"/>
                  </a:lnTo>
                  <a:lnTo>
                    <a:pt x="13203" y="12282"/>
                  </a:lnTo>
                  <a:lnTo>
                    <a:pt x="13203" y="11963"/>
                  </a:lnTo>
                  <a:lnTo>
                    <a:pt x="13548" y="11541"/>
                  </a:lnTo>
                  <a:lnTo>
                    <a:pt x="13612" y="11579"/>
                  </a:lnTo>
                  <a:lnTo>
                    <a:pt x="13688" y="11426"/>
                  </a:lnTo>
                  <a:lnTo>
                    <a:pt x="13701" y="11401"/>
                  </a:lnTo>
                  <a:lnTo>
                    <a:pt x="13727" y="11388"/>
                  </a:lnTo>
                  <a:lnTo>
                    <a:pt x="14378" y="11401"/>
                  </a:lnTo>
                  <a:lnTo>
                    <a:pt x="14532" y="11324"/>
                  </a:lnTo>
                  <a:lnTo>
                    <a:pt x="14557" y="11324"/>
                  </a:lnTo>
                  <a:lnTo>
                    <a:pt x="14813" y="11362"/>
                  </a:lnTo>
                  <a:lnTo>
                    <a:pt x="14455" y="10774"/>
                  </a:lnTo>
                  <a:lnTo>
                    <a:pt x="13944" y="10059"/>
                  </a:lnTo>
                  <a:lnTo>
                    <a:pt x="13944" y="9675"/>
                  </a:lnTo>
                  <a:lnTo>
                    <a:pt x="14046" y="9279"/>
                  </a:lnTo>
                  <a:lnTo>
                    <a:pt x="13854" y="9126"/>
                  </a:lnTo>
                  <a:lnTo>
                    <a:pt x="13854" y="8640"/>
                  </a:lnTo>
                  <a:lnTo>
                    <a:pt x="14021" y="8205"/>
                  </a:lnTo>
                  <a:lnTo>
                    <a:pt x="13854" y="7605"/>
                  </a:lnTo>
                  <a:lnTo>
                    <a:pt x="13893" y="7630"/>
                  </a:lnTo>
                  <a:lnTo>
                    <a:pt x="13880" y="7170"/>
                  </a:lnTo>
                  <a:lnTo>
                    <a:pt x="13573" y="6518"/>
                  </a:lnTo>
                  <a:lnTo>
                    <a:pt x="13573" y="6493"/>
                  </a:lnTo>
                  <a:lnTo>
                    <a:pt x="13573" y="6467"/>
                  </a:lnTo>
                  <a:lnTo>
                    <a:pt x="14072" y="5688"/>
                  </a:lnTo>
                  <a:lnTo>
                    <a:pt x="14085" y="5662"/>
                  </a:lnTo>
                  <a:lnTo>
                    <a:pt x="14238" y="5560"/>
                  </a:lnTo>
                  <a:lnTo>
                    <a:pt x="14251" y="4665"/>
                  </a:lnTo>
                  <a:lnTo>
                    <a:pt x="14263" y="4640"/>
                  </a:lnTo>
                  <a:lnTo>
                    <a:pt x="14557" y="3962"/>
                  </a:lnTo>
                  <a:lnTo>
                    <a:pt x="14532" y="3783"/>
                  </a:lnTo>
                  <a:lnTo>
                    <a:pt x="14545" y="3758"/>
                  </a:lnTo>
                  <a:lnTo>
                    <a:pt x="14557" y="3745"/>
                  </a:lnTo>
                  <a:lnTo>
                    <a:pt x="14954" y="3323"/>
                  </a:lnTo>
                  <a:lnTo>
                    <a:pt x="14966" y="3310"/>
                  </a:lnTo>
                  <a:lnTo>
                    <a:pt x="15107" y="3310"/>
                  </a:lnTo>
                  <a:lnTo>
                    <a:pt x="15452" y="2940"/>
                  </a:lnTo>
                  <a:lnTo>
                    <a:pt x="15452" y="2786"/>
                  </a:lnTo>
                  <a:lnTo>
                    <a:pt x="15222" y="2582"/>
                  </a:lnTo>
                  <a:lnTo>
                    <a:pt x="15631" y="2659"/>
                  </a:lnTo>
                  <a:lnTo>
                    <a:pt x="15631" y="2659"/>
                  </a:lnTo>
                  <a:lnTo>
                    <a:pt x="15580" y="2569"/>
                  </a:lnTo>
                  <a:lnTo>
                    <a:pt x="15375" y="2480"/>
                  </a:lnTo>
                  <a:lnTo>
                    <a:pt x="15350" y="2454"/>
                  </a:lnTo>
                  <a:lnTo>
                    <a:pt x="15337" y="2429"/>
                  </a:lnTo>
                  <a:lnTo>
                    <a:pt x="15337" y="2122"/>
                  </a:lnTo>
                  <a:lnTo>
                    <a:pt x="15363" y="1470"/>
                  </a:lnTo>
                  <a:lnTo>
                    <a:pt x="15363" y="1444"/>
                  </a:lnTo>
                  <a:lnTo>
                    <a:pt x="15375" y="1432"/>
                  </a:lnTo>
                  <a:lnTo>
                    <a:pt x="15426" y="1393"/>
                  </a:lnTo>
                  <a:lnTo>
                    <a:pt x="15030" y="1457"/>
                  </a:lnTo>
                  <a:lnTo>
                    <a:pt x="14992" y="1457"/>
                  </a:lnTo>
                  <a:lnTo>
                    <a:pt x="14966" y="1432"/>
                  </a:lnTo>
                  <a:lnTo>
                    <a:pt x="14851" y="1227"/>
                  </a:lnTo>
                  <a:lnTo>
                    <a:pt x="14506" y="946"/>
                  </a:lnTo>
                  <a:lnTo>
                    <a:pt x="14481" y="920"/>
                  </a:lnTo>
                  <a:lnTo>
                    <a:pt x="14391" y="614"/>
                  </a:lnTo>
                  <a:lnTo>
                    <a:pt x="14276" y="550"/>
                  </a:lnTo>
                  <a:lnTo>
                    <a:pt x="14161" y="690"/>
                  </a:lnTo>
                  <a:lnTo>
                    <a:pt x="14148" y="716"/>
                  </a:lnTo>
                  <a:lnTo>
                    <a:pt x="14110" y="716"/>
                  </a:lnTo>
                  <a:lnTo>
                    <a:pt x="13688" y="678"/>
                  </a:lnTo>
                  <a:lnTo>
                    <a:pt x="13382" y="793"/>
                  </a:lnTo>
                  <a:lnTo>
                    <a:pt x="13356" y="793"/>
                  </a:lnTo>
                  <a:lnTo>
                    <a:pt x="13330" y="780"/>
                  </a:lnTo>
                  <a:lnTo>
                    <a:pt x="12487" y="294"/>
                  </a:lnTo>
                  <a:lnTo>
                    <a:pt x="11452" y="205"/>
                  </a:lnTo>
                  <a:lnTo>
                    <a:pt x="11439" y="205"/>
                  </a:lnTo>
                  <a:lnTo>
                    <a:pt x="10966" y="0"/>
                  </a:lnTo>
                  <a:lnTo>
                    <a:pt x="10877" y="166"/>
                  </a:lnTo>
                  <a:lnTo>
                    <a:pt x="10851" y="192"/>
                  </a:lnTo>
                  <a:lnTo>
                    <a:pt x="10825" y="192"/>
                  </a:lnTo>
                  <a:lnTo>
                    <a:pt x="10238" y="230"/>
                  </a:lnTo>
                  <a:lnTo>
                    <a:pt x="10212" y="230"/>
                  </a:lnTo>
                  <a:lnTo>
                    <a:pt x="10199" y="218"/>
                  </a:lnTo>
                  <a:lnTo>
                    <a:pt x="10123" y="154"/>
                  </a:lnTo>
                  <a:lnTo>
                    <a:pt x="9266" y="499"/>
                  </a:lnTo>
                  <a:lnTo>
                    <a:pt x="9228" y="499"/>
                  </a:lnTo>
                  <a:lnTo>
                    <a:pt x="9202" y="486"/>
                  </a:lnTo>
                  <a:lnTo>
                    <a:pt x="9087" y="396"/>
                  </a:lnTo>
                  <a:lnTo>
                    <a:pt x="8614" y="460"/>
                  </a:lnTo>
                  <a:lnTo>
                    <a:pt x="8512" y="959"/>
                  </a:lnTo>
                  <a:lnTo>
                    <a:pt x="8499" y="984"/>
                  </a:lnTo>
                  <a:lnTo>
                    <a:pt x="8474" y="997"/>
                  </a:lnTo>
                  <a:lnTo>
                    <a:pt x="8435" y="997"/>
                  </a:lnTo>
                  <a:lnTo>
                    <a:pt x="7694" y="767"/>
                  </a:lnTo>
                  <a:lnTo>
                    <a:pt x="6927" y="729"/>
                  </a:lnTo>
                  <a:lnTo>
                    <a:pt x="6902" y="729"/>
                  </a:lnTo>
                  <a:lnTo>
                    <a:pt x="6889" y="703"/>
                  </a:lnTo>
                  <a:lnTo>
                    <a:pt x="6621" y="371"/>
                  </a:lnTo>
                  <a:lnTo>
                    <a:pt x="6442" y="154"/>
                  </a:lnTo>
                  <a:lnTo>
                    <a:pt x="6391" y="141"/>
                  </a:lnTo>
                  <a:lnTo>
                    <a:pt x="6327" y="128"/>
                  </a:lnTo>
                  <a:lnTo>
                    <a:pt x="6084" y="64"/>
                  </a:lnTo>
                  <a:lnTo>
                    <a:pt x="6058" y="39"/>
                  </a:lnTo>
                  <a:lnTo>
                    <a:pt x="60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8"/>
            <p:cNvSpPr/>
            <p:nvPr/>
          </p:nvSpPr>
          <p:spPr>
            <a:xfrm>
              <a:off x="3837475" y="3761225"/>
              <a:ext cx="264900" cy="246675"/>
            </a:xfrm>
            <a:custGeom>
              <a:rect b="b" l="l" r="r" t="t"/>
              <a:pathLst>
                <a:path extrusionOk="0" h="9867" w="10596">
                  <a:moveTo>
                    <a:pt x="959" y="0"/>
                  </a:moveTo>
                  <a:lnTo>
                    <a:pt x="486" y="243"/>
                  </a:lnTo>
                  <a:lnTo>
                    <a:pt x="435" y="243"/>
                  </a:lnTo>
                  <a:lnTo>
                    <a:pt x="281" y="154"/>
                  </a:lnTo>
                  <a:lnTo>
                    <a:pt x="64" y="192"/>
                  </a:lnTo>
                  <a:lnTo>
                    <a:pt x="0" y="857"/>
                  </a:lnTo>
                  <a:lnTo>
                    <a:pt x="345" y="1023"/>
                  </a:lnTo>
                  <a:lnTo>
                    <a:pt x="754" y="1560"/>
                  </a:lnTo>
                  <a:lnTo>
                    <a:pt x="805" y="1828"/>
                  </a:lnTo>
                  <a:lnTo>
                    <a:pt x="1087" y="2160"/>
                  </a:lnTo>
                  <a:lnTo>
                    <a:pt x="1278" y="2748"/>
                  </a:lnTo>
                  <a:lnTo>
                    <a:pt x="1317" y="3336"/>
                  </a:lnTo>
                  <a:lnTo>
                    <a:pt x="1483" y="3745"/>
                  </a:lnTo>
                  <a:lnTo>
                    <a:pt x="2083" y="4410"/>
                  </a:lnTo>
                  <a:lnTo>
                    <a:pt x="2173" y="4895"/>
                  </a:lnTo>
                  <a:lnTo>
                    <a:pt x="2032" y="4908"/>
                  </a:lnTo>
                  <a:lnTo>
                    <a:pt x="2032" y="5279"/>
                  </a:lnTo>
                  <a:lnTo>
                    <a:pt x="2211" y="5547"/>
                  </a:lnTo>
                  <a:lnTo>
                    <a:pt x="2071" y="5739"/>
                  </a:lnTo>
                  <a:lnTo>
                    <a:pt x="2058" y="6173"/>
                  </a:lnTo>
                  <a:lnTo>
                    <a:pt x="2326" y="6429"/>
                  </a:lnTo>
                  <a:lnTo>
                    <a:pt x="2313" y="7157"/>
                  </a:lnTo>
                  <a:lnTo>
                    <a:pt x="2454" y="7375"/>
                  </a:lnTo>
                  <a:lnTo>
                    <a:pt x="2441" y="7554"/>
                  </a:lnTo>
                  <a:lnTo>
                    <a:pt x="2492" y="7694"/>
                  </a:lnTo>
                  <a:lnTo>
                    <a:pt x="2480" y="8103"/>
                  </a:lnTo>
                  <a:lnTo>
                    <a:pt x="2620" y="8346"/>
                  </a:lnTo>
                  <a:lnTo>
                    <a:pt x="2620" y="8640"/>
                  </a:lnTo>
                  <a:lnTo>
                    <a:pt x="3016" y="9190"/>
                  </a:lnTo>
                  <a:lnTo>
                    <a:pt x="3464" y="9624"/>
                  </a:lnTo>
                  <a:lnTo>
                    <a:pt x="3630" y="9662"/>
                  </a:lnTo>
                  <a:lnTo>
                    <a:pt x="3668" y="9637"/>
                  </a:lnTo>
                  <a:lnTo>
                    <a:pt x="3860" y="9138"/>
                  </a:lnTo>
                  <a:lnTo>
                    <a:pt x="3873" y="9126"/>
                  </a:lnTo>
                  <a:lnTo>
                    <a:pt x="3898" y="9113"/>
                  </a:lnTo>
                  <a:lnTo>
                    <a:pt x="3911" y="9100"/>
                  </a:lnTo>
                  <a:lnTo>
                    <a:pt x="3937" y="9113"/>
                  </a:lnTo>
                  <a:lnTo>
                    <a:pt x="4231" y="9228"/>
                  </a:lnTo>
                  <a:lnTo>
                    <a:pt x="4243" y="9241"/>
                  </a:lnTo>
                  <a:lnTo>
                    <a:pt x="4256" y="9266"/>
                  </a:lnTo>
                  <a:lnTo>
                    <a:pt x="4409" y="9714"/>
                  </a:lnTo>
                  <a:lnTo>
                    <a:pt x="4780" y="9714"/>
                  </a:lnTo>
                  <a:lnTo>
                    <a:pt x="4793" y="9739"/>
                  </a:lnTo>
                  <a:lnTo>
                    <a:pt x="4895" y="9854"/>
                  </a:lnTo>
                  <a:lnTo>
                    <a:pt x="5253" y="9803"/>
                  </a:lnTo>
                  <a:lnTo>
                    <a:pt x="5291" y="9803"/>
                  </a:lnTo>
                  <a:lnTo>
                    <a:pt x="5406" y="9867"/>
                  </a:lnTo>
                  <a:lnTo>
                    <a:pt x="5509" y="9867"/>
                  </a:lnTo>
                  <a:lnTo>
                    <a:pt x="5509" y="9841"/>
                  </a:lnTo>
                  <a:lnTo>
                    <a:pt x="5509" y="9816"/>
                  </a:lnTo>
                  <a:lnTo>
                    <a:pt x="5534" y="9790"/>
                  </a:lnTo>
                  <a:lnTo>
                    <a:pt x="5879" y="9573"/>
                  </a:lnTo>
                  <a:lnTo>
                    <a:pt x="5905" y="9560"/>
                  </a:lnTo>
                  <a:lnTo>
                    <a:pt x="6135" y="9560"/>
                  </a:lnTo>
                  <a:lnTo>
                    <a:pt x="6352" y="4282"/>
                  </a:lnTo>
                  <a:lnTo>
                    <a:pt x="6352" y="4269"/>
                  </a:lnTo>
                  <a:lnTo>
                    <a:pt x="6365" y="4244"/>
                  </a:lnTo>
                  <a:lnTo>
                    <a:pt x="6378" y="4244"/>
                  </a:lnTo>
                  <a:lnTo>
                    <a:pt x="6403" y="4231"/>
                  </a:lnTo>
                  <a:lnTo>
                    <a:pt x="7183" y="4244"/>
                  </a:lnTo>
                  <a:lnTo>
                    <a:pt x="7221" y="1278"/>
                  </a:lnTo>
                  <a:lnTo>
                    <a:pt x="7221" y="1253"/>
                  </a:lnTo>
                  <a:lnTo>
                    <a:pt x="7234" y="1240"/>
                  </a:lnTo>
                  <a:lnTo>
                    <a:pt x="7247" y="1227"/>
                  </a:lnTo>
                  <a:lnTo>
                    <a:pt x="7272" y="1215"/>
                  </a:lnTo>
                  <a:lnTo>
                    <a:pt x="8052" y="1176"/>
                  </a:lnTo>
                  <a:lnTo>
                    <a:pt x="9189" y="895"/>
                  </a:lnTo>
                  <a:lnTo>
                    <a:pt x="9228" y="908"/>
                  </a:lnTo>
                  <a:lnTo>
                    <a:pt x="9253" y="933"/>
                  </a:lnTo>
                  <a:lnTo>
                    <a:pt x="9381" y="1291"/>
                  </a:lnTo>
                  <a:lnTo>
                    <a:pt x="9419" y="1291"/>
                  </a:lnTo>
                  <a:lnTo>
                    <a:pt x="9535" y="1074"/>
                  </a:lnTo>
                  <a:lnTo>
                    <a:pt x="9560" y="1061"/>
                  </a:lnTo>
                  <a:lnTo>
                    <a:pt x="9573" y="1048"/>
                  </a:lnTo>
                  <a:lnTo>
                    <a:pt x="9892" y="984"/>
                  </a:lnTo>
                  <a:lnTo>
                    <a:pt x="10097" y="831"/>
                  </a:lnTo>
                  <a:lnTo>
                    <a:pt x="10135" y="818"/>
                  </a:lnTo>
                  <a:lnTo>
                    <a:pt x="10468" y="831"/>
                  </a:lnTo>
                  <a:lnTo>
                    <a:pt x="10595" y="716"/>
                  </a:lnTo>
                  <a:lnTo>
                    <a:pt x="10378" y="499"/>
                  </a:lnTo>
                  <a:lnTo>
                    <a:pt x="9113" y="614"/>
                  </a:lnTo>
                  <a:lnTo>
                    <a:pt x="9100" y="639"/>
                  </a:lnTo>
                  <a:lnTo>
                    <a:pt x="9074" y="652"/>
                  </a:lnTo>
                  <a:lnTo>
                    <a:pt x="7669" y="895"/>
                  </a:lnTo>
                  <a:lnTo>
                    <a:pt x="7643" y="895"/>
                  </a:lnTo>
                  <a:lnTo>
                    <a:pt x="6557" y="716"/>
                  </a:lnTo>
                  <a:lnTo>
                    <a:pt x="5751" y="703"/>
                  </a:lnTo>
                  <a:lnTo>
                    <a:pt x="5713" y="691"/>
                  </a:lnTo>
                  <a:lnTo>
                    <a:pt x="5164" y="269"/>
                  </a:lnTo>
                  <a:lnTo>
                    <a:pt x="2275" y="230"/>
                  </a:lnTo>
                  <a:lnTo>
                    <a:pt x="1981" y="307"/>
                  </a:lnTo>
                  <a:lnTo>
                    <a:pt x="1956" y="307"/>
                  </a:lnTo>
                  <a:lnTo>
                    <a:pt x="1930" y="294"/>
                  </a:lnTo>
                  <a:lnTo>
                    <a:pt x="1483" y="13"/>
                  </a:lnTo>
                  <a:lnTo>
                    <a:pt x="95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8"/>
            <p:cNvSpPr/>
            <p:nvPr/>
          </p:nvSpPr>
          <p:spPr>
            <a:xfrm>
              <a:off x="3835225" y="3527325"/>
              <a:ext cx="247975" cy="253725"/>
            </a:xfrm>
            <a:custGeom>
              <a:rect b="b" l="l" r="r" t="t"/>
              <a:pathLst>
                <a:path extrusionOk="0" h="10149" w="9919">
                  <a:moveTo>
                    <a:pt x="1458" y="1"/>
                  </a:moveTo>
                  <a:lnTo>
                    <a:pt x="1292" y="154"/>
                  </a:lnTo>
                  <a:lnTo>
                    <a:pt x="1279" y="167"/>
                  </a:lnTo>
                  <a:lnTo>
                    <a:pt x="1253" y="180"/>
                  </a:lnTo>
                  <a:lnTo>
                    <a:pt x="474" y="167"/>
                  </a:lnTo>
                  <a:lnTo>
                    <a:pt x="422" y="257"/>
                  </a:lnTo>
                  <a:lnTo>
                    <a:pt x="998" y="1011"/>
                  </a:lnTo>
                  <a:lnTo>
                    <a:pt x="1036" y="1330"/>
                  </a:lnTo>
                  <a:lnTo>
                    <a:pt x="1240" y="1509"/>
                  </a:lnTo>
                  <a:lnTo>
                    <a:pt x="1445" y="2059"/>
                  </a:lnTo>
                  <a:lnTo>
                    <a:pt x="985" y="2506"/>
                  </a:lnTo>
                  <a:lnTo>
                    <a:pt x="985" y="2723"/>
                  </a:lnTo>
                  <a:lnTo>
                    <a:pt x="1138" y="2851"/>
                  </a:lnTo>
                  <a:lnTo>
                    <a:pt x="1343" y="3528"/>
                  </a:lnTo>
                  <a:lnTo>
                    <a:pt x="1726" y="4091"/>
                  </a:lnTo>
                  <a:lnTo>
                    <a:pt x="1701" y="4640"/>
                  </a:lnTo>
                  <a:lnTo>
                    <a:pt x="1611" y="4717"/>
                  </a:lnTo>
                  <a:lnTo>
                    <a:pt x="1611" y="5177"/>
                  </a:lnTo>
                  <a:lnTo>
                    <a:pt x="1049" y="5637"/>
                  </a:lnTo>
                  <a:lnTo>
                    <a:pt x="998" y="5842"/>
                  </a:lnTo>
                  <a:lnTo>
                    <a:pt x="755" y="6008"/>
                  </a:lnTo>
                  <a:lnTo>
                    <a:pt x="448" y="7363"/>
                  </a:lnTo>
                  <a:lnTo>
                    <a:pt x="346" y="8027"/>
                  </a:lnTo>
                  <a:lnTo>
                    <a:pt x="77" y="8270"/>
                  </a:lnTo>
                  <a:lnTo>
                    <a:pt x="141" y="8883"/>
                  </a:lnTo>
                  <a:lnTo>
                    <a:pt x="1" y="8909"/>
                  </a:lnTo>
                  <a:lnTo>
                    <a:pt x="1" y="9126"/>
                  </a:lnTo>
                  <a:lnTo>
                    <a:pt x="116" y="9446"/>
                  </a:lnTo>
                  <a:lnTo>
                    <a:pt x="371" y="9395"/>
                  </a:lnTo>
                  <a:lnTo>
                    <a:pt x="422" y="9407"/>
                  </a:lnTo>
                  <a:lnTo>
                    <a:pt x="550" y="9484"/>
                  </a:lnTo>
                  <a:lnTo>
                    <a:pt x="1010" y="9254"/>
                  </a:lnTo>
                  <a:lnTo>
                    <a:pt x="1585" y="9254"/>
                  </a:lnTo>
                  <a:lnTo>
                    <a:pt x="1624" y="9267"/>
                  </a:lnTo>
                  <a:lnTo>
                    <a:pt x="2058" y="9548"/>
                  </a:lnTo>
                  <a:lnTo>
                    <a:pt x="2340" y="9471"/>
                  </a:lnTo>
                  <a:lnTo>
                    <a:pt x="2352" y="9471"/>
                  </a:lnTo>
                  <a:lnTo>
                    <a:pt x="5279" y="9510"/>
                  </a:lnTo>
                  <a:lnTo>
                    <a:pt x="5305" y="9523"/>
                  </a:lnTo>
                  <a:lnTo>
                    <a:pt x="5854" y="9957"/>
                  </a:lnTo>
                  <a:lnTo>
                    <a:pt x="6659" y="9957"/>
                  </a:lnTo>
                  <a:lnTo>
                    <a:pt x="7746" y="10149"/>
                  </a:lnTo>
                  <a:lnTo>
                    <a:pt x="9024" y="9919"/>
                  </a:lnTo>
                  <a:lnTo>
                    <a:pt x="8385" y="9382"/>
                  </a:lnTo>
                  <a:lnTo>
                    <a:pt x="8359" y="9356"/>
                  </a:lnTo>
                  <a:lnTo>
                    <a:pt x="8359" y="9344"/>
                  </a:lnTo>
                  <a:lnTo>
                    <a:pt x="8359" y="9139"/>
                  </a:lnTo>
                  <a:lnTo>
                    <a:pt x="8180" y="8922"/>
                  </a:lnTo>
                  <a:lnTo>
                    <a:pt x="8168" y="8883"/>
                  </a:lnTo>
                  <a:lnTo>
                    <a:pt x="8321" y="5931"/>
                  </a:lnTo>
                  <a:lnTo>
                    <a:pt x="8334" y="5918"/>
                  </a:lnTo>
                  <a:lnTo>
                    <a:pt x="8334" y="5906"/>
                  </a:lnTo>
                  <a:lnTo>
                    <a:pt x="8359" y="5893"/>
                  </a:lnTo>
                  <a:lnTo>
                    <a:pt x="8372" y="5880"/>
                  </a:lnTo>
                  <a:lnTo>
                    <a:pt x="9893" y="5906"/>
                  </a:lnTo>
                  <a:lnTo>
                    <a:pt x="9918" y="4359"/>
                  </a:lnTo>
                  <a:lnTo>
                    <a:pt x="9573" y="4346"/>
                  </a:lnTo>
                  <a:lnTo>
                    <a:pt x="9228" y="4538"/>
                  </a:lnTo>
                  <a:lnTo>
                    <a:pt x="9216" y="4551"/>
                  </a:lnTo>
                  <a:lnTo>
                    <a:pt x="9190" y="4551"/>
                  </a:lnTo>
                  <a:lnTo>
                    <a:pt x="8934" y="4461"/>
                  </a:lnTo>
                  <a:lnTo>
                    <a:pt x="8666" y="4538"/>
                  </a:lnTo>
                  <a:lnTo>
                    <a:pt x="8628" y="4538"/>
                  </a:lnTo>
                  <a:lnTo>
                    <a:pt x="8615" y="4525"/>
                  </a:lnTo>
                  <a:lnTo>
                    <a:pt x="8602" y="4500"/>
                  </a:lnTo>
                  <a:lnTo>
                    <a:pt x="8525" y="4270"/>
                  </a:lnTo>
                  <a:lnTo>
                    <a:pt x="8525" y="4244"/>
                  </a:lnTo>
                  <a:lnTo>
                    <a:pt x="8525" y="4219"/>
                  </a:lnTo>
                  <a:lnTo>
                    <a:pt x="8602" y="4078"/>
                  </a:lnTo>
                  <a:lnTo>
                    <a:pt x="8615" y="3439"/>
                  </a:lnTo>
                  <a:lnTo>
                    <a:pt x="8398" y="3286"/>
                  </a:lnTo>
                  <a:lnTo>
                    <a:pt x="8372" y="3260"/>
                  </a:lnTo>
                  <a:lnTo>
                    <a:pt x="8206" y="2685"/>
                  </a:lnTo>
                  <a:lnTo>
                    <a:pt x="8206" y="2647"/>
                  </a:lnTo>
                  <a:lnTo>
                    <a:pt x="8372" y="2276"/>
                  </a:lnTo>
                  <a:lnTo>
                    <a:pt x="8219" y="2174"/>
                  </a:lnTo>
                  <a:lnTo>
                    <a:pt x="8193" y="2148"/>
                  </a:lnTo>
                  <a:lnTo>
                    <a:pt x="8193" y="2123"/>
                  </a:lnTo>
                  <a:lnTo>
                    <a:pt x="8206" y="1305"/>
                  </a:lnTo>
                  <a:lnTo>
                    <a:pt x="8206" y="1305"/>
                  </a:lnTo>
                  <a:lnTo>
                    <a:pt x="7337" y="1343"/>
                  </a:lnTo>
                  <a:lnTo>
                    <a:pt x="7298" y="1330"/>
                  </a:lnTo>
                  <a:lnTo>
                    <a:pt x="7273" y="1305"/>
                  </a:lnTo>
                  <a:lnTo>
                    <a:pt x="7196" y="985"/>
                  </a:lnTo>
                  <a:lnTo>
                    <a:pt x="6289" y="972"/>
                  </a:lnTo>
                  <a:lnTo>
                    <a:pt x="6276" y="1841"/>
                  </a:lnTo>
                  <a:lnTo>
                    <a:pt x="6276" y="1854"/>
                  </a:lnTo>
                  <a:lnTo>
                    <a:pt x="6263" y="1880"/>
                  </a:lnTo>
                  <a:lnTo>
                    <a:pt x="6238" y="1880"/>
                  </a:lnTo>
                  <a:lnTo>
                    <a:pt x="6225" y="1893"/>
                  </a:lnTo>
                  <a:lnTo>
                    <a:pt x="5701" y="1880"/>
                  </a:lnTo>
                  <a:lnTo>
                    <a:pt x="5675" y="1880"/>
                  </a:lnTo>
                  <a:lnTo>
                    <a:pt x="5547" y="1803"/>
                  </a:lnTo>
                  <a:lnTo>
                    <a:pt x="5420" y="1867"/>
                  </a:lnTo>
                  <a:lnTo>
                    <a:pt x="5394" y="1880"/>
                  </a:lnTo>
                  <a:lnTo>
                    <a:pt x="4845" y="1867"/>
                  </a:lnTo>
                  <a:lnTo>
                    <a:pt x="4806" y="1867"/>
                  </a:lnTo>
                  <a:lnTo>
                    <a:pt x="4793" y="1841"/>
                  </a:lnTo>
                  <a:lnTo>
                    <a:pt x="4666" y="1650"/>
                  </a:lnTo>
                  <a:lnTo>
                    <a:pt x="4474" y="1573"/>
                  </a:lnTo>
                  <a:lnTo>
                    <a:pt x="4448" y="1560"/>
                  </a:lnTo>
                  <a:lnTo>
                    <a:pt x="4436" y="1547"/>
                  </a:lnTo>
                  <a:lnTo>
                    <a:pt x="4129" y="806"/>
                  </a:lnTo>
                  <a:lnTo>
                    <a:pt x="4129" y="793"/>
                  </a:lnTo>
                  <a:lnTo>
                    <a:pt x="4014" y="27"/>
                  </a:lnTo>
                  <a:lnTo>
                    <a:pt x="14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8"/>
            <p:cNvSpPr/>
            <p:nvPr/>
          </p:nvSpPr>
          <p:spPr>
            <a:xfrm>
              <a:off x="3930125" y="3876875"/>
              <a:ext cx="308350" cy="257575"/>
            </a:xfrm>
            <a:custGeom>
              <a:rect b="b" l="l" r="r" t="t"/>
              <a:pathLst>
                <a:path extrusionOk="0" h="10303" w="12334">
                  <a:moveTo>
                    <a:pt x="9036" y="5279"/>
                  </a:moveTo>
                  <a:lnTo>
                    <a:pt x="8385" y="5471"/>
                  </a:lnTo>
                  <a:lnTo>
                    <a:pt x="7950" y="6174"/>
                  </a:lnTo>
                  <a:lnTo>
                    <a:pt x="7937" y="6187"/>
                  </a:lnTo>
                  <a:lnTo>
                    <a:pt x="7669" y="6417"/>
                  </a:lnTo>
                  <a:lnTo>
                    <a:pt x="8295" y="7017"/>
                  </a:lnTo>
                  <a:lnTo>
                    <a:pt x="8436" y="6813"/>
                  </a:lnTo>
                  <a:lnTo>
                    <a:pt x="8461" y="6800"/>
                  </a:lnTo>
                  <a:lnTo>
                    <a:pt x="9062" y="6583"/>
                  </a:lnTo>
                  <a:lnTo>
                    <a:pt x="9151" y="6455"/>
                  </a:lnTo>
                  <a:lnTo>
                    <a:pt x="9164" y="6430"/>
                  </a:lnTo>
                  <a:lnTo>
                    <a:pt x="9497" y="6212"/>
                  </a:lnTo>
                  <a:lnTo>
                    <a:pt x="9548" y="6021"/>
                  </a:lnTo>
                  <a:lnTo>
                    <a:pt x="9215" y="5791"/>
                  </a:lnTo>
                  <a:lnTo>
                    <a:pt x="9190" y="5765"/>
                  </a:lnTo>
                  <a:lnTo>
                    <a:pt x="9190" y="5739"/>
                  </a:lnTo>
                  <a:lnTo>
                    <a:pt x="9190" y="5535"/>
                  </a:lnTo>
                  <a:lnTo>
                    <a:pt x="9036" y="5279"/>
                  </a:lnTo>
                  <a:close/>
                  <a:moveTo>
                    <a:pt x="9075" y="5164"/>
                  </a:moveTo>
                  <a:lnTo>
                    <a:pt x="9100" y="5190"/>
                  </a:lnTo>
                  <a:lnTo>
                    <a:pt x="9292" y="5497"/>
                  </a:lnTo>
                  <a:lnTo>
                    <a:pt x="9305" y="5522"/>
                  </a:lnTo>
                  <a:lnTo>
                    <a:pt x="9292" y="5714"/>
                  </a:lnTo>
                  <a:lnTo>
                    <a:pt x="9650" y="5957"/>
                  </a:lnTo>
                  <a:lnTo>
                    <a:pt x="9663" y="5982"/>
                  </a:lnTo>
                  <a:lnTo>
                    <a:pt x="9663" y="6008"/>
                  </a:lnTo>
                  <a:lnTo>
                    <a:pt x="9599" y="6251"/>
                  </a:lnTo>
                  <a:lnTo>
                    <a:pt x="9573" y="6289"/>
                  </a:lnTo>
                  <a:lnTo>
                    <a:pt x="9241" y="6519"/>
                  </a:lnTo>
                  <a:lnTo>
                    <a:pt x="9151" y="6660"/>
                  </a:lnTo>
                  <a:lnTo>
                    <a:pt x="9126" y="6685"/>
                  </a:lnTo>
                  <a:lnTo>
                    <a:pt x="8525" y="6890"/>
                  </a:lnTo>
                  <a:lnTo>
                    <a:pt x="8346" y="7132"/>
                  </a:lnTo>
                  <a:lnTo>
                    <a:pt x="8334" y="7145"/>
                  </a:lnTo>
                  <a:lnTo>
                    <a:pt x="8308" y="7158"/>
                  </a:lnTo>
                  <a:lnTo>
                    <a:pt x="8270" y="7145"/>
                  </a:lnTo>
                  <a:lnTo>
                    <a:pt x="7541" y="6455"/>
                  </a:lnTo>
                  <a:lnTo>
                    <a:pt x="7528" y="6442"/>
                  </a:lnTo>
                  <a:lnTo>
                    <a:pt x="7528" y="6417"/>
                  </a:lnTo>
                  <a:lnTo>
                    <a:pt x="7528" y="6391"/>
                  </a:lnTo>
                  <a:lnTo>
                    <a:pt x="7541" y="6378"/>
                  </a:lnTo>
                  <a:lnTo>
                    <a:pt x="7861" y="6110"/>
                  </a:lnTo>
                  <a:lnTo>
                    <a:pt x="8295" y="5394"/>
                  </a:lnTo>
                  <a:lnTo>
                    <a:pt x="8334" y="5369"/>
                  </a:lnTo>
                  <a:lnTo>
                    <a:pt x="9036" y="5164"/>
                  </a:lnTo>
                  <a:close/>
                  <a:moveTo>
                    <a:pt x="9944" y="1"/>
                  </a:moveTo>
                  <a:lnTo>
                    <a:pt x="9407" y="257"/>
                  </a:lnTo>
                  <a:lnTo>
                    <a:pt x="9382" y="269"/>
                  </a:lnTo>
                  <a:lnTo>
                    <a:pt x="8947" y="257"/>
                  </a:lnTo>
                  <a:lnTo>
                    <a:pt x="8819" y="614"/>
                  </a:lnTo>
                  <a:lnTo>
                    <a:pt x="8806" y="640"/>
                  </a:lnTo>
                  <a:lnTo>
                    <a:pt x="8270" y="1062"/>
                  </a:lnTo>
                  <a:lnTo>
                    <a:pt x="8231" y="1075"/>
                  </a:lnTo>
                  <a:lnTo>
                    <a:pt x="8078" y="1075"/>
                  </a:lnTo>
                  <a:lnTo>
                    <a:pt x="8078" y="1445"/>
                  </a:lnTo>
                  <a:lnTo>
                    <a:pt x="8078" y="1471"/>
                  </a:lnTo>
                  <a:lnTo>
                    <a:pt x="8065" y="1483"/>
                  </a:lnTo>
                  <a:lnTo>
                    <a:pt x="7337" y="2148"/>
                  </a:lnTo>
                  <a:lnTo>
                    <a:pt x="7324" y="2148"/>
                  </a:lnTo>
                  <a:lnTo>
                    <a:pt x="7298" y="2161"/>
                  </a:lnTo>
                  <a:lnTo>
                    <a:pt x="7196" y="2161"/>
                  </a:lnTo>
                  <a:lnTo>
                    <a:pt x="7030" y="2595"/>
                  </a:lnTo>
                  <a:lnTo>
                    <a:pt x="7017" y="2621"/>
                  </a:lnTo>
                  <a:lnTo>
                    <a:pt x="6992" y="2634"/>
                  </a:lnTo>
                  <a:lnTo>
                    <a:pt x="6595" y="2813"/>
                  </a:lnTo>
                  <a:lnTo>
                    <a:pt x="6570" y="2825"/>
                  </a:lnTo>
                  <a:lnTo>
                    <a:pt x="5892" y="2813"/>
                  </a:lnTo>
                  <a:lnTo>
                    <a:pt x="4908" y="2672"/>
                  </a:lnTo>
                  <a:lnTo>
                    <a:pt x="4563" y="3119"/>
                  </a:lnTo>
                  <a:lnTo>
                    <a:pt x="4538" y="3132"/>
                  </a:lnTo>
                  <a:lnTo>
                    <a:pt x="4282" y="3260"/>
                  </a:lnTo>
                  <a:lnTo>
                    <a:pt x="4167" y="3337"/>
                  </a:lnTo>
                  <a:lnTo>
                    <a:pt x="4154" y="3490"/>
                  </a:lnTo>
                  <a:lnTo>
                    <a:pt x="4129" y="3516"/>
                  </a:lnTo>
                  <a:lnTo>
                    <a:pt x="3988" y="3643"/>
                  </a:lnTo>
                  <a:lnTo>
                    <a:pt x="3988" y="3720"/>
                  </a:lnTo>
                  <a:lnTo>
                    <a:pt x="3975" y="3733"/>
                  </a:lnTo>
                  <a:lnTo>
                    <a:pt x="3963" y="3758"/>
                  </a:lnTo>
                  <a:lnTo>
                    <a:pt x="3950" y="3758"/>
                  </a:lnTo>
                  <a:lnTo>
                    <a:pt x="3924" y="3771"/>
                  </a:lnTo>
                  <a:lnTo>
                    <a:pt x="3208" y="3758"/>
                  </a:lnTo>
                  <a:lnTo>
                    <a:pt x="3183" y="3746"/>
                  </a:lnTo>
                  <a:lnTo>
                    <a:pt x="3157" y="3733"/>
                  </a:lnTo>
                  <a:lnTo>
                    <a:pt x="2966" y="3337"/>
                  </a:lnTo>
                  <a:lnTo>
                    <a:pt x="2966" y="3311"/>
                  </a:lnTo>
                  <a:lnTo>
                    <a:pt x="2966" y="3286"/>
                  </a:lnTo>
                  <a:lnTo>
                    <a:pt x="3042" y="3119"/>
                  </a:lnTo>
                  <a:lnTo>
                    <a:pt x="3017" y="2902"/>
                  </a:lnTo>
                  <a:lnTo>
                    <a:pt x="3017" y="2889"/>
                  </a:lnTo>
                  <a:lnTo>
                    <a:pt x="2978" y="2493"/>
                  </a:lnTo>
                  <a:lnTo>
                    <a:pt x="2659" y="2084"/>
                  </a:lnTo>
                  <a:lnTo>
                    <a:pt x="2531" y="4998"/>
                  </a:lnTo>
                  <a:lnTo>
                    <a:pt x="2531" y="5011"/>
                  </a:lnTo>
                  <a:lnTo>
                    <a:pt x="2518" y="5036"/>
                  </a:lnTo>
                  <a:lnTo>
                    <a:pt x="2506" y="5036"/>
                  </a:lnTo>
                  <a:lnTo>
                    <a:pt x="2480" y="5049"/>
                  </a:lnTo>
                  <a:lnTo>
                    <a:pt x="2212" y="5049"/>
                  </a:lnTo>
                  <a:lnTo>
                    <a:pt x="1905" y="5241"/>
                  </a:lnTo>
                  <a:lnTo>
                    <a:pt x="1905" y="5292"/>
                  </a:lnTo>
                  <a:lnTo>
                    <a:pt x="1905" y="5318"/>
                  </a:lnTo>
                  <a:lnTo>
                    <a:pt x="1892" y="5330"/>
                  </a:lnTo>
                  <a:lnTo>
                    <a:pt x="1867" y="5343"/>
                  </a:lnTo>
                  <a:lnTo>
                    <a:pt x="1675" y="5343"/>
                  </a:lnTo>
                  <a:lnTo>
                    <a:pt x="1547" y="5292"/>
                  </a:lnTo>
                  <a:lnTo>
                    <a:pt x="1176" y="5343"/>
                  </a:lnTo>
                  <a:lnTo>
                    <a:pt x="1151" y="5330"/>
                  </a:lnTo>
                  <a:lnTo>
                    <a:pt x="1125" y="5318"/>
                  </a:lnTo>
                  <a:lnTo>
                    <a:pt x="1023" y="5190"/>
                  </a:lnTo>
                  <a:lnTo>
                    <a:pt x="665" y="5203"/>
                  </a:lnTo>
                  <a:lnTo>
                    <a:pt x="640" y="5190"/>
                  </a:lnTo>
                  <a:lnTo>
                    <a:pt x="614" y="5164"/>
                  </a:lnTo>
                  <a:lnTo>
                    <a:pt x="461" y="4691"/>
                  </a:lnTo>
                  <a:lnTo>
                    <a:pt x="243" y="4602"/>
                  </a:lnTo>
                  <a:lnTo>
                    <a:pt x="52" y="5075"/>
                  </a:lnTo>
                  <a:lnTo>
                    <a:pt x="26" y="5100"/>
                  </a:lnTo>
                  <a:lnTo>
                    <a:pt x="1" y="5113"/>
                  </a:lnTo>
                  <a:lnTo>
                    <a:pt x="1" y="5356"/>
                  </a:lnTo>
                  <a:lnTo>
                    <a:pt x="192" y="5714"/>
                  </a:lnTo>
                  <a:lnTo>
                    <a:pt x="192" y="5842"/>
                  </a:lnTo>
                  <a:lnTo>
                    <a:pt x="307" y="5944"/>
                  </a:lnTo>
                  <a:lnTo>
                    <a:pt x="563" y="6915"/>
                  </a:lnTo>
                  <a:lnTo>
                    <a:pt x="946" y="7669"/>
                  </a:lnTo>
                  <a:lnTo>
                    <a:pt x="1074" y="8206"/>
                  </a:lnTo>
                  <a:lnTo>
                    <a:pt x="882" y="8526"/>
                  </a:lnTo>
                  <a:lnTo>
                    <a:pt x="818" y="8743"/>
                  </a:lnTo>
                  <a:lnTo>
                    <a:pt x="959" y="8807"/>
                  </a:lnTo>
                  <a:lnTo>
                    <a:pt x="946" y="8998"/>
                  </a:lnTo>
                  <a:lnTo>
                    <a:pt x="1227" y="9369"/>
                  </a:lnTo>
                  <a:lnTo>
                    <a:pt x="1343" y="9816"/>
                  </a:lnTo>
                  <a:lnTo>
                    <a:pt x="1496" y="9816"/>
                  </a:lnTo>
                  <a:lnTo>
                    <a:pt x="1560" y="9970"/>
                  </a:lnTo>
                  <a:lnTo>
                    <a:pt x="1764" y="9970"/>
                  </a:lnTo>
                  <a:lnTo>
                    <a:pt x="2097" y="10225"/>
                  </a:lnTo>
                  <a:lnTo>
                    <a:pt x="2339" y="10302"/>
                  </a:lnTo>
                  <a:lnTo>
                    <a:pt x="2493" y="10174"/>
                  </a:lnTo>
                  <a:lnTo>
                    <a:pt x="2876" y="10136"/>
                  </a:lnTo>
                  <a:lnTo>
                    <a:pt x="3093" y="9995"/>
                  </a:lnTo>
                  <a:lnTo>
                    <a:pt x="3208" y="10059"/>
                  </a:lnTo>
                  <a:lnTo>
                    <a:pt x="3566" y="10059"/>
                  </a:lnTo>
                  <a:lnTo>
                    <a:pt x="4193" y="9778"/>
                  </a:lnTo>
                  <a:lnTo>
                    <a:pt x="4423" y="9816"/>
                  </a:lnTo>
                  <a:lnTo>
                    <a:pt x="4755" y="9842"/>
                  </a:lnTo>
                  <a:lnTo>
                    <a:pt x="5049" y="9753"/>
                  </a:lnTo>
                  <a:lnTo>
                    <a:pt x="5586" y="9919"/>
                  </a:lnTo>
                  <a:lnTo>
                    <a:pt x="5688" y="9893"/>
                  </a:lnTo>
                  <a:lnTo>
                    <a:pt x="5765" y="9880"/>
                  </a:lnTo>
                  <a:lnTo>
                    <a:pt x="5803" y="9855"/>
                  </a:lnTo>
                  <a:lnTo>
                    <a:pt x="5854" y="9676"/>
                  </a:lnTo>
                  <a:lnTo>
                    <a:pt x="5995" y="9740"/>
                  </a:lnTo>
                  <a:lnTo>
                    <a:pt x="6314" y="9740"/>
                  </a:lnTo>
                  <a:lnTo>
                    <a:pt x="6468" y="9586"/>
                  </a:lnTo>
                  <a:lnTo>
                    <a:pt x="6710" y="9637"/>
                  </a:lnTo>
                  <a:lnTo>
                    <a:pt x="6902" y="9599"/>
                  </a:lnTo>
                  <a:lnTo>
                    <a:pt x="7337" y="9599"/>
                  </a:lnTo>
                  <a:lnTo>
                    <a:pt x="7490" y="9446"/>
                  </a:lnTo>
                  <a:lnTo>
                    <a:pt x="8691" y="8615"/>
                  </a:lnTo>
                  <a:lnTo>
                    <a:pt x="9343" y="8091"/>
                  </a:lnTo>
                  <a:lnTo>
                    <a:pt x="9714" y="7887"/>
                  </a:lnTo>
                  <a:lnTo>
                    <a:pt x="10008" y="7669"/>
                  </a:lnTo>
                  <a:lnTo>
                    <a:pt x="10532" y="6570"/>
                  </a:lnTo>
                  <a:lnTo>
                    <a:pt x="10877" y="6021"/>
                  </a:lnTo>
                  <a:lnTo>
                    <a:pt x="11682" y="5599"/>
                  </a:lnTo>
                  <a:lnTo>
                    <a:pt x="11963" y="5011"/>
                  </a:lnTo>
                  <a:lnTo>
                    <a:pt x="12014" y="4717"/>
                  </a:lnTo>
                  <a:lnTo>
                    <a:pt x="12283" y="4346"/>
                  </a:lnTo>
                  <a:lnTo>
                    <a:pt x="12334" y="4142"/>
                  </a:lnTo>
                  <a:lnTo>
                    <a:pt x="11759" y="4014"/>
                  </a:lnTo>
                  <a:lnTo>
                    <a:pt x="11554" y="4346"/>
                  </a:lnTo>
                  <a:lnTo>
                    <a:pt x="11541" y="4372"/>
                  </a:lnTo>
                  <a:lnTo>
                    <a:pt x="10928" y="4372"/>
                  </a:lnTo>
                  <a:lnTo>
                    <a:pt x="10902" y="4359"/>
                  </a:lnTo>
                  <a:lnTo>
                    <a:pt x="10877" y="4334"/>
                  </a:lnTo>
                  <a:lnTo>
                    <a:pt x="10634" y="3695"/>
                  </a:lnTo>
                  <a:lnTo>
                    <a:pt x="10634" y="3669"/>
                  </a:lnTo>
                  <a:lnTo>
                    <a:pt x="10634" y="3643"/>
                  </a:lnTo>
                  <a:lnTo>
                    <a:pt x="11120" y="2838"/>
                  </a:lnTo>
                  <a:lnTo>
                    <a:pt x="11145" y="2825"/>
                  </a:lnTo>
                  <a:lnTo>
                    <a:pt x="11158" y="2813"/>
                  </a:lnTo>
                  <a:lnTo>
                    <a:pt x="11401" y="2774"/>
                  </a:lnTo>
                  <a:lnTo>
                    <a:pt x="11426" y="2774"/>
                  </a:lnTo>
                  <a:lnTo>
                    <a:pt x="11452" y="2787"/>
                  </a:lnTo>
                  <a:lnTo>
                    <a:pt x="11772" y="3081"/>
                  </a:lnTo>
                  <a:lnTo>
                    <a:pt x="11784" y="2135"/>
                  </a:lnTo>
                  <a:lnTo>
                    <a:pt x="11529" y="282"/>
                  </a:lnTo>
                  <a:lnTo>
                    <a:pt x="99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8"/>
            <p:cNvSpPr/>
            <p:nvPr/>
          </p:nvSpPr>
          <p:spPr>
            <a:xfrm>
              <a:off x="2171500" y="1120750"/>
              <a:ext cx="684125" cy="795300"/>
            </a:xfrm>
            <a:custGeom>
              <a:rect b="b" l="l" r="r" t="t"/>
              <a:pathLst>
                <a:path extrusionOk="0" h="31812" w="27365">
                  <a:moveTo>
                    <a:pt x="18763" y="1"/>
                  </a:moveTo>
                  <a:lnTo>
                    <a:pt x="18456" y="26"/>
                  </a:lnTo>
                  <a:lnTo>
                    <a:pt x="18239" y="52"/>
                  </a:lnTo>
                  <a:lnTo>
                    <a:pt x="17932" y="52"/>
                  </a:lnTo>
                  <a:lnTo>
                    <a:pt x="17536" y="90"/>
                  </a:lnTo>
                  <a:lnTo>
                    <a:pt x="16986" y="141"/>
                  </a:lnTo>
                  <a:lnTo>
                    <a:pt x="16743" y="167"/>
                  </a:lnTo>
                  <a:lnTo>
                    <a:pt x="16462" y="180"/>
                  </a:lnTo>
                  <a:lnTo>
                    <a:pt x="16334" y="192"/>
                  </a:lnTo>
                  <a:lnTo>
                    <a:pt x="16079" y="244"/>
                  </a:lnTo>
                  <a:lnTo>
                    <a:pt x="15836" y="295"/>
                  </a:lnTo>
                  <a:lnTo>
                    <a:pt x="15695" y="333"/>
                  </a:lnTo>
                  <a:lnTo>
                    <a:pt x="15593" y="346"/>
                  </a:lnTo>
                  <a:lnTo>
                    <a:pt x="15414" y="371"/>
                  </a:lnTo>
                  <a:lnTo>
                    <a:pt x="15159" y="410"/>
                  </a:lnTo>
                  <a:lnTo>
                    <a:pt x="14941" y="768"/>
                  </a:lnTo>
                  <a:lnTo>
                    <a:pt x="14916" y="780"/>
                  </a:lnTo>
                  <a:lnTo>
                    <a:pt x="14877" y="844"/>
                  </a:lnTo>
                  <a:lnTo>
                    <a:pt x="14852" y="883"/>
                  </a:lnTo>
                  <a:lnTo>
                    <a:pt x="14839" y="934"/>
                  </a:lnTo>
                  <a:lnTo>
                    <a:pt x="14839" y="972"/>
                  </a:lnTo>
                  <a:lnTo>
                    <a:pt x="14852" y="1023"/>
                  </a:lnTo>
                  <a:lnTo>
                    <a:pt x="14852" y="1049"/>
                  </a:lnTo>
                  <a:lnTo>
                    <a:pt x="14826" y="1049"/>
                  </a:lnTo>
                  <a:lnTo>
                    <a:pt x="14724" y="985"/>
                  </a:lnTo>
                  <a:lnTo>
                    <a:pt x="14571" y="857"/>
                  </a:lnTo>
                  <a:lnTo>
                    <a:pt x="14238" y="806"/>
                  </a:lnTo>
                  <a:lnTo>
                    <a:pt x="14008" y="780"/>
                  </a:lnTo>
                  <a:lnTo>
                    <a:pt x="13906" y="780"/>
                  </a:lnTo>
                  <a:lnTo>
                    <a:pt x="13906" y="793"/>
                  </a:lnTo>
                  <a:lnTo>
                    <a:pt x="13906" y="870"/>
                  </a:lnTo>
                  <a:lnTo>
                    <a:pt x="13932" y="946"/>
                  </a:lnTo>
                  <a:lnTo>
                    <a:pt x="13983" y="1061"/>
                  </a:lnTo>
                  <a:lnTo>
                    <a:pt x="13420" y="1023"/>
                  </a:lnTo>
                  <a:lnTo>
                    <a:pt x="13293" y="934"/>
                  </a:lnTo>
                  <a:lnTo>
                    <a:pt x="13203" y="895"/>
                  </a:lnTo>
                  <a:lnTo>
                    <a:pt x="13165" y="870"/>
                  </a:lnTo>
                  <a:lnTo>
                    <a:pt x="13139" y="870"/>
                  </a:lnTo>
                  <a:lnTo>
                    <a:pt x="12871" y="985"/>
                  </a:lnTo>
                  <a:lnTo>
                    <a:pt x="12615" y="1074"/>
                  </a:lnTo>
                  <a:lnTo>
                    <a:pt x="12206" y="1317"/>
                  </a:lnTo>
                  <a:lnTo>
                    <a:pt x="11900" y="1317"/>
                  </a:lnTo>
                  <a:lnTo>
                    <a:pt x="11682" y="1330"/>
                  </a:lnTo>
                  <a:lnTo>
                    <a:pt x="11606" y="1343"/>
                  </a:lnTo>
                  <a:lnTo>
                    <a:pt x="11567" y="1355"/>
                  </a:lnTo>
                  <a:lnTo>
                    <a:pt x="11503" y="1394"/>
                  </a:lnTo>
                  <a:lnTo>
                    <a:pt x="11427" y="1445"/>
                  </a:lnTo>
                  <a:lnTo>
                    <a:pt x="11388" y="1483"/>
                  </a:lnTo>
                  <a:lnTo>
                    <a:pt x="11350" y="1522"/>
                  </a:lnTo>
                  <a:lnTo>
                    <a:pt x="11324" y="1573"/>
                  </a:lnTo>
                  <a:lnTo>
                    <a:pt x="11312" y="1624"/>
                  </a:lnTo>
                  <a:lnTo>
                    <a:pt x="11312" y="1675"/>
                  </a:lnTo>
                  <a:lnTo>
                    <a:pt x="11337" y="1713"/>
                  </a:lnTo>
                  <a:lnTo>
                    <a:pt x="11363" y="1752"/>
                  </a:lnTo>
                  <a:lnTo>
                    <a:pt x="11401" y="1764"/>
                  </a:lnTo>
                  <a:lnTo>
                    <a:pt x="11478" y="1790"/>
                  </a:lnTo>
                  <a:lnTo>
                    <a:pt x="11503" y="1790"/>
                  </a:lnTo>
                  <a:lnTo>
                    <a:pt x="13011" y="1637"/>
                  </a:lnTo>
                  <a:lnTo>
                    <a:pt x="13587" y="1764"/>
                  </a:lnTo>
                  <a:lnTo>
                    <a:pt x="14021" y="1828"/>
                  </a:lnTo>
                  <a:lnTo>
                    <a:pt x="13983" y="2007"/>
                  </a:lnTo>
                  <a:lnTo>
                    <a:pt x="12858" y="1905"/>
                  </a:lnTo>
                  <a:lnTo>
                    <a:pt x="12232" y="1956"/>
                  </a:lnTo>
                  <a:lnTo>
                    <a:pt x="11912" y="1982"/>
                  </a:lnTo>
                  <a:lnTo>
                    <a:pt x="11925" y="2007"/>
                  </a:lnTo>
                  <a:lnTo>
                    <a:pt x="11963" y="2097"/>
                  </a:lnTo>
                  <a:lnTo>
                    <a:pt x="12040" y="2199"/>
                  </a:lnTo>
                  <a:lnTo>
                    <a:pt x="12091" y="2263"/>
                  </a:lnTo>
                  <a:lnTo>
                    <a:pt x="12168" y="2327"/>
                  </a:lnTo>
                  <a:lnTo>
                    <a:pt x="12360" y="2455"/>
                  </a:lnTo>
                  <a:lnTo>
                    <a:pt x="12564" y="2570"/>
                  </a:lnTo>
                  <a:lnTo>
                    <a:pt x="12794" y="2685"/>
                  </a:lnTo>
                  <a:lnTo>
                    <a:pt x="14468" y="2250"/>
                  </a:lnTo>
                  <a:lnTo>
                    <a:pt x="14468" y="2301"/>
                  </a:lnTo>
                  <a:lnTo>
                    <a:pt x="12781" y="2787"/>
                  </a:lnTo>
                  <a:lnTo>
                    <a:pt x="12462" y="2659"/>
                  </a:lnTo>
                  <a:lnTo>
                    <a:pt x="12104" y="3017"/>
                  </a:lnTo>
                  <a:lnTo>
                    <a:pt x="12398" y="2621"/>
                  </a:lnTo>
                  <a:lnTo>
                    <a:pt x="12296" y="2493"/>
                  </a:lnTo>
                  <a:lnTo>
                    <a:pt x="11644" y="2097"/>
                  </a:lnTo>
                  <a:lnTo>
                    <a:pt x="11030" y="2135"/>
                  </a:lnTo>
                  <a:lnTo>
                    <a:pt x="11056" y="2429"/>
                  </a:lnTo>
                  <a:lnTo>
                    <a:pt x="11823" y="2812"/>
                  </a:lnTo>
                  <a:lnTo>
                    <a:pt x="12245" y="3260"/>
                  </a:lnTo>
                  <a:lnTo>
                    <a:pt x="12449" y="3400"/>
                  </a:lnTo>
                  <a:lnTo>
                    <a:pt x="12347" y="3566"/>
                  </a:lnTo>
                  <a:lnTo>
                    <a:pt x="12040" y="3451"/>
                  </a:lnTo>
                  <a:lnTo>
                    <a:pt x="11695" y="3234"/>
                  </a:lnTo>
                  <a:lnTo>
                    <a:pt x="11465" y="3081"/>
                  </a:lnTo>
                  <a:lnTo>
                    <a:pt x="11337" y="3017"/>
                  </a:lnTo>
                  <a:lnTo>
                    <a:pt x="11069" y="2953"/>
                  </a:lnTo>
                  <a:lnTo>
                    <a:pt x="10813" y="2889"/>
                  </a:lnTo>
                  <a:lnTo>
                    <a:pt x="10302" y="2710"/>
                  </a:lnTo>
                  <a:lnTo>
                    <a:pt x="10340" y="2685"/>
                  </a:lnTo>
                  <a:lnTo>
                    <a:pt x="10379" y="2633"/>
                  </a:lnTo>
                  <a:lnTo>
                    <a:pt x="10391" y="2608"/>
                  </a:lnTo>
                  <a:lnTo>
                    <a:pt x="10379" y="2595"/>
                  </a:lnTo>
                  <a:lnTo>
                    <a:pt x="10328" y="2582"/>
                  </a:lnTo>
                  <a:lnTo>
                    <a:pt x="10238" y="2595"/>
                  </a:lnTo>
                  <a:lnTo>
                    <a:pt x="9714" y="2646"/>
                  </a:lnTo>
                  <a:lnTo>
                    <a:pt x="9573" y="2774"/>
                  </a:lnTo>
                  <a:lnTo>
                    <a:pt x="9343" y="2646"/>
                  </a:lnTo>
                  <a:lnTo>
                    <a:pt x="9919" y="3273"/>
                  </a:lnTo>
                  <a:lnTo>
                    <a:pt x="10110" y="3515"/>
                  </a:lnTo>
                  <a:lnTo>
                    <a:pt x="9676" y="3618"/>
                  </a:lnTo>
                  <a:lnTo>
                    <a:pt x="8922" y="3145"/>
                  </a:lnTo>
                  <a:lnTo>
                    <a:pt x="8372" y="2927"/>
                  </a:lnTo>
                  <a:lnTo>
                    <a:pt x="8372" y="3375"/>
                  </a:lnTo>
                  <a:lnTo>
                    <a:pt x="8398" y="3426"/>
                  </a:lnTo>
                  <a:lnTo>
                    <a:pt x="8423" y="3528"/>
                  </a:lnTo>
                  <a:lnTo>
                    <a:pt x="8449" y="3630"/>
                  </a:lnTo>
                  <a:lnTo>
                    <a:pt x="8462" y="3681"/>
                  </a:lnTo>
                  <a:lnTo>
                    <a:pt x="8449" y="3733"/>
                  </a:lnTo>
                  <a:lnTo>
                    <a:pt x="8436" y="3784"/>
                  </a:lnTo>
                  <a:lnTo>
                    <a:pt x="8398" y="3873"/>
                  </a:lnTo>
                  <a:lnTo>
                    <a:pt x="8283" y="4065"/>
                  </a:lnTo>
                  <a:lnTo>
                    <a:pt x="8129" y="4308"/>
                  </a:lnTo>
                  <a:lnTo>
                    <a:pt x="8155" y="3618"/>
                  </a:lnTo>
                  <a:lnTo>
                    <a:pt x="7950" y="2940"/>
                  </a:lnTo>
                  <a:lnTo>
                    <a:pt x="7580" y="2927"/>
                  </a:lnTo>
                  <a:lnTo>
                    <a:pt x="7158" y="3183"/>
                  </a:lnTo>
                  <a:lnTo>
                    <a:pt x="6596" y="3324"/>
                  </a:lnTo>
                  <a:lnTo>
                    <a:pt x="6340" y="3388"/>
                  </a:lnTo>
                  <a:lnTo>
                    <a:pt x="6161" y="3439"/>
                  </a:lnTo>
                  <a:lnTo>
                    <a:pt x="6046" y="3477"/>
                  </a:lnTo>
                  <a:lnTo>
                    <a:pt x="5803" y="3618"/>
                  </a:lnTo>
                  <a:lnTo>
                    <a:pt x="5611" y="3733"/>
                  </a:lnTo>
                  <a:lnTo>
                    <a:pt x="5752" y="3988"/>
                  </a:lnTo>
                  <a:lnTo>
                    <a:pt x="5330" y="3886"/>
                  </a:lnTo>
                  <a:lnTo>
                    <a:pt x="4896" y="3924"/>
                  </a:lnTo>
                  <a:lnTo>
                    <a:pt x="4755" y="4193"/>
                  </a:lnTo>
                  <a:lnTo>
                    <a:pt x="4781" y="4359"/>
                  </a:lnTo>
                  <a:lnTo>
                    <a:pt x="4806" y="4499"/>
                  </a:lnTo>
                  <a:lnTo>
                    <a:pt x="4857" y="4614"/>
                  </a:lnTo>
                  <a:lnTo>
                    <a:pt x="4883" y="4678"/>
                  </a:lnTo>
                  <a:lnTo>
                    <a:pt x="4909" y="4742"/>
                  </a:lnTo>
                  <a:lnTo>
                    <a:pt x="4934" y="4960"/>
                  </a:lnTo>
                  <a:lnTo>
                    <a:pt x="4960" y="5190"/>
                  </a:lnTo>
                  <a:lnTo>
                    <a:pt x="4972" y="5241"/>
                  </a:lnTo>
                  <a:lnTo>
                    <a:pt x="4960" y="5266"/>
                  </a:lnTo>
                  <a:lnTo>
                    <a:pt x="4921" y="5279"/>
                  </a:lnTo>
                  <a:lnTo>
                    <a:pt x="4602" y="5279"/>
                  </a:lnTo>
                  <a:lnTo>
                    <a:pt x="4525" y="5266"/>
                  </a:lnTo>
                  <a:lnTo>
                    <a:pt x="4270" y="5266"/>
                  </a:lnTo>
                  <a:lnTo>
                    <a:pt x="4052" y="5279"/>
                  </a:lnTo>
                  <a:lnTo>
                    <a:pt x="3848" y="5266"/>
                  </a:lnTo>
                  <a:lnTo>
                    <a:pt x="3682" y="5254"/>
                  </a:lnTo>
                  <a:lnTo>
                    <a:pt x="3643" y="5254"/>
                  </a:lnTo>
                  <a:lnTo>
                    <a:pt x="3630" y="5266"/>
                  </a:lnTo>
                  <a:lnTo>
                    <a:pt x="3618" y="5292"/>
                  </a:lnTo>
                  <a:lnTo>
                    <a:pt x="3579" y="5356"/>
                  </a:lnTo>
                  <a:lnTo>
                    <a:pt x="3439" y="5522"/>
                  </a:lnTo>
                  <a:lnTo>
                    <a:pt x="3222" y="5752"/>
                  </a:lnTo>
                  <a:lnTo>
                    <a:pt x="3209" y="5790"/>
                  </a:lnTo>
                  <a:lnTo>
                    <a:pt x="3132" y="5867"/>
                  </a:lnTo>
                  <a:lnTo>
                    <a:pt x="3030" y="5969"/>
                  </a:lnTo>
                  <a:lnTo>
                    <a:pt x="2953" y="6020"/>
                  </a:lnTo>
                  <a:lnTo>
                    <a:pt x="2876" y="6071"/>
                  </a:lnTo>
                  <a:lnTo>
                    <a:pt x="2595" y="6250"/>
                  </a:lnTo>
                  <a:lnTo>
                    <a:pt x="2480" y="6327"/>
                  </a:lnTo>
                  <a:lnTo>
                    <a:pt x="2467" y="6506"/>
                  </a:lnTo>
                  <a:lnTo>
                    <a:pt x="2455" y="6634"/>
                  </a:lnTo>
                  <a:lnTo>
                    <a:pt x="2442" y="6710"/>
                  </a:lnTo>
                  <a:lnTo>
                    <a:pt x="2404" y="6749"/>
                  </a:lnTo>
                  <a:lnTo>
                    <a:pt x="2340" y="6800"/>
                  </a:lnTo>
                  <a:lnTo>
                    <a:pt x="2276" y="6851"/>
                  </a:lnTo>
                  <a:lnTo>
                    <a:pt x="2263" y="6889"/>
                  </a:lnTo>
                  <a:lnTo>
                    <a:pt x="2263" y="6915"/>
                  </a:lnTo>
                  <a:lnTo>
                    <a:pt x="2289" y="6953"/>
                  </a:lnTo>
                  <a:lnTo>
                    <a:pt x="2340" y="7004"/>
                  </a:lnTo>
                  <a:lnTo>
                    <a:pt x="2493" y="7107"/>
                  </a:lnTo>
                  <a:lnTo>
                    <a:pt x="2710" y="7222"/>
                  </a:lnTo>
                  <a:lnTo>
                    <a:pt x="2953" y="7081"/>
                  </a:lnTo>
                  <a:lnTo>
                    <a:pt x="3132" y="6979"/>
                  </a:lnTo>
                  <a:lnTo>
                    <a:pt x="3183" y="6953"/>
                  </a:lnTo>
                  <a:lnTo>
                    <a:pt x="3209" y="6953"/>
                  </a:lnTo>
                  <a:lnTo>
                    <a:pt x="3234" y="7209"/>
                  </a:lnTo>
                  <a:lnTo>
                    <a:pt x="3260" y="7490"/>
                  </a:lnTo>
                  <a:lnTo>
                    <a:pt x="3273" y="7605"/>
                  </a:lnTo>
                  <a:lnTo>
                    <a:pt x="3260" y="7797"/>
                  </a:lnTo>
                  <a:lnTo>
                    <a:pt x="3260" y="8091"/>
                  </a:lnTo>
                  <a:lnTo>
                    <a:pt x="3196" y="8129"/>
                  </a:lnTo>
                  <a:lnTo>
                    <a:pt x="3055" y="8219"/>
                  </a:lnTo>
                  <a:lnTo>
                    <a:pt x="2595" y="8474"/>
                  </a:lnTo>
                  <a:lnTo>
                    <a:pt x="1931" y="8819"/>
                  </a:lnTo>
                  <a:lnTo>
                    <a:pt x="1828" y="8858"/>
                  </a:lnTo>
                  <a:lnTo>
                    <a:pt x="1624" y="8922"/>
                  </a:lnTo>
                  <a:lnTo>
                    <a:pt x="1419" y="8998"/>
                  </a:lnTo>
                  <a:lnTo>
                    <a:pt x="1356" y="9037"/>
                  </a:lnTo>
                  <a:lnTo>
                    <a:pt x="1330" y="9062"/>
                  </a:lnTo>
                  <a:lnTo>
                    <a:pt x="1330" y="9075"/>
                  </a:lnTo>
                  <a:lnTo>
                    <a:pt x="1343" y="9152"/>
                  </a:lnTo>
                  <a:lnTo>
                    <a:pt x="1343" y="9203"/>
                  </a:lnTo>
                  <a:lnTo>
                    <a:pt x="1343" y="9254"/>
                  </a:lnTo>
                  <a:lnTo>
                    <a:pt x="1330" y="9305"/>
                  </a:lnTo>
                  <a:lnTo>
                    <a:pt x="1292" y="9356"/>
                  </a:lnTo>
                  <a:lnTo>
                    <a:pt x="1215" y="9394"/>
                  </a:lnTo>
                  <a:lnTo>
                    <a:pt x="1087" y="9446"/>
                  </a:lnTo>
                  <a:lnTo>
                    <a:pt x="857" y="9497"/>
                  </a:lnTo>
                  <a:lnTo>
                    <a:pt x="704" y="9522"/>
                  </a:lnTo>
                  <a:lnTo>
                    <a:pt x="601" y="9548"/>
                  </a:lnTo>
                  <a:lnTo>
                    <a:pt x="563" y="9561"/>
                  </a:lnTo>
                  <a:lnTo>
                    <a:pt x="538" y="9586"/>
                  </a:lnTo>
                  <a:lnTo>
                    <a:pt x="512" y="9612"/>
                  </a:lnTo>
                  <a:lnTo>
                    <a:pt x="474" y="9637"/>
                  </a:lnTo>
                  <a:lnTo>
                    <a:pt x="397" y="9663"/>
                  </a:lnTo>
                  <a:lnTo>
                    <a:pt x="333" y="9688"/>
                  </a:lnTo>
                  <a:lnTo>
                    <a:pt x="320" y="9701"/>
                  </a:lnTo>
                  <a:lnTo>
                    <a:pt x="308" y="9714"/>
                  </a:lnTo>
                  <a:lnTo>
                    <a:pt x="295" y="9739"/>
                  </a:lnTo>
                  <a:lnTo>
                    <a:pt x="269" y="9765"/>
                  </a:lnTo>
                  <a:lnTo>
                    <a:pt x="154" y="9842"/>
                  </a:lnTo>
                  <a:lnTo>
                    <a:pt x="1" y="9931"/>
                  </a:lnTo>
                  <a:lnTo>
                    <a:pt x="14" y="10430"/>
                  </a:lnTo>
                  <a:lnTo>
                    <a:pt x="346" y="10494"/>
                  </a:lnTo>
                  <a:lnTo>
                    <a:pt x="704" y="10583"/>
                  </a:lnTo>
                  <a:lnTo>
                    <a:pt x="857" y="10660"/>
                  </a:lnTo>
                  <a:lnTo>
                    <a:pt x="972" y="10736"/>
                  </a:lnTo>
                  <a:lnTo>
                    <a:pt x="1125" y="10941"/>
                  </a:lnTo>
                  <a:lnTo>
                    <a:pt x="1534" y="10813"/>
                  </a:lnTo>
                  <a:lnTo>
                    <a:pt x="1330" y="11133"/>
                  </a:lnTo>
                  <a:lnTo>
                    <a:pt x="1675" y="11107"/>
                  </a:lnTo>
                  <a:lnTo>
                    <a:pt x="2110" y="11069"/>
                  </a:lnTo>
                  <a:lnTo>
                    <a:pt x="2186" y="10954"/>
                  </a:lnTo>
                  <a:lnTo>
                    <a:pt x="2186" y="10992"/>
                  </a:lnTo>
                  <a:lnTo>
                    <a:pt x="2212" y="11081"/>
                  </a:lnTo>
                  <a:lnTo>
                    <a:pt x="2237" y="11133"/>
                  </a:lnTo>
                  <a:lnTo>
                    <a:pt x="2250" y="11158"/>
                  </a:lnTo>
                  <a:lnTo>
                    <a:pt x="2276" y="11171"/>
                  </a:lnTo>
                  <a:lnTo>
                    <a:pt x="2314" y="11145"/>
                  </a:lnTo>
                  <a:lnTo>
                    <a:pt x="2787" y="10660"/>
                  </a:lnTo>
                  <a:lnTo>
                    <a:pt x="3068" y="11094"/>
                  </a:lnTo>
                  <a:lnTo>
                    <a:pt x="2557" y="11311"/>
                  </a:lnTo>
                  <a:lnTo>
                    <a:pt x="2314" y="11324"/>
                  </a:lnTo>
                  <a:lnTo>
                    <a:pt x="2148" y="11350"/>
                  </a:lnTo>
                  <a:lnTo>
                    <a:pt x="2084" y="11363"/>
                  </a:lnTo>
                  <a:lnTo>
                    <a:pt x="2058" y="11375"/>
                  </a:lnTo>
                  <a:lnTo>
                    <a:pt x="1854" y="11516"/>
                  </a:lnTo>
                  <a:lnTo>
                    <a:pt x="1675" y="11644"/>
                  </a:lnTo>
                  <a:lnTo>
                    <a:pt x="1649" y="11669"/>
                  </a:lnTo>
                  <a:lnTo>
                    <a:pt x="1573" y="11695"/>
                  </a:lnTo>
                  <a:lnTo>
                    <a:pt x="1407" y="11720"/>
                  </a:lnTo>
                  <a:lnTo>
                    <a:pt x="1304" y="11733"/>
                  </a:lnTo>
                  <a:lnTo>
                    <a:pt x="1189" y="11759"/>
                  </a:lnTo>
                  <a:lnTo>
                    <a:pt x="998" y="11810"/>
                  </a:lnTo>
                  <a:lnTo>
                    <a:pt x="870" y="11861"/>
                  </a:lnTo>
                  <a:lnTo>
                    <a:pt x="806" y="11887"/>
                  </a:lnTo>
                  <a:lnTo>
                    <a:pt x="1151" y="12347"/>
                  </a:lnTo>
                  <a:lnTo>
                    <a:pt x="1292" y="12283"/>
                  </a:lnTo>
                  <a:lnTo>
                    <a:pt x="1381" y="12244"/>
                  </a:lnTo>
                  <a:lnTo>
                    <a:pt x="1445" y="12244"/>
                  </a:lnTo>
                  <a:lnTo>
                    <a:pt x="1483" y="12270"/>
                  </a:lnTo>
                  <a:lnTo>
                    <a:pt x="1560" y="12296"/>
                  </a:lnTo>
                  <a:lnTo>
                    <a:pt x="1662" y="12321"/>
                  </a:lnTo>
                  <a:lnTo>
                    <a:pt x="2301" y="12308"/>
                  </a:lnTo>
                  <a:lnTo>
                    <a:pt x="2301" y="12308"/>
                  </a:lnTo>
                  <a:lnTo>
                    <a:pt x="1739" y="12628"/>
                  </a:lnTo>
                  <a:lnTo>
                    <a:pt x="1675" y="12730"/>
                  </a:lnTo>
                  <a:lnTo>
                    <a:pt x="1637" y="12794"/>
                  </a:lnTo>
                  <a:lnTo>
                    <a:pt x="1624" y="12820"/>
                  </a:lnTo>
                  <a:lnTo>
                    <a:pt x="1637" y="12832"/>
                  </a:lnTo>
                  <a:lnTo>
                    <a:pt x="1726" y="12858"/>
                  </a:lnTo>
                  <a:lnTo>
                    <a:pt x="1918" y="12947"/>
                  </a:lnTo>
                  <a:lnTo>
                    <a:pt x="2110" y="13037"/>
                  </a:lnTo>
                  <a:lnTo>
                    <a:pt x="2250" y="13101"/>
                  </a:lnTo>
                  <a:lnTo>
                    <a:pt x="2404" y="13126"/>
                  </a:lnTo>
                  <a:lnTo>
                    <a:pt x="2595" y="13165"/>
                  </a:lnTo>
                  <a:lnTo>
                    <a:pt x="2838" y="13203"/>
                  </a:lnTo>
                  <a:lnTo>
                    <a:pt x="2864" y="13088"/>
                  </a:lnTo>
                  <a:lnTo>
                    <a:pt x="2889" y="12999"/>
                  </a:lnTo>
                  <a:lnTo>
                    <a:pt x="2902" y="12973"/>
                  </a:lnTo>
                  <a:lnTo>
                    <a:pt x="2915" y="12960"/>
                  </a:lnTo>
                  <a:lnTo>
                    <a:pt x="3311" y="12896"/>
                  </a:lnTo>
                  <a:lnTo>
                    <a:pt x="3375" y="12871"/>
                  </a:lnTo>
                  <a:lnTo>
                    <a:pt x="3567" y="12807"/>
                  </a:lnTo>
                  <a:lnTo>
                    <a:pt x="3630" y="12768"/>
                  </a:lnTo>
                  <a:lnTo>
                    <a:pt x="3707" y="12730"/>
                  </a:lnTo>
                  <a:lnTo>
                    <a:pt x="3861" y="12615"/>
                  </a:lnTo>
                  <a:lnTo>
                    <a:pt x="3976" y="12513"/>
                  </a:lnTo>
                  <a:lnTo>
                    <a:pt x="4014" y="12500"/>
                  </a:lnTo>
                  <a:lnTo>
                    <a:pt x="4014" y="12487"/>
                  </a:lnTo>
                  <a:lnTo>
                    <a:pt x="4027" y="12500"/>
                  </a:lnTo>
                  <a:lnTo>
                    <a:pt x="4014" y="12526"/>
                  </a:lnTo>
                  <a:lnTo>
                    <a:pt x="3976" y="12577"/>
                  </a:lnTo>
                  <a:lnTo>
                    <a:pt x="3899" y="12717"/>
                  </a:lnTo>
                  <a:lnTo>
                    <a:pt x="3886" y="12768"/>
                  </a:lnTo>
                  <a:lnTo>
                    <a:pt x="3886" y="12794"/>
                  </a:lnTo>
                  <a:lnTo>
                    <a:pt x="3886" y="12820"/>
                  </a:lnTo>
                  <a:lnTo>
                    <a:pt x="3912" y="12832"/>
                  </a:lnTo>
                  <a:lnTo>
                    <a:pt x="3937" y="12832"/>
                  </a:lnTo>
                  <a:lnTo>
                    <a:pt x="4027" y="12807"/>
                  </a:lnTo>
                  <a:lnTo>
                    <a:pt x="4257" y="12730"/>
                  </a:lnTo>
                  <a:lnTo>
                    <a:pt x="4410" y="12653"/>
                  </a:lnTo>
                  <a:lnTo>
                    <a:pt x="4525" y="12590"/>
                  </a:lnTo>
                  <a:lnTo>
                    <a:pt x="5356" y="12820"/>
                  </a:lnTo>
                  <a:lnTo>
                    <a:pt x="5969" y="12922"/>
                  </a:lnTo>
                  <a:lnTo>
                    <a:pt x="6072" y="13011"/>
                  </a:lnTo>
                  <a:lnTo>
                    <a:pt x="6199" y="13114"/>
                  </a:lnTo>
                  <a:lnTo>
                    <a:pt x="6417" y="13126"/>
                  </a:lnTo>
                  <a:lnTo>
                    <a:pt x="6493" y="13126"/>
                  </a:lnTo>
                  <a:lnTo>
                    <a:pt x="6570" y="13152"/>
                  </a:lnTo>
                  <a:lnTo>
                    <a:pt x="6621" y="13177"/>
                  </a:lnTo>
                  <a:lnTo>
                    <a:pt x="6647" y="13190"/>
                  </a:lnTo>
                  <a:lnTo>
                    <a:pt x="6660" y="13216"/>
                  </a:lnTo>
                  <a:lnTo>
                    <a:pt x="6711" y="13305"/>
                  </a:lnTo>
                  <a:lnTo>
                    <a:pt x="6800" y="13420"/>
                  </a:lnTo>
                  <a:lnTo>
                    <a:pt x="6928" y="13574"/>
                  </a:lnTo>
                  <a:lnTo>
                    <a:pt x="6928" y="13586"/>
                  </a:lnTo>
                  <a:lnTo>
                    <a:pt x="6915" y="13612"/>
                  </a:lnTo>
                  <a:lnTo>
                    <a:pt x="6864" y="13689"/>
                  </a:lnTo>
                  <a:lnTo>
                    <a:pt x="6787" y="13791"/>
                  </a:lnTo>
                  <a:lnTo>
                    <a:pt x="7605" y="14698"/>
                  </a:lnTo>
                  <a:lnTo>
                    <a:pt x="7669" y="14724"/>
                  </a:lnTo>
                  <a:lnTo>
                    <a:pt x="7810" y="14775"/>
                  </a:lnTo>
                  <a:lnTo>
                    <a:pt x="7874" y="14801"/>
                  </a:lnTo>
                  <a:lnTo>
                    <a:pt x="7925" y="14839"/>
                  </a:lnTo>
                  <a:lnTo>
                    <a:pt x="7950" y="14864"/>
                  </a:lnTo>
                  <a:lnTo>
                    <a:pt x="7950" y="14877"/>
                  </a:lnTo>
                  <a:lnTo>
                    <a:pt x="7938" y="14890"/>
                  </a:lnTo>
                  <a:lnTo>
                    <a:pt x="7874" y="14954"/>
                  </a:lnTo>
                  <a:lnTo>
                    <a:pt x="7784" y="15031"/>
                  </a:lnTo>
                  <a:lnTo>
                    <a:pt x="7733" y="15107"/>
                  </a:lnTo>
                  <a:lnTo>
                    <a:pt x="7708" y="15146"/>
                  </a:lnTo>
                  <a:lnTo>
                    <a:pt x="7720" y="15171"/>
                  </a:lnTo>
                  <a:lnTo>
                    <a:pt x="7771" y="15197"/>
                  </a:lnTo>
                  <a:lnTo>
                    <a:pt x="7899" y="15273"/>
                  </a:lnTo>
                  <a:lnTo>
                    <a:pt x="8104" y="15376"/>
                  </a:lnTo>
                  <a:lnTo>
                    <a:pt x="7976" y="15593"/>
                  </a:lnTo>
                  <a:lnTo>
                    <a:pt x="8142" y="15772"/>
                  </a:lnTo>
                  <a:lnTo>
                    <a:pt x="8257" y="15861"/>
                  </a:lnTo>
                  <a:lnTo>
                    <a:pt x="8334" y="15938"/>
                  </a:lnTo>
                  <a:lnTo>
                    <a:pt x="8372" y="15989"/>
                  </a:lnTo>
                  <a:lnTo>
                    <a:pt x="8359" y="16028"/>
                  </a:lnTo>
                  <a:lnTo>
                    <a:pt x="8334" y="16091"/>
                  </a:lnTo>
                  <a:lnTo>
                    <a:pt x="8283" y="16181"/>
                  </a:lnTo>
                  <a:lnTo>
                    <a:pt x="8474" y="16373"/>
                  </a:lnTo>
                  <a:lnTo>
                    <a:pt x="8449" y="16488"/>
                  </a:lnTo>
                  <a:lnTo>
                    <a:pt x="8423" y="16654"/>
                  </a:lnTo>
                  <a:lnTo>
                    <a:pt x="8385" y="16692"/>
                  </a:lnTo>
                  <a:lnTo>
                    <a:pt x="8347" y="16743"/>
                  </a:lnTo>
                  <a:lnTo>
                    <a:pt x="8321" y="16769"/>
                  </a:lnTo>
                  <a:lnTo>
                    <a:pt x="8308" y="16794"/>
                  </a:lnTo>
                  <a:lnTo>
                    <a:pt x="8321" y="16820"/>
                  </a:lnTo>
                  <a:lnTo>
                    <a:pt x="8347" y="16845"/>
                  </a:lnTo>
                  <a:lnTo>
                    <a:pt x="8372" y="16871"/>
                  </a:lnTo>
                  <a:lnTo>
                    <a:pt x="8410" y="16897"/>
                  </a:lnTo>
                  <a:lnTo>
                    <a:pt x="8589" y="16897"/>
                  </a:lnTo>
                  <a:lnTo>
                    <a:pt x="8666" y="17050"/>
                  </a:lnTo>
                  <a:lnTo>
                    <a:pt x="8717" y="17165"/>
                  </a:lnTo>
                  <a:lnTo>
                    <a:pt x="8743" y="17229"/>
                  </a:lnTo>
                  <a:lnTo>
                    <a:pt x="8704" y="17280"/>
                  </a:lnTo>
                  <a:lnTo>
                    <a:pt x="8615" y="17369"/>
                  </a:lnTo>
                  <a:lnTo>
                    <a:pt x="8525" y="17485"/>
                  </a:lnTo>
                  <a:lnTo>
                    <a:pt x="8500" y="17536"/>
                  </a:lnTo>
                  <a:lnTo>
                    <a:pt x="8487" y="17587"/>
                  </a:lnTo>
                  <a:lnTo>
                    <a:pt x="8449" y="17689"/>
                  </a:lnTo>
                  <a:lnTo>
                    <a:pt x="8410" y="17804"/>
                  </a:lnTo>
                  <a:lnTo>
                    <a:pt x="8410" y="17855"/>
                  </a:lnTo>
                  <a:lnTo>
                    <a:pt x="8410" y="17906"/>
                  </a:lnTo>
                  <a:lnTo>
                    <a:pt x="8436" y="17945"/>
                  </a:lnTo>
                  <a:lnTo>
                    <a:pt x="8474" y="17983"/>
                  </a:lnTo>
                  <a:lnTo>
                    <a:pt x="8628" y="18047"/>
                  </a:lnTo>
                  <a:lnTo>
                    <a:pt x="8436" y="18596"/>
                  </a:lnTo>
                  <a:lnTo>
                    <a:pt x="9088" y="19095"/>
                  </a:lnTo>
                  <a:lnTo>
                    <a:pt x="9280" y="18890"/>
                  </a:lnTo>
                  <a:lnTo>
                    <a:pt x="9395" y="18430"/>
                  </a:lnTo>
                  <a:lnTo>
                    <a:pt x="9816" y="17996"/>
                  </a:lnTo>
                  <a:lnTo>
                    <a:pt x="9535" y="18520"/>
                  </a:lnTo>
                  <a:lnTo>
                    <a:pt x="9535" y="18520"/>
                  </a:lnTo>
                  <a:lnTo>
                    <a:pt x="9970" y="18175"/>
                  </a:lnTo>
                  <a:lnTo>
                    <a:pt x="9727" y="18686"/>
                  </a:lnTo>
                  <a:lnTo>
                    <a:pt x="9727" y="18686"/>
                  </a:lnTo>
                  <a:lnTo>
                    <a:pt x="10225" y="18443"/>
                  </a:lnTo>
                  <a:lnTo>
                    <a:pt x="10225" y="18443"/>
                  </a:lnTo>
                  <a:lnTo>
                    <a:pt x="10174" y="18660"/>
                  </a:lnTo>
                  <a:lnTo>
                    <a:pt x="10161" y="18673"/>
                  </a:lnTo>
                  <a:lnTo>
                    <a:pt x="10110" y="18699"/>
                  </a:lnTo>
                  <a:lnTo>
                    <a:pt x="10085" y="18724"/>
                  </a:lnTo>
                  <a:lnTo>
                    <a:pt x="10072" y="18750"/>
                  </a:lnTo>
                  <a:lnTo>
                    <a:pt x="10072" y="18775"/>
                  </a:lnTo>
                  <a:lnTo>
                    <a:pt x="10085" y="18801"/>
                  </a:lnTo>
                  <a:lnTo>
                    <a:pt x="10161" y="19005"/>
                  </a:lnTo>
                  <a:lnTo>
                    <a:pt x="10225" y="19146"/>
                  </a:lnTo>
                  <a:lnTo>
                    <a:pt x="10737" y="19005"/>
                  </a:lnTo>
                  <a:lnTo>
                    <a:pt x="10506" y="19223"/>
                  </a:lnTo>
                  <a:lnTo>
                    <a:pt x="10583" y="19414"/>
                  </a:lnTo>
                  <a:lnTo>
                    <a:pt x="10800" y="19683"/>
                  </a:lnTo>
                  <a:lnTo>
                    <a:pt x="10622" y="20066"/>
                  </a:lnTo>
                  <a:lnTo>
                    <a:pt x="10034" y="19670"/>
                  </a:lnTo>
                  <a:lnTo>
                    <a:pt x="9343" y="19721"/>
                  </a:lnTo>
                  <a:lnTo>
                    <a:pt x="9280" y="19913"/>
                  </a:lnTo>
                  <a:lnTo>
                    <a:pt x="9867" y="20335"/>
                  </a:lnTo>
                  <a:lnTo>
                    <a:pt x="9867" y="20309"/>
                  </a:lnTo>
                  <a:lnTo>
                    <a:pt x="9867" y="20271"/>
                  </a:lnTo>
                  <a:lnTo>
                    <a:pt x="9880" y="20258"/>
                  </a:lnTo>
                  <a:lnTo>
                    <a:pt x="9906" y="20258"/>
                  </a:lnTo>
                  <a:lnTo>
                    <a:pt x="9931" y="20283"/>
                  </a:lnTo>
                  <a:lnTo>
                    <a:pt x="9982" y="20322"/>
                  </a:lnTo>
                  <a:lnTo>
                    <a:pt x="10098" y="20450"/>
                  </a:lnTo>
                  <a:lnTo>
                    <a:pt x="10213" y="20590"/>
                  </a:lnTo>
                  <a:lnTo>
                    <a:pt x="10340" y="20744"/>
                  </a:lnTo>
                  <a:lnTo>
                    <a:pt x="10775" y="20411"/>
                  </a:lnTo>
                  <a:lnTo>
                    <a:pt x="10877" y="20692"/>
                  </a:lnTo>
                  <a:lnTo>
                    <a:pt x="10762" y="20820"/>
                  </a:lnTo>
                  <a:lnTo>
                    <a:pt x="10685" y="20910"/>
                  </a:lnTo>
                  <a:lnTo>
                    <a:pt x="10647" y="20961"/>
                  </a:lnTo>
                  <a:lnTo>
                    <a:pt x="10634" y="21178"/>
                  </a:lnTo>
                  <a:lnTo>
                    <a:pt x="10647" y="21242"/>
                  </a:lnTo>
                  <a:lnTo>
                    <a:pt x="10647" y="21293"/>
                  </a:lnTo>
                  <a:lnTo>
                    <a:pt x="10660" y="21306"/>
                  </a:lnTo>
                  <a:lnTo>
                    <a:pt x="10698" y="21280"/>
                  </a:lnTo>
                  <a:lnTo>
                    <a:pt x="10839" y="21076"/>
                  </a:lnTo>
                  <a:lnTo>
                    <a:pt x="10903" y="20961"/>
                  </a:lnTo>
                  <a:lnTo>
                    <a:pt x="10992" y="22086"/>
                  </a:lnTo>
                  <a:lnTo>
                    <a:pt x="10992" y="22086"/>
                  </a:lnTo>
                  <a:lnTo>
                    <a:pt x="10941" y="22060"/>
                  </a:lnTo>
                  <a:lnTo>
                    <a:pt x="10826" y="22009"/>
                  </a:lnTo>
                  <a:lnTo>
                    <a:pt x="10711" y="22009"/>
                  </a:lnTo>
                  <a:lnTo>
                    <a:pt x="10685" y="22022"/>
                  </a:lnTo>
                  <a:lnTo>
                    <a:pt x="10673" y="22047"/>
                  </a:lnTo>
                  <a:lnTo>
                    <a:pt x="10673" y="22073"/>
                  </a:lnTo>
                  <a:lnTo>
                    <a:pt x="10660" y="22111"/>
                  </a:lnTo>
                  <a:lnTo>
                    <a:pt x="10685" y="22264"/>
                  </a:lnTo>
                  <a:lnTo>
                    <a:pt x="10711" y="22405"/>
                  </a:lnTo>
                  <a:lnTo>
                    <a:pt x="10724" y="22533"/>
                  </a:lnTo>
                  <a:lnTo>
                    <a:pt x="10404" y="22086"/>
                  </a:lnTo>
                  <a:lnTo>
                    <a:pt x="10072" y="22098"/>
                  </a:lnTo>
                  <a:lnTo>
                    <a:pt x="9995" y="22597"/>
                  </a:lnTo>
                  <a:lnTo>
                    <a:pt x="9995" y="22891"/>
                  </a:lnTo>
                  <a:lnTo>
                    <a:pt x="10634" y="22840"/>
                  </a:lnTo>
                  <a:lnTo>
                    <a:pt x="9957" y="23019"/>
                  </a:lnTo>
                  <a:lnTo>
                    <a:pt x="9893" y="23134"/>
                  </a:lnTo>
                  <a:lnTo>
                    <a:pt x="9855" y="23223"/>
                  </a:lnTo>
                  <a:lnTo>
                    <a:pt x="9842" y="23312"/>
                  </a:lnTo>
                  <a:lnTo>
                    <a:pt x="9829" y="23619"/>
                  </a:lnTo>
                  <a:lnTo>
                    <a:pt x="9804" y="23824"/>
                  </a:lnTo>
                  <a:lnTo>
                    <a:pt x="10187" y="23312"/>
                  </a:lnTo>
                  <a:lnTo>
                    <a:pt x="10187" y="23312"/>
                  </a:lnTo>
                  <a:lnTo>
                    <a:pt x="9804" y="23990"/>
                  </a:lnTo>
                  <a:lnTo>
                    <a:pt x="9906" y="24488"/>
                  </a:lnTo>
                  <a:lnTo>
                    <a:pt x="10200" y="24463"/>
                  </a:lnTo>
                  <a:lnTo>
                    <a:pt x="9855" y="25076"/>
                  </a:lnTo>
                  <a:lnTo>
                    <a:pt x="10136" y="25460"/>
                  </a:lnTo>
                  <a:lnTo>
                    <a:pt x="10302" y="25817"/>
                  </a:lnTo>
                  <a:lnTo>
                    <a:pt x="10468" y="25894"/>
                  </a:lnTo>
                  <a:lnTo>
                    <a:pt x="10813" y="26495"/>
                  </a:lnTo>
                  <a:lnTo>
                    <a:pt x="10826" y="27262"/>
                  </a:lnTo>
                  <a:lnTo>
                    <a:pt x="10903" y="27517"/>
                  </a:lnTo>
                  <a:lnTo>
                    <a:pt x="11069" y="27274"/>
                  </a:lnTo>
                  <a:lnTo>
                    <a:pt x="11184" y="27824"/>
                  </a:lnTo>
                  <a:lnTo>
                    <a:pt x="11273" y="28399"/>
                  </a:lnTo>
                  <a:lnTo>
                    <a:pt x="11772" y="28795"/>
                  </a:lnTo>
                  <a:lnTo>
                    <a:pt x="11912" y="29422"/>
                  </a:lnTo>
                  <a:lnTo>
                    <a:pt x="12270" y="29524"/>
                  </a:lnTo>
                  <a:lnTo>
                    <a:pt x="12411" y="29856"/>
                  </a:lnTo>
                  <a:lnTo>
                    <a:pt x="12603" y="30303"/>
                  </a:lnTo>
                  <a:lnTo>
                    <a:pt x="12654" y="30406"/>
                  </a:lnTo>
                  <a:lnTo>
                    <a:pt x="12718" y="30495"/>
                  </a:lnTo>
                  <a:lnTo>
                    <a:pt x="12769" y="30585"/>
                  </a:lnTo>
                  <a:lnTo>
                    <a:pt x="12960" y="30572"/>
                  </a:lnTo>
                  <a:lnTo>
                    <a:pt x="13011" y="30866"/>
                  </a:lnTo>
                  <a:lnTo>
                    <a:pt x="13561" y="30827"/>
                  </a:lnTo>
                  <a:lnTo>
                    <a:pt x="13727" y="30853"/>
                  </a:lnTo>
                  <a:lnTo>
                    <a:pt x="13868" y="30891"/>
                  </a:lnTo>
                  <a:lnTo>
                    <a:pt x="13970" y="30930"/>
                  </a:lnTo>
                  <a:lnTo>
                    <a:pt x="14251" y="31057"/>
                  </a:lnTo>
                  <a:lnTo>
                    <a:pt x="14456" y="31160"/>
                  </a:lnTo>
                  <a:lnTo>
                    <a:pt x="14430" y="31326"/>
                  </a:lnTo>
                  <a:lnTo>
                    <a:pt x="14992" y="31812"/>
                  </a:lnTo>
                  <a:lnTo>
                    <a:pt x="15171" y="31594"/>
                  </a:lnTo>
                  <a:lnTo>
                    <a:pt x="15299" y="31249"/>
                  </a:lnTo>
                  <a:lnTo>
                    <a:pt x="15146" y="30879"/>
                  </a:lnTo>
                  <a:lnTo>
                    <a:pt x="15376" y="30827"/>
                  </a:lnTo>
                  <a:lnTo>
                    <a:pt x="15389" y="30495"/>
                  </a:lnTo>
                  <a:lnTo>
                    <a:pt x="15210" y="30316"/>
                  </a:lnTo>
                  <a:lnTo>
                    <a:pt x="15440" y="30240"/>
                  </a:lnTo>
                  <a:lnTo>
                    <a:pt x="15286" y="30009"/>
                  </a:lnTo>
                  <a:lnTo>
                    <a:pt x="15491" y="29984"/>
                  </a:lnTo>
                  <a:lnTo>
                    <a:pt x="15593" y="29818"/>
                  </a:lnTo>
                  <a:lnTo>
                    <a:pt x="15555" y="29639"/>
                  </a:lnTo>
                  <a:lnTo>
                    <a:pt x="15542" y="29498"/>
                  </a:lnTo>
                  <a:lnTo>
                    <a:pt x="15542" y="29447"/>
                  </a:lnTo>
                  <a:lnTo>
                    <a:pt x="15555" y="29409"/>
                  </a:lnTo>
                  <a:lnTo>
                    <a:pt x="15568" y="29370"/>
                  </a:lnTo>
                  <a:lnTo>
                    <a:pt x="15555" y="29332"/>
                  </a:lnTo>
                  <a:lnTo>
                    <a:pt x="15529" y="29230"/>
                  </a:lnTo>
                  <a:lnTo>
                    <a:pt x="15478" y="29115"/>
                  </a:lnTo>
                  <a:lnTo>
                    <a:pt x="15210" y="28629"/>
                  </a:lnTo>
                  <a:lnTo>
                    <a:pt x="15619" y="28591"/>
                  </a:lnTo>
                  <a:lnTo>
                    <a:pt x="15747" y="28463"/>
                  </a:lnTo>
                  <a:lnTo>
                    <a:pt x="15989" y="27913"/>
                  </a:lnTo>
                  <a:lnTo>
                    <a:pt x="16194" y="27453"/>
                  </a:lnTo>
                  <a:lnTo>
                    <a:pt x="16156" y="26929"/>
                  </a:lnTo>
                  <a:lnTo>
                    <a:pt x="15874" y="27044"/>
                  </a:lnTo>
                  <a:lnTo>
                    <a:pt x="16245" y="26699"/>
                  </a:lnTo>
                  <a:lnTo>
                    <a:pt x="16143" y="26341"/>
                  </a:lnTo>
                  <a:lnTo>
                    <a:pt x="15798" y="26060"/>
                  </a:lnTo>
                  <a:lnTo>
                    <a:pt x="16181" y="25779"/>
                  </a:lnTo>
                  <a:lnTo>
                    <a:pt x="16501" y="25587"/>
                  </a:lnTo>
                  <a:lnTo>
                    <a:pt x="16334" y="25332"/>
                  </a:lnTo>
                  <a:lnTo>
                    <a:pt x="17050" y="25178"/>
                  </a:lnTo>
                  <a:lnTo>
                    <a:pt x="17306" y="24501"/>
                  </a:lnTo>
                  <a:lnTo>
                    <a:pt x="17229" y="25076"/>
                  </a:lnTo>
                  <a:lnTo>
                    <a:pt x="17459" y="25396"/>
                  </a:lnTo>
                  <a:lnTo>
                    <a:pt x="17728" y="25089"/>
                  </a:lnTo>
                  <a:lnTo>
                    <a:pt x="17945" y="24846"/>
                  </a:lnTo>
                  <a:lnTo>
                    <a:pt x="18060" y="24744"/>
                  </a:lnTo>
                  <a:lnTo>
                    <a:pt x="18149" y="24667"/>
                  </a:lnTo>
                  <a:lnTo>
                    <a:pt x="18328" y="24539"/>
                  </a:lnTo>
                  <a:lnTo>
                    <a:pt x="18482" y="24412"/>
                  </a:lnTo>
                  <a:lnTo>
                    <a:pt x="18635" y="24271"/>
                  </a:lnTo>
                  <a:lnTo>
                    <a:pt x="19070" y="23466"/>
                  </a:lnTo>
                  <a:lnTo>
                    <a:pt x="19325" y="22814"/>
                  </a:lnTo>
                  <a:lnTo>
                    <a:pt x="19594" y="22469"/>
                  </a:lnTo>
                  <a:lnTo>
                    <a:pt x="19645" y="22431"/>
                  </a:lnTo>
                  <a:lnTo>
                    <a:pt x="19696" y="22379"/>
                  </a:lnTo>
                  <a:lnTo>
                    <a:pt x="19709" y="22341"/>
                  </a:lnTo>
                  <a:lnTo>
                    <a:pt x="19696" y="22264"/>
                  </a:lnTo>
                  <a:lnTo>
                    <a:pt x="19657" y="22149"/>
                  </a:lnTo>
                  <a:lnTo>
                    <a:pt x="19594" y="21996"/>
                  </a:lnTo>
                  <a:lnTo>
                    <a:pt x="19926" y="22111"/>
                  </a:lnTo>
                  <a:lnTo>
                    <a:pt x="21319" y="21804"/>
                  </a:lnTo>
                  <a:lnTo>
                    <a:pt x="21932" y="21229"/>
                  </a:lnTo>
                  <a:lnTo>
                    <a:pt x="22686" y="20782"/>
                  </a:lnTo>
                  <a:lnTo>
                    <a:pt x="23198" y="20283"/>
                  </a:lnTo>
                  <a:lnTo>
                    <a:pt x="23441" y="19964"/>
                  </a:lnTo>
                  <a:lnTo>
                    <a:pt x="23581" y="19759"/>
                  </a:lnTo>
                  <a:lnTo>
                    <a:pt x="23632" y="19696"/>
                  </a:lnTo>
                  <a:lnTo>
                    <a:pt x="23671" y="19670"/>
                  </a:lnTo>
                  <a:lnTo>
                    <a:pt x="23760" y="19619"/>
                  </a:lnTo>
                  <a:lnTo>
                    <a:pt x="23939" y="19478"/>
                  </a:lnTo>
                  <a:lnTo>
                    <a:pt x="24169" y="19299"/>
                  </a:lnTo>
                  <a:lnTo>
                    <a:pt x="22878" y="19414"/>
                  </a:lnTo>
                  <a:lnTo>
                    <a:pt x="22508" y="19184"/>
                  </a:lnTo>
                  <a:lnTo>
                    <a:pt x="22009" y="19389"/>
                  </a:lnTo>
                  <a:lnTo>
                    <a:pt x="21843" y="19491"/>
                  </a:lnTo>
                  <a:lnTo>
                    <a:pt x="21830" y="19491"/>
                  </a:lnTo>
                  <a:lnTo>
                    <a:pt x="21868" y="19440"/>
                  </a:lnTo>
                  <a:lnTo>
                    <a:pt x="22047" y="19248"/>
                  </a:lnTo>
                  <a:lnTo>
                    <a:pt x="22354" y="18941"/>
                  </a:lnTo>
                  <a:lnTo>
                    <a:pt x="22418" y="18558"/>
                  </a:lnTo>
                  <a:lnTo>
                    <a:pt x="22354" y="18520"/>
                  </a:lnTo>
                  <a:lnTo>
                    <a:pt x="22201" y="18456"/>
                  </a:lnTo>
                  <a:lnTo>
                    <a:pt x="22124" y="18405"/>
                  </a:lnTo>
                  <a:lnTo>
                    <a:pt x="22060" y="18366"/>
                  </a:lnTo>
                  <a:lnTo>
                    <a:pt x="22022" y="18315"/>
                  </a:lnTo>
                  <a:lnTo>
                    <a:pt x="22009" y="18302"/>
                  </a:lnTo>
                  <a:lnTo>
                    <a:pt x="22009" y="18290"/>
                  </a:lnTo>
                  <a:lnTo>
                    <a:pt x="22086" y="18187"/>
                  </a:lnTo>
                  <a:lnTo>
                    <a:pt x="22188" y="18072"/>
                  </a:lnTo>
                  <a:lnTo>
                    <a:pt x="22316" y="17919"/>
                  </a:lnTo>
                  <a:lnTo>
                    <a:pt x="22162" y="17612"/>
                  </a:lnTo>
                  <a:lnTo>
                    <a:pt x="22495" y="17957"/>
                  </a:lnTo>
                  <a:lnTo>
                    <a:pt x="22840" y="18277"/>
                  </a:lnTo>
                  <a:lnTo>
                    <a:pt x="23159" y="18890"/>
                  </a:lnTo>
                  <a:lnTo>
                    <a:pt x="23147" y="18916"/>
                  </a:lnTo>
                  <a:lnTo>
                    <a:pt x="23134" y="18980"/>
                  </a:lnTo>
                  <a:lnTo>
                    <a:pt x="23134" y="19005"/>
                  </a:lnTo>
                  <a:lnTo>
                    <a:pt x="23134" y="19044"/>
                  </a:lnTo>
                  <a:lnTo>
                    <a:pt x="23147" y="19057"/>
                  </a:lnTo>
                  <a:lnTo>
                    <a:pt x="23172" y="19057"/>
                  </a:lnTo>
                  <a:lnTo>
                    <a:pt x="23913" y="18967"/>
                  </a:lnTo>
                  <a:lnTo>
                    <a:pt x="24233" y="18775"/>
                  </a:lnTo>
                  <a:lnTo>
                    <a:pt x="24118" y="18047"/>
                  </a:lnTo>
                  <a:lnTo>
                    <a:pt x="24041" y="17510"/>
                  </a:lnTo>
                  <a:lnTo>
                    <a:pt x="23760" y="17638"/>
                  </a:lnTo>
                  <a:lnTo>
                    <a:pt x="23939" y="17369"/>
                  </a:lnTo>
                  <a:lnTo>
                    <a:pt x="23849" y="17382"/>
                  </a:lnTo>
                  <a:lnTo>
                    <a:pt x="23760" y="17395"/>
                  </a:lnTo>
                  <a:lnTo>
                    <a:pt x="23671" y="17408"/>
                  </a:lnTo>
                  <a:lnTo>
                    <a:pt x="23581" y="17408"/>
                  </a:lnTo>
                  <a:lnTo>
                    <a:pt x="23607" y="17382"/>
                  </a:lnTo>
                  <a:lnTo>
                    <a:pt x="23658" y="17331"/>
                  </a:lnTo>
                  <a:lnTo>
                    <a:pt x="23696" y="17293"/>
                  </a:lnTo>
                  <a:lnTo>
                    <a:pt x="23709" y="17254"/>
                  </a:lnTo>
                  <a:lnTo>
                    <a:pt x="23696" y="17216"/>
                  </a:lnTo>
                  <a:lnTo>
                    <a:pt x="23658" y="17178"/>
                  </a:lnTo>
                  <a:lnTo>
                    <a:pt x="23581" y="17114"/>
                  </a:lnTo>
                  <a:lnTo>
                    <a:pt x="23325" y="16961"/>
                  </a:lnTo>
                  <a:lnTo>
                    <a:pt x="23083" y="16794"/>
                  </a:lnTo>
                  <a:lnTo>
                    <a:pt x="22955" y="16718"/>
                  </a:lnTo>
                  <a:lnTo>
                    <a:pt x="22814" y="16641"/>
                  </a:lnTo>
                  <a:lnTo>
                    <a:pt x="22725" y="16590"/>
                  </a:lnTo>
                  <a:lnTo>
                    <a:pt x="22686" y="16564"/>
                  </a:lnTo>
                  <a:lnTo>
                    <a:pt x="22648" y="16526"/>
                  </a:lnTo>
                  <a:lnTo>
                    <a:pt x="22623" y="16462"/>
                  </a:lnTo>
                  <a:lnTo>
                    <a:pt x="22610" y="16373"/>
                  </a:lnTo>
                  <a:lnTo>
                    <a:pt x="22610" y="16219"/>
                  </a:lnTo>
                  <a:lnTo>
                    <a:pt x="22597" y="16066"/>
                  </a:lnTo>
                  <a:lnTo>
                    <a:pt x="22584" y="16002"/>
                  </a:lnTo>
                  <a:lnTo>
                    <a:pt x="22571" y="15925"/>
                  </a:lnTo>
                  <a:lnTo>
                    <a:pt x="22546" y="15900"/>
                  </a:lnTo>
                  <a:lnTo>
                    <a:pt x="22533" y="15861"/>
                  </a:lnTo>
                  <a:lnTo>
                    <a:pt x="22533" y="15861"/>
                  </a:lnTo>
                  <a:lnTo>
                    <a:pt x="22559" y="15874"/>
                  </a:lnTo>
                  <a:lnTo>
                    <a:pt x="22584" y="15900"/>
                  </a:lnTo>
                  <a:lnTo>
                    <a:pt x="22623" y="15976"/>
                  </a:lnTo>
                  <a:lnTo>
                    <a:pt x="22674" y="16155"/>
                  </a:lnTo>
                  <a:lnTo>
                    <a:pt x="22738" y="16309"/>
                  </a:lnTo>
                  <a:lnTo>
                    <a:pt x="22776" y="16385"/>
                  </a:lnTo>
                  <a:lnTo>
                    <a:pt x="22814" y="16437"/>
                  </a:lnTo>
                  <a:lnTo>
                    <a:pt x="22865" y="16449"/>
                  </a:lnTo>
                  <a:lnTo>
                    <a:pt x="22942" y="16462"/>
                  </a:lnTo>
                  <a:lnTo>
                    <a:pt x="23006" y="16462"/>
                  </a:lnTo>
                  <a:lnTo>
                    <a:pt x="23070" y="16475"/>
                  </a:lnTo>
                  <a:lnTo>
                    <a:pt x="23198" y="16513"/>
                  </a:lnTo>
                  <a:lnTo>
                    <a:pt x="23325" y="16564"/>
                  </a:lnTo>
                  <a:lnTo>
                    <a:pt x="23453" y="16641"/>
                  </a:lnTo>
                  <a:lnTo>
                    <a:pt x="23581" y="16718"/>
                  </a:lnTo>
                  <a:lnTo>
                    <a:pt x="23658" y="16807"/>
                  </a:lnTo>
                  <a:lnTo>
                    <a:pt x="23709" y="16845"/>
                  </a:lnTo>
                  <a:lnTo>
                    <a:pt x="23747" y="16871"/>
                  </a:lnTo>
                  <a:lnTo>
                    <a:pt x="23734" y="16769"/>
                  </a:lnTo>
                  <a:lnTo>
                    <a:pt x="23734" y="16705"/>
                  </a:lnTo>
                  <a:lnTo>
                    <a:pt x="23722" y="16667"/>
                  </a:lnTo>
                  <a:lnTo>
                    <a:pt x="23709" y="16641"/>
                  </a:lnTo>
                  <a:lnTo>
                    <a:pt x="23683" y="16615"/>
                  </a:lnTo>
                  <a:lnTo>
                    <a:pt x="23619" y="16603"/>
                  </a:lnTo>
                  <a:lnTo>
                    <a:pt x="23607" y="16590"/>
                  </a:lnTo>
                  <a:lnTo>
                    <a:pt x="23581" y="16564"/>
                  </a:lnTo>
                  <a:lnTo>
                    <a:pt x="23568" y="16539"/>
                  </a:lnTo>
                  <a:lnTo>
                    <a:pt x="23568" y="16500"/>
                  </a:lnTo>
                  <a:lnTo>
                    <a:pt x="23632" y="16475"/>
                  </a:lnTo>
                  <a:lnTo>
                    <a:pt x="23683" y="16462"/>
                  </a:lnTo>
                  <a:lnTo>
                    <a:pt x="23747" y="16449"/>
                  </a:lnTo>
                  <a:lnTo>
                    <a:pt x="23773" y="16424"/>
                  </a:lnTo>
                  <a:lnTo>
                    <a:pt x="23798" y="16398"/>
                  </a:lnTo>
                  <a:lnTo>
                    <a:pt x="23786" y="16334"/>
                  </a:lnTo>
                  <a:lnTo>
                    <a:pt x="23773" y="16283"/>
                  </a:lnTo>
                  <a:lnTo>
                    <a:pt x="23734" y="16245"/>
                  </a:lnTo>
                  <a:lnTo>
                    <a:pt x="23696" y="16206"/>
                  </a:lnTo>
                  <a:lnTo>
                    <a:pt x="23722" y="16168"/>
                  </a:lnTo>
                  <a:lnTo>
                    <a:pt x="23747" y="16143"/>
                  </a:lnTo>
                  <a:lnTo>
                    <a:pt x="23773" y="16117"/>
                  </a:lnTo>
                  <a:lnTo>
                    <a:pt x="23798" y="16079"/>
                  </a:lnTo>
                  <a:lnTo>
                    <a:pt x="23798" y="16015"/>
                  </a:lnTo>
                  <a:lnTo>
                    <a:pt x="23798" y="15951"/>
                  </a:lnTo>
                  <a:lnTo>
                    <a:pt x="23786" y="15836"/>
                  </a:lnTo>
                  <a:lnTo>
                    <a:pt x="23760" y="15734"/>
                  </a:lnTo>
                  <a:lnTo>
                    <a:pt x="23747" y="15708"/>
                  </a:lnTo>
                  <a:lnTo>
                    <a:pt x="23709" y="15695"/>
                  </a:lnTo>
                  <a:lnTo>
                    <a:pt x="23619" y="15670"/>
                  </a:lnTo>
                  <a:lnTo>
                    <a:pt x="23530" y="15644"/>
                  </a:lnTo>
                  <a:lnTo>
                    <a:pt x="23441" y="15593"/>
                  </a:lnTo>
                  <a:lnTo>
                    <a:pt x="23364" y="15529"/>
                  </a:lnTo>
                  <a:lnTo>
                    <a:pt x="23313" y="15478"/>
                  </a:lnTo>
                  <a:lnTo>
                    <a:pt x="23262" y="15440"/>
                  </a:lnTo>
                  <a:lnTo>
                    <a:pt x="23159" y="15388"/>
                  </a:lnTo>
                  <a:lnTo>
                    <a:pt x="23057" y="15350"/>
                  </a:lnTo>
                  <a:lnTo>
                    <a:pt x="22942" y="15325"/>
                  </a:lnTo>
                  <a:lnTo>
                    <a:pt x="22878" y="15299"/>
                  </a:lnTo>
                  <a:lnTo>
                    <a:pt x="22801" y="15261"/>
                  </a:lnTo>
                  <a:lnTo>
                    <a:pt x="22738" y="15222"/>
                  </a:lnTo>
                  <a:lnTo>
                    <a:pt x="22661" y="15197"/>
                  </a:lnTo>
                  <a:lnTo>
                    <a:pt x="22559" y="15184"/>
                  </a:lnTo>
                  <a:lnTo>
                    <a:pt x="22469" y="15184"/>
                  </a:lnTo>
                  <a:lnTo>
                    <a:pt x="22354" y="15210"/>
                  </a:lnTo>
                  <a:lnTo>
                    <a:pt x="22252" y="15248"/>
                  </a:lnTo>
                  <a:lnTo>
                    <a:pt x="22150" y="15312"/>
                  </a:lnTo>
                  <a:lnTo>
                    <a:pt x="22060" y="15388"/>
                  </a:lnTo>
                  <a:lnTo>
                    <a:pt x="22086" y="15337"/>
                  </a:lnTo>
                  <a:lnTo>
                    <a:pt x="22124" y="15286"/>
                  </a:lnTo>
                  <a:lnTo>
                    <a:pt x="22201" y="15210"/>
                  </a:lnTo>
                  <a:lnTo>
                    <a:pt x="22290" y="15146"/>
                  </a:lnTo>
                  <a:lnTo>
                    <a:pt x="22380" y="15095"/>
                  </a:lnTo>
                  <a:lnTo>
                    <a:pt x="22469" y="15031"/>
                  </a:lnTo>
                  <a:lnTo>
                    <a:pt x="22508" y="14992"/>
                  </a:lnTo>
                  <a:lnTo>
                    <a:pt x="22533" y="14954"/>
                  </a:lnTo>
                  <a:lnTo>
                    <a:pt x="22559" y="14903"/>
                  </a:lnTo>
                  <a:lnTo>
                    <a:pt x="22584" y="14839"/>
                  </a:lnTo>
                  <a:lnTo>
                    <a:pt x="22597" y="14762"/>
                  </a:lnTo>
                  <a:lnTo>
                    <a:pt x="22597" y="14686"/>
                  </a:lnTo>
                  <a:lnTo>
                    <a:pt x="22699" y="14903"/>
                  </a:lnTo>
                  <a:lnTo>
                    <a:pt x="22750" y="15018"/>
                  </a:lnTo>
                  <a:lnTo>
                    <a:pt x="22789" y="15069"/>
                  </a:lnTo>
                  <a:lnTo>
                    <a:pt x="22827" y="15095"/>
                  </a:lnTo>
                  <a:lnTo>
                    <a:pt x="22853" y="15107"/>
                  </a:lnTo>
                  <a:lnTo>
                    <a:pt x="22878" y="15120"/>
                  </a:lnTo>
                  <a:lnTo>
                    <a:pt x="22942" y="15120"/>
                  </a:lnTo>
                  <a:lnTo>
                    <a:pt x="23070" y="15158"/>
                  </a:lnTo>
                  <a:lnTo>
                    <a:pt x="23185" y="15197"/>
                  </a:lnTo>
                  <a:lnTo>
                    <a:pt x="23325" y="15248"/>
                  </a:lnTo>
                  <a:lnTo>
                    <a:pt x="23466" y="15312"/>
                  </a:lnTo>
                  <a:lnTo>
                    <a:pt x="23556" y="15363"/>
                  </a:lnTo>
                  <a:lnTo>
                    <a:pt x="23607" y="15388"/>
                  </a:lnTo>
                  <a:lnTo>
                    <a:pt x="23645" y="15376"/>
                  </a:lnTo>
                  <a:lnTo>
                    <a:pt x="23683" y="15350"/>
                  </a:lnTo>
                  <a:lnTo>
                    <a:pt x="23709" y="15312"/>
                  </a:lnTo>
                  <a:lnTo>
                    <a:pt x="23760" y="15210"/>
                  </a:lnTo>
                  <a:lnTo>
                    <a:pt x="23798" y="15107"/>
                  </a:lnTo>
                  <a:lnTo>
                    <a:pt x="23824" y="15069"/>
                  </a:lnTo>
                  <a:lnTo>
                    <a:pt x="23849" y="15031"/>
                  </a:lnTo>
                  <a:lnTo>
                    <a:pt x="23875" y="15005"/>
                  </a:lnTo>
                  <a:lnTo>
                    <a:pt x="23913" y="14992"/>
                  </a:lnTo>
                  <a:lnTo>
                    <a:pt x="23977" y="14980"/>
                  </a:lnTo>
                  <a:lnTo>
                    <a:pt x="24041" y="14992"/>
                  </a:lnTo>
                  <a:lnTo>
                    <a:pt x="24105" y="15018"/>
                  </a:lnTo>
                  <a:lnTo>
                    <a:pt x="24182" y="15043"/>
                  </a:lnTo>
                  <a:lnTo>
                    <a:pt x="24271" y="15056"/>
                  </a:lnTo>
                  <a:lnTo>
                    <a:pt x="24361" y="15056"/>
                  </a:lnTo>
                  <a:lnTo>
                    <a:pt x="24399" y="15031"/>
                  </a:lnTo>
                  <a:lnTo>
                    <a:pt x="24425" y="15005"/>
                  </a:lnTo>
                  <a:lnTo>
                    <a:pt x="24437" y="14980"/>
                  </a:lnTo>
                  <a:lnTo>
                    <a:pt x="24437" y="14941"/>
                  </a:lnTo>
                  <a:lnTo>
                    <a:pt x="24437" y="14864"/>
                  </a:lnTo>
                  <a:lnTo>
                    <a:pt x="24437" y="14775"/>
                  </a:lnTo>
                  <a:lnTo>
                    <a:pt x="24425" y="14698"/>
                  </a:lnTo>
                  <a:lnTo>
                    <a:pt x="24450" y="14622"/>
                  </a:lnTo>
                  <a:lnTo>
                    <a:pt x="24476" y="14545"/>
                  </a:lnTo>
                  <a:lnTo>
                    <a:pt x="24501" y="14468"/>
                  </a:lnTo>
                  <a:lnTo>
                    <a:pt x="24501" y="14379"/>
                  </a:lnTo>
                  <a:lnTo>
                    <a:pt x="24476" y="14353"/>
                  </a:lnTo>
                  <a:lnTo>
                    <a:pt x="24437" y="14340"/>
                  </a:lnTo>
                  <a:lnTo>
                    <a:pt x="24361" y="14328"/>
                  </a:lnTo>
                  <a:lnTo>
                    <a:pt x="24143" y="14328"/>
                  </a:lnTo>
                  <a:lnTo>
                    <a:pt x="24080" y="14315"/>
                  </a:lnTo>
                  <a:lnTo>
                    <a:pt x="23965" y="14277"/>
                  </a:lnTo>
                  <a:lnTo>
                    <a:pt x="23888" y="14264"/>
                  </a:lnTo>
                  <a:lnTo>
                    <a:pt x="23811" y="14251"/>
                  </a:lnTo>
                  <a:lnTo>
                    <a:pt x="23709" y="14251"/>
                  </a:lnTo>
                  <a:lnTo>
                    <a:pt x="23671" y="14264"/>
                  </a:lnTo>
                  <a:lnTo>
                    <a:pt x="23632" y="14289"/>
                  </a:lnTo>
                  <a:lnTo>
                    <a:pt x="23568" y="14328"/>
                  </a:lnTo>
                  <a:lnTo>
                    <a:pt x="23594" y="14264"/>
                  </a:lnTo>
                  <a:lnTo>
                    <a:pt x="23645" y="14225"/>
                  </a:lnTo>
                  <a:lnTo>
                    <a:pt x="23683" y="14200"/>
                  </a:lnTo>
                  <a:lnTo>
                    <a:pt x="23747" y="14174"/>
                  </a:lnTo>
                  <a:lnTo>
                    <a:pt x="23862" y="14162"/>
                  </a:lnTo>
                  <a:lnTo>
                    <a:pt x="23965" y="14174"/>
                  </a:lnTo>
                  <a:lnTo>
                    <a:pt x="24233" y="14174"/>
                  </a:lnTo>
                  <a:lnTo>
                    <a:pt x="24297" y="14149"/>
                  </a:lnTo>
                  <a:lnTo>
                    <a:pt x="24348" y="14110"/>
                  </a:lnTo>
                  <a:lnTo>
                    <a:pt x="24399" y="14059"/>
                  </a:lnTo>
                  <a:lnTo>
                    <a:pt x="24437" y="13983"/>
                  </a:lnTo>
                  <a:lnTo>
                    <a:pt x="24463" y="13919"/>
                  </a:lnTo>
                  <a:lnTo>
                    <a:pt x="24476" y="13906"/>
                  </a:lnTo>
                  <a:lnTo>
                    <a:pt x="24489" y="13919"/>
                  </a:lnTo>
                  <a:lnTo>
                    <a:pt x="24527" y="13944"/>
                  </a:lnTo>
                  <a:lnTo>
                    <a:pt x="24578" y="13970"/>
                  </a:lnTo>
                  <a:lnTo>
                    <a:pt x="24616" y="13983"/>
                  </a:lnTo>
                  <a:lnTo>
                    <a:pt x="24642" y="13983"/>
                  </a:lnTo>
                  <a:lnTo>
                    <a:pt x="24706" y="13970"/>
                  </a:lnTo>
                  <a:lnTo>
                    <a:pt x="24757" y="13957"/>
                  </a:lnTo>
                  <a:lnTo>
                    <a:pt x="24795" y="13919"/>
                  </a:lnTo>
                  <a:lnTo>
                    <a:pt x="24834" y="13868"/>
                  </a:lnTo>
                  <a:lnTo>
                    <a:pt x="24872" y="13804"/>
                  </a:lnTo>
                  <a:lnTo>
                    <a:pt x="24949" y="13650"/>
                  </a:lnTo>
                  <a:lnTo>
                    <a:pt x="24974" y="13561"/>
                  </a:lnTo>
                  <a:lnTo>
                    <a:pt x="25000" y="13471"/>
                  </a:lnTo>
                  <a:lnTo>
                    <a:pt x="24961" y="13459"/>
                  </a:lnTo>
                  <a:lnTo>
                    <a:pt x="24949" y="13446"/>
                  </a:lnTo>
                  <a:lnTo>
                    <a:pt x="24936" y="13420"/>
                  </a:lnTo>
                  <a:lnTo>
                    <a:pt x="25025" y="13344"/>
                  </a:lnTo>
                  <a:lnTo>
                    <a:pt x="25089" y="13305"/>
                  </a:lnTo>
                  <a:lnTo>
                    <a:pt x="25115" y="13267"/>
                  </a:lnTo>
                  <a:lnTo>
                    <a:pt x="25076" y="13229"/>
                  </a:lnTo>
                  <a:lnTo>
                    <a:pt x="25038" y="13216"/>
                  </a:lnTo>
                  <a:lnTo>
                    <a:pt x="24987" y="13203"/>
                  </a:lnTo>
                  <a:lnTo>
                    <a:pt x="24936" y="13203"/>
                  </a:lnTo>
                  <a:lnTo>
                    <a:pt x="24834" y="13229"/>
                  </a:lnTo>
                  <a:lnTo>
                    <a:pt x="24719" y="13254"/>
                  </a:lnTo>
                  <a:lnTo>
                    <a:pt x="24616" y="13267"/>
                  </a:lnTo>
                  <a:lnTo>
                    <a:pt x="24565" y="13254"/>
                  </a:lnTo>
                  <a:lnTo>
                    <a:pt x="24514" y="13241"/>
                  </a:lnTo>
                  <a:lnTo>
                    <a:pt x="24476" y="13229"/>
                  </a:lnTo>
                  <a:lnTo>
                    <a:pt x="24450" y="13190"/>
                  </a:lnTo>
                  <a:lnTo>
                    <a:pt x="24425" y="13139"/>
                  </a:lnTo>
                  <a:lnTo>
                    <a:pt x="24399" y="13075"/>
                  </a:lnTo>
                  <a:lnTo>
                    <a:pt x="24399" y="12999"/>
                  </a:lnTo>
                  <a:lnTo>
                    <a:pt x="24399" y="12935"/>
                  </a:lnTo>
                  <a:lnTo>
                    <a:pt x="24386" y="12884"/>
                  </a:lnTo>
                  <a:lnTo>
                    <a:pt x="24361" y="12832"/>
                  </a:lnTo>
                  <a:lnTo>
                    <a:pt x="24322" y="12807"/>
                  </a:lnTo>
                  <a:lnTo>
                    <a:pt x="24271" y="12781"/>
                  </a:lnTo>
                  <a:lnTo>
                    <a:pt x="24182" y="12756"/>
                  </a:lnTo>
                  <a:lnTo>
                    <a:pt x="24092" y="12730"/>
                  </a:lnTo>
                  <a:lnTo>
                    <a:pt x="24041" y="12705"/>
                  </a:lnTo>
                  <a:lnTo>
                    <a:pt x="23977" y="12653"/>
                  </a:lnTo>
                  <a:lnTo>
                    <a:pt x="23939" y="12628"/>
                  </a:lnTo>
                  <a:lnTo>
                    <a:pt x="23926" y="12590"/>
                  </a:lnTo>
                  <a:lnTo>
                    <a:pt x="23913" y="12551"/>
                  </a:lnTo>
                  <a:lnTo>
                    <a:pt x="23901" y="12500"/>
                  </a:lnTo>
                  <a:lnTo>
                    <a:pt x="23939" y="12487"/>
                  </a:lnTo>
                  <a:lnTo>
                    <a:pt x="23977" y="12500"/>
                  </a:lnTo>
                  <a:lnTo>
                    <a:pt x="24080" y="12577"/>
                  </a:lnTo>
                  <a:lnTo>
                    <a:pt x="24182" y="12666"/>
                  </a:lnTo>
                  <a:lnTo>
                    <a:pt x="24233" y="12705"/>
                  </a:lnTo>
                  <a:lnTo>
                    <a:pt x="24271" y="12730"/>
                  </a:lnTo>
                  <a:lnTo>
                    <a:pt x="24437" y="12794"/>
                  </a:lnTo>
                  <a:lnTo>
                    <a:pt x="24527" y="12820"/>
                  </a:lnTo>
                  <a:lnTo>
                    <a:pt x="24604" y="12832"/>
                  </a:lnTo>
                  <a:lnTo>
                    <a:pt x="24642" y="12832"/>
                  </a:lnTo>
                  <a:lnTo>
                    <a:pt x="24667" y="12820"/>
                  </a:lnTo>
                  <a:lnTo>
                    <a:pt x="24680" y="12794"/>
                  </a:lnTo>
                  <a:lnTo>
                    <a:pt x="24680" y="12730"/>
                  </a:lnTo>
                  <a:lnTo>
                    <a:pt x="24655" y="12385"/>
                  </a:lnTo>
                  <a:lnTo>
                    <a:pt x="24642" y="12232"/>
                  </a:lnTo>
                  <a:lnTo>
                    <a:pt x="24629" y="12091"/>
                  </a:lnTo>
                  <a:lnTo>
                    <a:pt x="24616" y="12027"/>
                  </a:lnTo>
                  <a:lnTo>
                    <a:pt x="24591" y="11976"/>
                  </a:lnTo>
                  <a:lnTo>
                    <a:pt x="24565" y="11925"/>
                  </a:lnTo>
                  <a:lnTo>
                    <a:pt x="24527" y="11887"/>
                  </a:lnTo>
                  <a:lnTo>
                    <a:pt x="24450" y="11823"/>
                  </a:lnTo>
                  <a:lnTo>
                    <a:pt x="24373" y="11759"/>
                  </a:lnTo>
                  <a:lnTo>
                    <a:pt x="24335" y="11720"/>
                  </a:lnTo>
                  <a:lnTo>
                    <a:pt x="24310" y="11669"/>
                  </a:lnTo>
                  <a:lnTo>
                    <a:pt x="24284" y="11605"/>
                  </a:lnTo>
                  <a:lnTo>
                    <a:pt x="24284" y="11554"/>
                  </a:lnTo>
                  <a:lnTo>
                    <a:pt x="24297" y="11529"/>
                  </a:lnTo>
                  <a:lnTo>
                    <a:pt x="24310" y="11503"/>
                  </a:lnTo>
                  <a:lnTo>
                    <a:pt x="24373" y="11465"/>
                  </a:lnTo>
                  <a:lnTo>
                    <a:pt x="24476" y="11427"/>
                  </a:lnTo>
                  <a:lnTo>
                    <a:pt x="24463" y="11363"/>
                  </a:lnTo>
                  <a:lnTo>
                    <a:pt x="24425" y="11299"/>
                  </a:lnTo>
                  <a:lnTo>
                    <a:pt x="24348" y="11184"/>
                  </a:lnTo>
                  <a:lnTo>
                    <a:pt x="24310" y="11133"/>
                  </a:lnTo>
                  <a:lnTo>
                    <a:pt x="24271" y="11107"/>
                  </a:lnTo>
                  <a:lnTo>
                    <a:pt x="24182" y="11107"/>
                  </a:lnTo>
                  <a:lnTo>
                    <a:pt x="24054" y="11120"/>
                  </a:lnTo>
                  <a:lnTo>
                    <a:pt x="23926" y="11133"/>
                  </a:lnTo>
                  <a:lnTo>
                    <a:pt x="23901" y="11120"/>
                  </a:lnTo>
                  <a:lnTo>
                    <a:pt x="23875" y="11107"/>
                  </a:lnTo>
                  <a:lnTo>
                    <a:pt x="23824" y="11069"/>
                  </a:lnTo>
                  <a:lnTo>
                    <a:pt x="23786" y="11030"/>
                  </a:lnTo>
                  <a:lnTo>
                    <a:pt x="23734" y="10992"/>
                  </a:lnTo>
                  <a:lnTo>
                    <a:pt x="23696" y="10992"/>
                  </a:lnTo>
                  <a:lnTo>
                    <a:pt x="23658" y="11018"/>
                  </a:lnTo>
                  <a:lnTo>
                    <a:pt x="23581" y="11081"/>
                  </a:lnTo>
                  <a:lnTo>
                    <a:pt x="23543" y="11107"/>
                  </a:lnTo>
                  <a:lnTo>
                    <a:pt x="23517" y="11107"/>
                  </a:lnTo>
                  <a:lnTo>
                    <a:pt x="23492" y="11081"/>
                  </a:lnTo>
                  <a:lnTo>
                    <a:pt x="23479" y="11056"/>
                  </a:lnTo>
                  <a:lnTo>
                    <a:pt x="23466" y="10954"/>
                  </a:lnTo>
                  <a:lnTo>
                    <a:pt x="23428" y="10851"/>
                  </a:lnTo>
                  <a:lnTo>
                    <a:pt x="23402" y="10800"/>
                  </a:lnTo>
                  <a:lnTo>
                    <a:pt x="23364" y="10749"/>
                  </a:lnTo>
                  <a:lnTo>
                    <a:pt x="23325" y="10711"/>
                  </a:lnTo>
                  <a:lnTo>
                    <a:pt x="23287" y="10685"/>
                  </a:lnTo>
                  <a:lnTo>
                    <a:pt x="23262" y="10698"/>
                  </a:lnTo>
                  <a:lnTo>
                    <a:pt x="23236" y="10711"/>
                  </a:lnTo>
                  <a:lnTo>
                    <a:pt x="23210" y="10724"/>
                  </a:lnTo>
                  <a:lnTo>
                    <a:pt x="23185" y="10736"/>
                  </a:lnTo>
                  <a:lnTo>
                    <a:pt x="23172" y="10647"/>
                  </a:lnTo>
                  <a:lnTo>
                    <a:pt x="23198" y="10532"/>
                  </a:lnTo>
                  <a:lnTo>
                    <a:pt x="23210" y="10494"/>
                  </a:lnTo>
                  <a:lnTo>
                    <a:pt x="23236" y="10455"/>
                  </a:lnTo>
                  <a:lnTo>
                    <a:pt x="23262" y="10442"/>
                  </a:lnTo>
                  <a:lnTo>
                    <a:pt x="23287" y="10455"/>
                  </a:lnTo>
                  <a:lnTo>
                    <a:pt x="23325" y="10481"/>
                  </a:lnTo>
                  <a:lnTo>
                    <a:pt x="23364" y="10519"/>
                  </a:lnTo>
                  <a:lnTo>
                    <a:pt x="23389" y="10557"/>
                  </a:lnTo>
                  <a:lnTo>
                    <a:pt x="23441" y="10583"/>
                  </a:lnTo>
                  <a:lnTo>
                    <a:pt x="23479" y="10583"/>
                  </a:lnTo>
                  <a:lnTo>
                    <a:pt x="23517" y="10570"/>
                  </a:lnTo>
                  <a:lnTo>
                    <a:pt x="23581" y="10494"/>
                  </a:lnTo>
                  <a:lnTo>
                    <a:pt x="23671" y="10379"/>
                  </a:lnTo>
                  <a:lnTo>
                    <a:pt x="23760" y="10263"/>
                  </a:lnTo>
                  <a:lnTo>
                    <a:pt x="23811" y="10212"/>
                  </a:lnTo>
                  <a:lnTo>
                    <a:pt x="23862" y="10174"/>
                  </a:lnTo>
                  <a:lnTo>
                    <a:pt x="23926" y="10148"/>
                  </a:lnTo>
                  <a:lnTo>
                    <a:pt x="23990" y="10148"/>
                  </a:lnTo>
                  <a:lnTo>
                    <a:pt x="24105" y="10174"/>
                  </a:lnTo>
                  <a:lnTo>
                    <a:pt x="24220" y="10225"/>
                  </a:lnTo>
                  <a:lnTo>
                    <a:pt x="24335" y="10276"/>
                  </a:lnTo>
                  <a:lnTo>
                    <a:pt x="24463" y="10302"/>
                  </a:lnTo>
                  <a:lnTo>
                    <a:pt x="24629" y="10302"/>
                  </a:lnTo>
                  <a:lnTo>
                    <a:pt x="24591" y="10455"/>
                  </a:lnTo>
                  <a:lnTo>
                    <a:pt x="24565" y="10545"/>
                  </a:lnTo>
                  <a:lnTo>
                    <a:pt x="24565" y="10621"/>
                  </a:lnTo>
                  <a:lnTo>
                    <a:pt x="24578" y="10698"/>
                  </a:lnTo>
                  <a:lnTo>
                    <a:pt x="24604" y="10762"/>
                  </a:lnTo>
                  <a:lnTo>
                    <a:pt x="24910" y="11567"/>
                  </a:lnTo>
                  <a:lnTo>
                    <a:pt x="24936" y="11567"/>
                  </a:lnTo>
                  <a:lnTo>
                    <a:pt x="24974" y="11554"/>
                  </a:lnTo>
                  <a:lnTo>
                    <a:pt x="24974" y="11490"/>
                  </a:lnTo>
                  <a:lnTo>
                    <a:pt x="24987" y="11363"/>
                  </a:lnTo>
                  <a:lnTo>
                    <a:pt x="24987" y="11184"/>
                  </a:lnTo>
                  <a:lnTo>
                    <a:pt x="24859" y="10596"/>
                  </a:lnTo>
                  <a:lnTo>
                    <a:pt x="24846" y="10366"/>
                  </a:lnTo>
                  <a:lnTo>
                    <a:pt x="25000" y="10238"/>
                  </a:lnTo>
                  <a:lnTo>
                    <a:pt x="24910" y="9688"/>
                  </a:lnTo>
                  <a:lnTo>
                    <a:pt x="24910" y="9624"/>
                  </a:lnTo>
                  <a:lnTo>
                    <a:pt x="24910" y="9586"/>
                  </a:lnTo>
                  <a:lnTo>
                    <a:pt x="24910" y="9573"/>
                  </a:lnTo>
                  <a:lnTo>
                    <a:pt x="24898" y="9573"/>
                  </a:lnTo>
                  <a:lnTo>
                    <a:pt x="24744" y="9548"/>
                  </a:lnTo>
                  <a:lnTo>
                    <a:pt x="24616" y="9522"/>
                  </a:lnTo>
                  <a:lnTo>
                    <a:pt x="24578" y="9663"/>
                  </a:lnTo>
                  <a:lnTo>
                    <a:pt x="24501" y="9650"/>
                  </a:lnTo>
                  <a:lnTo>
                    <a:pt x="24437" y="9624"/>
                  </a:lnTo>
                  <a:lnTo>
                    <a:pt x="24386" y="9599"/>
                  </a:lnTo>
                  <a:lnTo>
                    <a:pt x="24310" y="9548"/>
                  </a:lnTo>
                  <a:lnTo>
                    <a:pt x="24195" y="9497"/>
                  </a:lnTo>
                  <a:lnTo>
                    <a:pt x="24041" y="9420"/>
                  </a:lnTo>
                  <a:lnTo>
                    <a:pt x="23837" y="9215"/>
                  </a:lnTo>
                  <a:lnTo>
                    <a:pt x="24054" y="9075"/>
                  </a:lnTo>
                  <a:lnTo>
                    <a:pt x="24220" y="9139"/>
                  </a:lnTo>
                  <a:lnTo>
                    <a:pt x="24335" y="9177"/>
                  </a:lnTo>
                  <a:lnTo>
                    <a:pt x="24399" y="9215"/>
                  </a:lnTo>
                  <a:lnTo>
                    <a:pt x="24450" y="9279"/>
                  </a:lnTo>
                  <a:lnTo>
                    <a:pt x="24489" y="9318"/>
                  </a:lnTo>
                  <a:lnTo>
                    <a:pt x="24514" y="9331"/>
                  </a:lnTo>
                  <a:lnTo>
                    <a:pt x="24591" y="9241"/>
                  </a:lnTo>
                  <a:lnTo>
                    <a:pt x="24578" y="9100"/>
                  </a:lnTo>
                  <a:lnTo>
                    <a:pt x="24565" y="8998"/>
                  </a:lnTo>
                  <a:lnTo>
                    <a:pt x="24552" y="8960"/>
                  </a:lnTo>
                  <a:lnTo>
                    <a:pt x="24476" y="8922"/>
                  </a:lnTo>
                  <a:lnTo>
                    <a:pt x="24425" y="8883"/>
                  </a:lnTo>
                  <a:lnTo>
                    <a:pt x="24399" y="8858"/>
                  </a:lnTo>
                  <a:lnTo>
                    <a:pt x="24425" y="8819"/>
                  </a:lnTo>
                  <a:lnTo>
                    <a:pt x="24489" y="8730"/>
                  </a:lnTo>
                  <a:lnTo>
                    <a:pt x="24578" y="8628"/>
                  </a:lnTo>
                  <a:lnTo>
                    <a:pt x="24604" y="8525"/>
                  </a:lnTo>
                  <a:lnTo>
                    <a:pt x="24616" y="8449"/>
                  </a:lnTo>
                  <a:lnTo>
                    <a:pt x="24616" y="8410"/>
                  </a:lnTo>
                  <a:lnTo>
                    <a:pt x="24565" y="8346"/>
                  </a:lnTo>
                  <a:lnTo>
                    <a:pt x="24514" y="8295"/>
                  </a:lnTo>
                  <a:lnTo>
                    <a:pt x="24565" y="7886"/>
                  </a:lnTo>
                  <a:lnTo>
                    <a:pt x="24463" y="7886"/>
                  </a:lnTo>
                  <a:lnTo>
                    <a:pt x="24437" y="7899"/>
                  </a:lnTo>
                  <a:lnTo>
                    <a:pt x="24348" y="8027"/>
                  </a:lnTo>
                  <a:lnTo>
                    <a:pt x="24297" y="8116"/>
                  </a:lnTo>
                  <a:lnTo>
                    <a:pt x="24271" y="8180"/>
                  </a:lnTo>
                  <a:lnTo>
                    <a:pt x="24310" y="8295"/>
                  </a:lnTo>
                  <a:lnTo>
                    <a:pt x="24335" y="8385"/>
                  </a:lnTo>
                  <a:lnTo>
                    <a:pt x="24476" y="8282"/>
                  </a:lnTo>
                  <a:lnTo>
                    <a:pt x="24335" y="8423"/>
                  </a:lnTo>
                  <a:lnTo>
                    <a:pt x="24412" y="8551"/>
                  </a:lnTo>
                  <a:lnTo>
                    <a:pt x="24373" y="8666"/>
                  </a:lnTo>
                  <a:lnTo>
                    <a:pt x="24220" y="8653"/>
                  </a:lnTo>
                  <a:lnTo>
                    <a:pt x="24092" y="8538"/>
                  </a:lnTo>
                  <a:lnTo>
                    <a:pt x="23862" y="8602"/>
                  </a:lnTo>
                  <a:lnTo>
                    <a:pt x="24131" y="8781"/>
                  </a:lnTo>
                  <a:lnTo>
                    <a:pt x="23811" y="8615"/>
                  </a:lnTo>
                  <a:lnTo>
                    <a:pt x="23645" y="8640"/>
                  </a:lnTo>
                  <a:lnTo>
                    <a:pt x="23543" y="8870"/>
                  </a:lnTo>
                  <a:lnTo>
                    <a:pt x="23530" y="9203"/>
                  </a:lnTo>
                  <a:lnTo>
                    <a:pt x="23377" y="8985"/>
                  </a:lnTo>
                  <a:lnTo>
                    <a:pt x="23402" y="8794"/>
                  </a:lnTo>
                  <a:lnTo>
                    <a:pt x="23441" y="8602"/>
                  </a:lnTo>
                  <a:lnTo>
                    <a:pt x="23504" y="8436"/>
                  </a:lnTo>
                  <a:lnTo>
                    <a:pt x="23530" y="8334"/>
                  </a:lnTo>
                  <a:lnTo>
                    <a:pt x="23543" y="8231"/>
                  </a:lnTo>
                  <a:lnTo>
                    <a:pt x="23517" y="8052"/>
                  </a:lnTo>
                  <a:lnTo>
                    <a:pt x="23504" y="7937"/>
                  </a:lnTo>
                  <a:lnTo>
                    <a:pt x="23504" y="7899"/>
                  </a:lnTo>
                  <a:lnTo>
                    <a:pt x="23517" y="7848"/>
                  </a:lnTo>
                  <a:lnTo>
                    <a:pt x="23568" y="7746"/>
                  </a:lnTo>
                  <a:lnTo>
                    <a:pt x="23645" y="7592"/>
                  </a:lnTo>
                  <a:lnTo>
                    <a:pt x="23747" y="7413"/>
                  </a:lnTo>
                  <a:lnTo>
                    <a:pt x="23837" y="7401"/>
                  </a:lnTo>
                  <a:lnTo>
                    <a:pt x="23977" y="7388"/>
                  </a:lnTo>
                  <a:lnTo>
                    <a:pt x="23990" y="7388"/>
                  </a:lnTo>
                  <a:lnTo>
                    <a:pt x="23990" y="7375"/>
                  </a:lnTo>
                  <a:lnTo>
                    <a:pt x="24003" y="7324"/>
                  </a:lnTo>
                  <a:lnTo>
                    <a:pt x="24016" y="7183"/>
                  </a:lnTo>
                  <a:lnTo>
                    <a:pt x="24016" y="7043"/>
                  </a:lnTo>
                  <a:lnTo>
                    <a:pt x="24016" y="6992"/>
                  </a:lnTo>
                  <a:lnTo>
                    <a:pt x="24028" y="6979"/>
                  </a:lnTo>
                  <a:lnTo>
                    <a:pt x="24182" y="6902"/>
                  </a:lnTo>
                  <a:lnTo>
                    <a:pt x="24284" y="6851"/>
                  </a:lnTo>
                  <a:lnTo>
                    <a:pt x="24348" y="6826"/>
                  </a:lnTo>
                  <a:lnTo>
                    <a:pt x="24373" y="6813"/>
                  </a:lnTo>
                  <a:lnTo>
                    <a:pt x="24373" y="6800"/>
                  </a:lnTo>
                  <a:lnTo>
                    <a:pt x="24386" y="6774"/>
                  </a:lnTo>
                  <a:lnTo>
                    <a:pt x="24386" y="6736"/>
                  </a:lnTo>
                  <a:lnTo>
                    <a:pt x="24373" y="6723"/>
                  </a:lnTo>
                  <a:lnTo>
                    <a:pt x="24284" y="6595"/>
                  </a:lnTo>
                  <a:lnTo>
                    <a:pt x="24233" y="6519"/>
                  </a:lnTo>
                  <a:lnTo>
                    <a:pt x="24207" y="6468"/>
                  </a:lnTo>
                  <a:lnTo>
                    <a:pt x="24246" y="6046"/>
                  </a:lnTo>
                  <a:lnTo>
                    <a:pt x="24233" y="5880"/>
                  </a:lnTo>
                  <a:lnTo>
                    <a:pt x="24233" y="5880"/>
                  </a:lnTo>
                  <a:lnTo>
                    <a:pt x="24655" y="5969"/>
                  </a:lnTo>
                  <a:lnTo>
                    <a:pt x="24795" y="5880"/>
                  </a:lnTo>
                  <a:lnTo>
                    <a:pt x="24898" y="5816"/>
                  </a:lnTo>
                  <a:lnTo>
                    <a:pt x="24949" y="5765"/>
                  </a:lnTo>
                  <a:lnTo>
                    <a:pt x="25013" y="5586"/>
                  </a:lnTo>
                  <a:lnTo>
                    <a:pt x="25076" y="5432"/>
                  </a:lnTo>
                  <a:lnTo>
                    <a:pt x="24655" y="5292"/>
                  </a:lnTo>
                  <a:lnTo>
                    <a:pt x="24284" y="5522"/>
                  </a:lnTo>
                  <a:lnTo>
                    <a:pt x="24131" y="5714"/>
                  </a:lnTo>
                  <a:lnTo>
                    <a:pt x="24207" y="5841"/>
                  </a:lnTo>
                  <a:lnTo>
                    <a:pt x="24092" y="5867"/>
                  </a:lnTo>
                  <a:lnTo>
                    <a:pt x="23862" y="5816"/>
                  </a:lnTo>
                  <a:lnTo>
                    <a:pt x="23849" y="5803"/>
                  </a:lnTo>
                  <a:lnTo>
                    <a:pt x="23824" y="5778"/>
                  </a:lnTo>
                  <a:lnTo>
                    <a:pt x="23824" y="5765"/>
                  </a:lnTo>
                  <a:lnTo>
                    <a:pt x="23837" y="5586"/>
                  </a:lnTo>
                  <a:lnTo>
                    <a:pt x="23849" y="5432"/>
                  </a:lnTo>
                  <a:lnTo>
                    <a:pt x="24016" y="5343"/>
                  </a:lnTo>
                  <a:lnTo>
                    <a:pt x="24016" y="5535"/>
                  </a:lnTo>
                  <a:lnTo>
                    <a:pt x="24373" y="5305"/>
                  </a:lnTo>
                  <a:lnTo>
                    <a:pt x="24297" y="5164"/>
                  </a:lnTo>
                  <a:lnTo>
                    <a:pt x="24080" y="5292"/>
                  </a:lnTo>
                  <a:lnTo>
                    <a:pt x="24080" y="5292"/>
                  </a:lnTo>
                  <a:lnTo>
                    <a:pt x="24284" y="5113"/>
                  </a:lnTo>
                  <a:lnTo>
                    <a:pt x="24463" y="5164"/>
                  </a:lnTo>
                  <a:lnTo>
                    <a:pt x="25128" y="5177"/>
                  </a:lnTo>
                  <a:lnTo>
                    <a:pt x="25332" y="5036"/>
                  </a:lnTo>
                  <a:lnTo>
                    <a:pt x="25626" y="4819"/>
                  </a:lnTo>
                  <a:lnTo>
                    <a:pt x="25396" y="4602"/>
                  </a:lnTo>
                  <a:lnTo>
                    <a:pt x="24604" y="4666"/>
                  </a:lnTo>
                  <a:lnTo>
                    <a:pt x="24604" y="4666"/>
                  </a:lnTo>
                  <a:lnTo>
                    <a:pt x="25204" y="4461"/>
                  </a:lnTo>
                  <a:lnTo>
                    <a:pt x="25434" y="4436"/>
                  </a:lnTo>
                  <a:lnTo>
                    <a:pt x="25715" y="4359"/>
                  </a:lnTo>
                  <a:lnTo>
                    <a:pt x="25856" y="4193"/>
                  </a:lnTo>
                  <a:lnTo>
                    <a:pt x="26048" y="4193"/>
                  </a:lnTo>
                  <a:lnTo>
                    <a:pt x="26150" y="4167"/>
                  </a:lnTo>
                  <a:lnTo>
                    <a:pt x="26239" y="4129"/>
                  </a:lnTo>
                  <a:lnTo>
                    <a:pt x="26316" y="4065"/>
                  </a:lnTo>
                  <a:lnTo>
                    <a:pt x="26393" y="4001"/>
                  </a:lnTo>
                  <a:lnTo>
                    <a:pt x="26291" y="3899"/>
                  </a:lnTo>
                  <a:lnTo>
                    <a:pt x="26227" y="3835"/>
                  </a:lnTo>
                  <a:lnTo>
                    <a:pt x="26214" y="3809"/>
                  </a:lnTo>
                  <a:lnTo>
                    <a:pt x="26214" y="3784"/>
                  </a:lnTo>
                  <a:lnTo>
                    <a:pt x="26316" y="3656"/>
                  </a:lnTo>
                  <a:lnTo>
                    <a:pt x="26738" y="3618"/>
                  </a:lnTo>
                  <a:lnTo>
                    <a:pt x="27109" y="3221"/>
                  </a:lnTo>
                  <a:lnTo>
                    <a:pt x="27364" y="2825"/>
                  </a:lnTo>
                  <a:lnTo>
                    <a:pt x="26942" y="2633"/>
                  </a:lnTo>
                  <a:lnTo>
                    <a:pt x="25920" y="2467"/>
                  </a:lnTo>
                  <a:lnTo>
                    <a:pt x="25422" y="2506"/>
                  </a:lnTo>
                  <a:lnTo>
                    <a:pt x="25294" y="2685"/>
                  </a:lnTo>
                  <a:lnTo>
                    <a:pt x="25140" y="2889"/>
                  </a:lnTo>
                  <a:lnTo>
                    <a:pt x="25089" y="2953"/>
                  </a:lnTo>
                  <a:lnTo>
                    <a:pt x="25000" y="3030"/>
                  </a:lnTo>
                  <a:lnTo>
                    <a:pt x="24898" y="3119"/>
                  </a:lnTo>
                  <a:lnTo>
                    <a:pt x="24207" y="2991"/>
                  </a:lnTo>
                  <a:lnTo>
                    <a:pt x="23939" y="2889"/>
                  </a:lnTo>
                  <a:lnTo>
                    <a:pt x="23594" y="3004"/>
                  </a:lnTo>
                  <a:lnTo>
                    <a:pt x="23402" y="3260"/>
                  </a:lnTo>
                  <a:lnTo>
                    <a:pt x="23274" y="3451"/>
                  </a:lnTo>
                  <a:lnTo>
                    <a:pt x="23210" y="3554"/>
                  </a:lnTo>
                  <a:lnTo>
                    <a:pt x="23147" y="3630"/>
                  </a:lnTo>
                  <a:lnTo>
                    <a:pt x="23032" y="3733"/>
                  </a:lnTo>
                  <a:lnTo>
                    <a:pt x="22865" y="3886"/>
                  </a:lnTo>
                  <a:lnTo>
                    <a:pt x="22699" y="3950"/>
                  </a:lnTo>
                  <a:lnTo>
                    <a:pt x="22559" y="4014"/>
                  </a:lnTo>
                  <a:lnTo>
                    <a:pt x="22431" y="4078"/>
                  </a:lnTo>
                  <a:lnTo>
                    <a:pt x="23019" y="3055"/>
                  </a:lnTo>
                  <a:lnTo>
                    <a:pt x="23006" y="2263"/>
                  </a:lnTo>
                  <a:lnTo>
                    <a:pt x="22878" y="2276"/>
                  </a:lnTo>
                  <a:lnTo>
                    <a:pt x="22763" y="2288"/>
                  </a:lnTo>
                  <a:lnTo>
                    <a:pt x="22559" y="2288"/>
                  </a:lnTo>
                  <a:lnTo>
                    <a:pt x="22444" y="2301"/>
                  </a:lnTo>
                  <a:lnTo>
                    <a:pt x="22329" y="2314"/>
                  </a:lnTo>
                  <a:lnTo>
                    <a:pt x="22214" y="2352"/>
                  </a:lnTo>
                  <a:lnTo>
                    <a:pt x="22124" y="2391"/>
                  </a:lnTo>
                  <a:lnTo>
                    <a:pt x="22099" y="2416"/>
                  </a:lnTo>
                  <a:lnTo>
                    <a:pt x="22086" y="2442"/>
                  </a:lnTo>
                  <a:lnTo>
                    <a:pt x="22009" y="2825"/>
                  </a:lnTo>
                  <a:lnTo>
                    <a:pt x="21460" y="2979"/>
                  </a:lnTo>
                  <a:lnTo>
                    <a:pt x="21127" y="3094"/>
                  </a:lnTo>
                  <a:lnTo>
                    <a:pt x="21447" y="2710"/>
                  </a:lnTo>
                  <a:lnTo>
                    <a:pt x="21319" y="2391"/>
                  </a:lnTo>
                  <a:lnTo>
                    <a:pt x="19504" y="2544"/>
                  </a:lnTo>
                  <a:lnTo>
                    <a:pt x="18750" y="2902"/>
                  </a:lnTo>
                  <a:lnTo>
                    <a:pt x="18098" y="3017"/>
                  </a:lnTo>
                  <a:lnTo>
                    <a:pt x="18098" y="3017"/>
                  </a:lnTo>
                  <a:lnTo>
                    <a:pt x="18149" y="2876"/>
                  </a:lnTo>
                  <a:lnTo>
                    <a:pt x="19466" y="2301"/>
                  </a:lnTo>
                  <a:lnTo>
                    <a:pt x="21012" y="2173"/>
                  </a:lnTo>
                  <a:lnTo>
                    <a:pt x="22060" y="2084"/>
                  </a:lnTo>
                  <a:lnTo>
                    <a:pt x="22137" y="2046"/>
                  </a:lnTo>
                  <a:lnTo>
                    <a:pt x="22265" y="1943"/>
                  </a:lnTo>
                  <a:lnTo>
                    <a:pt x="22392" y="1828"/>
                  </a:lnTo>
                  <a:lnTo>
                    <a:pt x="22469" y="1777"/>
                  </a:lnTo>
                  <a:lnTo>
                    <a:pt x="22559" y="1701"/>
                  </a:lnTo>
                  <a:lnTo>
                    <a:pt x="22712" y="1560"/>
                  </a:lnTo>
                  <a:lnTo>
                    <a:pt x="22917" y="1368"/>
                  </a:lnTo>
                  <a:lnTo>
                    <a:pt x="22648" y="1266"/>
                  </a:lnTo>
                  <a:lnTo>
                    <a:pt x="22444" y="1189"/>
                  </a:lnTo>
                  <a:lnTo>
                    <a:pt x="22290" y="1151"/>
                  </a:lnTo>
                  <a:lnTo>
                    <a:pt x="21881" y="1074"/>
                  </a:lnTo>
                  <a:lnTo>
                    <a:pt x="21587" y="1010"/>
                  </a:lnTo>
                  <a:lnTo>
                    <a:pt x="21178" y="768"/>
                  </a:lnTo>
                  <a:lnTo>
                    <a:pt x="21063" y="397"/>
                  </a:lnTo>
                  <a:lnTo>
                    <a:pt x="20309" y="678"/>
                  </a:lnTo>
                  <a:lnTo>
                    <a:pt x="20309" y="678"/>
                  </a:lnTo>
                  <a:lnTo>
                    <a:pt x="20680" y="295"/>
                  </a:lnTo>
                  <a:lnTo>
                    <a:pt x="20220" y="128"/>
                  </a:lnTo>
                  <a:lnTo>
                    <a:pt x="187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8"/>
            <p:cNvSpPr/>
            <p:nvPr/>
          </p:nvSpPr>
          <p:spPr>
            <a:xfrm>
              <a:off x="5090600" y="2612875"/>
              <a:ext cx="25" cy="25"/>
            </a:xfrm>
            <a:custGeom>
              <a:rect b="b" l="l" r="r" t="t"/>
              <a:pathLst>
                <a:path extrusionOk="0" h="1" w="1">
                  <a:moveTo>
                    <a:pt x="1" y="1"/>
                  </a:moveTo>
                  <a:lnTo>
                    <a:pt x="1" y="1"/>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8"/>
            <p:cNvSpPr/>
            <p:nvPr/>
          </p:nvSpPr>
          <p:spPr>
            <a:xfrm>
              <a:off x="5090600" y="2612875"/>
              <a:ext cx="25" cy="25"/>
            </a:xfrm>
            <a:custGeom>
              <a:rect b="b" l="l" r="r" t="t"/>
              <a:pathLst>
                <a:path extrusionOk="0" fill="none" h="1" w="1">
                  <a:moveTo>
                    <a:pt x="1" y="1"/>
                  </a:moveTo>
                  <a:lnTo>
                    <a:pt x="1" y="1"/>
                  </a:lnTo>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8"/>
            <p:cNvSpPr/>
            <p:nvPr/>
          </p:nvSpPr>
          <p:spPr>
            <a:xfrm>
              <a:off x="4813600" y="2615125"/>
              <a:ext cx="283750" cy="284075"/>
            </a:xfrm>
            <a:custGeom>
              <a:rect b="b" l="l" r="r" t="t"/>
              <a:pathLst>
                <a:path extrusionOk="0" h="11363" w="11350">
                  <a:moveTo>
                    <a:pt x="9752" y="0"/>
                  </a:moveTo>
                  <a:lnTo>
                    <a:pt x="8947" y="128"/>
                  </a:lnTo>
                  <a:lnTo>
                    <a:pt x="8192" y="652"/>
                  </a:lnTo>
                  <a:lnTo>
                    <a:pt x="8538" y="1138"/>
                  </a:lnTo>
                  <a:lnTo>
                    <a:pt x="8397" y="1624"/>
                  </a:lnTo>
                  <a:lnTo>
                    <a:pt x="7975" y="1956"/>
                  </a:lnTo>
                  <a:lnTo>
                    <a:pt x="8129" y="2275"/>
                  </a:lnTo>
                  <a:lnTo>
                    <a:pt x="7783" y="2403"/>
                  </a:lnTo>
                  <a:lnTo>
                    <a:pt x="7208" y="2403"/>
                  </a:lnTo>
                  <a:lnTo>
                    <a:pt x="7055" y="2557"/>
                  </a:lnTo>
                  <a:lnTo>
                    <a:pt x="7285" y="2748"/>
                  </a:lnTo>
                  <a:lnTo>
                    <a:pt x="7323" y="3247"/>
                  </a:lnTo>
                  <a:lnTo>
                    <a:pt x="6966" y="3362"/>
                  </a:lnTo>
                  <a:lnTo>
                    <a:pt x="6633" y="3809"/>
                  </a:lnTo>
                  <a:lnTo>
                    <a:pt x="6646" y="4423"/>
                  </a:lnTo>
                  <a:lnTo>
                    <a:pt x="6275" y="4576"/>
                  </a:lnTo>
                  <a:lnTo>
                    <a:pt x="5866" y="4423"/>
                  </a:lnTo>
                  <a:lnTo>
                    <a:pt x="5432" y="4627"/>
                  </a:lnTo>
                  <a:lnTo>
                    <a:pt x="5432" y="4985"/>
                  </a:lnTo>
                  <a:lnTo>
                    <a:pt x="4614" y="4985"/>
                  </a:lnTo>
                  <a:lnTo>
                    <a:pt x="4294" y="5266"/>
                  </a:lnTo>
                  <a:lnTo>
                    <a:pt x="4282" y="6007"/>
                  </a:lnTo>
                  <a:lnTo>
                    <a:pt x="3719" y="6173"/>
                  </a:lnTo>
                  <a:lnTo>
                    <a:pt x="2556" y="6455"/>
                  </a:lnTo>
                  <a:lnTo>
                    <a:pt x="1253" y="6480"/>
                  </a:lnTo>
                  <a:lnTo>
                    <a:pt x="0" y="6173"/>
                  </a:lnTo>
                  <a:lnTo>
                    <a:pt x="0" y="6173"/>
                  </a:lnTo>
                  <a:lnTo>
                    <a:pt x="550" y="7106"/>
                  </a:lnTo>
                  <a:lnTo>
                    <a:pt x="1061" y="7349"/>
                  </a:lnTo>
                  <a:lnTo>
                    <a:pt x="1355" y="7554"/>
                  </a:lnTo>
                  <a:lnTo>
                    <a:pt x="1559" y="8269"/>
                  </a:lnTo>
                  <a:lnTo>
                    <a:pt x="1649" y="8269"/>
                  </a:lnTo>
                  <a:lnTo>
                    <a:pt x="1930" y="8448"/>
                  </a:lnTo>
                  <a:lnTo>
                    <a:pt x="1725" y="8960"/>
                  </a:lnTo>
                  <a:lnTo>
                    <a:pt x="1074" y="8960"/>
                  </a:lnTo>
                  <a:lnTo>
                    <a:pt x="614" y="9292"/>
                  </a:lnTo>
                  <a:lnTo>
                    <a:pt x="524" y="9854"/>
                  </a:lnTo>
                  <a:lnTo>
                    <a:pt x="447" y="10225"/>
                  </a:lnTo>
                  <a:lnTo>
                    <a:pt x="447" y="10225"/>
                  </a:lnTo>
                  <a:lnTo>
                    <a:pt x="997" y="10199"/>
                  </a:lnTo>
                  <a:lnTo>
                    <a:pt x="1393" y="10072"/>
                  </a:lnTo>
                  <a:lnTo>
                    <a:pt x="1917" y="10110"/>
                  </a:lnTo>
                  <a:lnTo>
                    <a:pt x="1994" y="9969"/>
                  </a:lnTo>
                  <a:lnTo>
                    <a:pt x="2339" y="9931"/>
                  </a:lnTo>
                  <a:lnTo>
                    <a:pt x="2684" y="10059"/>
                  </a:lnTo>
                  <a:lnTo>
                    <a:pt x="3106" y="10059"/>
                  </a:lnTo>
                  <a:lnTo>
                    <a:pt x="3259" y="9982"/>
                  </a:lnTo>
                  <a:lnTo>
                    <a:pt x="3821" y="9982"/>
                  </a:lnTo>
                  <a:lnTo>
                    <a:pt x="4192" y="9854"/>
                  </a:lnTo>
                  <a:lnTo>
                    <a:pt x="4486" y="10148"/>
                  </a:lnTo>
                  <a:lnTo>
                    <a:pt x="4486" y="10417"/>
                  </a:lnTo>
                  <a:lnTo>
                    <a:pt x="4857" y="10570"/>
                  </a:lnTo>
                  <a:lnTo>
                    <a:pt x="4857" y="10787"/>
                  </a:lnTo>
                  <a:lnTo>
                    <a:pt x="5163" y="11222"/>
                  </a:lnTo>
                  <a:lnTo>
                    <a:pt x="5470" y="11362"/>
                  </a:lnTo>
                  <a:lnTo>
                    <a:pt x="5636" y="11196"/>
                  </a:lnTo>
                  <a:lnTo>
                    <a:pt x="5930" y="11107"/>
                  </a:lnTo>
                  <a:lnTo>
                    <a:pt x="6007" y="11056"/>
                  </a:lnTo>
                  <a:lnTo>
                    <a:pt x="6084" y="10787"/>
                  </a:lnTo>
                  <a:lnTo>
                    <a:pt x="6096" y="10774"/>
                  </a:lnTo>
                  <a:lnTo>
                    <a:pt x="6122" y="10762"/>
                  </a:lnTo>
                  <a:lnTo>
                    <a:pt x="6531" y="10749"/>
                  </a:lnTo>
                  <a:lnTo>
                    <a:pt x="6544" y="10749"/>
                  </a:lnTo>
                  <a:lnTo>
                    <a:pt x="6838" y="10851"/>
                  </a:lnTo>
                  <a:lnTo>
                    <a:pt x="7029" y="10851"/>
                  </a:lnTo>
                  <a:lnTo>
                    <a:pt x="7349" y="10736"/>
                  </a:lnTo>
                  <a:lnTo>
                    <a:pt x="7375" y="10736"/>
                  </a:lnTo>
                  <a:lnTo>
                    <a:pt x="7732" y="10851"/>
                  </a:lnTo>
                  <a:lnTo>
                    <a:pt x="7822" y="10723"/>
                  </a:lnTo>
                  <a:lnTo>
                    <a:pt x="7835" y="10723"/>
                  </a:lnTo>
                  <a:lnTo>
                    <a:pt x="8001" y="10583"/>
                  </a:lnTo>
                  <a:lnTo>
                    <a:pt x="7796" y="10276"/>
                  </a:lnTo>
                  <a:lnTo>
                    <a:pt x="7796" y="10263"/>
                  </a:lnTo>
                  <a:lnTo>
                    <a:pt x="7656" y="9880"/>
                  </a:lnTo>
                  <a:lnTo>
                    <a:pt x="7515" y="9650"/>
                  </a:lnTo>
                  <a:lnTo>
                    <a:pt x="7323" y="9650"/>
                  </a:lnTo>
                  <a:lnTo>
                    <a:pt x="7311" y="9637"/>
                  </a:lnTo>
                  <a:lnTo>
                    <a:pt x="7221" y="9522"/>
                  </a:lnTo>
                  <a:lnTo>
                    <a:pt x="7221" y="9509"/>
                  </a:lnTo>
                  <a:lnTo>
                    <a:pt x="7157" y="8934"/>
                  </a:lnTo>
                  <a:lnTo>
                    <a:pt x="6838" y="8985"/>
                  </a:lnTo>
                  <a:lnTo>
                    <a:pt x="6812" y="8985"/>
                  </a:lnTo>
                  <a:lnTo>
                    <a:pt x="6799" y="8960"/>
                  </a:lnTo>
                  <a:lnTo>
                    <a:pt x="6659" y="8487"/>
                  </a:lnTo>
                  <a:lnTo>
                    <a:pt x="6659" y="8474"/>
                  </a:lnTo>
                  <a:lnTo>
                    <a:pt x="6659" y="8461"/>
                  </a:lnTo>
                  <a:lnTo>
                    <a:pt x="7451" y="7656"/>
                  </a:lnTo>
                  <a:lnTo>
                    <a:pt x="7477" y="7643"/>
                  </a:lnTo>
                  <a:lnTo>
                    <a:pt x="7502" y="7656"/>
                  </a:lnTo>
                  <a:lnTo>
                    <a:pt x="7771" y="8027"/>
                  </a:lnTo>
                  <a:lnTo>
                    <a:pt x="8653" y="7707"/>
                  </a:lnTo>
                  <a:lnTo>
                    <a:pt x="8985" y="7106"/>
                  </a:lnTo>
                  <a:lnTo>
                    <a:pt x="8998" y="7094"/>
                  </a:lnTo>
                  <a:lnTo>
                    <a:pt x="9662" y="6646"/>
                  </a:lnTo>
                  <a:lnTo>
                    <a:pt x="10071" y="6007"/>
                  </a:lnTo>
                  <a:lnTo>
                    <a:pt x="10097" y="5995"/>
                  </a:lnTo>
                  <a:lnTo>
                    <a:pt x="10404" y="5867"/>
                  </a:lnTo>
                  <a:lnTo>
                    <a:pt x="10404" y="5471"/>
                  </a:lnTo>
                  <a:lnTo>
                    <a:pt x="10416" y="5445"/>
                  </a:lnTo>
                  <a:lnTo>
                    <a:pt x="10851" y="4921"/>
                  </a:lnTo>
                  <a:lnTo>
                    <a:pt x="10749" y="4576"/>
                  </a:lnTo>
                  <a:lnTo>
                    <a:pt x="10749" y="4563"/>
                  </a:lnTo>
                  <a:lnTo>
                    <a:pt x="10761" y="4538"/>
                  </a:lnTo>
                  <a:lnTo>
                    <a:pt x="11349" y="4129"/>
                  </a:lnTo>
                  <a:lnTo>
                    <a:pt x="11132" y="4014"/>
                  </a:lnTo>
                  <a:lnTo>
                    <a:pt x="11119" y="4014"/>
                  </a:lnTo>
                  <a:lnTo>
                    <a:pt x="10800" y="3796"/>
                  </a:lnTo>
                  <a:lnTo>
                    <a:pt x="10467" y="3796"/>
                  </a:lnTo>
                  <a:lnTo>
                    <a:pt x="10455" y="3783"/>
                  </a:lnTo>
                  <a:lnTo>
                    <a:pt x="10442" y="3771"/>
                  </a:lnTo>
                  <a:lnTo>
                    <a:pt x="10161" y="3247"/>
                  </a:lnTo>
                  <a:lnTo>
                    <a:pt x="10161" y="3221"/>
                  </a:lnTo>
                  <a:lnTo>
                    <a:pt x="10237" y="2748"/>
                  </a:lnTo>
                  <a:lnTo>
                    <a:pt x="10237" y="2544"/>
                  </a:lnTo>
                  <a:lnTo>
                    <a:pt x="9969" y="2365"/>
                  </a:lnTo>
                  <a:lnTo>
                    <a:pt x="9956" y="2339"/>
                  </a:lnTo>
                  <a:lnTo>
                    <a:pt x="9956" y="2314"/>
                  </a:lnTo>
                  <a:lnTo>
                    <a:pt x="10135" y="2033"/>
                  </a:lnTo>
                  <a:lnTo>
                    <a:pt x="10148" y="2020"/>
                  </a:lnTo>
                  <a:lnTo>
                    <a:pt x="10429" y="1790"/>
                  </a:lnTo>
                  <a:lnTo>
                    <a:pt x="10544" y="1662"/>
                  </a:lnTo>
                  <a:lnTo>
                    <a:pt x="10570" y="1611"/>
                  </a:lnTo>
                  <a:lnTo>
                    <a:pt x="10582" y="1560"/>
                  </a:lnTo>
                  <a:lnTo>
                    <a:pt x="10595" y="1521"/>
                  </a:lnTo>
                  <a:lnTo>
                    <a:pt x="10582" y="1509"/>
                  </a:lnTo>
                  <a:lnTo>
                    <a:pt x="10557" y="1496"/>
                  </a:lnTo>
                  <a:lnTo>
                    <a:pt x="10519" y="1483"/>
                  </a:lnTo>
                  <a:lnTo>
                    <a:pt x="10455" y="1483"/>
                  </a:lnTo>
                  <a:lnTo>
                    <a:pt x="10442" y="1266"/>
                  </a:lnTo>
                  <a:lnTo>
                    <a:pt x="10276" y="1227"/>
                  </a:lnTo>
                  <a:lnTo>
                    <a:pt x="10148" y="1176"/>
                  </a:lnTo>
                  <a:lnTo>
                    <a:pt x="10110" y="1151"/>
                  </a:lnTo>
                  <a:lnTo>
                    <a:pt x="10097" y="1125"/>
                  </a:lnTo>
                  <a:lnTo>
                    <a:pt x="10084" y="1087"/>
                  </a:lnTo>
                  <a:lnTo>
                    <a:pt x="10058" y="1048"/>
                  </a:lnTo>
                  <a:lnTo>
                    <a:pt x="10020" y="1010"/>
                  </a:lnTo>
                  <a:lnTo>
                    <a:pt x="9726" y="908"/>
                  </a:lnTo>
                  <a:lnTo>
                    <a:pt x="9534" y="767"/>
                  </a:lnTo>
                  <a:lnTo>
                    <a:pt x="9611" y="461"/>
                  </a:lnTo>
                  <a:lnTo>
                    <a:pt x="10110" y="141"/>
                  </a:lnTo>
                  <a:lnTo>
                    <a:pt x="10519" y="115"/>
                  </a:lnTo>
                  <a:lnTo>
                    <a:pt x="105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8"/>
            <p:cNvSpPr/>
            <p:nvPr/>
          </p:nvSpPr>
          <p:spPr>
            <a:xfrm>
              <a:off x="5064400" y="2207425"/>
              <a:ext cx="1217400" cy="765575"/>
            </a:xfrm>
            <a:custGeom>
              <a:rect b="b" l="l" r="r" t="t"/>
              <a:pathLst>
                <a:path extrusionOk="0" h="30623" w="48696">
                  <a:moveTo>
                    <a:pt x="35339" y="4576"/>
                  </a:moveTo>
                  <a:lnTo>
                    <a:pt x="35403" y="4768"/>
                  </a:lnTo>
                  <a:lnTo>
                    <a:pt x="35595" y="4768"/>
                  </a:lnTo>
                  <a:lnTo>
                    <a:pt x="35595" y="4870"/>
                  </a:lnTo>
                  <a:lnTo>
                    <a:pt x="35416" y="4883"/>
                  </a:lnTo>
                  <a:lnTo>
                    <a:pt x="35327" y="4985"/>
                  </a:lnTo>
                  <a:lnTo>
                    <a:pt x="35250" y="5074"/>
                  </a:lnTo>
                  <a:lnTo>
                    <a:pt x="35212" y="5138"/>
                  </a:lnTo>
                  <a:lnTo>
                    <a:pt x="35186" y="5164"/>
                  </a:lnTo>
                  <a:lnTo>
                    <a:pt x="35148" y="5202"/>
                  </a:lnTo>
                  <a:lnTo>
                    <a:pt x="35045" y="5266"/>
                  </a:lnTo>
                  <a:lnTo>
                    <a:pt x="34918" y="5343"/>
                  </a:lnTo>
                  <a:lnTo>
                    <a:pt x="34918" y="5062"/>
                  </a:lnTo>
                  <a:lnTo>
                    <a:pt x="35339" y="4576"/>
                  </a:lnTo>
                  <a:close/>
                  <a:moveTo>
                    <a:pt x="21639" y="16142"/>
                  </a:moveTo>
                  <a:lnTo>
                    <a:pt x="21741" y="16232"/>
                  </a:lnTo>
                  <a:lnTo>
                    <a:pt x="21817" y="16296"/>
                  </a:lnTo>
                  <a:lnTo>
                    <a:pt x="21856" y="16347"/>
                  </a:lnTo>
                  <a:lnTo>
                    <a:pt x="21920" y="16449"/>
                  </a:lnTo>
                  <a:lnTo>
                    <a:pt x="21971" y="16526"/>
                  </a:lnTo>
                  <a:lnTo>
                    <a:pt x="21984" y="16564"/>
                  </a:lnTo>
                  <a:lnTo>
                    <a:pt x="21984" y="16577"/>
                  </a:lnTo>
                  <a:lnTo>
                    <a:pt x="21984" y="16679"/>
                  </a:lnTo>
                  <a:lnTo>
                    <a:pt x="21984" y="16743"/>
                  </a:lnTo>
                  <a:lnTo>
                    <a:pt x="21792" y="16666"/>
                  </a:lnTo>
                  <a:lnTo>
                    <a:pt x="21217" y="16526"/>
                  </a:lnTo>
                  <a:lnTo>
                    <a:pt x="21217" y="16334"/>
                  </a:lnTo>
                  <a:lnTo>
                    <a:pt x="21408" y="16142"/>
                  </a:lnTo>
                  <a:close/>
                  <a:moveTo>
                    <a:pt x="36055" y="19376"/>
                  </a:moveTo>
                  <a:lnTo>
                    <a:pt x="36260" y="19580"/>
                  </a:lnTo>
                  <a:lnTo>
                    <a:pt x="36196" y="19746"/>
                  </a:lnTo>
                  <a:lnTo>
                    <a:pt x="35978" y="19810"/>
                  </a:lnTo>
                  <a:lnTo>
                    <a:pt x="35838" y="19695"/>
                  </a:lnTo>
                  <a:lnTo>
                    <a:pt x="36017" y="19631"/>
                  </a:lnTo>
                  <a:lnTo>
                    <a:pt x="36055" y="19376"/>
                  </a:lnTo>
                  <a:close/>
                  <a:moveTo>
                    <a:pt x="36605" y="19759"/>
                  </a:moveTo>
                  <a:lnTo>
                    <a:pt x="36630" y="19964"/>
                  </a:lnTo>
                  <a:lnTo>
                    <a:pt x="36515" y="20079"/>
                  </a:lnTo>
                  <a:lnTo>
                    <a:pt x="36490" y="19861"/>
                  </a:lnTo>
                  <a:lnTo>
                    <a:pt x="36605" y="19759"/>
                  </a:lnTo>
                  <a:close/>
                  <a:moveTo>
                    <a:pt x="12845" y="20794"/>
                  </a:moveTo>
                  <a:lnTo>
                    <a:pt x="12922" y="20986"/>
                  </a:lnTo>
                  <a:lnTo>
                    <a:pt x="12654" y="21216"/>
                  </a:lnTo>
                  <a:lnTo>
                    <a:pt x="12449" y="21088"/>
                  </a:lnTo>
                  <a:lnTo>
                    <a:pt x="12564" y="20884"/>
                  </a:lnTo>
                  <a:lnTo>
                    <a:pt x="12718" y="20884"/>
                  </a:lnTo>
                  <a:lnTo>
                    <a:pt x="12845" y="20794"/>
                  </a:lnTo>
                  <a:close/>
                  <a:moveTo>
                    <a:pt x="10941" y="21331"/>
                  </a:moveTo>
                  <a:lnTo>
                    <a:pt x="10992" y="21395"/>
                  </a:lnTo>
                  <a:lnTo>
                    <a:pt x="11018" y="21446"/>
                  </a:lnTo>
                  <a:lnTo>
                    <a:pt x="11018" y="21485"/>
                  </a:lnTo>
                  <a:lnTo>
                    <a:pt x="11018" y="21510"/>
                  </a:lnTo>
                  <a:lnTo>
                    <a:pt x="11005" y="21523"/>
                  </a:lnTo>
                  <a:lnTo>
                    <a:pt x="10992" y="21536"/>
                  </a:lnTo>
                  <a:lnTo>
                    <a:pt x="10967" y="21536"/>
                  </a:lnTo>
                  <a:lnTo>
                    <a:pt x="10941" y="21510"/>
                  </a:lnTo>
                  <a:lnTo>
                    <a:pt x="10877" y="21446"/>
                  </a:lnTo>
                  <a:lnTo>
                    <a:pt x="10941" y="21331"/>
                  </a:lnTo>
                  <a:close/>
                  <a:moveTo>
                    <a:pt x="37435" y="21293"/>
                  </a:moveTo>
                  <a:lnTo>
                    <a:pt x="37614" y="21561"/>
                  </a:lnTo>
                  <a:lnTo>
                    <a:pt x="37320" y="21651"/>
                  </a:lnTo>
                  <a:lnTo>
                    <a:pt x="37218" y="21421"/>
                  </a:lnTo>
                  <a:lnTo>
                    <a:pt x="37218" y="21293"/>
                  </a:lnTo>
                  <a:close/>
                  <a:moveTo>
                    <a:pt x="10289" y="21574"/>
                  </a:moveTo>
                  <a:lnTo>
                    <a:pt x="10149" y="21727"/>
                  </a:lnTo>
                  <a:lnTo>
                    <a:pt x="9855" y="21727"/>
                  </a:lnTo>
                  <a:lnTo>
                    <a:pt x="9855" y="21574"/>
                  </a:lnTo>
                  <a:close/>
                  <a:moveTo>
                    <a:pt x="10762" y="21651"/>
                  </a:moveTo>
                  <a:lnTo>
                    <a:pt x="10877" y="21779"/>
                  </a:lnTo>
                  <a:lnTo>
                    <a:pt x="10724" y="21906"/>
                  </a:lnTo>
                  <a:lnTo>
                    <a:pt x="10686" y="21727"/>
                  </a:lnTo>
                  <a:lnTo>
                    <a:pt x="10762" y="21651"/>
                  </a:lnTo>
                  <a:close/>
                  <a:moveTo>
                    <a:pt x="14239" y="21727"/>
                  </a:moveTo>
                  <a:lnTo>
                    <a:pt x="14379" y="21830"/>
                  </a:lnTo>
                  <a:lnTo>
                    <a:pt x="14239" y="21932"/>
                  </a:lnTo>
                  <a:lnTo>
                    <a:pt x="14124" y="22021"/>
                  </a:lnTo>
                  <a:lnTo>
                    <a:pt x="14008" y="22085"/>
                  </a:lnTo>
                  <a:lnTo>
                    <a:pt x="13957" y="22111"/>
                  </a:lnTo>
                  <a:lnTo>
                    <a:pt x="13919" y="22098"/>
                  </a:lnTo>
                  <a:lnTo>
                    <a:pt x="13881" y="22085"/>
                  </a:lnTo>
                  <a:lnTo>
                    <a:pt x="13855" y="22072"/>
                  </a:lnTo>
                  <a:lnTo>
                    <a:pt x="13830" y="22021"/>
                  </a:lnTo>
                  <a:lnTo>
                    <a:pt x="13817" y="22009"/>
                  </a:lnTo>
                  <a:lnTo>
                    <a:pt x="13766" y="21727"/>
                  </a:lnTo>
                  <a:close/>
                  <a:moveTo>
                    <a:pt x="34585" y="22239"/>
                  </a:moveTo>
                  <a:lnTo>
                    <a:pt x="34445" y="22328"/>
                  </a:lnTo>
                  <a:lnTo>
                    <a:pt x="34279" y="22596"/>
                  </a:lnTo>
                  <a:lnTo>
                    <a:pt x="34279" y="22699"/>
                  </a:lnTo>
                  <a:lnTo>
                    <a:pt x="34176" y="22916"/>
                  </a:lnTo>
                  <a:lnTo>
                    <a:pt x="34215" y="23146"/>
                  </a:lnTo>
                  <a:lnTo>
                    <a:pt x="34445" y="23223"/>
                  </a:lnTo>
                  <a:lnTo>
                    <a:pt x="34330" y="23351"/>
                  </a:lnTo>
                  <a:lnTo>
                    <a:pt x="34087" y="23236"/>
                  </a:lnTo>
                  <a:lnTo>
                    <a:pt x="33997" y="22993"/>
                  </a:lnTo>
                  <a:lnTo>
                    <a:pt x="34138" y="22775"/>
                  </a:lnTo>
                  <a:lnTo>
                    <a:pt x="34087" y="22699"/>
                  </a:lnTo>
                  <a:lnTo>
                    <a:pt x="34253" y="22379"/>
                  </a:lnTo>
                  <a:lnTo>
                    <a:pt x="34585" y="22239"/>
                  </a:lnTo>
                  <a:close/>
                  <a:moveTo>
                    <a:pt x="14379" y="23312"/>
                  </a:moveTo>
                  <a:lnTo>
                    <a:pt x="14290" y="23504"/>
                  </a:lnTo>
                  <a:lnTo>
                    <a:pt x="14072" y="23504"/>
                  </a:lnTo>
                  <a:lnTo>
                    <a:pt x="14072" y="23351"/>
                  </a:lnTo>
                  <a:lnTo>
                    <a:pt x="14187" y="23312"/>
                  </a:lnTo>
                  <a:close/>
                  <a:moveTo>
                    <a:pt x="38841" y="0"/>
                  </a:moveTo>
                  <a:lnTo>
                    <a:pt x="38241" y="269"/>
                  </a:lnTo>
                  <a:lnTo>
                    <a:pt x="37563" y="269"/>
                  </a:lnTo>
                  <a:lnTo>
                    <a:pt x="36911" y="857"/>
                  </a:lnTo>
                  <a:lnTo>
                    <a:pt x="36963" y="959"/>
                  </a:lnTo>
                  <a:lnTo>
                    <a:pt x="37193" y="959"/>
                  </a:lnTo>
                  <a:lnTo>
                    <a:pt x="37563" y="1163"/>
                  </a:lnTo>
                  <a:lnTo>
                    <a:pt x="37563" y="1662"/>
                  </a:lnTo>
                  <a:lnTo>
                    <a:pt x="37039" y="2058"/>
                  </a:lnTo>
                  <a:lnTo>
                    <a:pt x="36221" y="3234"/>
                  </a:lnTo>
                  <a:lnTo>
                    <a:pt x="36375" y="3400"/>
                  </a:lnTo>
                  <a:lnTo>
                    <a:pt x="36375" y="3758"/>
                  </a:lnTo>
                  <a:lnTo>
                    <a:pt x="35966" y="3873"/>
                  </a:lnTo>
                  <a:lnTo>
                    <a:pt x="35199" y="4256"/>
                  </a:lnTo>
                  <a:lnTo>
                    <a:pt x="34470" y="3975"/>
                  </a:lnTo>
                  <a:lnTo>
                    <a:pt x="34304" y="3898"/>
                  </a:lnTo>
                  <a:lnTo>
                    <a:pt x="33959" y="4627"/>
                  </a:lnTo>
                  <a:lnTo>
                    <a:pt x="33729" y="5292"/>
                  </a:lnTo>
                  <a:lnTo>
                    <a:pt x="33780" y="5419"/>
                  </a:lnTo>
                  <a:lnTo>
                    <a:pt x="33780" y="5458"/>
                  </a:lnTo>
                  <a:lnTo>
                    <a:pt x="33755" y="5483"/>
                  </a:lnTo>
                  <a:lnTo>
                    <a:pt x="33525" y="5649"/>
                  </a:lnTo>
                  <a:lnTo>
                    <a:pt x="33780" y="6046"/>
                  </a:lnTo>
                  <a:lnTo>
                    <a:pt x="34074" y="5828"/>
                  </a:lnTo>
                  <a:lnTo>
                    <a:pt x="34100" y="5816"/>
                  </a:lnTo>
                  <a:lnTo>
                    <a:pt x="34125" y="5816"/>
                  </a:lnTo>
                  <a:lnTo>
                    <a:pt x="34483" y="5943"/>
                  </a:lnTo>
                  <a:lnTo>
                    <a:pt x="34751" y="6058"/>
                  </a:lnTo>
                  <a:lnTo>
                    <a:pt x="35186" y="5624"/>
                  </a:lnTo>
                  <a:lnTo>
                    <a:pt x="35212" y="5611"/>
                  </a:lnTo>
                  <a:lnTo>
                    <a:pt x="35237" y="5611"/>
                  </a:lnTo>
                  <a:lnTo>
                    <a:pt x="35697" y="5701"/>
                  </a:lnTo>
                  <a:lnTo>
                    <a:pt x="35710" y="5713"/>
                  </a:lnTo>
                  <a:lnTo>
                    <a:pt x="36937" y="6761"/>
                  </a:lnTo>
                  <a:lnTo>
                    <a:pt x="36950" y="6800"/>
                  </a:lnTo>
                  <a:lnTo>
                    <a:pt x="36950" y="6838"/>
                  </a:lnTo>
                  <a:lnTo>
                    <a:pt x="36796" y="7094"/>
                  </a:lnTo>
                  <a:lnTo>
                    <a:pt x="36784" y="7119"/>
                  </a:lnTo>
                  <a:lnTo>
                    <a:pt x="36196" y="7119"/>
                  </a:lnTo>
                  <a:lnTo>
                    <a:pt x="35876" y="7170"/>
                  </a:lnTo>
                  <a:lnTo>
                    <a:pt x="35851" y="7170"/>
                  </a:lnTo>
                  <a:lnTo>
                    <a:pt x="35493" y="7106"/>
                  </a:lnTo>
                  <a:lnTo>
                    <a:pt x="35212" y="7349"/>
                  </a:lnTo>
                  <a:lnTo>
                    <a:pt x="35186" y="7362"/>
                  </a:lnTo>
                  <a:lnTo>
                    <a:pt x="35148" y="7349"/>
                  </a:lnTo>
                  <a:lnTo>
                    <a:pt x="34994" y="7260"/>
                  </a:lnTo>
                  <a:lnTo>
                    <a:pt x="34764" y="7515"/>
                  </a:lnTo>
                  <a:lnTo>
                    <a:pt x="34739" y="7528"/>
                  </a:lnTo>
                  <a:lnTo>
                    <a:pt x="34726" y="7541"/>
                  </a:lnTo>
                  <a:lnTo>
                    <a:pt x="34330" y="7541"/>
                  </a:lnTo>
                  <a:lnTo>
                    <a:pt x="34036" y="7886"/>
                  </a:lnTo>
                  <a:lnTo>
                    <a:pt x="34036" y="8091"/>
                  </a:lnTo>
                  <a:lnTo>
                    <a:pt x="34023" y="8116"/>
                  </a:lnTo>
                  <a:lnTo>
                    <a:pt x="33997" y="8142"/>
                  </a:lnTo>
                  <a:lnTo>
                    <a:pt x="33167" y="8461"/>
                  </a:lnTo>
                  <a:lnTo>
                    <a:pt x="33141" y="8474"/>
                  </a:lnTo>
                  <a:lnTo>
                    <a:pt x="32540" y="8372"/>
                  </a:lnTo>
                  <a:lnTo>
                    <a:pt x="32362" y="8717"/>
                  </a:lnTo>
                  <a:lnTo>
                    <a:pt x="32323" y="8742"/>
                  </a:lnTo>
                  <a:lnTo>
                    <a:pt x="31825" y="8972"/>
                  </a:lnTo>
                  <a:lnTo>
                    <a:pt x="31799" y="8985"/>
                  </a:lnTo>
                  <a:lnTo>
                    <a:pt x="30943" y="8985"/>
                  </a:lnTo>
                  <a:lnTo>
                    <a:pt x="30917" y="8972"/>
                  </a:lnTo>
                  <a:lnTo>
                    <a:pt x="30892" y="8960"/>
                  </a:lnTo>
                  <a:lnTo>
                    <a:pt x="30674" y="8730"/>
                  </a:lnTo>
                  <a:lnTo>
                    <a:pt x="30470" y="8742"/>
                  </a:lnTo>
                  <a:lnTo>
                    <a:pt x="30112" y="9139"/>
                  </a:lnTo>
                  <a:lnTo>
                    <a:pt x="30687" y="9841"/>
                  </a:lnTo>
                  <a:lnTo>
                    <a:pt x="30700" y="9867"/>
                  </a:lnTo>
                  <a:lnTo>
                    <a:pt x="30700" y="9893"/>
                  </a:lnTo>
                  <a:lnTo>
                    <a:pt x="30687" y="9918"/>
                  </a:lnTo>
                  <a:lnTo>
                    <a:pt x="30674" y="9931"/>
                  </a:lnTo>
                  <a:lnTo>
                    <a:pt x="29972" y="10225"/>
                  </a:lnTo>
                  <a:lnTo>
                    <a:pt x="29563" y="10468"/>
                  </a:lnTo>
                  <a:lnTo>
                    <a:pt x="29396" y="10889"/>
                  </a:lnTo>
                  <a:lnTo>
                    <a:pt x="29384" y="10902"/>
                  </a:lnTo>
                  <a:lnTo>
                    <a:pt x="29358" y="10915"/>
                  </a:lnTo>
                  <a:lnTo>
                    <a:pt x="28578" y="11196"/>
                  </a:lnTo>
                  <a:lnTo>
                    <a:pt x="28566" y="11196"/>
                  </a:lnTo>
                  <a:lnTo>
                    <a:pt x="26546" y="11286"/>
                  </a:lnTo>
                  <a:lnTo>
                    <a:pt x="25089" y="12040"/>
                  </a:lnTo>
                  <a:lnTo>
                    <a:pt x="25051" y="12040"/>
                  </a:lnTo>
                  <a:lnTo>
                    <a:pt x="24578" y="11925"/>
                  </a:lnTo>
                  <a:lnTo>
                    <a:pt x="24540" y="11912"/>
                  </a:lnTo>
                  <a:lnTo>
                    <a:pt x="24527" y="11874"/>
                  </a:lnTo>
                  <a:lnTo>
                    <a:pt x="24527" y="11784"/>
                  </a:lnTo>
                  <a:lnTo>
                    <a:pt x="24131" y="11925"/>
                  </a:lnTo>
                  <a:lnTo>
                    <a:pt x="24105" y="11925"/>
                  </a:lnTo>
                  <a:lnTo>
                    <a:pt x="22712" y="11554"/>
                  </a:lnTo>
                  <a:lnTo>
                    <a:pt x="22674" y="11541"/>
                  </a:lnTo>
                  <a:lnTo>
                    <a:pt x="22303" y="11107"/>
                  </a:lnTo>
                  <a:lnTo>
                    <a:pt x="20360" y="11107"/>
                  </a:lnTo>
                  <a:lnTo>
                    <a:pt x="18699" y="10877"/>
                  </a:lnTo>
                  <a:lnTo>
                    <a:pt x="18239" y="11017"/>
                  </a:lnTo>
                  <a:lnTo>
                    <a:pt x="18201" y="11017"/>
                  </a:lnTo>
                  <a:lnTo>
                    <a:pt x="18175" y="10992"/>
                  </a:lnTo>
                  <a:lnTo>
                    <a:pt x="17651" y="10148"/>
                  </a:lnTo>
                  <a:lnTo>
                    <a:pt x="17651" y="10135"/>
                  </a:lnTo>
                  <a:lnTo>
                    <a:pt x="17562" y="9829"/>
                  </a:lnTo>
                  <a:lnTo>
                    <a:pt x="17140" y="9407"/>
                  </a:lnTo>
                  <a:lnTo>
                    <a:pt x="16859" y="9407"/>
                  </a:lnTo>
                  <a:lnTo>
                    <a:pt x="16833" y="9394"/>
                  </a:lnTo>
                  <a:lnTo>
                    <a:pt x="15721" y="8730"/>
                  </a:lnTo>
                  <a:lnTo>
                    <a:pt x="13893" y="8563"/>
                  </a:lnTo>
                  <a:lnTo>
                    <a:pt x="13868" y="8563"/>
                  </a:lnTo>
                  <a:lnTo>
                    <a:pt x="13842" y="8551"/>
                  </a:lnTo>
                  <a:lnTo>
                    <a:pt x="13497" y="8052"/>
                  </a:lnTo>
                  <a:lnTo>
                    <a:pt x="13484" y="8014"/>
                  </a:lnTo>
                  <a:lnTo>
                    <a:pt x="13497" y="7988"/>
                  </a:lnTo>
                  <a:lnTo>
                    <a:pt x="13791" y="7528"/>
                  </a:lnTo>
                  <a:lnTo>
                    <a:pt x="13906" y="6851"/>
                  </a:lnTo>
                  <a:lnTo>
                    <a:pt x="13037" y="5841"/>
                  </a:lnTo>
                  <a:lnTo>
                    <a:pt x="12730" y="5905"/>
                  </a:lnTo>
                  <a:lnTo>
                    <a:pt x="12705" y="5905"/>
                  </a:lnTo>
                  <a:lnTo>
                    <a:pt x="12679" y="5879"/>
                  </a:lnTo>
                  <a:lnTo>
                    <a:pt x="12564" y="5726"/>
                  </a:lnTo>
                  <a:lnTo>
                    <a:pt x="12168" y="5713"/>
                  </a:lnTo>
                  <a:lnTo>
                    <a:pt x="12130" y="5701"/>
                  </a:lnTo>
                  <a:lnTo>
                    <a:pt x="11631" y="5292"/>
                  </a:lnTo>
                  <a:lnTo>
                    <a:pt x="11618" y="5279"/>
                  </a:lnTo>
                  <a:lnTo>
                    <a:pt x="11388" y="4921"/>
                  </a:lnTo>
                  <a:lnTo>
                    <a:pt x="11376" y="4895"/>
                  </a:lnTo>
                  <a:lnTo>
                    <a:pt x="11350" y="4589"/>
                  </a:lnTo>
                  <a:lnTo>
                    <a:pt x="11082" y="4742"/>
                  </a:lnTo>
                  <a:lnTo>
                    <a:pt x="11018" y="4563"/>
                  </a:lnTo>
                  <a:lnTo>
                    <a:pt x="10749" y="4563"/>
                  </a:lnTo>
                  <a:lnTo>
                    <a:pt x="10507" y="4729"/>
                  </a:lnTo>
                  <a:lnTo>
                    <a:pt x="10545" y="4819"/>
                  </a:lnTo>
                  <a:lnTo>
                    <a:pt x="10417" y="5164"/>
                  </a:lnTo>
                  <a:lnTo>
                    <a:pt x="10110" y="5304"/>
                  </a:lnTo>
                  <a:lnTo>
                    <a:pt x="9663" y="5496"/>
                  </a:lnTo>
                  <a:lnTo>
                    <a:pt x="9625" y="5828"/>
                  </a:lnTo>
                  <a:lnTo>
                    <a:pt x="9689" y="6429"/>
                  </a:lnTo>
                  <a:lnTo>
                    <a:pt x="9280" y="6787"/>
                  </a:lnTo>
                  <a:lnTo>
                    <a:pt x="8768" y="6710"/>
                  </a:lnTo>
                  <a:lnTo>
                    <a:pt x="8423" y="6825"/>
                  </a:lnTo>
                  <a:lnTo>
                    <a:pt x="7580" y="6314"/>
                  </a:lnTo>
                  <a:lnTo>
                    <a:pt x="7286" y="7579"/>
                  </a:lnTo>
                  <a:lnTo>
                    <a:pt x="7260" y="8091"/>
                  </a:lnTo>
                  <a:lnTo>
                    <a:pt x="7248" y="8103"/>
                  </a:lnTo>
                  <a:lnTo>
                    <a:pt x="7209" y="8103"/>
                  </a:lnTo>
                  <a:lnTo>
                    <a:pt x="7388" y="8308"/>
                  </a:lnTo>
                  <a:lnTo>
                    <a:pt x="7107" y="8500"/>
                  </a:lnTo>
                  <a:lnTo>
                    <a:pt x="6890" y="8423"/>
                  </a:lnTo>
                  <a:lnTo>
                    <a:pt x="6621" y="8423"/>
                  </a:lnTo>
                  <a:lnTo>
                    <a:pt x="6340" y="8308"/>
                  </a:lnTo>
                  <a:lnTo>
                    <a:pt x="5151" y="8768"/>
                  </a:lnTo>
                  <a:lnTo>
                    <a:pt x="5394" y="8857"/>
                  </a:lnTo>
                  <a:lnTo>
                    <a:pt x="5445" y="9548"/>
                  </a:lnTo>
                  <a:lnTo>
                    <a:pt x="5688" y="9969"/>
                  </a:lnTo>
                  <a:lnTo>
                    <a:pt x="5675" y="10391"/>
                  </a:lnTo>
                  <a:lnTo>
                    <a:pt x="5241" y="10877"/>
                  </a:lnTo>
                  <a:lnTo>
                    <a:pt x="5330" y="11490"/>
                  </a:lnTo>
                  <a:lnTo>
                    <a:pt x="3976" y="11937"/>
                  </a:lnTo>
                  <a:lnTo>
                    <a:pt x="3605" y="12359"/>
                  </a:lnTo>
                  <a:lnTo>
                    <a:pt x="2659" y="12359"/>
                  </a:lnTo>
                  <a:lnTo>
                    <a:pt x="2250" y="12998"/>
                  </a:lnTo>
                  <a:lnTo>
                    <a:pt x="1713" y="13088"/>
                  </a:lnTo>
                  <a:lnTo>
                    <a:pt x="1586" y="12819"/>
                  </a:lnTo>
                  <a:lnTo>
                    <a:pt x="1138" y="13024"/>
                  </a:lnTo>
                  <a:lnTo>
                    <a:pt x="870" y="13024"/>
                  </a:lnTo>
                  <a:lnTo>
                    <a:pt x="256" y="13509"/>
                  </a:lnTo>
                  <a:lnTo>
                    <a:pt x="256" y="13803"/>
                  </a:lnTo>
                  <a:lnTo>
                    <a:pt x="1" y="13957"/>
                  </a:lnTo>
                  <a:lnTo>
                    <a:pt x="295" y="14609"/>
                  </a:lnTo>
                  <a:lnTo>
                    <a:pt x="512" y="14609"/>
                  </a:lnTo>
                  <a:lnTo>
                    <a:pt x="985" y="14890"/>
                  </a:lnTo>
                  <a:lnTo>
                    <a:pt x="947" y="15133"/>
                  </a:lnTo>
                  <a:lnTo>
                    <a:pt x="1138" y="15337"/>
                  </a:lnTo>
                  <a:lnTo>
                    <a:pt x="1036" y="15542"/>
                  </a:lnTo>
                  <a:lnTo>
                    <a:pt x="1151" y="15836"/>
                  </a:lnTo>
                  <a:lnTo>
                    <a:pt x="729" y="15836"/>
                  </a:lnTo>
                  <a:lnTo>
                    <a:pt x="793" y="16091"/>
                  </a:lnTo>
                  <a:lnTo>
                    <a:pt x="972" y="16168"/>
                  </a:lnTo>
                  <a:lnTo>
                    <a:pt x="959" y="16181"/>
                  </a:lnTo>
                  <a:lnTo>
                    <a:pt x="1087" y="16232"/>
                  </a:lnTo>
                  <a:lnTo>
                    <a:pt x="1356" y="16078"/>
                  </a:lnTo>
                  <a:lnTo>
                    <a:pt x="1483" y="16308"/>
                  </a:lnTo>
                  <a:lnTo>
                    <a:pt x="1803" y="16487"/>
                  </a:lnTo>
                  <a:lnTo>
                    <a:pt x="2148" y="16845"/>
                  </a:lnTo>
                  <a:lnTo>
                    <a:pt x="2391" y="17011"/>
                  </a:lnTo>
                  <a:lnTo>
                    <a:pt x="2570" y="17152"/>
                  </a:lnTo>
                  <a:lnTo>
                    <a:pt x="2698" y="17267"/>
                  </a:lnTo>
                  <a:lnTo>
                    <a:pt x="2864" y="17523"/>
                  </a:lnTo>
                  <a:lnTo>
                    <a:pt x="2940" y="17535"/>
                  </a:lnTo>
                  <a:lnTo>
                    <a:pt x="3247" y="17535"/>
                  </a:lnTo>
                  <a:lnTo>
                    <a:pt x="3477" y="17855"/>
                  </a:lnTo>
                  <a:lnTo>
                    <a:pt x="3490" y="17868"/>
                  </a:lnTo>
                  <a:lnTo>
                    <a:pt x="3516" y="17868"/>
                  </a:lnTo>
                  <a:lnTo>
                    <a:pt x="3835" y="17817"/>
                  </a:lnTo>
                  <a:lnTo>
                    <a:pt x="3848" y="17804"/>
                  </a:lnTo>
                  <a:lnTo>
                    <a:pt x="4538" y="17331"/>
                  </a:lnTo>
                  <a:lnTo>
                    <a:pt x="4743" y="17523"/>
                  </a:lnTo>
                  <a:lnTo>
                    <a:pt x="5088" y="17548"/>
                  </a:lnTo>
                  <a:lnTo>
                    <a:pt x="5100" y="17791"/>
                  </a:lnTo>
                  <a:lnTo>
                    <a:pt x="5100" y="18021"/>
                  </a:lnTo>
                  <a:lnTo>
                    <a:pt x="5062" y="18251"/>
                  </a:lnTo>
                  <a:lnTo>
                    <a:pt x="5024" y="18468"/>
                  </a:lnTo>
                  <a:lnTo>
                    <a:pt x="4653" y="18532"/>
                  </a:lnTo>
                  <a:lnTo>
                    <a:pt x="4640" y="18647"/>
                  </a:lnTo>
                  <a:lnTo>
                    <a:pt x="4666" y="18877"/>
                  </a:lnTo>
                  <a:lnTo>
                    <a:pt x="4257" y="18865"/>
                  </a:lnTo>
                  <a:lnTo>
                    <a:pt x="4167" y="18928"/>
                  </a:lnTo>
                  <a:lnTo>
                    <a:pt x="4116" y="18967"/>
                  </a:lnTo>
                  <a:lnTo>
                    <a:pt x="4091" y="18992"/>
                  </a:lnTo>
                  <a:lnTo>
                    <a:pt x="4116" y="19018"/>
                  </a:lnTo>
                  <a:lnTo>
                    <a:pt x="4218" y="19159"/>
                  </a:lnTo>
                  <a:lnTo>
                    <a:pt x="4193" y="19248"/>
                  </a:lnTo>
                  <a:lnTo>
                    <a:pt x="4167" y="19312"/>
                  </a:lnTo>
                  <a:lnTo>
                    <a:pt x="4155" y="19350"/>
                  </a:lnTo>
                  <a:lnTo>
                    <a:pt x="4155" y="19401"/>
                  </a:lnTo>
                  <a:lnTo>
                    <a:pt x="4155" y="19440"/>
                  </a:lnTo>
                  <a:lnTo>
                    <a:pt x="4180" y="19465"/>
                  </a:lnTo>
                  <a:lnTo>
                    <a:pt x="4193" y="19491"/>
                  </a:lnTo>
                  <a:lnTo>
                    <a:pt x="4257" y="19542"/>
                  </a:lnTo>
                  <a:lnTo>
                    <a:pt x="4334" y="19567"/>
                  </a:lnTo>
                  <a:lnTo>
                    <a:pt x="4397" y="19580"/>
                  </a:lnTo>
                  <a:lnTo>
                    <a:pt x="4474" y="19606"/>
                  </a:lnTo>
                  <a:lnTo>
                    <a:pt x="4423" y="19798"/>
                  </a:lnTo>
                  <a:lnTo>
                    <a:pt x="4576" y="19976"/>
                  </a:lnTo>
                  <a:lnTo>
                    <a:pt x="4385" y="20245"/>
                  </a:lnTo>
                  <a:lnTo>
                    <a:pt x="4206" y="20322"/>
                  </a:lnTo>
                  <a:lnTo>
                    <a:pt x="3861" y="20053"/>
                  </a:lnTo>
                  <a:lnTo>
                    <a:pt x="3848" y="20040"/>
                  </a:lnTo>
                  <a:lnTo>
                    <a:pt x="3822" y="20040"/>
                  </a:lnTo>
                  <a:lnTo>
                    <a:pt x="3810" y="20053"/>
                  </a:lnTo>
                  <a:lnTo>
                    <a:pt x="3797" y="20066"/>
                  </a:lnTo>
                  <a:lnTo>
                    <a:pt x="3720" y="20270"/>
                  </a:lnTo>
                  <a:lnTo>
                    <a:pt x="3733" y="20309"/>
                  </a:lnTo>
                  <a:lnTo>
                    <a:pt x="3950" y="20667"/>
                  </a:lnTo>
                  <a:lnTo>
                    <a:pt x="4052" y="21216"/>
                  </a:lnTo>
                  <a:lnTo>
                    <a:pt x="4065" y="21242"/>
                  </a:lnTo>
                  <a:lnTo>
                    <a:pt x="4103" y="21242"/>
                  </a:lnTo>
                  <a:lnTo>
                    <a:pt x="4244" y="21178"/>
                  </a:lnTo>
                  <a:lnTo>
                    <a:pt x="4449" y="21395"/>
                  </a:lnTo>
                  <a:lnTo>
                    <a:pt x="4461" y="21408"/>
                  </a:lnTo>
                  <a:lnTo>
                    <a:pt x="4947" y="21485"/>
                  </a:lnTo>
                  <a:lnTo>
                    <a:pt x="4947" y="21676"/>
                  </a:lnTo>
                  <a:lnTo>
                    <a:pt x="4960" y="21702"/>
                  </a:lnTo>
                  <a:lnTo>
                    <a:pt x="5164" y="21702"/>
                  </a:lnTo>
                  <a:lnTo>
                    <a:pt x="5241" y="21817"/>
                  </a:lnTo>
                  <a:lnTo>
                    <a:pt x="5254" y="21830"/>
                  </a:lnTo>
                  <a:lnTo>
                    <a:pt x="5803" y="22047"/>
                  </a:lnTo>
                  <a:lnTo>
                    <a:pt x="5803" y="22188"/>
                  </a:lnTo>
                  <a:lnTo>
                    <a:pt x="5880" y="22188"/>
                  </a:lnTo>
                  <a:lnTo>
                    <a:pt x="6008" y="22290"/>
                  </a:lnTo>
                  <a:lnTo>
                    <a:pt x="6493" y="21932"/>
                  </a:lnTo>
                  <a:lnTo>
                    <a:pt x="6506" y="21919"/>
                  </a:lnTo>
                  <a:lnTo>
                    <a:pt x="6532" y="21932"/>
                  </a:lnTo>
                  <a:lnTo>
                    <a:pt x="7452" y="22622"/>
                  </a:lnTo>
                  <a:lnTo>
                    <a:pt x="7695" y="22622"/>
                  </a:lnTo>
                  <a:lnTo>
                    <a:pt x="7708" y="22635"/>
                  </a:lnTo>
                  <a:lnTo>
                    <a:pt x="7861" y="22967"/>
                  </a:lnTo>
                  <a:lnTo>
                    <a:pt x="8359" y="22967"/>
                  </a:lnTo>
                  <a:lnTo>
                    <a:pt x="8372" y="22980"/>
                  </a:lnTo>
                  <a:lnTo>
                    <a:pt x="8615" y="23466"/>
                  </a:lnTo>
                  <a:lnTo>
                    <a:pt x="8845" y="23619"/>
                  </a:lnTo>
                  <a:lnTo>
                    <a:pt x="9113" y="23555"/>
                  </a:lnTo>
                  <a:lnTo>
                    <a:pt x="9152" y="23555"/>
                  </a:lnTo>
                  <a:lnTo>
                    <a:pt x="9318" y="23683"/>
                  </a:lnTo>
                  <a:lnTo>
                    <a:pt x="9331" y="23696"/>
                  </a:lnTo>
                  <a:lnTo>
                    <a:pt x="9395" y="23836"/>
                  </a:lnTo>
                  <a:lnTo>
                    <a:pt x="9689" y="23836"/>
                  </a:lnTo>
                  <a:lnTo>
                    <a:pt x="9714" y="23849"/>
                  </a:lnTo>
                  <a:lnTo>
                    <a:pt x="9931" y="24105"/>
                  </a:lnTo>
                  <a:lnTo>
                    <a:pt x="10072" y="24105"/>
                  </a:lnTo>
                  <a:lnTo>
                    <a:pt x="10085" y="24117"/>
                  </a:lnTo>
                  <a:lnTo>
                    <a:pt x="10264" y="24181"/>
                  </a:lnTo>
                  <a:lnTo>
                    <a:pt x="10264" y="24053"/>
                  </a:lnTo>
                  <a:lnTo>
                    <a:pt x="10277" y="24015"/>
                  </a:lnTo>
                  <a:lnTo>
                    <a:pt x="10302" y="24015"/>
                  </a:lnTo>
                  <a:lnTo>
                    <a:pt x="10801" y="24117"/>
                  </a:lnTo>
                  <a:lnTo>
                    <a:pt x="11440" y="24194"/>
                  </a:lnTo>
                  <a:lnTo>
                    <a:pt x="11836" y="23977"/>
                  </a:lnTo>
                  <a:lnTo>
                    <a:pt x="11861" y="23977"/>
                  </a:lnTo>
                  <a:lnTo>
                    <a:pt x="11887" y="23990"/>
                  </a:lnTo>
                  <a:lnTo>
                    <a:pt x="12091" y="24335"/>
                  </a:lnTo>
                  <a:lnTo>
                    <a:pt x="12334" y="24220"/>
                  </a:lnTo>
                  <a:lnTo>
                    <a:pt x="12845" y="23721"/>
                  </a:lnTo>
                  <a:lnTo>
                    <a:pt x="12871" y="23708"/>
                  </a:lnTo>
                  <a:lnTo>
                    <a:pt x="12884" y="23721"/>
                  </a:lnTo>
                  <a:lnTo>
                    <a:pt x="13254" y="23862"/>
                  </a:lnTo>
                  <a:lnTo>
                    <a:pt x="13842" y="23990"/>
                  </a:lnTo>
                  <a:lnTo>
                    <a:pt x="14277" y="23990"/>
                  </a:lnTo>
                  <a:lnTo>
                    <a:pt x="14290" y="24002"/>
                  </a:lnTo>
                  <a:lnTo>
                    <a:pt x="14443" y="24335"/>
                  </a:lnTo>
                  <a:lnTo>
                    <a:pt x="14954" y="24168"/>
                  </a:lnTo>
                  <a:lnTo>
                    <a:pt x="15478" y="23632"/>
                  </a:lnTo>
                  <a:lnTo>
                    <a:pt x="15491" y="23632"/>
                  </a:lnTo>
                  <a:lnTo>
                    <a:pt x="15938" y="23542"/>
                  </a:lnTo>
                  <a:lnTo>
                    <a:pt x="16526" y="22967"/>
                  </a:lnTo>
                  <a:lnTo>
                    <a:pt x="16552" y="22954"/>
                  </a:lnTo>
                  <a:lnTo>
                    <a:pt x="16565" y="22954"/>
                  </a:lnTo>
                  <a:lnTo>
                    <a:pt x="17050" y="23069"/>
                  </a:lnTo>
                  <a:lnTo>
                    <a:pt x="17689" y="22788"/>
                  </a:lnTo>
                  <a:lnTo>
                    <a:pt x="17702" y="22788"/>
                  </a:lnTo>
                  <a:lnTo>
                    <a:pt x="17728" y="22801"/>
                  </a:lnTo>
                  <a:lnTo>
                    <a:pt x="18047" y="23031"/>
                  </a:lnTo>
                  <a:lnTo>
                    <a:pt x="18060" y="23044"/>
                  </a:lnTo>
                  <a:lnTo>
                    <a:pt x="18060" y="23069"/>
                  </a:lnTo>
                  <a:lnTo>
                    <a:pt x="18060" y="23261"/>
                  </a:lnTo>
                  <a:lnTo>
                    <a:pt x="18226" y="23274"/>
                  </a:lnTo>
                  <a:lnTo>
                    <a:pt x="18252" y="23287"/>
                  </a:lnTo>
                  <a:lnTo>
                    <a:pt x="18264" y="23299"/>
                  </a:lnTo>
                  <a:lnTo>
                    <a:pt x="18264" y="23312"/>
                  </a:lnTo>
                  <a:lnTo>
                    <a:pt x="18264" y="23325"/>
                  </a:lnTo>
                  <a:lnTo>
                    <a:pt x="18098" y="23708"/>
                  </a:lnTo>
                  <a:lnTo>
                    <a:pt x="18239" y="23798"/>
                  </a:lnTo>
                  <a:lnTo>
                    <a:pt x="18584" y="23772"/>
                  </a:lnTo>
                  <a:lnTo>
                    <a:pt x="18610" y="23785"/>
                  </a:lnTo>
                  <a:lnTo>
                    <a:pt x="18622" y="23823"/>
                  </a:lnTo>
                  <a:lnTo>
                    <a:pt x="18597" y="24002"/>
                  </a:lnTo>
                  <a:lnTo>
                    <a:pt x="18788" y="24079"/>
                  </a:lnTo>
                  <a:lnTo>
                    <a:pt x="19070" y="24360"/>
                  </a:lnTo>
                  <a:lnTo>
                    <a:pt x="19146" y="24692"/>
                  </a:lnTo>
                  <a:lnTo>
                    <a:pt x="19185" y="24718"/>
                  </a:lnTo>
                  <a:lnTo>
                    <a:pt x="19249" y="24692"/>
                  </a:lnTo>
                  <a:lnTo>
                    <a:pt x="19466" y="24846"/>
                  </a:lnTo>
                  <a:lnTo>
                    <a:pt x="19491" y="25447"/>
                  </a:lnTo>
                  <a:lnTo>
                    <a:pt x="19568" y="25638"/>
                  </a:lnTo>
                  <a:lnTo>
                    <a:pt x="19479" y="25932"/>
                  </a:lnTo>
                  <a:lnTo>
                    <a:pt x="19530" y="26060"/>
                  </a:lnTo>
                  <a:lnTo>
                    <a:pt x="19427" y="26098"/>
                  </a:lnTo>
                  <a:lnTo>
                    <a:pt x="19491" y="26226"/>
                  </a:lnTo>
                  <a:lnTo>
                    <a:pt x="19453" y="26265"/>
                  </a:lnTo>
                  <a:lnTo>
                    <a:pt x="19325" y="26303"/>
                  </a:lnTo>
                  <a:lnTo>
                    <a:pt x="19236" y="26507"/>
                  </a:lnTo>
                  <a:lnTo>
                    <a:pt x="19121" y="26507"/>
                  </a:lnTo>
                  <a:lnTo>
                    <a:pt x="19070" y="26673"/>
                  </a:lnTo>
                  <a:lnTo>
                    <a:pt x="18891" y="26776"/>
                  </a:lnTo>
                  <a:lnTo>
                    <a:pt x="18622" y="27121"/>
                  </a:lnTo>
                  <a:lnTo>
                    <a:pt x="18622" y="27300"/>
                  </a:lnTo>
                  <a:lnTo>
                    <a:pt x="18763" y="27402"/>
                  </a:lnTo>
                  <a:lnTo>
                    <a:pt x="18725" y="27683"/>
                  </a:lnTo>
                  <a:lnTo>
                    <a:pt x="18725" y="27683"/>
                  </a:lnTo>
                  <a:lnTo>
                    <a:pt x="19121" y="27517"/>
                  </a:lnTo>
                  <a:lnTo>
                    <a:pt x="19325" y="27530"/>
                  </a:lnTo>
                  <a:lnTo>
                    <a:pt x="19798" y="27197"/>
                  </a:lnTo>
                  <a:lnTo>
                    <a:pt x="19888" y="27543"/>
                  </a:lnTo>
                  <a:lnTo>
                    <a:pt x="19824" y="27619"/>
                  </a:lnTo>
                  <a:lnTo>
                    <a:pt x="19811" y="27734"/>
                  </a:lnTo>
                  <a:lnTo>
                    <a:pt x="19900" y="27977"/>
                  </a:lnTo>
                  <a:lnTo>
                    <a:pt x="20067" y="28054"/>
                  </a:lnTo>
                  <a:lnTo>
                    <a:pt x="20360" y="28041"/>
                  </a:lnTo>
                  <a:lnTo>
                    <a:pt x="20373" y="28284"/>
                  </a:lnTo>
                  <a:lnTo>
                    <a:pt x="20271" y="28297"/>
                  </a:lnTo>
                  <a:lnTo>
                    <a:pt x="20233" y="28412"/>
                  </a:lnTo>
                  <a:lnTo>
                    <a:pt x="20258" y="28591"/>
                  </a:lnTo>
                  <a:lnTo>
                    <a:pt x="20182" y="28795"/>
                  </a:lnTo>
                  <a:lnTo>
                    <a:pt x="20654" y="28833"/>
                  </a:lnTo>
                  <a:lnTo>
                    <a:pt x="20680" y="29063"/>
                  </a:lnTo>
                  <a:lnTo>
                    <a:pt x="20897" y="29153"/>
                  </a:lnTo>
                  <a:lnTo>
                    <a:pt x="20936" y="29281"/>
                  </a:lnTo>
                  <a:lnTo>
                    <a:pt x="21102" y="29255"/>
                  </a:lnTo>
                  <a:lnTo>
                    <a:pt x="21191" y="29319"/>
                  </a:lnTo>
                  <a:lnTo>
                    <a:pt x="21549" y="29038"/>
                  </a:lnTo>
                  <a:lnTo>
                    <a:pt x="21613" y="29038"/>
                  </a:lnTo>
                  <a:lnTo>
                    <a:pt x="21677" y="29127"/>
                  </a:lnTo>
                  <a:lnTo>
                    <a:pt x="21792" y="29485"/>
                  </a:lnTo>
                  <a:lnTo>
                    <a:pt x="22124" y="29498"/>
                  </a:lnTo>
                  <a:lnTo>
                    <a:pt x="22060" y="29000"/>
                  </a:lnTo>
                  <a:lnTo>
                    <a:pt x="21984" y="28654"/>
                  </a:lnTo>
                  <a:lnTo>
                    <a:pt x="21996" y="28488"/>
                  </a:lnTo>
                  <a:lnTo>
                    <a:pt x="22214" y="28412"/>
                  </a:lnTo>
                  <a:lnTo>
                    <a:pt x="22354" y="28514"/>
                  </a:lnTo>
                  <a:lnTo>
                    <a:pt x="22584" y="28514"/>
                  </a:lnTo>
                  <a:lnTo>
                    <a:pt x="22776" y="28220"/>
                  </a:lnTo>
                  <a:lnTo>
                    <a:pt x="23044" y="28297"/>
                  </a:lnTo>
                  <a:lnTo>
                    <a:pt x="23236" y="28565"/>
                  </a:lnTo>
                  <a:lnTo>
                    <a:pt x="23338" y="28220"/>
                  </a:lnTo>
                  <a:lnTo>
                    <a:pt x="23364" y="28194"/>
                  </a:lnTo>
                  <a:lnTo>
                    <a:pt x="23389" y="28194"/>
                  </a:lnTo>
                  <a:lnTo>
                    <a:pt x="23594" y="28539"/>
                  </a:lnTo>
                  <a:lnTo>
                    <a:pt x="23683" y="28297"/>
                  </a:lnTo>
                  <a:lnTo>
                    <a:pt x="23837" y="28322"/>
                  </a:lnTo>
                  <a:lnTo>
                    <a:pt x="23888" y="28450"/>
                  </a:lnTo>
                  <a:lnTo>
                    <a:pt x="24322" y="28271"/>
                  </a:lnTo>
                  <a:lnTo>
                    <a:pt x="24553" y="28207"/>
                  </a:lnTo>
                  <a:lnTo>
                    <a:pt x="24642" y="28105"/>
                  </a:lnTo>
                  <a:lnTo>
                    <a:pt x="24629" y="27952"/>
                  </a:lnTo>
                  <a:lnTo>
                    <a:pt x="24962" y="27811"/>
                  </a:lnTo>
                  <a:lnTo>
                    <a:pt x="25025" y="27683"/>
                  </a:lnTo>
                  <a:lnTo>
                    <a:pt x="25153" y="27747"/>
                  </a:lnTo>
                  <a:lnTo>
                    <a:pt x="25281" y="27977"/>
                  </a:lnTo>
                  <a:lnTo>
                    <a:pt x="25422" y="27977"/>
                  </a:lnTo>
                  <a:lnTo>
                    <a:pt x="25511" y="28092"/>
                  </a:lnTo>
                  <a:lnTo>
                    <a:pt x="25639" y="28015"/>
                  </a:lnTo>
                  <a:lnTo>
                    <a:pt x="25805" y="28067"/>
                  </a:lnTo>
                  <a:lnTo>
                    <a:pt x="25831" y="28156"/>
                  </a:lnTo>
                  <a:lnTo>
                    <a:pt x="26061" y="28079"/>
                  </a:lnTo>
                  <a:lnTo>
                    <a:pt x="26291" y="28233"/>
                  </a:lnTo>
                  <a:lnTo>
                    <a:pt x="26201" y="28424"/>
                  </a:lnTo>
                  <a:lnTo>
                    <a:pt x="26125" y="28476"/>
                  </a:lnTo>
                  <a:lnTo>
                    <a:pt x="26125" y="28629"/>
                  </a:lnTo>
                  <a:lnTo>
                    <a:pt x="26214" y="28667"/>
                  </a:lnTo>
                  <a:lnTo>
                    <a:pt x="26214" y="28885"/>
                  </a:lnTo>
                  <a:lnTo>
                    <a:pt x="26470" y="28974"/>
                  </a:lnTo>
                  <a:lnTo>
                    <a:pt x="26559" y="29115"/>
                  </a:lnTo>
                  <a:lnTo>
                    <a:pt x="26815" y="29191"/>
                  </a:lnTo>
                  <a:lnTo>
                    <a:pt x="27096" y="29178"/>
                  </a:lnTo>
                  <a:lnTo>
                    <a:pt x="27351" y="29357"/>
                  </a:lnTo>
                  <a:lnTo>
                    <a:pt x="27492" y="29306"/>
                  </a:lnTo>
                  <a:lnTo>
                    <a:pt x="27735" y="29306"/>
                  </a:lnTo>
                  <a:lnTo>
                    <a:pt x="27735" y="29421"/>
                  </a:lnTo>
                  <a:lnTo>
                    <a:pt x="27965" y="29587"/>
                  </a:lnTo>
                  <a:lnTo>
                    <a:pt x="28272" y="29728"/>
                  </a:lnTo>
                  <a:lnTo>
                    <a:pt x="28489" y="29587"/>
                  </a:lnTo>
                  <a:lnTo>
                    <a:pt x="28745" y="29728"/>
                  </a:lnTo>
                  <a:lnTo>
                    <a:pt x="28719" y="29779"/>
                  </a:lnTo>
                  <a:lnTo>
                    <a:pt x="28681" y="29843"/>
                  </a:lnTo>
                  <a:lnTo>
                    <a:pt x="28617" y="29984"/>
                  </a:lnTo>
                  <a:lnTo>
                    <a:pt x="28540" y="30163"/>
                  </a:lnTo>
                  <a:lnTo>
                    <a:pt x="28540" y="30188"/>
                  </a:lnTo>
                  <a:lnTo>
                    <a:pt x="28540" y="30214"/>
                  </a:lnTo>
                  <a:lnTo>
                    <a:pt x="28591" y="30265"/>
                  </a:lnTo>
                  <a:lnTo>
                    <a:pt x="28668" y="30316"/>
                  </a:lnTo>
                  <a:lnTo>
                    <a:pt x="28975" y="30623"/>
                  </a:lnTo>
                  <a:lnTo>
                    <a:pt x="29217" y="30533"/>
                  </a:lnTo>
                  <a:lnTo>
                    <a:pt x="29179" y="30380"/>
                  </a:lnTo>
                  <a:lnTo>
                    <a:pt x="29205" y="30278"/>
                  </a:lnTo>
                  <a:lnTo>
                    <a:pt x="29154" y="30150"/>
                  </a:lnTo>
                  <a:lnTo>
                    <a:pt x="29051" y="30137"/>
                  </a:lnTo>
                  <a:lnTo>
                    <a:pt x="28987" y="30022"/>
                  </a:lnTo>
                  <a:lnTo>
                    <a:pt x="29154" y="29881"/>
                  </a:lnTo>
                  <a:lnTo>
                    <a:pt x="29230" y="29856"/>
                  </a:lnTo>
                  <a:lnTo>
                    <a:pt x="29371" y="29830"/>
                  </a:lnTo>
                  <a:lnTo>
                    <a:pt x="29396" y="29818"/>
                  </a:lnTo>
                  <a:lnTo>
                    <a:pt x="29396" y="29805"/>
                  </a:lnTo>
                  <a:lnTo>
                    <a:pt x="29358" y="29754"/>
                  </a:lnTo>
                  <a:lnTo>
                    <a:pt x="29281" y="29690"/>
                  </a:lnTo>
                  <a:lnTo>
                    <a:pt x="29128" y="29613"/>
                  </a:lnTo>
                  <a:lnTo>
                    <a:pt x="29256" y="29600"/>
                  </a:lnTo>
                  <a:lnTo>
                    <a:pt x="29486" y="29600"/>
                  </a:lnTo>
                  <a:lnTo>
                    <a:pt x="29588" y="29702"/>
                  </a:lnTo>
                  <a:lnTo>
                    <a:pt x="29729" y="29792"/>
                  </a:lnTo>
                  <a:lnTo>
                    <a:pt x="29920" y="29613"/>
                  </a:lnTo>
                  <a:lnTo>
                    <a:pt x="30035" y="29511"/>
                  </a:lnTo>
                  <a:lnTo>
                    <a:pt x="30099" y="29587"/>
                  </a:lnTo>
                  <a:lnTo>
                    <a:pt x="30189" y="29562"/>
                  </a:lnTo>
                  <a:lnTo>
                    <a:pt x="30368" y="29396"/>
                  </a:lnTo>
                  <a:lnTo>
                    <a:pt x="30598" y="29332"/>
                  </a:lnTo>
                  <a:lnTo>
                    <a:pt x="30662" y="29421"/>
                  </a:lnTo>
                  <a:lnTo>
                    <a:pt x="30700" y="29485"/>
                  </a:lnTo>
                  <a:lnTo>
                    <a:pt x="30713" y="29498"/>
                  </a:lnTo>
                  <a:lnTo>
                    <a:pt x="30726" y="29498"/>
                  </a:lnTo>
                  <a:lnTo>
                    <a:pt x="30764" y="29472"/>
                  </a:lnTo>
                  <a:lnTo>
                    <a:pt x="30789" y="29472"/>
                  </a:lnTo>
                  <a:lnTo>
                    <a:pt x="30866" y="29345"/>
                  </a:lnTo>
                  <a:lnTo>
                    <a:pt x="30956" y="29383"/>
                  </a:lnTo>
                  <a:lnTo>
                    <a:pt x="31058" y="29421"/>
                  </a:lnTo>
                  <a:lnTo>
                    <a:pt x="31147" y="29332"/>
                  </a:lnTo>
                  <a:lnTo>
                    <a:pt x="31250" y="29178"/>
                  </a:lnTo>
                  <a:lnTo>
                    <a:pt x="31429" y="29076"/>
                  </a:lnTo>
                  <a:lnTo>
                    <a:pt x="31441" y="29102"/>
                  </a:lnTo>
                  <a:lnTo>
                    <a:pt x="31620" y="29089"/>
                  </a:lnTo>
                  <a:lnTo>
                    <a:pt x="31646" y="28974"/>
                  </a:lnTo>
                  <a:lnTo>
                    <a:pt x="31582" y="28897"/>
                  </a:lnTo>
                  <a:lnTo>
                    <a:pt x="31697" y="28833"/>
                  </a:lnTo>
                  <a:lnTo>
                    <a:pt x="31774" y="28744"/>
                  </a:lnTo>
                  <a:lnTo>
                    <a:pt x="31889" y="28744"/>
                  </a:lnTo>
                  <a:lnTo>
                    <a:pt x="32221" y="28629"/>
                  </a:lnTo>
                  <a:lnTo>
                    <a:pt x="32246" y="28629"/>
                  </a:lnTo>
                  <a:lnTo>
                    <a:pt x="32374" y="28667"/>
                  </a:lnTo>
                  <a:lnTo>
                    <a:pt x="32387" y="28667"/>
                  </a:lnTo>
                  <a:lnTo>
                    <a:pt x="32502" y="28642"/>
                  </a:lnTo>
                  <a:lnTo>
                    <a:pt x="32643" y="28795"/>
                  </a:lnTo>
                  <a:lnTo>
                    <a:pt x="32758" y="28680"/>
                  </a:lnTo>
                  <a:lnTo>
                    <a:pt x="32847" y="28629"/>
                  </a:lnTo>
                  <a:lnTo>
                    <a:pt x="32962" y="28578"/>
                  </a:lnTo>
                  <a:lnTo>
                    <a:pt x="32988" y="28591"/>
                  </a:lnTo>
                  <a:lnTo>
                    <a:pt x="33013" y="28629"/>
                  </a:lnTo>
                  <a:lnTo>
                    <a:pt x="33064" y="28667"/>
                  </a:lnTo>
                  <a:lnTo>
                    <a:pt x="33192" y="28603"/>
                  </a:lnTo>
                  <a:lnTo>
                    <a:pt x="33269" y="28501"/>
                  </a:lnTo>
                  <a:lnTo>
                    <a:pt x="33486" y="28616"/>
                  </a:lnTo>
                  <a:lnTo>
                    <a:pt x="34049" y="28501"/>
                  </a:lnTo>
                  <a:lnTo>
                    <a:pt x="34151" y="28207"/>
                  </a:lnTo>
                  <a:lnTo>
                    <a:pt x="34253" y="28092"/>
                  </a:lnTo>
                  <a:lnTo>
                    <a:pt x="34355" y="27964"/>
                  </a:lnTo>
                  <a:lnTo>
                    <a:pt x="34381" y="27964"/>
                  </a:lnTo>
                  <a:lnTo>
                    <a:pt x="34419" y="27952"/>
                  </a:lnTo>
                  <a:lnTo>
                    <a:pt x="34483" y="27952"/>
                  </a:lnTo>
                  <a:lnTo>
                    <a:pt x="34509" y="27785"/>
                  </a:lnTo>
                  <a:lnTo>
                    <a:pt x="34662" y="27696"/>
                  </a:lnTo>
                  <a:lnTo>
                    <a:pt x="34867" y="27696"/>
                  </a:lnTo>
                  <a:lnTo>
                    <a:pt x="34956" y="27594"/>
                  </a:lnTo>
                  <a:lnTo>
                    <a:pt x="34803" y="27555"/>
                  </a:lnTo>
                  <a:lnTo>
                    <a:pt x="34815" y="27389"/>
                  </a:lnTo>
                  <a:lnTo>
                    <a:pt x="34879" y="27376"/>
                  </a:lnTo>
                  <a:lnTo>
                    <a:pt x="35224" y="27274"/>
                  </a:lnTo>
                  <a:lnTo>
                    <a:pt x="35276" y="27057"/>
                  </a:lnTo>
                  <a:lnTo>
                    <a:pt x="35429" y="27172"/>
                  </a:lnTo>
                  <a:lnTo>
                    <a:pt x="35723" y="27159"/>
                  </a:lnTo>
                  <a:lnTo>
                    <a:pt x="35825" y="27057"/>
                  </a:lnTo>
                  <a:lnTo>
                    <a:pt x="35736" y="26865"/>
                  </a:lnTo>
                  <a:lnTo>
                    <a:pt x="35736" y="26865"/>
                  </a:lnTo>
                  <a:lnTo>
                    <a:pt x="35863" y="26916"/>
                  </a:lnTo>
                  <a:lnTo>
                    <a:pt x="35863" y="26789"/>
                  </a:lnTo>
                  <a:lnTo>
                    <a:pt x="35876" y="26584"/>
                  </a:lnTo>
                  <a:lnTo>
                    <a:pt x="36042" y="26699"/>
                  </a:lnTo>
                  <a:lnTo>
                    <a:pt x="36183" y="26622"/>
                  </a:lnTo>
                  <a:lnTo>
                    <a:pt x="36183" y="26507"/>
                  </a:lnTo>
                  <a:lnTo>
                    <a:pt x="36208" y="26405"/>
                  </a:lnTo>
                  <a:lnTo>
                    <a:pt x="36362" y="26456"/>
                  </a:lnTo>
                  <a:lnTo>
                    <a:pt x="36400" y="26597"/>
                  </a:lnTo>
                  <a:lnTo>
                    <a:pt x="36592" y="26392"/>
                  </a:lnTo>
                  <a:lnTo>
                    <a:pt x="36502" y="26316"/>
                  </a:lnTo>
                  <a:lnTo>
                    <a:pt x="36324" y="26380"/>
                  </a:lnTo>
                  <a:lnTo>
                    <a:pt x="36324" y="26213"/>
                  </a:lnTo>
                  <a:lnTo>
                    <a:pt x="36477" y="26124"/>
                  </a:lnTo>
                  <a:lnTo>
                    <a:pt x="36515" y="25983"/>
                  </a:lnTo>
                  <a:lnTo>
                    <a:pt x="36387" y="25907"/>
                  </a:lnTo>
                  <a:lnTo>
                    <a:pt x="36375" y="25792"/>
                  </a:lnTo>
                  <a:lnTo>
                    <a:pt x="36515" y="25741"/>
                  </a:lnTo>
                  <a:lnTo>
                    <a:pt x="36349" y="25383"/>
                  </a:lnTo>
                  <a:lnTo>
                    <a:pt x="36349" y="25383"/>
                  </a:lnTo>
                  <a:lnTo>
                    <a:pt x="36541" y="25549"/>
                  </a:lnTo>
                  <a:lnTo>
                    <a:pt x="36720" y="25485"/>
                  </a:lnTo>
                  <a:lnTo>
                    <a:pt x="36771" y="25332"/>
                  </a:lnTo>
                  <a:lnTo>
                    <a:pt x="36950" y="25025"/>
                  </a:lnTo>
                  <a:lnTo>
                    <a:pt x="37308" y="24705"/>
                  </a:lnTo>
                  <a:lnTo>
                    <a:pt x="37308" y="24539"/>
                  </a:lnTo>
                  <a:lnTo>
                    <a:pt x="37410" y="24462"/>
                  </a:lnTo>
                  <a:lnTo>
                    <a:pt x="37282" y="24194"/>
                  </a:lnTo>
                  <a:lnTo>
                    <a:pt x="37282" y="24194"/>
                  </a:lnTo>
                  <a:lnTo>
                    <a:pt x="37435" y="24309"/>
                  </a:lnTo>
                  <a:lnTo>
                    <a:pt x="37499" y="24117"/>
                  </a:lnTo>
                  <a:lnTo>
                    <a:pt x="37717" y="23938"/>
                  </a:lnTo>
                  <a:lnTo>
                    <a:pt x="37896" y="24015"/>
                  </a:lnTo>
                  <a:lnTo>
                    <a:pt x="38074" y="23887"/>
                  </a:lnTo>
                  <a:lnTo>
                    <a:pt x="38126" y="23772"/>
                  </a:lnTo>
                  <a:lnTo>
                    <a:pt x="37806" y="23529"/>
                  </a:lnTo>
                  <a:lnTo>
                    <a:pt x="38087" y="23606"/>
                  </a:lnTo>
                  <a:lnTo>
                    <a:pt x="38151" y="23542"/>
                  </a:lnTo>
                  <a:lnTo>
                    <a:pt x="38074" y="23376"/>
                  </a:lnTo>
                  <a:lnTo>
                    <a:pt x="37883" y="23274"/>
                  </a:lnTo>
                  <a:lnTo>
                    <a:pt x="38074" y="23082"/>
                  </a:lnTo>
                  <a:lnTo>
                    <a:pt x="38356" y="23031"/>
                  </a:lnTo>
                  <a:lnTo>
                    <a:pt x="38381" y="22942"/>
                  </a:lnTo>
                  <a:lnTo>
                    <a:pt x="38305" y="22942"/>
                  </a:lnTo>
                  <a:lnTo>
                    <a:pt x="38241" y="22929"/>
                  </a:lnTo>
                  <a:lnTo>
                    <a:pt x="38215" y="22916"/>
                  </a:lnTo>
                  <a:lnTo>
                    <a:pt x="38292" y="22801"/>
                  </a:lnTo>
                  <a:lnTo>
                    <a:pt x="38394" y="22686"/>
                  </a:lnTo>
                  <a:lnTo>
                    <a:pt x="38445" y="22571"/>
                  </a:lnTo>
                  <a:lnTo>
                    <a:pt x="38496" y="22558"/>
                  </a:lnTo>
                  <a:lnTo>
                    <a:pt x="38598" y="22481"/>
                  </a:lnTo>
                  <a:lnTo>
                    <a:pt x="38432" y="22303"/>
                  </a:lnTo>
                  <a:lnTo>
                    <a:pt x="38381" y="22443"/>
                  </a:lnTo>
                  <a:lnTo>
                    <a:pt x="38407" y="22596"/>
                  </a:lnTo>
                  <a:lnTo>
                    <a:pt x="38215" y="22596"/>
                  </a:lnTo>
                  <a:lnTo>
                    <a:pt x="38036" y="22430"/>
                  </a:lnTo>
                  <a:lnTo>
                    <a:pt x="37781" y="22239"/>
                  </a:lnTo>
                  <a:lnTo>
                    <a:pt x="37640" y="22303"/>
                  </a:lnTo>
                  <a:lnTo>
                    <a:pt x="37487" y="22481"/>
                  </a:lnTo>
                  <a:lnTo>
                    <a:pt x="37244" y="22226"/>
                  </a:lnTo>
                  <a:lnTo>
                    <a:pt x="37244" y="22213"/>
                  </a:lnTo>
                  <a:lnTo>
                    <a:pt x="37269" y="22200"/>
                  </a:lnTo>
                  <a:lnTo>
                    <a:pt x="37320" y="22188"/>
                  </a:lnTo>
                  <a:lnTo>
                    <a:pt x="37474" y="22188"/>
                  </a:lnTo>
                  <a:lnTo>
                    <a:pt x="37589" y="22085"/>
                  </a:lnTo>
                  <a:lnTo>
                    <a:pt x="37959" y="21804"/>
                  </a:lnTo>
                  <a:lnTo>
                    <a:pt x="38305" y="21791"/>
                  </a:lnTo>
                  <a:lnTo>
                    <a:pt x="38330" y="21676"/>
                  </a:lnTo>
                  <a:lnTo>
                    <a:pt x="38202" y="21651"/>
                  </a:lnTo>
                  <a:lnTo>
                    <a:pt x="37959" y="21255"/>
                  </a:lnTo>
                  <a:lnTo>
                    <a:pt x="37448" y="20897"/>
                  </a:lnTo>
                  <a:lnTo>
                    <a:pt x="37844" y="20909"/>
                  </a:lnTo>
                  <a:lnTo>
                    <a:pt x="38049" y="20973"/>
                  </a:lnTo>
                  <a:lnTo>
                    <a:pt x="38241" y="21088"/>
                  </a:lnTo>
                  <a:lnTo>
                    <a:pt x="38445" y="21012"/>
                  </a:lnTo>
                  <a:lnTo>
                    <a:pt x="38305" y="20871"/>
                  </a:lnTo>
                  <a:lnTo>
                    <a:pt x="38011" y="20731"/>
                  </a:lnTo>
                  <a:lnTo>
                    <a:pt x="37972" y="20577"/>
                  </a:lnTo>
                  <a:lnTo>
                    <a:pt x="37883" y="20398"/>
                  </a:lnTo>
                  <a:lnTo>
                    <a:pt x="37729" y="20322"/>
                  </a:lnTo>
                  <a:lnTo>
                    <a:pt x="37487" y="20181"/>
                  </a:lnTo>
                  <a:lnTo>
                    <a:pt x="37487" y="19913"/>
                  </a:lnTo>
                  <a:lnTo>
                    <a:pt x="37474" y="19772"/>
                  </a:lnTo>
                  <a:lnTo>
                    <a:pt x="37372" y="19593"/>
                  </a:lnTo>
                  <a:lnTo>
                    <a:pt x="37372" y="19452"/>
                  </a:lnTo>
                  <a:lnTo>
                    <a:pt x="37205" y="19401"/>
                  </a:lnTo>
                  <a:lnTo>
                    <a:pt x="37167" y="19095"/>
                  </a:lnTo>
                  <a:lnTo>
                    <a:pt x="37141" y="18941"/>
                  </a:lnTo>
                  <a:lnTo>
                    <a:pt x="36899" y="18660"/>
                  </a:lnTo>
                  <a:lnTo>
                    <a:pt x="36349" y="18404"/>
                  </a:lnTo>
                  <a:lnTo>
                    <a:pt x="36170" y="18328"/>
                  </a:lnTo>
                  <a:lnTo>
                    <a:pt x="36157" y="18110"/>
                  </a:lnTo>
                  <a:lnTo>
                    <a:pt x="36272" y="17944"/>
                  </a:lnTo>
                  <a:lnTo>
                    <a:pt x="36694" y="17535"/>
                  </a:lnTo>
                  <a:lnTo>
                    <a:pt x="36937" y="17305"/>
                  </a:lnTo>
                  <a:lnTo>
                    <a:pt x="36860" y="17152"/>
                  </a:lnTo>
                  <a:lnTo>
                    <a:pt x="37116" y="17165"/>
                  </a:lnTo>
                  <a:lnTo>
                    <a:pt x="37384" y="17152"/>
                  </a:lnTo>
                  <a:lnTo>
                    <a:pt x="37410" y="16922"/>
                  </a:lnTo>
                  <a:lnTo>
                    <a:pt x="37563" y="16743"/>
                  </a:lnTo>
                  <a:lnTo>
                    <a:pt x="37678" y="16628"/>
                  </a:lnTo>
                  <a:lnTo>
                    <a:pt x="37972" y="16602"/>
                  </a:lnTo>
                  <a:lnTo>
                    <a:pt x="38177" y="16462"/>
                  </a:lnTo>
                  <a:lnTo>
                    <a:pt x="38368" y="16360"/>
                  </a:lnTo>
                  <a:lnTo>
                    <a:pt x="38598" y="16436"/>
                  </a:lnTo>
                  <a:lnTo>
                    <a:pt x="38816" y="16462"/>
                  </a:lnTo>
                  <a:lnTo>
                    <a:pt x="38816" y="16462"/>
                  </a:lnTo>
                  <a:lnTo>
                    <a:pt x="38803" y="16321"/>
                  </a:lnTo>
                  <a:lnTo>
                    <a:pt x="38829" y="16283"/>
                  </a:lnTo>
                  <a:lnTo>
                    <a:pt x="38854" y="16257"/>
                  </a:lnTo>
                  <a:lnTo>
                    <a:pt x="38905" y="16219"/>
                  </a:lnTo>
                  <a:lnTo>
                    <a:pt x="38931" y="16206"/>
                  </a:lnTo>
                  <a:lnTo>
                    <a:pt x="38944" y="16181"/>
                  </a:lnTo>
                  <a:lnTo>
                    <a:pt x="38931" y="16168"/>
                  </a:lnTo>
                  <a:lnTo>
                    <a:pt x="38918" y="16142"/>
                  </a:lnTo>
                  <a:lnTo>
                    <a:pt x="38892" y="16104"/>
                  </a:lnTo>
                  <a:lnTo>
                    <a:pt x="38867" y="16091"/>
                  </a:lnTo>
                  <a:lnTo>
                    <a:pt x="38650" y="15963"/>
                  </a:lnTo>
                  <a:lnTo>
                    <a:pt x="38701" y="15848"/>
                  </a:lnTo>
                  <a:lnTo>
                    <a:pt x="38535" y="15823"/>
                  </a:lnTo>
                  <a:lnTo>
                    <a:pt x="38368" y="15848"/>
                  </a:lnTo>
                  <a:lnTo>
                    <a:pt x="38177" y="15887"/>
                  </a:lnTo>
                  <a:lnTo>
                    <a:pt x="37985" y="15887"/>
                  </a:lnTo>
                  <a:lnTo>
                    <a:pt x="37844" y="15759"/>
                  </a:lnTo>
                  <a:lnTo>
                    <a:pt x="37499" y="15580"/>
                  </a:lnTo>
                  <a:lnTo>
                    <a:pt x="37244" y="15567"/>
                  </a:lnTo>
                  <a:lnTo>
                    <a:pt x="36988" y="15797"/>
                  </a:lnTo>
                  <a:lnTo>
                    <a:pt x="36605" y="16193"/>
                  </a:lnTo>
                  <a:lnTo>
                    <a:pt x="36566" y="16206"/>
                  </a:lnTo>
                  <a:lnTo>
                    <a:pt x="36515" y="16206"/>
                  </a:lnTo>
                  <a:lnTo>
                    <a:pt x="36451" y="16193"/>
                  </a:lnTo>
                  <a:lnTo>
                    <a:pt x="36119" y="16193"/>
                  </a:lnTo>
                  <a:lnTo>
                    <a:pt x="36004" y="15836"/>
                  </a:lnTo>
                  <a:lnTo>
                    <a:pt x="36042" y="15784"/>
                  </a:lnTo>
                  <a:lnTo>
                    <a:pt x="36081" y="15708"/>
                  </a:lnTo>
                  <a:lnTo>
                    <a:pt x="36093" y="15669"/>
                  </a:lnTo>
                  <a:lnTo>
                    <a:pt x="36119" y="15606"/>
                  </a:lnTo>
                  <a:lnTo>
                    <a:pt x="36145" y="15503"/>
                  </a:lnTo>
                  <a:lnTo>
                    <a:pt x="35978" y="15350"/>
                  </a:lnTo>
                  <a:lnTo>
                    <a:pt x="35812" y="15171"/>
                  </a:lnTo>
                  <a:lnTo>
                    <a:pt x="35812" y="15299"/>
                  </a:lnTo>
                  <a:lnTo>
                    <a:pt x="35531" y="15286"/>
                  </a:lnTo>
                  <a:lnTo>
                    <a:pt x="35224" y="15248"/>
                  </a:lnTo>
                  <a:lnTo>
                    <a:pt x="34828" y="14813"/>
                  </a:lnTo>
                  <a:lnTo>
                    <a:pt x="35109" y="14353"/>
                  </a:lnTo>
                  <a:lnTo>
                    <a:pt x="35288" y="14353"/>
                  </a:lnTo>
                  <a:lnTo>
                    <a:pt x="35493" y="14455"/>
                  </a:lnTo>
                  <a:lnTo>
                    <a:pt x="35595" y="14404"/>
                  </a:lnTo>
                  <a:lnTo>
                    <a:pt x="35838" y="14404"/>
                  </a:lnTo>
                  <a:lnTo>
                    <a:pt x="35966" y="14340"/>
                  </a:lnTo>
                  <a:lnTo>
                    <a:pt x="36119" y="14264"/>
                  </a:lnTo>
                  <a:lnTo>
                    <a:pt x="36132" y="14212"/>
                  </a:lnTo>
                  <a:lnTo>
                    <a:pt x="36145" y="14149"/>
                  </a:lnTo>
                  <a:lnTo>
                    <a:pt x="36170" y="14059"/>
                  </a:lnTo>
                  <a:lnTo>
                    <a:pt x="36426" y="13752"/>
                  </a:lnTo>
                  <a:lnTo>
                    <a:pt x="36592" y="13599"/>
                  </a:lnTo>
                  <a:lnTo>
                    <a:pt x="36886" y="13599"/>
                  </a:lnTo>
                  <a:lnTo>
                    <a:pt x="37167" y="13382"/>
                  </a:lnTo>
                  <a:lnTo>
                    <a:pt x="37487" y="13062"/>
                  </a:lnTo>
                  <a:lnTo>
                    <a:pt x="37742" y="12768"/>
                  </a:lnTo>
                  <a:lnTo>
                    <a:pt x="37998" y="12755"/>
                  </a:lnTo>
                  <a:lnTo>
                    <a:pt x="38317" y="12807"/>
                  </a:lnTo>
                  <a:lnTo>
                    <a:pt x="38637" y="12998"/>
                  </a:lnTo>
                  <a:lnTo>
                    <a:pt x="38598" y="13203"/>
                  </a:lnTo>
                  <a:lnTo>
                    <a:pt x="38458" y="13484"/>
                  </a:lnTo>
                  <a:lnTo>
                    <a:pt x="38253" y="13561"/>
                  </a:lnTo>
                  <a:lnTo>
                    <a:pt x="38074" y="13701"/>
                  </a:lnTo>
                  <a:lnTo>
                    <a:pt x="38036" y="13816"/>
                  </a:lnTo>
                  <a:lnTo>
                    <a:pt x="37844" y="14008"/>
                  </a:lnTo>
                  <a:lnTo>
                    <a:pt x="37998" y="14059"/>
                  </a:lnTo>
                  <a:lnTo>
                    <a:pt x="38356" y="14097"/>
                  </a:lnTo>
                  <a:lnTo>
                    <a:pt x="38113" y="14315"/>
                  </a:lnTo>
                  <a:lnTo>
                    <a:pt x="37768" y="14647"/>
                  </a:lnTo>
                  <a:lnTo>
                    <a:pt x="38126" y="14673"/>
                  </a:lnTo>
                  <a:lnTo>
                    <a:pt x="38164" y="14545"/>
                  </a:lnTo>
                  <a:lnTo>
                    <a:pt x="38368" y="14481"/>
                  </a:lnTo>
                  <a:lnTo>
                    <a:pt x="38598" y="14340"/>
                  </a:lnTo>
                  <a:lnTo>
                    <a:pt x="38854" y="14059"/>
                  </a:lnTo>
                  <a:lnTo>
                    <a:pt x="39186" y="13931"/>
                  </a:lnTo>
                  <a:lnTo>
                    <a:pt x="39634" y="13765"/>
                  </a:lnTo>
                  <a:lnTo>
                    <a:pt x="40043" y="13791"/>
                  </a:lnTo>
                  <a:lnTo>
                    <a:pt x="40132" y="13740"/>
                  </a:lnTo>
                  <a:lnTo>
                    <a:pt x="40222" y="13446"/>
                  </a:lnTo>
                  <a:lnTo>
                    <a:pt x="40247" y="13420"/>
                  </a:lnTo>
                  <a:lnTo>
                    <a:pt x="40439" y="13343"/>
                  </a:lnTo>
                  <a:lnTo>
                    <a:pt x="40886" y="12985"/>
                  </a:lnTo>
                  <a:lnTo>
                    <a:pt x="40899" y="12985"/>
                  </a:lnTo>
                  <a:lnTo>
                    <a:pt x="41219" y="12909"/>
                  </a:lnTo>
                  <a:lnTo>
                    <a:pt x="41385" y="12692"/>
                  </a:lnTo>
                  <a:lnTo>
                    <a:pt x="41397" y="12679"/>
                  </a:lnTo>
                  <a:lnTo>
                    <a:pt x="41410" y="12666"/>
                  </a:lnTo>
                  <a:lnTo>
                    <a:pt x="41679" y="12666"/>
                  </a:lnTo>
                  <a:lnTo>
                    <a:pt x="42049" y="12142"/>
                  </a:lnTo>
                  <a:lnTo>
                    <a:pt x="42049" y="11848"/>
                  </a:lnTo>
                  <a:lnTo>
                    <a:pt x="42062" y="11822"/>
                  </a:lnTo>
                  <a:lnTo>
                    <a:pt x="42267" y="11631"/>
                  </a:lnTo>
                  <a:lnTo>
                    <a:pt x="42318" y="11631"/>
                  </a:lnTo>
                  <a:lnTo>
                    <a:pt x="42778" y="12078"/>
                  </a:lnTo>
                  <a:lnTo>
                    <a:pt x="43302" y="12193"/>
                  </a:lnTo>
                  <a:lnTo>
                    <a:pt x="43302" y="12193"/>
                  </a:lnTo>
                  <a:lnTo>
                    <a:pt x="43238" y="11797"/>
                  </a:lnTo>
                  <a:lnTo>
                    <a:pt x="43072" y="11644"/>
                  </a:lnTo>
                  <a:lnTo>
                    <a:pt x="43059" y="11618"/>
                  </a:lnTo>
                  <a:lnTo>
                    <a:pt x="43059" y="11592"/>
                  </a:lnTo>
                  <a:lnTo>
                    <a:pt x="43072" y="11580"/>
                  </a:lnTo>
                  <a:lnTo>
                    <a:pt x="44005" y="11580"/>
                  </a:lnTo>
                  <a:lnTo>
                    <a:pt x="44273" y="11120"/>
                  </a:lnTo>
                  <a:lnTo>
                    <a:pt x="44286" y="11107"/>
                  </a:lnTo>
                  <a:lnTo>
                    <a:pt x="44503" y="11107"/>
                  </a:lnTo>
                  <a:lnTo>
                    <a:pt x="44631" y="10711"/>
                  </a:lnTo>
                  <a:lnTo>
                    <a:pt x="44708" y="10417"/>
                  </a:lnTo>
                  <a:lnTo>
                    <a:pt x="44720" y="10404"/>
                  </a:lnTo>
                  <a:lnTo>
                    <a:pt x="44733" y="10391"/>
                  </a:lnTo>
                  <a:lnTo>
                    <a:pt x="44746" y="10391"/>
                  </a:lnTo>
                  <a:lnTo>
                    <a:pt x="44772" y="10404"/>
                  </a:lnTo>
                  <a:lnTo>
                    <a:pt x="45078" y="10685"/>
                  </a:lnTo>
                  <a:lnTo>
                    <a:pt x="45091" y="10711"/>
                  </a:lnTo>
                  <a:lnTo>
                    <a:pt x="45129" y="10889"/>
                  </a:lnTo>
                  <a:lnTo>
                    <a:pt x="45449" y="10902"/>
                  </a:lnTo>
                  <a:lnTo>
                    <a:pt x="45462" y="10902"/>
                  </a:lnTo>
                  <a:lnTo>
                    <a:pt x="45487" y="10915"/>
                  </a:lnTo>
                  <a:lnTo>
                    <a:pt x="45615" y="10774"/>
                  </a:lnTo>
                  <a:lnTo>
                    <a:pt x="45896" y="10532"/>
                  </a:lnTo>
                  <a:lnTo>
                    <a:pt x="45794" y="10289"/>
                  </a:lnTo>
                  <a:lnTo>
                    <a:pt x="45794" y="9905"/>
                  </a:lnTo>
                  <a:lnTo>
                    <a:pt x="45871" y="9624"/>
                  </a:lnTo>
                  <a:lnTo>
                    <a:pt x="45589" y="9062"/>
                  </a:lnTo>
                  <a:lnTo>
                    <a:pt x="45794" y="8793"/>
                  </a:lnTo>
                  <a:lnTo>
                    <a:pt x="46471" y="8500"/>
                  </a:lnTo>
                  <a:lnTo>
                    <a:pt x="46663" y="8551"/>
                  </a:lnTo>
                  <a:lnTo>
                    <a:pt x="46765" y="8487"/>
                  </a:lnTo>
                  <a:lnTo>
                    <a:pt x="47174" y="8576"/>
                  </a:lnTo>
                  <a:lnTo>
                    <a:pt x="47289" y="8730"/>
                  </a:lnTo>
                  <a:lnTo>
                    <a:pt x="47353" y="8742"/>
                  </a:lnTo>
                  <a:lnTo>
                    <a:pt x="47315" y="8384"/>
                  </a:lnTo>
                  <a:lnTo>
                    <a:pt x="47519" y="8282"/>
                  </a:lnTo>
                  <a:lnTo>
                    <a:pt x="47647" y="8001"/>
                  </a:lnTo>
                  <a:lnTo>
                    <a:pt x="47877" y="7554"/>
                  </a:lnTo>
                  <a:lnTo>
                    <a:pt x="48184" y="6889"/>
                  </a:lnTo>
                  <a:lnTo>
                    <a:pt x="48184" y="6544"/>
                  </a:lnTo>
                  <a:lnTo>
                    <a:pt x="48695" y="6225"/>
                  </a:lnTo>
                  <a:lnTo>
                    <a:pt x="48542" y="5905"/>
                  </a:lnTo>
                  <a:lnTo>
                    <a:pt x="48542" y="5611"/>
                  </a:lnTo>
                  <a:lnTo>
                    <a:pt x="48337" y="5432"/>
                  </a:lnTo>
                  <a:lnTo>
                    <a:pt x="47558" y="5752"/>
                  </a:lnTo>
                  <a:lnTo>
                    <a:pt x="47353" y="5739"/>
                  </a:lnTo>
                  <a:lnTo>
                    <a:pt x="46753" y="6135"/>
                  </a:lnTo>
                  <a:lnTo>
                    <a:pt x="45551" y="6135"/>
                  </a:lnTo>
                  <a:lnTo>
                    <a:pt x="45423" y="5739"/>
                  </a:lnTo>
                  <a:lnTo>
                    <a:pt x="45423" y="5304"/>
                  </a:lnTo>
                  <a:lnTo>
                    <a:pt x="45283" y="4883"/>
                  </a:lnTo>
                  <a:lnTo>
                    <a:pt x="45040" y="4844"/>
                  </a:lnTo>
                  <a:lnTo>
                    <a:pt x="44657" y="4410"/>
                  </a:lnTo>
                  <a:lnTo>
                    <a:pt x="44107" y="4563"/>
                  </a:lnTo>
                  <a:lnTo>
                    <a:pt x="43890" y="4333"/>
                  </a:lnTo>
                  <a:lnTo>
                    <a:pt x="42957" y="3975"/>
                  </a:lnTo>
                  <a:lnTo>
                    <a:pt x="42957" y="3566"/>
                  </a:lnTo>
                  <a:lnTo>
                    <a:pt x="42829" y="3362"/>
                  </a:lnTo>
                  <a:lnTo>
                    <a:pt x="42829" y="3068"/>
                  </a:lnTo>
                  <a:lnTo>
                    <a:pt x="42458" y="2505"/>
                  </a:lnTo>
                  <a:lnTo>
                    <a:pt x="42458" y="1969"/>
                  </a:lnTo>
                  <a:lnTo>
                    <a:pt x="42126" y="1777"/>
                  </a:lnTo>
                  <a:lnTo>
                    <a:pt x="42024" y="1457"/>
                  </a:lnTo>
                  <a:lnTo>
                    <a:pt x="41845" y="921"/>
                  </a:lnTo>
                  <a:lnTo>
                    <a:pt x="41014" y="320"/>
                  </a:lnTo>
                  <a:lnTo>
                    <a:pt x="40605" y="435"/>
                  </a:lnTo>
                  <a:lnTo>
                    <a:pt x="3962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8"/>
            <p:cNvSpPr/>
            <p:nvPr/>
          </p:nvSpPr>
          <p:spPr>
            <a:xfrm>
              <a:off x="4955775" y="2609375"/>
              <a:ext cx="572275" cy="607425"/>
            </a:xfrm>
            <a:custGeom>
              <a:rect b="b" l="l" r="r" t="t"/>
              <a:pathLst>
                <a:path extrusionOk="0" h="24297" w="22891">
                  <a:moveTo>
                    <a:pt x="5701" y="0"/>
                  </a:moveTo>
                  <a:lnTo>
                    <a:pt x="5432" y="154"/>
                  </a:lnTo>
                  <a:lnTo>
                    <a:pt x="5138" y="13"/>
                  </a:lnTo>
                  <a:lnTo>
                    <a:pt x="4819" y="154"/>
                  </a:lnTo>
                  <a:lnTo>
                    <a:pt x="4832" y="345"/>
                  </a:lnTo>
                  <a:lnTo>
                    <a:pt x="4423" y="371"/>
                  </a:lnTo>
                  <a:lnTo>
                    <a:pt x="3924" y="691"/>
                  </a:lnTo>
                  <a:lnTo>
                    <a:pt x="3847" y="997"/>
                  </a:lnTo>
                  <a:lnTo>
                    <a:pt x="4039" y="1138"/>
                  </a:lnTo>
                  <a:lnTo>
                    <a:pt x="4333" y="1240"/>
                  </a:lnTo>
                  <a:lnTo>
                    <a:pt x="4371" y="1278"/>
                  </a:lnTo>
                  <a:lnTo>
                    <a:pt x="4397" y="1317"/>
                  </a:lnTo>
                  <a:lnTo>
                    <a:pt x="4410" y="1355"/>
                  </a:lnTo>
                  <a:lnTo>
                    <a:pt x="4423" y="1381"/>
                  </a:lnTo>
                  <a:lnTo>
                    <a:pt x="4461" y="1406"/>
                  </a:lnTo>
                  <a:lnTo>
                    <a:pt x="4589" y="1457"/>
                  </a:lnTo>
                  <a:lnTo>
                    <a:pt x="4755" y="1496"/>
                  </a:lnTo>
                  <a:lnTo>
                    <a:pt x="4768" y="1713"/>
                  </a:lnTo>
                  <a:lnTo>
                    <a:pt x="4832" y="1713"/>
                  </a:lnTo>
                  <a:lnTo>
                    <a:pt x="4870" y="1726"/>
                  </a:lnTo>
                  <a:lnTo>
                    <a:pt x="4895" y="1739"/>
                  </a:lnTo>
                  <a:lnTo>
                    <a:pt x="4908" y="1751"/>
                  </a:lnTo>
                  <a:lnTo>
                    <a:pt x="4921" y="1790"/>
                  </a:lnTo>
                  <a:lnTo>
                    <a:pt x="4959" y="1815"/>
                  </a:lnTo>
                  <a:lnTo>
                    <a:pt x="4998" y="1866"/>
                  </a:lnTo>
                  <a:lnTo>
                    <a:pt x="4793" y="2084"/>
                  </a:lnTo>
                  <a:lnTo>
                    <a:pt x="4499" y="2314"/>
                  </a:lnTo>
                  <a:lnTo>
                    <a:pt x="4359" y="2544"/>
                  </a:lnTo>
                  <a:lnTo>
                    <a:pt x="4614" y="2723"/>
                  </a:lnTo>
                  <a:lnTo>
                    <a:pt x="4627" y="2735"/>
                  </a:lnTo>
                  <a:lnTo>
                    <a:pt x="4627" y="2761"/>
                  </a:lnTo>
                  <a:lnTo>
                    <a:pt x="4627" y="2978"/>
                  </a:lnTo>
                  <a:lnTo>
                    <a:pt x="4627" y="2991"/>
                  </a:lnTo>
                  <a:lnTo>
                    <a:pt x="4550" y="3451"/>
                  </a:lnTo>
                  <a:lnTo>
                    <a:pt x="4806" y="3950"/>
                  </a:lnTo>
                  <a:lnTo>
                    <a:pt x="5138" y="3950"/>
                  </a:lnTo>
                  <a:lnTo>
                    <a:pt x="5471" y="4180"/>
                  </a:lnTo>
                  <a:lnTo>
                    <a:pt x="5765" y="4320"/>
                  </a:lnTo>
                  <a:lnTo>
                    <a:pt x="5777" y="4333"/>
                  </a:lnTo>
                  <a:lnTo>
                    <a:pt x="5777" y="4346"/>
                  </a:lnTo>
                  <a:lnTo>
                    <a:pt x="5777" y="4371"/>
                  </a:lnTo>
                  <a:lnTo>
                    <a:pt x="5765" y="4384"/>
                  </a:lnTo>
                  <a:lnTo>
                    <a:pt x="5138" y="4819"/>
                  </a:lnTo>
                  <a:lnTo>
                    <a:pt x="5241" y="5151"/>
                  </a:lnTo>
                  <a:lnTo>
                    <a:pt x="5241" y="5177"/>
                  </a:lnTo>
                  <a:lnTo>
                    <a:pt x="5241" y="5189"/>
                  </a:lnTo>
                  <a:lnTo>
                    <a:pt x="4793" y="5713"/>
                  </a:lnTo>
                  <a:lnTo>
                    <a:pt x="4793" y="6122"/>
                  </a:lnTo>
                  <a:lnTo>
                    <a:pt x="4793" y="6148"/>
                  </a:lnTo>
                  <a:lnTo>
                    <a:pt x="4768" y="6161"/>
                  </a:lnTo>
                  <a:lnTo>
                    <a:pt x="4448" y="6288"/>
                  </a:lnTo>
                  <a:lnTo>
                    <a:pt x="4039" y="6927"/>
                  </a:lnTo>
                  <a:lnTo>
                    <a:pt x="4026" y="6927"/>
                  </a:lnTo>
                  <a:lnTo>
                    <a:pt x="3362" y="7375"/>
                  </a:lnTo>
                  <a:lnTo>
                    <a:pt x="3029" y="7988"/>
                  </a:lnTo>
                  <a:lnTo>
                    <a:pt x="3004" y="8001"/>
                  </a:lnTo>
                  <a:lnTo>
                    <a:pt x="2084" y="8346"/>
                  </a:lnTo>
                  <a:lnTo>
                    <a:pt x="2058" y="8346"/>
                  </a:lnTo>
                  <a:lnTo>
                    <a:pt x="2033" y="8333"/>
                  </a:lnTo>
                  <a:lnTo>
                    <a:pt x="1790" y="7963"/>
                  </a:lnTo>
                  <a:lnTo>
                    <a:pt x="1048" y="8717"/>
                  </a:lnTo>
                  <a:lnTo>
                    <a:pt x="1176" y="9138"/>
                  </a:lnTo>
                  <a:lnTo>
                    <a:pt x="1509" y="9075"/>
                  </a:lnTo>
                  <a:lnTo>
                    <a:pt x="1534" y="9087"/>
                  </a:lnTo>
                  <a:lnTo>
                    <a:pt x="1547" y="9113"/>
                  </a:lnTo>
                  <a:lnTo>
                    <a:pt x="1598" y="9714"/>
                  </a:lnTo>
                  <a:lnTo>
                    <a:pt x="1662" y="9803"/>
                  </a:lnTo>
                  <a:lnTo>
                    <a:pt x="1866" y="9803"/>
                  </a:lnTo>
                  <a:lnTo>
                    <a:pt x="1879" y="9816"/>
                  </a:lnTo>
                  <a:lnTo>
                    <a:pt x="2033" y="10084"/>
                  </a:lnTo>
                  <a:lnTo>
                    <a:pt x="2045" y="10084"/>
                  </a:lnTo>
                  <a:lnTo>
                    <a:pt x="2173" y="10468"/>
                  </a:lnTo>
                  <a:lnTo>
                    <a:pt x="2403" y="10800"/>
                  </a:lnTo>
                  <a:lnTo>
                    <a:pt x="2403" y="10826"/>
                  </a:lnTo>
                  <a:lnTo>
                    <a:pt x="2390" y="10851"/>
                  </a:lnTo>
                  <a:lnTo>
                    <a:pt x="2199" y="11004"/>
                  </a:lnTo>
                  <a:lnTo>
                    <a:pt x="2084" y="11145"/>
                  </a:lnTo>
                  <a:lnTo>
                    <a:pt x="2071" y="11158"/>
                  </a:lnTo>
                  <a:lnTo>
                    <a:pt x="2045" y="11158"/>
                  </a:lnTo>
                  <a:lnTo>
                    <a:pt x="1675" y="11030"/>
                  </a:lnTo>
                  <a:lnTo>
                    <a:pt x="1355" y="11158"/>
                  </a:lnTo>
                  <a:lnTo>
                    <a:pt x="1138" y="11158"/>
                  </a:lnTo>
                  <a:lnTo>
                    <a:pt x="844" y="11056"/>
                  </a:lnTo>
                  <a:lnTo>
                    <a:pt x="461" y="11068"/>
                  </a:lnTo>
                  <a:lnTo>
                    <a:pt x="397" y="11298"/>
                  </a:lnTo>
                  <a:lnTo>
                    <a:pt x="486" y="11273"/>
                  </a:lnTo>
                  <a:lnTo>
                    <a:pt x="422" y="11477"/>
                  </a:lnTo>
                  <a:lnTo>
                    <a:pt x="0" y="11656"/>
                  </a:lnTo>
                  <a:lnTo>
                    <a:pt x="141" y="11797"/>
                  </a:lnTo>
                  <a:lnTo>
                    <a:pt x="550" y="12129"/>
                  </a:lnTo>
                  <a:lnTo>
                    <a:pt x="1074" y="12449"/>
                  </a:lnTo>
                  <a:lnTo>
                    <a:pt x="1163" y="12334"/>
                  </a:lnTo>
                  <a:lnTo>
                    <a:pt x="1585" y="12231"/>
                  </a:lnTo>
                  <a:lnTo>
                    <a:pt x="1828" y="12129"/>
                  </a:lnTo>
                  <a:lnTo>
                    <a:pt x="1419" y="12564"/>
                  </a:lnTo>
                  <a:lnTo>
                    <a:pt x="1074" y="12666"/>
                  </a:lnTo>
                  <a:lnTo>
                    <a:pt x="716" y="12768"/>
                  </a:lnTo>
                  <a:lnTo>
                    <a:pt x="678" y="12755"/>
                  </a:lnTo>
                  <a:lnTo>
                    <a:pt x="639" y="12730"/>
                  </a:lnTo>
                  <a:lnTo>
                    <a:pt x="601" y="12691"/>
                  </a:lnTo>
                  <a:lnTo>
                    <a:pt x="499" y="12755"/>
                  </a:lnTo>
                  <a:lnTo>
                    <a:pt x="691" y="12960"/>
                  </a:lnTo>
                  <a:lnTo>
                    <a:pt x="1074" y="13305"/>
                  </a:lnTo>
                  <a:lnTo>
                    <a:pt x="1521" y="13740"/>
                  </a:lnTo>
                  <a:lnTo>
                    <a:pt x="2033" y="14212"/>
                  </a:lnTo>
                  <a:lnTo>
                    <a:pt x="3042" y="13816"/>
                  </a:lnTo>
                  <a:lnTo>
                    <a:pt x="3196" y="13561"/>
                  </a:lnTo>
                  <a:lnTo>
                    <a:pt x="3183" y="13305"/>
                  </a:lnTo>
                  <a:lnTo>
                    <a:pt x="3106" y="13228"/>
                  </a:lnTo>
                  <a:lnTo>
                    <a:pt x="3055" y="13152"/>
                  </a:lnTo>
                  <a:lnTo>
                    <a:pt x="3042" y="13113"/>
                  </a:lnTo>
                  <a:lnTo>
                    <a:pt x="3055" y="13088"/>
                  </a:lnTo>
                  <a:lnTo>
                    <a:pt x="3221" y="12832"/>
                  </a:lnTo>
                  <a:lnTo>
                    <a:pt x="3438" y="12807"/>
                  </a:lnTo>
                  <a:lnTo>
                    <a:pt x="3438" y="13305"/>
                  </a:lnTo>
                  <a:lnTo>
                    <a:pt x="3515" y="13331"/>
                  </a:lnTo>
                  <a:lnTo>
                    <a:pt x="3809" y="13331"/>
                  </a:lnTo>
                  <a:lnTo>
                    <a:pt x="3566" y="13509"/>
                  </a:lnTo>
                  <a:lnTo>
                    <a:pt x="3438" y="13663"/>
                  </a:lnTo>
                  <a:lnTo>
                    <a:pt x="3656" y="13982"/>
                  </a:lnTo>
                  <a:lnTo>
                    <a:pt x="3630" y="14379"/>
                  </a:lnTo>
                  <a:lnTo>
                    <a:pt x="3438" y="14992"/>
                  </a:lnTo>
                  <a:lnTo>
                    <a:pt x="3669" y="15657"/>
                  </a:lnTo>
                  <a:lnTo>
                    <a:pt x="3669" y="16129"/>
                  </a:lnTo>
                  <a:lnTo>
                    <a:pt x="3950" y="16756"/>
                  </a:lnTo>
                  <a:lnTo>
                    <a:pt x="3950" y="17254"/>
                  </a:lnTo>
                  <a:lnTo>
                    <a:pt x="4231" y="18149"/>
                  </a:lnTo>
                  <a:lnTo>
                    <a:pt x="5023" y="19964"/>
                  </a:lnTo>
                  <a:lnTo>
                    <a:pt x="5151" y="20552"/>
                  </a:lnTo>
                  <a:lnTo>
                    <a:pt x="5969" y="21855"/>
                  </a:lnTo>
                  <a:lnTo>
                    <a:pt x="5969" y="22251"/>
                  </a:lnTo>
                  <a:lnTo>
                    <a:pt x="6391" y="23005"/>
                  </a:lnTo>
                  <a:lnTo>
                    <a:pt x="6480" y="23708"/>
                  </a:lnTo>
                  <a:lnTo>
                    <a:pt x="7094" y="24296"/>
                  </a:lnTo>
                  <a:lnTo>
                    <a:pt x="7682" y="24079"/>
                  </a:lnTo>
                  <a:lnTo>
                    <a:pt x="7797" y="23606"/>
                  </a:lnTo>
                  <a:lnTo>
                    <a:pt x="8448" y="23312"/>
                  </a:lnTo>
                  <a:lnTo>
                    <a:pt x="8500" y="23133"/>
                  </a:lnTo>
                  <a:lnTo>
                    <a:pt x="8679" y="22788"/>
                  </a:lnTo>
                  <a:lnTo>
                    <a:pt x="8832" y="22622"/>
                  </a:lnTo>
                  <a:lnTo>
                    <a:pt x="9113" y="22481"/>
                  </a:lnTo>
                  <a:lnTo>
                    <a:pt x="9254" y="21817"/>
                  </a:lnTo>
                  <a:lnTo>
                    <a:pt x="9113" y="21536"/>
                  </a:lnTo>
                  <a:lnTo>
                    <a:pt x="9292" y="20922"/>
                  </a:lnTo>
                  <a:lnTo>
                    <a:pt x="9496" y="20756"/>
                  </a:lnTo>
                  <a:lnTo>
                    <a:pt x="9560" y="20053"/>
                  </a:lnTo>
                  <a:lnTo>
                    <a:pt x="9407" y="19938"/>
                  </a:lnTo>
                  <a:lnTo>
                    <a:pt x="9471" y="19797"/>
                  </a:lnTo>
                  <a:lnTo>
                    <a:pt x="9407" y="19504"/>
                  </a:lnTo>
                  <a:lnTo>
                    <a:pt x="9548" y="19248"/>
                  </a:lnTo>
                  <a:lnTo>
                    <a:pt x="9471" y="19056"/>
                  </a:lnTo>
                  <a:lnTo>
                    <a:pt x="9407" y="18494"/>
                  </a:lnTo>
                  <a:lnTo>
                    <a:pt x="9714" y="18213"/>
                  </a:lnTo>
                  <a:lnTo>
                    <a:pt x="10123" y="18149"/>
                  </a:lnTo>
                  <a:lnTo>
                    <a:pt x="10225" y="17727"/>
                  </a:lnTo>
                  <a:lnTo>
                    <a:pt x="10775" y="17727"/>
                  </a:lnTo>
                  <a:lnTo>
                    <a:pt x="11120" y="17638"/>
                  </a:lnTo>
                  <a:lnTo>
                    <a:pt x="11196" y="17011"/>
                  </a:lnTo>
                  <a:lnTo>
                    <a:pt x="11925" y="16730"/>
                  </a:lnTo>
                  <a:lnTo>
                    <a:pt x="12615" y="16091"/>
                  </a:lnTo>
                  <a:lnTo>
                    <a:pt x="13574" y="15081"/>
                  </a:lnTo>
                  <a:lnTo>
                    <a:pt x="13714" y="14941"/>
                  </a:lnTo>
                  <a:lnTo>
                    <a:pt x="13829" y="14941"/>
                  </a:lnTo>
                  <a:lnTo>
                    <a:pt x="14302" y="14839"/>
                  </a:lnTo>
                  <a:lnTo>
                    <a:pt x="14839" y="14148"/>
                  </a:lnTo>
                  <a:lnTo>
                    <a:pt x="14839" y="13867"/>
                  </a:lnTo>
                  <a:lnTo>
                    <a:pt x="14928" y="13561"/>
                  </a:lnTo>
                  <a:lnTo>
                    <a:pt x="15273" y="13561"/>
                  </a:lnTo>
                  <a:lnTo>
                    <a:pt x="15478" y="13394"/>
                  </a:lnTo>
                  <a:lnTo>
                    <a:pt x="15823" y="13216"/>
                  </a:lnTo>
                  <a:lnTo>
                    <a:pt x="15823" y="13394"/>
                  </a:lnTo>
                  <a:lnTo>
                    <a:pt x="16117" y="13331"/>
                  </a:lnTo>
                  <a:lnTo>
                    <a:pt x="16181" y="13062"/>
                  </a:lnTo>
                  <a:lnTo>
                    <a:pt x="16449" y="13216"/>
                  </a:lnTo>
                  <a:lnTo>
                    <a:pt x="16488" y="13011"/>
                  </a:lnTo>
                  <a:lnTo>
                    <a:pt x="16488" y="12679"/>
                  </a:lnTo>
                  <a:lnTo>
                    <a:pt x="16385" y="12334"/>
                  </a:lnTo>
                  <a:lnTo>
                    <a:pt x="16385" y="12308"/>
                  </a:lnTo>
                  <a:lnTo>
                    <a:pt x="16475" y="12078"/>
                  </a:lnTo>
                  <a:lnTo>
                    <a:pt x="16257" y="11937"/>
                  </a:lnTo>
                  <a:lnTo>
                    <a:pt x="16245" y="11925"/>
                  </a:lnTo>
                  <a:lnTo>
                    <a:pt x="16232" y="11899"/>
                  </a:lnTo>
                  <a:lnTo>
                    <a:pt x="16232" y="11465"/>
                  </a:lnTo>
                  <a:lnTo>
                    <a:pt x="16245" y="11452"/>
                  </a:lnTo>
                  <a:lnTo>
                    <a:pt x="16347" y="11273"/>
                  </a:lnTo>
                  <a:lnTo>
                    <a:pt x="16257" y="11132"/>
                  </a:lnTo>
                  <a:lnTo>
                    <a:pt x="16104" y="11132"/>
                  </a:lnTo>
                  <a:lnTo>
                    <a:pt x="15733" y="10992"/>
                  </a:lnTo>
                  <a:lnTo>
                    <a:pt x="15721" y="10979"/>
                  </a:lnTo>
                  <a:lnTo>
                    <a:pt x="15708" y="10953"/>
                  </a:lnTo>
                  <a:lnTo>
                    <a:pt x="15708" y="10634"/>
                  </a:lnTo>
                  <a:lnTo>
                    <a:pt x="15721" y="10621"/>
                  </a:lnTo>
                  <a:lnTo>
                    <a:pt x="15733" y="10595"/>
                  </a:lnTo>
                  <a:lnTo>
                    <a:pt x="16117" y="10391"/>
                  </a:lnTo>
                  <a:lnTo>
                    <a:pt x="16475" y="10391"/>
                  </a:lnTo>
                  <a:lnTo>
                    <a:pt x="16411" y="10225"/>
                  </a:lnTo>
                  <a:lnTo>
                    <a:pt x="16130" y="10135"/>
                  </a:lnTo>
                  <a:lnTo>
                    <a:pt x="16117" y="10123"/>
                  </a:lnTo>
                  <a:lnTo>
                    <a:pt x="15721" y="9816"/>
                  </a:lnTo>
                  <a:lnTo>
                    <a:pt x="15708" y="9790"/>
                  </a:lnTo>
                  <a:lnTo>
                    <a:pt x="15721" y="9765"/>
                  </a:lnTo>
                  <a:lnTo>
                    <a:pt x="15963" y="9522"/>
                  </a:lnTo>
                  <a:lnTo>
                    <a:pt x="16053" y="9266"/>
                  </a:lnTo>
                  <a:lnTo>
                    <a:pt x="16066" y="9254"/>
                  </a:lnTo>
                  <a:lnTo>
                    <a:pt x="16181" y="9151"/>
                  </a:lnTo>
                  <a:lnTo>
                    <a:pt x="16219" y="9138"/>
                  </a:lnTo>
                  <a:lnTo>
                    <a:pt x="16245" y="9151"/>
                  </a:lnTo>
                  <a:lnTo>
                    <a:pt x="16462" y="9432"/>
                  </a:lnTo>
                  <a:lnTo>
                    <a:pt x="16564" y="9343"/>
                  </a:lnTo>
                  <a:lnTo>
                    <a:pt x="16603" y="9343"/>
                  </a:lnTo>
                  <a:lnTo>
                    <a:pt x="16769" y="9458"/>
                  </a:lnTo>
                  <a:lnTo>
                    <a:pt x="16781" y="9471"/>
                  </a:lnTo>
                  <a:lnTo>
                    <a:pt x="16909" y="9688"/>
                  </a:lnTo>
                  <a:lnTo>
                    <a:pt x="17139" y="9573"/>
                  </a:lnTo>
                  <a:lnTo>
                    <a:pt x="17152" y="9560"/>
                  </a:lnTo>
                  <a:lnTo>
                    <a:pt x="17178" y="9573"/>
                  </a:lnTo>
                  <a:lnTo>
                    <a:pt x="17331" y="9637"/>
                  </a:lnTo>
                  <a:lnTo>
                    <a:pt x="17357" y="9663"/>
                  </a:lnTo>
                  <a:lnTo>
                    <a:pt x="17357" y="9688"/>
                  </a:lnTo>
                  <a:lnTo>
                    <a:pt x="17280" y="10123"/>
                  </a:lnTo>
                  <a:lnTo>
                    <a:pt x="17344" y="10327"/>
                  </a:lnTo>
                  <a:lnTo>
                    <a:pt x="18775" y="10327"/>
                  </a:lnTo>
                  <a:lnTo>
                    <a:pt x="19171" y="10442"/>
                  </a:lnTo>
                  <a:lnTo>
                    <a:pt x="19184" y="10442"/>
                  </a:lnTo>
                  <a:lnTo>
                    <a:pt x="19197" y="10455"/>
                  </a:lnTo>
                  <a:lnTo>
                    <a:pt x="19286" y="10698"/>
                  </a:lnTo>
                  <a:lnTo>
                    <a:pt x="19286" y="10723"/>
                  </a:lnTo>
                  <a:lnTo>
                    <a:pt x="19261" y="10749"/>
                  </a:lnTo>
                  <a:lnTo>
                    <a:pt x="18993" y="10838"/>
                  </a:lnTo>
                  <a:lnTo>
                    <a:pt x="18993" y="11081"/>
                  </a:lnTo>
                  <a:lnTo>
                    <a:pt x="18967" y="11107"/>
                  </a:lnTo>
                  <a:lnTo>
                    <a:pt x="18801" y="11260"/>
                  </a:lnTo>
                  <a:lnTo>
                    <a:pt x="18392" y="11260"/>
                  </a:lnTo>
                  <a:lnTo>
                    <a:pt x="18315" y="11528"/>
                  </a:lnTo>
                  <a:lnTo>
                    <a:pt x="18328" y="11784"/>
                  </a:lnTo>
                  <a:lnTo>
                    <a:pt x="18545" y="12027"/>
                  </a:lnTo>
                  <a:lnTo>
                    <a:pt x="18903" y="11554"/>
                  </a:lnTo>
                  <a:lnTo>
                    <a:pt x="18916" y="11541"/>
                  </a:lnTo>
                  <a:lnTo>
                    <a:pt x="18941" y="11541"/>
                  </a:lnTo>
                  <a:lnTo>
                    <a:pt x="19108" y="11554"/>
                  </a:lnTo>
                  <a:lnTo>
                    <a:pt x="19133" y="11567"/>
                  </a:lnTo>
                  <a:lnTo>
                    <a:pt x="19146" y="11592"/>
                  </a:lnTo>
                  <a:lnTo>
                    <a:pt x="19184" y="12091"/>
                  </a:lnTo>
                  <a:lnTo>
                    <a:pt x="19350" y="12372"/>
                  </a:lnTo>
                  <a:lnTo>
                    <a:pt x="19363" y="12398"/>
                  </a:lnTo>
                  <a:lnTo>
                    <a:pt x="19274" y="12679"/>
                  </a:lnTo>
                  <a:lnTo>
                    <a:pt x="19389" y="12755"/>
                  </a:lnTo>
                  <a:lnTo>
                    <a:pt x="19465" y="12628"/>
                  </a:lnTo>
                  <a:lnTo>
                    <a:pt x="19555" y="12525"/>
                  </a:lnTo>
                  <a:lnTo>
                    <a:pt x="19465" y="12295"/>
                  </a:lnTo>
                  <a:lnTo>
                    <a:pt x="19529" y="12116"/>
                  </a:lnTo>
                  <a:lnTo>
                    <a:pt x="19517" y="11886"/>
                  </a:lnTo>
                  <a:lnTo>
                    <a:pt x="19695" y="11861"/>
                  </a:lnTo>
                  <a:lnTo>
                    <a:pt x="19734" y="11465"/>
                  </a:lnTo>
                  <a:lnTo>
                    <a:pt x="20232" y="11567"/>
                  </a:lnTo>
                  <a:lnTo>
                    <a:pt x="20705" y="10838"/>
                  </a:lnTo>
                  <a:lnTo>
                    <a:pt x="20590" y="10672"/>
                  </a:lnTo>
                  <a:lnTo>
                    <a:pt x="20705" y="10429"/>
                  </a:lnTo>
                  <a:lnTo>
                    <a:pt x="20935" y="10365"/>
                  </a:lnTo>
                  <a:lnTo>
                    <a:pt x="20935" y="10123"/>
                  </a:lnTo>
                  <a:lnTo>
                    <a:pt x="21063" y="10033"/>
                  </a:lnTo>
                  <a:lnTo>
                    <a:pt x="20974" y="9765"/>
                  </a:lnTo>
                  <a:lnTo>
                    <a:pt x="21025" y="9560"/>
                  </a:lnTo>
                  <a:lnTo>
                    <a:pt x="21242" y="9484"/>
                  </a:lnTo>
                  <a:lnTo>
                    <a:pt x="21357" y="9343"/>
                  </a:lnTo>
                  <a:lnTo>
                    <a:pt x="21549" y="9241"/>
                  </a:lnTo>
                  <a:lnTo>
                    <a:pt x="21715" y="8985"/>
                  </a:lnTo>
                  <a:lnTo>
                    <a:pt x="22277" y="8857"/>
                  </a:lnTo>
                  <a:lnTo>
                    <a:pt x="22443" y="9036"/>
                  </a:lnTo>
                  <a:lnTo>
                    <a:pt x="22507" y="9023"/>
                  </a:lnTo>
                  <a:lnTo>
                    <a:pt x="22379" y="8819"/>
                  </a:lnTo>
                  <a:lnTo>
                    <a:pt x="22354" y="8691"/>
                  </a:lnTo>
                  <a:lnTo>
                    <a:pt x="22686" y="8448"/>
                  </a:lnTo>
                  <a:lnTo>
                    <a:pt x="22737" y="8244"/>
                  </a:lnTo>
                  <a:lnTo>
                    <a:pt x="22865" y="7899"/>
                  </a:lnTo>
                  <a:lnTo>
                    <a:pt x="22891" y="7771"/>
                  </a:lnTo>
                  <a:lnTo>
                    <a:pt x="22571" y="7797"/>
                  </a:lnTo>
                  <a:lnTo>
                    <a:pt x="22546" y="7797"/>
                  </a:lnTo>
                  <a:lnTo>
                    <a:pt x="22379" y="7682"/>
                  </a:lnTo>
                  <a:lnTo>
                    <a:pt x="22367" y="7656"/>
                  </a:lnTo>
                  <a:lnTo>
                    <a:pt x="22367" y="7630"/>
                  </a:lnTo>
                  <a:lnTo>
                    <a:pt x="22520" y="7273"/>
                  </a:lnTo>
                  <a:lnTo>
                    <a:pt x="22367" y="7247"/>
                  </a:lnTo>
                  <a:lnTo>
                    <a:pt x="22341" y="7234"/>
                  </a:lnTo>
                  <a:lnTo>
                    <a:pt x="22341" y="7209"/>
                  </a:lnTo>
                  <a:lnTo>
                    <a:pt x="22341" y="7004"/>
                  </a:lnTo>
                  <a:lnTo>
                    <a:pt x="22047" y="6800"/>
                  </a:lnTo>
                  <a:lnTo>
                    <a:pt x="21421" y="7068"/>
                  </a:lnTo>
                  <a:lnTo>
                    <a:pt x="21395" y="7068"/>
                  </a:lnTo>
                  <a:lnTo>
                    <a:pt x="20910" y="6953"/>
                  </a:lnTo>
                  <a:lnTo>
                    <a:pt x="20334" y="7528"/>
                  </a:lnTo>
                  <a:lnTo>
                    <a:pt x="20309" y="7528"/>
                  </a:lnTo>
                  <a:lnTo>
                    <a:pt x="19862" y="7618"/>
                  </a:lnTo>
                  <a:lnTo>
                    <a:pt x="19350" y="8142"/>
                  </a:lnTo>
                  <a:lnTo>
                    <a:pt x="19338" y="8154"/>
                  </a:lnTo>
                  <a:lnTo>
                    <a:pt x="18865" y="8308"/>
                  </a:lnTo>
                  <a:lnTo>
                    <a:pt x="19146" y="8423"/>
                  </a:lnTo>
                  <a:lnTo>
                    <a:pt x="19171" y="8436"/>
                  </a:lnTo>
                  <a:lnTo>
                    <a:pt x="19171" y="8461"/>
                  </a:lnTo>
                  <a:lnTo>
                    <a:pt x="19171" y="8717"/>
                  </a:lnTo>
                  <a:lnTo>
                    <a:pt x="19171" y="8730"/>
                  </a:lnTo>
                  <a:lnTo>
                    <a:pt x="19005" y="9062"/>
                  </a:lnTo>
                  <a:lnTo>
                    <a:pt x="18980" y="9075"/>
                  </a:lnTo>
                  <a:lnTo>
                    <a:pt x="18941" y="9075"/>
                  </a:lnTo>
                  <a:lnTo>
                    <a:pt x="18801" y="8960"/>
                  </a:lnTo>
                  <a:lnTo>
                    <a:pt x="18520" y="9087"/>
                  </a:lnTo>
                  <a:lnTo>
                    <a:pt x="18507" y="9087"/>
                  </a:lnTo>
                  <a:lnTo>
                    <a:pt x="17817" y="9126"/>
                  </a:lnTo>
                  <a:lnTo>
                    <a:pt x="17791" y="9113"/>
                  </a:lnTo>
                  <a:lnTo>
                    <a:pt x="17599" y="8960"/>
                  </a:lnTo>
                  <a:lnTo>
                    <a:pt x="17395" y="9126"/>
                  </a:lnTo>
                  <a:lnTo>
                    <a:pt x="17357" y="9151"/>
                  </a:lnTo>
                  <a:lnTo>
                    <a:pt x="16871" y="9151"/>
                  </a:lnTo>
                  <a:lnTo>
                    <a:pt x="16436" y="8947"/>
                  </a:lnTo>
                  <a:lnTo>
                    <a:pt x="16411" y="8921"/>
                  </a:lnTo>
                  <a:lnTo>
                    <a:pt x="16360" y="8742"/>
                  </a:lnTo>
                  <a:lnTo>
                    <a:pt x="16360" y="8717"/>
                  </a:lnTo>
                  <a:lnTo>
                    <a:pt x="16372" y="8704"/>
                  </a:lnTo>
                  <a:lnTo>
                    <a:pt x="16436" y="8640"/>
                  </a:lnTo>
                  <a:lnTo>
                    <a:pt x="16283" y="8487"/>
                  </a:lnTo>
                  <a:lnTo>
                    <a:pt x="16270" y="8461"/>
                  </a:lnTo>
                  <a:lnTo>
                    <a:pt x="16270" y="8436"/>
                  </a:lnTo>
                  <a:lnTo>
                    <a:pt x="16372" y="8308"/>
                  </a:lnTo>
                  <a:lnTo>
                    <a:pt x="16181" y="7988"/>
                  </a:lnTo>
                  <a:lnTo>
                    <a:pt x="15989" y="8090"/>
                  </a:lnTo>
                  <a:lnTo>
                    <a:pt x="15797" y="8755"/>
                  </a:lnTo>
                  <a:lnTo>
                    <a:pt x="16091" y="9075"/>
                  </a:lnTo>
                  <a:lnTo>
                    <a:pt x="16104" y="9100"/>
                  </a:lnTo>
                  <a:lnTo>
                    <a:pt x="16091" y="9126"/>
                  </a:lnTo>
                  <a:lnTo>
                    <a:pt x="15772" y="9317"/>
                  </a:lnTo>
                  <a:lnTo>
                    <a:pt x="15759" y="9317"/>
                  </a:lnTo>
                  <a:lnTo>
                    <a:pt x="15222" y="9484"/>
                  </a:lnTo>
                  <a:lnTo>
                    <a:pt x="15184" y="9484"/>
                  </a:lnTo>
                  <a:lnTo>
                    <a:pt x="14992" y="9381"/>
                  </a:lnTo>
                  <a:lnTo>
                    <a:pt x="14775" y="9381"/>
                  </a:lnTo>
                  <a:lnTo>
                    <a:pt x="14762" y="9369"/>
                  </a:lnTo>
                  <a:lnTo>
                    <a:pt x="14494" y="9215"/>
                  </a:lnTo>
                  <a:lnTo>
                    <a:pt x="14123" y="9215"/>
                  </a:lnTo>
                  <a:lnTo>
                    <a:pt x="14098" y="9202"/>
                  </a:lnTo>
                  <a:lnTo>
                    <a:pt x="13791" y="8921"/>
                  </a:lnTo>
                  <a:lnTo>
                    <a:pt x="13637" y="9049"/>
                  </a:lnTo>
                  <a:lnTo>
                    <a:pt x="13625" y="9062"/>
                  </a:lnTo>
                  <a:lnTo>
                    <a:pt x="13612" y="9062"/>
                  </a:lnTo>
                  <a:lnTo>
                    <a:pt x="13126" y="8896"/>
                  </a:lnTo>
                  <a:lnTo>
                    <a:pt x="13101" y="8870"/>
                  </a:lnTo>
                  <a:lnTo>
                    <a:pt x="13101" y="8857"/>
                  </a:lnTo>
                  <a:lnTo>
                    <a:pt x="13101" y="8551"/>
                  </a:lnTo>
                  <a:lnTo>
                    <a:pt x="12564" y="8346"/>
                  </a:lnTo>
                  <a:lnTo>
                    <a:pt x="12398" y="8538"/>
                  </a:lnTo>
                  <a:lnTo>
                    <a:pt x="12372" y="8551"/>
                  </a:lnTo>
                  <a:lnTo>
                    <a:pt x="12359" y="8551"/>
                  </a:lnTo>
                  <a:lnTo>
                    <a:pt x="12091" y="8436"/>
                  </a:lnTo>
                  <a:lnTo>
                    <a:pt x="11950" y="8551"/>
                  </a:lnTo>
                  <a:lnTo>
                    <a:pt x="11695" y="8551"/>
                  </a:lnTo>
                  <a:lnTo>
                    <a:pt x="11414" y="8333"/>
                  </a:lnTo>
                  <a:lnTo>
                    <a:pt x="11017" y="8065"/>
                  </a:lnTo>
                  <a:lnTo>
                    <a:pt x="10762" y="8065"/>
                  </a:lnTo>
                  <a:lnTo>
                    <a:pt x="10519" y="7835"/>
                  </a:lnTo>
                  <a:lnTo>
                    <a:pt x="10289" y="7656"/>
                  </a:lnTo>
                  <a:lnTo>
                    <a:pt x="10097" y="7656"/>
                  </a:lnTo>
                  <a:lnTo>
                    <a:pt x="10059" y="7643"/>
                  </a:lnTo>
                  <a:lnTo>
                    <a:pt x="9867" y="7413"/>
                  </a:lnTo>
                  <a:lnTo>
                    <a:pt x="9330" y="7247"/>
                  </a:lnTo>
                  <a:lnTo>
                    <a:pt x="9318" y="7234"/>
                  </a:lnTo>
                  <a:lnTo>
                    <a:pt x="9305" y="7221"/>
                  </a:lnTo>
                  <a:lnTo>
                    <a:pt x="9305" y="7209"/>
                  </a:lnTo>
                  <a:lnTo>
                    <a:pt x="9318" y="7183"/>
                  </a:lnTo>
                  <a:lnTo>
                    <a:pt x="9496" y="6927"/>
                  </a:lnTo>
                  <a:lnTo>
                    <a:pt x="9624" y="6723"/>
                  </a:lnTo>
                  <a:lnTo>
                    <a:pt x="9727" y="6557"/>
                  </a:lnTo>
                  <a:lnTo>
                    <a:pt x="9816" y="6340"/>
                  </a:lnTo>
                  <a:lnTo>
                    <a:pt x="9829" y="6327"/>
                  </a:lnTo>
                  <a:lnTo>
                    <a:pt x="10148" y="6110"/>
                  </a:lnTo>
                  <a:lnTo>
                    <a:pt x="10148" y="5969"/>
                  </a:lnTo>
                  <a:lnTo>
                    <a:pt x="9599" y="5752"/>
                  </a:lnTo>
                  <a:lnTo>
                    <a:pt x="9586" y="5739"/>
                  </a:lnTo>
                  <a:lnTo>
                    <a:pt x="9509" y="5624"/>
                  </a:lnTo>
                  <a:lnTo>
                    <a:pt x="9305" y="5624"/>
                  </a:lnTo>
                  <a:lnTo>
                    <a:pt x="9292" y="5598"/>
                  </a:lnTo>
                  <a:lnTo>
                    <a:pt x="9292" y="5407"/>
                  </a:lnTo>
                  <a:lnTo>
                    <a:pt x="8806" y="5330"/>
                  </a:lnTo>
                  <a:lnTo>
                    <a:pt x="8794" y="5317"/>
                  </a:lnTo>
                  <a:lnTo>
                    <a:pt x="8589" y="5100"/>
                  </a:lnTo>
                  <a:lnTo>
                    <a:pt x="8448" y="5164"/>
                  </a:lnTo>
                  <a:lnTo>
                    <a:pt x="8410" y="5164"/>
                  </a:lnTo>
                  <a:lnTo>
                    <a:pt x="8397" y="5138"/>
                  </a:lnTo>
                  <a:lnTo>
                    <a:pt x="8295" y="4589"/>
                  </a:lnTo>
                  <a:lnTo>
                    <a:pt x="8078" y="4231"/>
                  </a:lnTo>
                  <a:lnTo>
                    <a:pt x="8065" y="4192"/>
                  </a:lnTo>
                  <a:lnTo>
                    <a:pt x="8142" y="3988"/>
                  </a:lnTo>
                  <a:lnTo>
                    <a:pt x="8155" y="3975"/>
                  </a:lnTo>
                  <a:lnTo>
                    <a:pt x="8167" y="3962"/>
                  </a:lnTo>
                  <a:lnTo>
                    <a:pt x="8193" y="3962"/>
                  </a:lnTo>
                  <a:lnTo>
                    <a:pt x="8206" y="3975"/>
                  </a:lnTo>
                  <a:lnTo>
                    <a:pt x="8551" y="4244"/>
                  </a:lnTo>
                  <a:lnTo>
                    <a:pt x="8730" y="4167"/>
                  </a:lnTo>
                  <a:lnTo>
                    <a:pt x="8921" y="3898"/>
                  </a:lnTo>
                  <a:lnTo>
                    <a:pt x="8768" y="3720"/>
                  </a:lnTo>
                  <a:lnTo>
                    <a:pt x="8819" y="3528"/>
                  </a:lnTo>
                  <a:lnTo>
                    <a:pt x="8742" y="3502"/>
                  </a:lnTo>
                  <a:lnTo>
                    <a:pt x="8679" y="3489"/>
                  </a:lnTo>
                  <a:lnTo>
                    <a:pt x="8602" y="3464"/>
                  </a:lnTo>
                  <a:lnTo>
                    <a:pt x="8538" y="3413"/>
                  </a:lnTo>
                  <a:lnTo>
                    <a:pt x="8525" y="3387"/>
                  </a:lnTo>
                  <a:lnTo>
                    <a:pt x="8500" y="3362"/>
                  </a:lnTo>
                  <a:lnTo>
                    <a:pt x="8500" y="3323"/>
                  </a:lnTo>
                  <a:lnTo>
                    <a:pt x="8500" y="3272"/>
                  </a:lnTo>
                  <a:lnTo>
                    <a:pt x="8512" y="3234"/>
                  </a:lnTo>
                  <a:lnTo>
                    <a:pt x="8538" y="3170"/>
                  </a:lnTo>
                  <a:lnTo>
                    <a:pt x="8563" y="3081"/>
                  </a:lnTo>
                  <a:lnTo>
                    <a:pt x="8461" y="2940"/>
                  </a:lnTo>
                  <a:lnTo>
                    <a:pt x="8436" y="2914"/>
                  </a:lnTo>
                  <a:lnTo>
                    <a:pt x="8461" y="2889"/>
                  </a:lnTo>
                  <a:lnTo>
                    <a:pt x="8512" y="2850"/>
                  </a:lnTo>
                  <a:lnTo>
                    <a:pt x="8602" y="2787"/>
                  </a:lnTo>
                  <a:lnTo>
                    <a:pt x="9011" y="2799"/>
                  </a:lnTo>
                  <a:lnTo>
                    <a:pt x="8985" y="2569"/>
                  </a:lnTo>
                  <a:lnTo>
                    <a:pt x="8998" y="2454"/>
                  </a:lnTo>
                  <a:lnTo>
                    <a:pt x="9369" y="2390"/>
                  </a:lnTo>
                  <a:lnTo>
                    <a:pt x="9407" y="2173"/>
                  </a:lnTo>
                  <a:lnTo>
                    <a:pt x="9445" y="1943"/>
                  </a:lnTo>
                  <a:lnTo>
                    <a:pt x="9445" y="1713"/>
                  </a:lnTo>
                  <a:lnTo>
                    <a:pt x="9433" y="1470"/>
                  </a:lnTo>
                  <a:lnTo>
                    <a:pt x="9088" y="1445"/>
                  </a:lnTo>
                  <a:lnTo>
                    <a:pt x="8883" y="1253"/>
                  </a:lnTo>
                  <a:lnTo>
                    <a:pt x="8193" y="1726"/>
                  </a:lnTo>
                  <a:lnTo>
                    <a:pt x="8180" y="1739"/>
                  </a:lnTo>
                  <a:lnTo>
                    <a:pt x="7861" y="1790"/>
                  </a:lnTo>
                  <a:lnTo>
                    <a:pt x="7835" y="1790"/>
                  </a:lnTo>
                  <a:lnTo>
                    <a:pt x="7822" y="1777"/>
                  </a:lnTo>
                  <a:lnTo>
                    <a:pt x="7592" y="1457"/>
                  </a:lnTo>
                  <a:lnTo>
                    <a:pt x="7285" y="1457"/>
                  </a:lnTo>
                  <a:lnTo>
                    <a:pt x="7209" y="1445"/>
                  </a:lnTo>
                  <a:lnTo>
                    <a:pt x="7043" y="1189"/>
                  </a:lnTo>
                  <a:lnTo>
                    <a:pt x="6915" y="1074"/>
                  </a:lnTo>
                  <a:lnTo>
                    <a:pt x="6736" y="933"/>
                  </a:lnTo>
                  <a:lnTo>
                    <a:pt x="6493" y="767"/>
                  </a:lnTo>
                  <a:lnTo>
                    <a:pt x="6148" y="409"/>
                  </a:lnTo>
                  <a:lnTo>
                    <a:pt x="5828" y="230"/>
                  </a:lnTo>
                  <a:lnTo>
                    <a:pt x="57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7" name="Google Shape;1357;p78"/>
          <p:cNvSpPr txBox="1"/>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sz="600">
                <a:solidFill>
                  <a:srgbClr val="929292"/>
                </a:solidFill>
              </a:rPr>
              <a:t>‹#›</a:t>
            </a:fld>
            <a:endParaRPr sz="600">
              <a:solidFill>
                <a:srgbClr val="929292"/>
              </a:solidFill>
            </a:endParaRPr>
          </a:p>
        </p:txBody>
      </p:sp>
      <p:sp>
        <p:nvSpPr>
          <p:cNvPr id="1358" name="Google Shape;1358;p78"/>
          <p:cNvSpPr/>
          <p:nvPr/>
        </p:nvSpPr>
        <p:spPr>
          <a:xfrm>
            <a:off x="7541741" y="376811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59" name="Google Shape;1359;p78"/>
          <p:cNvSpPr/>
          <p:nvPr/>
        </p:nvSpPr>
        <p:spPr>
          <a:xfrm>
            <a:off x="7331964" y="214760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60" name="Google Shape;1360;p78"/>
          <p:cNvSpPr/>
          <p:nvPr/>
        </p:nvSpPr>
        <p:spPr>
          <a:xfrm>
            <a:off x="7569308" y="3818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cxnSp>
        <p:nvCxnSpPr>
          <p:cNvPr id="1361" name="Google Shape;1361;p78"/>
          <p:cNvCxnSpPr/>
          <p:nvPr/>
        </p:nvCxnSpPr>
        <p:spPr>
          <a:xfrm>
            <a:off x="629647" y="4047102"/>
            <a:ext cx="243900" cy="0"/>
          </a:xfrm>
          <a:prstGeom prst="straightConnector1">
            <a:avLst/>
          </a:prstGeom>
          <a:noFill/>
          <a:ln cap="flat" cmpd="sng" w="31750">
            <a:solidFill>
              <a:srgbClr val="29B5E8"/>
            </a:solidFill>
            <a:prstDash val="solid"/>
            <a:miter lim="800000"/>
            <a:headEnd len="sm" w="sm" type="none"/>
            <a:tailEnd len="sm" w="sm" type="none"/>
          </a:ln>
        </p:spPr>
      </p:cxnSp>
      <p:cxnSp>
        <p:nvCxnSpPr>
          <p:cNvPr id="1362" name="Google Shape;1362;p78"/>
          <p:cNvCxnSpPr/>
          <p:nvPr/>
        </p:nvCxnSpPr>
        <p:spPr>
          <a:xfrm>
            <a:off x="629647" y="4218552"/>
            <a:ext cx="243900" cy="0"/>
          </a:xfrm>
          <a:prstGeom prst="straightConnector1">
            <a:avLst/>
          </a:prstGeom>
          <a:noFill/>
          <a:ln cap="flat" cmpd="sng" w="31750">
            <a:solidFill>
              <a:srgbClr val="FF9F36"/>
            </a:solidFill>
            <a:prstDash val="solid"/>
            <a:miter lim="800000"/>
            <a:headEnd len="sm" w="sm" type="none"/>
            <a:tailEnd len="sm" w="sm" type="none"/>
          </a:ln>
        </p:spPr>
      </p:cxnSp>
      <p:cxnSp>
        <p:nvCxnSpPr>
          <p:cNvPr id="1363" name="Google Shape;1363;p78"/>
          <p:cNvCxnSpPr/>
          <p:nvPr/>
        </p:nvCxnSpPr>
        <p:spPr>
          <a:xfrm>
            <a:off x="629647" y="4390002"/>
            <a:ext cx="243900" cy="0"/>
          </a:xfrm>
          <a:prstGeom prst="straightConnector1">
            <a:avLst/>
          </a:prstGeom>
          <a:noFill/>
          <a:ln cap="flat" cmpd="sng" w="31750">
            <a:solidFill>
              <a:srgbClr val="D45B90"/>
            </a:solidFill>
            <a:prstDash val="solid"/>
            <a:miter lim="800000"/>
            <a:headEnd len="sm" w="sm" type="none"/>
            <a:tailEnd len="sm" w="sm" type="none"/>
          </a:ln>
        </p:spPr>
      </p:cxnSp>
      <p:pic>
        <p:nvPicPr>
          <p:cNvPr descr="A picture containing drawing&#10;&#10;Description automatically generated" id="1364" name="Google Shape;1364;p78"/>
          <p:cNvPicPr preferRelativeResize="0"/>
          <p:nvPr/>
        </p:nvPicPr>
        <p:blipFill rotWithShape="1">
          <a:blip r:embed="rId3">
            <a:alphaModFix/>
          </a:blip>
          <a:srcRect b="40910" l="11508" r="10833" t="40505"/>
          <a:stretch/>
        </p:blipFill>
        <p:spPr>
          <a:xfrm>
            <a:off x="977538" y="4335018"/>
            <a:ext cx="689338" cy="109968"/>
          </a:xfrm>
          <a:prstGeom prst="rect">
            <a:avLst/>
          </a:prstGeom>
          <a:noFill/>
          <a:ln>
            <a:noFill/>
          </a:ln>
        </p:spPr>
      </p:pic>
      <p:pic>
        <p:nvPicPr>
          <p:cNvPr descr="A picture containing plate, clock, drawing&#10;&#10;Description automatically generated" id="1365" name="Google Shape;1365;p78"/>
          <p:cNvPicPr preferRelativeResize="0"/>
          <p:nvPr/>
        </p:nvPicPr>
        <p:blipFill rotWithShape="1">
          <a:blip r:embed="rId4">
            <a:alphaModFix/>
          </a:blip>
          <a:srcRect b="0" l="0" r="0" t="0"/>
          <a:stretch/>
        </p:blipFill>
        <p:spPr>
          <a:xfrm>
            <a:off x="977538" y="4163234"/>
            <a:ext cx="174525" cy="104366"/>
          </a:xfrm>
          <a:prstGeom prst="rect">
            <a:avLst/>
          </a:prstGeom>
          <a:noFill/>
          <a:ln>
            <a:noFill/>
          </a:ln>
        </p:spPr>
      </p:pic>
      <p:sp>
        <p:nvSpPr>
          <p:cNvPr id="1366" name="Google Shape;1366;p78"/>
          <p:cNvSpPr/>
          <p:nvPr/>
        </p:nvSpPr>
        <p:spPr>
          <a:xfrm>
            <a:off x="2005618" y="234149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67" name="Google Shape;1367;p78"/>
          <p:cNvSpPr/>
          <p:nvPr/>
        </p:nvSpPr>
        <p:spPr>
          <a:xfrm>
            <a:off x="5476022" y="24574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68" name="Google Shape;1368;p78"/>
          <p:cNvSpPr/>
          <p:nvPr/>
        </p:nvSpPr>
        <p:spPr>
          <a:xfrm>
            <a:off x="7372164" y="21490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69" name="Google Shape;1369;p78"/>
          <p:cNvSpPr/>
          <p:nvPr/>
        </p:nvSpPr>
        <p:spPr>
          <a:xfrm>
            <a:off x="7100557" y="21490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0" name="Google Shape;1370;p78"/>
          <p:cNvSpPr/>
          <p:nvPr/>
        </p:nvSpPr>
        <p:spPr>
          <a:xfrm>
            <a:off x="5895095" y="261624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371" name="Google Shape;1371;p78"/>
          <p:cNvGrpSpPr/>
          <p:nvPr/>
        </p:nvGrpSpPr>
        <p:grpSpPr>
          <a:xfrm>
            <a:off x="2106281" y="1844211"/>
            <a:ext cx="638214" cy="533451"/>
            <a:chOff x="2427631" y="1902811"/>
            <a:chExt cx="638214" cy="533451"/>
          </a:xfrm>
        </p:grpSpPr>
        <p:sp>
          <p:nvSpPr>
            <p:cNvPr id="1372" name="Google Shape;1372;p78"/>
            <p:cNvSpPr/>
            <p:nvPr/>
          </p:nvSpPr>
          <p:spPr>
            <a:xfrm>
              <a:off x="2706088" y="190281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3" name="Google Shape;1373;p78"/>
            <p:cNvSpPr/>
            <p:nvPr/>
          </p:nvSpPr>
          <p:spPr>
            <a:xfrm>
              <a:off x="2868697" y="194216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4" name="Google Shape;1374;p78"/>
            <p:cNvSpPr/>
            <p:nvPr/>
          </p:nvSpPr>
          <p:spPr>
            <a:xfrm>
              <a:off x="2722833" y="201947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5" name="Google Shape;1375;p78"/>
            <p:cNvSpPr/>
            <p:nvPr/>
          </p:nvSpPr>
          <p:spPr>
            <a:xfrm>
              <a:off x="2597237" y="214126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6" name="Google Shape;1376;p78"/>
            <p:cNvSpPr/>
            <p:nvPr/>
          </p:nvSpPr>
          <p:spPr>
            <a:xfrm>
              <a:off x="2803715" y="217076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7" name="Google Shape;1377;p78"/>
            <p:cNvSpPr/>
            <p:nvPr/>
          </p:nvSpPr>
          <p:spPr>
            <a:xfrm>
              <a:off x="2766844" y="209702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8" name="Google Shape;1378;p78"/>
            <p:cNvSpPr/>
            <p:nvPr/>
          </p:nvSpPr>
          <p:spPr>
            <a:xfrm>
              <a:off x="2427631" y="21265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79" name="Google Shape;1379;p78"/>
            <p:cNvSpPr/>
            <p:nvPr/>
          </p:nvSpPr>
          <p:spPr>
            <a:xfrm>
              <a:off x="2693102" y="2207637"/>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0" name="Google Shape;1380;p78"/>
            <p:cNvSpPr/>
            <p:nvPr/>
          </p:nvSpPr>
          <p:spPr>
            <a:xfrm>
              <a:off x="2750864" y="21722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1" name="Google Shape;1381;p78"/>
            <p:cNvSpPr/>
            <p:nvPr/>
          </p:nvSpPr>
          <p:spPr>
            <a:xfrm>
              <a:off x="2532209" y="211288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382" name="Google Shape;1382;p78"/>
          <p:cNvSpPr/>
          <p:nvPr/>
        </p:nvSpPr>
        <p:spPr>
          <a:xfrm>
            <a:off x="6504285" y="291038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3" name="Google Shape;1383;p78"/>
          <p:cNvSpPr/>
          <p:nvPr/>
        </p:nvSpPr>
        <p:spPr>
          <a:xfrm>
            <a:off x="6440979" y="294374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384" name="Google Shape;1384;p78"/>
          <p:cNvGrpSpPr/>
          <p:nvPr/>
        </p:nvGrpSpPr>
        <p:grpSpPr>
          <a:xfrm>
            <a:off x="1508985" y="1912797"/>
            <a:ext cx="339510" cy="464858"/>
            <a:chOff x="1898735" y="1951372"/>
            <a:chExt cx="339510" cy="464858"/>
          </a:xfrm>
        </p:grpSpPr>
        <p:sp>
          <p:nvSpPr>
            <p:cNvPr id="1385" name="Google Shape;1385;p78"/>
            <p:cNvSpPr/>
            <p:nvPr/>
          </p:nvSpPr>
          <p:spPr>
            <a:xfrm>
              <a:off x="1928891" y="19513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6" name="Google Shape;1386;p78"/>
            <p:cNvSpPr/>
            <p:nvPr/>
          </p:nvSpPr>
          <p:spPr>
            <a:xfrm>
              <a:off x="1898735" y="204905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7" name="Google Shape;1387;p78"/>
            <p:cNvSpPr/>
            <p:nvPr/>
          </p:nvSpPr>
          <p:spPr>
            <a:xfrm>
              <a:off x="1900949" y="214073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88" name="Google Shape;1388;p78"/>
            <p:cNvSpPr/>
            <p:nvPr/>
          </p:nvSpPr>
          <p:spPr>
            <a:xfrm>
              <a:off x="2041097" y="218760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389" name="Google Shape;1389;p78"/>
          <p:cNvSpPr/>
          <p:nvPr/>
        </p:nvSpPr>
        <p:spPr>
          <a:xfrm>
            <a:off x="4631364" y="146358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pic>
        <p:nvPicPr>
          <p:cNvPr id="1390" name="Google Shape;1390;p78"/>
          <p:cNvPicPr preferRelativeResize="0"/>
          <p:nvPr/>
        </p:nvPicPr>
        <p:blipFill>
          <a:blip r:embed="rId5">
            <a:alphaModFix/>
          </a:blip>
          <a:stretch>
            <a:fillRect/>
          </a:stretch>
        </p:blipFill>
        <p:spPr>
          <a:xfrm>
            <a:off x="977550" y="3853225"/>
            <a:ext cx="689326" cy="387740"/>
          </a:xfrm>
          <a:prstGeom prst="rect">
            <a:avLst/>
          </a:prstGeom>
          <a:noFill/>
          <a:ln>
            <a:noFill/>
          </a:ln>
        </p:spPr>
      </p:pic>
      <p:sp>
        <p:nvSpPr>
          <p:cNvPr id="1391" name="Google Shape;1391;p78"/>
          <p:cNvSpPr txBox="1"/>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1000"/>
              </a:spcAft>
              <a:buNone/>
            </a:pPr>
            <a:r>
              <a:rPr b="1" lang="en" sz="2600">
                <a:solidFill>
                  <a:srgbClr val="262626"/>
                </a:solidFill>
              </a:rPr>
              <a:t>World Map</a:t>
            </a:r>
            <a:endParaRPr b="1" sz="2600">
              <a:solidFill>
                <a:srgbClr val="262626"/>
              </a:solidFill>
            </a:endParaRPr>
          </a:p>
        </p:txBody>
      </p:sp>
      <p:grpSp>
        <p:nvGrpSpPr>
          <p:cNvPr id="1392" name="Google Shape;1392;p78"/>
          <p:cNvGrpSpPr/>
          <p:nvPr/>
        </p:nvGrpSpPr>
        <p:grpSpPr>
          <a:xfrm>
            <a:off x="4086052" y="1598522"/>
            <a:ext cx="516422" cy="420974"/>
            <a:chOff x="3909352" y="1676072"/>
            <a:chExt cx="516422" cy="420974"/>
          </a:xfrm>
        </p:grpSpPr>
        <p:sp>
          <p:nvSpPr>
            <p:cNvPr id="1393" name="Google Shape;1393;p78"/>
            <p:cNvSpPr/>
            <p:nvPr/>
          </p:nvSpPr>
          <p:spPr>
            <a:xfrm>
              <a:off x="3921263" y="16760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394" name="Google Shape;1394;p78"/>
            <p:cNvGrpSpPr/>
            <p:nvPr/>
          </p:nvGrpSpPr>
          <p:grpSpPr>
            <a:xfrm>
              <a:off x="3947805" y="1706474"/>
              <a:ext cx="197149" cy="228614"/>
              <a:chOff x="2782029" y="4368192"/>
              <a:chExt cx="351989" cy="408167"/>
            </a:xfrm>
          </p:grpSpPr>
          <p:sp>
            <p:nvSpPr>
              <p:cNvPr id="1395" name="Google Shape;1395;p78"/>
              <p:cNvSpPr/>
              <p:nvPr/>
            </p:nvSpPr>
            <p:spPr>
              <a:xfrm>
                <a:off x="2782029" y="4368192"/>
                <a:ext cx="351989" cy="408167"/>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96" name="Google Shape;1396;p78"/>
              <p:cNvSpPr/>
              <p:nvPr/>
            </p:nvSpPr>
            <p:spPr>
              <a:xfrm>
                <a:off x="2816052" y="4451702"/>
                <a:ext cx="190924" cy="17373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grpSp>
        <p:sp>
          <p:nvSpPr>
            <p:cNvPr id="1397" name="Google Shape;1397;p78"/>
            <p:cNvSpPr/>
            <p:nvPr/>
          </p:nvSpPr>
          <p:spPr>
            <a:xfrm>
              <a:off x="3909352" y="173083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98" name="Google Shape;1398;p78"/>
            <p:cNvSpPr/>
            <p:nvPr/>
          </p:nvSpPr>
          <p:spPr>
            <a:xfrm>
              <a:off x="4248538" y="1754199"/>
              <a:ext cx="106937" cy="9730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399" name="Google Shape;1399;p78"/>
            <p:cNvSpPr/>
            <p:nvPr/>
          </p:nvSpPr>
          <p:spPr>
            <a:xfrm>
              <a:off x="4053958" y="17298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0" name="Google Shape;1400;p78"/>
            <p:cNvSpPr/>
            <p:nvPr/>
          </p:nvSpPr>
          <p:spPr>
            <a:xfrm>
              <a:off x="4176502" y="17160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1" name="Google Shape;1401;p78"/>
            <p:cNvSpPr/>
            <p:nvPr/>
          </p:nvSpPr>
          <p:spPr>
            <a:xfrm>
              <a:off x="4093091" y="18684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2" name="Google Shape;1402;p78"/>
            <p:cNvSpPr/>
            <p:nvPr/>
          </p:nvSpPr>
          <p:spPr>
            <a:xfrm>
              <a:off x="4073812" y="179120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3" name="Google Shape;1403;p78"/>
            <p:cNvSpPr/>
            <p:nvPr/>
          </p:nvSpPr>
          <p:spPr>
            <a:xfrm>
              <a:off x="4228626" y="186579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4" name="Google Shape;1404;p78"/>
            <p:cNvSpPr/>
            <p:nvPr/>
          </p:nvSpPr>
          <p:spPr>
            <a:xfrm>
              <a:off x="4213796" y="1706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405" name="Google Shape;1405;p78"/>
          <p:cNvSpPr/>
          <p:nvPr/>
        </p:nvSpPr>
        <p:spPr>
          <a:xfrm>
            <a:off x="6638129" y="315789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6" name="Google Shape;1406;p78"/>
          <p:cNvSpPr/>
          <p:nvPr/>
        </p:nvSpPr>
        <p:spPr>
          <a:xfrm>
            <a:off x="6568879" y="226237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7" name="Google Shape;1407;p78"/>
          <p:cNvSpPr/>
          <p:nvPr/>
        </p:nvSpPr>
        <p:spPr>
          <a:xfrm>
            <a:off x="5945722" y="26162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8" name="Google Shape;1408;p78"/>
          <p:cNvSpPr/>
          <p:nvPr/>
        </p:nvSpPr>
        <p:spPr>
          <a:xfrm>
            <a:off x="7287044" y="22064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409" name="Google Shape;1409;p78"/>
          <p:cNvSpPr/>
          <p:nvPr/>
        </p:nvSpPr>
        <p:spPr>
          <a:xfrm>
            <a:off x="3160639" y="36464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79"/>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800"/>
              </a:spcAft>
              <a:buNone/>
            </a:pPr>
            <a:r>
              <a:rPr lang="en"/>
              <a:t>CHARTS</a:t>
            </a:r>
            <a:br>
              <a:rPr lang="en"/>
            </a:br>
            <a:r>
              <a:rPr lang="en">
                <a:solidFill>
                  <a:schemeClr val="accent1"/>
                </a:solidFill>
              </a:rPr>
              <a:t>AND TABLES</a:t>
            </a:r>
            <a:endParaRPr>
              <a:solidFill>
                <a:schemeClr val="accen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80"/>
          <p:cNvSpPr txBox="1"/>
          <p:nvPr/>
        </p:nvSpPr>
        <p:spPr>
          <a:xfrm>
            <a:off x="6388100" y="2292244"/>
            <a:ext cx="1630200" cy="54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Gothic A1"/>
              <a:buNone/>
            </a:pPr>
            <a:r>
              <a:rPr b="1" lang="en" sz="4000">
                <a:solidFill>
                  <a:schemeClr val="accent2"/>
                </a:solidFill>
              </a:rPr>
              <a:t>25%</a:t>
            </a:r>
            <a:endParaRPr b="1" sz="4000">
              <a:solidFill>
                <a:schemeClr val="accent2"/>
              </a:solidFill>
            </a:endParaRPr>
          </a:p>
        </p:txBody>
      </p:sp>
      <p:sp>
        <p:nvSpPr>
          <p:cNvPr id="1420" name="Google Shape;1420;p80"/>
          <p:cNvSpPr txBox="1"/>
          <p:nvPr/>
        </p:nvSpPr>
        <p:spPr>
          <a:xfrm>
            <a:off x="3728163" y="3542519"/>
            <a:ext cx="1196100" cy="548100"/>
          </a:xfrm>
          <a:prstGeom prst="rect">
            <a:avLst/>
          </a:prstGeom>
          <a:noFill/>
          <a:ln>
            <a:noFill/>
          </a:ln>
        </p:spPr>
        <p:txBody>
          <a:bodyPr anchorCtr="0" anchor="t" bIns="91425" lIns="91425" spcFirstLastPara="1" rIns="91425" wrap="square" tIns="91425">
            <a:noAutofit/>
          </a:bodyPr>
          <a:lstStyle/>
          <a:p>
            <a:pPr indent="0" lvl="0" marL="12700" marR="5080" rtl="0" algn="ctr">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1421" name="Google Shape;1421;p80"/>
          <p:cNvSpPr txBox="1"/>
          <p:nvPr/>
        </p:nvSpPr>
        <p:spPr>
          <a:xfrm>
            <a:off x="6528950" y="3542519"/>
            <a:ext cx="1196100" cy="548100"/>
          </a:xfrm>
          <a:prstGeom prst="rect">
            <a:avLst/>
          </a:prstGeom>
          <a:noFill/>
          <a:ln>
            <a:noFill/>
          </a:ln>
        </p:spPr>
        <p:txBody>
          <a:bodyPr anchorCtr="0" anchor="t" bIns="91425" lIns="91425" spcFirstLastPara="1" rIns="91425" wrap="square" tIns="91425">
            <a:noAutofit/>
          </a:bodyPr>
          <a:lstStyle/>
          <a:p>
            <a:pPr indent="0" lvl="0" marL="12700" marR="5080" rtl="0" algn="ctr">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1422" name="Google Shape;1422;p80"/>
          <p:cNvSpPr txBox="1"/>
          <p:nvPr/>
        </p:nvSpPr>
        <p:spPr>
          <a:xfrm>
            <a:off x="3511100" y="2292244"/>
            <a:ext cx="1630200" cy="54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Gothic A1"/>
              <a:buNone/>
            </a:pPr>
            <a:r>
              <a:rPr b="1" lang="en" sz="4000">
                <a:solidFill>
                  <a:schemeClr val="accent1"/>
                </a:solidFill>
              </a:rPr>
              <a:t>75%</a:t>
            </a:r>
            <a:endParaRPr b="1" sz="4000">
              <a:solidFill>
                <a:schemeClr val="accent1"/>
              </a:solidFill>
            </a:endParaRPr>
          </a:p>
        </p:txBody>
      </p:sp>
      <p:grpSp>
        <p:nvGrpSpPr>
          <p:cNvPr id="1423" name="Google Shape;1423;p80"/>
          <p:cNvGrpSpPr/>
          <p:nvPr/>
        </p:nvGrpSpPr>
        <p:grpSpPr>
          <a:xfrm>
            <a:off x="5877113" y="1310140"/>
            <a:ext cx="2499900" cy="2499300"/>
            <a:chOff x="2836538" y="950021"/>
            <a:chExt cx="2499900" cy="2499300"/>
          </a:xfrm>
        </p:grpSpPr>
        <p:sp>
          <p:nvSpPr>
            <p:cNvPr id="1424" name="Google Shape;1424;p80"/>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25" name="Google Shape;1425;p80"/>
            <p:cNvSpPr/>
            <p:nvPr/>
          </p:nvSpPr>
          <p:spPr>
            <a:xfrm rot="8999657">
              <a:off x="3171046" y="1285309"/>
              <a:ext cx="1830883" cy="1828724"/>
            </a:xfrm>
            <a:prstGeom prst="blockArc">
              <a:avLst>
                <a:gd fmla="val 17950500" name="adj1"/>
                <a:gd fmla="val 1820733" name="adj2"/>
                <a:gd fmla="val 10702" name="adj3"/>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26" name="Google Shape;1426;p80"/>
          <p:cNvGrpSpPr/>
          <p:nvPr/>
        </p:nvGrpSpPr>
        <p:grpSpPr>
          <a:xfrm>
            <a:off x="3072275" y="1310140"/>
            <a:ext cx="2499900" cy="2499300"/>
            <a:chOff x="2836538" y="950021"/>
            <a:chExt cx="2499900" cy="2499300"/>
          </a:xfrm>
        </p:grpSpPr>
        <p:sp>
          <p:nvSpPr>
            <p:cNvPr id="1427" name="Google Shape;1427;p80"/>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28" name="Google Shape;1428;p80"/>
            <p:cNvSpPr/>
            <p:nvPr/>
          </p:nvSpPr>
          <p:spPr>
            <a:xfrm rot="8999657">
              <a:off x="3171046" y="1285309"/>
              <a:ext cx="1830883" cy="1828724"/>
            </a:xfrm>
            <a:prstGeom prst="blockArc">
              <a:avLst>
                <a:gd fmla="val 7174987" name="adj1"/>
                <a:gd fmla="val 1820733" name="adj2"/>
                <a:gd fmla="val 10702" name="adj3"/>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sp>
        <p:nvSpPr>
          <p:cNvPr id="1429" name="Google Shape;1429;p80"/>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430" name="Google Shape;1430;p80"/>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Pie Charts</a:t>
            </a:r>
            <a:endParaRPr/>
          </a:p>
        </p:txBody>
      </p:sp>
      <p:sp>
        <p:nvSpPr>
          <p:cNvPr id="1431" name="Google Shape;1431;p80"/>
          <p:cNvSpPr/>
          <p:nvPr/>
        </p:nvSpPr>
        <p:spPr>
          <a:xfrm>
            <a:off x="3286000" y="-8700"/>
            <a:ext cx="5417400" cy="1160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The doughnuts below are editable shapes: click on the doughnut shape then click on the colored part of it, you can then pull the yellow diamonds to readjust the shape to your percentage number.</a:t>
            </a:r>
            <a:endParaRPr sz="1100">
              <a:solidFill>
                <a:schemeClr val="lt1"/>
              </a:solidFill>
            </a:endParaRPr>
          </a:p>
          <a:p>
            <a:pPr indent="0" lvl="0" marL="0" rtl="0" algn="l">
              <a:lnSpc>
                <a:spcPct val="110000"/>
              </a:lnSpc>
              <a:spcBef>
                <a:spcPts val="600"/>
              </a:spcBef>
              <a:spcAft>
                <a:spcPts val="0"/>
              </a:spcAft>
              <a:buNone/>
            </a:pPr>
            <a:r>
              <a:rPr b="1" lang="en" sz="2000">
                <a:solidFill>
                  <a:schemeClr val="lt1"/>
                </a:solidFill>
              </a:rPr>
              <a:t>DELETE THIS BOX AFTER.</a:t>
            </a:r>
            <a:endParaRPr sz="2300">
              <a:solidFill>
                <a:schemeClr val="lt1"/>
              </a:solidFill>
            </a:endParaRPr>
          </a:p>
        </p:txBody>
      </p:sp>
      <p:sp>
        <p:nvSpPr>
          <p:cNvPr id="1432" name="Google Shape;1432;p80"/>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t>Lorem ipsum dolor sit amet, adipiscing elit, eiusmod tempor sed incididunt ut labore et dolore magna.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81"/>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Pie Charts</a:t>
            </a:r>
            <a:endParaRPr/>
          </a:p>
        </p:txBody>
      </p:sp>
      <p:sp>
        <p:nvSpPr>
          <p:cNvPr id="1438" name="Google Shape;1438;p81"/>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t>Lorem ipsum dolor sit amet, adipiscing elit, eiusmod tempor sed incididunt ut labore et dolore magna.</a:t>
            </a:r>
            <a:endParaRPr/>
          </a:p>
        </p:txBody>
      </p:sp>
      <p:sp>
        <p:nvSpPr>
          <p:cNvPr id="1439" name="Google Shape;1439;p81"/>
          <p:cNvSpPr txBox="1"/>
          <p:nvPr/>
        </p:nvSpPr>
        <p:spPr>
          <a:xfrm>
            <a:off x="5502336"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1440" name="Google Shape;1440;p81"/>
          <p:cNvSpPr txBox="1"/>
          <p:nvPr/>
        </p:nvSpPr>
        <p:spPr>
          <a:xfrm>
            <a:off x="3368374"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grpSp>
        <p:nvGrpSpPr>
          <p:cNvPr id="1441" name="Google Shape;1441;p81"/>
          <p:cNvGrpSpPr/>
          <p:nvPr/>
        </p:nvGrpSpPr>
        <p:grpSpPr>
          <a:xfrm>
            <a:off x="3066225" y="810277"/>
            <a:ext cx="1737181" cy="1736764"/>
            <a:chOff x="2836538" y="950021"/>
            <a:chExt cx="2499900" cy="2499300"/>
          </a:xfrm>
        </p:grpSpPr>
        <p:sp>
          <p:nvSpPr>
            <p:cNvPr id="1442" name="Google Shape;1442;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43" name="Google Shape;1443;p81"/>
            <p:cNvSpPr/>
            <p:nvPr/>
          </p:nvSpPr>
          <p:spPr>
            <a:xfrm rot="8999657">
              <a:off x="3171046" y="1285309"/>
              <a:ext cx="1830883" cy="1828724"/>
            </a:xfrm>
            <a:prstGeom prst="blockArc">
              <a:avLst>
                <a:gd fmla="val 7174987" name="adj1"/>
                <a:gd fmla="val 1820733" name="adj2"/>
                <a:gd fmla="val 10702" name="adj3"/>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44" name="Google Shape;1444;p81"/>
          <p:cNvGrpSpPr/>
          <p:nvPr/>
        </p:nvGrpSpPr>
        <p:grpSpPr>
          <a:xfrm>
            <a:off x="5200186" y="810277"/>
            <a:ext cx="1737181" cy="1736764"/>
            <a:chOff x="2836538" y="950021"/>
            <a:chExt cx="2499900" cy="2499300"/>
          </a:xfrm>
        </p:grpSpPr>
        <p:sp>
          <p:nvSpPr>
            <p:cNvPr id="1445" name="Google Shape;1445;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46" name="Google Shape;1446;p81"/>
            <p:cNvSpPr/>
            <p:nvPr/>
          </p:nvSpPr>
          <p:spPr>
            <a:xfrm rot="8999657">
              <a:off x="3171046" y="1285309"/>
              <a:ext cx="1830883" cy="1828724"/>
            </a:xfrm>
            <a:prstGeom prst="blockArc">
              <a:avLst>
                <a:gd fmla="val 17950500" name="adj1"/>
                <a:gd fmla="val 1820733" name="adj2"/>
                <a:gd fmla="val 10702" name="adj3"/>
              </a:avLst>
            </a:prstGeom>
            <a:solidFill>
              <a:schemeClr val="accent6"/>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47" name="Google Shape;1447;p81"/>
          <p:cNvGrpSpPr/>
          <p:nvPr/>
        </p:nvGrpSpPr>
        <p:grpSpPr>
          <a:xfrm>
            <a:off x="7157404" y="810277"/>
            <a:ext cx="1737181" cy="1736764"/>
            <a:chOff x="2836538" y="950021"/>
            <a:chExt cx="2499900" cy="2499300"/>
          </a:xfrm>
        </p:grpSpPr>
        <p:sp>
          <p:nvSpPr>
            <p:cNvPr id="1448" name="Google Shape;1448;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49" name="Google Shape;1449;p81"/>
            <p:cNvSpPr/>
            <p:nvPr/>
          </p:nvSpPr>
          <p:spPr>
            <a:xfrm rot="8999657">
              <a:off x="3171046" y="1285309"/>
              <a:ext cx="1830883" cy="1828724"/>
            </a:xfrm>
            <a:prstGeom prst="blockArc">
              <a:avLst>
                <a:gd fmla="val 12586644" name="adj1"/>
                <a:gd fmla="val 1820733" name="adj2"/>
                <a:gd fmla="val 10702" name="adj3"/>
              </a:avLst>
            </a:prstGeom>
            <a:solidFill>
              <a:schemeClr val="accent4"/>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sp>
        <p:nvSpPr>
          <p:cNvPr id="1450" name="Google Shape;1450;p81"/>
          <p:cNvSpPr txBox="1"/>
          <p:nvPr/>
        </p:nvSpPr>
        <p:spPr>
          <a:xfrm>
            <a:off x="7459553"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1451" name="Google Shape;1451;p81"/>
          <p:cNvSpPr txBox="1"/>
          <p:nvPr/>
        </p:nvSpPr>
        <p:spPr>
          <a:xfrm>
            <a:off x="5502336"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1452" name="Google Shape;1452;p81"/>
          <p:cNvSpPr txBox="1"/>
          <p:nvPr/>
        </p:nvSpPr>
        <p:spPr>
          <a:xfrm>
            <a:off x="3368374"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grpSp>
        <p:nvGrpSpPr>
          <p:cNvPr id="1453" name="Google Shape;1453;p81"/>
          <p:cNvGrpSpPr/>
          <p:nvPr/>
        </p:nvGrpSpPr>
        <p:grpSpPr>
          <a:xfrm>
            <a:off x="3066225" y="2889740"/>
            <a:ext cx="1737181" cy="1736764"/>
            <a:chOff x="2836538" y="950021"/>
            <a:chExt cx="2499900" cy="2499300"/>
          </a:xfrm>
        </p:grpSpPr>
        <p:sp>
          <p:nvSpPr>
            <p:cNvPr id="1454" name="Google Shape;1454;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55" name="Google Shape;1455;p81"/>
            <p:cNvSpPr/>
            <p:nvPr/>
          </p:nvSpPr>
          <p:spPr>
            <a:xfrm rot="8999657">
              <a:off x="3171046" y="1285309"/>
              <a:ext cx="1830883" cy="1828724"/>
            </a:xfrm>
            <a:prstGeom prst="blockArc">
              <a:avLst>
                <a:gd fmla="val 9716872" name="adj1"/>
                <a:gd fmla="val 1820733" name="adj2"/>
                <a:gd fmla="val 10702" name="adj3"/>
              </a:avLst>
            </a:prstGeom>
            <a:solidFill>
              <a:schemeClr val="accent3"/>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56" name="Google Shape;1456;p81"/>
          <p:cNvGrpSpPr/>
          <p:nvPr/>
        </p:nvGrpSpPr>
        <p:grpSpPr>
          <a:xfrm>
            <a:off x="5200186" y="2889740"/>
            <a:ext cx="1737181" cy="1736764"/>
            <a:chOff x="2836538" y="950021"/>
            <a:chExt cx="2499900" cy="2499300"/>
          </a:xfrm>
        </p:grpSpPr>
        <p:sp>
          <p:nvSpPr>
            <p:cNvPr id="1457" name="Google Shape;1457;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58" name="Google Shape;1458;p81"/>
            <p:cNvSpPr/>
            <p:nvPr/>
          </p:nvSpPr>
          <p:spPr>
            <a:xfrm rot="8999657">
              <a:off x="3171046" y="1285309"/>
              <a:ext cx="1830883" cy="1828724"/>
            </a:xfrm>
            <a:prstGeom prst="blockArc">
              <a:avLst>
                <a:gd fmla="val 2603144" name="adj1"/>
                <a:gd fmla="val 1820733" name="adj2"/>
                <a:gd fmla="val 10702" name="adj3"/>
              </a:avLst>
            </a:prstGeom>
            <a:solidFill>
              <a:schemeClr val="accent5"/>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59" name="Google Shape;1459;p81"/>
          <p:cNvGrpSpPr/>
          <p:nvPr/>
        </p:nvGrpSpPr>
        <p:grpSpPr>
          <a:xfrm>
            <a:off x="7157404" y="2889740"/>
            <a:ext cx="1737181" cy="1736764"/>
            <a:chOff x="2836538" y="950021"/>
            <a:chExt cx="2499900" cy="2499300"/>
          </a:xfrm>
        </p:grpSpPr>
        <p:sp>
          <p:nvSpPr>
            <p:cNvPr id="1460" name="Google Shape;1460;p81"/>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61" name="Google Shape;1461;p81"/>
            <p:cNvSpPr/>
            <p:nvPr/>
          </p:nvSpPr>
          <p:spPr>
            <a:xfrm rot="8999657">
              <a:off x="3171046" y="1285309"/>
              <a:ext cx="1830883" cy="1828724"/>
            </a:xfrm>
            <a:prstGeom prst="blockArc">
              <a:avLst>
                <a:gd fmla="val 16226094" name="adj1"/>
                <a:gd fmla="val 1820733" name="adj2"/>
                <a:gd fmla="val 10702" name="adj3"/>
              </a:avLst>
            </a:prstGeom>
            <a:solidFill>
              <a:schemeClr val="accent1"/>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sp>
        <p:nvSpPr>
          <p:cNvPr id="1462" name="Google Shape;1462;p81"/>
          <p:cNvSpPr txBox="1"/>
          <p:nvPr/>
        </p:nvSpPr>
        <p:spPr>
          <a:xfrm>
            <a:off x="7459553"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1463" name="Google Shape;1463;p81"/>
          <p:cNvSpPr txBox="1"/>
          <p:nvPr/>
        </p:nvSpPr>
        <p:spPr>
          <a:xfrm>
            <a:off x="5376936"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4" name="Google Shape;1464;p81"/>
          <p:cNvSpPr txBox="1"/>
          <p:nvPr/>
        </p:nvSpPr>
        <p:spPr>
          <a:xfrm>
            <a:off x="3242974"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5" name="Google Shape;1465;p81"/>
          <p:cNvSpPr txBox="1"/>
          <p:nvPr/>
        </p:nvSpPr>
        <p:spPr>
          <a:xfrm>
            <a:off x="7334153"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6" name="Google Shape;1466;p81"/>
          <p:cNvSpPr txBox="1"/>
          <p:nvPr/>
        </p:nvSpPr>
        <p:spPr>
          <a:xfrm>
            <a:off x="5376936"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7" name="Google Shape;1467;p81"/>
          <p:cNvSpPr txBox="1"/>
          <p:nvPr/>
        </p:nvSpPr>
        <p:spPr>
          <a:xfrm>
            <a:off x="3242974"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8" name="Google Shape;1468;p81"/>
          <p:cNvSpPr txBox="1"/>
          <p:nvPr/>
        </p:nvSpPr>
        <p:spPr>
          <a:xfrm>
            <a:off x="7334153"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469" name="Google Shape;1469;p81"/>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470" name="Google Shape;1470;p81"/>
          <p:cNvSpPr/>
          <p:nvPr/>
        </p:nvSpPr>
        <p:spPr>
          <a:xfrm>
            <a:off x="3286000" y="-8700"/>
            <a:ext cx="5400900" cy="10593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The doughnuts below are editable shapes: click on the doughnut shape then click on the colored part of it, you can then pull the yellow diamonds to readjust the shape to your percentage number.</a:t>
            </a:r>
            <a:endParaRPr sz="1100">
              <a:solidFill>
                <a:schemeClr val="lt1"/>
              </a:solidFill>
            </a:endParaRPr>
          </a:p>
          <a:p>
            <a:pPr indent="0" lvl="0" marL="0" rtl="0" algn="l">
              <a:lnSpc>
                <a:spcPct val="110000"/>
              </a:lnSpc>
              <a:spcBef>
                <a:spcPts val="600"/>
              </a:spcBef>
              <a:spcAft>
                <a:spcPts val="0"/>
              </a:spcAft>
              <a:buNone/>
            </a:pPr>
            <a:r>
              <a:rPr b="1" lang="en" sz="1800">
                <a:solidFill>
                  <a:schemeClr val="lt1"/>
                </a:solidFill>
              </a:rPr>
              <a:t>DELETE THIS BOX AFTER.</a:t>
            </a:r>
            <a:endParaRPr sz="21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82"/>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Pie Charts</a:t>
            </a:r>
            <a:br>
              <a:rPr lang="en"/>
            </a:br>
            <a:r>
              <a:rPr lang="en"/>
              <a:t>(Grayscale)</a:t>
            </a:r>
            <a:endParaRPr/>
          </a:p>
        </p:txBody>
      </p:sp>
      <p:sp>
        <p:nvSpPr>
          <p:cNvPr id="1476" name="Google Shape;1476;p82"/>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t>Lorem ipsum dolor sit amet, adipiscing elit, eiusmod tempor sed incididunt ut labore et dolore magna.</a:t>
            </a:r>
            <a:endParaRPr/>
          </a:p>
        </p:txBody>
      </p:sp>
      <p:sp>
        <p:nvSpPr>
          <p:cNvPr id="1477" name="Google Shape;1477;p82"/>
          <p:cNvSpPr txBox="1"/>
          <p:nvPr/>
        </p:nvSpPr>
        <p:spPr>
          <a:xfrm>
            <a:off x="5502336"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1478" name="Google Shape;1478;p82"/>
          <p:cNvSpPr txBox="1"/>
          <p:nvPr/>
        </p:nvSpPr>
        <p:spPr>
          <a:xfrm>
            <a:off x="3368374"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grpSp>
        <p:nvGrpSpPr>
          <p:cNvPr id="1479" name="Google Shape;1479;p82"/>
          <p:cNvGrpSpPr/>
          <p:nvPr/>
        </p:nvGrpSpPr>
        <p:grpSpPr>
          <a:xfrm>
            <a:off x="3066225" y="810277"/>
            <a:ext cx="1737181" cy="1736764"/>
            <a:chOff x="2836538" y="950021"/>
            <a:chExt cx="2499900" cy="2499300"/>
          </a:xfrm>
        </p:grpSpPr>
        <p:sp>
          <p:nvSpPr>
            <p:cNvPr id="1480" name="Google Shape;1480;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81" name="Google Shape;1481;p82"/>
            <p:cNvSpPr/>
            <p:nvPr/>
          </p:nvSpPr>
          <p:spPr>
            <a:xfrm rot="8999657">
              <a:off x="3171046" y="1285309"/>
              <a:ext cx="1830883" cy="1828724"/>
            </a:xfrm>
            <a:prstGeom prst="blockArc">
              <a:avLst>
                <a:gd fmla="val 7174987" name="adj1"/>
                <a:gd fmla="val 1820733" name="adj2"/>
                <a:gd fmla="val 10702" name="adj3"/>
              </a:avLst>
            </a:prstGeom>
            <a:solidFill>
              <a:srgbClr val="999999"/>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82" name="Google Shape;1482;p82"/>
          <p:cNvGrpSpPr/>
          <p:nvPr/>
        </p:nvGrpSpPr>
        <p:grpSpPr>
          <a:xfrm>
            <a:off x="5200186" y="810277"/>
            <a:ext cx="1737181" cy="1736764"/>
            <a:chOff x="2836538" y="950021"/>
            <a:chExt cx="2499900" cy="2499300"/>
          </a:xfrm>
        </p:grpSpPr>
        <p:sp>
          <p:nvSpPr>
            <p:cNvPr id="1483" name="Google Shape;1483;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84" name="Google Shape;1484;p82"/>
            <p:cNvSpPr/>
            <p:nvPr/>
          </p:nvSpPr>
          <p:spPr>
            <a:xfrm rot="8999657">
              <a:off x="3171046" y="1285309"/>
              <a:ext cx="1830883" cy="1828724"/>
            </a:xfrm>
            <a:prstGeom prst="blockArc">
              <a:avLst>
                <a:gd fmla="val 17950500" name="adj1"/>
                <a:gd fmla="val 1820733" name="adj2"/>
                <a:gd fmla="val 10702" name="adj3"/>
              </a:avLst>
            </a:prstGeom>
            <a:solidFill>
              <a:srgbClr val="CCCCCC"/>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85" name="Google Shape;1485;p82"/>
          <p:cNvGrpSpPr/>
          <p:nvPr/>
        </p:nvGrpSpPr>
        <p:grpSpPr>
          <a:xfrm>
            <a:off x="7157404" y="810277"/>
            <a:ext cx="1737181" cy="1736764"/>
            <a:chOff x="2836538" y="950021"/>
            <a:chExt cx="2499900" cy="2499300"/>
          </a:xfrm>
        </p:grpSpPr>
        <p:sp>
          <p:nvSpPr>
            <p:cNvPr id="1486" name="Google Shape;1486;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87" name="Google Shape;1487;p82"/>
            <p:cNvSpPr/>
            <p:nvPr/>
          </p:nvSpPr>
          <p:spPr>
            <a:xfrm rot="8999657">
              <a:off x="3171046" y="1285309"/>
              <a:ext cx="1830883" cy="1828724"/>
            </a:xfrm>
            <a:prstGeom prst="blockArc">
              <a:avLst>
                <a:gd fmla="val 12586644" name="adj1"/>
                <a:gd fmla="val 1820733" name="adj2"/>
                <a:gd fmla="val 10702" name="adj3"/>
              </a:avLst>
            </a:prstGeom>
            <a:solidFill>
              <a:srgbClr val="B7B7B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sp>
        <p:nvSpPr>
          <p:cNvPr id="1488" name="Google Shape;1488;p82"/>
          <p:cNvSpPr txBox="1"/>
          <p:nvPr/>
        </p:nvSpPr>
        <p:spPr>
          <a:xfrm>
            <a:off x="7459553" y="1492807"/>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1489" name="Google Shape;1489;p82"/>
          <p:cNvSpPr txBox="1"/>
          <p:nvPr/>
        </p:nvSpPr>
        <p:spPr>
          <a:xfrm>
            <a:off x="5502336"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1490" name="Google Shape;1490;p82"/>
          <p:cNvSpPr txBox="1"/>
          <p:nvPr/>
        </p:nvSpPr>
        <p:spPr>
          <a:xfrm>
            <a:off x="3368374"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grpSp>
        <p:nvGrpSpPr>
          <p:cNvPr id="1491" name="Google Shape;1491;p82"/>
          <p:cNvGrpSpPr/>
          <p:nvPr/>
        </p:nvGrpSpPr>
        <p:grpSpPr>
          <a:xfrm>
            <a:off x="3066225" y="2889740"/>
            <a:ext cx="1737181" cy="1736764"/>
            <a:chOff x="2836538" y="950021"/>
            <a:chExt cx="2499900" cy="2499300"/>
          </a:xfrm>
        </p:grpSpPr>
        <p:sp>
          <p:nvSpPr>
            <p:cNvPr id="1492" name="Google Shape;1492;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93" name="Google Shape;1493;p82"/>
            <p:cNvSpPr/>
            <p:nvPr/>
          </p:nvSpPr>
          <p:spPr>
            <a:xfrm rot="8999657">
              <a:off x="3171046" y="1285309"/>
              <a:ext cx="1830883" cy="1828724"/>
            </a:xfrm>
            <a:prstGeom prst="blockArc">
              <a:avLst>
                <a:gd fmla="val 9716872" name="adj1"/>
                <a:gd fmla="val 1820733" name="adj2"/>
                <a:gd fmla="val 10702" name="adj3"/>
              </a:avLst>
            </a:prstGeom>
            <a:solidFill>
              <a:srgbClr val="999999"/>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94" name="Google Shape;1494;p82"/>
          <p:cNvGrpSpPr/>
          <p:nvPr/>
        </p:nvGrpSpPr>
        <p:grpSpPr>
          <a:xfrm>
            <a:off x="5200186" y="2889740"/>
            <a:ext cx="1737181" cy="1736764"/>
            <a:chOff x="2836538" y="950021"/>
            <a:chExt cx="2499900" cy="2499300"/>
          </a:xfrm>
        </p:grpSpPr>
        <p:sp>
          <p:nvSpPr>
            <p:cNvPr id="1495" name="Google Shape;1495;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96" name="Google Shape;1496;p82"/>
            <p:cNvSpPr/>
            <p:nvPr/>
          </p:nvSpPr>
          <p:spPr>
            <a:xfrm rot="8999657">
              <a:off x="3171046" y="1285309"/>
              <a:ext cx="1830883" cy="1828724"/>
            </a:xfrm>
            <a:prstGeom prst="blockArc">
              <a:avLst>
                <a:gd fmla="val 2603144" name="adj1"/>
                <a:gd fmla="val 1820733" name="adj2"/>
                <a:gd fmla="val 10702" name="adj3"/>
              </a:avLst>
            </a:prstGeom>
            <a:solidFill>
              <a:srgbClr val="666666"/>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grpSp>
        <p:nvGrpSpPr>
          <p:cNvPr id="1497" name="Google Shape;1497;p82"/>
          <p:cNvGrpSpPr/>
          <p:nvPr/>
        </p:nvGrpSpPr>
        <p:grpSpPr>
          <a:xfrm>
            <a:off x="7157404" y="2889740"/>
            <a:ext cx="1737181" cy="1736764"/>
            <a:chOff x="2836538" y="950021"/>
            <a:chExt cx="2499900" cy="2499300"/>
          </a:xfrm>
        </p:grpSpPr>
        <p:sp>
          <p:nvSpPr>
            <p:cNvPr id="1498" name="Google Shape;1498;p82"/>
            <p:cNvSpPr/>
            <p:nvPr/>
          </p:nvSpPr>
          <p:spPr>
            <a:xfrm>
              <a:off x="3170978" y="1285306"/>
              <a:ext cx="1830900" cy="1828800"/>
            </a:xfrm>
            <a:prstGeom prst="blockArc">
              <a:avLst>
                <a:gd fmla="val 5386712" name="adj1"/>
                <a:gd fmla="val 5364533" name="adj2"/>
                <a:gd fmla="val 10707" name="adj3"/>
              </a:avLst>
            </a:prstGeom>
            <a:solidFill>
              <a:srgbClr val="EFEFEF"/>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sp>
          <p:nvSpPr>
            <p:cNvPr id="1499" name="Google Shape;1499;p82"/>
            <p:cNvSpPr/>
            <p:nvPr/>
          </p:nvSpPr>
          <p:spPr>
            <a:xfrm rot="8999657">
              <a:off x="3171046" y="1285309"/>
              <a:ext cx="1830883" cy="1828724"/>
            </a:xfrm>
            <a:prstGeom prst="blockArc">
              <a:avLst>
                <a:gd fmla="val 16226094" name="adj1"/>
                <a:gd fmla="val 1820733" name="adj2"/>
                <a:gd fmla="val 10702" name="adj3"/>
              </a:avLst>
            </a:prstGeom>
            <a:solidFill>
              <a:srgbClr val="B7B7B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800"/>
                <a:buFont typeface="Gothic A1"/>
                <a:buNone/>
              </a:pPr>
              <a:r>
                <a:t/>
              </a:r>
              <a:endParaRPr sz="1800">
                <a:solidFill>
                  <a:srgbClr val="000000"/>
                </a:solidFill>
                <a:latin typeface="Gothic A1"/>
                <a:ea typeface="Gothic A1"/>
                <a:cs typeface="Gothic A1"/>
                <a:sym typeface="Gothic A1"/>
              </a:endParaRPr>
            </a:p>
          </p:txBody>
        </p:sp>
      </p:grpSp>
      <p:sp>
        <p:nvSpPr>
          <p:cNvPr id="1500" name="Google Shape;1500;p82"/>
          <p:cNvSpPr txBox="1"/>
          <p:nvPr/>
        </p:nvSpPr>
        <p:spPr>
          <a:xfrm>
            <a:off x="7459553" y="3572270"/>
            <a:ext cx="11328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1501" name="Google Shape;1501;p82"/>
          <p:cNvSpPr txBox="1"/>
          <p:nvPr/>
        </p:nvSpPr>
        <p:spPr>
          <a:xfrm>
            <a:off x="5376936"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2" name="Google Shape;1502;p82"/>
          <p:cNvSpPr txBox="1"/>
          <p:nvPr/>
        </p:nvSpPr>
        <p:spPr>
          <a:xfrm>
            <a:off x="3242974"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3" name="Google Shape;1503;p82"/>
          <p:cNvSpPr txBox="1"/>
          <p:nvPr/>
        </p:nvSpPr>
        <p:spPr>
          <a:xfrm>
            <a:off x="7334153" y="640207"/>
            <a:ext cx="1383600" cy="4104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4" name="Google Shape;1504;p82"/>
          <p:cNvSpPr txBox="1"/>
          <p:nvPr/>
        </p:nvSpPr>
        <p:spPr>
          <a:xfrm>
            <a:off x="5376936"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5" name="Google Shape;1505;p82"/>
          <p:cNvSpPr txBox="1"/>
          <p:nvPr/>
        </p:nvSpPr>
        <p:spPr>
          <a:xfrm>
            <a:off x="3242974"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6" name="Google Shape;1506;p82"/>
          <p:cNvSpPr txBox="1"/>
          <p:nvPr/>
        </p:nvSpPr>
        <p:spPr>
          <a:xfrm>
            <a:off x="7334153" y="2723157"/>
            <a:ext cx="1383600" cy="41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507" name="Google Shape;1507;p82"/>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508" name="Google Shape;1508;p82"/>
          <p:cNvSpPr/>
          <p:nvPr/>
        </p:nvSpPr>
        <p:spPr>
          <a:xfrm>
            <a:off x="3286000" y="-8700"/>
            <a:ext cx="5400900" cy="10593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The doughnuts below are editable shapes: click on the doughnut shape then click on the colored part of it, you can then pull the yellow diamonds to readjust the shape to your percentage number.</a:t>
            </a:r>
            <a:endParaRPr sz="1100">
              <a:solidFill>
                <a:schemeClr val="lt1"/>
              </a:solidFill>
            </a:endParaRPr>
          </a:p>
          <a:p>
            <a:pPr indent="0" lvl="0" marL="0" rtl="0" algn="l">
              <a:lnSpc>
                <a:spcPct val="110000"/>
              </a:lnSpc>
              <a:spcBef>
                <a:spcPts val="600"/>
              </a:spcBef>
              <a:spcAft>
                <a:spcPts val="0"/>
              </a:spcAft>
              <a:buNone/>
            </a:pPr>
            <a:r>
              <a:rPr b="1" lang="en" sz="1800">
                <a:solidFill>
                  <a:schemeClr val="lt1"/>
                </a:solidFill>
              </a:rPr>
              <a:t>DELETE THIS BOX AFTER.</a:t>
            </a:r>
            <a:endParaRPr sz="21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cxnSp>
        <p:nvCxnSpPr>
          <p:cNvPr id="1513" name="Google Shape;1513;p83"/>
          <p:cNvCxnSpPr/>
          <p:nvPr/>
        </p:nvCxnSpPr>
        <p:spPr>
          <a:xfrm rot="10800000">
            <a:off x="3153750"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4" name="Google Shape;1514;p83"/>
          <p:cNvCxnSpPr/>
          <p:nvPr/>
        </p:nvCxnSpPr>
        <p:spPr>
          <a:xfrm rot="10800000">
            <a:off x="33191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5" name="Google Shape;1515;p83"/>
          <p:cNvCxnSpPr/>
          <p:nvPr/>
        </p:nvCxnSpPr>
        <p:spPr>
          <a:xfrm rot="10800000">
            <a:off x="4129438"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6" name="Google Shape;1516;p83"/>
          <p:cNvCxnSpPr/>
          <p:nvPr/>
        </p:nvCxnSpPr>
        <p:spPr>
          <a:xfrm rot="10800000">
            <a:off x="74228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7" name="Google Shape;1517;p83"/>
          <p:cNvCxnSpPr/>
          <p:nvPr/>
        </p:nvCxnSpPr>
        <p:spPr>
          <a:xfrm rot="10800000">
            <a:off x="65446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8" name="Google Shape;1518;p83"/>
          <p:cNvCxnSpPr/>
          <p:nvPr/>
        </p:nvCxnSpPr>
        <p:spPr>
          <a:xfrm rot="10800000">
            <a:off x="57172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519" name="Google Shape;1519;p83"/>
          <p:cNvCxnSpPr/>
          <p:nvPr/>
        </p:nvCxnSpPr>
        <p:spPr>
          <a:xfrm rot="10800000">
            <a:off x="4889825" y="1887100"/>
            <a:ext cx="0" cy="2213100"/>
          </a:xfrm>
          <a:prstGeom prst="straightConnector1">
            <a:avLst/>
          </a:prstGeom>
          <a:noFill/>
          <a:ln cap="flat" cmpd="sng" w="9525">
            <a:solidFill>
              <a:srgbClr val="BDC1C6"/>
            </a:solidFill>
            <a:prstDash val="solid"/>
            <a:round/>
            <a:headEnd len="med" w="med" type="none"/>
            <a:tailEnd len="med" w="med" type="diamond"/>
          </a:ln>
        </p:spPr>
      </p:cxnSp>
      <p:grpSp>
        <p:nvGrpSpPr>
          <p:cNvPr id="1520" name="Google Shape;1520;p83"/>
          <p:cNvGrpSpPr/>
          <p:nvPr/>
        </p:nvGrpSpPr>
        <p:grpSpPr>
          <a:xfrm>
            <a:off x="7958300" y="1797905"/>
            <a:ext cx="851550" cy="2344263"/>
            <a:chOff x="8216250" y="1797905"/>
            <a:chExt cx="851550" cy="2344263"/>
          </a:xfrm>
        </p:grpSpPr>
        <p:cxnSp>
          <p:nvCxnSpPr>
            <p:cNvPr id="1521" name="Google Shape;1521;p83"/>
            <p:cNvCxnSpPr/>
            <p:nvPr/>
          </p:nvCxnSpPr>
          <p:spPr>
            <a:xfrm rot="10800000">
              <a:off x="8558850" y="3756525"/>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22" name="Google Shape;1522;p83"/>
            <p:cNvCxnSpPr/>
            <p:nvPr/>
          </p:nvCxnSpPr>
          <p:spPr>
            <a:xfrm rot="10800000">
              <a:off x="8491200" y="380248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3" name="Google Shape;1523;p83"/>
            <p:cNvCxnSpPr/>
            <p:nvPr/>
          </p:nvCxnSpPr>
          <p:spPr>
            <a:xfrm rot="10800000">
              <a:off x="8491200" y="378047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4" name="Google Shape;1524;p83"/>
            <p:cNvCxnSpPr/>
            <p:nvPr/>
          </p:nvCxnSpPr>
          <p:spPr>
            <a:xfrm rot="10800000">
              <a:off x="8491200" y="375847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5" name="Google Shape;1525;p83"/>
            <p:cNvCxnSpPr/>
            <p:nvPr/>
          </p:nvCxnSpPr>
          <p:spPr>
            <a:xfrm rot="10800000">
              <a:off x="8491200" y="373647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6" name="Google Shape;1526;p83"/>
            <p:cNvCxnSpPr/>
            <p:nvPr/>
          </p:nvCxnSpPr>
          <p:spPr>
            <a:xfrm rot="10800000">
              <a:off x="8515500" y="3690183"/>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27" name="Google Shape;1527;p83"/>
            <p:cNvCxnSpPr/>
            <p:nvPr/>
          </p:nvCxnSpPr>
          <p:spPr>
            <a:xfrm rot="10800000">
              <a:off x="8491200" y="369405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8" name="Google Shape;1528;p83"/>
            <p:cNvCxnSpPr/>
            <p:nvPr/>
          </p:nvCxnSpPr>
          <p:spPr>
            <a:xfrm rot="10800000">
              <a:off x="8491200" y="367046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29" name="Google Shape;1529;p83"/>
            <p:cNvCxnSpPr/>
            <p:nvPr/>
          </p:nvCxnSpPr>
          <p:spPr>
            <a:xfrm rot="10800000">
              <a:off x="8491200" y="364846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0" name="Google Shape;1530;p83"/>
            <p:cNvCxnSpPr/>
            <p:nvPr/>
          </p:nvCxnSpPr>
          <p:spPr>
            <a:xfrm rot="10800000">
              <a:off x="8491200" y="362645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1" name="Google Shape;1531;p83"/>
            <p:cNvCxnSpPr/>
            <p:nvPr/>
          </p:nvCxnSpPr>
          <p:spPr>
            <a:xfrm rot="10800000">
              <a:off x="8558850" y="3536808"/>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32" name="Google Shape;1532;p83"/>
            <p:cNvCxnSpPr/>
            <p:nvPr/>
          </p:nvCxnSpPr>
          <p:spPr>
            <a:xfrm rot="10800000">
              <a:off x="8491200" y="358243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3" name="Google Shape;1533;p83"/>
            <p:cNvCxnSpPr/>
            <p:nvPr/>
          </p:nvCxnSpPr>
          <p:spPr>
            <a:xfrm rot="10800000">
              <a:off x="8491200" y="356042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4" name="Google Shape;1534;p83"/>
            <p:cNvCxnSpPr/>
            <p:nvPr/>
          </p:nvCxnSpPr>
          <p:spPr>
            <a:xfrm rot="10800000">
              <a:off x="8491200" y="353842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5" name="Google Shape;1535;p83"/>
            <p:cNvCxnSpPr/>
            <p:nvPr/>
          </p:nvCxnSpPr>
          <p:spPr>
            <a:xfrm rot="10800000">
              <a:off x="8491200" y="351642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6" name="Google Shape;1536;p83"/>
            <p:cNvCxnSpPr/>
            <p:nvPr/>
          </p:nvCxnSpPr>
          <p:spPr>
            <a:xfrm rot="10800000">
              <a:off x="8515500" y="3470133"/>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37" name="Google Shape;1537;p83"/>
            <p:cNvCxnSpPr/>
            <p:nvPr/>
          </p:nvCxnSpPr>
          <p:spPr>
            <a:xfrm rot="10800000">
              <a:off x="8491200" y="347400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8" name="Google Shape;1538;p83"/>
            <p:cNvCxnSpPr/>
            <p:nvPr/>
          </p:nvCxnSpPr>
          <p:spPr>
            <a:xfrm rot="10800000">
              <a:off x="8491200" y="345041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39" name="Google Shape;1539;p83"/>
            <p:cNvCxnSpPr/>
            <p:nvPr/>
          </p:nvCxnSpPr>
          <p:spPr>
            <a:xfrm rot="10800000">
              <a:off x="8491200" y="342841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0" name="Google Shape;1540;p83"/>
            <p:cNvCxnSpPr/>
            <p:nvPr/>
          </p:nvCxnSpPr>
          <p:spPr>
            <a:xfrm rot="10800000">
              <a:off x="8491200" y="340640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1" name="Google Shape;1541;p83"/>
            <p:cNvCxnSpPr/>
            <p:nvPr/>
          </p:nvCxnSpPr>
          <p:spPr>
            <a:xfrm rot="10800000">
              <a:off x="8558850" y="3316758"/>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42" name="Google Shape;1542;p83"/>
            <p:cNvCxnSpPr/>
            <p:nvPr/>
          </p:nvCxnSpPr>
          <p:spPr>
            <a:xfrm rot="10800000">
              <a:off x="8491200" y="33624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3" name="Google Shape;1543;p83"/>
            <p:cNvCxnSpPr/>
            <p:nvPr/>
          </p:nvCxnSpPr>
          <p:spPr>
            <a:xfrm rot="10800000">
              <a:off x="8491200" y="334039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4" name="Google Shape;1544;p83"/>
            <p:cNvCxnSpPr/>
            <p:nvPr/>
          </p:nvCxnSpPr>
          <p:spPr>
            <a:xfrm rot="10800000">
              <a:off x="8491200" y="33183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5" name="Google Shape;1545;p83"/>
            <p:cNvCxnSpPr/>
            <p:nvPr/>
          </p:nvCxnSpPr>
          <p:spPr>
            <a:xfrm rot="10800000">
              <a:off x="8491200" y="32963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6" name="Google Shape;1546;p83"/>
            <p:cNvCxnSpPr/>
            <p:nvPr/>
          </p:nvCxnSpPr>
          <p:spPr>
            <a:xfrm rot="10800000">
              <a:off x="8515500" y="3250104"/>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47" name="Google Shape;1547;p83"/>
            <p:cNvCxnSpPr/>
            <p:nvPr/>
          </p:nvCxnSpPr>
          <p:spPr>
            <a:xfrm rot="10800000">
              <a:off x="8491200" y="325397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8" name="Google Shape;1548;p83"/>
            <p:cNvCxnSpPr/>
            <p:nvPr/>
          </p:nvCxnSpPr>
          <p:spPr>
            <a:xfrm rot="10800000">
              <a:off x="8491200" y="323038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49" name="Google Shape;1549;p83"/>
            <p:cNvCxnSpPr/>
            <p:nvPr/>
          </p:nvCxnSpPr>
          <p:spPr>
            <a:xfrm rot="10800000">
              <a:off x="8491200" y="320838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0" name="Google Shape;1550;p83"/>
            <p:cNvCxnSpPr/>
            <p:nvPr/>
          </p:nvCxnSpPr>
          <p:spPr>
            <a:xfrm rot="10800000">
              <a:off x="8491200" y="318638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1" name="Google Shape;1551;p83"/>
            <p:cNvCxnSpPr/>
            <p:nvPr/>
          </p:nvCxnSpPr>
          <p:spPr>
            <a:xfrm rot="10800000">
              <a:off x="8558850" y="3096729"/>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52" name="Google Shape;1552;p83"/>
            <p:cNvCxnSpPr/>
            <p:nvPr/>
          </p:nvCxnSpPr>
          <p:spPr>
            <a:xfrm rot="10800000">
              <a:off x="8491200" y="314236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3" name="Google Shape;1553;p83"/>
            <p:cNvCxnSpPr/>
            <p:nvPr/>
          </p:nvCxnSpPr>
          <p:spPr>
            <a:xfrm rot="10800000">
              <a:off x="8491200" y="312035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4" name="Google Shape;1554;p83"/>
            <p:cNvCxnSpPr/>
            <p:nvPr/>
          </p:nvCxnSpPr>
          <p:spPr>
            <a:xfrm rot="10800000">
              <a:off x="8491200" y="309835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5" name="Google Shape;1555;p83"/>
            <p:cNvCxnSpPr/>
            <p:nvPr/>
          </p:nvCxnSpPr>
          <p:spPr>
            <a:xfrm rot="10800000">
              <a:off x="8491200" y="307635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6" name="Google Shape;1556;p83"/>
            <p:cNvCxnSpPr/>
            <p:nvPr/>
          </p:nvCxnSpPr>
          <p:spPr>
            <a:xfrm rot="10800000">
              <a:off x="8515500" y="3030064"/>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57" name="Google Shape;1557;p83"/>
            <p:cNvCxnSpPr/>
            <p:nvPr/>
          </p:nvCxnSpPr>
          <p:spPr>
            <a:xfrm rot="10800000">
              <a:off x="8491200" y="303393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8" name="Google Shape;1558;p83"/>
            <p:cNvCxnSpPr/>
            <p:nvPr/>
          </p:nvCxnSpPr>
          <p:spPr>
            <a:xfrm rot="10800000">
              <a:off x="8491200" y="301034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59" name="Google Shape;1559;p83"/>
            <p:cNvCxnSpPr/>
            <p:nvPr/>
          </p:nvCxnSpPr>
          <p:spPr>
            <a:xfrm rot="10800000">
              <a:off x="8491200" y="298834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0" name="Google Shape;1560;p83"/>
            <p:cNvCxnSpPr/>
            <p:nvPr/>
          </p:nvCxnSpPr>
          <p:spPr>
            <a:xfrm rot="10800000">
              <a:off x="8491200" y="296634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1" name="Google Shape;1561;p83"/>
            <p:cNvCxnSpPr/>
            <p:nvPr/>
          </p:nvCxnSpPr>
          <p:spPr>
            <a:xfrm rot="10800000">
              <a:off x="8558850" y="2876689"/>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62" name="Google Shape;1562;p83"/>
            <p:cNvCxnSpPr/>
            <p:nvPr/>
          </p:nvCxnSpPr>
          <p:spPr>
            <a:xfrm rot="10800000">
              <a:off x="8491200" y="292234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3" name="Google Shape;1563;p83"/>
            <p:cNvCxnSpPr/>
            <p:nvPr/>
          </p:nvCxnSpPr>
          <p:spPr>
            <a:xfrm rot="10800000">
              <a:off x="8491200" y="290033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4" name="Google Shape;1564;p83"/>
            <p:cNvCxnSpPr/>
            <p:nvPr/>
          </p:nvCxnSpPr>
          <p:spPr>
            <a:xfrm rot="10800000">
              <a:off x="8491200" y="287833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5" name="Google Shape;1565;p83"/>
            <p:cNvCxnSpPr/>
            <p:nvPr/>
          </p:nvCxnSpPr>
          <p:spPr>
            <a:xfrm rot="10800000">
              <a:off x="8491200" y="285633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6" name="Google Shape;1566;p83"/>
            <p:cNvCxnSpPr/>
            <p:nvPr/>
          </p:nvCxnSpPr>
          <p:spPr>
            <a:xfrm rot="10800000">
              <a:off x="8515500" y="2810045"/>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67" name="Google Shape;1567;p83"/>
            <p:cNvCxnSpPr/>
            <p:nvPr/>
          </p:nvCxnSpPr>
          <p:spPr>
            <a:xfrm rot="10800000">
              <a:off x="8491200" y="281391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8" name="Google Shape;1568;p83"/>
            <p:cNvCxnSpPr/>
            <p:nvPr/>
          </p:nvCxnSpPr>
          <p:spPr>
            <a:xfrm rot="10800000">
              <a:off x="8491200" y="279032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69" name="Google Shape;1569;p83"/>
            <p:cNvCxnSpPr/>
            <p:nvPr/>
          </p:nvCxnSpPr>
          <p:spPr>
            <a:xfrm rot="10800000">
              <a:off x="8491200" y="276832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0" name="Google Shape;1570;p83"/>
            <p:cNvCxnSpPr/>
            <p:nvPr/>
          </p:nvCxnSpPr>
          <p:spPr>
            <a:xfrm rot="10800000">
              <a:off x="8491200" y="274632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1" name="Google Shape;1571;p83"/>
            <p:cNvCxnSpPr/>
            <p:nvPr/>
          </p:nvCxnSpPr>
          <p:spPr>
            <a:xfrm rot="10800000">
              <a:off x="8558850" y="2656670"/>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72" name="Google Shape;1572;p83"/>
            <p:cNvCxnSpPr/>
            <p:nvPr/>
          </p:nvCxnSpPr>
          <p:spPr>
            <a:xfrm rot="10800000">
              <a:off x="8491200" y="270232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3" name="Google Shape;1573;p83"/>
            <p:cNvCxnSpPr/>
            <p:nvPr/>
          </p:nvCxnSpPr>
          <p:spPr>
            <a:xfrm rot="10800000">
              <a:off x="8491200" y="26803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4" name="Google Shape;1574;p83"/>
            <p:cNvCxnSpPr/>
            <p:nvPr/>
          </p:nvCxnSpPr>
          <p:spPr>
            <a:xfrm rot="10800000">
              <a:off x="8491200" y="265830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5" name="Google Shape;1575;p83"/>
            <p:cNvCxnSpPr/>
            <p:nvPr/>
          </p:nvCxnSpPr>
          <p:spPr>
            <a:xfrm rot="10800000">
              <a:off x="8491200" y="263630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6" name="Google Shape;1576;p83"/>
            <p:cNvCxnSpPr/>
            <p:nvPr/>
          </p:nvCxnSpPr>
          <p:spPr>
            <a:xfrm rot="10800000">
              <a:off x="8515500" y="2590016"/>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77" name="Google Shape;1577;p83"/>
            <p:cNvCxnSpPr/>
            <p:nvPr/>
          </p:nvCxnSpPr>
          <p:spPr>
            <a:xfrm rot="10800000">
              <a:off x="8491200" y="259388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8" name="Google Shape;1578;p83"/>
            <p:cNvCxnSpPr/>
            <p:nvPr/>
          </p:nvCxnSpPr>
          <p:spPr>
            <a:xfrm rot="10800000">
              <a:off x="8491200" y="257029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79" name="Google Shape;1579;p83"/>
            <p:cNvCxnSpPr/>
            <p:nvPr/>
          </p:nvCxnSpPr>
          <p:spPr>
            <a:xfrm rot="10800000">
              <a:off x="8491200" y="254829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0" name="Google Shape;1580;p83"/>
            <p:cNvCxnSpPr/>
            <p:nvPr/>
          </p:nvCxnSpPr>
          <p:spPr>
            <a:xfrm rot="10800000">
              <a:off x="8491200" y="252629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1" name="Google Shape;1581;p83"/>
            <p:cNvCxnSpPr/>
            <p:nvPr/>
          </p:nvCxnSpPr>
          <p:spPr>
            <a:xfrm rot="10800000">
              <a:off x="8558850" y="2436641"/>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82" name="Google Shape;1582;p83"/>
            <p:cNvCxnSpPr/>
            <p:nvPr/>
          </p:nvCxnSpPr>
          <p:spPr>
            <a:xfrm rot="10800000">
              <a:off x="8491200" y="248228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3" name="Google Shape;1583;p83"/>
            <p:cNvCxnSpPr/>
            <p:nvPr/>
          </p:nvCxnSpPr>
          <p:spPr>
            <a:xfrm rot="10800000">
              <a:off x="8491200" y="246026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4" name="Google Shape;1584;p83"/>
            <p:cNvCxnSpPr/>
            <p:nvPr/>
          </p:nvCxnSpPr>
          <p:spPr>
            <a:xfrm rot="10800000">
              <a:off x="8491200" y="243826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5" name="Google Shape;1585;p83"/>
            <p:cNvCxnSpPr/>
            <p:nvPr/>
          </p:nvCxnSpPr>
          <p:spPr>
            <a:xfrm rot="10800000">
              <a:off x="8491200" y="241626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6" name="Google Shape;1586;p83"/>
            <p:cNvCxnSpPr/>
            <p:nvPr/>
          </p:nvCxnSpPr>
          <p:spPr>
            <a:xfrm rot="10800000">
              <a:off x="8515500" y="2369976"/>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87" name="Google Shape;1587;p83"/>
            <p:cNvCxnSpPr/>
            <p:nvPr/>
          </p:nvCxnSpPr>
          <p:spPr>
            <a:xfrm rot="10800000">
              <a:off x="8491200" y="237384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8" name="Google Shape;1588;p83"/>
            <p:cNvCxnSpPr/>
            <p:nvPr/>
          </p:nvCxnSpPr>
          <p:spPr>
            <a:xfrm rot="10800000">
              <a:off x="8491200" y="235025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89" name="Google Shape;1589;p83"/>
            <p:cNvCxnSpPr/>
            <p:nvPr/>
          </p:nvCxnSpPr>
          <p:spPr>
            <a:xfrm rot="10800000">
              <a:off x="8491200" y="232825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0" name="Google Shape;1590;p83"/>
            <p:cNvCxnSpPr/>
            <p:nvPr/>
          </p:nvCxnSpPr>
          <p:spPr>
            <a:xfrm rot="10800000">
              <a:off x="8491200" y="230625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1" name="Google Shape;1591;p83"/>
            <p:cNvCxnSpPr/>
            <p:nvPr/>
          </p:nvCxnSpPr>
          <p:spPr>
            <a:xfrm rot="10800000">
              <a:off x="8558850" y="2216601"/>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592" name="Google Shape;1592;p83"/>
            <p:cNvCxnSpPr/>
            <p:nvPr/>
          </p:nvCxnSpPr>
          <p:spPr>
            <a:xfrm rot="10800000">
              <a:off x="8491200" y="226226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3" name="Google Shape;1593;p83"/>
            <p:cNvCxnSpPr/>
            <p:nvPr/>
          </p:nvCxnSpPr>
          <p:spPr>
            <a:xfrm rot="10800000">
              <a:off x="8491200" y="224025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4" name="Google Shape;1594;p83"/>
            <p:cNvCxnSpPr/>
            <p:nvPr/>
          </p:nvCxnSpPr>
          <p:spPr>
            <a:xfrm rot="10800000">
              <a:off x="8491200" y="221824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5" name="Google Shape;1595;p83"/>
            <p:cNvCxnSpPr/>
            <p:nvPr/>
          </p:nvCxnSpPr>
          <p:spPr>
            <a:xfrm rot="10800000">
              <a:off x="8491200" y="219624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6" name="Google Shape;1596;p83"/>
            <p:cNvCxnSpPr/>
            <p:nvPr/>
          </p:nvCxnSpPr>
          <p:spPr>
            <a:xfrm rot="10800000">
              <a:off x="8515500" y="2149957"/>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597" name="Google Shape;1597;p83"/>
            <p:cNvCxnSpPr/>
            <p:nvPr/>
          </p:nvCxnSpPr>
          <p:spPr>
            <a:xfrm rot="10800000">
              <a:off x="8491200" y="215382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8" name="Google Shape;1598;p83"/>
            <p:cNvCxnSpPr/>
            <p:nvPr/>
          </p:nvCxnSpPr>
          <p:spPr>
            <a:xfrm rot="10800000">
              <a:off x="8491200" y="213023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599" name="Google Shape;1599;p83"/>
            <p:cNvCxnSpPr/>
            <p:nvPr/>
          </p:nvCxnSpPr>
          <p:spPr>
            <a:xfrm rot="10800000">
              <a:off x="8491200" y="210823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0" name="Google Shape;1600;p83"/>
            <p:cNvCxnSpPr/>
            <p:nvPr/>
          </p:nvCxnSpPr>
          <p:spPr>
            <a:xfrm rot="10800000">
              <a:off x="8491200" y="208623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1" name="Google Shape;1601;p83"/>
            <p:cNvCxnSpPr/>
            <p:nvPr/>
          </p:nvCxnSpPr>
          <p:spPr>
            <a:xfrm rot="10800000">
              <a:off x="8558850" y="1996582"/>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602" name="Google Shape;1602;p83"/>
            <p:cNvCxnSpPr/>
            <p:nvPr/>
          </p:nvCxnSpPr>
          <p:spPr>
            <a:xfrm rot="10800000">
              <a:off x="8491200" y="204222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3" name="Google Shape;1603;p83"/>
            <p:cNvCxnSpPr/>
            <p:nvPr/>
          </p:nvCxnSpPr>
          <p:spPr>
            <a:xfrm rot="10800000">
              <a:off x="8491200" y="202021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4" name="Google Shape;1604;p83"/>
            <p:cNvCxnSpPr/>
            <p:nvPr/>
          </p:nvCxnSpPr>
          <p:spPr>
            <a:xfrm rot="10800000">
              <a:off x="8491200" y="199820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5" name="Google Shape;1605;p83"/>
            <p:cNvCxnSpPr/>
            <p:nvPr/>
          </p:nvCxnSpPr>
          <p:spPr>
            <a:xfrm rot="10800000">
              <a:off x="8491200" y="19762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6" name="Google Shape;1606;p83"/>
            <p:cNvCxnSpPr/>
            <p:nvPr/>
          </p:nvCxnSpPr>
          <p:spPr>
            <a:xfrm rot="10800000">
              <a:off x="8515500" y="1929918"/>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607" name="Google Shape;1607;p83"/>
            <p:cNvCxnSpPr/>
            <p:nvPr/>
          </p:nvCxnSpPr>
          <p:spPr>
            <a:xfrm rot="10800000">
              <a:off x="8491200" y="193379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8" name="Google Shape;1608;p83"/>
            <p:cNvCxnSpPr/>
            <p:nvPr/>
          </p:nvCxnSpPr>
          <p:spPr>
            <a:xfrm rot="10800000">
              <a:off x="8491200" y="19101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09" name="Google Shape;1609;p83"/>
            <p:cNvCxnSpPr/>
            <p:nvPr/>
          </p:nvCxnSpPr>
          <p:spPr>
            <a:xfrm rot="10800000">
              <a:off x="8491200" y="18881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0" name="Google Shape;1610;p83"/>
            <p:cNvCxnSpPr/>
            <p:nvPr/>
          </p:nvCxnSpPr>
          <p:spPr>
            <a:xfrm rot="10800000">
              <a:off x="8491200" y="186619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1" name="Google Shape;1611;p83"/>
            <p:cNvCxnSpPr/>
            <p:nvPr/>
          </p:nvCxnSpPr>
          <p:spPr>
            <a:xfrm rot="10800000">
              <a:off x="8558850" y="1776543"/>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612" name="Google Shape;1612;p83"/>
            <p:cNvCxnSpPr/>
            <p:nvPr/>
          </p:nvCxnSpPr>
          <p:spPr>
            <a:xfrm rot="10800000">
              <a:off x="8491200" y="182221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3" name="Google Shape;1613;p83"/>
            <p:cNvCxnSpPr/>
            <p:nvPr/>
          </p:nvCxnSpPr>
          <p:spPr>
            <a:xfrm rot="10800000">
              <a:off x="8491200" y="180020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4" name="Google Shape;1614;p83"/>
            <p:cNvCxnSpPr/>
            <p:nvPr/>
          </p:nvCxnSpPr>
          <p:spPr>
            <a:xfrm rot="10800000">
              <a:off x="8491200" y="177820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5" name="Google Shape;1615;p83"/>
            <p:cNvCxnSpPr/>
            <p:nvPr/>
          </p:nvCxnSpPr>
          <p:spPr>
            <a:xfrm rot="10800000">
              <a:off x="8491200" y="175620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6" name="Google Shape;1616;p83"/>
            <p:cNvCxnSpPr/>
            <p:nvPr/>
          </p:nvCxnSpPr>
          <p:spPr>
            <a:xfrm rot="10800000">
              <a:off x="8515500" y="1709909"/>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617" name="Google Shape;1617;p83"/>
            <p:cNvCxnSpPr/>
            <p:nvPr/>
          </p:nvCxnSpPr>
          <p:spPr>
            <a:xfrm rot="10800000">
              <a:off x="8491200" y="171378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8" name="Google Shape;1618;p83"/>
            <p:cNvCxnSpPr/>
            <p:nvPr/>
          </p:nvCxnSpPr>
          <p:spPr>
            <a:xfrm rot="10800000">
              <a:off x="8491200" y="169018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19" name="Google Shape;1619;p83"/>
            <p:cNvCxnSpPr/>
            <p:nvPr/>
          </p:nvCxnSpPr>
          <p:spPr>
            <a:xfrm rot="10800000">
              <a:off x="8491200" y="166818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20" name="Google Shape;1620;p83"/>
            <p:cNvCxnSpPr/>
            <p:nvPr/>
          </p:nvCxnSpPr>
          <p:spPr>
            <a:xfrm rot="10800000">
              <a:off x="8491200" y="164618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21" name="Google Shape;1621;p83"/>
            <p:cNvCxnSpPr/>
            <p:nvPr/>
          </p:nvCxnSpPr>
          <p:spPr>
            <a:xfrm rot="10800000">
              <a:off x="8558850" y="1556534"/>
              <a:ext cx="0" cy="685200"/>
            </a:xfrm>
            <a:prstGeom prst="straightConnector1">
              <a:avLst/>
            </a:prstGeom>
            <a:noFill/>
            <a:ln cap="flat" cmpd="sng" w="9525">
              <a:solidFill>
                <a:schemeClr val="accent6"/>
              </a:solidFill>
              <a:prstDash val="solid"/>
              <a:round/>
              <a:headEnd len="med" w="med" type="none"/>
              <a:tailEnd len="med" w="med" type="none"/>
            </a:ln>
          </p:spPr>
        </p:cxnSp>
        <p:sp>
          <p:nvSpPr>
            <p:cNvPr id="1622" name="Google Shape;1622;p83"/>
            <p:cNvSpPr txBox="1"/>
            <p:nvPr/>
          </p:nvSpPr>
          <p:spPr>
            <a:xfrm rot="-5400000">
              <a:off x="8896650" y="375229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10</a:t>
              </a:r>
              <a:endParaRPr b="1" sz="500">
                <a:solidFill>
                  <a:schemeClr val="accent6"/>
                </a:solidFill>
              </a:endParaRPr>
            </a:p>
          </p:txBody>
        </p:sp>
        <p:sp>
          <p:nvSpPr>
            <p:cNvPr id="1623" name="Google Shape;1623;p83"/>
            <p:cNvSpPr txBox="1"/>
            <p:nvPr/>
          </p:nvSpPr>
          <p:spPr>
            <a:xfrm rot="-5400000">
              <a:off x="8896650" y="3532262"/>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20</a:t>
              </a:r>
              <a:endParaRPr b="1" sz="500">
                <a:solidFill>
                  <a:schemeClr val="accent6"/>
                </a:solidFill>
              </a:endParaRPr>
            </a:p>
          </p:txBody>
        </p:sp>
        <p:sp>
          <p:nvSpPr>
            <p:cNvPr id="1624" name="Google Shape;1624;p83"/>
            <p:cNvSpPr txBox="1"/>
            <p:nvPr/>
          </p:nvSpPr>
          <p:spPr>
            <a:xfrm rot="-5400000">
              <a:off x="8896650" y="3312227"/>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30</a:t>
              </a:r>
              <a:endParaRPr b="1" sz="500">
                <a:solidFill>
                  <a:schemeClr val="accent6"/>
                </a:solidFill>
              </a:endParaRPr>
            </a:p>
          </p:txBody>
        </p:sp>
        <p:sp>
          <p:nvSpPr>
            <p:cNvPr id="1625" name="Google Shape;1625;p83"/>
            <p:cNvSpPr txBox="1"/>
            <p:nvPr/>
          </p:nvSpPr>
          <p:spPr>
            <a:xfrm rot="-5400000">
              <a:off x="8896650" y="309220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40</a:t>
              </a:r>
              <a:endParaRPr b="1" sz="500">
                <a:solidFill>
                  <a:schemeClr val="accent6"/>
                </a:solidFill>
              </a:endParaRPr>
            </a:p>
          </p:txBody>
        </p:sp>
        <p:sp>
          <p:nvSpPr>
            <p:cNvPr id="1626" name="Google Shape;1626;p83"/>
            <p:cNvSpPr txBox="1"/>
            <p:nvPr/>
          </p:nvSpPr>
          <p:spPr>
            <a:xfrm rot="-5400000">
              <a:off x="8896650" y="2872174"/>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50</a:t>
              </a:r>
              <a:endParaRPr b="1" sz="500">
                <a:solidFill>
                  <a:schemeClr val="accent6"/>
                </a:solidFill>
              </a:endParaRPr>
            </a:p>
          </p:txBody>
        </p:sp>
        <p:sp>
          <p:nvSpPr>
            <p:cNvPr id="1627" name="Google Shape;1627;p83"/>
            <p:cNvSpPr txBox="1"/>
            <p:nvPr/>
          </p:nvSpPr>
          <p:spPr>
            <a:xfrm rot="-5400000">
              <a:off x="8896650" y="265213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60</a:t>
              </a:r>
              <a:endParaRPr b="1" sz="500">
                <a:solidFill>
                  <a:schemeClr val="accent6"/>
                </a:solidFill>
              </a:endParaRPr>
            </a:p>
          </p:txBody>
        </p:sp>
        <p:sp>
          <p:nvSpPr>
            <p:cNvPr id="1628" name="Google Shape;1628;p83"/>
            <p:cNvSpPr txBox="1"/>
            <p:nvPr/>
          </p:nvSpPr>
          <p:spPr>
            <a:xfrm rot="-5400000">
              <a:off x="8896650" y="2432115"/>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70</a:t>
              </a:r>
              <a:endParaRPr b="1" sz="500">
                <a:solidFill>
                  <a:schemeClr val="accent6"/>
                </a:solidFill>
              </a:endParaRPr>
            </a:p>
          </p:txBody>
        </p:sp>
        <p:sp>
          <p:nvSpPr>
            <p:cNvPr id="1629" name="Google Shape;1629;p83"/>
            <p:cNvSpPr txBox="1"/>
            <p:nvPr/>
          </p:nvSpPr>
          <p:spPr>
            <a:xfrm rot="-5400000">
              <a:off x="8896650" y="2212080"/>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80</a:t>
              </a:r>
              <a:endParaRPr b="1" sz="500">
                <a:solidFill>
                  <a:schemeClr val="accent6"/>
                </a:solidFill>
              </a:endParaRPr>
            </a:p>
          </p:txBody>
        </p:sp>
        <p:sp>
          <p:nvSpPr>
            <p:cNvPr id="1630" name="Google Shape;1630;p83"/>
            <p:cNvSpPr txBox="1"/>
            <p:nvPr/>
          </p:nvSpPr>
          <p:spPr>
            <a:xfrm rot="-5400000">
              <a:off x="8896650" y="199206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90</a:t>
              </a:r>
              <a:endParaRPr b="1" sz="500">
                <a:solidFill>
                  <a:schemeClr val="accent6"/>
                </a:solidFill>
              </a:endParaRPr>
            </a:p>
          </p:txBody>
        </p:sp>
        <p:sp>
          <p:nvSpPr>
            <p:cNvPr id="1631" name="Google Shape;1631;p83"/>
            <p:cNvSpPr txBox="1"/>
            <p:nvPr/>
          </p:nvSpPr>
          <p:spPr>
            <a:xfrm rot="-5400000">
              <a:off x="8867550" y="1744055"/>
              <a:ext cx="1464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100</a:t>
              </a:r>
              <a:endParaRPr b="1" sz="500">
                <a:solidFill>
                  <a:schemeClr val="accent6"/>
                </a:solidFill>
              </a:endParaRPr>
            </a:p>
          </p:txBody>
        </p:sp>
        <p:sp>
          <p:nvSpPr>
            <p:cNvPr id="1632" name="Google Shape;1632;p83"/>
            <p:cNvSpPr txBox="1"/>
            <p:nvPr/>
          </p:nvSpPr>
          <p:spPr>
            <a:xfrm rot="-5400000">
              <a:off x="8818350" y="3862326"/>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5</a:t>
              </a:r>
              <a:endParaRPr b="1" sz="500">
                <a:solidFill>
                  <a:srgbClr val="5F6368"/>
                </a:solidFill>
              </a:endParaRPr>
            </a:p>
          </p:txBody>
        </p:sp>
        <p:sp>
          <p:nvSpPr>
            <p:cNvPr id="1633" name="Google Shape;1633;p83"/>
            <p:cNvSpPr txBox="1"/>
            <p:nvPr/>
          </p:nvSpPr>
          <p:spPr>
            <a:xfrm rot="-5400000">
              <a:off x="8818350" y="364216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15</a:t>
              </a:r>
              <a:endParaRPr b="1" sz="500">
                <a:solidFill>
                  <a:srgbClr val="5F6368"/>
                </a:solidFill>
              </a:endParaRPr>
            </a:p>
          </p:txBody>
        </p:sp>
        <p:sp>
          <p:nvSpPr>
            <p:cNvPr id="1634" name="Google Shape;1634;p83"/>
            <p:cNvSpPr txBox="1"/>
            <p:nvPr/>
          </p:nvSpPr>
          <p:spPr>
            <a:xfrm rot="-5400000">
              <a:off x="8818350" y="342222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25</a:t>
              </a:r>
              <a:endParaRPr b="1" sz="500">
                <a:solidFill>
                  <a:srgbClr val="5F6368"/>
                </a:solidFill>
              </a:endParaRPr>
            </a:p>
          </p:txBody>
        </p:sp>
        <p:sp>
          <p:nvSpPr>
            <p:cNvPr id="1635" name="Google Shape;1635;p83"/>
            <p:cNvSpPr txBox="1"/>
            <p:nvPr/>
          </p:nvSpPr>
          <p:spPr>
            <a:xfrm rot="-5400000">
              <a:off x="8818350" y="3202228"/>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35</a:t>
              </a:r>
              <a:endParaRPr b="1" sz="500">
                <a:solidFill>
                  <a:srgbClr val="5F6368"/>
                </a:solidFill>
              </a:endParaRPr>
            </a:p>
          </p:txBody>
        </p:sp>
        <p:sp>
          <p:nvSpPr>
            <p:cNvPr id="1636" name="Google Shape;1636;p83"/>
            <p:cNvSpPr txBox="1"/>
            <p:nvPr/>
          </p:nvSpPr>
          <p:spPr>
            <a:xfrm rot="-5400000">
              <a:off x="8818350" y="298219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45</a:t>
              </a:r>
              <a:endParaRPr b="1" sz="500">
                <a:solidFill>
                  <a:srgbClr val="5F6368"/>
                </a:solidFill>
              </a:endParaRPr>
            </a:p>
          </p:txBody>
        </p:sp>
        <p:sp>
          <p:nvSpPr>
            <p:cNvPr id="1637" name="Google Shape;1637;p83"/>
            <p:cNvSpPr txBox="1"/>
            <p:nvPr/>
          </p:nvSpPr>
          <p:spPr>
            <a:xfrm rot="-5400000">
              <a:off x="8818350" y="276213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55</a:t>
              </a:r>
              <a:endParaRPr b="1" sz="500">
                <a:solidFill>
                  <a:srgbClr val="5F6368"/>
                </a:solidFill>
              </a:endParaRPr>
            </a:p>
          </p:txBody>
        </p:sp>
        <p:sp>
          <p:nvSpPr>
            <p:cNvPr id="1638" name="Google Shape;1638;p83"/>
            <p:cNvSpPr txBox="1"/>
            <p:nvPr/>
          </p:nvSpPr>
          <p:spPr>
            <a:xfrm rot="-5400000">
              <a:off x="8818350" y="254209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65</a:t>
              </a:r>
              <a:endParaRPr b="1" sz="500">
                <a:solidFill>
                  <a:srgbClr val="5F6368"/>
                </a:solidFill>
              </a:endParaRPr>
            </a:p>
          </p:txBody>
        </p:sp>
        <p:sp>
          <p:nvSpPr>
            <p:cNvPr id="1639" name="Google Shape;1639;p83"/>
            <p:cNvSpPr txBox="1"/>
            <p:nvPr/>
          </p:nvSpPr>
          <p:spPr>
            <a:xfrm rot="-5400000">
              <a:off x="8818350" y="2322105"/>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75</a:t>
              </a:r>
              <a:endParaRPr b="1" sz="500">
                <a:solidFill>
                  <a:srgbClr val="5F6368"/>
                </a:solidFill>
              </a:endParaRPr>
            </a:p>
          </p:txBody>
        </p:sp>
        <p:sp>
          <p:nvSpPr>
            <p:cNvPr id="1640" name="Google Shape;1640;p83"/>
            <p:cNvSpPr txBox="1"/>
            <p:nvPr/>
          </p:nvSpPr>
          <p:spPr>
            <a:xfrm rot="-5400000">
              <a:off x="8818350" y="210208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85</a:t>
              </a:r>
              <a:endParaRPr b="1" sz="500">
                <a:solidFill>
                  <a:srgbClr val="5F6368"/>
                </a:solidFill>
              </a:endParaRPr>
            </a:p>
          </p:txBody>
        </p:sp>
        <p:sp>
          <p:nvSpPr>
            <p:cNvPr id="1641" name="Google Shape;1641;p83"/>
            <p:cNvSpPr txBox="1"/>
            <p:nvPr/>
          </p:nvSpPr>
          <p:spPr>
            <a:xfrm rot="-5400000">
              <a:off x="8818350" y="188202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95</a:t>
              </a:r>
              <a:endParaRPr b="1" sz="500">
                <a:solidFill>
                  <a:srgbClr val="5F6368"/>
                </a:solidFill>
              </a:endParaRPr>
            </a:p>
          </p:txBody>
        </p:sp>
        <p:sp>
          <p:nvSpPr>
            <p:cNvPr id="1642" name="Google Shape;1642;p83"/>
            <p:cNvSpPr txBox="1"/>
            <p:nvPr/>
          </p:nvSpPr>
          <p:spPr>
            <a:xfrm rot="-5400000">
              <a:off x="8896650" y="3971018"/>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0</a:t>
              </a:r>
              <a:endParaRPr b="1" sz="500">
                <a:solidFill>
                  <a:schemeClr val="accent6"/>
                </a:solidFill>
              </a:endParaRPr>
            </a:p>
          </p:txBody>
        </p:sp>
      </p:grpSp>
      <p:sp>
        <p:nvSpPr>
          <p:cNvPr id="1643" name="Google Shape;1643;p83"/>
          <p:cNvSpPr txBox="1"/>
          <p:nvPr/>
        </p:nvSpPr>
        <p:spPr>
          <a:xfrm>
            <a:off x="5415294"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54%</a:t>
            </a:r>
            <a:endParaRPr sz="1100">
              <a:solidFill>
                <a:srgbClr val="666666"/>
              </a:solidFill>
            </a:endParaRPr>
          </a:p>
        </p:txBody>
      </p:sp>
      <p:sp>
        <p:nvSpPr>
          <p:cNvPr id="1644" name="Google Shape;1644;p83"/>
          <p:cNvSpPr txBox="1"/>
          <p:nvPr/>
        </p:nvSpPr>
        <p:spPr>
          <a:xfrm>
            <a:off x="6245230"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45% </a:t>
            </a:r>
            <a:endParaRPr b="1" sz="1100">
              <a:solidFill>
                <a:schemeClr val="dk2"/>
              </a:solidFill>
            </a:endParaRPr>
          </a:p>
        </p:txBody>
      </p:sp>
      <p:sp>
        <p:nvSpPr>
          <p:cNvPr id="1645" name="Google Shape;1645;p83"/>
          <p:cNvSpPr txBox="1"/>
          <p:nvPr/>
        </p:nvSpPr>
        <p:spPr>
          <a:xfrm>
            <a:off x="7075165"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54%</a:t>
            </a:r>
            <a:endParaRPr sz="1100">
              <a:solidFill>
                <a:srgbClr val="666666"/>
              </a:solidFill>
            </a:endParaRPr>
          </a:p>
        </p:txBody>
      </p:sp>
      <p:sp>
        <p:nvSpPr>
          <p:cNvPr id="1646" name="Google Shape;1646;p83"/>
          <p:cNvSpPr txBox="1"/>
          <p:nvPr/>
        </p:nvSpPr>
        <p:spPr>
          <a:xfrm>
            <a:off x="3755423" y="14574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35% </a:t>
            </a:r>
            <a:endParaRPr sz="1100">
              <a:solidFill>
                <a:srgbClr val="666666"/>
              </a:solidFill>
            </a:endParaRPr>
          </a:p>
        </p:txBody>
      </p:sp>
      <p:sp>
        <p:nvSpPr>
          <p:cNvPr id="1647" name="Google Shape;1647;p83"/>
          <p:cNvSpPr txBox="1"/>
          <p:nvPr/>
        </p:nvSpPr>
        <p:spPr>
          <a:xfrm>
            <a:off x="4585359"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52%</a:t>
            </a:r>
            <a:endParaRPr sz="1100">
              <a:solidFill>
                <a:srgbClr val="666666"/>
              </a:solidFill>
            </a:endParaRPr>
          </a:p>
        </p:txBody>
      </p:sp>
      <p:sp>
        <p:nvSpPr>
          <p:cNvPr id="1648" name="Google Shape;1648;p83"/>
          <p:cNvSpPr txBox="1"/>
          <p:nvPr/>
        </p:nvSpPr>
        <p:spPr>
          <a:xfrm>
            <a:off x="2932276" y="14574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52%</a:t>
            </a:r>
            <a:endParaRPr sz="1100">
              <a:solidFill>
                <a:srgbClr val="666666"/>
              </a:solidFill>
            </a:endParaRPr>
          </a:p>
        </p:txBody>
      </p:sp>
      <p:sp>
        <p:nvSpPr>
          <p:cNvPr id="1649" name="Google Shape;1649;p83"/>
          <p:cNvSpPr/>
          <p:nvPr/>
        </p:nvSpPr>
        <p:spPr>
          <a:xfrm>
            <a:off x="3273425" y="2295150"/>
            <a:ext cx="91500" cy="180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83"/>
          <p:cNvSpPr/>
          <p:nvPr/>
        </p:nvSpPr>
        <p:spPr>
          <a:xfrm>
            <a:off x="7377125" y="2905525"/>
            <a:ext cx="91500" cy="119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83"/>
          <p:cNvSpPr/>
          <p:nvPr/>
        </p:nvSpPr>
        <p:spPr>
          <a:xfrm>
            <a:off x="4083686" y="2648800"/>
            <a:ext cx="91500" cy="1453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83"/>
          <p:cNvSpPr/>
          <p:nvPr/>
        </p:nvSpPr>
        <p:spPr>
          <a:xfrm>
            <a:off x="4841550" y="2955250"/>
            <a:ext cx="91500" cy="1147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83"/>
          <p:cNvSpPr/>
          <p:nvPr/>
        </p:nvSpPr>
        <p:spPr>
          <a:xfrm>
            <a:off x="6501438" y="3109400"/>
            <a:ext cx="91500" cy="993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83"/>
          <p:cNvSpPr/>
          <p:nvPr/>
        </p:nvSpPr>
        <p:spPr>
          <a:xfrm>
            <a:off x="5671500" y="2905450"/>
            <a:ext cx="91500" cy="1197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83"/>
          <p:cNvSpPr/>
          <p:nvPr/>
        </p:nvSpPr>
        <p:spPr>
          <a:xfrm>
            <a:off x="3107038" y="2955250"/>
            <a:ext cx="91500" cy="1147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6" name="Google Shape;1656;p83"/>
          <p:cNvCxnSpPr/>
          <p:nvPr/>
        </p:nvCxnSpPr>
        <p:spPr>
          <a:xfrm rot="10800000">
            <a:off x="3984225" y="1887100"/>
            <a:ext cx="0" cy="2213100"/>
          </a:xfrm>
          <a:prstGeom prst="straightConnector1">
            <a:avLst/>
          </a:prstGeom>
          <a:noFill/>
          <a:ln cap="flat" cmpd="sng" w="9525">
            <a:solidFill>
              <a:srgbClr val="BDC1C6"/>
            </a:solidFill>
            <a:prstDash val="solid"/>
            <a:round/>
            <a:headEnd len="med" w="med" type="none"/>
            <a:tailEnd len="med" w="med" type="diamond"/>
          </a:ln>
        </p:spPr>
      </p:cxnSp>
      <p:sp>
        <p:nvSpPr>
          <p:cNvPr id="1657" name="Google Shape;1657;p83"/>
          <p:cNvSpPr/>
          <p:nvPr/>
        </p:nvSpPr>
        <p:spPr>
          <a:xfrm>
            <a:off x="3938475" y="3336500"/>
            <a:ext cx="91500" cy="765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83"/>
          <p:cNvSpPr txBox="1"/>
          <p:nvPr/>
        </p:nvSpPr>
        <p:spPr>
          <a:xfrm>
            <a:off x="2932276"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82%</a:t>
            </a:r>
            <a:endParaRPr b="1" sz="1100">
              <a:solidFill>
                <a:schemeClr val="dk2"/>
              </a:solidFill>
            </a:endParaRPr>
          </a:p>
        </p:txBody>
      </p:sp>
      <p:sp>
        <p:nvSpPr>
          <p:cNvPr id="1659" name="Google Shape;1659;p83"/>
          <p:cNvSpPr txBox="1"/>
          <p:nvPr/>
        </p:nvSpPr>
        <p:spPr>
          <a:xfrm>
            <a:off x="3755423"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66% </a:t>
            </a:r>
            <a:endParaRPr b="1" sz="1100">
              <a:solidFill>
                <a:schemeClr val="dk2"/>
              </a:solidFill>
            </a:endParaRPr>
          </a:p>
        </p:txBody>
      </p:sp>
      <p:sp>
        <p:nvSpPr>
          <p:cNvPr id="1660" name="Google Shape;1660;p83"/>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61" name="Google Shape;1661;p83"/>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Column </a:t>
            </a:r>
            <a:br>
              <a:rPr lang="en"/>
            </a:br>
            <a:r>
              <a:rPr lang="en"/>
              <a:t>Chart</a:t>
            </a:r>
            <a:endParaRPr/>
          </a:p>
        </p:txBody>
      </p:sp>
      <p:sp>
        <p:nvSpPr>
          <p:cNvPr id="1662" name="Google Shape;1662;p83"/>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t>Lorem ipsum dolor sit amet, adipiscing elit, eiusmod tempor sed incididunt ut labore et dolore magna.</a:t>
            </a:r>
            <a:endParaRPr/>
          </a:p>
        </p:txBody>
      </p:sp>
      <p:sp>
        <p:nvSpPr>
          <p:cNvPr id="1663" name="Google Shape;1663;p83"/>
          <p:cNvSpPr/>
          <p:nvPr/>
        </p:nvSpPr>
        <p:spPr>
          <a:xfrm>
            <a:off x="3153750" y="-8700"/>
            <a:ext cx="5549700" cy="1160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This chart is not created using (and does not rely on) a spreadsheet and data. To edit, manually adjust the rectangles to the appropriate value using the number guide on the right to customise the bars to your figures. </a:t>
            </a:r>
            <a:endParaRPr sz="1100">
              <a:solidFill>
                <a:schemeClr val="lt1"/>
              </a:solidFill>
            </a:endParaRPr>
          </a:p>
          <a:p>
            <a:pPr indent="0" lvl="0" marL="0" rtl="0" algn="l">
              <a:lnSpc>
                <a:spcPct val="110000"/>
              </a:lnSpc>
              <a:spcBef>
                <a:spcPts val="0"/>
              </a:spcBef>
              <a:spcAft>
                <a:spcPts val="0"/>
              </a:spcAft>
              <a:buNone/>
            </a:pPr>
            <a:r>
              <a:rPr b="1" lang="en" sz="1900">
                <a:solidFill>
                  <a:schemeClr val="lt1"/>
                </a:solidFill>
              </a:rPr>
              <a:t>DELETE THIS BOX &amp; NUMBER GUIDE AFTER.</a:t>
            </a:r>
            <a:endParaRPr sz="2200">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cxnSp>
        <p:nvCxnSpPr>
          <p:cNvPr id="1668" name="Google Shape;1668;p84"/>
          <p:cNvCxnSpPr/>
          <p:nvPr/>
        </p:nvCxnSpPr>
        <p:spPr>
          <a:xfrm rot="10800000">
            <a:off x="3153750"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69" name="Google Shape;1669;p84"/>
          <p:cNvCxnSpPr/>
          <p:nvPr/>
        </p:nvCxnSpPr>
        <p:spPr>
          <a:xfrm rot="10800000">
            <a:off x="33191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70" name="Google Shape;1670;p84"/>
          <p:cNvCxnSpPr/>
          <p:nvPr/>
        </p:nvCxnSpPr>
        <p:spPr>
          <a:xfrm rot="10800000">
            <a:off x="4129438"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71" name="Google Shape;1671;p84"/>
          <p:cNvCxnSpPr/>
          <p:nvPr/>
        </p:nvCxnSpPr>
        <p:spPr>
          <a:xfrm rot="10800000">
            <a:off x="74228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72" name="Google Shape;1672;p84"/>
          <p:cNvCxnSpPr/>
          <p:nvPr/>
        </p:nvCxnSpPr>
        <p:spPr>
          <a:xfrm rot="10800000">
            <a:off x="65446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73" name="Google Shape;1673;p84"/>
          <p:cNvCxnSpPr/>
          <p:nvPr/>
        </p:nvCxnSpPr>
        <p:spPr>
          <a:xfrm rot="10800000">
            <a:off x="5717275" y="1887100"/>
            <a:ext cx="0" cy="2213100"/>
          </a:xfrm>
          <a:prstGeom prst="straightConnector1">
            <a:avLst/>
          </a:prstGeom>
          <a:noFill/>
          <a:ln cap="flat" cmpd="sng" w="9525">
            <a:solidFill>
              <a:srgbClr val="BDC1C6"/>
            </a:solidFill>
            <a:prstDash val="solid"/>
            <a:round/>
            <a:headEnd len="med" w="med" type="none"/>
            <a:tailEnd len="med" w="med" type="diamond"/>
          </a:ln>
        </p:spPr>
      </p:cxnSp>
      <p:cxnSp>
        <p:nvCxnSpPr>
          <p:cNvPr id="1674" name="Google Shape;1674;p84"/>
          <p:cNvCxnSpPr/>
          <p:nvPr/>
        </p:nvCxnSpPr>
        <p:spPr>
          <a:xfrm rot="10800000">
            <a:off x="4889825" y="1887100"/>
            <a:ext cx="0" cy="2213100"/>
          </a:xfrm>
          <a:prstGeom prst="straightConnector1">
            <a:avLst/>
          </a:prstGeom>
          <a:noFill/>
          <a:ln cap="flat" cmpd="sng" w="9525">
            <a:solidFill>
              <a:srgbClr val="BDC1C6"/>
            </a:solidFill>
            <a:prstDash val="solid"/>
            <a:round/>
            <a:headEnd len="med" w="med" type="none"/>
            <a:tailEnd len="med" w="med" type="diamond"/>
          </a:ln>
        </p:spPr>
      </p:cxnSp>
      <p:grpSp>
        <p:nvGrpSpPr>
          <p:cNvPr id="1675" name="Google Shape;1675;p84"/>
          <p:cNvGrpSpPr/>
          <p:nvPr/>
        </p:nvGrpSpPr>
        <p:grpSpPr>
          <a:xfrm>
            <a:off x="7958300" y="1797905"/>
            <a:ext cx="851550" cy="2344263"/>
            <a:chOff x="8216250" y="1797905"/>
            <a:chExt cx="851550" cy="2344263"/>
          </a:xfrm>
        </p:grpSpPr>
        <p:cxnSp>
          <p:nvCxnSpPr>
            <p:cNvPr id="1676" name="Google Shape;1676;p84"/>
            <p:cNvCxnSpPr/>
            <p:nvPr/>
          </p:nvCxnSpPr>
          <p:spPr>
            <a:xfrm rot="10800000">
              <a:off x="8558850" y="3756525"/>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677" name="Google Shape;1677;p84"/>
            <p:cNvCxnSpPr/>
            <p:nvPr/>
          </p:nvCxnSpPr>
          <p:spPr>
            <a:xfrm rot="10800000">
              <a:off x="8491200" y="380248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78" name="Google Shape;1678;p84"/>
            <p:cNvCxnSpPr/>
            <p:nvPr/>
          </p:nvCxnSpPr>
          <p:spPr>
            <a:xfrm rot="10800000">
              <a:off x="8491200" y="378047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79" name="Google Shape;1679;p84"/>
            <p:cNvCxnSpPr/>
            <p:nvPr/>
          </p:nvCxnSpPr>
          <p:spPr>
            <a:xfrm rot="10800000">
              <a:off x="8491200" y="375847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0" name="Google Shape;1680;p84"/>
            <p:cNvCxnSpPr/>
            <p:nvPr/>
          </p:nvCxnSpPr>
          <p:spPr>
            <a:xfrm rot="10800000">
              <a:off x="8491200" y="373647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1" name="Google Shape;1681;p84"/>
            <p:cNvCxnSpPr/>
            <p:nvPr/>
          </p:nvCxnSpPr>
          <p:spPr>
            <a:xfrm rot="10800000">
              <a:off x="8515500" y="3690183"/>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682" name="Google Shape;1682;p84"/>
            <p:cNvCxnSpPr/>
            <p:nvPr/>
          </p:nvCxnSpPr>
          <p:spPr>
            <a:xfrm rot="10800000">
              <a:off x="8491200" y="369405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3" name="Google Shape;1683;p84"/>
            <p:cNvCxnSpPr/>
            <p:nvPr/>
          </p:nvCxnSpPr>
          <p:spPr>
            <a:xfrm rot="10800000">
              <a:off x="8491200" y="367046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4" name="Google Shape;1684;p84"/>
            <p:cNvCxnSpPr/>
            <p:nvPr/>
          </p:nvCxnSpPr>
          <p:spPr>
            <a:xfrm rot="10800000">
              <a:off x="8491200" y="364846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5" name="Google Shape;1685;p84"/>
            <p:cNvCxnSpPr/>
            <p:nvPr/>
          </p:nvCxnSpPr>
          <p:spPr>
            <a:xfrm rot="10800000">
              <a:off x="8491200" y="362645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6" name="Google Shape;1686;p84"/>
            <p:cNvCxnSpPr/>
            <p:nvPr/>
          </p:nvCxnSpPr>
          <p:spPr>
            <a:xfrm rot="10800000">
              <a:off x="8558850" y="3536808"/>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687" name="Google Shape;1687;p84"/>
            <p:cNvCxnSpPr/>
            <p:nvPr/>
          </p:nvCxnSpPr>
          <p:spPr>
            <a:xfrm rot="10800000">
              <a:off x="8491200" y="358243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8" name="Google Shape;1688;p84"/>
            <p:cNvCxnSpPr/>
            <p:nvPr/>
          </p:nvCxnSpPr>
          <p:spPr>
            <a:xfrm rot="10800000">
              <a:off x="8491200" y="356042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89" name="Google Shape;1689;p84"/>
            <p:cNvCxnSpPr/>
            <p:nvPr/>
          </p:nvCxnSpPr>
          <p:spPr>
            <a:xfrm rot="10800000">
              <a:off x="8491200" y="353842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0" name="Google Shape;1690;p84"/>
            <p:cNvCxnSpPr/>
            <p:nvPr/>
          </p:nvCxnSpPr>
          <p:spPr>
            <a:xfrm rot="10800000">
              <a:off x="8491200" y="351642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1" name="Google Shape;1691;p84"/>
            <p:cNvCxnSpPr/>
            <p:nvPr/>
          </p:nvCxnSpPr>
          <p:spPr>
            <a:xfrm rot="10800000">
              <a:off x="8515500" y="3470133"/>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692" name="Google Shape;1692;p84"/>
            <p:cNvCxnSpPr/>
            <p:nvPr/>
          </p:nvCxnSpPr>
          <p:spPr>
            <a:xfrm rot="10800000">
              <a:off x="8491200" y="347400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3" name="Google Shape;1693;p84"/>
            <p:cNvCxnSpPr/>
            <p:nvPr/>
          </p:nvCxnSpPr>
          <p:spPr>
            <a:xfrm rot="10800000">
              <a:off x="8491200" y="345041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4" name="Google Shape;1694;p84"/>
            <p:cNvCxnSpPr/>
            <p:nvPr/>
          </p:nvCxnSpPr>
          <p:spPr>
            <a:xfrm rot="10800000">
              <a:off x="8491200" y="342841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5" name="Google Shape;1695;p84"/>
            <p:cNvCxnSpPr/>
            <p:nvPr/>
          </p:nvCxnSpPr>
          <p:spPr>
            <a:xfrm rot="10800000">
              <a:off x="8491200" y="340640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6" name="Google Shape;1696;p84"/>
            <p:cNvCxnSpPr/>
            <p:nvPr/>
          </p:nvCxnSpPr>
          <p:spPr>
            <a:xfrm rot="10800000">
              <a:off x="8558850" y="3316758"/>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697" name="Google Shape;1697;p84"/>
            <p:cNvCxnSpPr/>
            <p:nvPr/>
          </p:nvCxnSpPr>
          <p:spPr>
            <a:xfrm rot="10800000">
              <a:off x="8491200" y="33624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8" name="Google Shape;1698;p84"/>
            <p:cNvCxnSpPr/>
            <p:nvPr/>
          </p:nvCxnSpPr>
          <p:spPr>
            <a:xfrm rot="10800000">
              <a:off x="8491200" y="334039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699" name="Google Shape;1699;p84"/>
            <p:cNvCxnSpPr/>
            <p:nvPr/>
          </p:nvCxnSpPr>
          <p:spPr>
            <a:xfrm rot="10800000">
              <a:off x="8491200" y="33183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0" name="Google Shape;1700;p84"/>
            <p:cNvCxnSpPr/>
            <p:nvPr/>
          </p:nvCxnSpPr>
          <p:spPr>
            <a:xfrm rot="10800000">
              <a:off x="8491200" y="32963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1" name="Google Shape;1701;p84"/>
            <p:cNvCxnSpPr/>
            <p:nvPr/>
          </p:nvCxnSpPr>
          <p:spPr>
            <a:xfrm rot="10800000">
              <a:off x="8515500" y="3250104"/>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02" name="Google Shape;1702;p84"/>
            <p:cNvCxnSpPr/>
            <p:nvPr/>
          </p:nvCxnSpPr>
          <p:spPr>
            <a:xfrm rot="10800000">
              <a:off x="8491200" y="325397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3" name="Google Shape;1703;p84"/>
            <p:cNvCxnSpPr/>
            <p:nvPr/>
          </p:nvCxnSpPr>
          <p:spPr>
            <a:xfrm rot="10800000">
              <a:off x="8491200" y="323038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4" name="Google Shape;1704;p84"/>
            <p:cNvCxnSpPr/>
            <p:nvPr/>
          </p:nvCxnSpPr>
          <p:spPr>
            <a:xfrm rot="10800000">
              <a:off x="8491200" y="320838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5" name="Google Shape;1705;p84"/>
            <p:cNvCxnSpPr/>
            <p:nvPr/>
          </p:nvCxnSpPr>
          <p:spPr>
            <a:xfrm rot="10800000">
              <a:off x="8491200" y="318638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6" name="Google Shape;1706;p84"/>
            <p:cNvCxnSpPr/>
            <p:nvPr/>
          </p:nvCxnSpPr>
          <p:spPr>
            <a:xfrm rot="10800000">
              <a:off x="8558850" y="3096729"/>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07" name="Google Shape;1707;p84"/>
            <p:cNvCxnSpPr/>
            <p:nvPr/>
          </p:nvCxnSpPr>
          <p:spPr>
            <a:xfrm rot="10800000">
              <a:off x="8491200" y="314236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8" name="Google Shape;1708;p84"/>
            <p:cNvCxnSpPr/>
            <p:nvPr/>
          </p:nvCxnSpPr>
          <p:spPr>
            <a:xfrm rot="10800000">
              <a:off x="8491200" y="312035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09" name="Google Shape;1709;p84"/>
            <p:cNvCxnSpPr/>
            <p:nvPr/>
          </p:nvCxnSpPr>
          <p:spPr>
            <a:xfrm rot="10800000">
              <a:off x="8491200" y="309835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0" name="Google Shape;1710;p84"/>
            <p:cNvCxnSpPr/>
            <p:nvPr/>
          </p:nvCxnSpPr>
          <p:spPr>
            <a:xfrm rot="10800000">
              <a:off x="8491200" y="307635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1" name="Google Shape;1711;p84"/>
            <p:cNvCxnSpPr/>
            <p:nvPr/>
          </p:nvCxnSpPr>
          <p:spPr>
            <a:xfrm rot="10800000">
              <a:off x="8515500" y="3030064"/>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12" name="Google Shape;1712;p84"/>
            <p:cNvCxnSpPr/>
            <p:nvPr/>
          </p:nvCxnSpPr>
          <p:spPr>
            <a:xfrm rot="10800000">
              <a:off x="8491200" y="303393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3" name="Google Shape;1713;p84"/>
            <p:cNvCxnSpPr/>
            <p:nvPr/>
          </p:nvCxnSpPr>
          <p:spPr>
            <a:xfrm rot="10800000">
              <a:off x="8491200" y="301034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4" name="Google Shape;1714;p84"/>
            <p:cNvCxnSpPr/>
            <p:nvPr/>
          </p:nvCxnSpPr>
          <p:spPr>
            <a:xfrm rot="10800000">
              <a:off x="8491200" y="298834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5" name="Google Shape;1715;p84"/>
            <p:cNvCxnSpPr/>
            <p:nvPr/>
          </p:nvCxnSpPr>
          <p:spPr>
            <a:xfrm rot="10800000">
              <a:off x="8491200" y="296634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6" name="Google Shape;1716;p84"/>
            <p:cNvCxnSpPr/>
            <p:nvPr/>
          </p:nvCxnSpPr>
          <p:spPr>
            <a:xfrm rot="10800000">
              <a:off x="8558850" y="2876689"/>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17" name="Google Shape;1717;p84"/>
            <p:cNvCxnSpPr/>
            <p:nvPr/>
          </p:nvCxnSpPr>
          <p:spPr>
            <a:xfrm rot="10800000">
              <a:off x="8491200" y="292234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8" name="Google Shape;1718;p84"/>
            <p:cNvCxnSpPr/>
            <p:nvPr/>
          </p:nvCxnSpPr>
          <p:spPr>
            <a:xfrm rot="10800000">
              <a:off x="8491200" y="290033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19" name="Google Shape;1719;p84"/>
            <p:cNvCxnSpPr/>
            <p:nvPr/>
          </p:nvCxnSpPr>
          <p:spPr>
            <a:xfrm rot="10800000">
              <a:off x="8491200" y="287833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0" name="Google Shape;1720;p84"/>
            <p:cNvCxnSpPr/>
            <p:nvPr/>
          </p:nvCxnSpPr>
          <p:spPr>
            <a:xfrm rot="10800000">
              <a:off x="8491200" y="285633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1" name="Google Shape;1721;p84"/>
            <p:cNvCxnSpPr/>
            <p:nvPr/>
          </p:nvCxnSpPr>
          <p:spPr>
            <a:xfrm rot="10800000">
              <a:off x="8515500" y="2810045"/>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22" name="Google Shape;1722;p84"/>
            <p:cNvCxnSpPr/>
            <p:nvPr/>
          </p:nvCxnSpPr>
          <p:spPr>
            <a:xfrm rot="10800000">
              <a:off x="8491200" y="281391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3" name="Google Shape;1723;p84"/>
            <p:cNvCxnSpPr/>
            <p:nvPr/>
          </p:nvCxnSpPr>
          <p:spPr>
            <a:xfrm rot="10800000">
              <a:off x="8491200" y="279032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4" name="Google Shape;1724;p84"/>
            <p:cNvCxnSpPr/>
            <p:nvPr/>
          </p:nvCxnSpPr>
          <p:spPr>
            <a:xfrm rot="10800000">
              <a:off x="8491200" y="276832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5" name="Google Shape;1725;p84"/>
            <p:cNvCxnSpPr/>
            <p:nvPr/>
          </p:nvCxnSpPr>
          <p:spPr>
            <a:xfrm rot="10800000">
              <a:off x="8491200" y="274632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6" name="Google Shape;1726;p84"/>
            <p:cNvCxnSpPr/>
            <p:nvPr/>
          </p:nvCxnSpPr>
          <p:spPr>
            <a:xfrm rot="10800000">
              <a:off x="8558850" y="2656670"/>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27" name="Google Shape;1727;p84"/>
            <p:cNvCxnSpPr/>
            <p:nvPr/>
          </p:nvCxnSpPr>
          <p:spPr>
            <a:xfrm rot="10800000">
              <a:off x="8491200" y="270232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8" name="Google Shape;1728;p84"/>
            <p:cNvCxnSpPr/>
            <p:nvPr/>
          </p:nvCxnSpPr>
          <p:spPr>
            <a:xfrm rot="10800000">
              <a:off x="8491200" y="26803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29" name="Google Shape;1729;p84"/>
            <p:cNvCxnSpPr/>
            <p:nvPr/>
          </p:nvCxnSpPr>
          <p:spPr>
            <a:xfrm rot="10800000">
              <a:off x="8491200" y="265830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0" name="Google Shape;1730;p84"/>
            <p:cNvCxnSpPr/>
            <p:nvPr/>
          </p:nvCxnSpPr>
          <p:spPr>
            <a:xfrm rot="10800000">
              <a:off x="8491200" y="263630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1" name="Google Shape;1731;p84"/>
            <p:cNvCxnSpPr/>
            <p:nvPr/>
          </p:nvCxnSpPr>
          <p:spPr>
            <a:xfrm rot="10800000">
              <a:off x="8515500" y="2590016"/>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32" name="Google Shape;1732;p84"/>
            <p:cNvCxnSpPr/>
            <p:nvPr/>
          </p:nvCxnSpPr>
          <p:spPr>
            <a:xfrm rot="10800000">
              <a:off x="8491200" y="259388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3" name="Google Shape;1733;p84"/>
            <p:cNvCxnSpPr/>
            <p:nvPr/>
          </p:nvCxnSpPr>
          <p:spPr>
            <a:xfrm rot="10800000">
              <a:off x="8491200" y="257029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4" name="Google Shape;1734;p84"/>
            <p:cNvCxnSpPr/>
            <p:nvPr/>
          </p:nvCxnSpPr>
          <p:spPr>
            <a:xfrm rot="10800000">
              <a:off x="8491200" y="254829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5" name="Google Shape;1735;p84"/>
            <p:cNvCxnSpPr/>
            <p:nvPr/>
          </p:nvCxnSpPr>
          <p:spPr>
            <a:xfrm rot="10800000">
              <a:off x="8491200" y="252629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6" name="Google Shape;1736;p84"/>
            <p:cNvCxnSpPr/>
            <p:nvPr/>
          </p:nvCxnSpPr>
          <p:spPr>
            <a:xfrm rot="10800000">
              <a:off x="8558850" y="2436641"/>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37" name="Google Shape;1737;p84"/>
            <p:cNvCxnSpPr/>
            <p:nvPr/>
          </p:nvCxnSpPr>
          <p:spPr>
            <a:xfrm rot="10800000">
              <a:off x="8491200" y="248228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8" name="Google Shape;1738;p84"/>
            <p:cNvCxnSpPr/>
            <p:nvPr/>
          </p:nvCxnSpPr>
          <p:spPr>
            <a:xfrm rot="10800000">
              <a:off x="8491200" y="246026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39" name="Google Shape;1739;p84"/>
            <p:cNvCxnSpPr/>
            <p:nvPr/>
          </p:nvCxnSpPr>
          <p:spPr>
            <a:xfrm rot="10800000">
              <a:off x="8491200" y="243826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0" name="Google Shape;1740;p84"/>
            <p:cNvCxnSpPr/>
            <p:nvPr/>
          </p:nvCxnSpPr>
          <p:spPr>
            <a:xfrm rot="10800000">
              <a:off x="8491200" y="241626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1" name="Google Shape;1741;p84"/>
            <p:cNvCxnSpPr/>
            <p:nvPr/>
          </p:nvCxnSpPr>
          <p:spPr>
            <a:xfrm rot="10800000">
              <a:off x="8515500" y="2369976"/>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42" name="Google Shape;1742;p84"/>
            <p:cNvCxnSpPr/>
            <p:nvPr/>
          </p:nvCxnSpPr>
          <p:spPr>
            <a:xfrm rot="10800000">
              <a:off x="8491200" y="237384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3" name="Google Shape;1743;p84"/>
            <p:cNvCxnSpPr/>
            <p:nvPr/>
          </p:nvCxnSpPr>
          <p:spPr>
            <a:xfrm rot="10800000">
              <a:off x="8491200" y="235025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4" name="Google Shape;1744;p84"/>
            <p:cNvCxnSpPr/>
            <p:nvPr/>
          </p:nvCxnSpPr>
          <p:spPr>
            <a:xfrm rot="10800000">
              <a:off x="8491200" y="232825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5" name="Google Shape;1745;p84"/>
            <p:cNvCxnSpPr/>
            <p:nvPr/>
          </p:nvCxnSpPr>
          <p:spPr>
            <a:xfrm rot="10800000">
              <a:off x="8491200" y="230625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6" name="Google Shape;1746;p84"/>
            <p:cNvCxnSpPr/>
            <p:nvPr/>
          </p:nvCxnSpPr>
          <p:spPr>
            <a:xfrm rot="10800000">
              <a:off x="8558850" y="2216601"/>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47" name="Google Shape;1747;p84"/>
            <p:cNvCxnSpPr/>
            <p:nvPr/>
          </p:nvCxnSpPr>
          <p:spPr>
            <a:xfrm rot="10800000">
              <a:off x="8491200" y="226226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8" name="Google Shape;1748;p84"/>
            <p:cNvCxnSpPr/>
            <p:nvPr/>
          </p:nvCxnSpPr>
          <p:spPr>
            <a:xfrm rot="10800000">
              <a:off x="8491200" y="224025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49" name="Google Shape;1749;p84"/>
            <p:cNvCxnSpPr/>
            <p:nvPr/>
          </p:nvCxnSpPr>
          <p:spPr>
            <a:xfrm rot="10800000">
              <a:off x="8491200" y="221824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0" name="Google Shape;1750;p84"/>
            <p:cNvCxnSpPr/>
            <p:nvPr/>
          </p:nvCxnSpPr>
          <p:spPr>
            <a:xfrm rot="10800000">
              <a:off x="8491200" y="219624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1" name="Google Shape;1751;p84"/>
            <p:cNvCxnSpPr/>
            <p:nvPr/>
          </p:nvCxnSpPr>
          <p:spPr>
            <a:xfrm rot="10800000">
              <a:off x="8515500" y="2149957"/>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52" name="Google Shape;1752;p84"/>
            <p:cNvCxnSpPr/>
            <p:nvPr/>
          </p:nvCxnSpPr>
          <p:spPr>
            <a:xfrm rot="10800000">
              <a:off x="8491200" y="215382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3" name="Google Shape;1753;p84"/>
            <p:cNvCxnSpPr/>
            <p:nvPr/>
          </p:nvCxnSpPr>
          <p:spPr>
            <a:xfrm rot="10800000">
              <a:off x="8491200" y="213023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4" name="Google Shape;1754;p84"/>
            <p:cNvCxnSpPr/>
            <p:nvPr/>
          </p:nvCxnSpPr>
          <p:spPr>
            <a:xfrm rot="10800000">
              <a:off x="8491200" y="210823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5" name="Google Shape;1755;p84"/>
            <p:cNvCxnSpPr/>
            <p:nvPr/>
          </p:nvCxnSpPr>
          <p:spPr>
            <a:xfrm rot="10800000">
              <a:off x="8491200" y="2086233"/>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6" name="Google Shape;1756;p84"/>
            <p:cNvCxnSpPr/>
            <p:nvPr/>
          </p:nvCxnSpPr>
          <p:spPr>
            <a:xfrm rot="10800000">
              <a:off x="8558850" y="1996582"/>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57" name="Google Shape;1757;p84"/>
            <p:cNvCxnSpPr/>
            <p:nvPr/>
          </p:nvCxnSpPr>
          <p:spPr>
            <a:xfrm rot="10800000">
              <a:off x="8491200" y="204222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8" name="Google Shape;1758;p84"/>
            <p:cNvCxnSpPr/>
            <p:nvPr/>
          </p:nvCxnSpPr>
          <p:spPr>
            <a:xfrm rot="10800000">
              <a:off x="8491200" y="202021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59" name="Google Shape;1759;p84"/>
            <p:cNvCxnSpPr/>
            <p:nvPr/>
          </p:nvCxnSpPr>
          <p:spPr>
            <a:xfrm rot="10800000">
              <a:off x="8491200" y="1998209"/>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0" name="Google Shape;1760;p84"/>
            <p:cNvCxnSpPr/>
            <p:nvPr/>
          </p:nvCxnSpPr>
          <p:spPr>
            <a:xfrm rot="10800000">
              <a:off x="8491200" y="1976208"/>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1" name="Google Shape;1761;p84"/>
            <p:cNvCxnSpPr/>
            <p:nvPr/>
          </p:nvCxnSpPr>
          <p:spPr>
            <a:xfrm rot="10800000">
              <a:off x="8515500" y="1929918"/>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62" name="Google Shape;1762;p84"/>
            <p:cNvCxnSpPr/>
            <p:nvPr/>
          </p:nvCxnSpPr>
          <p:spPr>
            <a:xfrm rot="10800000">
              <a:off x="8491200" y="193379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3" name="Google Shape;1763;p84"/>
            <p:cNvCxnSpPr/>
            <p:nvPr/>
          </p:nvCxnSpPr>
          <p:spPr>
            <a:xfrm rot="10800000">
              <a:off x="8491200" y="19101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4" name="Google Shape;1764;p84"/>
            <p:cNvCxnSpPr/>
            <p:nvPr/>
          </p:nvCxnSpPr>
          <p:spPr>
            <a:xfrm rot="10800000">
              <a:off x="8491200" y="188819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5" name="Google Shape;1765;p84"/>
            <p:cNvCxnSpPr/>
            <p:nvPr/>
          </p:nvCxnSpPr>
          <p:spPr>
            <a:xfrm rot="10800000">
              <a:off x="8491200" y="1866194"/>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6" name="Google Shape;1766;p84"/>
            <p:cNvCxnSpPr/>
            <p:nvPr/>
          </p:nvCxnSpPr>
          <p:spPr>
            <a:xfrm rot="10800000">
              <a:off x="8558850" y="1776543"/>
              <a:ext cx="0" cy="685200"/>
            </a:xfrm>
            <a:prstGeom prst="straightConnector1">
              <a:avLst/>
            </a:prstGeom>
            <a:noFill/>
            <a:ln cap="flat" cmpd="sng" w="9525">
              <a:solidFill>
                <a:schemeClr val="accent6"/>
              </a:solidFill>
              <a:prstDash val="solid"/>
              <a:round/>
              <a:headEnd len="med" w="med" type="none"/>
              <a:tailEnd len="med" w="med" type="none"/>
            </a:ln>
          </p:spPr>
        </p:cxnSp>
        <p:cxnSp>
          <p:nvCxnSpPr>
            <p:cNvPr id="1767" name="Google Shape;1767;p84"/>
            <p:cNvCxnSpPr/>
            <p:nvPr/>
          </p:nvCxnSpPr>
          <p:spPr>
            <a:xfrm rot="10800000">
              <a:off x="8491200" y="1822212"/>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8" name="Google Shape;1768;p84"/>
            <p:cNvCxnSpPr/>
            <p:nvPr/>
          </p:nvCxnSpPr>
          <p:spPr>
            <a:xfrm rot="10800000">
              <a:off x="8491200" y="180020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69" name="Google Shape;1769;p84"/>
            <p:cNvCxnSpPr/>
            <p:nvPr/>
          </p:nvCxnSpPr>
          <p:spPr>
            <a:xfrm rot="10800000">
              <a:off x="8491200" y="177820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0" name="Google Shape;1770;p84"/>
            <p:cNvCxnSpPr/>
            <p:nvPr/>
          </p:nvCxnSpPr>
          <p:spPr>
            <a:xfrm rot="10800000">
              <a:off x="8491200" y="1756200"/>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1" name="Google Shape;1771;p84"/>
            <p:cNvCxnSpPr/>
            <p:nvPr/>
          </p:nvCxnSpPr>
          <p:spPr>
            <a:xfrm rot="10800000">
              <a:off x="8515500" y="1709909"/>
              <a:ext cx="0" cy="598500"/>
            </a:xfrm>
            <a:prstGeom prst="straightConnector1">
              <a:avLst/>
            </a:prstGeom>
            <a:noFill/>
            <a:ln cap="flat" cmpd="sng" w="9525">
              <a:solidFill>
                <a:srgbClr val="5F6368"/>
              </a:solidFill>
              <a:prstDash val="solid"/>
              <a:round/>
              <a:headEnd len="med" w="med" type="none"/>
              <a:tailEnd len="med" w="med" type="none"/>
            </a:ln>
          </p:spPr>
        </p:cxnSp>
        <p:cxnSp>
          <p:nvCxnSpPr>
            <p:cNvPr id="1772" name="Google Shape;1772;p84"/>
            <p:cNvCxnSpPr/>
            <p:nvPr/>
          </p:nvCxnSpPr>
          <p:spPr>
            <a:xfrm rot="10800000">
              <a:off x="8491200" y="1713781"/>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3" name="Google Shape;1773;p84"/>
            <p:cNvCxnSpPr/>
            <p:nvPr/>
          </p:nvCxnSpPr>
          <p:spPr>
            <a:xfrm rot="10800000">
              <a:off x="8491200" y="1690187"/>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4" name="Google Shape;1774;p84"/>
            <p:cNvCxnSpPr/>
            <p:nvPr/>
          </p:nvCxnSpPr>
          <p:spPr>
            <a:xfrm rot="10800000">
              <a:off x="8491200" y="1668186"/>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5" name="Google Shape;1775;p84"/>
            <p:cNvCxnSpPr/>
            <p:nvPr/>
          </p:nvCxnSpPr>
          <p:spPr>
            <a:xfrm rot="10800000">
              <a:off x="8491200" y="1646185"/>
              <a:ext cx="0" cy="549900"/>
            </a:xfrm>
            <a:prstGeom prst="straightConnector1">
              <a:avLst/>
            </a:prstGeom>
            <a:noFill/>
            <a:ln cap="flat" cmpd="sng" w="9525">
              <a:solidFill>
                <a:srgbClr val="BDC1C6"/>
              </a:solidFill>
              <a:prstDash val="solid"/>
              <a:round/>
              <a:headEnd len="med" w="med" type="none"/>
              <a:tailEnd len="med" w="med" type="none"/>
            </a:ln>
          </p:spPr>
        </p:cxnSp>
        <p:cxnSp>
          <p:nvCxnSpPr>
            <p:cNvPr id="1776" name="Google Shape;1776;p84"/>
            <p:cNvCxnSpPr/>
            <p:nvPr/>
          </p:nvCxnSpPr>
          <p:spPr>
            <a:xfrm rot="10800000">
              <a:off x="8558850" y="1556534"/>
              <a:ext cx="0" cy="685200"/>
            </a:xfrm>
            <a:prstGeom prst="straightConnector1">
              <a:avLst/>
            </a:prstGeom>
            <a:noFill/>
            <a:ln cap="flat" cmpd="sng" w="9525">
              <a:solidFill>
                <a:schemeClr val="accent6"/>
              </a:solidFill>
              <a:prstDash val="solid"/>
              <a:round/>
              <a:headEnd len="med" w="med" type="none"/>
              <a:tailEnd len="med" w="med" type="none"/>
            </a:ln>
          </p:spPr>
        </p:cxnSp>
        <p:sp>
          <p:nvSpPr>
            <p:cNvPr id="1777" name="Google Shape;1777;p84"/>
            <p:cNvSpPr txBox="1"/>
            <p:nvPr/>
          </p:nvSpPr>
          <p:spPr>
            <a:xfrm rot="-5400000">
              <a:off x="8896650" y="375229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10</a:t>
              </a:r>
              <a:endParaRPr b="1" sz="500">
                <a:solidFill>
                  <a:schemeClr val="accent6"/>
                </a:solidFill>
              </a:endParaRPr>
            </a:p>
          </p:txBody>
        </p:sp>
        <p:sp>
          <p:nvSpPr>
            <p:cNvPr id="1778" name="Google Shape;1778;p84"/>
            <p:cNvSpPr txBox="1"/>
            <p:nvPr/>
          </p:nvSpPr>
          <p:spPr>
            <a:xfrm rot="-5400000">
              <a:off x="8896650" y="3532262"/>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20</a:t>
              </a:r>
              <a:endParaRPr b="1" sz="500">
                <a:solidFill>
                  <a:schemeClr val="accent6"/>
                </a:solidFill>
              </a:endParaRPr>
            </a:p>
          </p:txBody>
        </p:sp>
        <p:sp>
          <p:nvSpPr>
            <p:cNvPr id="1779" name="Google Shape;1779;p84"/>
            <p:cNvSpPr txBox="1"/>
            <p:nvPr/>
          </p:nvSpPr>
          <p:spPr>
            <a:xfrm rot="-5400000">
              <a:off x="8896650" y="3312227"/>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30</a:t>
              </a:r>
              <a:endParaRPr b="1" sz="500">
                <a:solidFill>
                  <a:schemeClr val="accent6"/>
                </a:solidFill>
              </a:endParaRPr>
            </a:p>
          </p:txBody>
        </p:sp>
        <p:sp>
          <p:nvSpPr>
            <p:cNvPr id="1780" name="Google Shape;1780;p84"/>
            <p:cNvSpPr txBox="1"/>
            <p:nvPr/>
          </p:nvSpPr>
          <p:spPr>
            <a:xfrm rot="-5400000">
              <a:off x="8896650" y="309220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40</a:t>
              </a:r>
              <a:endParaRPr b="1" sz="500">
                <a:solidFill>
                  <a:schemeClr val="accent6"/>
                </a:solidFill>
              </a:endParaRPr>
            </a:p>
          </p:txBody>
        </p:sp>
        <p:sp>
          <p:nvSpPr>
            <p:cNvPr id="1781" name="Google Shape;1781;p84"/>
            <p:cNvSpPr txBox="1"/>
            <p:nvPr/>
          </p:nvSpPr>
          <p:spPr>
            <a:xfrm rot="-5400000">
              <a:off x="8896650" y="2872174"/>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50</a:t>
              </a:r>
              <a:endParaRPr b="1" sz="500">
                <a:solidFill>
                  <a:schemeClr val="accent6"/>
                </a:solidFill>
              </a:endParaRPr>
            </a:p>
          </p:txBody>
        </p:sp>
        <p:sp>
          <p:nvSpPr>
            <p:cNvPr id="1782" name="Google Shape;1782;p84"/>
            <p:cNvSpPr txBox="1"/>
            <p:nvPr/>
          </p:nvSpPr>
          <p:spPr>
            <a:xfrm rot="-5400000">
              <a:off x="8896650" y="265213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60</a:t>
              </a:r>
              <a:endParaRPr b="1" sz="500">
                <a:solidFill>
                  <a:schemeClr val="accent6"/>
                </a:solidFill>
              </a:endParaRPr>
            </a:p>
          </p:txBody>
        </p:sp>
        <p:sp>
          <p:nvSpPr>
            <p:cNvPr id="1783" name="Google Shape;1783;p84"/>
            <p:cNvSpPr txBox="1"/>
            <p:nvPr/>
          </p:nvSpPr>
          <p:spPr>
            <a:xfrm rot="-5400000">
              <a:off x="8896650" y="2432115"/>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70</a:t>
              </a:r>
              <a:endParaRPr b="1" sz="500">
                <a:solidFill>
                  <a:schemeClr val="accent6"/>
                </a:solidFill>
              </a:endParaRPr>
            </a:p>
          </p:txBody>
        </p:sp>
        <p:sp>
          <p:nvSpPr>
            <p:cNvPr id="1784" name="Google Shape;1784;p84"/>
            <p:cNvSpPr txBox="1"/>
            <p:nvPr/>
          </p:nvSpPr>
          <p:spPr>
            <a:xfrm rot="-5400000">
              <a:off x="8896650" y="2212080"/>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80</a:t>
              </a:r>
              <a:endParaRPr b="1" sz="500">
                <a:solidFill>
                  <a:schemeClr val="accent6"/>
                </a:solidFill>
              </a:endParaRPr>
            </a:p>
          </p:txBody>
        </p:sp>
        <p:sp>
          <p:nvSpPr>
            <p:cNvPr id="1785" name="Google Shape;1785;p84"/>
            <p:cNvSpPr txBox="1"/>
            <p:nvPr/>
          </p:nvSpPr>
          <p:spPr>
            <a:xfrm rot="-5400000">
              <a:off x="8896650" y="199206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90</a:t>
              </a:r>
              <a:endParaRPr b="1" sz="500">
                <a:solidFill>
                  <a:schemeClr val="accent6"/>
                </a:solidFill>
              </a:endParaRPr>
            </a:p>
          </p:txBody>
        </p:sp>
        <p:sp>
          <p:nvSpPr>
            <p:cNvPr id="1786" name="Google Shape;1786;p84"/>
            <p:cNvSpPr txBox="1"/>
            <p:nvPr/>
          </p:nvSpPr>
          <p:spPr>
            <a:xfrm rot="-5400000">
              <a:off x="8867550" y="1744055"/>
              <a:ext cx="1464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100</a:t>
              </a:r>
              <a:endParaRPr b="1" sz="500">
                <a:solidFill>
                  <a:schemeClr val="accent6"/>
                </a:solidFill>
              </a:endParaRPr>
            </a:p>
          </p:txBody>
        </p:sp>
        <p:sp>
          <p:nvSpPr>
            <p:cNvPr id="1787" name="Google Shape;1787;p84"/>
            <p:cNvSpPr txBox="1"/>
            <p:nvPr/>
          </p:nvSpPr>
          <p:spPr>
            <a:xfrm rot="-5400000">
              <a:off x="8818350" y="3862326"/>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5</a:t>
              </a:r>
              <a:endParaRPr b="1" sz="500">
                <a:solidFill>
                  <a:srgbClr val="5F6368"/>
                </a:solidFill>
              </a:endParaRPr>
            </a:p>
          </p:txBody>
        </p:sp>
        <p:sp>
          <p:nvSpPr>
            <p:cNvPr id="1788" name="Google Shape;1788;p84"/>
            <p:cNvSpPr txBox="1"/>
            <p:nvPr/>
          </p:nvSpPr>
          <p:spPr>
            <a:xfrm rot="-5400000">
              <a:off x="8818350" y="364216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15</a:t>
              </a:r>
              <a:endParaRPr b="1" sz="500">
                <a:solidFill>
                  <a:srgbClr val="5F6368"/>
                </a:solidFill>
              </a:endParaRPr>
            </a:p>
          </p:txBody>
        </p:sp>
        <p:sp>
          <p:nvSpPr>
            <p:cNvPr id="1789" name="Google Shape;1789;p84"/>
            <p:cNvSpPr txBox="1"/>
            <p:nvPr/>
          </p:nvSpPr>
          <p:spPr>
            <a:xfrm rot="-5400000">
              <a:off x="8818350" y="342222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25</a:t>
              </a:r>
              <a:endParaRPr b="1" sz="500">
                <a:solidFill>
                  <a:srgbClr val="5F6368"/>
                </a:solidFill>
              </a:endParaRPr>
            </a:p>
          </p:txBody>
        </p:sp>
        <p:sp>
          <p:nvSpPr>
            <p:cNvPr id="1790" name="Google Shape;1790;p84"/>
            <p:cNvSpPr txBox="1"/>
            <p:nvPr/>
          </p:nvSpPr>
          <p:spPr>
            <a:xfrm rot="-5400000">
              <a:off x="8818350" y="3202228"/>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35</a:t>
              </a:r>
              <a:endParaRPr b="1" sz="500">
                <a:solidFill>
                  <a:srgbClr val="5F6368"/>
                </a:solidFill>
              </a:endParaRPr>
            </a:p>
          </p:txBody>
        </p:sp>
        <p:sp>
          <p:nvSpPr>
            <p:cNvPr id="1791" name="Google Shape;1791;p84"/>
            <p:cNvSpPr txBox="1"/>
            <p:nvPr/>
          </p:nvSpPr>
          <p:spPr>
            <a:xfrm rot="-5400000">
              <a:off x="8818350" y="298219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45</a:t>
              </a:r>
              <a:endParaRPr b="1" sz="500">
                <a:solidFill>
                  <a:srgbClr val="5F6368"/>
                </a:solidFill>
              </a:endParaRPr>
            </a:p>
          </p:txBody>
        </p:sp>
        <p:sp>
          <p:nvSpPr>
            <p:cNvPr id="1792" name="Google Shape;1792;p84"/>
            <p:cNvSpPr txBox="1"/>
            <p:nvPr/>
          </p:nvSpPr>
          <p:spPr>
            <a:xfrm rot="-5400000">
              <a:off x="8818350" y="2762133"/>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55</a:t>
              </a:r>
              <a:endParaRPr b="1" sz="500">
                <a:solidFill>
                  <a:srgbClr val="5F6368"/>
                </a:solidFill>
              </a:endParaRPr>
            </a:p>
          </p:txBody>
        </p:sp>
        <p:sp>
          <p:nvSpPr>
            <p:cNvPr id="1793" name="Google Shape;1793;p84"/>
            <p:cNvSpPr txBox="1"/>
            <p:nvPr/>
          </p:nvSpPr>
          <p:spPr>
            <a:xfrm rot="-5400000">
              <a:off x="8818350" y="2542099"/>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65</a:t>
              </a:r>
              <a:endParaRPr b="1" sz="500">
                <a:solidFill>
                  <a:srgbClr val="5F6368"/>
                </a:solidFill>
              </a:endParaRPr>
            </a:p>
          </p:txBody>
        </p:sp>
        <p:sp>
          <p:nvSpPr>
            <p:cNvPr id="1794" name="Google Shape;1794;p84"/>
            <p:cNvSpPr txBox="1"/>
            <p:nvPr/>
          </p:nvSpPr>
          <p:spPr>
            <a:xfrm rot="-5400000">
              <a:off x="8818350" y="2322105"/>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75</a:t>
              </a:r>
              <a:endParaRPr b="1" sz="500">
                <a:solidFill>
                  <a:srgbClr val="5F6368"/>
                </a:solidFill>
              </a:endParaRPr>
            </a:p>
          </p:txBody>
        </p:sp>
        <p:sp>
          <p:nvSpPr>
            <p:cNvPr id="1795" name="Google Shape;1795;p84"/>
            <p:cNvSpPr txBox="1"/>
            <p:nvPr/>
          </p:nvSpPr>
          <p:spPr>
            <a:xfrm rot="-5400000">
              <a:off x="8818350" y="210208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85</a:t>
              </a:r>
              <a:endParaRPr b="1" sz="500">
                <a:solidFill>
                  <a:srgbClr val="5F6368"/>
                </a:solidFill>
              </a:endParaRPr>
            </a:p>
          </p:txBody>
        </p:sp>
        <p:sp>
          <p:nvSpPr>
            <p:cNvPr id="1796" name="Google Shape;1796;p84"/>
            <p:cNvSpPr txBox="1"/>
            <p:nvPr/>
          </p:nvSpPr>
          <p:spPr>
            <a:xfrm rot="-5400000">
              <a:off x="8818350" y="1882021"/>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rgbClr val="5F6368"/>
                  </a:solidFill>
                </a:rPr>
                <a:t>95</a:t>
              </a:r>
              <a:endParaRPr b="1" sz="500">
                <a:solidFill>
                  <a:srgbClr val="5F6368"/>
                </a:solidFill>
              </a:endParaRPr>
            </a:p>
          </p:txBody>
        </p:sp>
        <p:sp>
          <p:nvSpPr>
            <p:cNvPr id="1797" name="Google Shape;1797;p84"/>
            <p:cNvSpPr txBox="1"/>
            <p:nvPr/>
          </p:nvSpPr>
          <p:spPr>
            <a:xfrm rot="-5400000">
              <a:off x="8896650" y="3971018"/>
              <a:ext cx="88200" cy="2541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lang="en" sz="500">
                  <a:solidFill>
                    <a:schemeClr val="accent6"/>
                  </a:solidFill>
                </a:rPr>
                <a:t>0</a:t>
              </a:r>
              <a:endParaRPr b="1" sz="500">
                <a:solidFill>
                  <a:schemeClr val="accent6"/>
                </a:solidFill>
              </a:endParaRPr>
            </a:p>
          </p:txBody>
        </p:sp>
      </p:grpSp>
      <p:sp>
        <p:nvSpPr>
          <p:cNvPr id="1798" name="Google Shape;1798;p84"/>
          <p:cNvSpPr txBox="1"/>
          <p:nvPr/>
        </p:nvSpPr>
        <p:spPr>
          <a:xfrm>
            <a:off x="5415294"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54%</a:t>
            </a:r>
            <a:endParaRPr sz="1100">
              <a:solidFill>
                <a:srgbClr val="666666"/>
              </a:solidFill>
            </a:endParaRPr>
          </a:p>
        </p:txBody>
      </p:sp>
      <p:sp>
        <p:nvSpPr>
          <p:cNvPr id="1799" name="Google Shape;1799;p84"/>
          <p:cNvSpPr txBox="1"/>
          <p:nvPr/>
        </p:nvSpPr>
        <p:spPr>
          <a:xfrm>
            <a:off x="6245230"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45% </a:t>
            </a:r>
            <a:endParaRPr b="1" sz="1100">
              <a:solidFill>
                <a:schemeClr val="dk2"/>
              </a:solidFill>
            </a:endParaRPr>
          </a:p>
        </p:txBody>
      </p:sp>
      <p:sp>
        <p:nvSpPr>
          <p:cNvPr id="1800" name="Google Shape;1800;p84"/>
          <p:cNvSpPr txBox="1"/>
          <p:nvPr/>
        </p:nvSpPr>
        <p:spPr>
          <a:xfrm>
            <a:off x="7075165"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54%</a:t>
            </a:r>
            <a:endParaRPr sz="1100">
              <a:solidFill>
                <a:srgbClr val="666666"/>
              </a:solidFill>
            </a:endParaRPr>
          </a:p>
        </p:txBody>
      </p:sp>
      <p:sp>
        <p:nvSpPr>
          <p:cNvPr id="1801" name="Google Shape;1801;p84"/>
          <p:cNvSpPr txBox="1"/>
          <p:nvPr/>
        </p:nvSpPr>
        <p:spPr>
          <a:xfrm>
            <a:off x="3755423" y="14574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35% </a:t>
            </a:r>
            <a:endParaRPr sz="1100">
              <a:solidFill>
                <a:srgbClr val="666666"/>
              </a:solidFill>
            </a:endParaRPr>
          </a:p>
        </p:txBody>
      </p:sp>
      <p:sp>
        <p:nvSpPr>
          <p:cNvPr id="1802" name="Google Shape;1802;p84"/>
          <p:cNvSpPr txBox="1"/>
          <p:nvPr/>
        </p:nvSpPr>
        <p:spPr>
          <a:xfrm>
            <a:off x="4585359"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52%</a:t>
            </a:r>
            <a:endParaRPr sz="1100">
              <a:solidFill>
                <a:srgbClr val="666666"/>
              </a:solidFill>
            </a:endParaRPr>
          </a:p>
        </p:txBody>
      </p:sp>
      <p:sp>
        <p:nvSpPr>
          <p:cNvPr id="1803" name="Google Shape;1803;p84"/>
          <p:cNvSpPr txBox="1"/>
          <p:nvPr/>
        </p:nvSpPr>
        <p:spPr>
          <a:xfrm>
            <a:off x="2932276" y="14574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52%</a:t>
            </a:r>
            <a:endParaRPr sz="1100">
              <a:solidFill>
                <a:srgbClr val="666666"/>
              </a:solidFill>
            </a:endParaRPr>
          </a:p>
        </p:txBody>
      </p:sp>
      <p:sp>
        <p:nvSpPr>
          <p:cNvPr id="1804" name="Google Shape;1804;p84"/>
          <p:cNvSpPr/>
          <p:nvPr/>
        </p:nvSpPr>
        <p:spPr>
          <a:xfrm>
            <a:off x="3273425" y="2295150"/>
            <a:ext cx="91500" cy="1807500"/>
          </a:xfrm>
          <a:prstGeom prst="rect">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84"/>
          <p:cNvSpPr/>
          <p:nvPr/>
        </p:nvSpPr>
        <p:spPr>
          <a:xfrm>
            <a:off x="7377125" y="2905525"/>
            <a:ext cx="91500" cy="1197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84"/>
          <p:cNvSpPr/>
          <p:nvPr/>
        </p:nvSpPr>
        <p:spPr>
          <a:xfrm>
            <a:off x="4083686" y="2648800"/>
            <a:ext cx="91500" cy="14538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84"/>
          <p:cNvSpPr/>
          <p:nvPr/>
        </p:nvSpPr>
        <p:spPr>
          <a:xfrm>
            <a:off x="4841550" y="2955250"/>
            <a:ext cx="91500" cy="1147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84"/>
          <p:cNvSpPr/>
          <p:nvPr/>
        </p:nvSpPr>
        <p:spPr>
          <a:xfrm>
            <a:off x="6501438" y="3109400"/>
            <a:ext cx="91500" cy="9933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84"/>
          <p:cNvSpPr/>
          <p:nvPr/>
        </p:nvSpPr>
        <p:spPr>
          <a:xfrm>
            <a:off x="5671500" y="2905450"/>
            <a:ext cx="91500" cy="11973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84"/>
          <p:cNvSpPr/>
          <p:nvPr/>
        </p:nvSpPr>
        <p:spPr>
          <a:xfrm>
            <a:off x="3107038" y="2955250"/>
            <a:ext cx="91500" cy="1147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1" name="Google Shape;1811;p84"/>
          <p:cNvCxnSpPr/>
          <p:nvPr/>
        </p:nvCxnSpPr>
        <p:spPr>
          <a:xfrm rot="10800000">
            <a:off x="3984225" y="1887100"/>
            <a:ext cx="0" cy="2213100"/>
          </a:xfrm>
          <a:prstGeom prst="straightConnector1">
            <a:avLst/>
          </a:prstGeom>
          <a:noFill/>
          <a:ln cap="flat" cmpd="sng" w="9525">
            <a:solidFill>
              <a:srgbClr val="BDC1C6"/>
            </a:solidFill>
            <a:prstDash val="solid"/>
            <a:round/>
            <a:headEnd len="med" w="med" type="none"/>
            <a:tailEnd len="med" w="med" type="diamond"/>
          </a:ln>
        </p:spPr>
      </p:cxnSp>
      <p:sp>
        <p:nvSpPr>
          <p:cNvPr id="1812" name="Google Shape;1812;p84"/>
          <p:cNvSpPr/>
          <p:nvPr/>
        </p:nvSpPr>
        <p:spPr>
          <a:xfrm>
            <a:off x="3938475" y="3336500"/>
            <a:ext cx="91500" cy="765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84"/>
          <p:cNvSpPr txBox="1"/>
          <p:nvPr/>
        </p:nvSpPr>
        <p:spPr>
          <a:xfrm>
            <a:off x="2932276"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82%</a:t>
            </a:r>
            <a:endParaRPr b="1" sz="1100">
              <a:solidFill>
                <a:schemeClr val="dk2"/>
              </a:solidFill>
            </a:endParaRPr>
          </a:p>
        </p:txBody>
      </p:sp>
      <p:sp>
        <p:nvSpPr>
          <p:cNvPr id="1814" name="Google Shape;1814;p84"/>
          <p:cNvSpPr txBox="1"/>
          <p:nvPr/>
        </p:nvSpPr>
        <p:spPr>
          <a:xfrm>
            <a:off x="3755423" y="1603875"/>
            <a:ext cx="603900" cy="14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66% </a:t>
            </a:r>
            <a:endParaRPr b="1" sz="1100">
              <a:solidFill>
                <a:schemeClr val="dk2"/>
              </a:solidFill>
            </a:endParaRPr>
          </a:p>
        </p:txBody>
      </p:sp>
      <p:sp>
        <p:nvSpPr>
          <p:cNvPr id="1815" name="Google Shape;1815;p84"/>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16" name="Google Shape;1816;p84"/>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Column </a:t>
            </a:r>
            <a:br>
              <a:rPr lang="en"/>
            </a:br>
            <a:r>
              <a:rPr lang="en"/>
              <a:t>Chart (Gray)</a:t>
            </a:r>
            <a:endParaRPr/>
          </a:p>
        </p:txBody>
      </p:sp>
      <p:sp>
        <p:nvSpPr>
          <p:cNvPr id="1817" name="Google Shape;1817;p84"/>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t>Lorem ipsum dolor sit amet, adipiscing elit, eiusmod tempor sed incididunt ut labore et dolore magna.</a:t>
            </a:r>
            <a:endParaRPr/>
          </a:p>
        </p:txBody>
      </p:sp>
      <p:sp>
        <p:nvSpPr>
          <p:cNvPr id="1818" name="Google Shape;1818;p84"/>
          <p:cNvSpPr/>
          <p:nvPr/>
        </p:nvSpPr>
        <p:spPr>
          <a:xfrm>
            <a:off x="3153750" y="-8700"/>
            <a:ext cx="5549700" cy="1160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This chart is not created using (and does not rely on) a spreadsheet and data. To edit, manually adjust the rectangles to the appropriate value using the number guide on the right to customise the bars to your figures. </a:t>
            </a:r>
            <a:endParaRPr sz="1100">
              <a:solidFill>
                <a:schemeClr val="lt1"/>
              </a:solidFill>
            </a:endParaRPr>
          </a:p>
          <a:p>
            <a:pPr indent="0" lvl="0" marL="0" rtl="0" algn="l">
              <a:lnSpc>
                <a:spcPct val="110000"/>
              </a:lnSpc>
              <a:spcBef>
                <a:spcPts val="0"/>
              </a:spcBef>
              <a:spcAft>
                <a:spcPts val="0"/>
              </a:spcAft>
              <a:buNone/>
            </a:pPr>
            <a:r>
              <a:rPr b="1" lang="en" sz="1900">
                <a:solidFill>
                  <a:schemeClr val="lt1"/>
                </a:solidFill>
              </a:rPr>
              <a:t>DELETE THIS BOX &amp; NUMBER GUIDE AFTER.</a:t>
            </a:r>
            <a:endParaRPr sz="2200">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2" name="Shape 1822"/>
        <p:cNvGrpSpPr/>
        <p:nvPr/>
      </p:nvGrpSpPr>
      <p:grpSpPr>
        <a:xfrm>
          <a:off x="0" y="0"/>
          <a:ext cx="0" cy="0"/>
          <a:chOff x="0" y="0"/>
          <a:chExt cx="0" cy="0"/>
        </a:xfrm>
      </p:grpSpPr>
      <p:sp>
        <p:nvSpPr>
          <p:cNvPr id="1823" name="Google Shape;1823;p85"/>
          <p:cNvSpPr txBox="1"/>
          <p:nvPr/>
        </p:nvSpPr>
        <p:spPr>
          <a:xfrm>
            <a:off x="4348666" y="2747107"/>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18</a:t>
            </a:r>
            <a:endParaRPr sz="1100">
              <a:solidFill>
                <a:schemeClr val="dk2"/>
              </a:solidFill>
            </a:endParaRPr>
          </a:p>
        </p:txBody>
      </p:sp>
      <p:sp>
        <p:nvSpPr>
          <p:cNvPr id="1824" name="Google Shape;1824;p85"/>
          <p:cNvSpPr/>
          <p:nvPr/>
        </p:nvSpPr>
        <p:spPr>
          <a:xfrm>
            <a:off x="4348441" y="3314698"/>
            <a:ext cx="731400" cy="1371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15</a:t>
            </a:r>
            <a:endParaRPr sz="1100"/>
          </a:p>
        </p:txBody>
      </p:sp>
      <p:sp>
        <p:nvSpPr>
          <p:cNvPr id="1825" name="Google Shape;1825;p85"/>
          <p:cNvSpPr txBox="1"/>
          <p:nvPr/>
        </p:nvSpPr>
        <p:spPr>
          <a:xfrm>
            <a:off x="5250351" y="1743058"/>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29</a:t>
            </a:r>
            <a:endParaRPr sz="1100">
              <a:solidFill>
                <a:schemeClr val="dk2"/>
              </a:solidFill>
            </a:endParaRPr>
          </a:p>
        </p:txBody>
      </p:sp>
      <p:sp>
        <p:nvSpPr>
          <p:cNvPr id="1826" name="Google Shape;1826;p85"/>
          <p:cNvSpPr/>
          <p:nvPr/>
        </p:nvSpPr>
        <p:spPr>
          <a:xfrm>
            <a:off x="5255457" y="2110671"/>
            <a:ext cx="736800" cy="28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27" name="Google Shape;1827;p85"/>
          <p:cNvSpPr/>
          <p:nvPr/>
        </p:nvSpPr>
        <p:spPr>
          <a:xfrm>
            <a:off x="5250181" y="2400298"/>
            <a:ext cx="731400" cy="2286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25</a:t>
            </a:r>
            <a:endParaRPr sz="1100"/>
          </a:p>
        </p:txBody>
      </p:sp>
      <p:sp>
        <p:nvSpPr>
          <p:cNvPr id="1828" name="Google Shape;1828;p85"/>
          <p:cNvSpPr txBox="1"/>
          <p:nvPr/>
        </p:nvSpPr>
        <p:spPr>
          <a:xfrm>
            <a:off x="6152035" y="921039"/>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38</a:t>
            </a:r>
            <a:endParaRPr sz="1100">
              <a:solidFill>
                <a:schemeClr val="dk2"/>
              </a:solidFill>
            </a:endParaRPr>
          </a:p>
        </p:txBody>
      </p:sp>
      <p:sp>
        <p:nvSpPr>
          <p:cNvPr id="1829" name="Google Shape;1829;p85"/>
          <p:cNvSpPr/>
          <p:nvPr/>
        </p:nvSpPr>
        <p:spPr>
          <a:xfrm>
            <a:off x="6159557" y="1426352"/>
            <a:ext cx="736800" cy="28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30" name="Google Shape;1830;p85"/>
          <p:cNvSpPr/>
          <p:nvPr/>
        </p:nvSpPr>
        <p:spPr>
          <a:xfrm>
            <a:off x="6151922" y="1760098"/>
            <a:ext cx="731400" cy="2926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32</a:t>
            </a:r>
            <a:endParaRPr sz="1100"/>
          </a:p>
        </p:txBody>
      </p:sp>
      <p:sp>
        <p:nvSpPr>
          <p:cNvPr id="1831" name="Google Shape;1831;p85"/>
          <p:cNvSpPr txBox="1"/>
          <p:nvPr/>
        </p:nvSpPr>
        <p:spPr>
          <a:xfrm>
            <a:off x="7053719" y="830089"/>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39</a:t>
            </a:r>
            <a:endParaRPr sz="1100">
              <a:solidFill>
                <a:schemeClr val="dk2"/>
              </a:solidFill>
            </a:endParaRPr>
          </a:p>
        </p:txBody>
      </p:sp>
      <p:sp>
        <p:nvSpPr>
          <p:cNvPr id="1832" name="Google Shape;1832;p85"/>
          <p:cNvSpPr/>
          <p:nvPr/>
        </p:nvSpPr>
        <p:spPr>
          <a:xfrm>
            <a:off x="7051351" y="2251001"/>
            <a:ext cx="737100" cy="342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33" name="Google Shape;1833;p85"/>
          <p:cNvSpPr/>
          <p:nvPr/>
        </p:nvSpPr>
        <p:spPr>
          <a:xfrm>
            <a:off x="7053663" y="1485898"/>
            <a:ext cx="731400" cy="320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rPr>
              <a:t>35</a:t>
            </a:r>
            <a:endParaRPr sz="1100"/>
          </a:p>
        </p:txBody>
      </p:sp>
      <p:sp>
        <p:nvSpPr>
          <p:cNvPr id="1834" name="Google Shape;1834;p85"/>
          <p:cNvSpPr txBox="1"/>
          <p:nvPr/>
        </p:nvSpPr>
        <p:spPr>
          <a:xfrm>
            <a:off x="7955403" y="1561500"/>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31</a:t>
            </a:r>
            <a:endParaRPr sz="1100">
              <a:solidFill>
                <a:schemeClr val="dk2"/>
              </a:solidFill>
            </a:endParaRPr>
          </a:p>
        </p:txBody>
      </p:sp>
      <p:sp>
        <p:nvSpPr>
          <p:cNvPr id="1835" name="Google Shape;1835;p85"/>
          <p:cNvSpPr/>
          <p:nvPr/>
        </p:nvSpPr>
        <p:spPr>
          <a:xfrm>
            <a:off x="7955403" y="2674498"/>
            <a:ext cx="731400" cy="2011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22</a:t>
            </a:r>
            <a:endParaRPr sz="1100"/>
          </a:p>
        </p:txBody>
      </p:sp>
      <p:grpSp>
        <p:nvGrpSpPr>
          <p:cNvPr id="1836" name="Google Shape;1836;p85"/>
          <p:cNvGrpSpPr/>
          <p:nvPr/>
        </p:nvGrpSpPr>
        <p:grpSpPr>
          <a:xfrm>
            <a:off x="3446699" y="1232465"/>
            <a:ext cx="958206" cy="506317"/>
            <a:chOff x="3179474" y="4227965"/>
            <a:chExt cx="958206" cy="506317"/>
          </a:xfrm>
        </p:grpSpPr>
        <p:sp>
          <p:nvSpPr>
            <p:cNvPr id="1837" name="Google Shape;1837;p85"/>
            <p:cNvSpPr txBox="1"/>
            <p:nvPr/>
          </p:nvSpPr>
          <p:spPr>
            <a:xfrm>
              <a:off x="3369980" y="4227965"/>
              <a:ext cx="767700" cy="2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Item 1</a:t>
              </a:r>
              <a:endParaRPr sz="1000">
                <a:solidFill>
                  <a:srgbClr val="5B5B5B"/>
                </a:solidFill>
              </a:endParaRPr>
            </a:p>
          </p:txBody>
        </p:sp>
        <p:sp>
          <p:nvSpPr>
            <p:cNvPr id="1838" name="Google Shape;1838;p85"/>
            <p:cNvSpPr/>
            <p:nvPr/>
          </p:nvSpPr>
          <p:spPr>
            <a:xfrm>
              <a:off x="3179474" y="4244327"/>
              <a:ext cx="190500" cy="17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39" name="Google Shape;1839;p85"/>
            <p:cNvSpPr txBox="1"/>
            <p:nvPr/>
          </p:nvSpPr>
          <p:spPr>
            <a:xfrm>
              <a:off x="3369980" y="4523382"/>
              <a:ext cx="767700" cy="2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Item 2</a:t>
              </a:r>
              <a:endParaRPr sz="1000">
                <a:solidFill>
                  <a:srgbClr val="5B5B5B"/>
                </a:solidFill>
              </a:endParaRPr>
            </a:p>
          </p:txBody>
        </p:sp>
        <p:sp>
          <p:nvSpPr>
            <p:cNvPr id="1840" name="Google Shape;1840;p85"/>
            <p:cNvSpPr/>
            <p:nvPr/>
          </p:nvSpPr>
          <p:spPr>
            <a:xfrm>
              <a:off x="3179474" y="4527345"/>
              <a:ext cx="190500" cy="178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sp>
        <p:nvSpPr>
          <p:cNvPr id="1841" name="Google Shape;1841;p85"/>
          <p:cNvSpPr txBox="1"/>
          <p:nvPr/>
        </p:nvSpPr>
        <p:spPr>
          <a:xfrm>
            <a:off x="3446982" y="3024607"/>
            <a:ext cx="731400" cy="2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15</a:t>
            </a:r>
            <a:endParaRPr sz="1100">
              <a:solidFill>
                <a:schemeClr val="dk2"/>
              </a:solidFill>
            </a:endParaRPr>
          </a:p>
        </p:txBody>
      </p:sp>
      <p:sp>
        <p:nvSpPr>
          <p:cNvPr id="1842" name="Google Shape;1842;p85"/>
          <p:cNvSpPr/>
          <p:nvPr/>
        </p:nvSpPr>
        <p:spPr>
          <a:xfrm>
            <a:off x="3446700" y="3771898"/>
            <a:ext cx="731400" cy="914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10</a:t>
            </a:r>
            <a:endParaRPr sz="1100"/>
          </a:p>
        </p:txBody>
      </p:sp>
      <p:sp>
        <p:nvSpPr>
          <p:cNvPr id="1843" name="Google Shape;1843;p85"/>
          <p:cNvSpPr txBox="1"/>
          <p:nvPr/>
        </p:nvSpPr>
        <p:spPr>
          <a:xfrm>
            <a:off x="4348441" y="3038854"/>
            <a:ext cx="731400" cy="274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3</a:t>
            </a:r>
            <a:endParaRPr sz="1100">
              <a:solidFill>
                <a:srgbClr val="FFFFFF"/>
              </a:solidFill>
            </a:endParaRPr>
          </a:p>
        </p:txBody>
      </p:sp>
      <p:sp>
        <p:nvSpPr>
          <p:cNvPr id="1844" name="Google Shape;1844;p85"/>
          <p:cNvSpPr txBox="1"/>
          <p:nvPr/>
        </p:nvSpPr>
        <p:spPr>
          <a:xfrm>
            <a:off x="5250175" y="2033872"/>
            <a:ext cx="731400" cy="3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4</a:t>
            </a:r>
            <a:endParaRPr sz="1100">
              <a:solidFill>
                <a:srgbClr val="FFFFFF"/>
              </a:solidFill>
            </a:endParaRPr>
          </a:p>
        </p:txBody>
      </p:sp>
      <p:sp>
        <p:nvSpPr>
          <p:cNvPr id="1845" name="Google Shape;1845;p85"/>
          <p:cNvSpPr txBox="1"/>
          <p:nvPr/>
        </p:nvSpPr>
        <p:spPr>
          <a:xfrm>
            <a:off x="6151922" y="1211283"/>
            <a:ext cx="731400" cy="54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6</a:t>
            </a:r>
            <a:endParaRPr sz="1100">
              <a:solidFill>
                <a:srgbClr val="FFFFFF"/>
              </a:solidFill>
            </a:endParaRPr>
          </a:p>
        </p:txBody>
      </p:sp>
      <p:sp>
        <p:nvSpPr>
          <p:cNvPr id="1846" name="Google Shape;1846;p85"/>
          <p:cNvSpPr txBox="1"/>
          <p:nvPr/>
        </p:nvSpPr>
        <p:spPr>
          <a:xfrm>
            <a:off x="7053663" y="1120195"/>
            <a:ext cx="731400" cy="3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4</a:t>
            </a:r>
            <a:endParaRPr sz="1100">
              <a:solidFill>
                <a:srgbClr val="FFFFFF"/>
              </a:solidFill>
            </a:endParaRPr>
          </a:p>
        </p:txBody>
      </p:sp>
      <p:sp>
        <p:nvSpPr>
          <p:cNvPr id="1847" name="Google Shape;1847;p85"/>
          <p:cNvSpPr txBox="1"/>
          <p:nvPr/>
        </p:nvSpPr>
        <p:spPr>
          <a:xfrm>
            <a:off x="7955403" y="1851602"/>
            <a:ext cx="731400" cy="822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9</a:t>
            </a:r>
            <a:endParaRPr sz="1100">
              <a:solidFill>
                <a:srgbClr val="FFFFFF"/>
              </a:solidFill>
            </a:endParaRPr>
          </a:p>
        </p:txBody>
      </p:sp>
      <p:sp>
        <p:nvSpPr>
          <p:cNvPr id="1848" name="Google Shape;1848;p85"/>
          <p:cNvSpPr txBox="1"/>
          <p:nvPr/>
        </p:nvSpPr>
        <p:spPr>
          <a:xfrm>
            <a:off x="3446700" y="3314702"/>
            <a:ext cx="731400" cy="45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5</a:t>
            </a:r>
            <a:endParaRPr sz="1100">
              <a:solidFill>
                <a:srgbClr val="FFFFFF"/>
              </a:solidFill>
            </a:endParaRPr>
          </a:p>
        </p:txBody>
      </p:sp>
      <p:sp>
        <p:nvSpPr>
          <p:cNvPr id="1849" name="Google Shape;1849;p8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50" name="Google Shape;1850;p85"/>
          <p:cNvSpPr txBox="1"/>
          <p:nvPr>
            <p:ph idx="1" type="body"/>
          </p:nvPr>
        </p:nvSpPr>
        <p:spPr>
          <a:xfrm>
            <a:off x="365750" y="274320"/>
            <a:ext cx="23766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Column</a:t>
            </a:r>
            <a:endParaRPr/>
          </a:p>
          <a:p>
            <a:pPr indent="0" lvl="0" marL="0" rtl="0" algn="l">
              <a:spcBef>
                <a:spcPts val="0"/>
              </a:spcBef>
              <a:spcAft>
                <a:spcPts val="0"/>
              </a:spcAft>
              <a:buNone/>
            </a:pPr>
            <a:r>
              <a:rPr lang="en"/>
              <a:t>Chart</a:t>
            </a:r>
            <a:endParaRPr/>
          </a:p>
        </p:txBody>
      </p:sp>
      <p:sp>
        <p:nvSpPr>
          <p:cNvPr id="1851" name="Google Shape;1851;p85"/>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a:solidFill>
                  <a:schemeClr val="lt1"/>
                </a:solidFill>
              </a:rPr>
              <a:t>Lorem ipsum dolor sit amet, adipiscing elit, eiusmod tempor sed incididunt ut labore et dolore magna.</a:t>
            </a:r>
            <a:endParaRPr/>
          </a:p>
        </p:txBody>
      </p:sp>
      <p:sp>
        <p:nvSpPr>
          <p:cNvPr id="1852" name="Google Shape;1852;p85"/>
          <p:cNvSpPr/>
          <p:nvPr/>
        </p:nvSpPr>
        <p:spPr>
          <a:xfrm>
            <a:off x="3153750" y="-8700"/>
            <a:ext cx="5990100" cy="1615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 sz="1100">
                <a:solidFill>
                  <a:schemeClr val="lt1"/>
                </a:solidFill>
              </a:rPr>
              <a:t>INSTRUCTIONS:</a:t>
            </a:r>
            <a:r>
              <a:rPr lang="en" sz="1100">
                <a:solidFill>
                  <a:schemeClr val="lt1"/>
                </a:solidFill>
              </a:rPr>
              <a:t> This chart is not created using (and does not rely on) a spreadsheet and data. To edit, manually adjust the rectangles to the appropriate value. For ease of accuracy, these bars are sized to the height of the value (eg 10=1”, 3=0.3” etc.)</a:t>
            </a:r>
            <a:endParaRPr sz="1100">
              <a:solidFill>
                <a:schemeClr val="lt1"/>
              </a:solidFill>
            </a:endParaRPr>
          </a:p>
          <a:p>
            <a:pPr indent="0" lvl="0" marL="0" rtl="0" algn="l">
              <a:lnSpc>
                <a:spcPct val="110000"/>
              </a:lnSpc>
              <a:spcBef>
                <a:spcPts val="0"/>
              </a:spcBef>
              <a:spcAft>
                <a:spcPts val="0"/>
              </a:spcAft>
              <a:buNone/>
            </a:pPr>
            <a:r>
              <a:rPr lang="en" sz="1100">
                <a:solidFill>
                  <a:schemeClr val="lt1"/>
                </a:solidFill>
              </a:rPr>
              <a:t>If possible, use real dimensions using “Size &amp; Rotation” in the format options tab, then group and resize your entire graph to fit your page.</a:t>
            </a:r>
            <a:endParaRPr sz="1100">
              <a:solidFill>
                <a:schemeClr val="lt1"/>
              </a:solidFill>
            </a:endParaRPr>
          </a:p>
          <a:p>
            <a:pPr indent="0" lvl="0" marL="0" rtl="0" algn="l">
              <a:lnSpc>
                <a:spcPct val="110000"/>
              </a:lnSpc>
              <a:spcBef>
                <a:spcPts val="0"/>
              </a:spcBef>
              <a:spcAft>
                <a:spcPts val="0"/>
              </a:spcAft>
              <a:buNone/>
            </a:pPr>
            <a:r>
              <a:rPr lang="en" sz="1100">
                <a:solidFill>
                  <a:schemeClr val="lt1"/>
                </a:solidFill>
              </a:rPr>
              <a:t>Alternatively, place a screen capture of your chart on your slide and build your boxes on top to match, then delete screen capture. </a:t>
            </a:r>
            <a:endParaRPr sz="1100">
              <a:solidFill>
                <a:schemeClr val="lt1"/>
              </a:solidFill>
            </a:endParaRPr>
          </a:p>
          <a:p>
            <a:pPr indent="0" lvl="0" marL="0" rtl="0" algn="l">
              <a:lnSpc>
                <a:spcPct val="110000"/>
              </a:lnSpc>
              <a:spcBef>
                <a:spcPts val="0"/>
              </a:spcBef>
              <a:spcAft>
                <a:spcPts val="0"/>
              </a:spcAft>
              <a:buNone/>
            </a:pPr>
            <a:r>
              <a:rPr b="1" lang="en" sz="1900">
                <a:solidFill>
                  <a:schemeClr val="lt1"/>
                </a:solidFill>
              </a:rPr>
              <a:t>DELETE THIS BOX AFTER.</a:t>
            </a:r>
            <a:endParaRPr sz="2200">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86"/>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Table Example 1</a:t>
            </a:r>
            <a:endParaRPr/>
          </a:p>
        </p:txBody>
      </p:sp>
      <p:graphicFrame>
        <p:nvGraphicFramePr>
          <p:cNvPr id="1858" name="Google Shape;1858;p86"/>
          <p:cNvGraphicFramePr/>
          <p:nvPr/>
        </p:nvGraphicFramePr>
        <p:xfrm>
          <a:off x="457203" y="1003615"/>
          <a:ext cx="3000000" cy="3000000"/>
        </p:xfrm>
        <a:graphic>
          <a:graphicData uri="http://schemas.openxmlformats.org/drawingml/2006/table">
            <a:tbl>
              <a:tblPr bandRow="1" firstRow="1">
                <a:noFill/>
                <a:tableStyleId>{F4DCF61B-479C-4FEB-BD4B-465A7ABD90D8}</a:tableStyleId>
              </a:tblPr>
              <a:tblGrid>
                <a:gridCol w="1076850"/>
                <a:gridCol w="1312400"/>
                <a:gridCol w="1421750"/>
                <a:gridCol w="1433900"/>
                <a:gridCol w="1397450"/>
                <a:gridCol w="1587250"/>
              </a:tblGrid>
              <a:tr h="476925">
                <a:tc>
                  <a:txBody>
                    <a:bodyPr/>
                    <a:lstStyle/>
                    <a:p>
                      <a:pPr indent="0" lvl="0" marL="0" marR="0" rtl="0" algn="l">
                        <a:spcBef>
                          <a:spcPts val="0"/>
                        </a:spcBef>
                        <a:spcAft>
                          <a:spcPts val="0"/>
                        </a:spcAft>
                        <a:buNone/>
                      </a:pPr>
                      <a:r>
                        <a:t/>
                      </a:r>
                      <a:endParaRPr b="0" i="0" sz="1200" u="none" cap="none" strike="noStrike">
                        <a:solidFill>
                          <a:srgbClr val="71717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 sz="1200" u="none" cap="none" strike="noStrike">
                          <a:solidFill>
                            <a:srgbClr val="5B5B5B"/>
                          </a:solidFill>
                          <a:latin typeface="Arial"/>
                          <a:ea typeface="Arial"/>
                          <a:cs typeface="Arial"/>
                          <a:sym typeface="Arial"/>
                        </a:rPr>
                        <a:t>Column Title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200"/>
                        <a:buFont typeface="Arial"/>
                        <a:buNone/>
                      </a:pPr>
                      <a:r>
                        <a:rPr b="1" i="0" lang="en" sz="1200" u="none" cap="none" strike="noStrike">
                          <a:solidFill>
                            <a:srgbClr val="5B5B5B"/>
                          </a:solidFill>
                          <a:latin typeface="Arial"/>
                          <a:ea typeface="Arial"/>
                          <a:cs typeface="Arial"/>
                          <a:sym typeface="Arial"/>
                        </a:rPr>
                        <a:t>Column Title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200"/>
                        <a:buFont typeface="Arial"/>
                        <a:buNone/>
                      </a:pPr>
                      <a:r>
                        <a:rPr b="1" i="0" lang="en" sz="1200" u="none" cap="none" strike="noStrike">
                          <a:solidFill>
                            <a:srgbClr val="5B5B5B"/>
                          </a:solidFill>
                          <a:latin typeface="Arial"/>
                          <a:ea typeface="Arial"/>
                          <a:cs typeface="Arial"/>
                          <a:sym typeface="Arial"/>
                        </a:rPr>
                        <a:t>Column Title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200"/>
                        <a:buFont typeface="Arial"/>
                        <a:buNone/>
                      </a:pPr>
                      <a:r>
                        <a:rPr b="1" i="0" lang="en" sz="1200" u="none" cap="none" strike="noStrike">
                          <a:solidFill>
                            <a:srgbClr val="5B5B5B"/>
                          </a:solidFill>
                          <a:latin typeface="Arial"/>
                          <a:ea typeface="Arial"/>
                          <a:cs typeface="Arial"/>
                          <a:sym typeface="Arial"/>
                        </a:rPr>
                        <a:t>Column Title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200"/>
                        <a:buFont typeface="Arial"/>
                        <a:buNone/>
                      </a:pPr>
                      <a:r>
                        <a:rPr b="1" i="0" lang="en" sz="1200" u="none" cap="none" strike="noStrike">
                          <a:solidFill>
                            <a:srgbClr val="5B5B5B"/>
                          </a:solidFill>
                          <a:latin typeface="Arial"/>
                          <a:ea typeface="Arial"/>
                          <a:cs typeface="Arial"/>
                          <a:sym typeface="Arial"/>
                        </a:rPr>
                        <a:t>Column Title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spcBef>
                          <a:spcPts val="0"/>
                        </a:spcBef>
                        <a:spcAft>
                          <a:spcPts val="0"/>
                        </a:spcAft>
                        <a:buNone/>
                      </a:pPr>
                      <a:r>
                        <a:rPr b="0" i="0" lang="en" sz="1000" u="none" cap="none" strike="noStrike">
                          <a:solidFill>
                            <a:srgbClr val="717171"/>
                          </a:solidFill>
                          <a:latin typeface="Arial"/>
                          <a:ea typeface="Arial"/>
                          <a:cs typeface="Arial"/>
                          <a:sym typeface="Arial"/>
                        </a:rPr>
                        <a:t>Centered Text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476925">
                <a:tc>
                  <a:txBody>
                    <a:bodyPr/>
                    <a:lstStyle/>
                    <a:p>
                      <a:pPr indent="0" lvl="0" marL="0" marR="0" rtl="0" algn="r">
                        <a:spcBef>
                          <a:spcPts val="0"/>
                        </a:spcBef>
                        <a:spcAft>
                          <a:spcPts val="0"/>
                        </a:spcAft>
                        <a:buNone/>
                      </a:pPr>
                      <a:r>
                        <a:rPr b="1" i="0" lang="en" sz="1200" u="none" cap="none" strike="noStrike">
                          <a:solidFill>
                            <a:srgbClr val="FFFFFF"/>
                          </a:solidFill>
                          <a:latin typeface="Arial"/>
                          <a:ea typeface="Arial"/>
                          <a:cs typeface="Arial"/>
                          <a:sym typeface="Arial"/>
                        </a:rPr>
                        <a:t>Title</a:t>
                      </a:r>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b="0" i="0" sz="1000" u="none" cap="none" strike="noStrike">
                        <a:solidFill>
                          <a:srgbClr val="717171"/>
                        </a:solidFill>
                        <a:latin typeface="Arial"/>
                        <a:ea typeface="Arial"/>
                        <a:cs typeface="Arial"/>
                        <a:sym typeface="Aria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717171"/>
                        </a:buClr>
                        <a:buSzPts val="1000"/>
                        <a:buFont typeface="Arial"/>
                        <a:buNone/>
                      </a:pPr>
                      <a:r>
                        <a:rPr b="0" i="0" lang="en" sz="1000" u="none" cap="none" strike="noStrike">
                          <a:solidFill>
                            <a:srgbClr val="717171"/>
                          </a:solidFill>
                          <a:latin typeface="Arial"/>
                          <a:ea typeface="Arial"/>
                          <a:cs typeface="Arial"/>
                          <a:sym typeface="Arial"/>
                        </a:rPr>
                        <a:t>Centered Text</a:t>
                      </a:r>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bl>
          </a:graphicData>
        </a:graphic>
      </p:graphicFrame>
      <p:sp>
        <p:nvSpPr>
          <p:cNvPr id="1859" name="Google Shape;1859;p8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60" name="Google Shape;1860;p8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8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Table Example 2</a:t>
            </a:r>
            <a:endParaRPr/>
          </a:p>
        </p:txBody>
      </p:sp>
      <p:graphicFrame>
        <p:nvGraphicFramePr>
          <p:cNvPr id="1866" name="Google Shape;1866;p87"/>
          <p:cNvGraphicFramePr/>
          <p:nvPr/>
        </p:nvGraphicFramePr>
        <p:xfrm>
          <a:off x="459687" y="1253342"/>
          <a:ext cx="3000000" cy="3000000"/>
        </p:xfrm>
        <a:graphic>
          <a:graphicData uri="http://schemas.openxmlformats.org/drawingml/2006/table">
            <a:tbl>
              <a:tblPr bandRow="1" firstRow="1">
                <a:noFill/>
                <a:tableStyleId>{F4DCF61B-479C-4FEB-BD4B-465A7ABD90D8}</a:tableStyleId>
              </a:tblPr>
              <a:tblGrid>
                <a:gridCol w="1644925"/>
                <a:gridCol w="1644925"/>
                <a:gridCol w="1644925"/>
                <a:gridCol w="1644925"/>
                <a:gridCol w="1644925"/>
              </a:tblGrid>
              <a:tr h="312900">
                <a:tc>
                  <a:txBody>
                    <a:bodyPr/>
                    <a:lstStyle/>
                    <a:p>
                      <a:pPr indent="0" lvl="0" marL="0" marR="0" rtl="0" algn="ctr">
                        <a:spcBef>
                          <a:spcPts val="0"/>
                        </a:spcBef>
                        <a:spcAft>
                          <a:spcPts val="0"/>
                        </a:spcAft>
                        <a:buNone/>
                      </a:pPr>
                      <a:r>
                        <a:rPr b="1" lang="en" sz="1400" u="none" cap="none" strike="noStrike">
                          <a:solidFill>
                            <a:srgbClr val="FFFFFF"/>
                          </a:solidFill>
                        </a:rPr>
                        <a:t>Column Heading</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577F"/>
                    </a:solidFill>
                  </a:tcPr>
                </a:tc>
                <a:tc>
                  <a:txBody>
                    <a:bodyPr/>
                    <a:lstStyle/>
                    <a:p>
                      <a:pPr indent="0" lvl="0" marL="0" marR="0" rtl="0" algn="ctr">
                        <a:spcBef>
                          <a:spcPts val="0"/>
                        </a:spcBef>
                        <a:spcAft>
                          <a:spcPts val="0"/>
                        </a:spcAft>
                        <a:buNone/>
                      </a:pPr>
                      <a:r>
                        <a:rPr b="1" lang="en" sz="1400" u="none" cap="none" strike="noStrike">
                          <a:solidFill>
                            <a:srgbClr val="FFFFFF"/>
                          </a:solidFill>
                        </a:rPr>
                        <a:t>Column Heading</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577F"/>
                    </a:solidFill>
                  </a:tcPr>
                </a:tc>
                <a:tc>
                  <a:txBody>
                    <a:bodyPr/>
                    <a:lstStyle/>
                    <a:p>
                      <a:pPr indent="0" lvl="0" marL="0" marR="0" rtl="0" algn="ctr">
                        <a:spcBef>
                          <a:spcPts val="0"/>
                        </a:spcBef>
                        <a:spcAft>
                          <a:spcPts val="0"/>
                        </a:spcAft>
                        <a:buNone/>
                      </a:pPr>
                      <a:r>
                        <a:rPr b="1" lang="en" sz="1400" u="none" cap="none" strike="noStrike">
                          <a:solidFill>
                            <a:srgbClr val="FFFFFF"/>
                          </a:solidFill>
                        </a:rPr>
                        <a:t>Column Heading</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577F"/>
                    </a:solidFill>
                  </a:tcPr>
                </a:tc>
                <a:tc>
                  <a:txBody>
                    <a:bodyPr/>
                    <a:lstStyle/>
                    <a:p>
                      <a:pPr indent="0" lvl="0" marL="0" marR="0" rtl="0" algn="ctr">
                        <a:spcBef>
                          <a:spcPts val="0"/>
                        </a:spcBef>
                        <a:spcAft>
                          <a:spcPts val="0"/>
                        </a:spcAft>
                        <a:buNone/>
                      </a:pPr>
                      <a:r>
                        <a:rPr b="1" lang="en" sz="1400" u="none" cap="none" strike="noStrike">
                          <a:solidFill>
                            <a:srgbClr val="FFFFFF"/>
                          </a:solidFill>
                        </a:rPr>
                        <a:t>Column Heading</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577F"/>
                    </a:solidFill>
                  </a:tcPr>
                </a:tc>
                <a:tc>
                  <a:txBody>
                    <a:bodyPr/>
                    <a:lstStyle/>
                    <a:p>
                      <a:pPr indent="0" lvl="0" marL="0" marR="0" rtl="0" algn="ctr">
                        <a:spcBef>
                          <a:spcPts val="0"/>
                        </a:spcBef>
                        <a:spcAft>
                          <a:spcPts val="0"/>
                        </a:spcAft>
                        <a:buNone/>
                      </a:pPr>
                      <a:r>
                        <a:rPr b="1" lang="en" sz="1400" u="none" cap="none" strike="noStrike">
                          <a:solidFill>
                            <a:srgbClr val="FFFFFF"/>
                          </a:solidFill>
                        </a:rPr>
                        <a:t>Column Heading</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577F"/>
                    </a:solidFill>
                  </a:tcPr>
                </a:tc>
              </a:tr>
              <a:tr h="312900">
                <a:tc>
                  <a:txBody>
                    <a:bodyPr/>
                    <a:lstStyle/>
                    <a:p>
                      <a:pPr indent="0" lvl="0" marL="0" marR="0" rtl="0" algn="ctr">
                        <a:spcBef>
                          <a:spcPts val="0"/>
                        </a:spcBef>
                        <a:spcAft>
                          <a:spcPts val="0"/>
                        </a:spcAft>
                        <a:buNone/>
                      </a:pPr>
                      <a:r>
                        <a:rPr b="0" lang="en" sz="1100" u="none" cap="none" strike="noStrike">
                          <a:solidFill>
                            <a:schemeClr val="dk1"/>
                          </a:solidFill>
                        </a:rPr>
                        <a:t>Emphasized info</a:t>
                      </a:r>
                      <a:endParaRPr>
                        <a:solidFill>
                          <a:schemeClr val="dk1"/>
                        </a:solidFil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29B5E8"/>
                    </a:solidFill>
                  </a:tcPr>
                </a:tc>
                <a:tc>
                  <a:txBody>
                    <a:bodyPr/>
                    <a:lstStyle/>
                    <a:p>
                      <a:pPr indent="0" lvl="0" marL="0" marR="0" rtl="0" algn="ctr">
                        <a:spcBef>
                          <a:spcPts val="0"/>
                        </a:spcBef>
                        <a:spcAft>
                          <a:spcPts val="0"/>
                        </a:spcAft>
                        <a:buNone/>
                      </a:pPr>
                      <a:r>
                        <a:rPr b="0" lang="en" sz="1100" u="none" cap="none" strike="noStrike">
                          <a:solidFill>
                            <a:schemeClr val="dk1"/>
                          </a:solidFill>
                        </a:rPr>
                        <a:t>Emphasized info</a:t>
                      </a:r>
                      <a:endParaRPr>
                        <a:solidFill>
                          <a:schemeClr val="dk1"/>
                        </a:solidFil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29B5E8"/>
                    </a:solidFill>
                  </a:tcPr>
                </a:tc>
                <a:tc>
                  <a:txBody>
                    <a:bodyPr/>
                    <a:lstStyle/>
                    <a:p>
                      <a:pPr indent="0" lvl="0" marL="0" marR="0" rtl="0" algn="ctr">
                        <a:spcBef>
                          <a:spcPts val="0"/>
                        </a:spcBef>
                        <a:spcAft>
                          <a:spcPts val="0"/>
                        </a:spcAft>
                        <a:buNone/>
                      </a:pPr>
                      <a:r>
                        <a:rPr b="0" lang="en" sz="1100" u="none" cap="none" strike="noStrike">
                          <a:solidFill>
                            <a:schemeClr val="dk1"/>
                          </a:solidFill>
                        </a:rPr>
                        <a:t>Emphasized info</a:t>
                      </a:r>
                      <a:endParaRPr>
                        <a:solidFill>
                          <a:schemeClr val="dk1"/>
                        </a:solidFil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29B5E8"/>
                    </a:solidFill>
                  </a:tcPr>
                </a:tc>
                <a:tc>
                  <a:txBody>
                    <a:bodyPr/>
                    <a:lstStyle/>
                    <a:p>
                      <a:pPr indent="0" lvl="0" marL="0" marR="0" rtl="0" algn="ctr">
                        <a:spcBef>
                          <a:spcPts val="0"/>
                        </a:spcBef>
                        <a:spcAft>
                          <a:spcPts val="0"/>
                        </a:spcAft>
                        <a:buNone/>
                      </a:pPr>
                      <a:r>
                        <a:rPr b="0" lang="en" sz="1100" u="none" cap="none" strike="noStrike">
                          <a:solidFill>
                            <a:schemeClr val="dk1"/>
                          </a:solidFill>
                        </a:rPr>
                        <a:t>Emphasized info</a:t>
                      </a:r>
                      <a:endParaRPr>
                        <a:solidFill>
                          <a:schemeClr val="dk1"/>
                        </a:solidFil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29B5E8"/>
                    </a:solidFill>
                  </a:tcPr>
                </a:tc>
                <a:tc>
                  <a:txBody>
                    <a:bodyPr/>
                    <a:lstStyle/>
                    <a:p>
                      <a:pPr indent="0" lvl="0" marL="0" marR="0" rtl="0" algn="ctr">
                        <a:spcBef>
                          <a:spcPts val="0"/>
                        </a:spcBef>
                        <a:spcAft>
                          <a:spcPts val="0"/>
                        </a:spcAft>
                        <a:buNone/>
                      </a:pPr>
                      <a:r>
                        <a:rPr b="0" lang="en" sz="1100" u="none" cap="none" strike="noStrike">
                          <a:solidFill>
                            <a:schemeClr val="dk1"/>
                          </a:solidFill>
                        </a:rPr>
                        <a:t>Emphasized info</a:t>
                      </a:r>
                      <a:endParaRPr>
                        <a:solidFill>
                          <a:schemeClr val="dk1"/>
                        </a:solidFil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29B5E8"/>
                    </a:solidFill>
                  </a:tcPr>
                </a:tc>
              </a:tr>
              <a:tr h="312900">
                <a:tc>
                  <a:txBody>
                    <a:bodyPr/>
                    <a:lstStyle/>
                    <a:p>
                      <a:pPr indent="0" lvl="0" marL="0" marR="0" rtl="0" algn="ctr">
                        <a:spcBef>
                          <a:spcPts val="0"/>
                        </a:spcBef>
                        <a:spcAft>
                          <a:spcPts val="0"/>
                        </a:spcAft>
                        <a:buNone/>
                      </a:pPr>
                      <a:r>
                        <a:rPr b="0" lang="en" sz="1100" u="none" cap="none" strike="noStrike">
                          <a:solidFill>
                            <a:srgbClr val="5B5B5B"/>
                          </a:solidFill>
                        </a:rPr>
                        <a:t>Centered Text</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312900">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b="0" i="0" sz="1100" u="none" cap="none" strike="noStrike">
                        <a:solidFill>
                          <a:srgbClr val="5B5B5B"/>
                        </a:solidFill>
                        <a:latin typeface="Arial"/>
                        <a:ea typeface="Arial"/>
                        <a:cs typeface="Arial"/>
                        <a:sym typeface="Arial"/>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100"/>
                        <a:buFont typeface="Arial"/>
                        <a:buNone/>
                      </a:pPr>
                      <a:r>
                        <a:rPr b="0" i="0" lang="en" sz="1100" u="none" cap="none" strike="noStrike">
                          <a:solidFill>
                            <a:srgbClr val="5B5B5B"/>
                          </a:solidFill>
                          <a:latin typeface="Arial"/>
                          <a:ea typeface="Arial"/>
                          <a:cs typeface="Arial"/>
                          <a:sym typeface="Arial"/>
                        </a:rPr>
                        <a:t>Centered Text</a:t>
                      </a:r>
                      <a:endParaRPr/>
                    </a:p>
                  </a:txBody>
                  <a:tcPr marT="34300" marB="34300" marR="34300" marL="3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bl>
          </a:graphicData>
        </a:graphic>
      </p:graphicFrame>
      <p:sp>
        <p:nvSpPr>
          <p:cNvPr id="1867" name="Google Shape;1867;p8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68" name="Google Shape;1868;p8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Subtitle if needed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88"/>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800"/>
              </a:spcAft>
              <a:buNone/>
            </a:pPr>
            <a:r>
              <a:rPr lang="en"/>
              <a:t>PLATFORM</a:t>
            </a:r>
            <a:br>
              <a:rPr lang="en"/>
            </a:br>
            <a:r>
              <a:rPr lang="en">
                <a:solidFill>
                  <a:schemeClr val="accent1"/>
                </a:solidFill>
              </a:rPr>
              <a:t>GRAPHICS</a:t>
            </a:r>
            <a:endParaRPr>
              <a:solidFill>
                <a:schemeClr val="accen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p89"/>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Snowflake</a:t>
            </a:r>
            <a:br>
              <a:rPr lang="en"/>
            </a:br>
            <a:r>
              <a:rPr lang="en"/>
              <a:t>AI Data Cloud</a:t>
            </a:r>
            <a:endParaRPr/>
          </a:p>
        </p:txBody>
      </p:sp>
      <p:sp>
        <p:nvSpPr>
          <p:cNvPr id="1879" name="Google Shape;1879;p89"/>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80" name="Google Shape;1880;p89"/>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5.14.25</a:t>
            </a:r>
            <a:endParaRPr/>
          </a:p>
        </p:txBody>
      </p:sp>
      <p:pic>
        <p:nvPicPr>
          <p:cNvPr id="1881" name="Google Shape;1881;p89" title="snow-platformdiagram-datacloud-2025v2-rgb-OUTLINE.png"/>
          <p:cNvPicPr preferRelativeResize="0"/>
          <p:nvPr/>
        </p:nvPicPr>
        <p:blipFill rotWithShape="1">
          <a:blip r:embed="rId3">
            <a:alphaModFix/>
          </a:blip>
          <a:srcRect b="0" l="19795" r="19795" t="0"/>
          <a:stretch/>
        </p:blipFill>
        <p:spPr>
          <a:xfrm>
            <a:off x="2762000" y="-76138"/>
            <a:ext cx="5687398" cy="529577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90"/>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Snowflake Platform Architecture</a:t>
            </a:r>
            <a:endParaRPr/>
          </a:p>
        </p:txBody>
      </p:sp>
      <p:sp>
        <p:nvSpPr>
          <p:cNvPr id="1887" name="Google Shape;1887;p90"/>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grpSp>
        <p:nvGrpSpPr>
          <p:cNvPr id="1888" name="Google Shape;1888;p90"/>
          <p:cNvGrpSpPr/>
          <p:nvPr/>
        </p:nvGrpSpPr>
        <p:grpSpPr>
          <a:xfrm>
            <a:off x="1298964" y="801252"/>
            <a:ext cx="6536044" cy="3951883"/>
            <a:chOff x="1809382" y="1109900"/>
            <a:chExt cx="5830027" cy="3525005"/>
          </a:xfrm>
        </p:grpSpPr>
        <p:sp>
          <p:nvSpPr>
            <p:cNvPr id="1889" name="Google Shape;1889;p90"/>
            <p:cNvSpPr/>
            <p:nvPr/>
          </p:nvSpPr>
          <p:spPr>
            <a:xfrm>
              <a:off x="1809382" y="2056254"/>
              <a:ext cx="813385" cy="258952"/>
            </a:xfrm>
            <a:custGeom>
              <a:rect b="b" l="l" r="r" t="t"/>
              <a:pathLst>
                <a:path extrusionOk="0" h="345269" w="1084513">
                  <a:moveTo>
                    <a:pt x="1031844" y="0"/>
                  </a:moveTo>
                  <a:cubicBezTo>
                    <a:pt x="1060933" y="0"/>
                    <a:pt x="1084513" y="23573"/>
                    <a:pt x="1084513" y="52653"/>
                  </a:cubicBezTo>
                  <a:lnTo>
                    <a:pt x="1084513" y="292617"/>
                  </a:lnTo>
                  <a:cubicBezTo>
                    <a:pt x="1084513" y="321696"/>
                    <a:pt x="1060933" y="345269"/>
                    <a:pt x="1031844" y="345269"/>
                  </a:cubicBezTo>
                  <a:lnTo>
                    <a:pt x="52669" y="345269"/>
                  </a:lnTo>
                  <a:cubicBezTo>
                    <a:pt x="23581" y="345269"/>
                    <a:pt x="0" y="321696"/>
                    <a:pt x="0" y="292617"/>
                  </a:cubicBezTo>
                  <a:lnTo>
                    <a:pt x="0" y="52653"/>
                  </a:lnTo>
                  <a:cubicBezTo>
                    <a:pt x="0" y="23573"/>
                    <a:pt x="23581" y="0"/>
                    <a:pt x="52669"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1890" name="Google Shape;1890;p90"/>
            <p:cNvGrpSpPr/>
            <p:nvPr/>
          </p:nvGrpSpPr>
          <p:grpSpPr>
            <a:xfrm>
              <a:off x="2038874" y="2116654"/>
              <a:ext cx="474413" cy="128185"/>
              <a:chOff x="2613248" y="2619005"/>
              <a:chExt cx="632550" cy="170913"/>
            </a:xfrm>
          </p:grpSpPr>
          <p:sp>
            <p:nvSpPr>
              <p:cNvPr id="1891" name="Google Shape;1891;p90"/>
              <p:cNvSpPr/>
              <p:nvPr/>
            </p:nvSpPr>
            <p:spPr>
              <a:xfrm>
                <a:off x="2613248" y="2620122"/>
                <a:ext cx="68441" cy="68985"/>
              </a:xfrm>
              <a:custGeom>
                <a:rect b="b" l="l" r="r" t="t"/>
                <a:pathLst>
                  <a:path extrusionOk="0" h="68985" w="68441">
                    <a:moveTo>
                      <a:pt x="68442" y="34496"/>
                    </a:moveTo>
                    <a:cubicBezTo>
                      <a:pt x="68442" y="39440"/>
                      <a:pt x="67616" y="44021"/>
                      <a:pt x="65967" y="48237"/>
                    </a:cubicBezTo>
                    <a:cubicBezTo>
                      <a:pt x="64318" y="52456"/>
                      <a:pt x="61998" y="56104"/>
                      <a:pt x="59011" y="59184"/>
                    </a:cubicBezTo>
                    <a:cubicBezTo>
                      <a:pt x="56024" y="62264"/>
                      <a:pt x="52428" y="64669"/>
                      <a:pt x="48226" y="66394"/>
                    </a:cubicBezTo>
                    <a:cubicBezTo>
                      <a:pt x="44024" y="68123"/>
                      <a:pt x="39370" y="68985"/>
                      <a:pt x="34267" y="68985"/>
                    </a:cubicBezTo>
                    <a:cubicBezTo>
                      <a:pt x="29161" y="68985"/>
                      <a:pt x="24500" y="68123"/>
                      <a:pt x="20283" y="66394"/>
                    </a:cubicBezTo>
                    <a:cubicBezTo>
                      <a:pt x="16067" y="64669"/>
                      <a:pt x="12456" y="62264"/>
                      <a:pt x="9454" y="59184"/>
                    </a:cubicBezTo>
                    <a:cubicBezTo>
                      <a:pt x="6449" y="56104"/>
                      <a:pt x="4122" y="52456"/>
                      <a:pt x="2473" y="48237"/>
                    </a:cubicBezTo>
                    <a:cubicBezTo>
                      <a:pt x="824" y="44021"/>
                      <a:pt x="0" y="39440"/>
                      <a:pt x="0" y="34496"/>
                    </a:cubicBezTo>
                    <a:cubicBezTo>
                      <a:pt x="0" y="29549"/>
                      <a:pt x="824" y="24964"/>
                      <a:pt x="2473" y="20749"/>
                    </a:cubicBezTo>
                    <a:cubicBezTo>
                      <a:pt x="4122" y="16533"/>
                      <a:pt x="6449" y="12885"/>
                      <a:pt x="9454" y="9801"/>
                    </a:cubicBezTo>
                    <a:cubicBezTo>
                      <a:pt x="12456" y="6724"/>
                      <a:pt x="16067" y="4320"/>
                      <a:pt x="20283" y="2595"/>
                    </a:cubicBezTo>
                    <a:cubicBezTo>
                      <a:pt x="24500" y="866"/>
                      <a:pt x="29161" y="0"/>
                      <a:pt x="34267" y="0"/>
                    </a:cubicBezTo>
                    <a:cubicBezTo>
                      <a:pt x="39370" y="0"/>
                      <a:pt x="44024" y="874"/>
                      <a:pt x="48226" y="2617"/>
                    </a:cubicBezTo>
                    <a:cubicBezTo>
                      <a:pt x="52428" y="4357"/>
                      <a:pt x="56024" y="6762"/>
                      <a:pt x="59011" y="9827"/>
                    </a:cubicBezTo>
                    <a:cubicBezTo>
                      <a:pt x="61998" y="12893"/>
                      <a:pt x="64318" y="16533"/>
                      <a:pt x="65967" y="20749"/>
                    </a:cubicBezTo>
                    <a:cubicBezTo>
                      <a:pt x="67616" y="24964"/>
                      <a:pt x="68442" y="29549"/>
                      <a:pt x="68442" y="34496"/>
                    </a:cubicBezTo>
                    <a:close/>
                    <a:moveTo>
                      <a:pt x="55557" y="34496"/>
                    </a:moveTo>
                    <a:cubicBezTo>
                      <a:pt x="55557" y="30792"/>
                      <a:pt x="55065" y="27469"/>
                      <a:pt x="54084" y="24531"/>
                    </a:cubicBezTo>
                    <a:cubicBezTo>
                      <a:pt x="53106" y="21589"/>
                      <a:pt x="51694" y="19095"/>
                      <a:pt x="49860" y="17037"/>
                    </a:cubicBezTo>
                    <a:cubicBezTo>
                      <a:pt x="48022" y="14984"/>
                      <a:pt x="45790" y="13412"/>
                      <a:pt x="43160" y="12325"/>
                    </a:cubicBezTo>
                    <a:cubicBezTo>
                      <a:pt x="40530" y="11235"/>
                      <a:pt x="37564" y="10694"/>
                      <a:pt x="34267" y="10694"/>
                    </a:cubicBezTo>
                    <a:cubicBezTo>
                      <a:pt x="30966" y="10694"/>
                      <a:pt x="27994" y="11235"/>
                      <a:pt x="25349" y="12325"/>
                    </a:cubicBezTo>
                    <a:cubicBezTo>
                      <a:pt x="22705" y="13412"/>
                      <a:pt x="20455" y="14984"/>
                      <a:pt x="18602" y="17037"/>
                    </a:cubicBezTo>
                    <a:cubicBezTo>
                      <a:pt x="16753" y="19095"/>
                      <a:pt x="15326" y="21589"/>
                      <a:pt x="14331" y="24531"/>
                    </a:cubicBezTo>
                    <a:cubicBezTo>
                      <a:pt x="13335" y="27469"/>
                      <a:pt x="12839" y="30792"/>
                      <a:pt x="12839" y="34496"/>
                    </a:cubicBezTo>
                    <a:cubicBezTo>
                      <a:pt x="12839" y="38196"/>
                      <a:pt x="13335" y="41519"/>
                      <a:pt x="14331" y="44458"/>
                    </a:cubicBezTo>
                    <a:cubicBezTo>
                      <a:pt x="15326" y="47400"/>
                      <a:pt x="16753" y="49891"/>
                      <a:pt x="18602" y="51926"/>
                    </a:cubicBezTo>
                    <a:cubicBezTo>
                      <a:pt x="20455" y="53964"/>
                      <a:pt x="22705" y="55529"/>
                      <a:pt x="25349" y="56619"/>
                    </a:cubicBezTo>
                    <a:cubicBezTo>
                      <a:pt x="27994" y="57709"/>
                      <a:pt x="30966" y="58251"/>
                      <a:pt x="34267" y="58251"/>
                    </a:cubicBezTo>
                    <a:cubicBezTo>
                      <a:pt x="37564" y="58251"/>
                      <a:pt x="40530" y="57709"/>
                      <a:pt x="43160" y="56619"/>
                    </a:cubicBezTo>
                    <a:cubicBezTo>
                      <a:pt x="45790" y="55529"/>
                      <a:pt x="48022" y="53964"/>
                      <a:pt x="49860" y="51926"/>
                    </a:cubicBezTo>
                    <a:cubicBezTo>
                      <a:pt x="51694" y="49891"/>
                      <a:pt x="53106" y="47400"/>
                      <a:pt x="54084" y="44458"/>
                    </a:cubicBezTo>
                    <a:cubicBezTo>
                      <a:pt x="55065" y="41519"/>
                      <a:pt x="55557" y="38196"/>
                      <a:pt x="55557" y="3449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2" name="Google Shape;1892;p90"/>
              <p:cNvSpPr/>
              <p:nvPr/>
            </p:nvSpPr>
            <p:spPr>
              <a:xfrm>
                <a:off x="2690933" y="2639724"/>
                <a:ext cx="41737" cy="48636"/>
              </a:xfrm>
              <a:custGeom>
                <a:rect b="b" l="l" r="r" t="t"/>
                <a:pathLst>
                  <a:path extrusionOk="0" h="48636" w="41737">
                    <a:moveTo>
                      <a:pt x="0" y="48636"/>
                    </a:moveTo>
                    <a:lnTo>
                      <a:pt x="0" y="751"/>
                    </a:lnTo>
                    <a:lnTo>
                      <a:pt x="7048" y="751"/>
                    </a:lnTo>
                    <a:cubicBezTo>
                      <a:pt x="8542" y="751"/>
                      <a:pt x="9524" y="1449"/>
                      <a:pt x="9991" y="2849"/>
                    </a:cubicBezTo>
                    <a:lnTo>
                      <a:pt x="10783" y="6631"/>
                    </a:lnTo>
                    <a:cubicBezTo>
                      <a:pt x="11750" y="5634"/>
                      <a:pt x="12766" y="4734"/>
                      <a:pt x="13842" y="3924"/>
                    </a:cubicBezTo>
                    <a:cubicBezTo>
                      <a:pt x="14914" y="3114"/>
                      <a:pt x="16053" y="2416"/>
                      <a:pt x="17248" y="1826"/>
                    </a:cubicBezTo>
                    <a:cubicBezTo>
                      <a:pt x="18451" y="1236"/>
                      <a:pt x="19732" y="780"/>
                      <a:pt x="21102" y="467"/>
                    </a:cubicBezTo>
                    <a:cubicBezTo>
                      <a:pt x="22473" y="157"/>
                      <a:pt x="23963" y="0"/>
                      <a:pt x="25584" y="0"/>
                    </a:cubicBezTo>
                    <a:cubicBezTo>
                      <a:pt x="28199" y="0"/>
                      <a:pt x="30514" y="448"/>
                      <a:pt x="32539" y="1333"/>
                    </a:cubicBezTo>
                    <a:cubicBezTo>
                      <a:pt x="34563" y="2218"/>
                      <a:pt x="36251" y="3465"/>
                      <a:pt x="37603" y="5067"/>
                    </a:cubicBezTo>
                    <a:cubicBezTo>
                      <a:pt x="38959" y="6672"/>
                      <a:pt x="39986" y="8584"/>
                      <a:pt x="40688" y="10809"/>
                    </a:cubicBezTo>
                    <a:cubicBezTo>
                      <a:pt x="41387" y="13035"/>
                      <a:pt x="41738" y="15484"/>
                      <a:pt x="41738" y="18161"/>
                    </a:cubicBezTo>
                    <a:lnTo>
                      <a:pt x="41738" y="48636"/>
                    </a:lnTo>
                    <a:lnTo>
                      <a:pt x="30204" y="48636"/>
                    </a:lnTo>
                    <a:lnTo>
                      <a:pt x="30204" y="18161"/>
                    </a:lnTo>
                    <a:cubicBezTo>
                      <a:pt x="30204" y="15237"/>
                      <a:pt x="29528" y="12971"/>
                      <a:pt x="28173" y="11366"/>
                    </a:cubicBezTo>
                    <a:cubicBezTo>
                      <a:pt x="26821" y="9768"/>
                      <a:pt x="24789" y="8965"/>
                      <a:pt x="22081" y="8965"/>
                    </a:cubicBezTo>
                    <a:cubicBezTo>
                      <a:pt x="20090" y="8965"/>
                      <a:pt x="18223" y="9417"/>
                      <a:pt x="16479" y="10316"/>
                    </a:cubicBezTo>
                    <a:cubicBezTo>
                      <a:pt x="14734" y="11220"/>
                      <a:pt x="13087" y="12448"/>
                      <a:pt x="11530" y="14002"/>
                    </a:cubicBezTo>
                    <a:lnTo>
                      <a:pt x="11530" y="48636"/>
                    </a:lnTo>
                    <a:lnTo>
                      <a:pt x="0" y="48636"/>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3" name="Google Shape;1893;p90"/>
              <p:cNvSpPr/>
              <p:nvPr/>
            </p:nvSpPr>
            <p:spPr>
              <a:xfrm>
                <a:off x="2740795" y="2639724"/>
                <a:ext cx="43747" cy="49334"/>
              </a:xfrm>
              <a:custGeom>
                <a:rect b="b" l="l" r="r" t="t"/>
                <a:pathLst>
                  <a:path extrusionOk="0" h="49334" w="43747">
                    <a:moveTo>
                      <a:pt x="23018" y="0"/>
                    </a:moveTo>
                    <a:cubicBezTo>
                      <a:pt x="26033" y="0"/>
                      <a:pt x="28815" y="485"/>
                      <a:pt x="31351" y="1449"/>
                    </a:cubicBezTo>
                    <a:cubicBezTo>
                      <a:pt x="33887" y="2416"/>
                      <a:pt x="36072" y="3823"/>
                      <a:pt x="37910" y="5675"/>
                    </a:cubicBezTo>
                    <a:cubicBezTo>
                      <a:pt x="39743" y="7524"/>
                      <a:pt x="41178" y="9794"/>
                      <a:pt x="42209" y="12486"/>
                    </a:cubicBezTo>
                    <a:cubicBezTo>
                      <a:pt x="43232" y="15182"/>
                      <a:pt x="43747" y="18251"/>
                      <a:pt x="43747" y="21704"/>
                    </a:cubicBezTo>
                    <a:cubicBezTo>
                      <a:pt x="43747" y="22574"/>
                      <a:pt x="43706" y="23302"/>
                      <a:pt x="43628" y="23878"/>
                    </a:cubicBezTo>
                    <a:cubicBezTo>
                      <a:pt x="43553" y="24452"/>
                      <a:pt x="43411" y="24901"/>
                      <a:pt x="43209" y="25229"/>
                    </a:cubicBezTo>
                    <a:cubicBezTo>
                      <a:pt x="43004" y="25554"/>
                      <a:pt x="42735" y="25789"/>
                      <a:pt x="42392" y="25931"/>
                    </a:cubicBezTo>
                    <a:cubicBezTo>
                      <a:pt x="42052" y="26069"/>
                      <a:pt x="41611" y="26136"/>
                      <a:pt x="41084" y="26136"/>
                    </a:cubicBezTo>
                    <a:lnTo>
                      <a:pt x="11485" y="26136"/>
                    </a:lnTo>
                    <a:cubicBezTo>
                      <a:pt x="11829" y="31057"/>
                      <a:pt x="13151" y="34668"/>
                      <a:pt x="15451" y="36968"/>
                    </a:cubicBezTo>
                    <a:cubicBezTo>
                      <a:pt x="17760" y="39272"/>
                      <a:pt x="20807" y="40422"/>
                      <a:pt x="24606" y="40422"/>
                    </a:cubicBezTo>
                    <a:cubicBezTo>
                      <a:pt x="26473" y="40422"/>
                      <a:pt x="28083" y="40205"/>
                      <a:pt x="29439" y="39768"/>
                    </a:cubicBezTo>
                    <a:cubicBezTo>
                      <a:pt x="30791" y="39335"/>
                      <a:pt x="31971" y="38850"/>
                      <a:pt x="32987" y="38320"/>
                    </a:cubicBezTo>
                    <a:cubicBezTo>
                      <a:pt x="33995" y="37793"/>
                      <a:pt x="34884" y="37312"/>
                      <a:pt x="35646" y="36871"/>
                    </a:cubicBezTo>
                    <a:cubicBezTo>
                      <a:pt x="36408" y="36438"/>
                      <a:pt x="37148" y="36221"/>
                      <a:pt x="37861" y="36221"/>
                    </a:cubicBezTo>
                    <a:cubicBezTo>
                      <a:pt x="38328" y="36221"/>
                      <a:pt x="38735" y="36315"/>
                      <a:pt x="39079" y="36501"/>
                    </a:cubicBezTo>
                    <a:cubicBezTo>
                      <a:pt x="39419" y="36688"/>
                      <a:pt x="39717" y="36953"/>
                      <a:pt x="39964" y="37297"/>
                    </a:cubicBezTo>
                    <a:lnTo>
                      <a:pt x="43325" y="41497"/>
                    </a:lnTo>
                    <a:cubicBezTo>
                      <a:pt x="42052"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7" y="49334"/>
                      <a:pt x="17151" y="48782"/>
                      <a:pt x="14286" y="47680"/>
                    </a:cubicBezTo>
                    <a:cubicBezTo>
                      <a:pt x="11421" y="46575"/>
                      <a:pt x="8930" y="44943"/>
                      <a:pt x="6816" y="42778"/>
                    </a:cubicBezTo>
                    <a:cubicBezTo>
                      <a:pt x="4702" y="40616"/>
                      <a:pt x="3033" y="37943"/>
                      <a:pt x="1823" y="34750"/>
                    </a:cubicBezTo>
                    <a:cubicBezTo>
                      <a:pt x="609" y="31562"/>
                      <a:pt x="0" y="27865"/>
                      <a:pt x="0" y="23665"/>
                    </a:cubicBezTo>
                    <a:cubicBezTo>
                      <a:pt x="0" y="20398"/>
                      <a:pt x="527" y="17325"/>
                      <a:pt x="1591" y="14450"/>
                    </a:cubicBezTo>
                    <a:cubicBezTo>
                      <a:pt x="2648" y="11571"/>
                      <a:pt x="4164" y="9066"/>
                      <a:pt x="6140" y="6934"/>
                    </a:cubicBezTo>
                    <a:cubicBezTo>
                      <a:pt x="8116" y="4805"/>
                      <a:pt x="10529" y="3114"/>
                      <a:pt x="13379" y="1867"/>
                    </a:cubicBezTo>
                    <a:cubicBezTo>
                      <a:pt x="16221" y="624"/>
                      <a:pt x="19437" y="0"/>
                      <a:pt x="23018" y="0"/>
                    </a:cubicBezTo>
                    <a:close/>
                    <a:moveTo>
                      <a:pt x="23250" y="8263"/>
                    </a:moveTo>
                    <a:cubicBezTo>
                      <a:pt x="19889" y="8263"/>
                      <a:pt x="17259" y="9211"/>
                      <a:pt x="15362" y="11112"/>
                    </a:cubicBezTo>
                    <a:cubicBezTo>
                      <a:pt x="13461" y="13008"/>
                      <a:pt x="12247" y="15704"/>
                      <a:pt x="11716" y="19184"/>
                    </a:cubicBezTo>
                    <a:lnTo>
                      <a:pt x="33379" y="19184"/>
                    </a:lnTo>
                    <a:cubicBezTo>
                      <a:pt x="33379" y="17694"/>
                      <a:pt x="33181" y="16287"/>
                      <a:pt x="32774" y="14961"/>
                    </a:cubicBezTo>
                    <a:cubicBezTo>
                      <a:pt x="32371" y="13640"/>
                      <a:pt x="31747" y="12478"/>
                      <a:pt x="30907" y="11485"/>
                    </a:cubicBezTo>
                    <a:cubicBezTo>
                      <a:pt x="30070" y="10488"/>
                      <a:pt x="29006" y="9704"/>
                      <a:pt x="27736" y="9129"/>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4" name="Google Shape;1894;p90"/>
              <p:cNvSpPr/>
              <p:nvPr/>
            </p:nvSpPr>
            <p:spPr>
              <a:xfrm>
                <a:off x="2814138" y="2620872"/>
                <a:ext cx="12605" cy="67487"/>
              </a:xfrm>
              <a:custGeom>
                <a:rect b="b" l="l" r="r" t="t"/>
                <a:pathLst>
                  <a:path extrusionOk="0" h="67487" w="12605">
                    <a:moveTo>
                      <a:pt x="12605" y="67488"/>
                    </a:moveTo>
                    <a:lnTo>
                      <a:pt x="0" y="67488"/>
                    </a:lnTo>
                    <a:lnTo>
                      <a:pt x="0" y="0"/>
                    </a:lnTo>
                    <a:lnTo>
                      <a:pt x="12605" y="0"/>
                    </a:lnTo>
                    <a:lnTo>
                      <a:pt x="12605" y="6748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5" name="Google Shape;1895;p90"/>
              <p:cNvSpPr/>
              <p:nvPr/>
            </p:nvSpPr>
            <p:spPr>
              <a:xfrm>
                <a:off x="2841265" y="2639724"/>
                <a:ext cx="41737" cy="48636"/>
              </a:xfrm>
              <a:custGeom>
                <a:rect b="b" l="l" r="r" t="t"/>
                <a:pathLst>
                  <a:path extrusionOk="0" h="48636" w="41737">
                    <a:moveTo>
                      <a:pt x="0" y="48636"/>
                    </a:moveTo>
                    <a:lnTo>
                      <a:pt x="0" y="751"/>
                    </a:lnTo>
                    <a:lnTo>
                      <a:pt x="7048" y="751"/>
                    </a:lnTo>
                    <a:cubicBezTo>
                      <a:pt x="8542" y="751"/>
                      <a:pt x="9524" y="1449"/>
                      <a:pt x="9991" y="2849"/>
                    </a:cubicBezTo>
                    <a:lnTo>
                      <a:pt x="10783" y="6631"/>
                    </a:lnTo>
                    <a:cubicBezTo>
                      <a:pt x="11750" y="5634"/>
                      <a:pt x="12766" y="4734"/>
                      <a:pt x="13842" y="3924"/>
                    </a:cubicBezTo>
                    <a:cubicBezTo>
                      <a:pt x="14914" y="3114"/>
                      <a:pt x="16053" y="2416"/>
                      <a:pt x="17248" y="1826"/>
                    </a:cubicBezTo>
                    <a:cubicBezTo>
                      <a:pt x="18451" y="1236"/>
                      <a:pt x="19732" y="780"/>
                      <a:pt x="21102" y="467"/>
                    </a:cubicBezTo>
                    <a:cubicBezTo>
                      <a:pt x="22473" y="157"/>
                      <a:pt x="23963" y="0"/>
                      <a:pt x="25584" y="0"/>
                    </a:cubicBezTo>
                    <a:cubicBezTo>
                      <a:pt x="28199" y="0"/>
                      <a:pt x="30514" y="448"/>
                      <a:pt x="32539" y="1333"/>
                    </a:cubicBezTo>
                    <a:cubicBezTo>
                      <a:pt x="34563" y="2218"/>
                      <a:pt x="36251" y="3465"/>
                      <a:pt x="37603" y="5067"/>
                    </a:cubicBezTo>
                    <a:cubicBezTo>
                      <a:pt x="38959" y="6672"/>
                      <a:pt x="39986" y="8584"/>
                      <a:pt x="40688" y="10809"/>
                    </a:cubicBezTo>
                    <a:cubicBezTo>
                      <a:pt x="41387" y="13035"/>
                      <a:pt x="41738" y="15484"/>
                      <a:pt x="41738" y="18161"/>
                    </a:cubicBezTo>
                    <a:lnTo>
                      <a:pt x="41738" y="48636"/>
                    </a:lnTo>
                    <a:lnTo>
                      <a:pt x="30204" y="48636"/>
                    </a:lnTo>
                    <a:lnTo>
                      <a:pt x="30204" y="18161"/>
                    </a:lnTo>
                    <a:cubicBezTo>
                      <a:pt x="30204" y="15237"/>
                      <a:pt x="29528" y="12971"/>
                      <a:pt x="28173" y="11366"/>
                    </a:cubicBezTo>
                    <a:cubicBezTo>
                      <a:pt x="26821" y="9768"/>
                      <a:pt x="24789" y="8965"/>
                      <a:pt x="22081" y="8965"/>
                    </a:cubicBezTo>
                    <a:cubicBezTo>
                      <a:pt x="20090" y="8965"/>
                      <a:pt x="18223" y="9417"/>
                      <a:pt x="16479" y="10316"/>
                    </a:cubicBezTo>
                    <a:cubicBezTo>
                      <a:pt x="14734" y="11220"/>
                      <a:pt x="13087" y="12448"/>
                      <a:pt x="11530" y="14002"/>
                    </a:cubicBezTo>
                    <a:lnTo>
                      <a:pt x="11530" y="48636"/>
                    </a:lnTo>
                    <a:lnTo>
                      <a:pt x="0" y="48636"/>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6" name="Google Shape;1896;p90"/>
              <p:cNvSpPr/>
              <p:nvPr/>
            </p:nvSpPr>
            <p:spPr>
              <a:xfrm>
                <a:off x="2890005" y="2625819"/>
                <a:ext cx="32632" cy="63287"/>
              </a:xfrm>
              <a:custGeom>
                <a:rect b="b" l="l" r="r" t="t"/>
                <a:pathLst>
                  <a:path extrusionOk="0" h="63287" w="32632">
                    <a:moveTo>
                      <a:pt x="20075" y="63287"/>
                    </a:moveTo>
                    <a:cubicBezTo>
                      <a:pt x="15937" y="63287"/>
                      <a:pt x="12747" y="62115"/>
                      <a:pt x="10503" y="59763"/>
                    </a:cubicBezTo>
                    <a:cubicBezTo>
                      <a:pt x="8265" y="57414"/>
                      <a:pt x="7145" y="54173"/>
                      <a:pt x="7145" y="50032"/>
                    </a:cubicBezTo>
                    <a:lnTo>
                      <a:pt x="7145" y="23288"/>
                    </a:lnTo>
                    <a:lnTo>
                      <a:pt x="2286" y="23288"/>
                    </a:lnTo>
                    <a:cubicBezTo>
                      <a:pt x="1666" y="23288"/>
                      <a:pt x="1128" y="23086"/>
                      <a:pt x="680" y="22683"/>
                    </a:cubicBezTo>
                    <a:cubicBezTo>
                      <a:pt x="224" y="22279"/>
                      <a:pt x="0" y="21674"/>
                      <a:pt x="0" y="20864"/>
                    </a:cubicBezTo>
                    <a:lnTo>
                      <a:pt x="0" y="16287"/>
                    </a:lnTo>
                    <a:lnTo>
                      <a:pt x="7701" y="15028"/>
                    </a:lnTo>
                    <a:lnTo>
                      <a:pt x="10133" y="1960"/>
                    </a:lnTo>
                    <a:cubicBezTo>
                      <a:pt x="10256" y="1337"/>
                      <a:pt x="10544" y="855"/>
                      <a:pt x="10996" y="515"/>
                    </a:cubicBezTo>
                    <a:cubicBezTo>
                      <a:pt x="11444" y="172"/>
                      <a:pt x="12015" y="0"/>
                      <a:pt x="12699"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098" y="53912"/>
                      <a:pt x="24580" y="53740"/>
                    </a:cubicBezTo>
                    <a:cubicBezTo>
                      <a:pt x="25065" y="53568"/>
                      <a:pt x="25483" y="53393"/>
                      <a:pt x="25842" y="53206"/>
                    </a:cubicBezTo>
                    <a:cubicBezTo>
                      <a:pt x="26201" y="53020"/>
                      <a:pt x="26522" y="52840"/>
                      <a:pt x="26798" y="52669"/>
                    </a:cubicBezTo>
                    <a:cubicBezTo>
                      <a:pt x="27078" y="52497"/>
                      <a:pt x="27358" y="52411"/>
                      <a:pt x="27638" y="52411"/>
                    </a:cubicBezTo>
                    <a:cubicBezTo>
                      <a:pt x="27982" y="52411"/>
                      <a:pt x="28258" y="52497"/>
                      <a:pt x="28479" y="52669"/>
                    </a:cubicBezTo>
                    <a:cubicBezTo>
                      <a:pt x="28699" y="52840"/>
                      <a:pt x="28931" y="53098"/>
                      <a:pt x="29177" y="53438"/>
                    </a:cubicBezTo>
                    <a:lnTo>
                      <a:pt x="32632" y="59038"/>
                    </a:lnTo>
                    <a:cubicBezTo>
                      <a:pt x="30955" y="60439"/>
                      <a:pt x="29020" y="61499"/>
                      <a:pt x="26843" y="62212"/>
                    </a:cubicBezTo>
                    <a:cubicBezTo>
                      <a:pt x="24666" y="62929"/>
                      <a:pt x="22410" y="63287"/>
                      <a:pt x="20075" y="632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7" name="Google Shape;1897;p90"/>
              <p:cNvSpPr/>
              <p:nvPr/>
            </p:nvSpPr>
            <p:spPr>
              <a:xfrm>
                <a:off x="2927261" y="2639724"/>
                <a:ext cx="43743" cy="49334"/>
              </a:xfrm>
              <a:custGeom>
                <a:rect b="b" l="l" r="r" t="t"/>
                <a:pathLst>
                  <a:path extrusionOk="0" h="49334" w="43743">
                    <a:moveTo>
                      <a:pt x="23018" y="0"/>
                    </a:moveTo>
                    <a:cubicBezTo>
                      <a:pt x="26032" y="0"/>
                      <a:pt x="28811" y="485"/>
                      <a:pt x="31351" y="1449"/>
                    </a:cubicBezTo>
                    <a:cubicBezTo>
                      <a:pt x="33887" y="2416"/>
                      <a:pt x="36072" y="3823"/>
                      <a:pt x="37910" y="5675"/>
                    </a:cubicBezTo>
                    <a:cubicBezTo>
                      <a:pt x="39743" y="7524"/>
                      <a:pt x="41178" y="9794"/>
                      <a:pt x="42205" y="12486"/>
                    </a:cubicBezTo>
                    <a:cubicBezTo>
                      <a:pt x="43232" y="15182"/>
                      <a:pt x="43744" y="18251"/>
                      <a:pt x="43744" y="21704"/>
                    </a:cubicBezTo>
                    <a:cubicBezTo>
                      <a:pt x="43744" y="22574"/>
                      <a:pt x="43706" y="23302"/>
                      <a:pt x="43628" y="23878"/>
                    </a:cubicBezTo>
                    <a:cubicBezTo>
                      <a:pt x="43553" y="24452"/>
                      <a:pt x="43411" y="24901"/>
                      <a:pt x="43209" y="25229"/>
                    </a:cubicBezTo>
                    <a:cubicBezTo>
                      <a:pt x="43004" y="25554"/>
                      <a:pt x="42735" y="25789"/>
                      <a:pt x="42391" y="25931"/>
                    </a:cubicBezTo>
                    <a:cubicBezTo>
                      <a:pt x="42048" y="26069"/>
                      <a:pt x="41611" y="26136"/>
                      <a:pt x="41084" y="26136"/>
                    </a:cubicBezTo>
                    <a:lnTo>
                      <a:pt x="11485" y="26136"/>
                    </a:lnTo>
                    <a:cubicBezTo>
                      <a:pt x="11829" y="31057"/>
                      <a:pt x="13151" y="34668"/>
                      <a:pt x="15451" y="36968"/>
                    </a:cubicBezTo>
                    <a:cubicBezTo>
                      <a:pt x="17756" y="39272"/>
                      <a:pt x="20807" y="40422"/>
                      <a:pt x="24602" y="40422"/>
                    </a:cubicBezTo>
                    <a:cubicBezTo>
                      <a:pt x="26469" y="40422"/>
                      <a:pt x="28083" y="40205"/>
                      <a:pt x="29435" y="39768"/>
                    </a:cubicBezTo>
                    <a:cubicBezTo>
                      <a:pt x="30791" y="39335"/>
                      <a:pt x="31971" y="38850"/>
                      <a:pt x="32987" y="38320"/>
                    </a:cubicBezTo>
                    <a:cubicBezTo>
                      <a:pt x="33995" y="37793"/>
                      <a:pt x="34881" y="37312"/>
                      <a:pt x="35642" y="36871"/>
                    </a:cubicBezTo>
                    <a:cubicBezTo>
                      <a:pt x="36408" y="36438"/>
                      <a:pt x="37148" y="36221"/>
                      <a:pt x="37861" y="36221"/>
                    </a:cubicBezTo>
                    <a:cubicBezTo>
                      <a:pt x="38328" y="36221"/>
                      <a:pt x="38735" y="36315"/>
                      <a:pt x="39075" y="36501"/>
                    </a:cubicBezTo>
                    <a:cubicBezTo>
                      <a:pt x="39418" y="36688"/>
                      <a:pt x="39714" y="36953"/>
                      <a:pt x="39964" y="37297"/>
                    </a:cubicBezTo>
                    <a:lnTo>
                      <a:pt x="43325" y="41497"/>
                    </a:lnTo>
                    <a:cubicBezTo>
                      <a:pt x="42048"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3" y="49334"/>
                      <a:pt x="17147" y="48782"/>
                      <a:pt x="14286" y="47680"/>
                    </a:cubicBezTo>
                    <a:cubicBezTo>
                      <a:pt x="11421" y="46575"/>
                      <a:pt x="8930" y="44943"/>
                      <a:pt x="6816" y="42778"/>
                    </a:cubicBezTo>
                    <a:cubicBezTo>
                      <a:pt x="4699" y="40616"/>
                      <a:pt x="3033" y="37943"/>
                      <a:pt x="1823" y="34750"/>
                    </a:cubicBezTo>
                    <a:cubicBezTo>
                      <a:pt x="609" y="31562"/>
                      <a:pt x="0" y="27865"/>
                      <a:pt x="0" y="23665"/>
                    </a:cubicBezTo>
                    <a:cubicBezTo>
                      <a:pt x="0" y="20398"/>
                      <a:pt x="527" y="17325"/>
                      <a:pt x="1587" y="14450"/>
                    </a:cubicBezTo>
                    <a:cubicBezTo>
                      <a:pt x="2648" y="11571"/>
                      <a:pt x="4164" y="9066"/>
                      <a:pt x="6140" y="6934"/>
                    </a:cubicBezTo>
                    <a:cubicBezTo>
                      <a:pt x="8112" y="4805"/>
                      <a:pt x="10529" y="3114"/>
                      <a:pt x="13378" y="1867"/>
                    </a:cubicBezTo>
                    <a:cubicBezTo>
                      <a:pt x="16221" y="624"/>
                      <a:pt x="19437" y="0"/>
                      <a:pt x="23018" y="0"/>
                    </a:cubicBezTo>
                    <a:close/>
                    <a:moveTo>
                      <a:pt x="23250" y="8263"/>
                    </a:moveTo>
                    <a:cubicBezTo>
                      <a:pt x="19889" y="8263"/>
                      <a:pt x="17259" y="9211"/>
                      <a:pt x="15362" y="11112"/>
                    </a:cubicBezTo>
                    <a:cubicBezTo>
                      <a:pt x="13461" y="13008"/>
                      <a:pt x="12247" y="15704"/>
                      <a:pt x="11716" y="19184"/>
                    </a:cubicBezTo>
                    <a:lnTo>
                      <a:pt x="33379" y="19184"/>
                    </a:lnTo>
                    <a:cubicBezTo>
                      <a:pt x="33379" y="17694"/>
                      <a:pt x="33177" y="16287"/>
                      <a:pt x="32774" y="14961"/>
                    </a:cubicBezTo>
                    <a:cubicBezTo>
                      <a:pt x="32371" y="13640"/>
                      <a:pt x="31747" y="12478"/>
                      <a:pt x="30907" y="11485"/>
                    </a:cubicBezTo>
                    <a:cubicBezTo>
                      <a:pt x="30066" y="10488"/>
                      <a:pt x="29005" y="9704"/>
                      <a:pt x="27732" y="9129"/>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8" name="Google Shape;1898;p90"/>
              <p:cNvSpPr/>
              <p:nvPr/>
            </p:nvSpPr>
            <p:spPr>
              <a:xfrm>
                <a:off x="2975722" y="2639634"/>
                <a:ext cx="45752" cy="65576"/>
              </a:xfrm>
              <a:custGeom>
                <a:rect b="b" l="l" r="r" t="t"/>
                <a:pathLst>
                  <a:path extrusionOk="0" h="65576" w="45752">
                    <a:moveTo>
                      <a:pt x="21244" y="0"/>
                    </a:moveTo>
                    <a:cubicBezTo>
                      <a:pt x="23295" y="0"/>
                      <a:pt x="25226" y="209"/>
                      <a:pt x="27030" y="631"/>
                    </a:cubicBezTo>
                    <a:cubicBezTo>
                      <a:pt x="28837" y="1049"/>
                      <a:pt x="30485" y="1661"/>
                      <a:pt x="31982" y="2472"/>
                    </a:cubicBezTo>
                    <a:lnTo>
                      <a:pt x="45753" y="2472"/>
                    </a:lnTo>
                    <a:lnTo>
                      <a:pt x="45753" y="6769"/>
                    </a:lnTo>
                    <a:cubicBezTo>
                      <a:pt x="45753" y="7482"/>
                      <a:pt x="45562" y="8043"/>
                      <a:pt x="45193" y="8450"/>
                    </a:cubicBezTo>
                    <a:cubicBezTo>
                      <a:pt x="44819" y="8853"/>
                      <a:pt x="44181" y="9129"/>
                      <a:pt x="43277" y="9286"/>
                    </a:cubicBezTo>
                    <a:lnTo>
                      <a:pt x="38985" y="10081"/>
                    </a:lnTo>
                    <a:cubicBezTo>
                      <a:pt x="39295" y="10891"/>
                      <a:pt x="39534" y="11746"/>
                      <a:pt x="39706" y="12650"/>
                    </a:cubicBezTo>
                    <a:cubicBezTo>
                      <a:pt x="39878" y="13550"/>
                      <a:pt x="39960" y="14498"/>
                      <a:pt x="39960" y="15491"/>
                    </a:cubicBezTo>
                    <a:cubicBezTo>
                      <a:pt x="39960" y="17859"/>
                      <a:pt x="39486" y="19998"/>
                      <a:pt x="38537" y="21910"/>
                    </a:cubicBezTo>
                    <a:cubicBezTo>
                      <a:pt x="37592" y="23825"/>
                      <a:pt x="36281" y="25449"/>
                      <a:pt x="34619" y="26790"/>
                    </a:cubicBezTo>
                    <a:cubicBezTo>
                      <a:pt x="32950" y="28126"/>
                      <a:pt x="30974" y="29164"/>
                      <a:pt x="28688" y="29892"/>
                    </a:cubicBezTo>
                    <a:cubicBezTo>
                      <a:pt x="26399" y="30624"/>
                      <a:pt x="23915" y="30990"/>
                      <a:pt x="21244" y="30990"/>
                    </a:cubicBezTo>
                    <a:cubicBezTo>
                      <a:pt x="19437" y="30990"/>
                      <a:pt x="17677" y="30819"/>
                      <a:pt x="15967" y="30475"/>
                    </a:cubicBezTo>
                    <a:cubicBezTo>
                      <a:pt x="14473" y="31386"/>
                      <a:pt x="13726" y="32405"/>
                      <a:pt x="13726" y="33529"/>
                    </a:cubicBezTo>
                    <a:cubicBezTo>
                      <a:pt x="13726" y="34504"/>
                      <a:pt x="14167" y="35217"/>
                      <a:pt x="15056" y="35672"/>
                    </a:cubicBezTo>
                    <a:cubicBezTo>
                      <a:pt x="15944" y="36128"/>
                      <a:pt x="17110" y="36449"/>
                      <a:pt x="18559" y="36636"/>
                    </a:cubicBezTo>
                    <a:cubicBezTo>
                      <a:pt x="20004" y="36822"/>
                      <a:pt x="21644" y="36919"/>
                      <a:pt x="23482" y="36919"/>
                    </a:cubicBezTo>
                    <a:cubicBezTo>
                      <a:pt x="25315" y="36919"/>
                      <a:pt x="27202" y="36994"/>
                      <a:pt x="29133" y="37151"/>
                    </a:cubicBezTo>
                    <a:cubicBezTo>
                      <a:pt x="31063" y="37308"/>
                      <a:pt x="32942" y="37580"/>
                      <a:pt x="34783" y="37972"/>
                    </a:cubicBezTo>
                    <a:cubicBezTo>
                      <a:pt x="36617" y="38361"/>
                      <a:pt x="38257" y="38977"/>
                      <a:pt x="39706" y="39821"/>
                    </a:cubicBezTo>
                    <a:cubicBezTo>
                      <a:pt x="41155" y="40664"/>
                      <a:pt x="42321" y="41811"/>
                      <a:pt x="43206" y="43263"/>
                    </a:cubicBezTo>
                    <a:cubicBezTo>
                      <a:pt x="44095" y="44716"/>
                      <a:pt x="44539" y="46579"/>
                      <a:pt x="44539" y="48856"/>
                    </a:cubicBezTo>
                    <a:cubicBezTo>
                      <a:pt x="44539" y="50977"/>
                      <a:pt x="44016" y="53038"/>
                      <a:pt x="42974" y="55036"/>
                    </a:cubicBezTo>
                    <a:cubicBezTo>
                      <a:pt x="41932" y="57033"/>
                      <a:pt x="40419" y="58814"/>
                      <a:pt x="38444" y="60375"/>
                    </a:cubicBezTo>
                    <a:cubicBezTo>
                      <a:pt x="36468" y="61936"/>
                      <a:pt x="34048" y="63194"/>
                      <a:pt x="31187" y="64146"/>
                    </a:cubicBezTo>
                    <a:cubicBezTo>
                      <a:pt x="28322" y="65098"/>
                      <a:pt x="25054" y="65576"/>
                      <a:pt x="21383" y="65576"/>
                    </a:cubicBezTo>
                    <a:cubicBezTo>
                      <a:pt x="17741" y="65576"/>
                      <a:pt x="14577" y="65225"/>
                      <a:pt x="11907" y="64523"/>
                    </a:cubicBezTo>
                    <a:cubicBezTo>
                      <a:pt x="9229" y="63825"/>
                      <a:pt x="7010" y="62892"/>
                      <a:pt x="5251" y="61723"/>
                    </a:cubicBezTo>
                    <a:cubicBezTo>
                      <a:pt x="3492" y="60558"/>
                      <a:pt x="2177" y="59210"/>
                      <a:pt x="1307" y="57687"/>
                    </a:cubicBezTo>
                    <a:cubicBezTo>
                      <a:pt x="433" y="56160"/>
                      <a:pt x="0" y="54573"/>
                      <a:pt x="0" y="52926"/>
                    </a:cubicBezTo>
                    <a:cubicBezTo>
                      <a:pt x="0" y="50686"/>
                      <a:pt x="683" y="48800"/>
                      <a:pt x="2054" y="47277"/>
                    </a:cubicBezTo>
                    <a:cubicBezTo>
                      <a:pt x="3421" y="45754"/>
                      <a:pt x="5322" y="44540"/>
                      <a:pt x="7746" y="43640"/>
                    </a:cubicBezTo>
                    <a:cubicBezTo>
                      <a:pt x="6566" y="42987"/>
                      <a:pt x="5617" y="42113"/>
                      <a:pt x="4904" y="41023"/>
                    </a:cubicBezTo>
                    <a:cubicBezTo>
                      <a:pt x="4183" y="39933"/>
                      <a:pt x="3828" y="38517"/>
                      <a:pt x="3828" y="36778"/>
                    </a:cubicBezTo>
                    <a:cubicBezTo>
                      <a:pt x="3828" y="36061"/>
                      <a:pt x="3952" y="35321"/>
                      <a:pt x="4202" y="34560"/>
                    </a:cubicBezTo>
                    <a:cubicBezTo>
                      <a:pt x="4452" y="33798"/>
                      <a:pt x="4829" y="33044"/>
                      <a:pt x="5345" y="32293"/>
                    </a:cubicBezTo>
                    <a:cubicBezTo>
                      <a:pt x="5856" y="31550"/>
                      <a:pt x="6503" y="30845"/>
                      <a:pt x="7279" y="30173"/>
                    </a:cubicBezTo>
                    <a:cubicBezTo>
                      <a:pt x="8060" y="29504"/>
                      <a:pt x="8975" y="28903"/>
                      <a:pt x="10040" y="28377"/>
                    </a:cubicBezTo>
                    <a:cubicBezTo>
                      <a:pt x="7608" y="27070"/>
                      <a:pt x="5700" y="25326"/>
                      <a:pt x="4318" y="23149"/>
                    </a:cubicBezTo>
                    <a:cubicBezTo>
                      <a:pt x="2932" y="20969"/>
                      <a:pt x="2241" y="18422"/>
                      <a:pt x="2241" y="15491"/>
                    </a:cubicBezTo>
                    <a:cubicBezTo>
                      <a:pt x="2241" y="13132"/>
                      <a:pt x="2715" y="10988"/>
                      <a:pt x="3664" y="9077"/>
                    </a:cubicBezTo>
                    <a:cubicBezTo>
                      <a:pt x="4613" y="7165"/>
                      <a:pt x="5935" y="5530"/>
                      <a:pt x="7630" y="4174"/>
                    </a:cubicBezTo>
                    <a:cubicBezTo>
                      <a:pt x="9326" y="2823"/>
                      <a:pt x="11336" y="1792"/>
                      <a:pt x="13655" y="1072"/>
                    </a:cubicBezTo>
                    <a:cubicBezTo>
                      <a:pt x="15971" y="358"/>
                      <a:pt x="18503" y="0"/>
                      <a:pt x="21244" y="0"/>
                    </a:cubicBezTo>
                    <a:close/>
                    <a:moveTo>
                      <a:pt x="33891" y="50734"/>
                    </a:moveTo>
                    <a:cubicBezTo>
                      <a:pt x="33891" y="49782"/>
                      <a:pt x="33614" y="49006"/>
                      <a:pt x="33054" y="48401"/>
                    </a:cubicBezTo>
                    <a:cubicBezTo>
                      <a:pt x="32490" y="47800"/>
                      <a:pt x="31728" y="47329"/>
                      <a:pt x="30765" y="46997"/>
                    </a:cubicBezTo>
                    <a:cubicBezTo>
                      <a:pt x="29801" y="46661"/>
                      <a:pt x="28673" y="46418"/>
                      <a:pt x="27381" y="46258"/>
                    </a:cubicBezTo>
                    <a:cubicBezTo>
                      <a:pt x="26089" y="46097"/>
                      <a:pt x="24718" y="46019"/>
                      <a:pt x="23272" y="46019"/>
                    </a:cubicBezTo>
                    <a:lnTo>
                      <a:pt x="18790" y="46019"/>
                    </a:lnTo>
                    <a:cubicBezTo>
                      <a:pt x="17248" y="46019"/>
                      <a:pt x="15765" y="45847"/>
                      <a:pt x="14331" y="45507"/>
                    </a:cubicBezTo>
                    <a:cubicBezTo>
                      <a:pt x="13024" y="46220"/>
                      <a:pt x="11974" y="47068"/>
                      <a:pt x="11179" y="48046"/>
                    </a:cubicBezTo>
                    <a:cubicBezTo>
                      <a:pt x="10387" y="49028"/>
                      <a:pt x="9991" y="50156"/>
                      <a:pt x="9991" y="51429"/>
                    </a:cubicBezTo>
                    <a:cubicBezTo>
                      <a:pt x="9991" y="52273"/>
                      <a:pt x="10200" y="53057"/>
                      <a:pt x="10622" y="53789"/>
                    </a:cubicBezTo>
                    <a:cubicBezTo>
                      <a:pt x="11041" y="54520"/>
                      <a:pt x="11709" y="55151"/>
                      <a:pt x="12628" y="55678"/>
                    </a:cubicBezTo>
                    <a:cubicBezTo>
                      <a:pt x="13547" y="56208"/>
                      <a:pt x="14734" y="56619"/>
                      <a:pt x="16198" y="56914"/>
                    </a:cubicBezTo>
                    <a:cubicBezTo>
                      <a:pt x="17663" y="57209"/>
                      <a:pt x="19452" y="57358"/>
                      <a:pt x="21569" y="57358"/>
                    </a:cubicBezTo>
                    <a:cubicBezTo>
                      <a:pt x="23717" y="57358"/>
                      <a:pt x="25569" y="57190"/>
                      <a:pt x="27123" y="56862"/>
                    </a:cubicBezTo>
                    <a:cubicBezTo>
                      <a:pt x="28681" y="56525"/>
                      <a:pt x="29965" y="56066"/>
                      <a:pt x="30974" y="55476"/>
                    </a:cubicBezTo>
                    <a:cubicBezTo>
                      <a:pt x="31990" y="54890"/>
                      <a:pt x="32726" y="54192"/>
                      <a:pt x="33192" y="53382"/>
                    </a:cubicBezTo>
                    <a:cubicBezTo>
                      <a:pt x="33659" y="52568"/>
                      <a:pt x="33891" y="51690"/>
                      <a:pt x="33891" y="50734"/>
                    </a:cubicBezTo>
                    <a:close/>
                    <a:moveTo>
                      <a:pt x="21244" y="23616"/>
                    </a:moveTo>
                    <a:cubicBezTo>
                      <a:pt x="22671" y="23616"/>
                      <a:pt x="23915" y="23418"/>
                      <a:pt x="24979" y="23034"/>
                    </a:cubicBezTo>
                    <a:cubicBezTo>
                      <a:pt x="26036" y="22642"/>
                      <a:pt x="26914" y="22108"/>
                      <a:pt x="27616" y="21421"/>
                    </a:cubicBezTo>
                    <a:cubicBezTo>
                      <a:pt x="28315" y="20737"/>
                      <a:pt x="28845" y="19912"/>
                      <a:pt x="29200" y="18949"/>
                    </a:cubicBezTo>
                    <a:cubicBezTo>
                      <a:pt x="29558" y="17982"/>
                      <a:pt x="29738" y="16925"/>
                      <a:pt x="29738" y="15775"/>
                    </a:cubicBezTo>
                    <a:cubicBezTo>
                      <a:pt x="29738" y="13412"/>
                      <a:pt x="29032" y="11537"/>
                      <a:pt x="27616" y="10152"/>
                    </a:cubicBezTo>
                    <a:cubicBezTo>
                      <a:pt x="26197" y="8767"/>
                      <a:pt x="24072" y="8072"/>
                      <a:pt x="21244" y="8072"/>
                    </a:cubicBezTo>
                    <a:cubicBezTo>
                      <a:pt x="18409" y="8072"/>
                      <a:pt x="16284" y="8767"/>
                      <a:pt x="14869" y="10152"/>
                    </a:cubicBezTo>
                    <a:cubicBezTo>
                      <a:pt x="13453" y="11537"/>
                      <a:pt x="12744" y="13412"/>
                      <a:pt x="12744" y="15775"/>
                    </a:cubicBezTo>
                    <a:cubicBezTo>
                      <a:pt x="12744" y="16892"/>
                      <a:pt x="12923" y="17937"/>
                      <a:pt x="13281" y="18904"/>
                    </a:cubicBezTo>
                    <a:cubicBezTo>
                      <a:pt x="13636" y="19864"/>
                      <a:pt x="14167" y="20700"/>
                      <a:pt x="14869" y="21398"/>
                    </a:cubicBezTo>
                    <a:cubicBezTo>
                      <a:pt x="15567" y="22100"/>
                      <a:pt x="16456" y="22642"/>
                      <a:pt x="17528" y="23034"/>
                    </a:cubicBezTo>
                    <a:cubicBezTo>
                      <a:pt x="18604" y="23418"/>
                      <a:pt x="19844" y="23616"/>
                      <a:pt x="21244" y="2361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899" name="Google Shape;1899;p90"/>
              <p:cNvSpPr/>
              <p:nvPr/>
            </p:nvSpPr>
            <p:spPr>
              <a:xfrm>
                <a:off x="3028714" y="2639586"/>
                <a:ext cx="30529" cy="48774"/>
              </a:xfrm>
              <a:custGeom>
                <a:rect b="b" l="l" r="r" t="t"/>
                <a:pathLst>
                  <a:path extrusionOk="0" h="48774" w="30529">
                    <a:moveTo>
                      <a:pt x="0" y="48774"/>
                    </a:moveTo>
                    <a:lnTo>
                      <a:pt x="0" y="889"/>
                    </a:lnTo>
                    <a:lnTo>
                      <a:pt x="6768" y="889"/>
                    </a:lnTo>
                    <a:cubicBezTo>
                      <a:pt x="7952" y="889"/>
                      <a:pt x="8773" y="1105"/>
                      <a:pt x="9240" y="1538"/>
                    </a:cubicBezTo>
                    <a:cubicBezTo>
                      <a:pt x="9707" y="1979"/>
                      <a:pt x="10017" y="2726"/>
                      <a:pt x="10174" y="3782"/>
                    </a:cubicBezTo>
                    <a:lnTo>
                      <a:pt x="10876" y="9570"/>
                    </a:lnTo>
                    <a:cubicBezTo>
                      <a:pt x="12587" y="6612"/>
                      <a:pt x="14596" y="4279"/>
                      <a:pt x="16897" y="2569"/>
                    </a:cubicBezTo>
                    <a:cubicBezTo>
                      <a:pt x="19201" y="859"/>
                      <a:pt x="21786" y="0"/>
                      <a:pt x="24647" y="0"/>
                    </a:cubicBezTo>
                    <a:cubicBezTo>
                      <a:pt x="27011" y="0"/>
                      <a:pt x="28972" y="545"/>
                      <a:pt x="30529" y="1635"/>
                    </a:cubicBezTo>
                    <a:lnTo>
                      <a:pt x="29035" y="10268"/>
                    </a:lnTo>
                    <a:cubicBezTo>
                      <a:pt x="28946" y="10832"/>
                      <a:pt x="28740" y="11224"/>
                      <a:pt x="28430" y="11459"/>
                    </a:cubicBezTo>
                    <a:cubicBezTo>
                      <a:pt x="28117" y="11690"/>
                      <a:pt x="27698" y="11806"/>
                      <a:pt x="27168" y="11806"/>
                    </a:cubicBezTo>
                    <a:cubicBezTo>
                      <a:pt x="26701" y="11806"/>
                      <a:pt x="26062" y="11702"/>
                      <a:pt x="25252" y="11485"/>
                    </a:cubicBezTo>
                    <a:cubicBezTo>
                      <a:pt x="24445" y="11265"/>
                      <a:pt x="23370" y="11157"/>
                      <a:pt x="22032" y="11157"/>
                    </a:cubicBezTo>
                    <a:cubicBezTo>
                      <a:pt x="19635" y="11157"/>
                      <a:pt x="17584" y="11817"/>
                      <a:pt x="15873" y="13139"/>
                    </a:cubicBezTo>
                    <a:cubicBezTo>
                      <a:pt x="14159" y="14461"/>
                      <a:pt x="12710" y="16399"/>
                      <a:pt x="11530" y="18953"/>
                    </a:cubicBezTo>
                    <a:lnTo>
                      <a:pt x="11530" y="48774"/>
                    </a:lnTo>
                    <a:lnTo>
                      <a:pt x="0" y="4877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0" name="Google Shape;1900;p90"/>
              <p:cNvSpPr/>
              <p:nvPr/>
            </p:nvSpPr>
            <p:spPr>
              <a:xfrm>
                <a:off x="3063120" y="2639586"/>
                <a:ext cx="39915" cy="49520"/>
              </a:xfrm>
              <a:custGeom>
                <a:rect b="b" l="l" r="r" t="t"/>
                <a:pathLst>
                  <a:path extrusionOk="0" h="49520" w="39915">
                    <a:moveTo>
                      <a:pt x="39915" y="48774"/>
                    </a:moveTo>
                    <a:lnTo>
                      <a:pt x="34731" y="48774"/>
                    </a:lnTo>
                    <a:cubicBezTo>
                      <a:pt x="33641" y="48774"/>
                      <a:pt x="32789" y="48610"/>
                      <a:pt x="32165" y="48285"/>
                    </a:cubicBezTo>
                    <a:cubicBezTo>
                      <a:pt x="31541" y="47956"/>
                      <a:pt x="31075" y="47296"/>
                      <a:pt x="30765" y="46302"/>
                    </a:cubicBezTo>
                    <a:lnTo>
                      <a:pt x="29734" y="42894"/>
                    </a:lnTo>
                    <a:cubicBezTo>
                      <a:pt x="28524" y="43984"/>
                      <a:pt x="27332" y="44936"/>
                      <a:pt x="26163" y="45761"/>
                    </a:cubicBezTo>
                    <a:cubicBezTo>
                      <a:pt x="24998" y="46590"/>
                      <a:pt x="23792" y="47277"/>
                      <a:pt x="22548" y="47841"/>
                    </a:cubicBezTo>
                    <a:cubicBezTo>
                      <a:pt x="21304" y="48401"/>
                      <a:pt x="19978" y="48823"/>
                      <a:pt x="18578" y="49103"/>
                    </a:cubicBezTo>
                    <a:cubicBezTo>
                      <a:pt x="17177" y="49379"/>
                      <a:pt x="15619" y="49521"/>
                      <a:pt x="13909" y="49521"/>
                    </a:cubicBezTo>
                    <a:cubicBezTo>
                      <a:pt x="11885" y="49521"/>
                      <a:pt x="10017" y="49248"/>
                      <a:pt x="8306" y="48700"/>
                    </a:cubicBezTo>
                    <a:cubicBezTo>
                      <a:pt x="6596" y="48154"/>
                      <a:pt x="5128" y="47337"/>
                      <a:pt x="3896" y="46243"/>
                    </a:cubicBezTo>
                    <a:cubicBezTo>
                      <a:pt x="2663" y="45149"/>
                      <a:pt x="1711" y="43793"/>
                      <a:pt x="1023" y="42169"/>
                    </a:cubicBezTo>
                    <a:cubicBezTo>
                      <a:pt x="340" y="40545"/>
                      <a:pt x="0" y="38656"/>
                      <a:pt x="0" y="36505"/>
                    </a:cubicBezTo>
                    <a:cubicBezTo>
                      <a:pt x="0" y="34690"/>
                      <a:pt x="471" y="32906"/>
                      <a:pt x="1419" y="31140"/>
                    </a:cubicBezTo>
                    <a:cubicBezTo>
                      <a:pt x="2368" y="29377"/>
                      <a:pt x="3948" y="27787"/>
                      <a:pt x="6159" y="26364"/>
                    </a:cubicBezTo>
                    <a:cubicBezTo>
                      <a:pt x="8370" y="24945"/>
                      <a:pt x="11313" y="23765"/>
                      <a:pt x="14985" y="22832"/>
                    </a:cubicBezTo>
                    <a:cubicBezTo>
                      <a:pt x="18656" y="21895"/>
                      <a:pt x="23216" y="21424"/>
                      <a:pt x="28662" y="21424"/>
                    </a:cubicBezTo>
                    <a:lnTo>
                      <a:pt x="28662" y="18602"/>
                    </a:lnTo>
                    <a:cubicBezTo>
                      <a:pt x="28662" y="15376"/>
                      <a:pt x="27986" y="12982"/>
                      <a:pt x="26630" y="11429"/>
                    </a:cubicBezTo>
                    <a:cubicBezTo>
                      <a:pt x="25278" y="9880"/>
                      <a:pt x="23310" y="9103"/>
                      <a:pt x="20725" y="9103"/>
                    </a:cubicBezTo>
                    <a:cubicBezTo>
                      <a:pt x="18858" y="9103"/>
                      <a:pt x="17300" y="9319"/>
                      <a:pt x="16056" y="9756"/>
                    </a:cubicBezTo>
                    <a:cubicBezTo>
                      <a:pt x="14813" y="10193"/>
                      <a:pt x="13730" y="10682"/>
                      <a:pt x="12811" y="11224"/>
                    </a:cubicBezTo>
                    <a:cubicBezTo>
                      <a:pt x="11896" y="11773"/>
                      <a:pt x="11048" y="12262"/>
                      <a:pt x="10271" y="12699"/>
                    </a:cubicBezTo>
                    <a:cubicBezTo>
                      <a:pt x="9490" y="13132"/>
                      <a:pt x="8635" y="13352"/>
                      <a:pt x="7701" y="13352"/>
                    </a:cubicBezTo>
                    <a:cubicBezTo>
                      <a:pt x="6921" y="13352"/>
                      <a:pt x="6252" y="13147"/>
                      <a:pt x="5692" y="12740"/>
                    </a:cubicBezTo>
                    <a:cubicBezTo>
                      <a:pt x="5136" y="12340"/>
                      <a:pt x="4680" y="11840"/>
                      <a:pt x="4340" y="11250"/>
                    </a:cubicBezTo>
                    <a:lnTo>
                      <a:pt x="2237" y="7565"/>
                    </a:lnTo>
                    <a:cubicBezTo>
                      <a:pt x="7750" y="2520"/>
                      <a:pt x="14391" y="0"/>
                      <a:pt x="22174" y="0"/>
                    </a:cubicBezTo>
                    <a:cubicBezTo>
                      <a:pt x="24975" y="0"/>
                      <a:pt x="27474" y="459"/>
                      <a:pt x="29667" y="1378"/>
                    </a:cubicBezTo>
                    <a:cubicBezTo>
                      <a:pt x="31863" y="2296"/>
                      <a:pt x="33723" y="3569"/>
                      <a:pt x="35247" y="5205"/>
                    </a:cubicBezTo>
                    <a:cubicBezTo>
                      <a:pt x="36770" y="6837"/>
                      <a:pt x="37932" y="8793"/>
                      <a:pt x="38724" y="11063"/>
                    </a:cubicBezTo>
                    <a:cubicBezTo>
                      <a:pt x="39519" y="13337"/>
                      <a:pt x="39915" y="15824"/>
                      <a:pt x="39915" y="18531"/>
                    </a:cubicBezTo>
                    <a:lnTo>
                      <a:pt x="39915" y="48774"/>
                    </a:lnTo>
                    <a:close/>
                    <a:moveTo>
                      <a:pt x="17506" y="41587"/>
                    </a:moveTo>
                    <a:cubicBezTo>
                      <a:pt x="18686" y="41587"/>
                      <a:pt x="19776" y="41478"/>
                      <a:pt x="20774" y="41266"/>
                    </a:cubicBezTo>
                    <a:cubicBezTo>
                      <a:pt x="21771" y="41049"/>
                      <a:pt x="22712" y="40732"/>
                      <a:pt x="23597" y="40299"/>
                    </a:cubicBezTo>
                    <a:cubicBezTo>
                      <a:pt x="24482" y="39869"/>
                      <a:pt x="25341" y="39343"/>
                      <a:pt x="26163" y="38712"/>
                    </a:cubicBezTo>
                    <a:cubicBezTo>
                      <a:pt x="26989" y="38088"/>
                      <a:pt x="27825" y="37341"/>
                      <a:pt x="28662" y="36486"/>
                    </a:cubicBezTo>
                    <a:lnTo>
                      <a:pt x="28662" y="28470"/>
                    </a:lnTo>
                    <a:cubicBezTo>
                      <a:pt x="25300" y="28470"/>
                      <a:pt x="22492" y="28683"/>
                      <a:pt x="20236" y="29105"/>
                    </a:cubicBezTo>
                    <a:cubicBezTo>
                      <a:pt x="17980" y="29530"/>
                      <a:pt x="16169" y="30068"/>
                      <a:pt x="14794" y="30729"/>
                    </a:cubicBezTo>
                    <a:cubicBezTo>
                      <a:pt x="13427" y="31386"/>
                      <a:pt x="12452" y="32155"/>
                      <a:pt x="11877" y="33033"/>
                    </a:cubicBezTo>
                    <a:cubicBezTo>
                      <a:pt x="11302" y="33906"/>
                      <a:pt x="11018" y="34862"/>
                      <a:pt x="11018" y="35900"/>
                    </a:cubicBezTo>
                    <a:cubicBezTo>
                      <a:pt x="11018" y="37935"/>
                      <a:pt x="11616" y="39391"/>
                      <a:pt x="12811" y="40269"/>
                    </a:cubicBezTo>
                    <a:cubicBezTo>
                      <a:pt x="14010" y="41150"/>
                      <a:pt x="15575" y="41587"/>
                      <a:pt x="17506" y="415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1" name="Google Shape;1901;p90"/>
              <p:cNvSpPr/>
              <p:nvPr/>
            </p:nvSpPr>
            <p:spPr>
              <a:xfrm>
                <a:off x="3110038" y="2625819"/>
                <a:ext cx="32632" cy="63287"/>
              </a:xfrm>
              <a:custGeom>
                <a:rect b="b" l="l" r="r" t="t"/>
                <a:pathLst>
                  <a:path extrusionOk="0" h="63287" w="32632">
                    <a:moveTo>
                      <a:pt x="20075" y="63287"/>
                    </a:moveTo>
                    <a:cubicBezTo>
                      <a:pt x="15937" y="63287"/>
                      <a:pt x="12747" y="62115"/>
                      <a:pt x="10506" y="59763"/>
                    </a:cubicBezTo>
                    <a:cubicBezTo>
                      <a:pt x="8265" y="57414"/>
                      <a:pt x="7145" y="54173"/>
                      <a:pt x="7145" y="50032"/>
                    </a:cubicBezTo>
                    <a:lnTo>
                      <a:pt x="7145" y="23288"/>
                    </a:lnTo>
                    <a:lnTo>
                      <a:pt x="2286" y="23288"/>
                    </a:lnTo>
                    <a:cubicBezTo>
                      <a:pt x="1666" y="23288"/>
                      <a:pt x="1128" y="23086"/>
                      <a:pt x="680" y="22683"/>
                    </a:cubicBezTo>
                    <a:cubicBezTo>
                      <a:pt x="228" y="22279"/>
                      <a:pt x="0" y="21674"/>
                      <a:pt x="0" y="20864"/>
                    </a:cubicBezTo>
                    <a:lnTo>
                      <a:pt x="0" y="16287"/>
                    </a:lnTo>
                    <a:lnTo>
                      <a:pt x="7705" y="15028"/>
                    </a:lnTo>
                    <a:lnTo>
                      <a:pt x="10133" y="1960"/>
                    </a:lnTo>
                    <a:cubicBezTo>
                      <a:pt x="10256" y="1337"/>
                      <a:pt x="10544" y="855"/>
                      <a:pt x="10996" y="515"/>
                    </a:cubicBezTo>
                    <a:cubicBezTo>
                      <a:pt x="11444" y="172"/>
                      <a:pt x="12015" y="0"/>
                      <a:pt x="12699"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098" y="53912"/>
                      <a:pt x="24580" y="53740"/>
                    </a:cubicBezTo>
                    <a:cubicBezTo>
                      <a:pt x="25065" y="53568"/>
                      <a:pt x="25483" y="53393"/>
                      <a:pt x="25842" y="53206"/>
                    </a:cubicBezTo>
                    <a:cubicBezTo>
                      <a:pt x="26201" y="53020"/>
                      <a:pt x="26522" y="52840"/>
                      <a:pt x="26798" y="52669"/>
                    </a:cubicBezTo>
                    <a:cubicBezTo>
                      <a:pt x="27078" y="52497"/>
                      <a:pt x="27358" y="52411"/>
                      <a:pt x="27638" y="52411"/>
                    </a:cubicBezTo>
                    <a:cubicBezTo>
                      <a:pt x="27982" y="52411"/>
                      <a:pt x="28258" y="52497"/>
                      <a:pt x="28479" y="52669"/>
                    </a:cubicBezTo>
                    <a:cubicBezTo>
                      <a:pt x="28699" y="52840"/>
                      <a:pt x="28931" y="53098"/>
                      <a:pt x="29181" y="53438"/>
                    </a:cubicBezTo>
                    <a:lnTo>
                      <a:pt x="32632" y="59038"/>
                    </a:lnTo>
                    <a:cubicBezTo>
                      <a:pt x="30955" y="60439"/>
                      <a:pt x="29024" y="61499"/>
                      <a:pt x="26847" y="62212"/>
                    </a:cubicBezTo>
                    <a:cubicBezTo>
                      <a:pt x="24669" y="62929"/>
                      <a:pt x="22410" y="63287"/>
                      <a:pt x="20075" y="632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2" name="Google Shape;1902;p90"/>
              <p:cNvSpPr/>
              <p:nvPr/>
            </p:nvSpPr>
            <p:spPr>
              <a:xfrm>
                <a:off x="3147294" y="2639724"/>
                <a:ext cx="43747" cy="49334"/>
              </a:xfrm>
              <a:custGeom>
                <a:rect b="b" l="l" r="r" t="t"/>
                <a:pathLst>
                  <a:path extrusionOk="0" h="49334" w="43747">
                    <a:moveTo>
                      <a:pt x="23018" y="0"/>
                    </a:moveTo>
                    <a:cubicBezTo>
                      <a:pt x="26033" y="0"/>
                      <a:pt x="28811" y="485"/>
                      <a:pt x="31351" y="1449"/>
                    </a:cubicBezTo>
                    <a:cubicBezTo>
                      <a:pt x="33887" y="2416"/>
                      <a:pt x="36072" y="3823"/>
                      <a:pt x="37910" y="5675"/>
                    </a:cubicBezTo>
                    <a:cubicBezTo>
                      <a:pt x="39743" y="7524"/>
                      <a:pt x="41178" y="9794"/>
                      <a:pt x="42205" y="12486"/>
                    </a:cubicBezTo>
                    <a:cubicBezTo>
                      <a:pt x="43232" y="15182"/>
                      <a:pt x="43747" y="18251"/>
                      <a:pt x="43747" y="21704"/>
                    </a:cubicBezTo>
                    <a:cubicBezTo>
                      <a:pt x="43747" y="22574"/>
                      <a:pt x="43706" y="23302"/>
                      <a:pt x="43628" y="23878"/>
                    </a:cubicBezTo>
                    <a:cubicBezTo>
                      <a:pt x="43553" y="24452"/>
                      <a:pt x="43411" y="24901"/>
                      <a:pt x="43209" y="25229"/>
                    </a:cubicBezTo>
                    <a:cubicBezTo>
                      <a:pt x="43004" y="25554"/>
                      <a:pt x="42735" y="25789"/>
                      <a:pt x="42392" y="25931"/>
                    </a:cubicBezTo>
                    <a:cubicBezTo>
                      <a:pt x="42048" y="26069"/>
                      <a:pt x="41611" y="26136"/>
                      <a:pt x="41084" y="26136"/>
                    </a:cubicBezTo>
                    <a:lnTo>
                      <a:pt x="11485" y="26136"/>
                    </a:lnTo>
                    <a:cubicBezTo>
                      <a:pt x="11829" y="31057"/>
                      <a:pt x="13151" y="34668"/>
                      <a:pt x="15451" y="36968"/>
                    </a:cubicBezTo>
                    <a:cubicBezTo>
                      <a:pt x="17760" y="39272"/>
                      <a:pt x="20807" y="40422"/>
                      <a:pt x="24606" y="40422"/>
                    </a:cubicBezTo>
                    <a:cubicBezTo>
                      <a:pt x="26473" y="40422"/>
                      <a:pt x="28083" y="40205"/>
                      <a:pt x="29435" y="39768"/>
                    </a:cubicBezTo>
                    <a:cubicBezTo>
                      <a:pt x="30791" y="39335"/>
                      <a:pt x="31971" y="38850"/>
                      <a:pt x="32987" y="38320"/>
                    </a:cubicBezTo>
                    <a:cubicBezTo>
                      <a:pt x="33995" y="37793"/>
                      <a:pt x="34881" y="37312"/>
                      <a:pt x="35646" y="36871"/>
                    </a:cubicBezTo>
                    <a:cubicBezTo>
                      <a:pt x="36408" y="36438"/>
                      <a:pt x="37148" y="36221"/>
                      <a:pt x="37861" y="36221"/>
                    </a:cubicBezTo>
                    <a:cubicBezTo>
                      <a:pt x="38328" y="36221"/>
                      <a:pt x="38735" y="36315"/>
                      <a:pt x="39079" y="36501"/>
                    </a:cubicBezTo>
                    <a:cubicBezTo>
                      <a:pt x="39419" y="36688"/>
                      <a:pt x="39714" y="36953"/>
                      <a:pt x="39964" y="37297"/>
                    </a:cubicBezTo>
                    <a:lnTo>
                      <a:pt x="43325" y="41497"/>
                    </a:lnTo>
                    <a:cubicBezTo>
                      <a:pt x="42048"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7" y="49334"/>
                      <a:pt x="17147" y="48782"/>
                      <a:pt x="14286" y="47680"/>
                    </a:cubicBezTo>
                    <a:cubicBezTo>
                      <a:pt x="11421" y="46575"/>
                      <a:pt x="8930" y="44943"/>
                      <a:pt x="6816" y="42778"/>
                    </a:cubicBezTo>
                    <a:cubicBezTo>
                      <a:pt x="4699" y="40616"/>
                      <a:pt x="3033" y="37943"/>
                      <a:pt x="1823" y="34750"/>
                    </a:cubicBezTo>
                    <a:cubicBezTo>
                      <a:pt x="609" y="31562"/>
                      <a:pt x="0" y="27865"/>
                      <a:pt x="0" y="23665"/>
                    </a:cubicBezTo>
                    <a:cubicBezTo>
                      <a:pt x="0" y="20398"/>
                      <a:pt x="527" y="17325"/>
                      <a:pt x="1587" y="14450"/>
                    </a:cubicBezTo>
                    <a:cubicBezTo>
                      <a:pt x="2648" y="11571"/>
                      <a:pt x="4164" y="9066"/>
                      <a:pt x="6140" y="6934"/>
                    </a:cubicBezTo>
                    <a:cubicBezTo>
                      <a:pt x="8112" y="4805"/>
                      <a:pt x="10529" y="3114"/>
                      <a:pt x="13379" y="1867"/>
                    </a:cubicBezTo>
                    <a:cubicBezTo>
                      <a:pt x="16221" y="624"/>
                      <a:pt x="19437" y="0"/>
                      <a:pt x="23018" y="0"/>
                    </a:cubicBezTo>
                    <a:close/>
                    <a:moveTo>
                      <a:pt x="23250" y="8263"/>
                    </a:moveTo>
                    <a:cubicBezTo>
                      <a:pt x="19889" y="8263"/>
                      <a:pt x="17259" y="9211"/>
                      <a:pt x="15362" y="11112"/>
                    </a:cubicBezTo>
                    <a:cubicBezTo>
                      <a:pt x="13461" y="13008"/>
                      <a:pt x="12247" y="15704"/>
                      <a:pt x="11717" y="19184"/>
                    </a:cubicBezTo>
                    <a:lnTo>
                      <a:pt x="33379" y="19184"/>
                    </a:lnTo>
                    <a:cubicBezTo>
                      <a:pt x="33379" y="17694"/>
                      <a:pt x="33177" y="16287"/>
                      <a:pt x="32774" y="14961"/>
                    </a:cubicBezTo>
                    <a:cubicBezTo>
                      <a:pt x="32371" y="13640"/>
                      <a:pt x="31747" y="12478"/>
                      <a:pt x="30907" y="11485"/>
                    </a:cubicBezTo>
                    <a:cubicBezTo>
                      <a:pt x="30066" y="10488"/>
                      <a:pt x="29006" y="9704"/>
                      <a:pt x="27732" y="9129"/>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3" name="Google Shape;1903;p90"/>
              <p:cNvSpPr/>
              <p:nvPr/>
            </p:nvSpPr>
            <p:spPr>
              <a:xfrm>
                <a:off x="3197111" y="2619005"/>
                <a:ext cx="44068" cy="70052"/>
              </a:xfrm>
              <a:custGeom>
                <a:rect b="b" l="l" r="r" t="t"/>
                <a:pathLst>
                  <a:path extrusionOk="0" h="70052" w="44068">
                    <a:moveTo>
                      <a:pt x="37021" y="69355"/>
                    </a:moveTo>
                    <a:cubicBezTo>
                      <a:pt x="35527" y="69355"/>
                      <a:pt x="34548" y="68653"/>
                      <a:pt x="34081" y="67253"/>
                    </a:cubicBezTo>
                    <a:lnTo>
                      <a:pt x="33148" y="62634"/>
                    </a:lnTo>
                    <a:cubicBezTo>
                      <a:pt x="32150" y="63754"/>
                      <a:pt x="31108" y="64762"/>
                      <a:pt x="30018" y="65669"/>
                    </a:cubicBezTo>
                    <a:cubicBezTo>
                      <a:pt x="28927" y="66569"/>
                      <a:pt x="27751" y="67350"/>
                      <a:pt x="26492" y="68003"/>
                    </a:cubicBezTo>
                    <a:cubicBezTo>
                      <a:pt x="25229" y="68653"/>
                      <a:pt x="23877" y="69160"/>
                      <a:pt x="22428" y="69519"/>
                    </a:cubicBezTo>
                    <a:cubicBezTo>
                      <a:pt x="20983" y="69874"/>
                      <a:pt x="19422" y="70053"/>
                      <a:pt x="17741" y="70053"/>
                    </a:cubicBezTo>
                    <a:cubicBezTo>
                      <a:pt x="15123" y="70053"/>
                      <a:pt x="12729" y="69511"/>
                      <a:pt x="10551" y="68421"/>
                    </a:cubicBezTo>
                    <a:cubicBezTo>
                      <a:pt x="8370" y="67331"/>
                      <a:pt x="6495" y="65752"/>
                      <a:pt x="4923" y="63683"/>
                    </a:cubicBezTo>
                    <a:cubicBezTo>
                      <a:pt x="3350" y="61615"/>
                      <a:pt x="2136" y="59057"/>
                      <a:pt x="1281" y="56007"/>
                    </a:cubicBezTo>
                    <a:cubicBezTo>
                      <a:pt x="426" y="52956"/>
                      <a:pt x="0" y="49472"/>
                      <a:pt x="0" y="45552"/>
                    </a:cubicBezTo>
                    <a:cubicBezTo>
                      <a:pt x="0" y="42005"/>
                      <a:pt x="478" y="38708"/>
                      <a:pt x="1445" y="35654"/>
                    </a:cubicBezTo>
                    <a:cubicBezTo>
                      <a:pt x="2409" y="32607"/>
                      <a:pt x="3795" y="29963"/>
                      <a:pt x="5602" y="27719"/>
                    </a:cubicBezTo>
                    <a:cubicBezTo>
                      <a:pt x="7406" y="25483"/>
                      <a:pt x="9569" y="23732"/>
                      <a:pt x="12090" y="22470"/>
                    </a:cubicBezTo>
                    <a:cubicBezTo>
                      <a:pt x="14611" y="21212"/>
                      <a:pt x="17442" y="20580"/>
                      <a:pt x="20587" y="20580"/>
                    </a:cubicBezTo>
                    <a:cubicBezTo>
                      <a:pt x="23261" y="20580"/>
                      <a:pt x="25551" y="21010"/>
                      <a:pt x="27448" y="21865"/>
                    </a:cubicBezTo>
                    <a:cubicBezTo>
                      <a:pt x="29349" y="22724"/>
                      <a:pt x="31045" y="23862"/>
                      <a:pt x="32535" y="25296"/>
                    </a:cubicBezTo>
                    <a:lnTo>
                      <a:pt x="32535" y="0"/>
                    </a:lnTo>
                    <a:lnTo>
                      <a:pt x="44068" y="0"/>
                    </a:lnTo>
                    <a:lnTo>
                      <a:pt x="44068" y="69355"/>
                    </a:lnTo>
                    <a:lnTo>
                      <a:pt x="37021" y="69355"/>
                    </a:lnTo>
                    <a:close/>
                    <a:moveTo>
                      <a:pt x="21659" y="60905"/>
                    </a:moveTo>
                    <a:cubicBezTo>
                      <a:pt x="24057" y="60905"/>
                      <a:pt x="26096" y="60409"/>
                      <a:pt x="27777" y="59415"/>
                    </a:cubicBezTo>
                    <a:cubicBezTo>
                      <a:pt x="29457" y="58419"/>
                      <a:pt x="31045" y="57000"/>
                      <a:pt x="32535" y="55166"/>
                    </a:cubicBezTo>
                    <a:lnTo>
                      <a:pt x="32535" y="33697"/>
                    </a:lnTo>
                    <a:cubicBezTo>
                      <a:pt x="31232" y="32110"/>
                      <a:pt x="29808" y="30986"/>
                      <a:pt x="28266" y="30337"/>
                    </a:cubicBezTo>
                    <a:cubicBezTo>
                      <a:pt x="26727" y="29683"/>
                      <a:pt x="25065" y="29355"/>
                      <a:pt x="23295" y="29355"/>
                    </a:cubicBezTo>
                    <a:cubicBezTo>
                      <a:pt x="21551" y="29355"/>
                      <a:pt x="19971" y="29683"/>
                      <a:pt x="18555" y="30337"/>
                    </a:cubicBezTo>
                    <a:cubicBezTo>
                      <a:pt x="17136" y="30986"/>
                      <a:pt x="15941" y="31976"/>
                      <a:pt x="14958" y="33301"/>
                    </a:cubicBezTo>
                    <a:cubicBezTo>
                      <a:pt x="13980" y="34623"/>
                      <a:pt x="13225" y="36303"/>
                      <a:pt x="12695" y="38338"/>
                    </a:cubicBezTo>
                    <a:cubicBezTo>
                      <a:pt x="12165" y="40377"/>
                      <a:pt x="11903" y="42785"/>
                      <a:pt x="11903" y="45552"/>
                    </a:cubicBezTo>
                    <a:cubicBezTo>
                      <a:pt x="11903" y="48352"/>
                      <a:pt x="12131" y="50727"/>
                      <a:pt x="12579" y="52668"/>
                    </a:cubicBezTo>
                    <a:cubicBezTo>
                      <a:pt x="13031" y="54614"/>
                      <a:pt x="13677" y="56201"/>
                      <a:pt x="14518" y="57429"/>
                    </a:cubicBezTo>
                    <a:cubicBezTo>
                      <a:pt x="15358" y="58661"/>
                      <a:pt x="16385" y="59546"/>
                      <a:pt x="17595" y="60087"/>
                    </a:cubicBezTo>
                    <a:cubicBezTo>
                      <a:pt x="18813" y="60636"/>
                      <a:pt x="20165" y="60905"/>
                      <a:pt x="21659" y="6090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4" name="Google Shape;1904;p90"/>
              <p:cNvSpPr/>
              <p:nvPr/>
            </p:nvSpPr>
            <p:spPr>
              <a:xfrm>
                <a:off x="2918152" y="2721684"/>
                <a:ext cx="48180" cy="67487"/>
              </a:xfrm>
              <a:custGeom>
                <a:rect b="b" l="l" r="r" t="t"/>
                <a:pathLst>
                  <a:path extrusionOk="0" h="67487" w="48180">
                    <a:moveTo>
                      <a:pt x="12557" y="43734"/>
                    </a:moveTo>
                    <a:lnTo>
                      <a:pt x="12557" y="67488"/>
                    </a:lnTo>
                    <a:lnTo>
                      <a:pt x="0" y="67488"/>
                    </a:lnTo>
                    <a:lnTo>
                      <a:pt x="0" y="0"/>
                    </a:lnTo>
                    <a:lnTo>
                      <a:pt x="21991" y="0"/>
                    </a:lnTo>
                    <a:cubicBezTo>
                      <a:pt x="26503" y="0"/>
                      <a:pt x="30410" y="526"/>
                      <a:pt x="33708" y="1583"/>
                    </a:cubicBezTo>
                    <a:cubicBezTo>
                      <a:pt x="37006" y="2647"/>
                      <a:pt x="39732" y="4122"/>
                      <a:pt x="41880" y="6019"/>
                    </a:cubicBezTo>
                    <a:cubicBezTo>
                      <a:pt x="44024" y="7919"/>
                      <a:pt x="45615" y="10189"/>
                      <a:pt x="46638" y="12833"/>
                    </a:cubicBezTo>
                    <a:cubicBezTo>
                      <a:pt x="47669" y="15480"/>
                      <a:pt x="48181" y="18374"/>
                      <a:pt x="48181" y="21514"/>
                    </a:cubicBezTo>
                    <a:cubicBezTo>
                      <a:pt x="48181" y="24781"/>
                      <a:pt x="47635" y="27775"/>
                      <a:pt x="46548" y="30501"/>
                    </a:cubicBezTo>
                    <a:cubicBezTo>
                      <a:pt x="45458" y="33223"/>
                      <a:pt x="43822" y="35564"/>
                      <a:pt x="41645" y="37521"/>
                    </a:cubicBezTo>
                    <a:cubicBezTo>
                      <a:pt x="39463" y="39485"/>
                      <a:pt x="36744" y="41008"/>
                      <a:pt x="33476" y="42098"/>
                    </a:cubicBezTo>
                    <a:cubicBezTo>
                      <a:pt x="30208" y="43188"/>
                      <a:pt x="26380" y="43734"/>
                      <a:pt x="21991" y="43734"/>
                    </a:cubicBezTo>
                    <a:lnTo>
                      <a:pt x="12557" y="43734"/>
                    </a:lnTo>
                    <a:close/>
                    <a:moveTo>
                      <a:pt x="12557" y="33932"/>
                    </a:moveTo>
                    <a:lnTo>
                      <a:pt x="21991" y="33932"/>
                    </a:lnTo>
                    <a:cubicBezTo>
                      <a:pt x="24292" y="33932"/>
                      <a:pt x="26301" y="33641"/>
                      <a:pt x="28012" y="33066"/>
                    </a:cubicBezTo>
                    <a:cubicBezTo>
                      <a:pt x="29723" y="32491"/>
                      <a:pt x="31142" y="31666"/>
                      <a:pt x="32262" y="30594"/>
                    </a:cubicBezTo>
                    <a:cubicBezTo>
                      <a:pt x="33383" y="29519"/>
                      <a:pt x="34219" y="28212"/>
                      <a:pt x="34783" y="26670"/>
                    </a:cubicBezTo>
                    <a:cubicBezTo>
                      <a:pt x="35344" y="25132"/>
                      <a:pt x="35620" y="23414"/>
                      <a:pt x="35620" y="21514"/>
                    </a:cubicBezTo>
                    <a:cubicBezTo>
                      <a:pt x="35620" y="19711"/>
                      <a:pt x="35344" y="18075"/>
                      <a:pt x="34783" y="16615"/>
                    </a:cubicBezTo>
                    <a:cubicBezTo>
                      <a:pt x="34219" y="15152"/>
                      <a:pt x="33383" y="13908"/>
                      <a:pt x="32262" y="12881"/>
                    </a:cubicBezTo>
                    <a:cubicBezTo>
                      <a:pt x="31142" y="11851"/>
                      <a:pt x="29723" y="11067"/>
                      <a:pt x="28012" y="10525"/>
                    </a:cubicBezTo>
                    <a:cubicBezTo>
                      <a:pt x="26301" y="9977"/>
                      <a:pt x="24292" y="9708"/>
                      <a:pt x="21991" y="9708"/>
                    </a:cubicBezTo>
                    <a:lnTo>
                      <a:pt x="12557" y="9708"/>
                    </a:lnTo>
                    <a:lnTo>
                      <a:pt x="12557" y="339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5" name="Google Shape;1905;p90"/>
              <p:cNvSpPr/>
              <p:nvPr/>
            </p:nvSpPr>
            <p:spPr>
              <a:xfrm>
                <a:off x="2975438" y="2740397"/>
                <a:ext cx="30533" cy="48774"/>
              </a:xfrm>
              <a:custGeom>
                <a:rect b="b" l="l" r="r" t="t"/>
                <a:pathLst>
                  <a:path extrusionOk="0" h="48774" w="30533">
                    <a:moveTo>
                      <a:pt x="0" y="48774"/>
                    </a:moveTo>
                    <a:lnTo>
                      <a:pt x="0" y="889"/>
                    </a:lnTo>
                    <a:lnTo>
                      <a:pt x="6768" y="889"/>
                    </a:lnTo>
                    <a:cubicBezTo>
                      <a:pt x="7952" y="889"/>
                      <a:pt x="8777" y="1105"/>
                      <a:pt x="9244" y="1538"/>
                    </a:cubicBezTo>
                    <a:cubicBezTo>
                      <a:pt x="9711" y="1979"/>
                      <a:pt x="10021" y="2726"/>
                      <a:pt x="10178" y="3782"/>
                    </a:cubicBezTo>
                    <a:lnTo>
                      <a:pt x="10876" y="9570"/>
                    </a:lnTo>
                    <a:cubicBezTo>
                      <a:pt x="12587" y="6612"/>
                      <a:pt x="14596" y="4279"/>
                      <a:pt x="16897" y="2569"/>
                    </a:cubicBezTo>
                    <a:cubicBezTo>
                      <a:pt x="19205" y="859"/>
                      <a:pt x="21786" y="0"/>
                      <a:pt x="24651" y="0"/>
                    </a:cubicBezTo>
                    <a:cubicBezTo>
                      <a:pt x="27011" y="0"/>
                      <a:pt x="28976" y="545"/>
                      <a:pt x="30533" y="1635"/>
                    </a:cubicBezTo>
                    <a:lnTo>
                      <a:pt x="29035" y="10268"/>
                    </a:lnTo>
                    <a:cubicBezTo>
                      <a:pt x="28946" y="10832"/>
                      <a:pt x="28740" y="11224"/>
                      <a:pt x="28430" y="11459"/>
                    </a:cubicBezTo>
                    <a:cubicBezTo>
                      <a:pt x="28117" y="11690"/>
                      <a:pt x="27698" y="11806"/>
                      <a:pt x="27168" y="11806"/>
                    </a:cubicBezTo>
                    <a:cubicBezTo>
                      <a:pt x="26701" y="11806"/>
                      <a:pt x="26062" y="11702"/>
                      <a:pt x="25256" y="11485"/>
                    </a:cubicBezTo>
                    <a:cubicBezTo>
                      <a:pt x="24445" y="11265"/>
                      <a:pt x="23373" y="11157"/>
                      <a:pt x="22032" y="11157"/>
                    </a:cubicBezTo>
                    <a:cubicBezTo>
                      <a:pt x="19638" y="11157"/>
                      <a:pt x="17584" y="11817"/>
                      <a:pt x="15873" y="13139"/>
                    </a:cubicBezTo>
                    <a:cubicBezTo>
                      <a:pt x="14159" y="14461"/>
                      <a:pt x="12710" y="16399"/>
                      <a:pt x="11530" y="18953"/>
                    </a:cubicBezTo>
                    <a:lnTo>
                      <a:pt x="11530" y="48774"/>
                    </a:lnTo>
                    <a:lnTo>
                      <a:pt x="0" y="4877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6" name="Google Shape;1906;p90"/>
              <p:cNvSpPr/>
              <p:nvPr/>
            </p:nvSpPr>
            <p:spPr>
              <a:xfrm>
                <a:off x="3010263" y="2740535"/>
                <a:ext cx="47388" cy="49334"/>
              </a:xfrm>
              <a:custGeom>
                <a:rect b="b" l="l" r="r" t="t"/>
                <a:pathLst>
                  <a:path extrusionOk="0" h="49334" w="47388">
                    <a:moveTo>
                      <a:pt x="23762" y="0"/>
                    </a:moveTo>
                    <a:cubicBezTo>
                      <a:pt x="27340" y="0"/>
                      <a:pt x="30589" y="579"/>
                      <a:pt x="33499" y="1729"/>
                    </a:cubicBezTo>
                    <a:cubicBezTo>
                      <a:pt x="36408" y="2882"/>
                      <a:pt x="38888" y="4514"/>
                      <a:pt x="40942" y="6631"/>
                    </a:cubicBezTo>
                    <a:cubicBezTo>
                      <a:pt x="43000" y="8745"/>
                      <a:pt x="44588" y="11332"/>
                      <a:pt x="45704" y="14379"/>
                    </a:cubicBezTo>
                    <a:cubicBezTo>
                      <a:pt x="46825" y="17425"/>
                      <a:pt x="47389" y="20838"/>
                      <a:pt x="47389" y="24598"/>
                    </a:cubicBezTo>
                    <a:cubicBezTo>
                      <a:pt x="47389" y="28395"/>
                      <a:pt x="46825" y="31819"/>
                      <a:pt x="45704" y="34866"/>
                    </a:cubicBezTo>
                    <a:cubicBezTo>
                      <a:pt x="44588" y="37916"/>
                      <a:pt x="43000" y="40515"/>
                      <a:pt x="40942" y="42662"/>
                    </a:cubicBezTo>
                    <a:cubicBezTo>
                      <a:pt x="38888" y="44805"/>
                      <a:pt x="36408" y="46459"/>
                      <a:pt x="33499" y="47606"/>
                    </a:cubicBezTo>
                    <a:cubicBezTo>
                      <a:pt x="30589" y="48759"/>
                      <a:pt x="27340" y="49334"/>
                      <a:pt x="23762" y="49334"/>
                    </a:cubicBezTo>
                    <a:cubicBezTo>
                      <a:pt x="20184" y="49334"/>
                      <a:pt x="16930" y="48759"/>
                      <a:pt x="14006" y="47606"/>
                    </a:cubicBezTo>
                    <a:cubicBezTo>
                      <a:pt x="11082" y="46459"/>
                      <a:pt x="8583" y="44805"/>
                      <a:pt x="6510" y="42662"/>
                    </a:cubicBezTo>
                    <a:cubicBezTo>
                      <a:pt x="4445" y="40515"/>
                      <a:pt x="2839" y="37916"/>
                      <a:pt x="1703" y="34866"/>
                    </a:cubicBezTo>
                    <a:cubicBezTo>
                      <a:pt x="568" y="31819"/>
                      <a:pt x="0" y="28395"/>
                      <a:pt x="0" y="24598"/>
                    </a:cubicBezTo>
                    <a:cubicBezTo>
                      <a:pt x="0" y="20838"/>
                      <a:pt x="568" y="17425"/>
                      <a:pt x="1703" y="14379"/>
                    </a:cubicBezTo>
                    <a:cubicBezTo>
                      <a:pt x="2839" y="11332"/>
                      <a:pt x="4445" y="8745"/>
                      <a:pt x="6510" y="6631"/>
                    </a:cubicBezTo>
                    <a:cubicBezTo>
                      <a:pt x="8583" y="4514"/>
                      <a:pt x="11082" y="2882"/>
                      <a:pt x="14006" y="1729"/>
                    </a:cubicBezTo>
                    <a:cubicBezTo>
                      <a:pt x="16930" y="579"/>
                      <a:pt x="20184" y="0"/>
                      <a:pt x="23762" y="0"/>
                    </a:cubicBezTo>
                    <a:close/>
                    <a:moveTo>
                      <a:pt x="23762" y="40467"/>
                    </a:moveTo>
                    <a:cubicBezTo>
                      <a:pt x="27747" y="40467"/>
                      <a:pt x="30697" y="39130"/>
                      <a:pt x="32613" y="36453"/>
                    </a:cubicBezTo>
                    <a:cubicBezTo>
                      <a:pt x="34522" y="33776"/>
                      <a:pt x="35482" y="29859"/>
                      <a:pt x="35482" y="24695"/>
                    </a:cubicBezTo>
                    <a:cubicBezTo>
                      <a:pt x="35482" y="19528"/>
                      <a:pt x="34522" y="15592"/>
                      <a:pt x="32613" y="12885"/>
                    </a:cubicBezTo>
                    <a:cubicBezTo>
                      <a:pt x="30697" y="10178"/>
                      <a:pt x="27747" y="8827"/>
                      <a:pt x="23762" y="8827"/>
                    </a:cubicBezTo>
                    <a:cubicBezTo>
                      <a:pt x="19717" y="8827"/>
                      <a:pt x="16729" y="10186"/>
                      <a:pt x="14798" y="12908"/>
                    </a:cubicBezTo>
                    <a:cubicBezTo>
                      <a:pt x="12867" y="15630"/>
                      <a:pt x="11907" y="19561"/>
                      <a:pt x="11907" y="24695"/>
                    </a:cubicBezTo>
                    <a:cubicBezTo>
                      <a:pt x="11907" y="29829"/>
                      <a:pt x="12867" y="33742"/>
                      <a:pt x="14798" y="36430"/>
                    </a:cubicBezTo>
                    <a:cubicBezTo>
                      <a:pt x="16729" y="39122"/>
                      <a:pt x="19717" y="40467"/>
                      <a:pt x="23762" y="4046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7" name="Google Shape;1907;p90"/>
              <p:cNvSpPr/>
              <p:nvPr/>
            </p:nvSpPr>
            <p:spPr>
              <a:xfrm>
                <a:off x="3063348" y="2719817"/>
                <a:ext cx="44072" cy="70052"/>
              </a:xfrm>
              <a:custGeom>
                <a:rect b="b" l="l" r="r" t="t"/>
                <a:pathLst>
                  <a:path extrusionOk="0" h="70052" w="44072">
                    <a:moveTo>
                      <a:pt x="37021" y="69355"/>
                    </a:moveTo>
                    <a:cubicBezTo>
                      <a:pt x="35530" y="69355"/>
                      <a:pt x="34548" y="68653"/>
                      <a:pt x="34081" y="67253"/>
                    </a:cubicBezTo>
                    <a:lnTo>
                      <a:pt x="33148" y="62634"/>
                    </a:lnTo>
                    <a:cubicBezTo>
                      <a:pt x="32150" y="63754"/>
                      <a:pt x="31108" y="64762"/>
                      <a:pt x="30018" y="65669"/>
                    </a:cubicBezTo>
                    <a:cubicBezTo>
                      <a:pt x="28927" y="66569"/>
                      <a:pt x="27754" y="67350"/>
                      <a:pt x="26496" y="68003"/>
                    </a:cubicBezTo>
                    <a:cubicBezTo>
                      <a:pt x="25233" y="68653"/>
                      <a:pt x="23881" y="69160"/>
                      <a:pt x="22432" y="69519"/>
                    </a:cubicBezTo>
                    <a:cubicBezTo>
                      <a:pt x="20983" y="69874"/>
                      <a:pt x="19422" y="70053"/>
                      <a:pt x="17741" y="70053"/>
                    </a:cubicBezTo>
                    <a:cubicBezTo>
                      <a:pt x="15126" y="70053"/>
                      <a:pt x="12729" y="69511"/>
                      <a:pt x="10551" y="68421"/>
                    </a:cubicBezTo>
                    <a:cubicBezTo>
                      <a:pt x="8370" y="67331"/>
                      <a:pt x="6495" y="65752"/>
                      <a:pt x="4923" y="63683"/>
                    </a:cubicBezTo>
                    <a:cubicBezTo>
                      <a:pt x="3354" y="61615"/>
                      <a:pt x="2136" y="59057"/>
                      <a:pt x="1285" y="56007"/>
                    </a:cubicBezTo>
                    <a:cubicBezTo>
                      <a:pt x="426" y="52956"/>
                      <a:pt x="0" y="49472"/>
                      <a:pt x="0" y="45552"/>
                    </a:cubicBezTo>
                    <a:cubicBezTo>
                      <a:pt x="0" y="42005"/>
                      <a:pt x="482" y="38708"/>
                      <a:pt x="1449" y="35654"/>
                    </a:cubicBezTo>
                    <a:cubicBezTo>
                      <a:pt x="2413" y="32607"/>
                      <a:pt x="3798" y="29963"/>
                      <a:pt x="5602" y="27719"/>
                    </a:cubicBezTo>
                    <a:cubicBezTo>
                      <a:pt x="7406" y="25483"/>
                      <a:pt x="9573" y="23732"/>
                      <a:pt x="12090" y="22470"/>
                    </a:cubicBezTo>
                    <a:cubicBezTo>
                      <a:pt x="14611" y="21212"/>
                      <a:pt x="17446" y="20580"/>
                      <a:pt x="20591" y="20580"/>
                    </a:cubicBezTo>
                    <a:cubicBezTo>
                      <a:pt x="23265" y="20580"/>
                      <a:pt x="25554" y="21010"/>
                      <a:pt x="27452" y="21865"/>
                    </a:cubicBezTo>
                    <a:cubicBezTo>
                      <a:pt x="29349" y="22724"/>
                      <a:pt x="31049" y="23862"/>
                      <a:pt x="32539" y="25296"/>
                    </a:cubicBezTo>
                    <a:lnTo>
                      <a:pt x="32539" y="0"/>
                    </a:lnTo>
                    <a:lnTo>
                      <a:pt x="44072" y="0"/>
                    </a:lnTo>
                    <a:lnTo>
                      <a:pt x="44072" y="69355"/>
                    </a:lnTo>
                    <a:lnTo>
                      <a:pt x="37021" y="69355"/>
                    </a:lnTo>
                    <a:close/>
                    <a:moveTo>
                      <a:pt x="21663" y="60905"/>
                    </a:moveTo>
                    <a:cubicBezTo>
                      <a:pt x="24057" y="60905"/>
                      <a:pt x="26096" y="60409"/>
                      <a:pt x="27780" y="59415"/>
                    </a:cubicBezTo>
                    <a:cubicBezTo>
                      <a:pt x="29461" y="58419"/>
                      <a:pt x="31049" y="57000"/>
                      <a:pt x="32539" y="55166"/>
                    </a:cubicBezTo>
                    <a:lnTo>
                      <a:pt x="32539" y="33697"/>
                    </a:lnTo>
                    <a:cubicBezTo>
                      <a:pt x="31232" y="32110"/>
                      <a:pt x="29812" y="30986"/>
                      <a:pt x="28266" y="30337"/>
                    </a:cubicBezTo>
                    <a:cubicBezTo>
                      <a:pt x="26727" y="29683"/>
                      <a:pt x="25069" y="29355"/>
                      <a:pt x="23295" y="29355"/>
                    </a:cubicBezTo>
                    <a:cubicBezTo>
                      <a:pt x="21554" y="29355"/>
                      <a:pt x="19974" y="29683"/>
                      <a:pt x="18559" y="30337"/>
                    </a:cubicBezTo>
                    <a:cubicBezTo>
                      <a:pt x="17140" y="30986"/>
                      <a:pt x="15944" y="31976"/>
                      <a:pt x="14962" y="33301"/>
                    </a:cubicBezTo>
                    <a:cubicBezTo>
                      <a:pt x="13980" y="34623"/>
                      <a:pt x="13225" y="36303"/>
                      <a:pt x="12695" y="38338"/>
                    </a:cubicBezTo>
                    <a:cubicBezTo>
                      <a:pt x="12168" y="40377"/>
                      <a:pt x="11907" y="42785"/>
                      <a:pt x="11907" y="45552"/>
                    </a:cubicBezTo>
                    <a:cubicBezTo>
                      <a:pt x="11907" y="48352"/>
                      <a:pt x="12131" y="50727"/>
                      <a:pt x="12579" y="52668"/>
                    </a:cubicBezTo>
                    <a:cubicBezTo>
                      <a:pt x="13031" y="54614"/>
                      <a:pt x="13677" y="56201"/>
                      <a:pt x="14521" y="57429"/>
                    </a:cubicBezTo>
                    <a:cubicBezTo>
                      <a:pt x="15358" y="58661"/>
                      <a:pt x="16389" y="59546"/>
                      <a:pt x="17599" y="60087"/>
                    </a:cubicBezTo>
                    <a:cubicBezTo>
                      <a:pt x="18813" y="60636"/>
                      <a:pt x="20165" y="60905"/>
                      <a:pt x="21663" y="6090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8" name="Google Shape;1908;p90"/>
              <p:cNvSpPr/>
              <p:nvPr/>
            </p:nvSpPr>
            <p:spPr>
              <a:xfrm>
                <a:off x="3118905" y="2741286"/>
                <a:ext cx="41737" cy="48632"/>
              </a:xfrm>
              <a:custGeom>
                <a:rect b="b" l="l" r="r" t="t"/>
                <a:pathLst>
                  <a:path extrusionOk="0" h="48632" w="41737">
                    <a:moveTo>
                      <a:pt x="11530" y="0"/>
                    </a:moveTo>
                    <a:lnTo>
                      <a:pt x="11530" y="30430"/>
                    </a:lnTo>
                    <a:cubicBezTo>
                      <a:pt x="11530" y="33354"/>
                      <a:pt x="12209" y="35620"/>
                      <a:pt x="13562" y="37218"/>
                    </a:cubicBezTo>
                    <a:cubicBezTo>
                      <a:pt x="14914" y="38824"/>
                      <a:pt x="16945" y="39623"/>
                      <a:pt x="19657" y="39623"/>
                    </a:cubicBezTo>
                    <a:cubicBezTo>
                      <a:pt x="21648" y="39623"/>
                      <a:pt x="23515" y="39182"/>
                      <a:pt x="25259" y="38293"/>
                    </a:cubicBezTo>
                    <a:cubicBezTo>
                      <a:pt x="27000" y="37405"/>
                      <a:pt x="28651" y="36188"/>
                      <a:pt x="30204" y="34631"/>
                    </a:cubicBezTo>
                    <a:lnTo>
                      <a:pt x="30204" y="0"/>
                    </a:lnTo>
                    <a:lnTo>
                      <a:pt x="41738" y="0"/>
                    </a:lnTo>
                    <a:lnTo>
                      <a:pt x="41738" y="47885"/>
                    </a:lnTo>
                    <a:lnTo>
                      <a:pt x="34686" y="47885"/>
                    </a:lnTo>
                    <a:cubicBezTo>
                      <a:pt x="33196" y="47885"/>
                      <a:pt x="32214" y="47184"/>
                      <a:pt x="31747" y="45783"/>
                    </a:cubicBezTo>
                    <a:lnTo>
                      <a:pt x="30951" y="41956"/>
                    </a:lnTo>
                    <a:cubicBezTo>
                      <a:pt x="29958" y="42957"/>
                      <a:pt x="28927" y="43864"/>
                      <a:pt x="27870" y="44686"/>
                    </a:cubicBezTo>
                    <a:cubicBezTo>
                      <a:pt x="26813" y="45511"/>
                      <a:pt x="25685" y="46213"/>
                      <a:pt x="24486" y="46788"/>
                    </a:cubicBezTo>
                    <a:cubicBezTo>
                      <a:pt x="23287" y="47363"/>
                      <a:pt x="21999" y="47815"/>
                      <a:pt x="20613" y="48139"/>
                    </a:cubicBezTo>
                    <a:cubicBezTo>
                      <a:pt x="19227" y="48468"/>
                      <a:pt x="17741" y="48632"/>
                      <a:pt x="16154" y="48632"/>
                    </a:cubicBezTo>
                    <a:cubicBezTo>
                      <a:pt x="13539" y="48632"/>
                      <a:pt x="11227" y="48188"/>
                      <a:pt x="9222" y="47303"/>
                    </a:cubicBezTo>
                    <a:cubicBezTo>
                      <a:pt x="7212" y="46414"/>
                      <a:pt x="5524" y="45160"/>
                      <a:pt x="4153" y="43547"/>
                    </a:cubicBezTo>
                    <a:cubicBezTo>
                      <a:pt x="2783" y="41926"/>
                      <a:pt x="1752" y="40004"/>
                      <a:pt x="1050" y="37782"/>
                    </a:cubicBezTo>
                    <a:cubicBezTo>
                      <a:pt x="351" y="35557"/>
                      <a:pt x="0" y="33107"/>
                      <a:pt x="0" y="30430"/>
                    </a:cubicBezTo>
                    <a:lnTo>
                      <a:pt x="0" y="0"/>
                    </a:lnTo>
                    <a:lnTo>
                      <a:pt x="11530"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09" name="Google Shape;1909;p90"/>
              <p:cNvSpPr/>
              <p:nvPr/>
            </p:nvSpPr>
            <p:spPr>
              <a:xfrm>
                <a:off x="3169745" y="2740535"/>
                <a:ext cx="40385" cy="49334"/>
              </a:xfrm>
              <a:custGeom>
                <a:rect b="b" l="l" r="r" t="t"/>
                <a:pathLst>
                  <a:path extrusionOk="0" h="49334" w="40385">
                    <a:moveTo>
                      <a:pt x="36882" y="10880"/>
                    </a:moveTo>
                    <a:cubicBezTo>
                      <a:pt x="36543" y="11313"/>
                      <a:pt x="36210" y="11657"/>
                      <a:pt x="35882" y="11903"/>
                    </a:cubicBezTo>
                    <a:cubicBezTo>
                      <a:pt x="35557" y="12153"/>
                      <a:pt x="35079" y="12280"/>
                      <a:pt x="34459" y="12280"/>
                    </a:cubicBezTo>
                    <a:cubicBezTo>
                      <a:pt x="33868" y="12280"/>
                      <a:pt x="33290" y="12101"/>
                      <a:pt x="32729" y="11743"/>
                    </a:cubicBezTo>
                    <a:cubicBezTo>
                      <a:pt x="32173" y="11384"/>
                      <a:pt x="31500" y="10981"/>
                      <a:pt x="30724" y="10529"/>
                    </a:cubicBezTo>
                    <a:cubicBezTo>
                      <a:pt x="29943" y="10077"/>
                      <a:pt x="29020" y="9670"/>
                      <a:pt x="27945" y="9316"/>
                    </a:cubicBezTo>
                    <a:cubicBezTo>
                      <a:pt x="26873" y="8957"/>
                      <a:pt x="25539" y="8778"/>
                      <a:pt x="23952" y="8778"/>
                    </a:cubicBezTo>
                    <a:cubicBezTo>
                      <a:pt x="21928" y="8778"/>
                      <a:pt x="20157" y="9144"/>
                      <a:pt x="18634" y="9876"/>
                    </a:cubicBezTo>
                    <a:cubicBezTo>
                      <a:pt x="17102" y="10604"/>
                      <a:pt x="15840" y="11657"/>
                      <a:pt x="14824" y="13027"/>
                    </a:cubicBezTo>
                    <a:cubicBezTo>
                      <a:pt x="13816" y="14394"/>
                      <a:pt x="13057" y="16052"/>
                      <a:pt x="12564" y="17997"/>
                    </a:cubicBezTo>
                    <a:cubicBezTo>
                      <a:pt x="12064" y="19938"/>
                      <a:pt x="11814" y="22141"/>
                      <a:pt x="11814" y="24598"/>
                    </a:cubicBezTo>
                    <a:cubicBezTo>
                      <a:pt x="11814" y="27152"/>
                      <a:pt x="12086" y="29422"/>
                      <a:pt x="12632" y="31416"/>
                    </a:cubicBezTo>
                    <a:cubicBezTo>
                      <a:pt x="13177" y="33406"/>
                      <a:pt x="13965" y="35079"/>
                      <a:pt x="14988" y="36430"/>
                    </a:cubicBezTo>
                    <a:cubicBezTo>
                      <a:pt x="16015" y="37786"/>
                      <a:pt x="17259" y="38813"/>
                      <a:pt x="18723" y="39511"/>
                    </a:cubicBezTo>
                    <a:cubicBezTo>
                      <a:pt x="20187" y="40213"/>
                      <a:pt x="21834" y="40564"/>
                      <a:pt x="23672" y="40564"/>
                    </a:cubicBezTo>
                    <a:cubicBezTo>
                      <a:pt x="25506" y="40564"/>
                      <a:pt x="26996" y="40336"/>
                      <a:pt x="28132" y="39884"/>
                    </a:cubicBezTo>
                    <a:cubicBezTo>
                      <a:pt x="29267" y="39432"/>
                      <a:pt x="30223" y="38936"/>
                      <a:pt x="31004" y="38391"/>
                    </a:cubicBezTo>
                    <a:cubicBezTo>
                      <a:pt x="31781" y="37846"/>
                      <a:pt x="32457" y="37349"/>
                      <a:pt x="33032" y="36897"/>
                    </a:cubicBezTo>
                    <a:cubicBezTo>
                      <a:pt x="33607" y="36445"/>
                      <a:pt x="34253" y="36221"/>
                      <a:pt x="34974" y="36221"/>
                    </a:cubicBezTo>
                    <a:cubicBezTo>
                      <a:pt x="35908" y="36221"/>
                      <a:pt x="36606" y="36576"/>
                      <a:pt x="37073" y="37297"/>
                    </a:cubicBezTo>
                    <a:lnTo>
                      <a:pt x="40386" y="41497"/>
                    </a:lnTo>
                    <a:cubicBezTo>
                      <a:pt x="39109" y="42987"/>
                      <a:pt x="37727" y="44241"/>
                      <a:pt x="36233" y="45253"/>
                    </a:cubicBezTo>
                    <a:cubicBezTo>
                      <a:pt x="34739" y="46261"/>
                      <a:pt x="33189" y="47072"/>
                      <a:pt x="31586" y="47680"/>
                    </a:cubicBezTo>
                    <a:cubicBezTo>
                      <a:pt x="29984" y="48285"/>
                      <a:pt x="28326" y="48711"/>
                      <a:pt x="26611" y="48965"/>
                    </a:cubicBezTo>
                    <a:cubicBezTo>
                      <a:pt x="24901" y="49211"/>
                      <a:pt x="23205" y="49334"/>
                      <a:pt x="21524" y="49334"/>
                    </a:cubicBezTo>
                    <a:cubicBezTo>
                      <a:pt x="18566" y="49334"/>
                      <a:pt x="15784" y="48782"/>
                      <a:pt x="13169" y="47680"/>
                    </a:cubicBezTo>
                    <a:cubicBezTo>
                      <a:pt x="10555" y="46575"/>
                      <a:pt x="8273" y="44962"/>
                      <a:pt x="6331" y="42849"/>
                    </a:cubicBezTo>
                    <a:cubicBezTo>
                      <a:pt x="4381" y="40735"/>
                      <a:pt x="2842" y="38140"/>
                      <a:pt x="1707" y="35079"/>
                    </a:cubicBezTo>
                    <a:cubicBezTo>
                      <a:pt x="571" y="32013"/>
                      <a:pt x="0" y="28519"/>
                      <a:pt x="0" y="24598"/>
                    </a:cubicBezTo>
                    <a:cubicBezTo>
                      <a:pt x="0" y="21085"/>
                      <a:pt x="508" y="17825"/>
                      <a:pt x="1520" y="14819"/>
                    </a:cubicBezTo>
                    <a:cubicBezTo>
                      <a:pt x="2532" y="11817"/>
                      <a:pt x="4019" y="9219"/>
                      <a:pt x="5980" y="7027"/>
                    </a:cubicBezTo>
                    <a:cubicBezTo>
                      <a:pt x="7937" y="4832"/>
                      <a:pt x="10368" y="3114"/>
                      <a:pt x="13263" y="1867"/>
                    </a:cubicBezTo>
                    <a:cubicBezTo>
                      <a:pt x="16157" y="624"/>
                      <a:pt x="19485" y="0"/>
                      <a:pt x="23254" y="0"/>
                    </a:cubicBezTo>
                    <a:cubicBezTo>
                      <a:pt x="26832" y="0"/>
                      <a:pt x="29969" y="579"/>
                      <a:pt x="32658" y="1729"/>
                    </a:cubicBezTo>
                    <a:cubicBezTo>
                      <a:pt x="35351" y="2882"/>
                      <a:pt x="37775" y="4529"/>
                      <a:pt x="39919" y="6680"/>
                    </a:cubicBezTo>
                    <a:lnTo>
                      <a:pt x="36882" y="1088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0" name="Google Shape;1910;p90"/>
              <p:cNvSpPr/>
              <p:nvPr/>
            </p:nvSpPr>
            <p:spPr>
              <a:xfrm>
                <a:off x="3213163" y="2726631"/>
                <a:ext cx="32635" cy="63287"/>
              </a:xfrm>
              <a:custGeom>
                <a:rect b="b" l="l" r="r" t="t"/>
                <a:pathLst>
                  <a:path extrusionOk="0" h="63287" w="32635">
                    <a:moveTo>
                      <a:pt x="20075" y="63287"/>
                    </a:moveTo>
                    <a:cubicBezTo>
                      <a:pt x="15937" y="63287"/>
                      <a:pt x="12747" y="62115"/>
                      <a:pt x="10506" y="59763"/>
                    </a:cubicBezTo>
                    <a:cubicBezTo>
                      <a:pt x="8265" y="57414"/>
                      <a:pt x="7145" y="54173"/>
                      <a:pt x="7145" y="50032"/>
                    </a:cubicBezTo>
                    <a:lnTo>
                      <a:pt x="7145" y="23288"/>
                    </a:lnTo>
                    <a:lnTo>
                      <a:pt x="2290" y="23288"/>
                    </a:lnTo>
                    <a:cubicBezTo>
                      <a:pt x="1670" y="23288"/>
                      <a:pt x="1128" y="23086"/>
                      <a:pt x="680" y="22683"/>
                    </a:cubicBezTo>
                    <a:cubicBezTo>
                      <a:pt x="228" y="22279"/>
                      <a:pt x="0" y="21674"/>
                      <a:pt x="0" y="20864"/>
                    </a:cubicBezTo>
                    <a:lnTo>
                      <a:pt x="0" y="16287"/>
                    </a:lnTo>
                    <a:lnTo>
                      <a:pt x="7705" y="15028"/>
                    </a:lnTo>
                    <a:lnTo>
                      <a:pt x="10133" y="1960"/>
                    </a:lnTo>
                    <a:cubicBezTo>
                      <a:pt x="10256" y="1337"/>
                      <a:pt x="10547" y="855"/>
                      <a:pt x="10999" y="515"/>
                    </a:cubicBezTo>
                    <a:cubicBezTo>
                      <a:pt x="11448" y="172"/>
                      <a:pt x="12015" y="0"/>
                      <a:pt x="12703"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102" y="53912"/>
                      <a:pt x="24580" y="53740"/>
                    </a:cubicBezTo>
                    <a:cubicBezTo>
                      <a:pt x="25065" y="53568"/>
                      <a:pt x="25487" y="53393"/>
                      <a:pt x="25842" y="53206"/>
                    </a:cubicBezTo>
                    <a:cubicBezTo>
                      <a:pt x="26201" y="53020"/>
                      <a:pt x="26522" y="52840"/>
                      <a:pt x="26798" y="52669"/>
                    </a:cubicBezTo>
                    <a:cubicBezTo>
                      <a:pt x="27078" y="52497"/>
                      <a:pt x="27362" y="52411"/>
                      <a:pt x="27642" y="52411"/>
                    </a:cubicBezTo>
                    <a:cubicBezTo>
                      <a:pt x="27986" y="52411"/>
                      <a:pt x="28262" y="52497"/>
                      <a:pt x="28479" y="52669"/>
                    </a:cubicBezTo>
                    <a:cubicBezTo>
                      <a:pt x="28699" y="52840"/>
                      <a:pt x="28931" y="53098"/>
                      <a:pt x="29181" y="53438"/>
                    </a:cubicBezTo>
                    <a:lnTo>
                      <a:pt x="32636" y="59038"/>
                    </a:lnTo>
                    <a:cubicBezTo>
                      <a:pt x="30955" y="60439"/>
                      <a:pt x="29024" y="61499"/>
                      <a:pt x="26847" y="62212"/>
                    </a:cubicBezTo>
                    <a:cubicBezTo>
                      <a:pt x="24669" y="62929"/>
                      <a:pt x="22410" y="63287"/>
                      <a:pt x="20075" y="632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1911" name="Google Shape;1911;p90"/>
            <p:cNvSpPr/>
            <p:nvPr/>
          </p:nvSpPr>
          <p:spPr>
            <a:xfrm>
              <a:off x="1809382" y="3559328"/>
              <a:ext cx="813385" cy="334316"/>
            </a:xfrm>
            <a:custGeom>
              <a:rect b="b" l="l" r="r" t="t"/>
              <a:pathLst>
                <a:path extrusionOk="0" h="445755" w="1084513">
                  <a:moveTo>
                    <a:pt x="1024669" y="0"/>
                  </a:moveTo>
                  <a:cubicBezTo>
                    <a:pt x="1057720" y="0"/>
                    <a:pt x="1084513" y="26785"/>
                    <a:pt x="1084513" y="59826"/>
                  </a:cubicBezTo>
                  <a:lnTo>
                    <a:pt x="1084513" y="385930"/>
                  </a:lnTo>
                  <a:cubicBezTo>
                    <a:pt x="1084513" y="418971"/>
                    <a:pt x="1057720" y="445756"/>
                    <a:pt x="1024669" y="445756"/>
                  </a:cubicBezTo>
                  <a:lnTo>
                    <a:pt x="59845" y="445756"/>
                  </a:lnTo>
                  <a:cubicBezTo>
                    <a:pt x="26793" y="445756"/>
                    <a:pt x="0" y="418971"/>
                    <a:pt x="0" y="385930"/>
                  </a:cubicBezTo>
                  <a:lnTo>
                    <a:pt x="0" y="59826"/>
                  </a:lnTo>
                  <a:cubicBezTo>
                    <a:pt x="0" y="26785"/>
                    <a:pt x="26793" y="0"/>
                    <a:pt x="59845"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1912" name="Google Shape;1912;p90"/>
            <p:cNvGrpSpPr/>
            <p:nvPr/>
          </p:nvGrpSpPr>
          <p:grpSpPr>
            <a:xfrm>
              <a:off x="1949621" y="3622696"/>
              <a:ext cx="562512" cy="203797"/>
              <a:chOff x="2494244" y="4627062"/>
              <a:chExt cx="750016" cy="271729"/>
            </a:xfrm>
          </p:grpSpPr>
          <p:sp>
            <p:nvSpPr>
              <p:cNvPr id="1913" name="Google Shape;1913;p90"/>
              <p:cNvSpPr/>
              <p:nvPr/>
            </p:nvSpPr>
            <p:spPr>
              <a:xfrm>
                <a:off x="2679353" y="4628929"/>
                <a:ext cx="12607" cy="67487"/>
              </a:xfrm>
              <a:custGeom>
                <a:rect b="b" l="l" r="r" t="t"/>
                <a:pathLst>
                  <a:path extrusionOk="0" h="67487" w="12607">
                    <a:moveTo>
                      <a:pt x="12607" y="67488"/>
                    </a:moveTo>
                    <a:lnTo>
                      <a:pt x="0" y="67488"/>
                    </a:lnTo>
                    <a:lnTo>
                      <a:pt x="0" y="0"/>
                    </a:lnTo>
                    <a:lnTo>
                      <a:pt x="12607" y="0"/>
                    </a:lnTo>
                    <a:lnTo>
                      <a:pt x="12607" y="6748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4" name="Google Shape;1914;p90"/>
              <p:cNvSpPr/>
              <p:nvPr/>
            </p:nvSpPr>
            <p:spPr>
              <a:xfrm>
                <a:off x="2706478" y="4647785"/>
                <a:ext cx="41737" cy="48632"/>
              </a:xfrm>
              <a:custGeom>
                <a:rect b="b" l="l" r="r" t="t"/>
                <a:pathLst>
                  <a:path extrusionOk="0" h="48632" w="41737">
                    <a:moveTo>
                      <a:pt x="0" y="48632"/>
                    </a:moveTo>
                    <a:lnTo>
                      <a:pt x="0" y="747"/>
                    </a:lnTo>
                    <a:lnTo>
                      <a:pt x="7048" y="747"/>
                    </a:lnTo>
                    <a:cubicBezTo>
                      <a:pt x="8542" y="747"/>
                      <a:pt x="9524" y="1449"/>
                      <a:pt x="9991" y="2849"/>
                    </a:cubicBezTo>
                    <a:lnTo>
                      <a:pt x="10783" y="6628"/>
                    </a:lnTo>
                    <a:cubicBezTo>
                      <a:pt x="11750" y="5634"/>
                      <a:pt x="12766" y="4734"/>
                      <a:pt x="13842" y="3924"/>
                    </a:cubicBezTo>
                    <a:cubicBezTo>
                      <a:pt x="14914" y="3114"/>
                      <a:pt x="16053" y="2412"/>
                      <a:pt x="17248" y="1822"/>
                    </a:cubicBezTo>
                    <a:cubicBezTo>
                      <a:pt x="18451" y="1232"/>
                      <a:pt x="19732" y="781"/>
                      <a:pt x="21102" y="467"/>
                    </a:cubicBezTo>
                    <a:cubicBezTo>
                      <a:pt x="22473" y="157"/>
                      <a:pt x="23963" y="0"/>
                      <a:pt x="25584" y="0"/>
                    </a:cubicBezTo>
                    <a:cubicBezTo>
                      <a:pt x="28199" y="0"/>
                      <a:pt x="30514" y="444"/>
                      <a:pt x="32539" y="1329"/>
                    </a:cubicBezTo>
                    <a:cubicBezTo>
                      <a:pt x="34563" y="2218"/>
                      <a:pt x="36251" y="3465"/>
                      <a:pt x="37607" y="5063"/>
                    </a:cubicBezTo>
                    <a:cubicBezTo>
                      <a:pt x="38959" y="6669"/>
                      <a:pt x="39986" y="8584"/>
                      <a:pt x="40688" y="10809"/>
                    </a:cubicBezTo>
                    <a:cubicBezTo>
                      <a:pt x="41387" y="13031"/>
                      <a:pt x="41738" y="15480"/>
                      <a:pt x="41738" y="18157"/>
                    </a:cubicBezTo>
                    <a:lnTo>
                      <a:pt x="41738" y="48632"/>
                    </a:lnTo>
                    <a:lnTo>
                      <a:pt x="30204" y="48632"/>
                    </a:lnTo>
                    <a:lnTo>
                      <a:pt x="30204" y="18157"/>
                    </a:lnTo>
                    <a:cubicBezTo>
                      <a:pt x="30204" y="15234"/>
                      <a:pt x="29528" y="12971"/>
                      <a:pt x="28173" y="11366"/>
                    </a:cubicBezTo>
                    <a:cubicBezTo>
                      <a:pt x="26821" y="9764"/>
                      <a:pt x="24789" y="8961"/>
                      <a:pt x="22081" y="8961"/>
                    </a:cubicBezTo>
                    <a:cubicBezTo>
                      <a:pt x="20090" y="8961"/>
                      <a:pt x="18223" y="9413"/>
                      <a:pt x="16479" y="10316"/>
                    </a:cubicBezTo>
                    <a:cubicBezTo>
                      <a:pt x="14738" y="11220"/>
                      <a:pt x="13087" y="12449"/>
                      <a:pt x="11530" y="14002"/>
                    </a:cubicBezTo>
                    <a:lnTo>
                      <a:pt x="11530" y="48632"/>
                    </a:lnTo>
                    <a:lnTo>
                      <a:pt x="0" y="486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5" name="Google Shape;1915;p90"/>
              <p:cNvSpPr/>
              <p:nvPr/>
            </p:nvSpPr>
            <p:spPr>
              <a:xfrm>
                <a:off x="2755219" y="4633876"/>
                <a:ext cx="32632" cy="63291"/>
              </a:xfrm>
              <a:custGeom>
                <a:rect b="b" l="l" r="r" t="t"/>
                <a:pathLst>
                  <a:path extrusionOk="0" h="63291" w="32632">
                    <a:moveTo>
                      <a:pt x="20075" y="63291"/>
                    </a:moveTo>
                    <a:cubicBezTo>
                      <a:pt x="15937" y="63291"/>
                      <a:pt x="12747" y="62115"/>
                      <a:pt x="10506" y="59763"/>
                    </a:cubicBezTo>
                    <a:cubicBezTo>
                      <a:pt x="8265" y="57414"/>
                      <a:pt x="7145" y="54173"/>
                      <a:pt x="7145" y="50036"/>
                    </a:cubicBezTo>
                    <a:lnTo>
                      <a:pt x="7145" y="23291"/>
                    </a:lnTo>
                    <a:lnTo>
                      <a:pt x="2286" y="23291"/>
                    </a:lnTo>
                    <a:cubicBezTo>
                      <a:pt x="1666" y="23291"/>
                      <a:pt x="1128" y="23090"/>
                      <a:pt x="680" y="22686"/>
                    </a:cubicBezTo>
                    <a:cubicBezTo>
                      <a:pt x="228" y="22279"/>
                      <a:pt x="0" y="21674"/>
                      <a:pt x="0" y="20864"/>
                    </a:cubicBezTo>
                    <a:lnTo>
                      <a:pt x="0" y="16290"/>
                    </a:lnTo>
                    <a:lnTo>
                      <a:pt x="7705"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3" y="53393"/>
                      <a:pt x="25842" y="53206"/>
                    </a:cubicBezTo>
                    <a:cubicBezTo>
                      <a:pt x="26201" y="53023"/>
                      <a:pt x="26522" y="52844"/>
                      <a:pt x="26798" y="52672"/>
                    </a:cubicBezTo>
                    <a:cubicBezTo>
                      <a:pt x="27078" y="52501"/>
                      <a:pt x="27358" y="52411"/>
                      <a:pt x="27638" y="52411"/>
                    </a:cubicBezTo>
                    <a:cubicBezTo>
                      <a:pt x="27982" y="52411"/>
                      <a:pt x="28258" y="52501"/>
                      <a:pt x="28479" y="52672"/>
                    </a:cubicBezTo>
                    <a:cubicBezTo>
                      <a:pt x="28699" y="52844"/>
                      <a:pt x="28931" y="53098"/>
                      <a:pt x="29181" y="53441"/>
                    </a:cubicBezTo>
                    <a:lnTo>
                      <a:pt x="32632"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6" name="Google Shape;1916;p90"/>
              <p:cNvSpPr/>
              <p:nvPr/>
            </p:nvSpPr>
            <p:spPr>
              <a:xfrm>
                <a:off x="2792475" y="4647785"/>
                <a:ext cx="43747" cy="49334"/>
              </a:xfrm>
              <a:custGeom>
                <a:rect b="b" l="l" r="r" t="t"/>
                <a:pathLst>
                  <a:path extrusionOk="0" h="49334" w="43747">
                    <a:moveTo>
                      <a:pt x="23018" y="0"/>
                    </a:moveTo>
                    <a:cubicBezTo>
                      <a:pt x="26033" y="0"/>
                      <a:pt x="28811"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7" y="19184"/>
                    </a:cubicBezTo>
                    <a:lnTo>
                      <a:pt x="33379" y="19184"/>
                    </a:lnTo>
                    <a:cubicBezTo>
                      <a:pt x="33379" y="17691"/>
                      <a:pt x="33177" y="16283"/>
                      <a:pt x="32774" y="14961"/>
                    </a:cubicBezTo>
                    <a:cubicBezTo>
                      <a:pt x="32371" y="13636"/>
                      <a:pt x="31747" y="12478"/>
                      <a:pt x="30907" y="11481"/>
                    </a:cubicBezTo>
                    <a:cubicBezTo>
                      <a:pt x="30066" y="10488"/>
                      <a:pt x="29006" y="9704"/>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7" name="Google Shape;1917;p90"/>
              <p:cNvSpPr/>
              <p:nvPr/>
            </p:nvSpPr>
            <p:spPr>
              <a:xfrm>
                <a:off x="2845605" y="4647646"/>
                <a:ext cx="30533" cy="48770"/>
              </a:xfrm>
              <a:custGeom>
                <a:rect b="b" l="l" r="r" t="t"/>
                <a:pathLst>
                  <a:path extrusionOk="0" h="48770" w="30533">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901" y="2565"/>
                    </a:cubicBezTo>
                    <a:cubicBezTo>
                      <a:pt x="19205" y="855"/>
                      <a:pt x="21786" y="0"/>
                      <a:pt x="24651" y="0"/>
                    </a:cubicBezTo>
                    <a:cubicBezTo>
                      <a:pt x="27015" y="0"/>
                      <a:pt x="28976" y="541"/>
                      <a:pt x="30533" y="1632"/>
                    </a:cubicBezTo>
                    <a:lnTo>
                      <a:pt x="29039" y="10268"/>
                    </a:lnTo>
                    <a:cubicBezTo>
                      <a:pt x="28946" y="10828"/>
                      <a:pt x="28744" y="11224"/>
                      <a:pt x="28434" y="11455"/>
                    </a:cubicBezTo>
                    <a:cubicBezTo>
                      <a:pt x="28120" y="11691"/>
                      <a:pt x="27698" y="11806"/>
                      <a:pt x="27172" y="11806"/>
                    </a:cubicBezTo>
                    <a:cubicBezTo>
                      <a:pt x="26705" y="11806"/>
                      <a:pt x="26066" y="11702"/>
                      <a:pt x="25256" y="11481"/>
                    </a:cubicBezTo>
                    <a:cubicBezTo>
                      <a:pt x="24445" y="11261"/>
                      <a:pt x="23373" y="11153"/>
                      <a:pt x="22036" y="11153"/>
                    </a:cubicBezTo>
                    <a:cubicBezTo>
                      <a:pt x="19638" y="11153"/>
                      <a:pt x="17584" y="11818"/>
                      <a:pt x="15873" y="13135"/>
                    </a:cubicBezTo>
                    <a:cubicBezTo>
                      <a:pt x="14159" y="14461"/>
                      <a:pt x="12714" y="16395"/>
                      <a:pt x="11530" y="18949"/>
                    </a:cubicBezTo>
                    <a:lnTo>
                      <a:pt x="11530" y="48771"/>
                    </a:lnTo>
                    <a:lnTo>
                      <a:pt x="0" y="4877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8" name="Google Shape;1918;p90"/>
              <p:cNvSpPr/>
              <p:nvPr/>
            </p:nvSpPr>
            <p:spPr>
              <a:xfrm>
                <a:off x="2880429" y="4647785"/>
                <a:ext cx="47388" cy="49334"/>
              </a:xfrm>
              <a:custGeom>
                <a:rect b="b" l="l" r="r" t="t"/>
                <a:pathLst>
                  <a:path extrusionOk="0" h="49334" w="47388">
                    <a:moveTo>
                      <a:pt x="23765" y="0"/>
                    </a:moveTo>
                    <a:cubicBezTo>
                      <a:pt x="27343" y="0"/>
                      <a:pt x="30589" y="575"/>
                      <a:pt x="33499" y="1729"/>
                    </a:cubicBezTo>
                    <a:cubicBezTo>
                      <a:pt x="36408" y="2879"/>
                      <a:pt x="38892" y="4514"/>
                      <a:pt x="40942" y="6628"/>
                    </a:cubicBezTo>
                    <a:cubicBezTo>
                      <a:pt x="43000" y="8745"/>
                      <a:pt x="44588" y="11328"/>
                      <a:pt x="45708" y="14379"/>
                    </a:cubicBezTo>
                    <a:cubicBezTo>
                      <a:pt x="46829" y="17426"/>
                      <a:pt x="47389" y="20834"/>
                      <a:pt x="47389" y="24598"/>
                    </a:cubicBezTo>
                    <a:cubicBezTo>
                      <a:pt x="47389" y="28392"/>
                      <a:pt x="46829" y="31816"/>
                      <a:pt x="45708" y="34866"/>
                    </a:cubicBezTo>
                    <a:cubicBezTo>
                      <a:pt x="44588" y="37913"/>
                      <a:pt x="43000" y="40515"/>
                      <a:pt x="40942" y="42662"/>
                    </a:cubicBezTo>
                    <a:cubicBezTo>
                      <a:pt x="38892" y="44805"/>
                      <a:pt x="36408" y="46456"/>
                      <a:pt x="33499" y="47606"/>
                    </a:cubicBezTo>
                    <a:cubicBezTo>
                      <a:pt x="30589" y="48759"/>
                      <a:pt x="27343" y="49334"/>
                      <a:pt x="23765" y="49334"/>
                    </a:cubicBezTo>
                    <a:cubicBezTo>
                      <a:pt x="20187" y="49334"/>
                      <a:pt x="16934" y="48759"/>
                      <a:pt x="14006" y="47606"/>
                    </a:cubicBezTo>
                    <a:cubicBezTo>
                      <a:pt x="11082" y="46456"/>
                      <a:pt x="8583" y="44805"/>
                      <a:pt x="6514" y="42662"/>
                    </a:cubicBezTo>
                    <a:cubicBezTo>
                      <a:pt x="4445" y="40515"/>
                      <a:pt x="2839" y="37913"/>
                      <a:pt x="1707" y="34866"/>
                    </a:cubicBezTo>
                    <a:cubicBezTo>
                      <a:pt x="568" y="31816"/>
                      <a:pt x="0" y="28392"/>
                      <a:pt x="0" y="24598"/>
                    </a:cubicBezTo>
                    <a:cubicBezTo>
                      <a:pt x="0" y="20834"/>
                      <a:pt x="568" y="17426"/>
                      <a:pt x="1707" y="14379"/>
                    </a:cubicBezTo>
                    <a:cubicBezTo>
                      <a:pt x="2839" y="11328"/>
                      <a:pt x="4445" y="8745"/>
                      <a:pt x="6514" y="6628"/>
                    </a:cubicBezTo>
                    <a:cubicBezTo>
                      <a:pt x="8583" y="4514"/>
                      <a:pt x="11082" y="2879"/>
                      <a:pt x="14006" y="1729"/>
                    </a:cubicBezTo>
                    <a:cubicBezTo>
                      <a:pt x="16934" y="575"/>
                      <a:pt x="20187" y="0"/>
                      <a:pt x="23765" y="0"/>
                    </a:cubicBezTo>
                    <a:close/>
                    <a:moveTo>
                      <a:pt x="23765" y="40467"/>
                    </a:moveTo>
                    <a:cubicBezTo>
                      <a:pt x="27747" y="40467"/>
                      <a:pt x="30697" y="39126"/>
                      <a:pt x="32613" y="36453"/>
                    </a:cubicBezTo>
                    <a:cubicBezTo>
                      <a:pt x="34526" y="33776"/>
                      <a:pt x="35482" y="29855"/>
                      <a:pt x="35482" y="24692"/>
                    </a:cubicBezTo>
                    <a:cubicBezTo>
                      <a:pt x="35482" y="19524"/>
                      <a:pt x="34526" y="15592"/>
                      <a:pt x="32613" y="12882"/>
                    </a:cubicBezTo>
                    <a:cubicBezTo>
                      <a:pt x="30697" y="10178"/>
                      <a:pt x="27747" y="8823"/>
                      <a:pt x="23765" y="8823"/>
                    </a:cubicBezTo>
                    <a:cubicBezTo>
                      <a:pt x="19720" y="8823"/>
                      <a:pt x="16729" y="10186"/>
                      <a:pt x="14798" y="12908"/>
                    </a:cubicBezTo>
                    <a:cubicBezTo>
                      <a:pt x="12871" y="15630"/>
                      <a:pt x="11907" y="19558"/>
                      <a:pt x="11907" y="24692"/>
                    </a:cubicBezTo>
                    <a:cubicBezTo>
                      <a:pt x="11907" y="29825"/>
                      <a:pt x="12871" y="33738"/>
                      <a:pt x="14798" y="36430"/>
                    </a:cubicBezTo>
                    <a:cubicBezTo>
                      <a:pt x="16729" y="39123"/>
                      <a:pt x="19720" y="40467"/>
                      <a:pt x="23765" y="4046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19" name="Google Shape;1919;p90"/>
              <p:cNvSpPr/>
              <p:nvPr/>
            </p:nvSpPr>
            <p:spPr>
              <a:xfrm>
                <a:off x="2936830" y="4647646"/>
                <a:ext cx="44072" cy="64407"/>
              </a:xfrm>
              <a:custGeom>
                <a:rect b="b" l="l" r="r" t="t"/>
                <a:pathLst>
                  <a:path extrusionOk="0" h="64407" w="44072">
                    <a:moveTo>
                      <a:pt x="0" y="64407"/>
                    </a:moveTo>
                    <a:lnTo>
                      <a:pt x="0" y="885"/>
                    </a:lnTo>
                    <a:lnTo>
                      <a:pt x="7048" y="885"/>
                    </a:lnTo>
                    <a:cubicBezTo>
                      <a:pt x="7795" y="885"/>
                      <a:pt x="8433" y="1057"/>
                      <a:pt x="8960" y="1400"/>
                    </a:cubicBezTo>
                    <a:cubicBezTo>
                      <a:pt x="9490" y="1744"/>
                      <a:pt x="9834" y="2270"/>
                      <a:pt x="9991" y="2987"/>
                    </a:cubicBezTo>
                    <a:lnTo>
                      <a:pt x="10925" y="7419"/>
                    </a:lnTo>
                    <a:cubicBezTo>
                      <a:pt x="12852" y="5209"/>
                      <a:pt x="15070" y="3424"/>
                      <a:pt x="17577" y="2054"/>
                    </a:cubicBezTo>
                    <a:cubicBezTo>
                      <a:pt x="20083" y="683"/>
                      <a:pt x="23015" y="0"/>
                      <a:pt x="26380" y="0"/>
                    </a:cubicBezTo>
                    <a:cubicBezTo>
                      <a:pt x="28991" y="0"/>
                      <a:pt x="31377" y="541"/>
                      <a:pt x="33543" y="1632"/>
                    </a:cubicBezTo>
                    <a:cubicBezTo>
                      <a:pt x="35706" y="2722"/>
                      <a:pt x="37573" y="4301"/>
                      <a:pt x="39146" y="6370"/>
                    </a:cubicBezTo>
                    <a:cubicBezTo>
                      <a:pt x="40715" y="8442"/>
                      <a:pt x="41932" y="10988"/>
                      <a:pt x="42787" y="14024"/>
                    </a:cubicBezTo>
                    <a:cubicBezTo>
                      <a:pt x="43643" y="17056"/>
                      <a:pt x="44072" y="20536"/>
                      <a:pt x="44072" y="24456"/>
                    </a:cubicBezTo>
                    <a:cubicBezTo>
                      <a:pt x="44072" y="28037"/>
                      <a:pt x="43587" y="31345"/>
                      <a:pt x="42623" y="34399"/>
                    </a:cubicBezTo>
                    <a:cubicBezTo>
                      <a:pt x="41656" y="37446"/>
                      <a:pt x="40281" y="40089"/>
                      <a:pt x="38492" y="42333"/>
                    </a:cubicBezTo>
                    <a:cubicBezTo>
                      <a:pt x="36699" y="44570"/>
                      <a:pt x="34537" y="46321"/>
                      <a:pt x="32001" y="47583"/>
                    </a:cubicBezTo>
                    <a:cubicBezTo>
                      <a:pt x="29465" y="48841"/>
                      <a:pt x="26626" y="49472"/>
                      <a:pt x="23482" y="49472"/>
                    </a:cubicBezTo>
                    <a:cubicBezTo>
                      <a:pt x="20777" y="49472"/>
                      <a:pt x="18477" y="49062"/>
                      <a:pt x="16594" y="48237"/>
                    </a:cubicBezTo>
                    <a:cubicBezTo>
                      <a:pt x="14712" y="47411"/>
                      <a:pt x="13024" y="46265"/>
                      <a:pt x="11530" y="44805"/>
                    </a:cubicBezTo>
                    <a:lnTo>
                      <a:pt x="11530" y="64407"/>
                    </a:lnTo>
                    <a:lnTo>
                      <a:pt x="0" y="64407"/>
                    </a:lnTo>
                    <a:close/>
                    <a:moveTo>
                      <a:pt x="22410" y="9099"/>
                    </a:moveTo>
                    <a:cubicBezTo>
                      <a:pt x="20008" y="9099"/>
                      <a:pt x="17965" y="9607"/>
                      <a:pt x="16269" y="10619"/>
                    </a:cubicBezTo>
                    <a:cubicBezTo>
                      <a:pt x="14570" y="11627"/>
                      <a:pt x="12994" y="13053"/>
                      <a:pt x="11530" y="14887"/>
                    </a:cubicBezTo>
                    <a:lnTo>
                      <a:pt x="11530" y="36356"/>
                    </a:lnTo>
                    <a:cubicBezTo>
                      <a:pt x="12841" y="37976"/>
                      <a:pt x="14260" y="39104"/>
                      <a:pt x="15803" y="39739"/>
                    </a:cubicBezTo>
                    <a:cubicBezTo>
                      <a:pt x="17345" y="40377"/>
                      <a:pt x="19000" y="40698"/>
                      <a:pt x="20777" y="40698"/>
                    </a:cubicBezTo>
                    <a:cubicBezTo>
                      <a:pt x="22514" y="40698"/>
                      <a:pt x="24094" y="40370"/>
                      <a:pt x="25513" y="39720"/>
                    </a:cubicBezTo>
                    <a:cubicBezTo>
                      <a:pt x="26929" y="39066"/>
                      <a:pt x="28128" y="38070"/>
                      <a:pt x="29106" y="36733"/>
                    </a:cubicBezTo>
                    <a:cubicBezTo>
                      <a:pt x="30089" y="35392"/>
                      <a:pt x="30843" y="33705"/>
                      <a:pt x="31370" y="31666"/>
                    </a:cubicBezTo>
                    <a:cubicBezTo>
                      <a:pt x="31900" y="29627"/>
                      <a:pt x="32165" y="27227"/>
                      <a:pt x="32165" y="24456"/>
                    </a:cubicBezTo>
                    <a:cubicBezTo>
                      <a:pt x="32165" y="21656"/>
                      <a:pt x="31941" y="19285"/>
                      <a:pt x="31489" y="17336"/>
                    </a:cubicBezTo>
                    <a:cubicBezTo>
                      <a:pt x="31037" y="15394"/>
                      <a:pt x="30391" y="13815"/>
                      <a:pt x="29551" y="12601"/>
                    </a:cubicBezTo>
                    <a:cubicBezTo>
                      <a:pt x="28714" y="11388"/>
                      <a:pt x="27691" y="10499"/>
                      <a:pt x="26496" y="9939"/>
                    </a:cubicBezTo>
                    <a:cubicBezTo>
                      <a:pt x="25293" y="9383"/>
                      <a:pt x="23933" y="9099"/>
                      <a:pt x="22410" y="909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0" name="Google Shape;1920;p90"/>
              <p:cNvSpPr/>
              <p:nvPr/>
            </p:nvSpPr>
            <p:spPr>
              <a:xfrm>
                <a:off x="2986408" y="4647785"/>
                <a:ext cx="43747" cy="49334"/>
              </a:xfrm>
              <a:custGeom>
                <a:rect b="b" l="l" r="r" t="t"/>
                <a:pathLst>
                  <a:path extrusionOk="0" h="49334" w="43747">
                    <a:moveTo>
                      <a:pt x="23022" y="0"/>
                    </a:moveTo>
                    <a:cubicBezTo>
                      <a:pt x="26036" y="0"/>
                      <a:pt x="28815" y="485"/>
                      <a:pt x="31355" y="1449"/>
                    </a:cubicBezTo>
                    <a:cubicBezTo>
                      <a:pt x="33891" y="2412"/>
                      <a:pt x="36076" y="3820"/>
                      <a:pt x="37913" y="5675"/>
                    </a:cubicBezTo>
                    <a:cubicBezTo>
                      <a:pt x="39747" y="7524"/>
                      <a:pt x="41181" y="9794"/>
                      <a:pt x="42208" y="12486"/>
                    </a:cubicBezTo>
                    <a:cubicBezTo>
                      <a:pt x="43236" y="15178"/>
                      <a:pt x="43747" y="18251"/>
                      <a:pt x="43747" y="21701"/>
                    </a:cubicBezTo>
                    <a:cubicBezTo>
                      <a:pt x="43747" y="22574"/>
                      <a:pt x="43710" y="23299"/>
                      <a:pt x="43631" y="23878"/>
                    </a:cubicBezTo>
                    <a:cubicBezTo>
                      <a:pt x="43557" y="24452"/>
                      <a:pt x="43411" y="24901"/>
                      <a:pt x="43213" y="25229"/>
                    </a:cubicBezTo>
                    <a:cubicBezTo>
                      <a:pt x="43008" y="25554"/>
                      <a:pt x="42739" y="25785"/>
                      <a:pt x="42395" y="25927"/>
                    </a:cubicBezTo>
                    <a:cubicBezTo>
                      <a:pt x="42052" y="26065"/>
                      <a:pt x="41615" y="26136"/>
                      <a:pt x="41084" y="26136"/>
                    </a:cubicBezTo>
                    <a:lnTo>
                      <a:pt x="11489" y="26136"/>
                    </a:lnTo>
                    <a:cubicBezTo>
                      <a:pt x="11829" y="31054"/>
                      <a:pt x="13154" y="34665"/>
                      <a:pt x="15455" y="36964"/>
                    </a:cubicBezTo>
                    <a:cubicBezTo>
                      <a:pt x="17760" y="39272"/>
                      <a:pt x="20811" y="40418"/>
                      <a:pt x="24606" y="40418"/>
                    </a:cubicBezTo>
                    <a:cubicBezTo>
                      <a:pt x="26473" y="40418"/>
                      <a:pt x="28087" y="40205"/>
                      <a:pt x="29439" y="39765"/>
                    </a:cubicBezTo>
                    <a:cubicBezTo>
                      <a:pt x="30795" y="39332"/>
                      <a:pt x="31975" y="38846"/>
                      <a:pt x="32987" y="38320"/>
                    </a:cubicBezTo>
                    <a:cubicBezTo>
                      <a:pt x="33999" y="37790"/>
                      <a:pt x="34884" y="37308"/>
                      <a:pt x="35646" y="36871"/>
                    </a:cubicBezTo>
                    <a:cubicBezTo>
                      <a:pt x="36408" y="36438"/>
                      <a:pt x="37151" y="36218"/>
                      <a:pt x="37865" y="36218"/>
                    </a:cubicBezTo>
                    <a:cubicBezTo>
                      <a:pt x="38332" y="36218"/>
                      <a:pt x="38739" y="36315"/>
                      <a:pt x="39079" y="36498"/>
                    </a:cubicBezTo>
                    <a:cubicBezTo>
                      <a:pt x="39422" y="36684"/>
                      <a:pt x="39717" y="36950"/>
                      <a:pt x="39968" y="37293"/>
                    </a:cubicBezTo>
                    <a:lnTo>
                      <a:pt x="43329" y="41493"/>
                    </a:lnTo>
                    <a:cubicBezTo>
                      <a:pt x="42052" y="42987"/>
                      <a:pt x="40617" y="44242"/>
                      <a:pt x="39034" y="45250"/>
                    </a:cubicBezTo>
                    <a:cubicBezTo>
                      <a:pt x="37446" y="46261"/>
                      <a:pt x="35788" y="47068"/>
                      <a:pt x="34063" y="47680"/>
                    </a:cubicBezTo>
                    <a:cubicBezTo>
                      <a:pt x="32333" y="48285"/>
                      <a:pt x="30574" y="48711"/>
                      <a:pt x="28785" y="48961"/>
                    </a:cubicBezTo>
                    <a:cubicBezTo>
                      <a:pt x="26996" y="49211"/>
                      <a:pt x="25259" y="49334"/>
                      <a:pt x="23579" y="49334"/>
                    </a:cubicBezTo>
                    <a:cubicBezTo>
                      <a:pt x="20247" y="49334"/>
                      <a:pt x="17151" y="48778"/>
                      <a:pt x="14290" y="47680"/>
                    </a:cubicBezTo>
                    <a:cubicBezTo>
                      <a:pt x="11425" y="46575"/>
                      <a:pt x="8934" y="44940"/>
                      <a:pt x="6820" y="42778"/>
                    </a:cubicBezTo>
                    <a:cubicBezTo>
                      <a:pt x="4702" y="40616"/>
                      <a:pt x="3036" y="37939"/>
                      <a:pt x="1826" y="34750"/>
                    </a:cubicBezTo>
                    <a:cubicBezTo>
                      <a:pt x="613" y="31558"/>
                      <a:pt x="0" y="27865"/>
                      <a:pt x="0" y="23665"/>
                    </a:cubicBezTo>
                    <a:cubicBezTo>
                      <a:pt x="0" y="20398"/>
                      <a:pt x="530" y="17325"/>
                      <a:pt x="1591" y="14446"/>
                    </a:cubicBezTo>
                    <a:cubicBezTo>
                      <a:pt x="2648" y="11571"/>
                      <a:pt x="4168" y="9066"/>
                      <a:pt x="6144" y="6930"/>
                    </a:cubicBezTo>
                    <a:cubicBezTo>
                      <a:pt x="8116" y="4802"/>
                      <a:pt x="10532" y="3114"/>
                      <a:pt x="13379" y="1867"/>
                    </a:cubicBezTo>
                    <a:cubicBezTo>
                      <a:pt x="16225" y="624"/>
                      <a:pt x="19440" y="0"/>
                      <a:pt x="23022" y="0"/>
                    </a:cubicBezTo>
                    <a:close/>
                    <a:moveTo>
                      <a:pt x="23254" y="8263"/>
                    </a:moveTo>
                    <a:cubicBezTo>
                      <a:pt x="19892" y="8263"/>
                      <a:pt x="17263" y="9211"/>
                      <a:pt x="15366" y="11112"/>
                    </a:cubicBezTo>
                    <a:cubicBezTo>
                      <a:pt x="13464" y="13005"/>
                      <a:pt x="12251" y="15701"/>
                      <a:pt x="11720" y="19184"/>
                    </a:cubicBezTo>
                    <a:lnTo>
                      <a:pt x="33383" y="19184"/>
                    </a:lnTo>
                    <a:cubicBezTo>
                      <a:pt x="33383" y="17691"/>
                      <a:pt x="33181" y="16283"/>
                      <a:pt x="32778" y="14961"/>
                    </a:cubicBezTo>
                    <a:cubicBezTo>
                      <a:pt x="32371" y="13636"/>
                      <a:pt x="31747" y="12478"/>
                      <a:pt x="30910" y="11481"/>
                    </a:cubicBezTo>
                    <a:cubicBezTo>
                      <a:pt x="30070" y="10488"/>
                      <a:pt x="29009" y="9704"/>
                      <a:pt x="27736" y="9125"/>
                    </a:cubicBezTo>
                    <a:cubicBezTo>
                      <a:pt x="26458" y="8550"/>
                      <a:pt x="24964" y="8263"/>
                      <a:pt x="23254"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1" name="Google Shape;1921;p90"/>
              <p:cNvSpPr/>
              <p:nvPr/>
            </p:nvSpPr>
            <p:spPr>
              <a:xfrm>
                <a:off x="3039541" y="4647646"/>
                <a:ext cx="30533" cy="48770"/>
              </a:xfrm>
              <a:custGeom>
                <a:rect b="b" l="l" r="r" t="t"/>
                <a:pathLst>
                  <a:path extrusionOk="0" h="48770" w="30533">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897" y="2565"/>
                    </a:cubicBezTo>
                    <a:cubicBezTo>
                      <a:pt x="19205" y="855"/>
                      <a:pt x="21786" y="0"/>
                      <a:pt x="24651" y="0"/>
                    </a:cubicBezTo>
                    <a:cubicBezTo>
                      <a:pt x="27011" y="0"/>
                      <a:pt x="28976" y="541"/>
                      <a:pt x="30533" y="1632"/>
                    </a:cubicBezTo>
                    <a:lnTo>
                      <a:pt x="29035" y="10268"/>
                    </a:lnTo>
                    <a:cubicBezTo>
                      <a:pt x="28946" y="10828"/>
                      <a:pt x="28740" y="11224"/>
                      <a:pt x="28430" y="11455"/>
                    </a:cubicBezTo>
                    <a:cubicBezTo>
                      <a:pt x="28117" y="11691"/>
                      <a:pt x="27698" y="11806"/>
                      <a:pt x="27168" y="11806"/>
                    </a:cubicBezTo>
                    <a:cubicBezTo>
                      <a:pt x="26701" y="11806"/>
                      <a:pt x="26066" y="11702"/>
                      <a:pt x="25256" y="11481"/>
                    </a:cubicBezTo>
                    <a:cubicBezTo>
                      <a:pt x="24445" y="11261"/>
                      <a:pt x="23373" y="11153"/>
                      <a:pt x="22032" y="11153"/>
                    </a:cubicBezTo>
                    <a:cubicBezTo>
                      <a:pt x="19638" y="11153"/>
                      <a:pt x="17584" y="11818"/>
                      <a:pt x="15873" y="13135"/>
                    </a:cubicBezTo>
                    <a:cubicBezTo>
                      <a:pt x="14159" y="14461"/>
                      <a:pt x="12710" y="16395"/>
                      <a:pt x="11530" y="18949"/>
                    </a:cubicBezTo>
                    <a:lnTo>
                      <a:pt x="11530" y="48771"/>
                    </a:lnTo>
                    <a:lnTo>
                      <a:pt x="0" y="4877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2" name="Google Shape;1922;p90"/>
              <p:cNvSpPr/>
              <p:nvPr/>
            </p:nvSpPr>
            <p:spPr>
              <a:xfrm>
                <a:off x="3073947" y="4647646"/>
                <a:ext cx="39915" cy="49520"/>
              </a:xfrm>
              <a:custGeom>
                <a:rect b="b" l="l" r="r" t="t"/>
                <a:pathLst>
                  <a:path extrusionOk="0" h="49520" w="39915">
                    <a:moveTo>
                      <a:pt x="39915" y="48771"/>
                    </a:moveTo>
                    <a:lnTo>
                      <a:pt x="34735" y="48771"/>
                    </a:lnTo>
                    <a:cubicBezTo>
                      <a:pt x="33644" y="48771"/>
                      <a:pt x="32789" y="48606"/>
                      <a:pt x="32165" y="48285"/>
                    </a:cubicBezTo>
                    <a:cubicBezTo>
                      <a:pt x="31542" y="47956"/>
                      <a:pt x="31075" y="47296"/>
                      <a:pt x="30765" y="46299"/>
                    </a:cubicBezTo>
                    <a:lnTo>
                      <a:pt x="29738" y="42890"/>
                    </a:lnTo>
                    <a:cubicBezTo>
                      <a:pt x="28527" y="43980"/>
                      <a:pt x="27332" y="44936"/>
                      <a:pt x="26167" y="45761"/>
                    </a:cubicBezTo>
                    <a:cubicBezTo>
                      <a:pt x="24998" y="46586"/>
                      <a:pt x="23792" y="47277"/>
                      <a:pt x="22548" y="47837"/>
                    </a:cubicBezTo>
                    <a:cubicBezTo>
                      <a:pt x="21304" y="48401"/>
                      <a:pt x="19982" y="48819"/>
                      <a:pt x="18581" y="49099"/>
                    </a:cubicBezTo>
                    <a:cubicBezTo>
                      <a:pt x="17181" y="49375"/>
                      <a:pt x="15623" y="49521"/>
                      <a:pt x="13913" y="49521"/>
                    </a:cubicBezTo>
                    <a:cubicBezTo>
                      <a:pt x="11888" y="49521"/>
                      <a:pt x="10021" y="49245"/>
                      <a:pt x="8310" y="48700"/>
                    </a:cubicBezTo>
                    <a:cubicBezTo>
                      <a:pt x="6600" y="48151"/>
                      <a:pt x="5128" y="47337"/>
                      <a:pt x="3899" y="46243"/>
                    </a:cubicBezTo>
                    <a:cubicBezTo>
                      <a:pt x="2667" y="45149"/>
                      <a:pt x="1711" y="43790"/>
                      <a:pt x="1023" y="42169"/>
                    </a:cubicBezTo>
                    <a:cubicBezTo>
                      <a:pt x="344" y="40541"/>
                      <a:pt x="0" y="38652"/>
                      <a:pt x="0" y="36501"/>
                    </a:cubicBezTo>
                    <a:cubicBezTo>
                      <a:pt x="0" y="34690"/>
                      <a:pt x="474" y="32902"/>
                      <a:pt x="1423" y="31140"/>
                    </a:cubicBezTo>
                    <a:cubicBezTo>
                      <a:pt x="2372" y="29374"/>
                      <a:pt x="3952" y="27783"/>
                      <a:pt x="6159" y="26360"/>
                    </a:cubicBezTo>
                    <a:cubicBezTo>
                      <a:pt x="8370" y="24945"/>
                      <a:pt x="11313" y="23762"/>
                      <a:pt x="14988" y="22828"/>
                    </a:cubicBezTo>
                    <a:cubicBezTo>
                      <a:pt x="18656" y="21891"/>
                      <a:pt x="23220" y="21421"/>
                      <a:pt x="28666" y="21421"/>
                    </a:cubicBezTo>
                    <a:lnTo>
                      <a:pt x="28666" y="18598"/>
                    </a:lnTo>
                    <a:cubicBezTo>
                      <a:pt x="28666" y="15372"/>
                      <a:pt x="27986" y="12979"/>
                      <a:pt x="26634" y="11425"/>
                    </a:cubicBezTo>
                    <a:cubicBezTo>
                      <a:pt x="25282" y="9876"/>
                      <a:pt x="23310" y="9099"/>
                      <a:pt x="20729" y="9099"/>
                    </a:cubicBezTo>
                    <a:cubicBezTo>
                      <a:pt x="18861" y="9099"/>
                      <a:pt x="17304" y="9320"/>
                      <a:pt x="16060" y="9753"/>
                    </a:cubicBezTo>
                    <a:cubicBezTo>
                      <a:pt x="14817" y="10189"/>
                      <a:pt x="13733" y="10679"/>
                      <a:pt x="12815" y="11224"/>
                    </a:cubicBezTo>
                    <a:cubicBezTo>
                      <a:pt x="11896" y="11769"/>
                      <a:pt x="11048" y="12258"/>
                      <a:pt x="10271" y="12695"/>
                    </a:cubicBezTo>
                    <a:cubicBezTo>
                      <a:pt x="9490" y="13128"/>
                      <a:pt x="8635" y="13348"/>
                      <a:pt x="7701" y="13348"/>
                    </a:cubicBezTo>
                    <a:cubicBezTo>
                      <a:pt x="6921" y="13348"/>
                      <a:pt x="6256" y="13143"/>
                      <a:pt x="5692" y="12740"/>
                    </a:cubicBezTo>
                    <a:cubicBezTo>
                      <a:pt x="5136" y="12340"/>
                      <a:pt x="4684" y="11840"/>
                      <a:pt x="4340" y="11250"/>
                    </a:cubicBezTo>
                    <a:lnTo>
                      <a:pt x="2241" y="7561"/>
                    </a:lnTo>
                    <a:cubicBezTo>
                      <a:pt x="7750" y="2520"/>
                      <a:pt x="14391" y="0"/>
                      <a:pt x="22174" y="0"/>
                    </a:cubicBezTo>
                    <a:cubicBezTo>
                      <a:pt x="24976" y="0"/>
                      <a:pt x="27474" y="459"/>
                      <a:pt x="29667" y="1378"/>
                    </a:cubicBezTo>
                    <a:cubicBezTo>
                      <a:pt x="31863" y="2293"/>
                      <a:pt x="33723" y="3569"/>
                      <a:pt x="35247" y="5201"/>
                    </a:cubicBezTo>
                    <a:cubicBezTo>
                      <a:pt x="36774" y="6837"/>
                      <a:pt x="37932" y="8789"/>
                      <a:pt x="38724" y="11063"/>
                    </a:cubicBezTo>
                    <a:cubicBezTo>
                      <a:pt x="39519" y="13333"/>
                      <a:pt x="39915" y="15820"/>
                      <a:pt x="39915" y="18531"/>
                    </a:cubicBezTo>
                    <a:lnTo>
                      <a:pt x="39915" y="48771"/>
                    </a:lnTo>
                    <a:close/>
                    <a:moveTo>
                      <a:pt x="17506" y="41587"/>
                    </a:moveTo>
                    <a:cubicBezTo>
                      <a:pt x="18690" y="41587"/>
                      <a:pt x="19780" y="41475"/>
                      <a:pt x="20774" y="41266"/>
                    </a:cubicBezTo>
                    <a:cubicBezTo>
                      <a:pt x="21771" y="41049"/>
                      <a:pt x="22712" y="40728"/>
                      <a:pt x="23597" y="40299"/>
                    </a:cubicBezTo>
                    <a:cubicBezTo>
                      <a:pt x="24486" y="39869"/>
                      <a:pt x="25342" y="39343"/>
                      <a:pt x="26167" y="38712"/>
                    </a:cubicBezTo>
                    <a:cubicBezTo>
                      <a:pt x="26992" y="38084"/>
                      <a:pt x="27825" y="37342"/>
                      <a:pt x="28666" y="36483"/>
                    </a:cubicBezTo>
                    <a:lnTo>
                      <a:pt x="28666" y="28470"/>
                    </a:lnTo>
                    <a:cubicBezTo>
                      <a:pt x="25300" y="28470"/>
                      <a:pt x="22492" y="28683"/>
                      <a:pt x="20240" y="29105"/>
                    </a:cubicBezTo>
                    <a:cubicBezTo>
                      <a:pt x="17980" y="29527"/>
                      <a:pt x="16169" y="30068"/>
                      <a:pt x="14798" y="30725"/>
                    </a:cubicBezTo>
                    <a:cubicBezTo>
                      <a:pt x="13431" y="31382"/>
                      <a:pt x="12456" y="32152"/>
                      <a:pt x="11881" y="33033"/>
                    </a:cubicBezTo>
                    <a:cubicBezTo>
                      <a:pt x="11302" y="33906"/>
                      <a:pt x="11018" y="34862"/>
                      <a:pt x="11018" y="35896"/>
                    </a:cubicBezTo>
                    <a:cubicBezTo>
                      <a:pt x="11018" y="37935"/>
                      <a:pt x="11616" y="39391"/>
                      <a:pt x="12815" y="40269"/>
                    </a:cubicBezTo>
                    <a:cubicBezTo>
                      <a:pt x="14013" y="41146"/>
                      <a:pt x="15578" y="41587"/>
                      <a:pt x="17506" y="415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3" name="Google Shape;1923;p90"/>
              <p:cNvSpPr/>
              <p:nvPr/>
            </p:nvSpPr>
            <p:spPr>
              <a:xfrm>
                <a:off x="3125351" y="4627062"/>
                <a:ext cx="44068" cy="70056"/>
              </a:xfrm>
              <a:custGeom>
                <a:rect b="b" l="l" r="r" t="t"/>
                <a:pathLst>
                  <a:path extrusionOk="0" h="70056" w="44068">
                    <a:moveTo>
                      <a:pt x="0" y="69355"/>
                    </a:moveTo>
                    <a:lnTo>
                      <a:pt x="0" y="0"/>
                    </a:lnTo>
                    <a:lnTo>
                      <a:pt x="11534" y="0"/>
                    </a:lnTo>
                    <a:lnTo>
                      <a:pt x="11534" y="27350"/>
                    </a:lnTo>
                    <a:cubicBezTo>
                      <a:pt x="13427" y="25326"/>
                      <a:pt x="15578" y="23721"/>
                      <a:pt x="17973" y="22518"/>
                    </a:cubicBezTo>
                    <a:cubicBezTo>
                      <a:pt x="20370" y="21324"/>
                      <a:pt x="23172" y="20722"/>
                      <a:pt x="26376" y="20722"/>
                    </a:cubicBezTo>
                    <a:cubicBezTo>
                      <a:pt x="28991" y="20722"/>
                      <a:pt x="31381" y="21264"/>
                      <a:pt x="33543" y="22335"/>
                    </a:cubicBezTo>
                    <a:cubicBezTo>
                      <a:pt x="35706" y="23407"/>
                      <a:pt x="37573" y="24971"/>
                      <a:pt x="39146" y="27021"/>
                    </a:cubicBezTo>
                    <a:cubicBezTo>
                      <a:pt x="40718" y="29079"/>
                      <a:pt x="41928" y="31614"/>
                      <a:pt x="42787" y="34634"/>
                    </a:cubicBezTo>
                    <a:cubicBezTo>
                      <a:pt x="43643" y="37651"/>
                      <a:pt x="44069" y="41120"/>
                      <a:pt x="44069" y="45040"/>
                    </a:cubicBezTo>
                    <a:cubicBezTo>
                      <a:pt x="44069" y="48621"/>
                      <a:pt x="43590" y="51929"/>
                      <a:pt x="42623" y="54984"/>
                    </a:cubicBezTo>
                    <a:cubicBezTo>
                      <a:pt x="41659" y="58030"/>
                      <a:pt x="40281" y="60674"/>
                      <a:pt x="38492" y="62918"/>
                    </a:cubicBezTo>
                    <a:cubicBezTo>
                      <a:pt x="36703" y="65154"/>
                      <a:pt x="34541" y="66905"/>
                      <a:pt x="32001" y="68167"/>
                    </a:cubicBezTo>
                    <a:cubicBezTo>
                      <a:pt x="29465" y="69426"/>
                      <a:pt x="26626" y="70057"/>
                      <a:pt x="23482" y="70057"/>
                    </a:cubicBezTo>
                    <a:cubicBezTo>
                      <a:pt x="22017" y="70057"/>
                      <a:pt x="20680" y="69907"/>
                      <a:pt x="19470" y="69613"/>
                    </a:cubicBezTo>
                    <a:cubicBezTo>
                      <a:pt x="18253" y="69317"/>
                      <a:pt x="17147" y="68903"/>
                      <a:pt x="16154" y="68376"/>
                    </a:cubicBezTo>
                    <a:cubicBezTo>
                      <a:pt x="15156" y="67846"/>
                      <a:pt x="14230" y="67201"/>
                      <a:pt x="13375" y="66439"/>
                    </a:cubicBezTo>
                    <a:cubicBezTo>
                      <a:pt x="12516" y="65677"/>
                      <a:pt x="11698" y="64826"/>
                      <a:pt x="10921" y="63892"/>
                    </a:cubicBezTo>
                    <a:lnTo>
                      <a:pt x="10409" y="67118"/>
                    </a:lnTo>
                    <a:cubicBezTo>
                      <a:pt x="10223" y="67928"/>
                      <a:pt x="9905" y="68500"/>
                      <a:pt x="9453" y="68843"/>
                    </a:cubicBezTo>
                    <a:cubicBezTo>
                      <a:pt x="9001" y="69183"/>
                      <a:pt x="8389" y="69355"/>
                      <a:pt x="7608" y="69355"/>
                    </a:cubicBezTo>
                    <a:lnTo>
                      <a:pt x="0" y="69355"/>
                    </a:lnTo>
                    <a:close/>
                    <a:moveTo>
                      <a:pt x="22410" y="29683"/>
                    </a:moveTo>
                    <a:cubicBezTo>
                      <a:pt x="20012" y="29683"/>
                      <a:pt x="17965" y="30191"/>
                      <a:pt x="16269" y="31203"/>
                    </a:cubicBezTo>
                    <a:cubicBezTo>
                      <a:pt x="14574" y="32211"/>
                      <a:pt x="12994" y="33638"/>
                      <a:pt x="11534" y="35471"/>
                    </a:cubicBezTo>
                    <a:lnTo>
                      <a:pt x="11534" y="56940"/>
                    </a:lnTo>
                    <a:cubicBezTo>
                      <a:pt x="12837" y="58560"/>
                      <a:pt x="14260" y="59688"/>
                      <a:pt x="15803" y="60323"/>
                    </a:cubicBezTo>
                    <a:cubicBezTo>
                      <a:pt x="17341" y="60961"/>
                      <a:pt x="19015" y="61282"/>
                      <a:pt x="20822" y="61282"/>
                    </a:cubicBezTo>
                    <a:cubicBezTo>
                      <a:pt x="22567" y="61282"/>
                      <a:pt x="24139" y="60954"/>
                      <a:pt x="25540" y="60304"/>
                    </a:cubicBezTo>
                    <a:cubicBezTo>
                      <a:pt x="26940" y="59651"/>
                      <a:pt x="28128" y="58654"/>
                      <a:pt x="29110" y="57317"/>
                    </a:cubicBezTo>
                    <a:cubicBezTo>
                      <a:pt x="30089" y="55977"/>
                      <a:pt x="30839" y="54289"/>
                      <a:pt x="31373" y="52250"/>
                    </a:cubicBezTo>
                    <a:cubicBezTo>
                      <a:pt x="31904" y="50212"/>
                      <a:pt x="32165" y="47811"/>
                      <a:pt x="32165" y="45040"/>
                    </a:cubicBezTo>
                    <a:cubicBezTo>
                      <a:pt x="32165" y="42240"/>
                      <a:pt x="31937" y="39869"/>
                      <a:pt x="31489" y="37920"/>
                    </a:cubicBezTo>
                    <a:cubicBezTo>
                      <a:pt x="31037" y="35979"/>
                      <a:pt x="30391" y="34399"/>
                      <a:pt x="29551" y="33186"/>
                    </a:cubicBezTo>
                    <a:cubicBezTo>
                      <a:pt x="28710" y="31972"/>
                      <a:pt x="27691" y="31084"/>
                      <a:pt x="26492" y="30523"/>
                    </a:cubicBezTo>
                    <a:cubicBezTo>
                      <a:pt x="25293" y="29967"/>
                      <a:pt x="23933" y="29683"/>
                      <a:pt x="22410" y="2968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4" name="Google Shape;1924;p90"/>
              <p:cNvSpPr/>
              <p:nvPr/>
            </p:nvSpPr>
            <p:spPr>
              <a:xfrm>
                <a:off x="3179179" y="4627062"/>
                <a:ext cx="11533" cy="69354"/>
              </a:xfrm>
              <a:custGeom>
                <a:rect b="b" l="l" r="r" t="t"/>
                <a:pathLst>
                  <a:path extrusionOk="0" h="69354" w="11533">
                    <a:moveTo>
                      <a:pt x="11533" y="0"/>
                    </a:moveTo>
                    <a:lnTo>
                      <a:pt x="11533" y="69355"/>
                    </a:lnTo>
                    <a:lnTo>
                      <a:pt x="0" y="69355"/>
                    </a:lnTo>
                    <a:lnTo>
                      <a:pt x="0" y="0"/>
                    </a:lnTo>
                    <a:lnTo>
                      <a:pt x="1153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5" name="Google Shape;1925;p90"/>
              <p:cNvSpPr/>
              <p:nvPr/>
            </p:nvSpPr>
            <p:spPr>
              <a:xfrm>
                <a:off x="3200513" y="4647785"/>
                <a:ext cx="43747" cy="49334"/>
              </a:xfrm>
              <a:custGeom>
                <a:rect b="b" l="l" r="r" t="t"/>
                <a:pathLst>
                  <a:path extrusionOk="0" h="49334" w="43747">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6" name="Google Shape;1926;p90"/>
              <p:cNvSpPr/>
              <p:nvPr/>
            </p:nvSpPr>
            <p:spPr>
              <a:xfrm>
                <a:off x="2494244" y="4728994"/>
                <a:ext cx="45610" cy="68985"/>
              </a:xfrm>
              <a:custGeom>
                <a:rect b="b" l="l" r="r" t="t"/>
                <a:pathLst>
                  <a:path extrusionOk="0" h="68985" w="45610">
                    <a:moveTo>
                      <a:pt x="41318" y="13024"/>
                    </a:moveTo>
                    <a:cubicBezTo>
                      <a:pt x="40975" y="13707"/>
                      <a:pt x="40577" y="14192"/>
                      <a:pt x="40125" y="14468"/>
                    </a:cubicBezTo>
                    <a:cubicBezTo>
                      <a:pt x="39676" y="14748"/>
                      <a:pt x="39137" y="14890"/>
                      <a:pt x="38517" y="14890"/>
                    </a:cubicBezTo>
                    <a:cubicBezTo>
                      <a:pt x="37893" y="14890"/>
                      <a:pt x="37192" y="14651"/>
                      <a:pt x="36416" y="14166"/>
                    </a:cubicBezTo>
                    <a:cubicBezTo>
                      <a:pt x="35635" y="13684"/>
                      <a:pt x="34720" y="13147"/>
                      <a:pt x="33662" y="12557"/>
                    </a:cubicBezTo>
                    <a:cubicBezTo>
                      <a:pt x="32600" y="11967"/>
                      <a:pt x="31364" y="11429"/>
                      <a:pt x="29949" y="10947"/>
                    </a:cubicBezTo>
                    <a:cubicBezTo>
                      <a:pt x="28534" y="10466"/>
                      <a:pt x="26859" y="10223"/>
                      <a:pt x="24930" y="10223"/>
                    </a:cubicBezTo>
                    <a:cubicBezTo>
                      <a:pt x="23186" y="10223"/>
                      <a:pt x="21669" y="10432"/>
                      <a:pt x="20378" y="10850"/>
                    </a:cubicBezTo>
                    <a:cubicBezTo>
                      <a:pt x="19087" y="11276"/>
                      <a:pt x="17996" y="11859"/>
                      <a:pt x="17110" y="12601"/>
                    </a:cubicBezTo>
                    <a:cubicBezTo>
                      <a:pt x="16224" y="13348"/>
                      <a:pt x="15560" y="14244"/>
                      <a:pt x="15126" y="15286"/>
                    </a:cubicBezTo>
                    <a:cubicBezTo>
                      <a:pt x="14688" y="16328"/>
                      <a:pt x="14473" y="17474"/>
                      <a:pt x="14473" y="18717"/>
                    </a:cubicBezTo>
                    <a:cubicBezTo>
                      <a:pt x="14473" y="20301"/>
                      <a:pt x="14914" y="21626"/>
                      <a:pt x="15804" y="22683"/>
                    </a:cubicBezTo>
                    <a:cubicBezTo>
                      <a:pt x="16691" y="23739"/>
                      <a:pt x="17865" y="24647"/>
                      <a:pt x="19328" y="25393"/>
                    </a:cubicBezTo>
                    <a:cubicBezTo>
                      <a:pt x="20790" y="26136"/>
                      <a:pt x="22457" y="26809"/>
                      <a:pt x="24325" y="27398"/>
                    </a:cubicBezTo>
                    <a:cubicBezTo>
                      <a:pt x="26192" y="27988"/>
                      <a:pt x="28096" y="28619"/>
                      <a:pt x="30043" y="29288"/>
                    </a:cubicBezTo>
                    <a:cubicBezTo>
                      <a:pt x="31988" y="29956"/>
                      <a:pt x="33895" y="30733"/>
                      <a:pt x="35763" y="31621"/>
                    </a:cubicBezTo>
                    <a:cubicBezTo>
                      <a:pt x="37630" y="32510"/>
                      <a:pt x="39293" y="33630"/>
                      <a:pt x="40756" y="34982"/>
                    </a:cubicBezTo>
                    <a:cubicBezTo>
                      <a:pt x="42219" y="36333"/>
                      <a:pt x="43393" y="37995"/>
                      <a:pt x="44283" y="39951"/>
                    </a:cubicBezTo>
                    <a:cubicBezTo>
                      <a:pt x="45170" y="41915"/>
                      <a:pt x="45611" y="44294"/>
                      <a:pt x="45611" y="47094"/>
                    </a:cubicBezTo>
                    <a:cubicBezTo>
                      <a:pt x="45611" y="50145"/>
                      <a:pt x="45089" y="52997"/>
                      <a:pt x="44049" y="55656"/>
                    </a:cubicBezTo>
                    <a:cubicBezTo>
                      <a:pt x="43007" y="58318"/>
                      <a:pt x="41482" y="60637"/>
                      <a:pt x="39472" y="62615"/>
                    </a:cubicBezTo>
                    <a:cubicBezTo>
                      <a:pt x="37466" y="64590"/>
                      <a:pt x="35015" y="66144"/>
                      <a:pt x="32119" y="67283"/>
                    </a:cubicBezTo>
                    <a:cubicBezTo>
                      <a:pt x="29227" y="68414"/>
                      <a:pt x="25911" y="68985"/>
                      <a:pt x="22176" y="68985"/>
                    </a:cubicBezTo>
                    <a:cubicBezTo>
                      <a:pt x="20028" y="68985"/>
                      <a:pt x="17912" y="68772"/>
                      <a:pt x="15826" y="68354"/>
                    </a:cubicBezTo>
                    <a:cubicBezTo>
                      <a:pt x="13740" y="67932"/>
                      <a:pt x="11741" y="67335"/>
                      <a:pt x="9826" y="66554"/>
                    </a:cubicBezTo>
                    <a:cubicBezTo>
                      <a:pt x="7911" y="65778"/>
                      <a:pt x="6124" y="64844"/>
                      <a:pt x="4457" y="63754"/>
                    </a:cubicBezTo>
                    <a:cubicBezTo>
                      <a:pt x="2794" y="62668"/>
                      <a:pt x="1306" y="61454"/>
                      <a:pt x="0" y="60117"/>
                    </a:cubicBezTo>
                    <a:lnTo>
                      <a:pt x="3640" y="54095"/>
                    </a:lnTo>
                    <a:cubicBezTo>
                      <a:pt x="3983" y="53658"/>
                      <a:pt x="4395" y="53292"/>
                      <a:pt x="4877" y="52997"/>
                    </a:cubicBezTo>
                    <a:cubicBezTo>
                      <a:pt x="5362" y="52702"/>
                      <a:pt x="5898" y="52553"/>
                      <a:pt x="6489" y="52553"/>
                    </a:cubicBezTo>
                    <a:cubicBezTo>
                      <a:pt x="7266" y="52553"/>
                      <a:pt x="8108" y="52874"/>
                      <a:pt x="9009" y="53512"/>
                    </a:cubicBezTo>
                    <a:cubicBezTo>
                      <a:pt x="9914" y="54151"/>
                      <a:pt x="10979" y="54857"/>
                      <a:pt x="12208" y="55633"/>
                    </a:cubicBezTo>
                    <a:cubicBezTo>
                      <a:pt x="13437" y="56410"/>
                      <a:pt x="14885" y="57123"/>
                      <a:pt x="16548" y="57758"/>
                    </a:cubicBezTo>
                    <a:cubicBezTo>
                      <a:pt x="18215" y="58396"/>
                      <a:pt x="20214" y="58717"/>
                      <a:pt x="22548" y="58717"/>
                    </a:cubicBezTo>
                    <a:cubicBezTo>
                      <a:pt x="26126" y="58717"/>
                      <a:pt x="28898" y="57866"/>
                      <a:pt x="30861" y="56171"/>
                    </a:cubicBezTo>
                    <a:cubicBezTo>
                      <a:pt x="32819" y="54476"/>
                      <a:pt x="33800" y="52038"/>
                      <a:pt x="33800" y="48868"/>
                    </a:cubicBezTo>
                    <a:cubicBezTo>
                      <a:pt x="33800" y="47094"/>
                      <a:pt x="33356" y="45649"/>
                      <a:pt x="32469" y="44529"/>
                    </a:cubicBezTo>
                    <a:cubicBezTo>
                      <a:pt x="31583" y="43405"/>
                      <a:pt x="30408" y="42464"/>
                      <a:pt x="28946" y="41702"/>
                    </a:cubicBezTo>
                    <a:cubicBezTo>
                      <a:pt x="27483" y="40941"/>
                      <a:pt x="25816" y="40295"/>
                      <a:pt x="23949" y="39765"/>
                    </a:cubicBezTo>
                    <a:cubicBezTo>
                      <a:pt x="22081" y="39238"/>
                      <a:pt x="20185" y="38659"/>
                      <a:pt x="18255" y="38036"/>
                    </a:cubicBezTo>
                    <a:cubicBezTo>
                      <a:pt x="16322" y="37416"/>
                      <a:pt x="14425" y="36669"/>
                      <a:pt x="12558" y="35799"/>
                    </a:cubicBezTo>
                    <a:cubicBezTo>
                      <a:pt x="10691" y="34926"/>
                      <a:pt x="9024" y="33794"/>
                      <a:pt x="7561" y="32394"/>
                    </a:cubicBezTo>
                    <a:cubicBezTo>
                      <a:pt x="6098" y="30994"/>
                      <a:pt x="4924" y="29243"/>
                      <a:pt x="4038" y="27145"/>
                    </a:cubicBezTo>
                    <a:cubicBezTo>
                      <a:pt x="3152" y="25042"/>
                      <a:pt x="2706" y="22451"/>
                      <a:pt x="2706" y="19367"/>
                    </a:cubicBezTo>
                    <a:cubicBezTo>
                      <a:pt x="2706" y="16910"/>
                      <a:pt x="3199" y="14517"/>
                      <a:pt x="4176" y="12183"/>
                    </a:cubicBezTo>
                    <a:cubicBezTo>
                      <a:pt x="5158" y="9850"/>
                      <a:pt x="6591" y="7781"/>
                      <a:pt x="8473" y="5978"/>
                    </a:cubicBezTo>
                    <a:cubicBezTo>
                      <a:pt x="10355" y="4171"/>
                      <a:pt x="12667" y="2722"/>
                      <a:pt x="15407" y="1632"/>
                    </a:cubicBezTo>
                    <a:cubicBezTo>
                      <a:pt x="18146" y="545"/>
                      <a:pt x="21272" y="0"/>
                      <a:pt x="24791" y="0"/>
                    </a:cubicBezTo>
                    <a:cubicBezTo>
                      <a:pt x="28774" y="0"/>
                      <a:pt x="32447" y="624"/>
                      <a:pt x="35806" y="1867"/>
                    </a:cubicBezTo>
                    <a:cubicBezTo>
                      <a:pt x="39169" y="3114"/>
                      <a:pt x="42033" y="4858"/>
                      <a:pt x="44400" y="7094"/>
                    </a:cubicBezTo>
                    <a:lnTo>
                      <a:pt x="41318" y="1302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7" name="Google Shape;1927;p90"/>
              <p:cNvSpPr/>
              <p:nvPr/>
            </p:nvSpPr>
            <p:spPr>
              <a:xfrm>
                <a:off x="2544476" y="4734688"/>
                <a:ext cx="32633" cy="63291"/>
              </a:xfrm>
              <a:custGeom>
                <a:rect b="b" l="l" r="r" t="t"/>
                <a:pathLst>
                  <a:path extrusionOk="0" h="63291" w="32633">
                    <a:moveTo>
                      <a:pt x="20075" y="63291"/>
                    </a:moveTo>
                    <a:cubicBezTo>
                      <a:pt x="15935" y="63291"/>
                      <a:pt x="12748" y="62115"/>
                      <a:pt x="10505" y="59763"/>
                    </a:cubicBezTo>
                    <a:cubicBezTo>
                      <a:pt x="8265" y="57414"/>
                      <a:pt x="7145" y="54173"/>
                      <a:pt x="7145" y="50036"/>
                    </a:cubicBezTo>
                    <a:lnTo>
                      <a:pt x="7145" y="23291"/>
                    </a:lnTo>
                    <a:lnTo>
                      <a:pt x="2287" y="23291"/>
                    </a:lnTo>
                    <a:cubicBezTo>
                      <a:pt x="1667" y="23291"/>
                      <a:pt x="1127" y="23090"/>
                      <a:pt x="679" y="22686"/>
                    </a:cubicBezTo>
                    <a:cubicBezTo>
                      <a:pt x="226" y="22279"/>
                      <a:pt x="0" y="21674"/>
                      <a:pt x="0" y="20864"/>
                    </a:cubicBezTo>
                    <a:lnTo>
                      <a:pt x="0" y="16290"/>
                    </a:lnTo>
                    <a:lnTo>
                      <a:pt x="7703" y="15032"/>
                    </a:lnTo>
                    <a:lnTo>
                      <a:pt x="10132" y="1964"/>
                    </a:lnTo>
                    <a:cubicBezTo>
                      <a:pt x="10257" y="1340"/>
                      <a:pt x="10545" y="859"/>
                      <a:pt x="10997" y="515"/>
                    </a:cubicBezTo>
                    <a:cubicBezTo>
                      <a:pt x="11446" y="172"/>
                      <a:pt x="12015" y="0"/>
                      <a:pt x="12700" y="0"/>
                    </a:cubicBezTo>
                    <a:lnTo>
                      <a:pt x="18675" y="0"/>
                    </a:lnTo>
                    <a:lnTo>
                      <a:pt x="18675" y="15073"/>
                    </a:lnTo>
                    <a:lnTo>
                      <a:pt x="31280" y="15073"/>
                    </a:lnTo>
                    <a:lnTo>
                      <a:pt x="31280" y="23291"/>
                    </a:lnTo>
                    <a:lnTo>
                      <a:pt x="18675" y="23291"/>
                    </a:lnTo>
                    <a:lnTo>
                      <a:pt x="18675" y="49241"/>
                    </a:lnTo>
                    <a:cubicBezTo>
                      <a:pt x="18675" y="50734"/>
                      <a:pt x="19050" y="51903"/>
                      <a:pt x="19794" y="52739"/>
                    </a:cubicBezTo>
                    <a:cubicBezTo>
                      <a:pt x="20542" y="53579"/>
                      <a:pt x="21538" y="54002"/>
                      <a:pt x="22785" y="54002"/>
                    </a:cubicBezTo>
                    <a:cubicBezTo>
                      <a:pt x="23500" y="54002"/>
                      <a:pt x="24099" y="53916"/>
                      <a:pt x="24580" y="53744"/>
                    </a:cubicBezTo>
                    <a:cubicBezTo>
                      <a:pt x="25065" y="53572"/>
                      <a:pt x="25485" y="53393"/>
                      <a:pt x="25842" y="53206"/>
                    </a:cubicBezTo>
                    <a:cubicBezTo>
                      <a:pt x="26199" y="53023"/>
                      <a:pt x="26520" y="52844"/>
                      <a:pt x="26797" y="52672"/>
                    </a:cubicBezTo>
                    <a:cubicBezTo>
                      <a:pt x="27078" y="52501"/>
                      <a:pt x="27359" y="52411"/>
                      <a:pt x="27640" y="52411"/>
                    </a:cubicBezTo>
                    <a:cubicBezTo>
                      <a:pt x="27983" y="52411"/>
                      <a:pt x="28260" y="52501"/>
                      <a:pt x="28479" y="52672"/>
                    </a:cubicBezTo>
                    <a:cubicBezTo>
                      <a:pt x="28698" y="52844"/>
                      <a:pt x="28931" y="53098"/>
                      <a:pt x="29179" y="53441"/>
                    </a:cubicBezTo>
                    <a:lnTo>
                      <a:pt x="32633" y="59042"/>
                    </a:lnTo>
                    <a:cubicBezTo>
                      <a:pt x="30956" y="60442"/>
                      <a:pt x="29022" y="61499"/>
                      <a:pt x="26845" y="62212"/>
                    </a:cubicBezTo>
                    <a:cubicBezTo>
                      <a:pt x="24667" y="62933"/>
                      <a:pt x="22410" y="63291"/>
                      <a:pt x="20075" y="63291"/>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8" name="Google Shape;1928;p90"/>
              <p:cNvSpPr/>
              <p:nvPr/>
            </p:nvSpPr>
            <p:spPr>
              <a:xfrm>
                <a:off x="2581640" y="4748596"/>
                <a:ext cx="47386" cy="49334"/>
              </a:xfrm>
              <a:custGeom>
                <a:rect b="b" l="l" r="r" t="t"/>
                <a:pathLst>
                  <a:path extrusionOk="0" h="49334" w="47386">
                    <a:moveTo>
                      <a:pt x="23763" y="0"/>
                    </a:moveTo>
                    <a:cubicBezTo>
                      <a:pt x="27341" y="0"/>
                      <a:pt x="30587" y="575"/>
                      <a:pt x="33498" y="1729"/>
                    </a:cubicBezTo>
                    <a:cubicBezTo>
                      <a:pt x="36409" y="2879"/>
                      <a:pt x="38889" y="4514"/>
                      <a:pt x="40942" y="6628"/>
                    </a:cubicBezTo>
                    <a:cubicBezTo>
                      <a:pt x="42999" y="8745"/>
                      <a:pt x="44586" y="11328"/>
                      <a:pt x="45706" y="14379"/>
                    </a:cubicBezTo>
                    <a:cubicBezTo>
                      <a:pt x="46825" y="17426"/>
                      <a:pt x="47387" y="20834"/>
                      <a:pt x="47387" y="24598"/>
                    </a:cubicBezTo>
                    <a:cubicBezTo>
                      <a:pt x="47387" y="28392"/>
                      <a:pt x="46825" y="31816"/>
                      <a:pt x="45706" y="34866"/>
                    </a:cubicBezTo>
                    <a:cubicBezTo>
                      <a:pt x="44586" y="37913"/>
                      <a:pt x="42999" y="40515"/>
                      <a:pt x="40942" y="42662"/>
                    </a:cubicBezTo>
                    <a:cubicBezTo>
                      <a:pt x="38889" y="44805"/>
                      <a:pt x="36409" y="46456"/>
                      <a:pt x="33498" y="47606"/>
                    </a:cubicBezTo>
                    <a:cubicBezTo>
                      <a:pt x="30587" y="48759"/>
                      <a:pt x="27341" y="49334"/>
                      <a:pt x="23763" y="49334"/>
                    </a:cubicBezTo>
                    <a:cubicBezTo>
                      <a:pt x="20185" y="49334"/>
                      <a:pt x="16931" y="48759"/>
                      <a:pt x="14006" y="47606"/>
                    </a:cubicBezTo>
                    <a:cubicBezTo>
                      <a:pt x="11081" y="46456"/>
                      <a:pt x="8582" y="44805"/>
                      <a:pt x="6511" y="42662"/>
                    </a:cubicBezTo>
                    <a:cubicBezTo>
                      <a:pt x="4443" y="40515"/>
                      <a:pt x="2838" y="37913"/>
                      <a:pt x="1704" y="34866"/>
                    </a:cubicBezTo>
                    <a:cubicBezTo>
                      <a:pt x="565" y="31816"/>
                      <a:pt x="0" y="28392"/>
                      <a:pt x="0" y="24598"/>
                    </a:cubicBezTo>
                    <a:cubicBezTo>
                      <a:pt x="0" y="20834"/>
                      <a:pt x="565" y="17426"/>
                      <a:pt x="1704" y="14379"/>
                    </a:cubicBezTo>
                    <a:cubicBezTo>
                      <a:pt x="2838" y="11328"/>
                      <a:pt x="4443" y="8745"/>
                      <a:pt x="6511" y="6628"/>
                    </a:cubicBezTo>
                    <a:cubicBezTo>
                      <a:pt x="8582" y="4514"/>
                      <a:pt x="11081" y="2879"/>
                      <a:pt x="14006" y="1729"/>
                    </a:cubicBezTo>
                    <a:cubicBezTo>
                      <a:pt x="16931" y="575"/>
                      <a:pt x="20185" y="0"/>
                      <a:pt x="23763" y="0"/>
                    </a:cubicBezTo>
                    <a:close/>
                    <a:moveTo>
                      <a:pt x="23763" y="40467"/>
                    </a:moveTo>
                    <a:cubicBezTo>
                      <a:pt x="27746" y="40467"/>
                      <a:pt x="30697" y="39126"/>
                      <a:pt x="32612" y="36453"/>
                    </a:cubicBezTo>
                    <a:cubicBezTo>
                      <a:pt x="34523" y="33776"/>
                      <a:pt x="35482" y="29855"/>
                      <a:pt x="35482" y="24692"/>
                    </a:cubicBezTo>
                    <a:cubicBezTo>
                      <a:pt x="35482" y="19524"/>
                      <a:pt x="34523" y="15592"/>
                      <a:pt x="32612" y="12882"/>
                    </a:cubicBezTo>
                    <a:cubicBezTo>
                      <a:pt x="30697" y="10178"/>
                      <a:pt x="27746" y="8823"/>
                      <a:pt x="23763" y="8823"/>
                    </a:cubicBezTo>
                    <a:cubicBezTo>
                      <a:pt x="19718" y="8823"/>
                      <a:pt x="16727" y="10186"/>
                      <a:pt x="14797" y="12908"/>
                    </a:cubicBezTo>
                    <a:cubicBezTo>
                      <a:pt x="12868" y="15630"/>
                      <a:pt x="11905" y="19558"/>
                      <a:pt x="11905" y="24692"/>
                    </a:cubicBezTo>
                    <a:cubicBezTo>
                      <a:pt x="11905" y="29825"/>
                      <a:pt x="12868" y="33738"/>
                      <a:pt x="14797" y="36430"/>
                    </a:cubicBezTo>
                    <a:cubicBezTo>
                      <a:pt x="16727" y="39123"/>
                      <a:pt x="19718" y="40467"/>
                      <a:pt x="23763" y="4046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29" name="Google Shape;1929;p90"/>
              <p:cNvSpPr/>
              <p:nvPr/>
            </p:nvSpPr>
            <p:spPr>
              <a:xfrm>
                <a:off x="2638039" y="4748458"/>
                <a:ext cx="30532" cy="48770"/>
              </a:xfrm>
              <a:custGeom>
                <a:rect b="b" l="l" r="r" t="t"/>
                <a:pathLst>
                  <a:path extrusionOk="0" h="48770" w="30532">
                    <a:moveTo>
                      <a:pt x="0" y="48771"/>
                    </a:moveTo>
                    <a:lnTo>
                      <a:pt x="0" y="885"/>
                    </a:lnTo>
                    <a:lnTo>
                      <a:pt x="6770" y="885"/>
                    </a:lnTo>
                    <a:cubicBezTo>
                      <a:pt x="7951" y="885"/>
                      <a:pt x="8776" y="1105"/>
                      <a:pt x="9242" y="1538"/>
                    </a:cubicBezTo>
                    <a:cubicBezTo>
                      <a:pt x="9709" y="1975"/>
                      <a:pt x="10019" y="2722"/>
                      <a:pt x="10176" y="3782"/>
                    </a:cubicBezTo>
                    <a:lnTo>
                      <a:pt x="10876" y="9566"/>
                    </a:lnTo>
                    <a:cubicBezTo>
                      <a:pt x="12587" y="6609"/>
                      <a:pt x="14597" y="4275"/>
                      <a:pt x="16898" y="2565"/>
                    </a:cubicBezTo>
                    <a:cubicBezTo>
                      <a:pt x="19204" y="855"/>
                      <a:pt x="21786" y="0"/>
                      <a:pt x="24649" y="0"/>
                    </a:cubicBezTo>
                    <a:cubicBezTo>
                      <a:pt x="27013" y="0"/>
                      <a:pt x="28975" y="541"/>
                      <a:pt x="30532" y="1632"/>
                    </a:cubicBezTo>
                    <a:lnTo>
                      <a:pt x="29037" y="10268"/>
                    </a:lnTo>
                    <a:cubicBezTo>
                      <a:pt x="28946" y="10828"/>
                      <a:pt x="28741" y="11224"/>
                      <a:pt x="28431" y="11455"/>
                    </a:cubicBezTo>
                    <a:cubicBezTo>
                      <a:pt x="28118" y="11691"/>
                      <a:pt x="27698" y="11806"/>
                      <a:pt x="27169" y="11806"/>
                    </a:cubicBezTo>
                    <a:cubicBezTo>
                      <a:pt x="26703" y="11806"/>
                      <a:pt x="26064" y="11702"/>
                      <a:pt x="25254" y="11481"/>
                    </a:cubicBezTo>
                    <a:cubicBezTo>
                      <a:pt x="24445" y="11261"/>
                      <a:pt x="23372" y="11153"/>
                      <a:pt x="22034" y="11153"/>
                    </a:cubicBezTo>
                    <a:cubicBezTo>
                      <a:pt x="19638" y="11153"/>
                      <a:pt x="17584" y="11818"/>
                      <a:pt x="15873" y="13135"/>
                    </a:cubicBezTo>
                    <a:cubicBezTo>
                      <a:pt x="14159" y="14461"/>
                      <a:pt x="12711" y="16395"/>
                      <a:pt x="11529" y="18949"/>
                    </a:cubicBezTo>
                    <a:lnTo>
                      <a:pt x="11529" y="48771"/>
                    </a:lnTo>
                    <a:lnTo>
                      <a:pt x="0" y="4877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0" name="Google Shape;1930;p90"/>
              <p:cNvSpPr/>
              <p:nvPr/>
            </p:nvSpPr>
            <p:spPr>
              <a:xfrm>
                <a:off x="2672445" y="4748458"/>
                <a:ext cx="39915" cy="49520"/>
              </a:xfrm>
              <a:custGeom>
                <a:rect b="b" l="l" r="r" t="t"/>
                <a:pathLst>
                  <a:path extrusionOk="0" h="49520" w="39915">
                    <a:moveTo>
                      <a:pt x="39916" y="48771"/>
                    </a:moveTo>
                    <a:lnTo>
                      <a:pt x="34735" y="48771"/>
                    </a:lnTo>
                    <a:cubicBezTo>
                      <a:pt x="33645" y="48771"/>
                      <a:pt x="32789" y="48606"/>
                      <a:pt x="32166" y="48285"/>
                    </a:cubicBezTo>
                    <a:cubicBezTo>
                      <a:pt x="31542" y="47956"/>
                      <a:pt x="31075" y="47296"/>
                      <a:pt x="30765" y="46299"/>
                    </a:cubicBezTo>
                    <a:lnTo>
                      <a:pt x="29738" y="42890"/>
                    </a:lnTo>
                    <a:cubicBezTo>
                      <a:pt x="28528" y="43980"/>
                      <a:pt x="27333" y="44936"/>
                      <a:pt x="26167" y="45761"/>
                    </a:cubicBezTo>
                    <a:cubicBezTo>
                      <a:pt x="24998" y="46586"/>
                      <a:pt x="23792" y="47277"/>
                      <a:pt x="22548" y="47837"/>
                    </a:cubicBezTo>
                    <a:cubicBezTo>
                      <a:pt x="21304" y="48401"/>
                      <a:pt x="19982" y="48819"/>
                      <a:pt x="18582" y="49099"/>
                    </a:cubicBezTo>
                    <a:cubicBezTo>
                      <a:pt x="17181" y="49375"/>
                      <a:pt x="15624" y="49521"/>
                      <a:pt x="13913" y="49521"/>
                    </a:cubicBezTo>
                    <a:cubicBezTo>
                      <a:pt x="11889" y="49521"/>
                      <a:pt x="10021" y="49245"/>
                      <a:pt x="8311" y="48700"/>
                    </a:cubicBezTo>
                    <a:cubicBezTo>
                      <a:pt x="6598" y="48151"/>
                      <a:pt x="5128" y="47337"/>
                      <a:pt x="3899" y="46243"/>
                    </a:cubicBezTo>
                    <a:cubicBezTo>
                      <a:pt x="2666" y="45149"/>
                      <a:pt x="1711" y="43790"/>
                      <a:pt x="1025" y="42169"/>
                    </a:cubicBezTo>
                    <a:cubicBezTo>
                      <a:pt x="343" y="40541"/>
                      <a:pt x="0" y="38652"/>
                      <a:pt x="0" y="36501"/>
                    </a:cubicBezTo>
                    <a:cubicBezTo>
                      <a:pt x="0" y="34690"/>
                      <a:pt x="474" y="32902"/>
                      <a:pt x="1423" y="31140"/>
                    </a:cubicBezTo>
                    <a:cubicBezTo>
                      <a:pt x="2371" y="29374"/>
                      <a:pt x="3950" y="27783"/>
                      <a:pt x="6160" y="26360"/>
                    </a:cubicBezTo>
                    <a:cubicBezTo>
                      <a:pt x="8370" y="24945"/>
                      <a:pt x="11313" y="23762"/>
                      <a:pt x="14989" y="22828"/>
                    </a:cubicBezTo>
                    <a:cubicBezTo>
                      <a:pt x="18656" y="21891"/>
                      <a:pt x="23220" y="21421"/>
                      <a:pt x="28666" y="21421"/>
                    </a:cubicBezTo>
                    <a:lnTo>
                      <a:pt x="28666" y="18598"/>
                    </a:lnTo>
                    <a:cubicBezTo>
                      <a:pt x="28666" y="15372"/>
                      <a:pt x="27986" y="12979"/>
                      <a:pt x="26634" y="11425"/>
                    </a:cubicBezTo>
                    <a:cubicBezTo>
                      <a:pt x="25278" y="9876"/>
                      <a:pt x="23310" y="9099"/>
                      <a:pt x="20729" y="9099"/>
                    </a:cubicBezTo>
                    <a:cubicBezTo>
                      <a:pt x="18862" y="9099"/>
                      <a:pt x="17304" y="9320"/>
                      <a:pt x="16061" y="9753"/>
                    </a:cubicBezTo>
                    <a:cubicBezTo>
                      <a:pt x="14817" y="10189"/>
                      <a:pt x="13734" y="10679"/>
                      <a:pt x="12815" y="11224"/>
                    </a:cubicBezTo>
                    <a:cubicBezTo>
                      <a:pt x="11896" y="11769"/>
                      <a:pt x="11048" y="12258"/>
                      <a:pt x="10271" y="12695"/>
                    </a:cubicBezTo>
                    <a:cubicBezTo>
                      <a:pt x="9491" y="13128"/>
                      <a:pt x="8636" y="13348"/>
                      <a:pt x="7703" y="13348"/>
                    </a:cubicBezTo>
                    <a:cubicBezTo>
                      <a:pt x="6923" y="13348"/>
                      <a:pt x="6255" y="13143"/>
                      <a:pt x="5694" y="12740"/>
                    </a:cubicBezTo>
                    <a:cubicBezTo>
                      <a:pt x="5136" y="12340"/>
                      <a:pt x="4683" y="11840"/>
                      <a:pt x="4340" y="11250"/>
                    </a:cubicBezTo>
                    <a:lnTo>
                      <a:pt x="2239" y="7561"/>
                    </a:lnTo>
                    <a:cubicBezTo>
                      <a:pt x="7751" y="2520"/>
                      <a:pt x="14391" y="0"/>
                      <a:pt x="22175" y="0"/>
                    </a:cubicBezTo>
                    <a:cubicBezTo>
                      <a:pt x="24976" y="0"/>
                      <a:pt x="27475" y="459"/>
                      <a:pt x="29667" y="1378"/>
                    </a:cubicBezTo>
                    <a:cubicBezTo>
                      <a:pt x="31863" y="2293"/>
                      <a:pt x="33723" y="3569"/>
                      <a:pt x="35247" y="5201"/>
                    </a:cubicBezTo>
                    <a:cubicBezTo>
                      <a:pt x="36775" y="6837"/>
                      <a:pt x="37932" y="8789"/>
                      <a:pt x="38724" y="11063"/>
                    </a:cubicBezTo>
                    <a:cubicBezTo>
                      <a:pt x="39520" y="13333"/>
                      <a:pt x="39916" y="15820"/>
                      <a:pt x="39916" y="18531"/>
                    </a:cubicBezTo>
                    <a:lnTo>
                      <a:pt x="39916" y="48771"/>
                    </a:lnTo>
                    <a:close/>
                    <a:moveTo>
                      <a:pt x="17506" y="41587"/>
                    </a:moveTo>
                    <a:cubicBezTo>
                      <a:pt x="18690" y="41587"/>
                      <a:pt x="19781" y="41475"/>
                      <a:pt x="20774" y="41266"/>
                    </a:cubicBezTo>
                    <a:cubicBezTo>
                      <a:pt x="21771" y="41049"/>
                      <a:pt x="22713" y="40728"/>
                      <a:pt x="23598" y="40299"/>
                    </a:cubicBezTo>
                    <a:cubicBezTo>
                      <a:pt x="24487" y="39869"/>
                      <a:pt x="25342" y="39343"/>
                      <a:pt x="26167" y="38712"/>
                    </a:cubicBezTo>
                    <a:cubicBezTo>
                      <a:pt x="26989" y="38084"/>
                      <a:pt x="27826" y="37342"/>
                      <a:pt x="28666" y="36483"/>
                    </a:cubicBezTo>
                    <a:lnTo>
                      <a:pt x="28666" y="28470"/>
                    </a:lnTo>
                    <a:cubicBezTo>
                      <a:pt x="25301" y="28470"/>
                      <a:pt x="22492" y="28683"/>
                      <a:pt x="20240" y="29105"/>
                    </a:cubicBezTo>
                    <a:cubicBezTo>
                      <a:pt x="17980" y="29527"/>
                      <a:pt x="16169" y="30068"/>
                      <a:pt x="14798" y="30725"/>
                    </a:cubicBezTo>
                    <a:cubicBezTo>
                      <a:pt x="13431" y="31382"/>
                      <a:pt x="12456" y="32152"/>
                      <a:pt x="11881" y="33033"/>
                    </a:cubicBezTo>
                    <a:cubicBezTo>
                      <a:pt x="11302" y="33906"/>
                      <a:pt x="11018" y="34862"/>
                      <a:pt x="11018" y="35896"/>
                    </a:cubicBezTo>
                    <a:cubicBezTo>
                      <a:pt x="11018" y="37935"/>
                      <a:pt x="11616" y="39391"/>
                      <a:pt x="12815" y="40269"/>
                    </a:cubicBezTo>
                    <a:cubicBezTo>
                      <a:pt x="14014" y="41146"/>
                      <a:pt x="15579" y="41587"/>
                      <a:pt x="17506" y="415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1" name="Google Shape;1931;p90"/>
              <p:cNvSpPr/>
              <p:nvPr/>
            </p:nvSpPr>
            <p:spPr>
              <a:xfrm>
                <a:off x="2719043" y="4748507"/>
                <a:ext cx="45752" cy="65572"/>
              </a:xfrm>
              <a:custGeom>
                <a:rect b="b" l="l" r="r" t="t"/>
                <a:pathLst>
                  <a:path extrusionOk="0" h="65572" w="45752">
                    <a:moveTo>
                      <a:pt x="21241" y="0"/>
                    </a:moveTo>
                    <a:cubicBezTo>
                      <a:pt x="23295" y="0"/>
                      <a:pt x="25222" y="205"/>
                      <a:pt x="27030" y="631"/>
                    </a:cubicBezTo>
                    <a:cubicBezTo>
                      <a:pt x="28834" y="1049"/>
                      <a:pt x="30485" y="1662"/>
                      <a:pt x="31979" y="2472"/>
                    </a:cubicBezTo>
                    <a:lnTo>
                      <a:pt x="45753" y="2472"/>
                    </a:lnTo>
                    <a:lnTo>
                      <a:pt x="45753" y="6766"/>
                    </a:lnTo>
                    <a:cubicBezTo>
                      <a:pt x="45753" y="7479"/>
                      <a:pt x="45562" y="8043"/>
                      <a:pt x="45189" y="8446"/>
                    </a:cubicBezTo>
                    <a:cubicBezTo>
                      <a:pt x="44819" y="8853"/>
                      <a:pt x="44181" y="9129"/>
                      <a:pt x="43273" y="9286"/>
                    </a:cubicBezTo>
                    <a:lnTo>
                      <a:pt x="38982" y="10081"/>
                    </a:lnTo>
                    <a:cubicBezTo>
                      <a:pt x="39292" y="10891"/>
                      <a:pt x="39531" y="11743"/>
                      <a:pt x="39702" y="12646"/>
                    </a:cubicBezTo>
                    <a:cubicBezTo>
                      <a:pt x="39874" y="13546"/>
                      <a:pt x="39960" y="14495"/>
                      <a:pt x="39960" y="15491"/>
                    </a:cubicBezTo>
                    <a:cubicBezTo>
                      <a:pt x="39960" y="17859"/>
                      <a:pt x="39486" y="19998"/>
                      <a:pt x="38537" y="21910"/>
                    </a:cubicBezTo>
                    <a:cubicBezTo>
                      <a:pt x="37588" y="23821"/>
                      <a:pt x="36277" y="25450"/>
                      <a:pt x="34615" y="26786"/>
                    </a:cubicBezTo>
                    <a:cubicBezTo>
                      <a:pt x="32950" y="28127"/>
                      <a:pt x="30970" y="29161"/>
                      <a:pt x="28684" y="29889"/>
                    </a:cubicBezTo>
                    <a:cubicBezTo>
                      <a:pt x="26399" y="30624"/>
                      <a:pt x="23915" y="30987"/>
                      <a:pt x="21241" y="30987"/>
                    </a:cubicBezTo>
                    <a:cubicBezTo>
                      <a:pt x="19437" y="30987"/>
                      <a:pt x="17674" y="30815"/>
                      <a:pt x="15963" y="30475"/>
                    </a:cubicBezTo>
                    <a:cubicBezTo>
                      <a:pt x="14473" y="31386"/>
                      <a:pt x="13722" y="32402"/>
                      <a:pt x="13722" y="33529"/>
                    </a:cubicBezTo>
                    <a:cubicBezTo>
                      <a:pt x="13722" y="34504"/>
                      <a:pt x="14163" y="35213"/>
                      <a:pt x="15056" y="35669"/>
                    </a:cubicBezTo>
                    <a:cubicBezTo>
                      <a:pt x="15941" y="36124"/>
                      <a:pt x="17110" y="36445"/>
                      <a:pt x="18555" y="36632"/>
                    </a:cubicBezTo>
                    <a:cubicBezTo>
                      <a:pt x="20001" y="36822"/>
                      <a:pt x="21640" y="36916"/>
                      <a:pt x="23482" y="36916"/>
                    </a:cubicBezTo>
                    <a:cubicBezTo>
                      <a:pt x="25315" y="36916"/>
                      <a:pt x="27202" y="36994"/>
                      <a:pt x="29129" y="37151"/>
                    </a:cubicBezTo>
                    <a:cubicBezTo>
                      <a:pt x="31060" y="37308"/>
                      <a:pt x="32942" y="37580"/>
                      <a:pt x="34780" y="37969"/>
                    </a:cubicBezTo>
                    <a:cubicBezTo>
                      <a:pt x="36614" y="38361"/>
                      <a:pt x="38257" y="38977"/>
                      <a:pt x="39702" y="39821"/>
                    </a:cubicBezTo>
                    <a:cubicBezTo>
                      <a:pt x="41152" y="40661"/>
                      <a:pt x="42321" y="41811"/>
                      <a:pt x="43206" y="43259"/>
                    </a:cubicBezTo>
                    <a:cubicBezTo>
                      <a:pt x="44091" y="44712"/>
                      <a:pt x="44535" y="46575"/>
                      <a:pt x="44535" y="48856"/>
                    </a:cubicBezTo>
                    <a:cubicBezTo>
                      <a:pt x="44535" y="50977"/>
                      <a:pt x="44016" y="53038"/>
                      <a:pt x="42970" y="55036"/>
                    </a:cubicBezTo>
                    <a:cubicBezTo>
                      <a:pt x="41928" y="57033"/>
                      <a:pt x="40419" y="58814"/>
                      <a:pt x="38440" y="60371"/>
                    </a:cubicBezTo>
                    <a:cubicBezTo>
                      <a:pt x="36464" y="61932"/>
                      <a:pt x="34048" y="63190"/>
                      <a:pt x="31183" y="64142"/>
                    </a:cubicBezTo>
                    <a:cubicBezTo>
                      <a:pt x="28322" y="65095"/>
                      <a:pt x="25054" y="65572"/>
                      <a:pt x="21379" y="65572"/>
                    </a:cubicBezTo>
                    <a:cubicBezTo>
                      <a:pt x="17741" y="65572"/>
                      <a:pt x="14577" y="65222"/>
                      <a:pt x="11903" y="64523"/>
                    </a:cubicBezTo>
                    <a:cubicBezTo>
                      <a:pt x="9225" y="63821"/>
                      <a:pt x="7007" y="62888"/>
                      <a:pt x="5251" y="61723"/>
                    </a:cubicBezTo>
                    <a:cubicBezTo>
                      <a:pt x="3488" y="60554"/>
                      <a:pt x="2177" y="59210"/>
                      <a:pt x="1303" y="57687"/>
                    </a:cubicBezTo>
                    <a:cubicBezTo>
                      <a:pt x="433" y="56160"/>
                      <a:pt x="0" y="54573"/>
                      <a:pt x="0" y="52922"/>
                    </a:cubicBezTo>
                    <a:cubicBezTo>
                      <a:pt x="0" y="50686"/>
                      <a:pt x="680" y="48800"/>
                      <a:pt x="2050" y="47277"/>
                    </a:cubicBezTo>
                    <a:cubicBezTo>
                      <a:pt x="3421" y="45750"/>
                      <a:pt x="5319" y="44537"/>
                      <a:pt x="7746" y="43637"/>
                    </a:cubicBezTo>
                    <a:cubicBezTo>
                      <a:pt x="6562" y="42983"/>
                      <a:pt x="5614" y="42113"/>
                      <a:pt x="4900" y="41023"/>
                    </a:cubicBezTo>
                    <a:cubicBezTo>
                      <a:pt x="4183" y="39933"/>
                      <a:pt x="3825" y="38518"/>
                      <a:pt x="3825" y="36774"/>
                    </a:cubicBezTo>
                    <a:cubicBezTo>
                      <a:pt x="3825" y="36061"/>
                      <a:pt x="3948" y="35322"/>
                      <a:pt x="4202" y="34556"/>
                    </a:cubicBezTo>
                    <a:cubicBezTo>
                      <a:pt x="4448" y="33794"/>
                      <a:pt x="4826" y="33040"/>
                      <a:pt x="5341" y="32293"/>
                    </a:cubicBezTo>
                    <a:cubicBezTo>
                      <a:pt x="5856" y="31550"/>
                      <a:pt x="6503" y="30841"/>
                      <a:pt x="7279" y="30173"/>
                    </a:cubicBezTo>
                    <a:cubicBezTo>
                      <a:pt x="8060" y="29504"/>
                      <a:pt x="8975" y="28903"/>
                      <a:pt x="10036" y="28373"/>
                    </a:cubicBezTo>
                    <a:cubicBezTo>
                      <a:pt x="7608" y="27070"/>
                      <a:pt x="5700" y="25326"/>
                      <a:pt x="4318" y="23149"/>
                    </a:cubicBezTo>
                    <a:cubicBezTo>
                      <a:pt x="2932" y="20969"/>
                      <a:pt x="2237" y="18419"/>
                      <a:pt x="2237" y="15491"/>
                    </a:cubicBezTo>
                    <a:cubicBezTo>
                      <a:pt x="2237" y="13128"/>
                      <a:pt x="2712" y="10988"/>
                      <a:pt x="3660" y="9073"/>
                    </a:cubicBezTo>
                    <a:cubicBezTo>
                      <a:pt x="4613" y="7165"/>
                      <a:pt x="5931" y="5530"/>
                      <a:pt x="7627" y="4175"/>
                    </a:cubicBezTo>
                    <a:cubicBezTo>
                      <a:pt x="9326" y="2819"/>
                      <a:pt x="11336" y="1788"/>
                      <a:pt x="13655" y="1072"/>
                    </a:cubicBezTo>
                    <a:cubicBezTo>
                      <a:pt x="15971" y="355"/>
                      <a:pt x="18503" y="0"/>
                      <a:pt x="21241" y="0"/>
                    </a:cubicBezTo>
                    <a:close/>
                    <a:moveTo>
                      <a:pt x="33891" y="50731"/>
                    </a:moveTo>
                    <a:cubicBezTo>
                      <a:pt x="33891" y="49782"/>
                      <a:pt x="33614" y="49006"/>
                      <a:pt x="33050" y="48397"/>
                    </a:cubicBezTo>
                    <a:cubicBezTo>
                      <a:pt x="32490" y="47796"/>
                      <a:pt x="31728" y="47325"/>
                      <a:pt x="30765" y="46993"/>
                    </a:cubicBezTo>
                    <a:cubicBezTo>
                      <a:pt x="29797" y="46661"/>
                      <a:pt x="28669" y="46415"/>
                      <a:pt x="27381" y="46254"/>
                    </a:cubicBezTo>
                    <a:cubicBezTo>
                      <a:pt x="26089" y="46093"/>
                      <a:pt x="24718" y="46019"/>
                      <a:pt x="23269" y="46019"/>
                    </a:cubicBezTo>
                    <a:lnTo>
                      <a:pt x="18790" y="46019"/>
                    </a:lnTo>
                    <a:cubicBezTo>
                      <a:pt x="17248" y="46019"/>
                      <a:pt x="15761" y="45847"/>
                      <a:pt x="14327" y="45503"/>
                    </a:cubicBezTo>
                    <a:cubicBezTo>
                      <a:pt x="13024" y="46217"/>
                      <a:pt x="11974" y="47068"/>
                      <a:pt x="11179" y="48046"/>
                    </a:cubicBezTo>
                    <a:cubicBezTo>
                      <a:pt x="10387" y="49024"/>
                      <a:pt x="9987" y="50152"/>
                      <a:pt x="9987" y="51429"/>
                    </a:cubicBezTo>
                    <a:cubicBezTo>
                      <a:pt x="9987" y="52273"/>
                      <a:pt x="10196" y="53057"/>
                      <a:pt x="10618" y="53789"/>
                    </a:cubicBezTo>
                    <a:cubicBezTo>
                      <a:pt x="11040" y="54517"/>
                      <a:pt x="11705" y="55148"/>
                      <a:pt x="12624" y="55678"/>
                    </a:cubicBezTo>
                    <a:cubicBezTo>
                      <a:pt x="13543" y="56205"/>
                      <a:pt x="14734" y="56619"/>
                      <a:pt x="16195" y="56914"/>
                    </a:cubicBezTo>
                    <a:cubicBezTo>
                      <a:pt x="17659" y="57209"/>
                      <a:pt x="19452" y="57358"/>
                      <a:pt x="21566" y="57358"/>
                    </a:cubicBezTo>
                    <a:cubicBezTo>
                      <a:pt x="23713" y="57358"/>
                      <a:pt x="25566" y="57190"/>
                      <a:pt x="27119" y="56858"/>
                    </a:cubicBezTo>
                    <a:cubicBezTo>
                      <a:pt x="28677" y="56522"/>
                      <a:pt x="29962" y="56063"/>
                      <a:pt x="30970" y="55476"/>
                    </a:cubicBezTo>
                    <a:cubicBezTo>
                      <a:pt x="31986" y="54890"/>
                      <a:pt x="32722" y="54188"/>
                      <a:pt x="33189" y="53378"/>
                    </a:cubicBezTo>
                    <a:cubicBezTo>
                      <a:pt x="33656" y="52568"/>
                      <a:pt x="33891" y="51687"/>
                      <a:pt x="33891" y="50731"/>
                    </a:cubicBezTo>
                    <a:close/>
                    <a:moveTo>
                      <a:pt x="21241" y="23616"/>
                    </a:moveTo>
                    <a:cubicBezTo>
                      <a:pt x="22671" y="23616"/>
                      <a:pt x="23915" y="23418"/>
                      <a:pt x="24976" y="23034"/>
                    </a:cubicBezTo>
                    <a:cubicBezTo>
                      <a:pt x="26033" y="22642"/>
                      <a:pt x="26914" y="22104"/>
                      <a:pt x="27612" y="21421"/>
                    </a:cubicBezTo>
                    <a:cubicBezTo>
                      <a:pt x="28315" y="20734"/>
                      <a:pt x="28841" y="19912"/>
                      <a:pt x="29200" y="18949"/>
                    </a:cubicBezTo>
                    <a:cubicBezTo>
                      <a:pt x="29558" y="17982"/>
                      <a:pt x="29734" y="16925"/>
                      <a:pt x="29734" y="15771"/>
                    </a:cubicBezTo>
                    <a:cubicBezTo>
                      <a:pt x="29734" y="13408"/>
                      <a:pt x="29028" y="11534"/>
                      <a:pt x="27612" y="10148"/>
                    </a:cubicBezTo>
                    <a:cubicBezTo>
                      <a:pt x="26193" y="8763"/>
                      <a:pt x="24072" y="8072"/>
                      <a:pt x="21241" y="8072"/>
                    </a:cubicBezTo>
                    <a:cubicBezTo>
                      <a:pt x="18406" y="8072"/>
                      <a:pt x="16284" y="8763"/>
                      <a:pt x="14865" y="10148"/>
                    </a:cubicBezTo>
                    <a:cubicBezTo>
                      <a:pt x="13449" y="11534"/>
                      <a:pt x="12744" y="13408"/>
                      <a:pt x="12744" y="15771"/>
                    </a:cubicBezTo>
                    <a:cubicBezTo>
                      <a:pt x="12744" y="16892"/>
                      <a:pt x="12919" y="17933"/>
                      <a:pt x="13278" y="18900"/>
                    </a:cubicBezTo>
                    <a:cubicBezTo>
                      <a:pt x="13636" y="19864"/>
                      <a:pt x="14163" y="20700"/>
                      <a:pt x="14865" y="21398"/>
                    </a:cubicBezTo>
                    <a:cubicBezTo>
                      <a:pt x="15563" y="22100"/>
                      <a:pt x="16456" y="22642"/>
                      <a:pt x="17528" y="23034"/>
                    </a:cubicBezTo>
                    <a:cubicBezTo>
                      <a:pt x="18600" y="23418"/>
                      <a:pt x="19840" y="23616"/>
                      <a:pt x="21241" y="2361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2" name="Google Shape;1932;p90"/>
              <p:cNvSpPr/>
              <p:nvPr/>
            </p:nvSpPr>
            <p:spPr>
              <a:xfrm>
                <a:off x="2768807" y="4748596"/>
                <a:ext cx="43747" cy="49334"/>
              </a:xfrm>
              <a:custGeom>
                <a:rect b="b" l="l" r="r" t="t"/>
                <a:pathLst>
                  <a:path extrusionOk="0" h="49334" w="43747">
                    <a:moveTo>
                      <a:pt x="23018" y="0"/>
                    </a:moveTo>
                    <a:cubicBezTo>
                      <a:pt x="26033" y="0"/>
                      <a:pt x="28815" y="485"/>
                      <a:pt x="31351" y="1449"/>
                    </a:cubicBezTo>
                    <a:cubicBezTo>
                      <a:pt x="33887" y="2412"/>
                      <a:pt x="36072" y="3820"/>
                      <a:pt x="37910" y="5675"/>
                    </a:cubicBezTo>
                    <a:cubicBezTo>
                      <a:pt x="39743" y="7524"/>
                      <a:pt x="41178" y="9794"/>
                      <a:pt x="42209"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2" y="25927"/>
                    </a:cubicBezTo>
                    <a:cubicBezTo>
                      <a:pt x="42052"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9" y="39765"/>
                    </a:cubicBezTo>
                    <a:cubicBezTo>
                      <a:pt x="30791" y="39332"/>
                      <a:pt x="31971" y="38846"/>
                      <a:pt x="32987" y="38320"/>
                    </a:cubicBezTo>
                    <a:cubicBezTo>
                      <a:pt x="33995" y="37790"/>
                      <a:pt x="34884" y="37308"/>
                      <a:pt x="35646" y="36871"/>
                    </a:cubicBezTo>
                    <a:cubicBezTo>
                      <a:pt x="36408" y="36438"/>
                      <a:pt x="37148" y="36218"/>
                      <a:pt x="37861" y="36218"/>
                    </a:cubicBezTo>
                    <a:cubicBezTo>
                      <a:pt x="38328" y="36218"/>
                      <a:pt x="38735" y="36315"/>
                      <a:pt x="39079" y="36498"/>
                    </a:cubicBezTo>
                    <a:cubicBezTo>
                      <a:pt x="39419" y="36684"/>
                      <a:pt x="39717" y="36950"/>
                      <a:pt x="39964" y="37293"/>
                    </a:cubicBezTo>
                    <a:lnTo>
                      <a:pt x="43325" y="41493"/>
                    </a:lnTo>
                    <a:cubicBezTo>
                      <a:pt x="42052"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51" y="48778"/>
                      <a:pt x="14286" y="47680"/>
                    </a:cubicBezTo>
                    <a:cubicBezTo>
                      <a:pt x="11421" y="46575"/>
                      <a:pt x="8930" y="44940"/>
                      <a:pt x="6816" y="42778"/>
                    </a:cubicBezTo>
                    <a:cubicBezTo>
                      <a:pt x="4702" y="40616"/>
                      <a:pt x="3033" y="37939"/>
                      <a:pt x="1823" y="34750"/>
                    </a:cubicBezTo>
                    <a:cubicBezTo>
                      <a:pt x="609" y="31558"/>
                      <a:pt x="0" y="27865"/>
                      <a:pt x="0" y="23665"/>
                    </a:cubicBezTo>
                    <a:cubicBezTo>
                      <a:pt x="0" y="20398"/>
                      <a:pt x="527" y="17325"/>
                      <a:pt x="1591"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81" y="16283"/>
                      <a:pt x="32774" y="14961"/>
                    </a:cubicBezTo>
                    <a:cubicBezTo>
                      <a:pt x="32371" y="13636"/>
                      <a:pt x="31747" y="12478"/>
                      <a:pt x="30907" y="11481"/>
                    </a:cubicBezTo>
                    <a:cubicBezTo>
                      <a:pt x="30070" y="10488"/>
                      <a:pt x="29006" y="9704"/>
                      <a:pt x="27736"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3" name="Google Shape;1933;p90"/>
              <p:cNvSpPr/>
              <p:nvPr/>
            </p:nvSpPr>
            <p:spPr>
              <a:xfrm>
                <a:off x="2836783" y="4728994"/>
                <a:ext cx="63867" cy="68985"/>
              </a:xfrm>
              <a:custGeom>
                <a:rect b="b" l="l" r="r" t="t"/>
                <a:pathLst>
                  <a:path extrusionOk="0" h="68985" w="63867">
                    <a:moveTo>
                      <a:pt x="27963" y="0"/>
                    </a:moveTo>
                    <a:cubicBezTo>
                      <a:pt x="30705" y="0"/>
                      <a:pt x="33155" y="422"/>
                      <a:pt x="35318" y="1262"/>
                    </a:cubicBezTo>
                    <a:cubicBezTo>
                      <a:pt x="37480" y="2098"/>
                      <a:pt x="39333" y="3222"/>
                      <a:pt x="40875" y="4623"/>
                    </a:cubicBezTo>
                    <a:cubicBezTo>
                      <a:pt x="42414" y="6023"/>
                      <a:pt x="43631" y="7625"/>
                      <a:pt x="44517" y="9428"/>
                    </a:cubicBezTo>
                    <a:cubicBezTo>
                      <a:pt x="45402" y="11235"/>
                      <a:pt x="45925" y="13102"/>
                      <a:pt x="46082" y="15029"/>
                    </a:cubicBezTo>
                    <a:lnTo>
                      <a:pt x="38750" y="16567"/>
                    </a:lnTo>
                    <a:cubicBezTo>
                      <a:pt x="38660" y="16600"/>
                      <a:pt x="38556" y="16615"/>
                      <a:pt x="38447" y="16615"/>
                    </a:cubicBezTo>
                    <a:lnTo>
                      <a:pt x="38145" y="16615"/>
                    </a:lnTo>
                    <a:cubicBezTo>
                      <a:pt x="37615" y="16615"/>
                      <a:pt x="37140" y="16470"/>
                      <a:pt x="36718" y="16175"/>
                    </a:cubicBezTo>
                    <a:cubicBezTo>
                      <a:pt x="36300" y="15880"/>
                      <a:pt x="35964" y="15420"/>
                      <a:pt x="35713" y="14797"/>
                    </a:cubicBezTo>
                    <a:cubicBezTo>
                      <a:pt x="35433" y="13987"/>
                      <a:pt x="35079" y="13218"/>
                      <a:pt x="34642" y="12486"/>
                    </a:cubicBezTo>
                    <a:cubicBezTo>
                      <a:pt x="34205" y="11754"/>
                      <a:pt x="33678" y="11119"/>
                      <a:pt x="33054" y="10574"/>
                    </a:cubicBezTo>
                    <a:cubicBezTo>
                      <a:pt x="32434" y="10029"/>
                      <a:pt x="31698" y="9592"/>
                      <a:pt x="30862" y="9264"/>
                    </a:cubicBezTo>
                    <a:cubicBezTo>
                      <a:pt x="30021" y="8942"/>
                      <a:pt x="29054" y="8778"/>
                      <a:pt x="27963" y="8778"/>
                    </a:cubicBezTo>
                    <a:cubicBezTo>
                      <a:pt x="26660" y="8778"/>
                      <a:pt x="25491" y="9002"/>
                      <a:pt x="24464" y="9450"/>
                    </a:cubicBezTo>
                    <a:cubicBezTo>
                      <a:pt x="23437" y="9902"/>
                      <a:pt x="22566" y="10511"/>
                      <a:pt x="21849" y="11276"/>
                    </a:cubicBezTo>
                    <a:cubicBezTo>
                      <a:pt x="21132" y="12038"/>
                      <a:pt x="20591" y="12923"/>
                      <a:pt x="20217" y="13931"/>
                    </a:cubicBezTo>
                    <a:cubicBezTo>
                      <a:pt x="19840" y="14946"/>
                      <a:pt x="19657" y="16010"/>
                      <a:pt x="19657" y="17131"/>
                    </a:cubicBezTo>
                    <a:cubicBezTo>
                      <a:pt x="19657" y="18064"/>
                      <a:pt x="19758" y="18968"/>
                      <a:pt x="19959" y="19834"/>
                    </a:cubicBezTo>
                    <a:cubicBezTo>
                      <a:pt x="20161" y="20708"/>
                      <a:pt x="20479" y="21578"/>
                      <a:pt x="20916" y="22451"/>
                    </a:cubicBezTo>
                    <a:cubicBezTo>
                      <a:pt x="21353" y="23321"/>
                      <a:pt x="21920" y="24217"/>
                      <a:pt x="22622" y="25132"/>
                    </a:cubicBezTo>
                    <a:cubicBezTo>
                      <a:pt x="23321" y="26054"/>
                      <a:pt x="24184" y="27040"/>
                      <a:pt x="25211" y="28097"/>
                    </a:cubicBezTo>
                    <a:lnTo>
                      <a:pt x="43139" y="46721"/>
                    </a:lnTo>
                    <a:cubicBezTo>
                      <a:pt x="44166" y="44761"/>
                      <a:pt x="44991" y="42692"/>
                      <a:pt x="45615" y="40515"/>
                    </a:cubicBezTo>
                    <a:cubicBezTo>
                      <a:pt x="46235" y="38338"/>
                      <a:pt x="46638" y="36128"/>
                      <a:pt x="46829" y="33884"/>
                    </a:cubicBezTo>
                    <a:cubicBezTo>
                      <a:pt x="46892" y="33171"/>
                      <a:pt x="47124" y="32592"/>
                      <a:pt x="47527" y="32159"/>
                    </a:cubicBezTo>
                    <a:cubicBezTo>
                      <a:pt x="47930" y="31722"/>
                      <a:pt x="48491" y="31502"/>
                      <a:pt x="49208" y="31502"/>
                    </a:cubicBezTo>
                    <a:lnTo>
                      <a:pt x="56442" y="31502"/>
                    </a:lnTo>
                    <a:cubicBezTo>
                      <a:pt x="56412" y="35613"/>
                      <a:pt x="55822" y="39533"/>
                      <a:pt x="54672" y="43267"/>
                    </a:cubicBezTo>
                    <a:cubicBezTo>
                      <a:pt x="53518" y="47001"/>
                      <a:pt x="51871" y="50440"/>
                      <a:pt x="49719" y="53583"/>
                    </a:cubicBezTo>
                    <a:lnTo>
                      <a:pt x="63867" y="68235"/>
                    </a:lnTo>
                    <a:lnTo>
                      <a:pt x="52569" y="68235"/>
                    </a:lnTo>
                    <a:cubicBezTo>
                      <a:pt x="51979" y="68235"/>
                      <a:pt x="51456" y="68208"/>
                      <a:pt x="51004" y="68141"/>
                    </a:cubicBezTo>
                    <a:cubicBezTo>
                      <a:pt x="50552" y="68078"/>
                      <a:pt x="50127" y="67962"/>
                      <a:pt x="49719" y="67790"/>
                    </a:cubicBezTo>
                    <a:cubicBezTo>
                      <a:pt x="49316" y="67622"/>
                      <a:pt x="48928" y="67398"/>
                      <a:pt x="48554" y="67118"/>
                    </a:cubicBezTo>
                    <a:cubicBezTo>
                      <a:pt x="48181" y="66835"/>
                      <a:pt x="47792" y="66480"/>
                      <a:pt x="47385" y="66039"/>
                    </a:cubicBezTo>
                    <a:lnTo>
                      <a:pt x="42716" y="61234"/>
                    </a:lnTo>
                    <a:cubicBezTo>
                      <a:pt x="39732" y="63665"/>
                      <a:pt x="36408" y="65561"/>
                      <a:pt x="32748" y="66932"/>
                    </a:cubicBezTo>
                    <a:cubicBezTo>
                      <a:pt x="29095" y="68298"/>
                      <a:pt x="25132" y="68985"/>
                      <a:pt x="20871" y="68985"/>
                    </a:cubicBezTo>
                    <a:cubicBezTo>
                      <a:pt x="18256" y="68985"/>
                      <a:pt x="15702" y="68537"/>
                      <a:pt x="13214" y="67652"/>
                    </a:cubicBezTo>
                    <a:cubicBezTo>
                      <a:pt x="10723" y="66767"/>
                      <a:pt x="8497" y="65483"/>
                      <a:pt x="6536" y="63803"/>
                    </a:cubicBezTo>
                    <a:cubicBezTo>
                      <a:pt x="4575" y="62122"/>
                      <a:pt x="2995" y="60091"/>
                      <a:pt x="1797" y="57713"/>
                    </a:cubicBezTo>
                    <a:cubicBezTo>
                      <a:pt x="598" y="55331"/>
                      <a:pt x="0" y="52650"/>
                      <a:pt x="0" y="49663"/>
                    </a:cubicBezTo>
                    <a:cubicBezTo>
                      <a:pt x="0" y="47576"/>
                      <a:pt x="344" y="45593"/>
                      <a:pt x="1027" y="43711"/>
                    </a:cubicBezTo>
                    <a:cubicBezTo>
                      <a:pt x="1711" y="41826"/>
                      <a:pt x="2663" y="40075"/>
                      <a:pt x="3877" y="38462"/>
                    </a:cubicBezTo>
                    <a:cubicBezTo>
                      <a:pt x="5087" y="36841"/>
                      <a:pt x="6529" y="35381"/>
                      <a:pt x="8194" y="34071"/>
                    </a:cubicBezTo>
                    <a:cubicBezTo>
                      <a:pt x="9860" y="32764"/>
                      <a:pt x="11687" y="31647"/>
                      <a:pt x="13681" y="30714"/>
                    </a:cubicBezTo>
                    <a:cubicBezTo>
                      <a:pt x="12030" y="28380"/>
                      <a:pt x="10824" y="26099"/>
                      <a:pt x="10062" y="23878"/>
                    </a:cubicBezTo>
                    <a:cubicBezTo>
                      <a:pt x="9296" y="21652"/>
                      <a:pt x="8919" y="19434"/>
                      <a:pt x="8919" y="17224"/>
                    </a:cubicBezTo>
                    <a:cubicBezTo>
                      <a:pt x="8919" y="14890"/>
                      <a:pt x="9345" y="12676"/>
                      <a:pt x="10200" y="10574"/>
                    </a:cubicBezTo>
                    <a:cubicBezTo>
                      <a:pt x="11059" y="8476"/>
                      <a:pt x="12303" y="6643"/>
                      <a:pt x="13935" y="5089"/>
                    </a:cubicBezTo>
                    <a:cubicBezTo>
                      <a:pt x="15571" y="3532"/>
                      <a:pt x="17569" y="2296"/>
                      <a:pt x="19937" y="1378"/>
                    </a:cubicBezTo>
                    <a:cubicBezTo>
                      <a:pt x="22301" y="459"/>
                      <a:pt x="24975" y="0"/>
                      <a:pt x="27963" y="0"/>
                    </a:cubicBezTo>
                    <a:close/>
                    <a:moveTo>
                      <a:pt x="11720" y="48729"/>
                    </a:moveTo>
                    <a:cubicBezTo>
                      <a:pt x="11720" y="50440"/>
                      <a:pt x="12015" y="51978"/>
                      <a:pt x="12605" y="53348"/>
                    </a:cubicBezTo>
                    <a:cubicBezTo>
                      <a:pt x="13196" y="54715"/>
                      <a:pt x="14006" y="55876"/>
                      <a:pt x="15033" y="56824"/>
                    </a:cubicBezTo>
                    <a:cubicBezTo>
                      <a:pt x="16060" y="57777"/>
                      <a:pt x="17252" y="58504"/>
                      <a:pt x="18604" y="59020"/>
                    </a:cubicBezTo>
                    <a:cubicBezTo>
                      <a:pt x="19959" y="59531"/>
                      <a:pt x="21397" y="59789"/>
                      <a:pt x="22925" y="59789"/>
                    </a:cubicBezTo>
                    <a:cubicBezTo>
                      <a:pt x="25663" y="59789"/>
                      <a:pt x="28161" y="59359"/>
                      <a:pt x="30414" y="58504"/>
                    </a:cubicBezTo>
                    <a:cubicBezTo>
                      <a:pt x="32673" y="57649"/>
                      <a:pt x="34735" y="56458"/>
                      <a:pt x="36602" y="54935"/>
                    </a:cubicBezTo>
                    <a:lnTo>
                      <a:pt x="18861" y="36733"/>
                    </a:lnTo>
                    <a:cubicBezTo>
                      <a:pt x="16374" y="38350"/>
                      <a:pt x="14559" y="40172"/>
                      <a:pt x="13423" y="42195"/>
                    </a:cubicBezTo>
                    <a:cubicBezTo>
                      <a:pt x="12288" y="44215"/>
                      <a:pt x="11720" y="46396"/>
                      <a:pt x="11720" y="4872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4" name="Google Shape;1934;p90"/>
              <p:cNvSpPr/>
              <p:nvPr/>
            </p:nvSpPr>
            <p:spPr>
              <a:xfrm>
                <a:off x="2925301" y="4729741"/>
                <a:ext cx="42578" cy="67487"/>
              </a:xfrm>
              <a:custGeom>
                <a:rect b="b" l="l" r="r" t="t"/>
                <a:pathLst>
                  <a:path extrusionOk="0" h="67487" w="42578">
                    <a:moveTo>
                      <a:pt x="42578" y="0"/>
                    </a:moveTo>
                    <a:lnTo>
                      <a:pt x="42578" y="9988"/>
                    </a:lnTo>
                    <a:lnTo>
                      <a:pt x="12654" y="9988"/>
                    </a:lnTo>
                    <a:lnTo>
                      <a:pt x="12654" y="29967"/>
                    </a:lnTo>
                    <a:lnTo>
                      <a:pt x="37910" y="29967"/>
                    </a:lnTo>
                    <a:lnTo>
                      <a:pt x="37910" y="40000"/>
                    </a:lnTo>
                    <a:lnTo>
                      <a:pt x="12654" y="40000"/>
                    </a:lnTo>
                    <a:lnTo>
                      <a:pt x="12654" y="67488"/>
                    </a:lnTo>
                    <a:lnTo>
                      <a:pt x="0" y="67488"/>
                    </a:lnTo>
                    <a:lnTo>
                      <a:pt x="0" y="0"/>
                    </a:lnTo>
                    <a:lnTo>
                      <a:pt x="42578"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5" name="Google Shape;1935;p90"/>
              <p:cNvSpPr/>
              <p:nvPr/>
            </p:nvSpPr>
            <p:spPr>
              <a:xfrm>
                <a:off x="2977821" y="4727874"/>
                <a:ext cx="11533" cy="69354"/>
              </a:xfrm>
              <a:custGeom>
                <a:rect b="b" l="l" r="r" t="t"/>
                <a:pathLst>
                  <a:path extrusionOk="0" h="69354" w="11533">
                    <a:moveTo>
                      <a:pt x="11534" y="0"/>
                    </a:moveTo>
                    <a:lnTo>
                      <a:pt x="11534" y="69355"/>
                    </a:lnTo>
                    <a:lnTo>
                      <a:pt x="0" y="69355"/>
                    </a:lnTo>
                    <a:lnTo>
                      <a:pt x="0" y="0"/>
                    </a:lnTo>
                    <a:lnTo>
                      <a:pt x="11534"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6" name="Google Shape;1936;p90"/>
              <p:cNvSpPr/>
              <p:nvPr/>
            </p:nvSpPr>
            <p:spPr>
              <a:xfrm>
                <a:off x="2999155" y="4748596"/>
                <a:ext cx="43743" cy="49334"/>
              </a:xfrm>
              <a:custGeom>
                <a:rect b="b" l="l" r="r" t="t"/>
                <a:pathLst>
                  <a:path extrusionOk="0" h="49334" w="43743">
                    <a:moveTo>
                      <a:pt x="23018" y="0"/>
                    </a:moveTo>
                    <a:cubicBezTo>
                      <a:pt x="26033" y="0"/>
                      <a:pt x="28811" y="485"/>
                      <a:pt x="31351" y="1449"/>
                    </a:cubicBezTo>
                    <a:cubicBezTo>
                      <a:pt x="33887" y="2412"/>
                      <a:pt x="36072" y="3820"/>
                      <a:pt x="37910" y="5675"/>
                    </a:cubicBezTo>
                    <a:cubicBezTo>
                      <a:pt x="39743" y="7524"/>
                      <a:pt x="41178" y="9794"/>
                      <a:pt x="42205" y="12486"/>
                    </a:cubicBezTo>
                    <a:cubicBezTo>
                      <a:pt x="43232" y="15178"/>
                      <a:pt x="43744" y="18251"/>
                      <a:pt x="43744" y="21701"/>
                    </a:cubicBezTo>
                    <a:cubicBezTo>
                      <a:pt x="43744" y="22574"/>
                      <a:pt x="43706" y="23299"/>
                      <a:pt x="43628" y="23878"/>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5"/>
                      <a:pt x="15451" y="36964"/>
                    </a:cubicBezTo>
                    <a:cubicBezTo>
                      <a:pt x="17756" y="39272"/>
                      <a:pt x="20807" y="40418"/>
                      <a:pt x="24602" y="40418"/>
                    </a:cubicBezTo>
                    <a:cubicBezTo>
                      <a:pt x="26470" y="40418"/>
                      <a:pt x="28083" y="40205"/>
                      <a:pt x="29435" y="39765"/>
                    </a:cubicBezTo>
                    <a:cubicBezTo>
                      <a:pt x="30791" y="39332"/>
                      <a:pt x="31971" y="38846"/>
                      <a:pt x="32987" y="38320"/>
                    </a:cubicBezTo>
                    <a:cubicBezTo>
                      <a:pt x="33995" y="37790"/>
                      <a:pt x="34881" y="37308"/>
                      <a:pt x="35642" y="36871"/>
                    </a:cubicBezTo>
                    <a:cubicBezTo>
                      <a:pt x="36408" y="36438"/>
                      <a:pt x="37148" y="36218"/>
                      <a:pt x="37861" y="36218"/>
                    </a:cubicBezTo>
                    <a:cubicBezTo>
                      <a:pt x="38328" y="36218"/>
                      <a:pt x="38735" y="36315"/>
                      <a:pt x="39075"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3"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6" y="9704"/>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7" name="Google Shape;1937;p90"/>
              <p:cNvSpPr/>
              <p:nvPr/>
            </p:nvSpPr>
            <p:spPr>
              <a:xfrm>
                <a:off x="3044441" y="4749343"/>
                <a:ext cx="48180" cy="47885"/>
              </a:xfrm>
              <a:custGeom>
                <a:rect b="b" l="l" r="r" t="t"/>
                <a:pathLst>
                  <a:path extrusionOk="0" h="47885" w="48180">
                    <a:moveTo>
                      <a:pt x="16385" y="23198"/>
                    </a:moveTo>
                    <a:lnTo>
                      <a:pt x="650" y="0"/>
                    </a:lnTo>
                    <a:lnTo>
                      <a:pt x="11765" y="0"/>
                    </a:lnTo>
                    <a:cubicBezTo>
                      <a:pt x="12605" y="0"/>
                      <a:pt x="13229" y="116"/>
                      <a:pt x="13632" y="351"/>
                    </a:cubicBezTo>
                    <a:cubicBezTo>
                      <a:pt x="14036" y="582"/>
                      <a:pt x="14394" y="967"/>
                      <a:pt x="14704" y="1497"/>
                    </a:cubicBezTo>
                    <a:lnTo>
                      <a:pt x="24744" y="17504"/>
                    </a:lnTo>
                    <a:cubicBezTo>
                      <a:pt x="24901" y="16974"/>
                      <a:pt x="25091" y="16443"/>
                      <a:pt x="25327" y="15917"/>
                    </a:cubicBezTo>
                    <a:cubicBezTo>
                      <a:pt x="25558" y="15387"/>
                      <a:pt x="25846" y="14861"/>
                      <a:pt x="26189" y="14330"/>
                    </a:cubicBezTo>
                    <a:lnTo>
                      <a:pt x="34264" y="1729"/>
                    </a:lnTo>
                    <a:cubicBezTo>
                      <a:pt x="34642" y="1139"/>
                      <a:pt x="35026" y="702"/>
                      <a:pt x="35433" y="418"/>
                    </a:cubicBezTo>
                    <a:cubicBezTo>
                      <a:pt x="35837" y="142"/>
                      <a:pt x="36337" y="0"/>
                      <a:pt x="36927" y="0"/>
                    </a:cubicBezTo>
                    <a:lnTo>
                      <a:pt x="47527" y="0"/>
                    </a:lnTo>
                    <a:lnTo>
                      <a:pt x="31747" y="22683"/>
                    </a:lnTo>
                    <a:lnTo>
                      <a:pt x="48181" y="47886"/>
                    </a:lnTo>
                    <a:lnTo>
                      <a:pt x="37065" y="47886"/>
                    </a:lnTo>
                    <a:cubicBezTo>
                      <a:pt x="36229" y="47886"/>
                      <a:pt x="35549" y="47669"/>
                      <a:pt x="35037" y="47236"/>
                    </a:cubicBezTo>
                    <a:cubicBezTo>
                      <a:pt x="34526" y="46795"/>
                      <a:pt x="34093" y="46302"/>
                      <a:pt x="33756" y="45739"/>
                    </a:cubicBezTo>
                    <a:lnTo>
                      <a:pt x="23575" y="29079"/>
                    </a:lnTo>
                    <a:cubicBezTo>
                      <a:pt x="23295" y="30199"/>
                      <a:pt x="22906" y="31132"/>
                      <a:pt x="22410" y="31879"/>
                    </a:cubicBezTo>
                    <a:lnTo>
                      <a:pt x="13446" y="45739"/>
                    </a:lnTo>
                    <a:cubicBezTo>
                      <a:pt x="13102" y="46269"/>
                      <a:pt x="12680" y="46762"/>
                      <a:pt x="12183" y="47210"/>
                    </a:cubicBezTo>
                    <a:cubicBezTo>
                      <a:pt x="11683" y="47662"/>
                      <a:pt x="11063" y="47886"/>
                      <a:pt x="10316" y="47886"/>
                    </a:cubicBezTo>
                    <a:lnTo>
                      <a:pt x="0" y="47886"/>
                    </a:lnTo>
                    <a:lnTo>
                      <a:pt x="16385" y="2319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8" name="Google Shape;1938;p90"/>
              <p:cNvSpPr/>
              <p:nvPr/>
            </p:nvSpPr>
            <p:spPr>
              <a:xfrm>
                <a:off x="3099158" y="4728016"/>
                <a:ext cx="14753" cy="69212"/>
              </a:xfrm>
              <a:custGeom>
                <a:rect b="b" l="l" r="r" t="t"/>
                <a:pathLst>
                  <a:path extrusionOk="0" h="69212" w="14753">
                    <a:moveTo>
                      <a:pt x="14753" y="7374"/>
                    </a:moveTo>
                    <a:cubicBezTo>
                      <a:pt x="14753" y="8367"/>
                      <a:pt x="14548" y="9301"/>
                      <a:pt x="14144" y="10174"/>
                    </a:cubicBezTo>
                    <a:cubicBezTo>
                      <a:pt x="13741" y="11045"/>
                      <a:pt x="13203" y="11806"/>
                      <a:pt x="12534" y="12459"/>
                    </a:cubicBezTo>
                    <a:cubicBezTo>
                      <a:pt x="11866" y="13113"/>
                      <a:pt x="11082" y="13636"/>
                      <a:pt x="10178" y="14024"/>
                    </a:cubicBezTo>
                    <a:cubicBezTo>
                      <a:pt x="9274" y="14416"/>
                      <a:pt x="8310" y="14606"/>
                      <a:pt x="7283" y="14606"/>
                    </a:cubicBezTo>
                    <a:cubicBezTo>
                      <a:pt x="6286" y="14606"/>
                      <a:pt x="5345" y="14416"/>
                      <a:pt x="4456" y="14024"/>
                    </a:cubicBezTo>
                    <a:cubicBezTo>
                      <a:pt x="3571" y="13636"/>
                      <a:pt x="2801" y="13113"/>
                      <a:pt x="2148" y="12459"/>
                    </a:cubicBezTo>
                    <a:cubicBezTo>
                      <a:pt x="1490" y="11806"/>
                      <a:pt x="971" y="11045"/>
                      <a:pt x="583" y="10174"/>
                    </a:cubicBezTo>
                    <a:cubicBezTo>
                      <a:pt x="194" y="9301"/>
                      <a:pt x="0" y="8367"/>
                      <a:pt x="0" y="7374"/>
                    </a:cubicBezTo>
                    <a:cubicBezTo>
                      <a:pt x="0" y="6344"/>
                      <a:pt x="194" y="5384"/>
                      <a:pt x="583" y="4477"/>
                    </a:cubicBezTo>
                    <a:cubicBezTo>
                      <a:pt x="971" y="3577"/>
                      <a:pt x="1490" y="2800"/>
                      <a:pt x="2148" y="2143"/>
                    </a:cubicBezTo>
                    <a:cubicBezTo>
                      <a:pt x="2801" y="1493"/>
                      <a:pt x="3571" y="971"/>
                      <a:pt x="4456" y="586"/>
                    </a:cubicBezTo>
                    <a:cubicBezTo>
                      <a:pt x="5345" y="194"/>
                      <a:pt x="6286" y="0"/>
                      <a:pt x="7283" y="0"/>
                    </a:cubicBezTo>
                    <a:cubicBezTo>
                      <a:pt x="8310" y="0"/>
                      <a:pt x="9274" y="194"/>
                      <a:pt x="10178" y="586"/>
                    </a:cubicBezTo>
                    <a:cubicBezTo>
                      <a:pt x="11082" y="971"/>
                      <a:pt x="11866" y="1493"/>
                      <a:pt x="12534" y="2143"/>
                    </a:cubicBezTo>
                    <a:cubicBezTo>
                      <a:pt x="13203" y="2800"/>
                      <a:pt x="13741"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39" name="Google Shape;1939;p90"/>
              <p:cNvSpPr/>
              <p:nvPr/>
            </p:nvSpPr>
            <p:spPr>
              <a:xfrm>
                <a:off x="3125347" y="4727874"/>
                <a:ext cx="44068" cy="70056"/>
              </a:xfrm>
              <a:custGeom>
                <a:rect b="b" l="l" r="r" t="t"/>
                <a:pathLst>
                  <a:path extrusionOk="0" h="70056" w="44068">
                    <a:moveTo>
                      <a:pt x="0" y="69355"/>
                    </a:moveTo>
                    <a:lnTo>
                      <a:pt x="0" y="0"/>
                    </a:lnTo>
                    <a:lnTo>
                      <a:pt x="11533" y="0"/>
                    </a:lnTo>
                    <a:lnTo>
                      <a:pt x="11533" y="27350"/>
                    </a:lnTo>
                    <a:cubicBezTo>
                      <a:pt x="13427" y="25326"/>
                      <a:pt x="15578" y="23721"/>
                      <a:pt x="17972" y="22518"/>
                    </a:cubicBezTo>
                    <a:cubicBezTo>
                      <a:pt x="20370" y="21324"/>
                      <a:pt x="23172" y="20722"/>
                      <a:pt x="26376" y="20722"/>
                    </a:cubicBezTo>
                    <a:cubicBezTo>
                      <a:pt x="28991" y="20722"/>
                      <a:pt x="31381" y="21264"/>
                      <a:pt x="33543" y="22335"/>
                    </a:cubicBezTo>
                    <a:cubicBezTo>
                      <a:pt x="35706" y="23407"/>
                      <a:pt x="37573" y="24971"/>
                      <a:pt x="39146" y="27021"/>
                    </a:cubicBezTo>
                    <a:cubicBezTo>
                      <a:pt x="40718" y="29079"/>
                      <a:pt x="41928" y="31614"/>
                      <a:pt x="42787" y="34634"/>
                    </a:cubicBezTo>
                    <a:cubicBezTo>
                      <a:pt x="43643" y="37651"/>
                      <a:pt x="44068" y="41120"/>
                      <a:pt x="44068" y="45040"/>
                    </a:cubicBezTo>
                    <a:cubicBezTo>
                      <a:pt x="44068" y="48621"/>
                      <a:pt x="43590" y="51929"/>
                      <a:pt x="42623" y="54984"/>
                    </a:cubicBezTo>
                    <a:cubicBezTo>
                      <a:pt x="41659" y="58030"/>
                      <a:pt x="40281" y="60674"/>
                      <a:pt x="38492" y="62918"/>
                    </a:cubicBezTo>
                    <a:cubicBezTo>
                      <a:pt x="36703" y="65154"/>
                      <a:pt x="34541" y="66905"/>
                      <a:pt x="32001" y="68167"/>
                    </a:cubicBezTo>
                    <a:cubicBezTo>
                      <a:pt x="29465" y="69426"/>
                      <a:pt x="26626" y="70057"/>
                      <a:pt x="23482" y="70057"/>
                    </a:cubicBezTo>
                    <a:cubicBezTo>
                      <a:pt x="22017" y="70057"/>
                      <a:pt x="20680" y="69907"/>
                      <a:pt x="19470" y="69613"/>
                    </a:cubicBezTo>
                    <a:cubicBezTo>
                      <a:pt x="18253" y="69317"/>
                      <a:pt x="17147" y="68903"/>
                      <a:pt x="16154" y="68376"/>
                    </a:cubicBezTo>
                    <a:cubicBezTo>
                      <a:pt x="15156" y="67846"/>
                      <a:pt x="14230" y="67201"/>
                      <a:pt x="13375" y="66439"/>
                    </a:cubicBezTo>
                    <a:cubicBezTo>
                      <a:pt x="12516" y="65677"/>
                      <a:pt x="11698" y="64826"/>
                      <a:pt x="10921" y="63892"/>
                    </a:cubicBezTo>
                    <a:lnTo>
                      <a:pt x="10409" y="67118"/>
                    </a:lnTo>
                    <a:cubicBezTo>
                      <a:pt x="10223" y="67928"/>
                      <a:pt x="9905" y="68500"/>
                      <a:pt x="9453" y="68843"/>
                    </a:cubicBezTo>
                    <a:cubicBezTo>
                      <a:pt x="9001" y="69183"/>
                      <a:pt x="8389" y="69355"/>
                      <a:pt x="7608" y="69355"/>
                    </a:cubicBezTo>
                    <a:lnTo>
                      <a:pt x="0" y="69355"/>
                    </a:lnTo>
                    <a:close/>
                    <a:moveTo>
                      <a:pt x="22410" y="29683"/>
                    </a:moveTo>
                    <a:cubicBezTo>
                      <a:pt x="20012" y="29683"/>
                      <a:pt x="17965" y="30191"/>
                      <a:pt x="16269" y="31203"/>
                    </a:cubicBezTo>
                    <a:cubicBezTo>
                      <a:pt x="14574" y="32211"/>
                      <a:pt x="12994" y="33638"/>
                      <a:pt x="11533" y="35471"/>
                    </a:cubicBezTo>
                    <a:lnTo>
                      <a:pt x="11533" y="56940"/>
                    </a:lnTo>
                    <a:cubicBezTo>
                      <a:pt x="12837" y="58560"/>
                      <a:pt x="14260" y="59688"/>
                      <a:pt x="15803" y="60323"/>
                    </a:cubicBezTo>
                    <a:cubicBezTo>
                      <a:pt x="17341" y="60961"/>
                      <a:pt x="19015" y="61282"/>
                      <a:pt x="20822" y="61282"/>
                    </a:cubicBezTo>
                    <a:cubicBezTo>
                      <a:pt x="22566" y="61282"/>
                      <a:pt x="24139" y="60954"/>
                      <a:pt x="25539" y="60304"/>
                    </a:cubicBezTo>
                    <a:cubicBezTo>
                      <a:pt x="26940" y="59651"/>
                      <a:pt x="28128" y="58654"/>
                      <a:pt x="29110" y="57317"/>
                    </a:cubicBezTo>
                    <a:cubicBezTo>
                      <a:pt x="30089" y="55977"/>
                      <a:pt x="30839" y="54289"/>
                      <a:pt x="31373" y="52250"/>
                    </a:cubicBezTo>
                    <a:cubicBezTo>
                      <a:pt x="31904" y="50212"/>
                      <a:pt x="32165" y="47811"/>
                      <a:pt x="32165" y="45040"/>
                    </a:cubicBezTo>
                    <a:cubicBezTo>
                      <a:pt x="32165" y="42240"/>
                      <a:pt x="31937" y="39869"/>
                      <a:pt x="31489" y="37920"/>
                    </a:cubicBezTo>
                    <a:cubicBezTo>
                      <a:pt x="31037" y="35979"/>
                      <a:pt x="30391" y="34399"/>
                      <a:pt x="29551" y="33186"/>
                    </a:cubicBezTo>
                    <a:cubicBezTo>
                      <a:pt x="28710" y="31972"/>
                      <a:pt x="27691" y="31084"/>
                      <a:pt x="26492" y="30523"/>
                    </a:cubicBezTo>
                    <a:cubicBezTo>
                      <a:pt x="25293" y="29967"/>
                      <a:pt x="23933" y="29683"/>
                      <a:pt x="22410" y="2968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0" name="Google Shape;1940;p90"/>
              <p:cNvSpPr/>
              <p:nvPr/>
            </p:nvSpPr>
            <p:spPr>
              <a:xfrm>
                <a:off x="3179175" y="4727874"/>
                <a:ext cx="11533" cy="69354"/>
              </a:xfrm>
              <a:custGeom>
                <a:rect b="b" l="l" r="r" t="t"/>
                <a:pathLst>
                  <a:path extrusionOk="0" h="69354" w="11533">
                    <a:moveTo>
                      <a:pt x="11533" y="0"/>
                    </a:moveTo>
                    <a:lnTo>
                      <a:pt x="11533" y="69355"/>
                    </a:lnTo>
                    <a:lnTo>
                      <a:pt x="0" y="69355"/>
                    </a:lnTo>
                    <a:lnTo>
                      <a:pt x="0" y="0"/>
                    </a:lnTo>
                    <a:lnTo>
                      <a:pt x="1153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1" name="Google Shape;1941;p90"/>
              <p:cNvSpPr/>
              <p:nvPr/>
            </p:nvSpPr>
            <p:spPr>
              <a:xfrm>
                <a:off x="3200513" y="4748596"/>
                <a:ext cx="43747" cy="49334"/>
              </a:xfrm>
              <a:custGeom>
                <a:rect b="b" l="l" r="r" t="t"/>
                <a:pathLst>
                  <a:path extrusionOk="0" h="49334" w="43747">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2" name="Google Shape;1942;p90"/>
              <p:cNvSpPr/>
              <p:nvPr/>
            </p:nvSpPr>
            <p:spPr>
              <a:xfrm>
                <a:off x="2712548" y="4830553"/>
                <a:ext cx="65876" cy="67487"/>
              </a:xfrm>
              <a:custGeom>
                <a:rect b="b" l="l" r="r" t="t"/>
                <a:pathLst>
                  <a:path extrusionOk="0" h="67487" w="65876">
                    <a:moveTo>
                      <a:pt x="65877" y="67488"/>
                    </a:moveTo>
                    <a:lnTo>
                      <a:pt x="56162" y="67488"/>
                    </a:lnTo>
                    <a:cubicBezTo>
                      <a:pt x="55072" y="67488"/>
                      <a:pt x="54179" y="67215"/>
                      <a:pt x="53481" y="66674"/>
                    </a:cubicBezTo>
                    <a:cubicBezTo>
                      <a:pt x="52778" y="66129"/>
                      <a:pt x="52270" y="65449"/>
                      <a:pt x="51960" y="64643"/>
                    </a:cubicBezTo>
                    <a:lnTo>
                      <a:pt x="46922" y="50873"/>
                    </a:lnTo>
                    <a:lnTo>
                      <a:pt x="18955" y="50873"/>
                    </a:lnTo>
                    <a:lnTo>
                      <a:pt x="13913" y="64643"/>
                    </a:lnTo>
                    <a:cubicBezTo>
                      <a:pt x="13662" y="65360"/>
                      <a:pt x="13173" y="66013"/>
                      <a:pt x="12441" y="66603"/>
                    </a:cubicBezTo>
                    <a:cubicBezTo>
                      <a:pt x="11709" y="67193"/>
                      <a:pt x="10816" y="67488"/>
                      <a:pt x="9759" y="67488"/>
                    </a:cubicBezTo>
                    <a:lnTo>
                      <a:pt x="0" y="67488"/>
                    </a:lnTo>
                    <a:lnTo>
                      <a:pt x="26518" y="0"/>
                    </a:lnTo>
                    <a:lnTo>
                      <a:pt x="39355" y="0"/>
                    </a:lnTo>
                    <a:lnTo>
                      <a:pt x="65877" y="67488"/>
                    </a:lnTo>
                    <a:close/>
                    <a:moveTo>
                      <a:pt x="22178" y="42005"/>
                    </a:moveTo>
                    <a:lnTo>
                      <a:pt x="43699" y="42005"/>
                    </a:lnTo>
                    <a:lnTo>
                      <a:pt x="35482" y="19554"/>
                    </a:lnTo>
                    <a:cubicBezTo>
                      <a:pt x="35108" y="18561"/>
                      <a:pt x="34694" y="17384"/>
                      <a:pt x="34246" y="16033"/>
                    </a:cubicBezTo>
                    <a:cubicBezTo>
                      <a:pt x="33794" y="14681"/>
                      <a:pt x="33349" y="13210"/>
                      <a:pt x="32916" y="11619"/>
                    </a:cubicBezTo>
                    <a:cubicBezTo>
                      <a:pt x="32479" y="13210"/>
                      <a:pt x="32049" y="14689"/>
                      <a:pt x="31631" y="16055"/>
                    </a:cubicBezTo>
                    <a:cubicBezTo>
                      <a:pt x="31213" y="17425"/>
                      <a:pt x="30795" y="18620"/>
                      <a:pt x="30395" y="19651"/>
                    </a:cubicBezTo>
                    <a:lnTo>
                      <a:pt x="22178" y="4200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3" name="Google Shape;1943;p90"/>
              <p:cNvSpPr/>
              <p:nvPr/>
            </p:nvSpPr>
            <p:spPr>
              <a:xfrm>
                <a:off x="2784725" y="4849270"/>
                <a:ext cx="30533" cy="48770"/>
              </a:xfrm>
              <a:custGeom>
                <a:rect b="b" l="l" r="r" t="t"/>
                <a:pathLst>
                  <a:path extrusionOk="0" h="48770" w="30533">
                    <a:moveTo>
                      <a:pt x="0" y="48771"/>
                    </a:moveTo>
                    <a:lnTo>
                      <a:pt x="0" y="885"/>
                    </a:lnTo>
                    <a:lnTo>
                      <a:pt x="6771" y="885"/>
                    </a:lnTo>
                    <a:cubicBezTo>
                      <a:pt x="7952" y="885"/>
                      <a:pt x="8777" y="1105"/>
                      <a:pt x="9244" y="1538"/>
                    </a:cubicBezTo>
                    <a:cubicBezTo>
                      <a:pt x="9711" y="1975"/>
                      <a:pt x="10021" y="2722"/>
                      <a:pt x="10178" y="3782"/>
                    </a:cubicBezTo>
                    <a:lnTo>
                      <a:pt x="10880" y="9566"/>
                    </a:lnTo>
                    <a:cubicBezTo>
                      <a:pt x="12590" y="6609"/>
                      <a:pt x="14600" y="4275"/>
                      <a:pt x="16901" y="2565"/>
                    </a:cubicBezTo>
                    <a:cubicBezTo>
                      <a:pt x="19205" y="855"/>
                      <a:pt x="21786" y="0"/>
                      <a:pt x="24651" y="0"/>
                    </a:cubicBezTo>
                    <a:cubicBezTo>
                      <a:pt x="27015" y="0"/>
                      <a:pt x="28976" y="541"/>
                      <a:pt x="30533" y="1632"/>
                    </a:cubicBezTo>
                    <a:lnTo>
                      <a:pt x="29039" y="10268"/>
                    </a:lnTo>
                    <a:cubicBezTo>
                      <a:pt x="28946" y="10828"/>
                      <a:pt x="28744" y="11224"/>
                      <a:pt x="28434" y="11455"/>
                    </a:cubicBezTo>
                    <a:cubicBezTo>
                      <a:pt x="28120" y="11691"/>
                      <a:pt x="27698" y="11806"/>
                      <a:pt x="27172" y="11806"/>
                    </a:cubicBezTo>
                    <a:cubicBezTo>
                      <a:pt x="26705" y="11806"/>
                      <a:pt x="26066" y="11702"/>
                      <a:pt x="25256" y="11481"/>
                    </a:cubicBezTo>
                    <a:cubicBezTo>
                      <a:pt x="24445" y="11261"/>
                      <a:pt x="23373" y="11153"/>
                      <a:pt x="22036" y="11153"/>
                    </a:cubicBezTo>
                    <a:cubicBezTo>
                      <a:pt x="19638" y="11153"/>
                      <a:pt x="17584" y="11818"/>
                      <a:pt x="15873" y="13135"/>
                    </a:cubicBezTo>
                    <a:cubicBezTo>
                      <a:pt x="14159" y="14461"/>
                      <a:pt x="12714" y="16395"/>
                      <a:pt x="11530" y="18949"/>
                    </a:cubicBezTo>
                    <a:lnTo>
                      <a:pt x="11530" y="48771"/>
                    </a:lnTo>
                    <a:lnTo>
                      <a:pt x="0" y="4877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4" name="Google Shape;1944;p90"/>
              <p:cNvSpPr/>
              <p:nvPr/>
            </p:nvSpPr>
            <p:spPr>
              <a:xfrm>
                <a:off x="2819643" y="4849408"/>
                <a:ext cx="40385" cy="49334"/>
              </a:xfrm>
              <a:custGeom>
                <a:rect b="b" l="l" r="r" t="t"/>
                <a:pathLst>
                  <a:path extrusionOk="0" h="49334" w="40385">
                    <a:moveTo>
                      <a:pt x="36882" y="10877"/>
                    </a:moveTo>
                    <a:cubicBezTo>
                      <a:pt x="36539" y="11310"/>
                      <a:pt x="36206" y="11653"/>
                      <a:pt x="35882" y="11900"/>
                    </a:cubicBezTo>
                    <a:cubicBezTo>
                      <a:pt x="35557" y="12153"/>
                      <a:pt x="35079" y="12277"/>
                      <a:pt x="34459" y="12277"/>
                    </a:cubicBezTo>
                    <a:cubicBezTo>
                      <a:pt x="33865" y="12277"/>
                      <a:pt x="33290" y="12098"/>
                      <a:pt x="32729" y="11743"/>
                    </a:cubicBezTo>
                    <a:cubicBezTo>
                      <a:pt x="32169" y="11384"/>
                      <a:pt x="31500" y="10977"/>
                      <a:pt x="30724" y="10526"/>
                    </a:cubicBezTo>
                    <a:cubicBezTo>
                      <a:pt x="29943" y="10074"/>
                      <a:pt x="29020" y="9671"/>
                      <a:pt x="27945" y="9312"/>
                    </a:cubicBezTo>
                    <a:cubicBezTo>
                      <a:pt x="26869" y="8954"/>
                      <a:pt x="25539" y="8778"/>
                      <a:pt x="23952" y="8778"/>
                    </a:cubicBezTo>
                    <a:cubicBezTo>
                      <a:pt x="21928" y="8778"/>
                      <a:pt x="20157" y="9140"/>
                      <a:pt x="18630" y="9876"/>
                    </a:cubicBezTo>
                    <a:cubicBezTo>
                      <a:pt x="17102" y="10604"/>
                      <a:pt x="15836" y="11653"/>
                      <a:pt x="14824" y="13024"/>
                    </a:cubicBezTo>
                    <a:cubicBezTo>
                      <a:pt x="13812" y="14390"/>
                      <a:pt x="13057" y="16052"/>
                      <a:pt x="12561" y="17993"/>
                    </a:cubicBezTo>
                    <a:cubicBezTo>
                      <a:pt x="12064" y="19938"/>
                      <a:pt x="11814" y="22141"/>
                      <a:pt x="11814" y="24598"/>
                    </a:cubicBezTo>
                    <a:cubicBezTo>
                      <a:pt x="11814" y="27148"/>
                      <a:pt x="12083" y="29422"/>
                      <a:pt x="12632" y="31412"/>
                    </a:cubicBezTo>
                    <a:cubicBezTo>
                      <a:pt x="13173" y="33402"/>
                      <a:pt x="13961" y="35079"/>
                      <a:pt x="14988" y="36430"/>
                    </a:cubicBezTo>
                    <a:cubicBezTo>
                      <a:pt x="16015" y="37782"/>
                      <a:pt x="17259" y="38813"/>
                      <a:pt x="18723" y="39511"/>
                    </a:cubicBezTo>
                    <a:cubicBezTo>
                      <a:pt x="20184" y="40213"/>
                      <a:pt x="21834" y="40560"/>
                      <a:pt x="23672" y="40560"/>
                    </a:cubicBezTo>
                    <a:cubicBezTo>
                      <a:pt x="25506" y="40560"/>
                      <a:pt x="26996" y="40336"/>
                      <a:pt x="28128" y="39884"/>
                    </a:cubicBezTo>
                    <a:cubicBezTo>
                      <a:pt x="29267" y="39432"/>
                      <a:pt x="30223" y="38936"/>
                      <a:pt x="31004" y="38387"/>
                    </a:cubicBezTo>
                    <a:cubicBezTo>
                      <a:pt x="31781" y="37846"/>
                      <a:pt x="32457" y="37349"/>
                      <a:pt x="33032" y="36897"/>
                    </a:cubicBezTo>
                    <a:cubicBezTo>
                      <a:pt x="33607" y="36445"/>
                      <a:pt x="34253" y="36218"/>
                      <a:pt x="34970" y="36218"/>
                    </a:cubicBezTo>
                    <a:cubicBezTo>
                      <a:pt x="35904" y="36218"/>
                      <a:pt x="36606" y="36576"/>
                      <a:pt x="37073" y="37293"/>
                    </a:cubicBezTo>
                    <a:lnTo>
                      <a:pt x="40386" y="41493"/>
                    </a:lnTo>
                    <a:cubicBezTo>
                      <a:pt x="39109" y="42987"/>
                      <a:pt x="37727" y="44242"/>
                      <a:pt x="36229" y="45250"/>
                    </a:cubicBezTo>
                    <a:cubicBezTo>
                      <a:pt x="34739" y="46261"/>
                      <a:pt x="33189" y="47068"/>
                      <a:pt x="31586" y="47680"/>
                    </a:cubicBezTo>
                    <a:cubicBezTo>
                      <a:pt x="29980" y="48285"/>
                      <a:pt x="28326" y="48711"/>
                      <a:pt x="26611" y="48961"/>
                    </a:cubicBezTo>
                    <a:cubicBezTo>
                      <a:pt x="24901" y="49211"/>
                      <a:pt x="23205" y="49334"/>
                      <a:pt x="21524" y="49334"/>
                    </a:cubicBezTo>
                    <a:cubicBezTo>
                      <a:pt x="18566" y="49334"/>
                      <a:pt x="15784" y="48778"/>
                      <a:pt x="13166" y="47680"/>
                    </a:cubicBezTo>
                    <a:cubicBezTo>
                      <a:pt x="10551" y="46575"/>
                      <a:pt x="8273" y="44962"/>
                      <a:pt x="6327" y="42849"/>
                    </a:cubicBezTo>
                    <a:cubicBezTo>
                      <a:pt x="4381" y="40732"/>
                      <a:pt x="2842" y="38141"/>
                      <a:pt x="1707" y="35079"/>
                    </a:cubicBezTo>
                    <a:cubicBezTo>
                      <a:pt x="568" y="32010"/>
                      <a:pt x="0" y="28519"/>
                      <a:pt x="0" y="24598"/>
                    </a:cubicBezTo>
                    <a:cubicBezTo>
                      <a:pt x="0" y="21081"/>
                      <a:pt x="508" y="17821"/>
                      <a:pt x="1516" y="14820"/>
                    </a:cubicBezTo>
                    <a:cubicBezTo>
                      <a:pt x="2532" y="11818"/>
                      <a:pt x="4015" y="9219"/>
                      <a:pt x="5980" y="7027"/>
                    </a:cubicBezTo>
                    <a:cubicBezTo>
                      <a:pt x="7937" y="4832"/>
                      <a:pt x="10364" y="3114"/>
                      <a:pt x="13263" y="1867"/>
                    </a:cubicBezTo>
                    <a:cubicBezTo>
                      <a:pt x="16154" y="624"/>
                      <a:pt x="19485" y="0"/>
                      <a:pt x="23254" y="0"/>
                    </a:cubicBezTo>
                    <a:cubicBezTo>
                      <a:pt x="26832" y="0"/>
                      <a:pt x="29965" y="575"/>
                      <a:pt x="32658" y="1729"/>
                    </a:cubicBezTo>
                    <a:cubicBezTo>
                      <a:pt x="35351" y="2879"/>
                      <a:pt x="37771" y="4529"/>
                      <a:pt x="39919" y="6676"/>
                    </a:cubicBezTo>
                    <a:lnTo>
                      <a:pt x="36882" y="1087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5" name="Google Shape;1945;p90"/>
              <p:cNvSpPr/>
              <p:nvPr/>
            </p:nvSpPr>
            <p:spPr>
              <a:xfrm>
                <a:off x="2867405" y="4828686"/>
                <a:ext cx="41737" cy="69354"/>
              </a:xfrm>
              <a:custGeom>
                <a:rect b="b" l="l" r="r" t="t"/>
                <a:pathLst>
                  <a:path extrusionOk="0" h="69354" w="41737">
                    <a:moveTo>
                      <a:pt x="0" y="69355"/>
                    </a:moveTo>
                    <a:lnTo>
                      <a:pt x="0" y="0"/>
                    </a:lnTo>
                    <a:lnTo>
                      <a:pt x="11530" y="0"/>
                    </a:lnTo>
                    <a:lnTo>
                      <a:pt x="11530" y="26652"/>
                    </a:lnTo>
                    <a:cubicBezTo>
                      <a:pt x="13397" y="24878"/>
                      <a:pt x="15451" y="23444"/>
                      <a:pt x="17692" y="22354"/>
                    </a:cubicBezTo>
                    <a:cubicBezTo>
                      <a:pt x="19933" y="21268"/>
                      <a:pt x="22563" y="20722"/>
                      <a:pt x="25584" y="20722"/>
                    </a:cubicBezTo>
                    <a:cubicBezTo>
                      <a:pt x="28199" y="20722"/>
                      <a:pt x="30514" y="21167"/>
                      <a:pt x="32539" y="22052"/>
                    </a:cubicBezTo>
                    <a:cubicBezTo>
                      <a:pt x="34563" y="22940"/>
                      <a:pt x="36251" y="24187"/>
                      <a:pt x="37607" y="25785"/>
                    </a:cubicBezTo>
                    <a:cubicBezTo>
                      <a:pt x="38959" y="27391"/>
                      <a:pt x="39986" y="29306"/>
                      <a:pt x="40688" y="31532"/>
                    </a:cubicBezTo>
                    <a:cubicBezTo>
                      <a:pt x="41387" y="33753"/>
                      <a:pt x="41738" y="36203"/>
                      <a:pt x="41738" y="38880"/>
                    </a:cubicBezTo>
                    <a:lnTo>
                      <a:pt x="41738" y="69355"/>
                    </a:lnTo>
                    <a:lnTo>
                      <a:pt x="30204" y="69355"/>
                    </a:lnTo>
                    <a:lnTo>
                      <a:pt x="30204" y="38880"/>
                    </a:lnTo>
                    <a:cubicBezTo>
                      <a:pt x="30204" y="35956"/>
                      <a:pt x="29528" y="33694"/>
                      <a:pt x="28173" y="32088"/>
                    </a:cubicBezTo>
                    <a:cubicBezTo>
                      <a:pt x="26821" y="30486"/>
                      <a:pt x="24789" y="29683"/>
                      <a:pt x="22081" y="29683"/>
                    </a:cubicBezTo>
                    <a:cubicBezTo>
                      <a:pt x="20090" y="29683"/>
                      <a:pt x="18223" y="30135"/>
                      <a:pt x="16478" y="31039"/>
                    </a:cubicBezTo>
                    <a:cubicBezTo>
                      <a:pt x="14734" y="31942"/>
                      <a:pt x="13087" y="33171"/>
                      <a:pt x="11530" y="34724"/>
                    </a:cubicBezTo>
                    <a:lnTo>
                      <a:pt x="11530" y="69355"/>
                    </a:lnTo>
                    <a:lnTo>
                      <a:pt x="0" y="6935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6" name="Google Shape;1946;p90"/>
              <p:cNvSpPr/>
              <p:nvPr/>
            </p:nvSpPr>
            <p:spPr>
              <a:xfrm>
                <a:off x="2919743" y="4828828"/>
                <a:ext cx="14752" cy="69212"/>
              </a:xfrm>
              <a:custGeom>
                <a:rect b="b" l="l" r="r" t="t"/>
                <a:pathLst>
                  <a:path extrusionOk="0" h="69212" w="14752">
                    <a:moveTo>
                      <a:pt x="14753" y="7374"/>
                    </a:moveTo>
                    <a:cubicBezTo>
                      <a:pt x="14753" y="8367"/>
                      <a:pt x="14548" y="9301"/>
                      <a:pt x="14144" y="10174"/>
                    </a:cubicBezTo>
                    <a:cubicBezTo>
                      <a:pt x="13741" y="11045"/>
                      <a:pt x="13203" y="11806"/>
                      <a:pt x="12534" y="12459"/>
                    </a:cubicBezTo>
                    <a:cubicBezTo>
                      <a:pt x="11866" y="13113"/>
                      <a:pt x="11082" y="13636"/>
                      <a:pt x="10174" y="14024"/>
                    </a:cubicBezTo>
                    <a:cubicBezTo>
                      <a:pt x="9274" y="14416"/>
                      <a:pt x="8306" y="14606"/>
                      <a:pt x="7283" y="14606"/>
                    </a:cubicBezTo>
                    <a:cubicBezTo>
                      <a:pt x="6282" y="14606"/>
                      <a:pt x="5345" y="14416"/>
                      <a:pt x="4456" y="14024"/>
                    </a:cubicBezTo>
                    <a:cubicBezTo>
                      <a:pt x="3571" y="13636"/>
                      <a:pt x="2801" y="13113"/>
                      <a:pt x="2148" y="12459"/>
                    </a:cubicBezTo>
                    <a:cubicBezTo>
                      <a:pt x="1490" y="11806"/>
                      <a:pt x="971" y="11045"/>
                      <a:pt x="583" y="10174"/>
                    </a:cubicBezTo>
                    <a:cubicBezTo>
                      <a:pt x="194" y="9301"/>
                      <a:pt x="0" y="8367"/>
                      <a:pt x="0" y="7374"/>
                    </a:cubicBezTo>
                    <a:cubicBezTo>
                      <a:pt x="0" y="6344"/>
                      <a:pt x="194" y="5384"/>
                      <a:pt x="583" y="4477"/>
                    </a:cubicBezTo>
                    <a:cubicBezTo>
                      <a:pt x="971" y="3577"/>
                      <a:pt x="1490" y="2800"/>
                      <a:pt x="2148" y="2143"/>
                    </a:cubicBezTo>
                    <a:cubicBezTo>
                      <a:pt x="2801" y="1493"/>
                      <a:pt x="3571" y="971"/>
                      <a:pt x="4456" y="586"/>
                    </a:cubicBezTo>
                    <a:cubicBezTo>
                      <a:pt x="5345" y="194"/>
                      <a:pt x="6282" y="0"/>
                      <a:pt x="7283" y="0"/>
                    </a:cubicBezTo>
                    <a:cubicBezTo>
                      <a:pt x="8306" y="0"/>
                      <a:pt x="9274" y="194"/>
                      <a:pt x="10174" y="586"/>
                    </a:cubicBezTo>
                    <a:cubicBezTo>
                      <a:pt x="11082" y="971"/>
                      <a:pt x="11866" y="1493"/>
                      <a:pt x="12534" y="2143"/>
                    </a:cubicBezTo>
                    <a:cubicBezTo>
                      <a:pt x="13203" y="2800"/>
                      <a:pt x="13741"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7" name="Google Shape;1947;p90"/>
              <p:cNvSpPr/>
              <p:nvPr/>
            </p:nvSpPr>
            <p:spPr>
              <a:xfrm>
                <a:off x="2941450" y="4835500"/>
                <a:ext cx="32635" cy="63291"/>
              </a:xfrm>
              <a:custGeom>
                <a:rect b="b" l="l" r="r" t="t"/>
                <a:pathLst>
                  <a:path extrusionOk="0" h="63291" w="32635">
                    <a:moveTo>
                      <a:pt x="20075" y="63291"/>
                    </a:moveTo>
                    <a:cubicBezTo>
                      <a:pt x="15937" y="63291"/>
                      <a:pt x="12747" y="62115"/>
                      <a:pt x="10506" y="59763"/>
                    </a:cubicBezTo>
                    <a:cubicBezTo>
                      <a:pt x="8265" y="57414"/>
                      <a:pt x="7145" y="54173"/>
                      <a:pt x="7145" y="50036"/>
                    </a:cubicBezTo>
                    <a:lnTo>
                      <a:pt x="7145" y="23291"/>
                    </a:lnTo>
                    <a:lnTo>
                      <a:pt x="2289" y="23291"/>
                    </a:lnTo>
                    <a:cubicBezTo>
                      <a:pt x="1669" y="23291"/>
                      <a:pt x="1128" y="23090"/>
                      <a:pt x="680" y="22686"/>
                    </a:cubicBezTo>
                    <a:cubicBezTo>
                      <a:pt x="228" y="22279"/>
                      <a:pt x="0" y="21674"/>
                      <a:pt x="0" y="20864"/>
                    </a:cubicBezTo>
                    <a:lnTo>
                      <a:pt x="0" y="16290"/>
                    </a:lnTo>
                    <a:lnTo>
                      <a:pt x="7705" y="15032"/>
                    </a:lnTo>
                    <a:lnTo>
                      <a:pt x="10133" y="1964"/>
                    </a:lnTo>
                    <a:cubicBezTo>
                      <a:pt x="10256" y="1340"/>
                      <a:pt x="10547" y="859"/>
                      <a:pt x="10999" y="515"/>
                    </a:cubicBezTo>
                    <a:cubicBezTo>
                      <a:pt x="11448" y="172"/>
                      <a:pt x="12015" y="0"/>
                      <a:pt x="12703"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7" y="53393"/>
                      <a:pt x="25842" y="53206"/>
                    </a:cubicBezTo>
                    <a:cubicBezTo>
                      <a:pt x="26201" y="53023"/>
                      <a:pt x="26522" y="52844"/>
                      <a:pt x="26798" y="52672"/>
                    </a:cubicBezTo>
                    <a:cubicBezTo>
                      <a:pt x="27078" y="52501"/>
                      <a:pt x="27362" y="52411"/>
                      <a:pt x="27642" y="52411"/>
                    </a:cubicBezTo>
                    <a:cubicBezTo>
                      <a:pt x="27986" y="52411"/>
                      <a:pt x="28262" y="52501"/>
                      <a:pt x="28479" y="52672"/>
                    </a:cubicBezTo>
                    <a:cubicBezTo>
                      <a:pt x="28699" y="52844"/>
                      <a:pt x="28931" y="53098"/>
                      <a:pt x="29181" y="53441"/>
                    </a:cubicBezTo>
                    <a:lnTo>
                      <a:pt x="32636"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8" name="Google Shape;1948;p90"/>
              <p:cNvSpPr/>
              <p:nvPr/>
            </p:nvSpPr>
            <p:spPr>
              <a:xfrm>
                <a:off x="2978706" y="4849408"/>
                <a:ext cx="43747" cy="49334"/>
              </a:xfrm>
              <a:custGeom>
                <a:rect b="b" l="l" r="r" t="t"/>
                <a:pathLst>
                  <a:path extrusionOk="0" h="49334" w="43747">
                    <a:moveTo>
                      <a:pt x="23018" y="0"/>
                    </a:moveTo>
                    <a:cubicBezTo>
                      <a:pt x="26036" y="0"/>
                      <a:pt x="28815" y="485"/>
                      <a:pt x="31351" y="1449"/>
                    </a:cubicBezTo>
                    <a:cubicBezTo>
                      <a:pt x="33887" y="2412"/>
                      <a:pt x="36072" y="3820"/>
                      <a:pt x="37910" y="5675"/>
                    </a:cubicBezTo>
                    <a:cubicBezTo>
                      <a:pt x="39747" y="7524"/>
                      <a:pt x="41178" y="9794"/>
                      <a:pt x="42209" y="12486"/>
                    </a:cubicBezTo>
                    <a:cubicBezTo>
                      <a:pt x="43232" y="15178"/>
                      <a:pt x="43747" y="18251"/>
                      <a:pt x="43747" y="21701"/>
                    </a:cubicBezTo>
                    <a:cubicBezTo>
                      <a:pt x="43747" y="22574"/>
                      <a:pt x="43706" y="23299"/>
                      <a:pt x="43632" y="23878"/>
                    </a:cubicBezTo>
                    <a:cubicBezTo>
                      <a:pt x="43553" y="24452"/>
                      <a:pt x="43411" y="24901"/>
                      <a:pt x="43209" y="25229"/>
                    </a:cubicBezTo>
                    <a:cubicBezTo>
                      <a:pt x="43008" y="25554"/>
                      <a:pt x="42735" y="25785"/>
                      <a:pt x="42395" y="25927"/>
                    </a:cubicBezTo>
                    <a:cubicBezTo>
                      <a:pt x="42052" y="26065"/>
                      <a:pt x="41615" y="26136"/>
                      <a:pt x="41084" y="26136"/>
                    </a:cubicBezTo>
                    <a:lnTo>
                      <a:pt x="11485" y="26136"/>
                    </a:lnTo>
                    <a:cubicBezTo>
                      <a:pt x="11829" y="31054"/>
                      <a:pt x="13151" y="34665"/>
                      <a:pt x="15455" y="36964"/>
                    </a:cubicBezTo>
                    <a:cubicBezTo>
                      <a:pt x="17760" y="39272"/>
                      <a:pt x="20807" y="40418"/>
                      <a:pt x="24606" y="40418"/>
                    </a:cubicBezTo>
                    <a:cubicBezTo>
                      <a:pt x="26473" y="40418"/>
                      <a:pt x="28083" y="40205"/>
                      <a:pt x="29439" y="39765"/>
                    </a:cubicBezTo>
                    <a:cubicBezTo>
                      <a:pt x="30791" y="39332"/>
                      <a:pt x="31971" y="38846"/>
                      <a:pt x="32987" y="38320"/>
                    </a:cubicBezTo>
                    <a:cubicBezTo>
                      <a:pt x="33995" y="37790"/>
                      <a:pt x="34884" y="37308"/>
                      <a:pt x="35646" y="36871"/>
                    </a:cubicBezTo>
                    <a:cubicBezTo>
                      <a:pt x="36408" y="36438"/>
                      <a:pt x="37148" y="36218"/>
                      <a:pt x="37865" y="36218"/>
                    </a:cubicBezTo>
                    <a:cubicBezTo>
                      <a:pt x="38332" y="36218"/>
                      <a:pt x="38735" y="36315"/>
                      <a:pt x="39079" y="36498"/>
                    </a:cubicBezTo>
                    <a:cubicBezTo>
                      <a:pt x="39422" y="36684"/>
                      <a:pt x="39717" y="36950"/>
                      <a:pt x="39964" y="37293"/>
                    </a:cubicBezTo>
                    <a:lnTo>
                      <a:pt x="43329" y="41493"/>
                    </a:lnTo>
                    <a:cubicBezTo>
                      <a:pt x="42052" y="42987"/>
                      <a:pt x="40617" y="44242"/>
                      <a:pt x="39030" y="45250"/>
                    </a:cubicBezTo>
                    <a:cubicBezTo>
                      <a:pt x="37443" y="46261"/>
                      <a:pt x="35788" y="47068"/>
                      <a:pt x="34059" y="47680"/>
                    </a:cubicBezTo>
                    <a:cubicBezTo>
                      <a:pt x="32330" y="48285"/>
                      <a:pt x="30570" y="48711"/>
                      <a:pt x="28785" y="48961"/>
                    </a:cubicBezTo>
                    <a:cubicBezTo>
                      <a:pt x="26992" y="49211"/>
                      <a:pt x="25259" y="49334"/>
                      <a:pt x="23575" y="49334"/>
                    </a:cubicBezTo>
                    <a:cubicBezTo>
                      <a:pt x="20247" y="49334"/>
                      <a:pt x="17151" y="48778"/>
                      <a:pt x="14286" y="47680"/>
                    </a:cubicBezTo>
                    <a:cubicBezTo>
                      <a:pt x="11425" y="46575"/>
                      <a:pt x="8934" y="44940"/>
                      <a:pt x="6816" y="42778"/>
                    </a:cubicBezTo>
                    <a:cubicBezTo>
                      <a:pt x="4702" y="40616"/>
                      <a:pt x="3033" y="37939"/>
                      <a:pt x="1823" y="34750"/>
                    </a:cubicBezTo>
                    <a:cubicBezTo>
                      <a:pt x="609" y="31558"/>
                      <a:pt x="0" y="27865"/>
                      <a:pt x="0" y="23665"/>
                    </a:cubicBezTo>
                    <a:cubicBezTo>
                      <a:pt x="0" y="20398"/>
                      <a:pt x="530" y="17325"/>
                      <a:pt x="1591" y="14446"/>
                    </a:cubicBezTo>
                    <a:cubicBezTo>
                      <a:pt x="2648" y="11571"/>
                      <a:pt x="4164" y="9066"/>
                      <a:pt x="6140" y="6930"/>
                    </a:cubicBezTo>
                    <a:cubicBezTo>
                      <a:pt x="8116" y="4802"/>
                      <a:pt x="10529" y="3114"/>
                      <a:pt x="13379" y="1867"/>
                    </a:cubicBezTo>
                    <a:cubicBezTo>
                      <a:pt x="16225" y="624"/>
                      <a:pt x="19437" y="0"/>
                      <a:pt x="23018" y="0"/>
                    </a:cubicBezTo>
                    <a:close/>
                    <a:moveTo>
                      <a:pt x="23254" y="8263"/>
                    </a:moveTo>
                    <a:cubicBezTo>
                      <a:pt x="19889" y="8263"/>
                      <a:pt x="17259" y="9211"/>
                      <a:pt x="15362" y="11112"/>
                    </a:cubicBezTo>
                    <a:cubicBezTo>
                      <a:pt x="13461" y="13005"/>
                      <a:pt x="12247" y="15701"/>
                      <a:pt x="11720" y="19184"/>
                    </a:cubicBezTo>
                    <a:lnTo>
                      <a:pt x="33379" y="19184"/>
                    </a:lnTo>
                    <a:cubicBezTo>
                      <a:pt x="33379" y="17691"/>
                      <a:pt x="33181" y="16283"/>
                      <a:pt x="32774" y="14961"/>
                    </a:cubicBezTo>
                    <a:cubicBezTo>
                      <a:pt x="32371" y="13636"/>
                      <a:pt x="31747" y="12478"/>
                      <a:pt x="30907" y="11481"/>
                    </a:cubicBezTo>
                    <a:cubicBezTo>
                      <a:pt x="30070" y="10488"/>
                      <a:pt x="29009" y="9704"/>
                      <a:pt x="27736" y="9125"/>
                    </a:cubicBezTo>
                    <a:cubicBezTo>
                      <a:pt x="26458" y="8550"/>
                      <a:pt x="24964" y="8263"/>
                      <a:pt x="23254"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49" name="Google Shape;1949;p90"/>
              <p:cNvSpPr/>
              <p:nvPr/>
            </p:nvSpPr>
            <p:spPr>
              <a:xfrm>
                <a:off x="3028613" y="4849408"/>
                <a:ext cx="40385" cy="49334"/>
              </a:xfrm>
              <a:custGeom>
                <a:rect b="b" l="l" r="r" t="t"/>
                <a:pathLst>
                  <a:path extrusionOk="0" h="49334" w="40385">
                    <a:moveTo>
                      <a:pt x="36882" y="10877"/>
                    </a:moveTo>
                    <a:cubicBezTo>
                      <a:pt x="36539" y="11310"/>
                      <a:pt x="36210" y="11653"/>
                      <a:pt x="35882" y="11900"/>
                    </a:cubicBezTo>
                    <a:cubicBezTo>
                      <a:pt x="35557" y="12153"/>
                      <a:pt x="35079" y="12277"/>
                      <a:pt x="34459" y="12277"/>
                    </a:cubicBezTo>
                    <a:cubicBezTo>
                      <a:pt x="33868" y="12277"/>
                      <a:pt x="33290" y="12098"/>
                      <a:pt x="32729" y="11743"/>
                    </a:cubicBezTo>
                    <a:cubicBezTo>
                      <a:pt x="32173" y="11384"/>
                      <a:pt x="31500" y="10977"/>
                      <a:pt x="30724" y="10526"/>
                    </a:cubicBezTo>
                    <a:cubicBezTo>
                      <a:pt x="29943" y="10074"/>
                      <a:pt x="29020" y="9671"/>
                      <a:pt x="27945" y="9312"/>
                    </a:cubicBezTo>
                    <a:cubicBezTo>
                      <a:pt x="26873" y="8954"/>
                      <a:pt x="25540" y="8778"/>
                      <a:pt x="23952" y="8778"/>
                    </a:cubicBezTo>
                    <a:cubicBezTo>
                      <a:pt x="21928" y="8778"/>
                      <a:pt x="20157" y="9140"/>
                      <a:pt x="18634" y="9876"/>
                    </a:cubicBezTo>
                    <a:cubicBezTo>
                      <a:pt x="17102" y="10604"/>
                      <a:pt x="15836" y="11653"/>
                      <a:pt x="14824" y="13024"/>
                    </a:cubicBezTo>
                    <a:cubicBezTo>
                      <a:pt x="13812" y="14390"/>
                      <a:pt x="13057" y="16052"/>
                      <a:pt x="12564" y="17993"/>
                    </a:cubicBezTo>
                    <a:cubicBezTo>
                      <a:pt x="12064" y="19938"/>
                      <a:pt x="11814" y="22141"/>
                      <a:pt x="11814" y="24598"/>
                    </a:cubicBezTo>
                    <a:cubicBezTo>
                      <a:pt x="11814" y="27148"/>
                      <a:pt x="12086" y="29422"/>
                      <a:pt x="12632" y="31412"/>
                    </a:cubicBezTo>
                    <a:cubicBezTo>
                      <a:pt x="13177" y="33402"/>
                      <a:pt x="13965" y="35079"/>
                      <a:pt x="14988" y="36430"/>
                    </a:cubicBezTo>
                    <a:cubicBezTo>
                      <a:pt x="16015" y="37782"/>
                      <a:pt x="17259" y="38813"/>
                      <a:pt x="18723" y="39511"/>
                    </a:cubicBezTo>
                    <a:cubicBezTo>
                      <a:pt x="20187" y="40213"/>
                      <a:pt x="21834" y="40560"/>
                      <a:pt x="23672" y="40560"/>
                    </a:cubicBezTo>
                    <a:cubicBezTo>
                      <a:pt x="25506" y="40560"/>
                      <a:pt x="26996" y="40336"/>
                      <a:pt x="28132" y="39884"/>
                    </a:cubicBezTo>
                    <a:cubicBezTo>
                      <a:pt x="29267" y="39432"/>
                      <a:pt x="30223" y="38936"/>
                      <a:pt x="31004" y="38387"/>
                    </a:cubicBezTo>
                    <a:cubicBezTo>
                      <a:pt x="31781" y="37846"/>
                      <a:pt x="32457" y="37349"/>
                      <a:pt x="33032" y="36897"/>
                    </a:cubicBezTo>
                    <a:cubicBezTo>
                      <a:pt x="33607" y="36445"/>
                      <a:pt x="34253" y="36218"/>
                      <a:pt x="34974" y="36218"/>
                    </a:cubicBezTo>
                    <a:cubicBezTo>
                      <a:pt x="35908" y="36218"/>
                      <a:pt x="36606" y="36576"/>
                      <a:pt x="37073" y="37293"/>
                    </a:cubicBezTo>
                    <a:lnTo>
                      <a:pt x="40386" y="41493"/>
                    </a:lnTo>
                    <a:cubicBezTo>
                      <a:pt x="39109" y="42987"/>
                      <a:pt x="37727" y="44242"/>
                      <a:pt x="36229" y="45250"/>
                    </a:cubicBezTo>
                    <a:cubicBezTo>
                      <a:pt x="34739" y="46261"/>
                      <a:pt x="33189" y="47068"/>
                      <a:pt x="31586" y="47680"/>
                    </a:cubicBezTo>
                    <a:cubicBezTo>
                      <a:pt x="29984" y="48285"/>
                      <a:pt x="28326" y="48711"/>
                      <a:pt x="26611" y="48961"/>
                    </a:cubicBezTo>
                    <a:cubicBezTo>
                      <a:pt x="24901" y="49211"/>
                      <a:pt x="23205" y="49334"/>
                      <a:pt x="21524" y="49334"/>
                    </a:cubicBezTo>
                    <a:cubicBezTo>
                      <a:pt x="18566" y="49334"/>
                      <a:pt x="15784" y="48778"/>
                      <a:pt x="13169" y="47680"/>
                    </a:cubicBezTo>
                    <a:cubicBezTo>
                      <a:pt x="10551" y="46575"/>
                      <a:pt x="8273" y="44962"/>
                      <a:pt x="6331" y="42849"/>
                    </a:cubicBezTo>
                    <a:cubicBezTo>
                      <a:pt x="4381" y="40732"/>
                      <a:pt x="2842" y="38141"/>
                      <a:pt x="1707" y="35079"/>
                    </a:cubicBezTo>
                    <a:cubicBezTo>
                      <a:pt x="571" y="32010"/>
                      <a:pt x="0" y="28519"/>
                      <a:pt x="0" y="24598"/>
                    </a:cubicBezTo>
                    <a:cubicBezTo>
                      <a:pt x="0" y="21081"/>
                      <a:pt x="508" y="17821"/>
                      <a:pt x="1516" y="14820"/>
                    </a:cubicBezTo>
                    <a:cubicBezTo>
                      <a:pt x="2532" y="11818"/>
                      <a:pt x="4015" y="9219"/>
                      <a:pt x="5980" y="7027"/>
                    </a:cubicBezTo>
                    <a:cubicBezTo>
                      <a:pt x="7937" y="4832"/>
                      <a:pt x="10368" y="3114"/>
                      <a:pt x="13263" y="1867"/>
                    </a:cubicBezTo>
                    <a:cubicBezTo>
                      <a:pt x="16154" y="624"/>
                      <a:pt x="19485" y="0"/>
                      <a:pt x="23254" y="0"/>
                    </a:cubicBezTo>
                    <a:cubicBezTo>
                      <a:pt x="26832" y="0"/>
                      <a:pt x="29969" y="575"/>
                      <a:pt x="32658" y="1729"/>
                    </a:cubicBezTo>
                    <a:cubicBezTo>
                      <a:pt x="35351" y="2879"/>
                      <a:pt x="37775" y="4529"/>
                      <a:pt x="39919" y="6676"/>
                    </a:cubicBezTo>
                    <a:lnTo>
                      <a:pt x="36882" y="1087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0" name="Google Shape;1950;p90"/>
              <p:cNvSpPr/>
              <p:nvPr/>
            </p:nvSpPr>
            <p:spPr>
              <a:xfrm>
                <a:off x="3072031" y="4835500"/>
                <a:ext cx="32635" cy="63291"/>
              </a:xfrm>
              <a:custGeom>
                <a:rect b="b" l="l" r="r" t="t"/>
                <a:pathLst>
                  <a:path extrusionOk="0" h="63291" w="32635">
                    <a:moveTo>
                      <a:pt x="20075" y="63291"/>
                    </a:moveTo>
                    <a:cubicBezTo>
                      <a:pt x="15937" y="63291"/>
                      <a:pt x="12747" y="62115"/>
                      <a:pt x="10506" y="59763"/>
                    </a:cubicBezTo>
                    <a:cubicBezTo>
                      <a:pt x="8265" y="57414"/>
                      <a:pt x="7145" y="54173"/>
                      <a:pt x="7145" y="50036"/>
                    </a:cubicBezTo>
                    <a:lnTo>
                      <a:pt x="7145" y="23291"/>
                    </a:lnTo>
                    <a:lnTo>
                      <a:pt x="2290" y="23291"/>
                    </a:lnTo>
                    <a:cubicBezTo>
                      <a:pt x="1670" y="23291"/>
                      <a:pt x="1128" y="23090"/>
                      <a:pt x="680" y="22686"/>
                    </a:cubicBezTo>
                    <a:cubicBezTo>
                      <a:pt x="228" y="22279"/>
                      <a:pt x="0" y="21674"/>
                      <a:pt x="0" y="20864"/>
                    </a:cubicBezTo>
                    <a:lnTo>
                      <a:pt x="0" y="16290"/>
                    </a:lnTo>
                    <a:lnTo>
                      <a:pt x="7705" y="15032"/>
                    </a:lnTo>
                    <a:lnTo>
                      <a:pt x="10133" y="1964"/>
                    </a:lnTo>
                    <a:cubicBezTo>
                      <a:pt x="10256" y="1340"/>
                      <a:pt x="10544" y="859"/>
                      <a:pt x="10999" y="515"/>
                    </a:cubicBezTo>
                    <a:cubicBezTo>
                      <a:pt x="11448" y="172"/>
                      <a:pt x="12015" y="0"/>
                      <a:pt x="12703"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4" y="53393"/>
                      <a:pt x="25842" y="53206"/>
                    </a:cubicBezTo>
                    <a:cubicBezTo>
                      <a:pt x="26201" y="53023"/>
                      <a:pt x="26522" y="52844"/>
                      <a:pt x="26798" y="52672"/>
                    </a:cubicBezTo>
                    <a:cubicBezTo>
                      <a:pt x="27078" y="52501"/>
                      <a:pt x="27358" y="52411"/>
                      <a:pt x="27642" y="52411"/>
                    </a:cubicBezTo>
                    <a:cubicBezTo>
                      <a:pt x="27982" y="52411"/>
                      <a:pt x="28262" y="52501"/>
                      <a:pt x="28479" y="52672"/>
                    </a:cubicBezTo>
                    <a:cubicBezTo>
                      <a:pt x="28699" y="52844"/>
                      <a:pt x="28931" y="53098"/>
                      <a:pt x="29181" y="53441"/>
                    </a:cubicBezTo>
                    <a:lnTo>
                      <a:pt x="32636"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1" name="Google Shape;1951;p90"/>
              <p:cNvSpPr/>
              <p:nvPr/>
            </p:nvSpPr>
            <p:spPr>
              <a:xfrm>
                <a:off x="3111528" y="4850155"/>
                <a:ext cx="41737" cy="48636"/>
              </a:xfrm>
              <a:custGeom>
                <a:rect b="b" l="l" r="r" t="t"/>
                <a:pathLst>
                  <a:path extrusionOk="0" h="48636" w="41737">
                    <a:moveTo>
                      <a:pt x="11530" y="0"/>
                    </a:moveTo>
                    <a:lnTo>
                      <a:pt x="11530" y="30434"/>
                    </a:lnTo>
                    <a:cubicBezTo>
                      <a:pt x="11530" y="33358"/>
                      <a:pt x="12209" y="35620"/>
                      <a:pt x="13562" y="37222"/>
                    </a:cubicBezTo>
                    <a:cubicBezTo>
                      <a:pt x="14917" y="38828"/>
                      <a:pt x="16949" y="39623"/>
                      <a:pt x="19657" y="39623"/>
                    </a:cubicBezTo>
                    <a:cubicBezTo>
                      <a:pt x="21648" y="39623"/>
                      <a:pt x="23515" y="39182"/>
                      <a:pt x="25259" y="38297"/>
                    </a:cubicBezTo>
                    <a:cubicBezTo>
                      <a:pt x="27000" y="37409"/>
                      <a:pt x="28651" y="36191"/>
                      <a:pt x="30204" y="34634"/>
                    </a:cubicBezTo>
                    <a:lnTo>
                      <a:pt x="30204" y="0"/>
                    </a:lnTo>
                    <a:lnTo>
                      <a:pt x="41738" y="0"/>
                    </a:lnTo>
                    <a:lnTo>
                      <a:pt x="41738" y="47886"/>
                    </a:lnTo>
                    <a:lnTo>
                      <a:pt x="34690" y="47886"/>
                    </a:lnTo>
                    <a:cubicBezTo>
                      <a:pt x="33196" y="47886"/>
                      <a:pt x="32214" y="47187"/>
                      <a:pt x="31747" y="45787"/>
                    </a:cubicBezTo>
                    <a:lnTo>
                      <a:pt x="30955" y="41956"/>
                    </a:lnTo>
                    <a:cubicBezTo>
                      <a:pt x="29958" y="42957"/>
                      <a:pt x="28931" y="43864"/>
                      <a:pt x="27870" y="44689"/>
                    </a:cubicBezTo>
                    <a:cubicBezTo>
                      <a:pt x="26813" y="45515"/>
                      <a:pt x="25685" y="46213"/>
                      <a:pt x="24486" y="46788"/>
                    </a:cubicBezTo>
                    <a:cubicBezTo>
                      <a:pt x="23291" y="47367"/>
                      <a:pt x="21999" y="47818"/>
                      <a:pt x="20613" y="48143"/>
                    </a:cubicBezTo>
                    <a:cubicBezTo>
                      <a:pt x="19227" y="48472"/>
                      <a:pt x="17741" y="48636"/>
                      <a:pt x="16157" y="48636"/>
                    </a:cubicBezTo>
                    <a:cubicBezTo>
                      <a:pt x="13539" y="48636"/>
                      <a:pt x="11227" y="48188"/>
                      <a:pt x="9222" y="47303"/>
                    </a:cubicBezTo>
                    <a:cubicBezTo>
                      <a:pt x="7212" y="46418"/>
                      <a:pt x="5524" y="45164"/>
                      <a:pt x="4157" y="43547"/>
                    </a:cubicBezTo>
                    <a:cubicBezTo>
                      <a:pt x="2786" y="41930"/>
                      <a:pt x="1752" y="40007"/>
                      <a:pt x="1053" y="37782"/>
                    </a:cubicBezTo>
                    <a:cubicBezTo>
                      <a:pt x="351" y="35561"/>
                      <a:pt x="0" y="33107"/>
                      <a:pt x="0" y="30434"/>
                    </a:cubicBezTo>
                    <a:lnTo>
                      <a:pt x="0" y="0"/>
                    </a:lnTo>
                    <a:lnTo>
                      <a:pt x="11530"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2" name="Google Shape;1952;p90"/>
              <p:cNvSpPr/>
              <p:nvPr/>
            </p:nvSpPr>
            <p:spPr>
              <a:xfrm>
                <a:off x="3165595" y="4849270"/>
                <a:ext cx="30533" cy="48770"/>
              </a:xfrm>
              <a:custGeom>
                <a:rect b="b" l="l" r="r" t="t"/>
                <a:pathLst>
                  <a:path extrusionOk="0" h="48770" w="30533">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897" y="2565"/>
                    </a:cubicBezTo>
                    <a:cubicBezTo>
                      <a:pt x="19205" y="855"/>
                      <a:pt x="21786" y="0"/>
                      <a:pt x="24651" y="0"/>
                    </a:cubicBezTo>
                    <a:cubicBezTo>
                      <a:pt x="27011" y="0"/>
                      <a:pt x="28976" y="541"/>
                      <a:pt x="30533" y="1632"/>
                    </a:cubicBezTo>
                    <a:lnTo>
                      <a:pt x="29035" y="10268"/>
                    </a:lnTo>
                    <a:cubicBezTo>
                      <a:pt x="28946" y="10828"/>
                      <a:pt x="28740" y="11224"/>
                      <a:pt x="28430" y="11455"/>
                    </a:cubicBezTo>
                    <a:cubicBezTo>
                      <a:pt x="28117" y="11691"/>
                      <a:pt x="27698" y="11806"/>
                      <a:pt x="27168" y="11806"/>
                    </a:cubicBezTo>
                    <a:cubicBezTo>
                      <a:pt x="26701" y="11806"/>
                      <a:pt x="26066" y="11702"/>
                      <a:pt x="25256" y="11481"/>
                    </a:cubicBezTo>
                    <a:cubicBezTo>
                      <a:pt x="24445" y="11261"/>
                      <a:pt x="23373" y="11153"/>
                      <a:pt x="22032" y="11153"/>
                    </a:cubicBezTo>
                    <a:cubicBezTo>
                      <a:pt x="19638" y="11153"/>
                      <a:pt x="17584" y="11818"/>
                      <a:pt x="15873" y="13135"/>
                    </a:cubicBezTo>
                    <a:cubicBezTo>
                      <a:pt x="14159" y="14461"/>
                      <a:pt x="12710" y="16395"/>
                      <a:pt x="11530" y="18949"/>
                    </a:cubicBezTo>
                    <a:lnTo>
                      <a:pt x="11530" y="48771"/>
                    </a:lnTo>
                    <a:lnTo>
                      <a:pt x="0" y="4877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3" name="Google Shape;1953;p90"/>
              <p:cNvSpPr/>
              <p:nvPr/>
            </p:nvSpPr>
            <p:spPr>
              <a:xfrm>
                <a:off x="3200513" y="4849408"/>
                <a:ext cx="43747" cy="49334"/>
              </a:xfrm>
              <a:custGeom>
                <a:rect b="b" l="l" r="r" t="t"/>
                <a:pathLst>
                  <a:path extrusionOk="0" h="49334" w="43747">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1954" name="Google Shape;1954;p90"/>
            <p:cNvSpPr/>
            <p:nvPr/>
          </p:nvSpPr>
          <p:spPr>
            <a:xfrm>
              <a:off x="1809382" y="2962285"/>
              <a:ext cx="813385" cy="258952"/>
            </a:xfrm>
            <a:custGeom>
              <a:rect b="b" l="l" r="r" t="t"/>
              <a:pathLst>
                <a:path extrusionOk="0" h="345269" w="1084513">
                  <a:moveTo>
                    <a:pt x="1031844" y="0"/>
                  </a:moveTo>
                  <a:cubicBezTo>
                    <a:pt x="1060933" y="0"/>
                    <a:pt x="1084513" y="23573"/>
                    <a:pt x="1084513" y="52652"/>
                  </a:cubicBezTo>
                  <a:lnTo>
                    <a:pt x="1084513" y="292617"/>
                  </a:lnTo>
                  <a:cubicBezTo>
                    <a:pt x="1084513" y="321696"/>
                    <a:pt x="1060933" y="345269"/>
                    <a:pt x="1031844" y="345269"/>
                  </a:cubicBezTo>
                  <a:lnTo>
                    <a:pt x="52669" y="345269"/>
                  </a:lnTo>
                  <a:cubicBezTo>
                    <a:pt x="23581" y="345269"/>
                    <a:pt x="0" y="321696"/>
                    <a:pt x="0" y="292617"/>
                  </a:cubicBezTo>
                  <a:lnTo>
                    <a:pt x="0" y="52652"/>
                  </a:lnTo>
                  <a:cubicBezTo>
                    <a:pt x="0" y="23573"/>
                    <a:pt x="23581" y="0"/>
                    <a:pt x="52669"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1955" name="Google Shape;1955;p90"/>
            <p:cNvGrpSpPr/>
            <p:nvPr/>
          </p:nvGrpSpPr>
          <p:grpSpPr>
            <a:xfrm>
              <a:off x="2010651" y="3022862"/>
              <a:ext cx="501488" cy="140263"/>
              <a:chOff x="2575618" y="3827282"/>
              <a:chExt cx="668650" cy="187017"/>
            </a:xfrm>
          </p:grpSpPr>
          <p:sp>
            <p:nvSpPr>
              <p:cNvPr id="1956" name="Google Shape;1956;p90"/>
              <p:cNvSpPr/>
              <p:nvPr/>
            </p:nvSpPr>
            <p:spPr>
              <a:xfrm>
                <a:off x="2575618" y="3829149"/>
                <a:ext cx="42576" cy="67487"/>
              </a:xfrm>
              <a:custGeom>
                <a:rect b="b" l="l" r="r" t="t"/>
                <a:pathLst>
                  <a:path extrusionOk="0" h="67487" w="42576">
                    <a:moveTo>
                      <a:pt x="42576" y="0"/>
                    </a:moveTo>
                    <a:lnTo>
                      <a:pt x="42576" y="9988"/>
                    </a:lnTo>
                    <a:lnTo>
                      <a:pt x="12653" y="9988"/>
                    </a:lnTo>
                    <a:lnTo>
                      <a:pt x="12653" y="28705"/>
                    </a:lnTo>
                    <a:lnTo>
                      <a:pt x="36230" y="28705"/>
                    </a:lnTo>
                    <a:lnTo>
                      <a:pt x="36230" y="38364"/>
                    </a:lnTo>
                    <a:lnTo>
                      <a:pt x="12653" y="38364"/>
                    </a:lnTo>
                    <a:lnTo>
                      <a:pt x="12653" y="57455"/>
                    </a:lnTo>
                    <a:lnTo>
                      <a:pt x="42576" y="57455"/>
                    </a:lnTo>
                    <a:lnTo>
                      <a:pt x="42576" y="67488"/>
                    </a:lnTo>
                    <a:lnTo>
                      <a:pt x="0" y="67488"/>
                    </a:lnTo>
                    <a:lnTo>
                      <a:pt x="0" y="0"/>
                    </a:lnTo>
                    <a:lnTo>
                      <a:pt x="42576"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7" name="Google Shape;1957;p90"/>
              <p:cNvSpPr/>
              <p:nvPr/>
            </p:nvSpPr>
            <p:spPr>
              <a:xfrm>
                <a:off x="2629165" y="3827282"/>
                <a:ext cx="11533" cy="69354"/>
              </a:xfrm>
              <a:custGeom>
                <a:rect b="b" l="l" r="r" t="t"/>
                <a:pathLst>
                  <a:path extrusionOk="0" h="69354" w="11533">
                    <a:moveTo>
                      <a:pt x="11533" y="0"/>
                    </a:moveTo>
                    <a:lnTo>
                      <a:pt x="11533" y="69355"/>
                    </a:lnTo>
                    <a:lnTo>
                      <a:pt x="0" y="69355"/>
                    </a:lnTo>
                    <a:lnTo>
                      <a:pt x="0" y="0"/>
                    </a:lnTo>
                    <a:lnTo>
                      <a:pt x="1153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8" name="Google Shape;1958;p90"/>
              <p:cNvSpPr/>
              <p:nvPr/>
            </p:nvSpPr>
            <p:spPr>
              <a:xfrm>
                <a:off x="2651345" y="3847866"/>
                <a:ext cx="39917" cy="49517"/>
              </a:xfrm>
              <a:custGeom>
                <a:rect b="b" l="l" r="r" t="t"/>
                <a:pathLst>
                  <a:path extrusionOk="0" h="49517" w="39917">
                    <a:moveTo>
                      <a:pt x="39917" y="48771"/>
                    </a:moveTo>
                    <a:lnTo>
                      <a:pt x="34733" y="48771"/>
                    </a:lnTo>
                    <a:cubicBezTo>
                      <a:pt x="33642" y="48771"/>
                      <a:pt x="32791" y="48606"/>
                      <a:pt x="32167" y="48281"/>
                    </a:cubicBezTo>
                    <a:cubicBezTo>
                      <a:pt x="31543" y="47953"/>
                      <a:pt x="31077" y="47296"/>
                      <a:pt x="30767" y="46299"/>
                    </a:cubicBezTo>
                    <a:lnTo>
                      <a:pt x="29736" y="42890"/>
                    </a:lnTo>
                    <a:cubicBezTo>
                      <a:pt x="28526" y="43980"/>
                      <a:pt x="27334" y="44936"/>
                      <a:pt x="26167" y="45761"/>
                    </a:cubicBezTo>
                    <a:cubicBezTo>
                      <a:pt x="24999" y="46586"/>
                      <a:pt x="23792" y="47277"/>
                      <a:pt x="22548" y="47837"/>
                    </a:cubicBezTo>
                    <a:cubicBezTo>
                      <a:pt x="21304" y="48401"/>
                      <a:pt x="19980" y="48819"/>
                      <a:pt x="18580" y="49099"/>
                    </a:cubicBezTo>
                    <a:cubicBezTo>
                      <a:pt x="17179" y="49375"/>
                      <a:pt x="15622" y="49517"/>
                      <a:pt x="13911" y="49517"/>
                    </a:cubicBezTo>
                    <a:cubicBezTo>
                      <a:pt x="11887" y="49517"/>
                      <a:pt x="10019" y="49245"/>
                      <a:pt x="8309" y="48699"/>
                    </a:cubicBezTo>
                    <a:cubicBezTo>
                      <a:pt x="6598" y="48151"/>
                      <a:pt x="5128" y="47333"/>
                      <a:pt x="3899" y="46239"/>
                    </a:cubicBezTo>
                    <a:cubicBezTo>
                      <a:pt x="2666" y="45149"/>
                      <a:pt x="1711" y="43789"/>
                      <a:pt x="1025" y="42169"/>
                    </a:cubicBezTo>
                    <a:cubicBezTo>
                      <a:pt x="343" y="40541"/>
                      <a:pt x="0" y="38652"/>
                      <a:pt x="0" y="36501"/>
                    </a:cubicBezTo>
                    <a:cubicBezTo>
                      <a:pt x="0" y="34690"/>
                      <a:pt x="474" y="32902"/>
                      <a:pt x="1423" y="31139"/>
                    </a:cubicBezTo>
                    <a:cubicBezTo>
                      <a:pt x="2371" y="29374"/>
                      <a:pt x="3950" y="27783"/>
                      <a:pt x="6160" y="26360"/>
                    </a:cubicBezTo>
                    <a:cubicBezTo>
                      <a:pt x="8371" y="24942"/>
                      <a:pt x="11314" y="23762"/>
                      <a:pt x="14987" y="22828"/>
                    </a:cubicBezTo>
                    <a:cubicBezTo>
                      <a:pt x="18656" y="21891"/>
                      <a:pt x="23219" y="21421"/>
                      <a:pt x="28665" y="21421"/>
                    </a:cubicBezTo>
                    <a:lnTo>
                      <a:pt x="28665" y="18598"/>
                    </a:lnTo>
                    <a:cubicBezTo>
                      <a:pt x="28665" y="15372"/>
                      <a:pt x="27987" y="12979"/>
                      <a:pt x="26633" y="11425"/>
                    </a:cubicBezTo>
                    <a:cubicBezTo>
                      <a:pt x="25280" y="9876"/>
                      <a:pt x="23310" y="9099"/>
                      <a:pt x="20728" y="9099"/>
                    </a:cubicBezTo>
                    <a:cubicBezTo>
                      <a:pt x="18861" y="9099"/>
                      <a:pt x="17303" y="9319"/>
                      <a:pt x="16059" y="9753"/>
                    </a:cubicBezTo>
                    <a:cubicBezTo>
                      <a:pt x="14816" y="10189"/>
                      <a:pt x="13733" y="10679"/>
                      <a:pt x="12813" y="11224"/>
                    </a:cubicBezTo>
                    <a:cubicBezTo>
                      <a:pt x="11898" y="11769"/>
                      <a:pt x="11048" y="12258"/>
                      <a:pt x="10271" y="12695"/>
                    </a:cubicBezTo>
                    <a:cubicBezTo>
                      <a:pt x="9490" y="13128"/>
                      <a:pt x="8637" y="13348"/>
                      <a:pt x="7703" y="13348"/>
                    </a:cubicBezTo>
                    <a:cubicBezTo>
                      <a:pt x="6923" y="13348"/>
                      <a:pt x="6255" y="13143"/>
                      <a:pt x="5694" y="12740"/>
                    </a:cubicBezTo>
                    <a:cubicBezTo>
                      <a:pt x="5136" y="12336"/>
                      <a:pt x="4683" y="11840"/>
                      <a:pt x="4340" y="11246"/>
                    </a:cubicBezTo>
                    <a:lnTo>
                      <a:pt x="2239" y="7561"/>
                    </a:lnTo>
                    <a:cubicBezTo>
                      <a:pt x="7751" y="2520"/>
                      <a:pt x="14393" y="0"/>
                      <a:pt x="22176" y="0"/>
                    </a:cubicBezTo>
                    <a:cubicBezTo>
                      <a:pt x="24977" y="0"/>
                      <a:pt x="27476" y="459"/>
                      <a:pt x="29668" y="1378"/>
                    </a:cubicBezTo>
                    <a:cubicBezTo>
                      <a:pt x="31865" y="2292"/>
                      <a:pt x="33725" y="3569"/>
                      <a:pt x="35248" y="5201"/>
                    </a:cubicBezTo>
                    <a:cubicBezTo>
                      <a:pt x="36772" y="6837"/>
                      <a:pt x="37934" y="8789"/>
                      <a:pt x="38726" y="11063"/>
                    </a:cubicBezTo>
                    <a:cubicBezTo>
                      <a:pt x="39521" y="13333"/>
                      <a:pt x="39917" y="15820"/>
                      <a:pt x="39917" y="18531"/>
                    </a:cubicBezTo>
                    <a:lnTo>
                      <a:pt x="39917" y="48771"/>
                    </a:lnTo>
                    <a:close/>
                    <a:moveTo>
                      <a:pt x="17508" y="41583"/>
                    </a:moveTo>
                    <a:cubicBezTo>
                      <a:pt x="18689" y="41583"/>
                      <a:pt x="19780" y="41475"/>
                      <a:pt x="20776" y="41262"/>
                    </a:cubicBezTo>
                    <a:cubicBezTo>
                      <a:pt x="21771" y="41049"/>
                      <a:pt x="22713" y="40728"/>
                      <a:pt x="23599" y="40298"/>
                    </a:cubicBezTo>
                    <a:cubicBezTo>
                      <a:pt x="24485" y="39865"/>
                      <a:pt x="25342" y="39343"/>
                      <a:pt x="26167" y="38712"/>
                    </a:cubicBezTo>
                    <a:cubicBezTo>
                      <a:pt x="26991" y="38084"/>
                      <a:pt x="27826" y="37341"/>
                      <a:pt x="28665" y="36483"/>
                    </a:cubicBezTo>
                    <a:lnTo>
                      <a:pt x="28665" y="28470"/>
                    </a:lnTo>
                    <a:cubicBezTo>
                      <a:pt x="25302" y="28470"/>
                      <a:pt x="22494" y="28679"/>
                      <a:pt x="20239" y="29105"/>
                    </a:cubicBezTo>
                    <a:cubicBezTo>
                      <a:pt x="17982" y="29526"/>
                      <a:pt x="16169" y="30064"/>
                      <a:pt x="14797" y="30725"/>
                    </a:cubicBezTo>
                    <a:cubicBezTo>
                      <a:pt x="13430" y="31382"/>
                      <a:pt x="12456" y="32151"/>
                      <a:pt x="11880" y="33029"/>
                    </a:cubicBezTo>
                    <a:cubicBezTo>
                      <a:pt x="11303" y="33906"/>
                      <a:pt x="11019" y="34862"/>
                      <a:pt x="11019" y="35896"/>
                    </a:cubicBezTo>
                    <a:cubicBezTo>
                      <a:pt x="11019" y="37935"/>
                      <a:pt x="11617" y="39391"/>
                      <a:pt x="12813" y="40269"/>
                    </a:cubicBezTo>
                    <a:cubicBezTo>
                      <a:pt x="14013" y="41146"/>
                      <a:pt x="15578" y="41583"/>
                      <a:pt x="17508" y="4158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59" name="Google Shape;1959;p90"/>
              <p:cNvSpPr/>
              <p:nvPr/>
            </p:nvSpPr>
            <p:spPr>
              <a:xfrm>
                <a:off x="2698407" y="3848004"/>
                <a:ext cx="35758" cy="49378"/>
              </a:xfrm>
              <a:custGeom>
                <a:rect b="b" l="l" r="r" t="t"/>
                <a:pathLst>
                  <a:path extrusionOk="0" h="49378" w="35758">
                    <a:moveTo>
                      <a:pt x="32632" y="10081"/>
                    </a:moveTo>
                    <a:cubicBezTo>
                      <a:pt x="32318" y="10581"/>
                      <a:pt x="31993" y="10932"/>
                      <a:pt x="31654" y="11130"/>
                    </a:cubicBezTo>
                    <a:cubicBezTo>
                      <a:pt x="31310" y="11336"/>
                      <a:pt x="30877" y="11433"/>
                      <a:pt x="30346" y="11433"/>
                    </a:cubicBezTo>
                    <a:cubicBezTo>
                      <a:pt x="29786" y="11433"/>
                      <a:pt x="29189" y="11280"/>
                      <a:pt x="28550" y="10966"/>
                    </a:cubicBezTo>
                    <a:cubicBezTo>
                      <a:pt x="27911" y="10656"/>
                      <a:pt x="27172" y="10309"/>
                      <a:pt x="26331" y="9917"/>
                    </a:cubicBezTo>
                    <a:cubicBezTo>
                      <a:pt x="25487" y="9532"/>
                      <a:pt x="24531" y="9181"/>
                      <a:pt x="23459" y="8868"/>
                    </a:cubicBezTo>
                    <a:cubicBezTo>
                      <a:pt x="22383" y="8558"/>
                      <a:pt x="21114" y="8401"/>
                      <a:pt x="19653" y="8401"/>
                    </a:cubicBezTo>
                    <a:cubicBezTo>
                      <a:pt x="17379" y="8401"/>
                      <a:pt x="15593" y="8886"/>
                      <a:pt x="14282" y="9850"/>
                    </a:cubicBezTo>
                    <a:cubicBezTo>
                      <a:pt x="12979" y="10813"/>
                      <a:pt x="12325" y="12071"/>
                      <a:pt x="12325" y="13628"/>
                    </a:cubicBezTo>
                    <a:cubicBezTo>
                      <a:pt x="12325" y="14659"/>
                      <a:pt x="12658" y="15518"/>
                      <a:pt x="13326" y="16219"/>
                    </a:cubicBezTo>
                    <a:cubicBezTo>
                      <a:pt x="13995" y="16918"/>
                      <a:pt x="14884" y="17534"/>
                      <a:pt x="15989" y="18064"/>
                    </a:cubicBezTo>
                    <a:cubicBezTo>
                      <a:pt x="17091" y="18590"/>
                      <a:pt x="18346" y="19065"/>
                      <a:pt x="19747" y="19487"/>
                    </a:cubicBezTo>
                    <a:cubicBezTo>
                      <a:pt x="21147" y="19908"/>
                      <a:pt x="22578" y="20368"/>
                      <a:pt x="24046" y="20864"/>
                    </a:cubicBezTo>
                    <a:cubicBezTo>
                      <a:pt x="25506" y="21365"/>
                      <a:pt x="26936" y="21928"/>
                      <a:pt x="28337" y="22567"/>
                    </a:cubicBezTo>
                    <a:cubicBezTo>
                      <a:pt x="29738" y="23205"/>
                      <a:pt x="30993" y="24012"/>
                      <a:pt x="32098" y="24994"/>
                    </a:cubicBezTo>
                    <a:cubicBezTo>
                      <a:pt x="33200" y="25976"/>
                      <a:pt x="34089" y="27148"/>
                      <a:pt x="34757" y="28519"/>
                    </a:cubicBezTo>
                    <a:cubicBezTo>
                      <a:pt x="35426" y="29889"/>
                      <a:pt x="35758" y="31535"/>
                      <a:pt x="35758" y="33466"/>
                    </a:cubicBezTo>
                    <a:cubicBezTo>
                      <a:pt x="35758" y="35770"/>
                      <a:pt x="35340" y="37890"/>
                      <a:pt x="34500" y="39836"/>
                    </a:cubicBezTo>
                    <a:cubicBezTo>
                      <a:pt x="33659" y="41781"/>
                      <a:pt x="32430" y="43457"/>
                      <a:pt x="30813" y="44876"/>
                    </a:cubicBezTo>
                    <a:cubicBezTo>
                      <a:pt x="29192" y="46291"/>
                      <a:pt x="27194" y="47396"/>
                      <a:pt x="24815" y="48188"/>
                    </a:cubicBezTo>
                    <a:cubicBezTo>
                      <a:pt x="22432" y="48983"/>
                      <a:pt x="19702" y="49379"/>
                      <a:pt x="16617" y="49379"/>
                    </a:cubicBezTo>
                    <a:cubicBezTo>
                      <a:pt x="14970" y="49379"/>
                      <a:pt x="13356" y="49230"/>
                      <a:pt x="11787" y="48935"/>
                    </a:cubicBezTo>
                    <a:cubicBezTo>
                      <a:pt x="10215" y="48640"/>
                      <a:pt x="8706" y="48229"/>
                      <a:pt x="7257" y="47699"/>
                    </a:cubicBezTo>
                    <a:cubicBezTo>
                      <a:pt x="5812" y="47172"/>
                      <a:pt x="4471" y="46549"/>
                      <a:pt x="3242" y="45832"/>
                    </a:cubicBezTo>
                    <a:cubicBezTo>
                      <a:pt x="2013" y="45119"/>
                      <a:pt x="934" y="44338"/>
                      <a:pt x="0" y="43498"/>
                    </a:cubicBezTo>
                    <a:lnTo>
                      <a:pt x="2659" y="39111"/>
                    </a:lnTo>
                    <a:cubicBezTo>
                      <a:pt x="3003" y="38585"/>
                      <a:pt x="3406" y="38178"/>
                      <a:pt x="3873" y="37898"/>
                    </a:cubicBezTo>
                    <a:cubicBezTo>
                      <a:pt x="4340" y="37618"/>
                      <a:pt x="4930" y="37480"/>
                      <a:pt x="5647" y="37480"/>
                    </a:cubicBezTo>
                    <a:cubicBezTo>
                      <a:pt x="6364" y="37480"/>
                      <a:pt x="7040" y="37681"/>
                      <a:pt x="7679" y="38084"/>
                    </a:cubicBezTo>
                    <a:cubicBezTo>
                      <a:pt x="8318" y="38488"/>
                      <a:pt x="9057" y="38928"/>
                      <a:pt x="9898" y="39395"/>
                    </a:cubicBezTo>
                    <a:cubicBezTo>
                      <a:pt x="10738" y="39862"/>
                      <a:pt x="11724" y="40295"/>
                      <a:pt x="12859" y="40698"/>
                    </a:cubicBezTo>
                    <a:cubicBezTo>
                      <a:pt x="13995" y="41105"/>
                      <a:pt x="15436" y="41303"/>
                      <a:pt x="17181" y="41303"/>
                    </a:cubicBezTo>
                    <a:cubicBezTo>
                      <a:pt x="18548" y="41303"/>
                      <a:pt x="19724" y="41142"/>
                      <a:pt x="20703" y="40814"/>
                    </a:cubicBezTo>
                    <a:cubicBezTo>
                      <a:pt x="21685" y="40489"/>
                      <a:pt x="22496" y="40060"/>
                      <a:pt x="23130" y="39533"/>
                    </a:cubicBezTo>
                    <a:cubicBezTo>
                      <a:pt x="23769" y="39003"/>
                      <a:pt x="24236" y="38387"/>
                      <a:pt x="24531" y="37689"/>
                    </a:cubicBezTo>
                    <a:cubicBezTo>
                      <a:pt x="24830" y="36987"/>
                      <a:pt x="24979" y="36266"/>
                      <a:pt x="24979" y="35519"/>
                    </a:cubicBezTo>
                    <a:cubicBezTo>
                      <a:pt x="24979" y="34399"/>
                      <a:pt x="24643" y="33481"/>
                      <a:pt x="23971" y="32764"/>
                    </a:cubicBezTo>
                    <a:cubicBezTo>
                      <a:pt x="23302" y="32051"/>
                      <a:pt x="22417" y="31427"/>
                      <a:pt x="21312" y="30897"/>
                    </a:cubicBezTo>
                    <a:cubicBezTo>
                      <a:pt x="20206" y="30370"/>
                      <a:pt x="18944" y="29896"/>
                      <a:pt x="17528" y="29474"/>
                    </a:cubicBezTo>
                    <a:cubicBezTo>
                      <a:pt x="16116" y="29052"/>
                      <a:pt x="14667" y="28597"/>
                      <a:pt x="13188" y="28097"/>
                    </a:cubicBezTo>
                    <a:cubicBezTo>
                      <a:pt x="11709" y="27600"/>
                      <a:pt x="10260" y="27018"/>
                      <a:pt x="8844" y="26345"/>
                    </a:cubicBezTo>
                    <a:cubicBezTo>
                      <a:pt x="7429" y="25681"/>
                      <a:pt x="6166" y="24830"/>
                      <a:pt x="5065" y="23803"/>
                    </a:cubicBezTo>
                    <a:cubicBezTo>
                      <a:pt x="3959" y="22776"/>
                      <a:pt x="3070" y="21518"/>
                      <a:pt x="2405" y="20024"/>
                    </a:cubicBezTo>
                    <a:cubicBezTo>
                      <a:pt x="1733" y="18531"/>
                      <a:pt x="1401" y="16724"/>
                      <a:pt x="1401" y="14610"/>
                    </a:cubicBezTo>
                    <a:cubicBezTo>
                      <a:pt x="1401" y="12650"/>
                      <a:pt x="1789" y="10783"/>
                      <a:pt x="2570" y="9010"/>
                    </a:cubicBezTo>
                    <a:cubicBezTo>
                      <a:pt x="3347" y="7232"/>
                      <a:pt x="4486" y="5687"/>
                      <a:pt x="5998" y="4365"/>
                    </a:cubicBezTo>
                    <a:cubicBezTo>
                      <a:pt x="7507" y="3043"/>
                      <a:pt x="9390" y="1983"/>
                      <a:pt x="11646" y="1191"/>
                    </a:cubicBezTo>
                    <a:cubicBezTo>
                      <a:pt x="13905" y="396"/>
                      <a:pt x="16508" y="0"/>
                      <a:pt x="19467" y="0"/>
                    </a:cubicBezTo>
                    <a:cubicBezTo>
                      <a:pt x="22768" y="0"/>
                      <a:pt x="25771" y="545"/>
                      <a:pt x="28479" y="1632"/>
                    </a:cubicBezTo>
                    <a:cubicBezTo>
                      <a:pt x="31187" y="2722"/>
                      <a:pt x="33443" y="4156"/>
                      <a:pt x="35250" y="5929"/>
                    </a:cubicBezTo>
                    <a:lnTo>
                      <a:pt x="32632" y="1008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0" name="Google Shape;1960;p90"/>
              <p:cNvSpPr/>
              <p:nvPr/>
            </p:nvSpPr>
            <p:spPr>
              <a:xfrm>
                <a:off x="2739069" y="3834096"/>
                <a:ext cx="32632" cy="63287"/>
              </a:xfrm>
              <a:custGeom>
                <a:rect b="b" l="l" r="r" t="t"/>
                <a:pathLst>
                  <a:path extrusionOk="0" h="63287" w="32632">
                    <a:moveTo>
                      <a:pt x="20075" y="63287"/>
                    </a:moveTo>
                    <a:cubicBezTo>
                      <a:pt x="15933" y="63287"/>
                      <a:pt x="12747" y="62115"/>
                      <a:pt x="10503" y="59763"/>
                    </a:cubicBezTo>
                    <a:cubicBezTo>
                      <a:pt x="8265" y="57414"/>
                      <a:pt x="7145" y="54173"/>
                      <a:pt x="7145" y="50036"/>
                    </a:cubicBezTo>
                    <a:lnTo>
                      <a:pt x="7145" y="23291"/>
                    </a:lnTo>
                    <a:lnTo>
                      <a:pt x="2286" y="23291"/>
                    </a:lnTo>
                    <a:cubicBezTo>
                      <a:pt x="1666" y="23291"/>
                      <a:pt x="1128" y="23089"/>
                      <a:pt x="676" y="22682"/>
                    </a:cubicBezTo>
                    <a:cubicBezTo>
                      <a:pt x="224" y="22279"/>
                      <a:pt x="0" y="21674"/>
                      <a:pt x="0" y="20864"/>
                    </a:cubicBezTo>
                    <a:lnTo>
                      <a:pt x="0" y="16290"/>
                    </a:lnTo>
                    <a:lnTo>
                      <a:pt x="7701"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48" y="51903"/>
                      <a:pt x="19795" y="52739"/>
                    </a:cubicBezTo>
                    <a:cubicBezTo>
                      <a:pt x="20542" y="53579"/>
                      <a:pt x="21536" y="54001"/>
                      <a:pt x="22783" y="54001"/>
                    </a:cubicBezTo>
                    <a:cubicBezTo>
                      <a:pt x="23500" y="54001"/>
                      <a:pt x="24098" y="53915"/>
                      <a:pt x="24580" y="53744"/>
                    </a:cubicBezTo>
                    <a:cubicBezTo>
                      <a:pt x="25065" y="53572"/>
                      <a:pt x="25483" y="53393"/>
                      <a:pt x="25842" y="53206"/>
                    </a:cubicBezTo>
                    <a:cubicBezTo>
                      <a:pt x="26197" y="53019"/>
                      <a:pt x="26518" y="52844"/>
                      <a:pt x="26798" y="52672"/>
                    </a:cubicBezTo>
                    <a:cubicBezTo>
                      <a:pt x="27078" y="52500"/>
                      <a:pt x="27358" y="52411"/>
                      <a:pt x="27639" y="52411"/>
                    </a:cubicBezTo>
                    <a:cubicBezTo>
                      <a:pt x="27982" y="52411"/>
                      <a:pt x="28259" y="52500"/>
                      <a:pt x="28479" y="52672"/>
                    </a:cubicBezTo>
                    <a:cubicBezTo>
                      <a:pt x="28696" y="52844"/>
                      <a:pt x="28931" y="53098"/>
                      <a:pt x="29177" y="53441"/>
                    </a:cubicBezTo>
                    <a:lnTo>
                      <a:pt x="32632" y="59042"/>
                    </a:lnTo>
                    <a:cubicBezTo>
                      <a:pt x="30955" y="60442"/>
                      <a:pt x="29020" y="61499"/>
                      <a:pt x="26843" y="62212"/>
                    </a:cubicBezTo>
                    <a:cubicBezTo>
                      <a:pt x="24666" y="62933"/>
                      <a:pt x="22410" y="63287"/>
                      <a:pt x="20075" y="632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1" name="Google Shape;1961;p90"/>
              <p:cNvSpPr/>
              <p:nvPr/>
            </p:nvSpPr>
            <p:spPr>
              <a:xfrm>
                <a:off x="2778802" y="3827424"/>
                <a:ext cx="14752" cy="69213"/>
              </a:xfrm>
              <a:custGeom>
                <a:rect b="b" l="l" r="r" t="t"/>
                <a:pathLst>
                  <a:path extrusionOk="0" h="69213" w="14752">
                    <a:moveTo>
                      <a:pt x="14753" y="7374"/>
                    </a:moveTo>
                    <a:cubicBezTo>
                      <a:pt x="14753" y="8367"/>
                      <a:pt x="14548" y="9301"/>
                      <a:pt x="14144" y="10175"/>
                    </a:cubicBezTo>
                    <a:cubicBezTo>
                      <a:pt x="13737" y="11045"/>
                      <a:pt x="13203" y="11806"/>
                      <a:pt x="12534" y="12460"/>
                    </a:cubicBezTo>
                    <a:cubicBezTo>
                      <a:pt x="11862" y="13113"/>
                      <a:pt x="11078" y="13632"/>
                      <a:pt x="10174" y="14024"/>
                    </a:cubicBezTo>
                    <a:cubicBezTo>
                      <a:pt x="9274" y="14413"/>
                      <a:pt x="8306" y="14607"/>
                      <a:pt x="7283" y="14607"/>
                    </a:cubicBezTo>
                    <a:cubicBezTo>
                      <a:pt x="6282" y="14607"/>
                      <a:pt x="5341" y="14413"/>
                      <a:pt x="4456" y="14024"/>
                    </a:cubicBezTo>
                    <a:cubicBezTo>
                      <a:pt x="3571" y="13632"/>
                      <a:pt x="2801" y="13113"/>
                      <a:pt x="2148" y="12460"/>
                    </a:cubicBezTo>
                    <a:cubicBezTo>
                      <a:pt x="1490" y="11806"/>
                      <a:pt x="967" y="11045"/>
                      <a:pt x="583" y="10175"/>
                    </a:cubicBezTo>
                    <a:cubicBezTo>
                      <a:pt x="190" y="9301"/>
                      <a:pt x="0" y="8367"/>
                      <a:pt x="0" y="7374"/>
                    </a:cubicBezTo>
                    <a:cubicBezTo>
                      <a:pt x="0" y="6344"/>
                      <a:pt x="190" y="5384"/>
                      <a:pt x="583" y="4477"/>
                    </a:cubicBezTo>
                    <a:cubicBezTo>
                      <a:pt x="967" y="3577"/>
                      <a:pt x="1490" y="2800"/>
                      <a:pt x="2148" y="2143"/>
                    </a:cubicBezTo>
                    <a:cubicBezTo>
                      <a:pt x="2801" y="1494"/>
                      <a:pt x="3571" y="971"/>
                      <a:pt x="4456" y="582"/>
                    </a:cubicBezTo>
                    <a:cubicBezTo>
                      <a:pt x="5341" y="194"/>
                      <a:pt x="6282" y="0"/>
                      <a:pt x="7283" y="0"/>
                    </a:cubicBezTo>
                    <a:cubicBezTo>
                      <a:pt x="8306" y="0"/>
                      <a:pt x="9274" y="194"/>
                      <a:pt x="10174" y="582"/>
                    </a:cubicBezTo>
                    <a:cubicBezTo>
                      <a:pt x="11078" y="971"/>
                      <a:pt x="11862" y="1494"/>
                      <a:pt x="12534" y="2143"/>
                    </a:cubicBezTo>
                    <a:cubicBezTo>
                      <a:pt x="13203" y="2800"/>
                      <a:pt x="13737"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2" name="Google Shape;1962;p90"/>
              <p:cNvSpPr/>
              <p:nvPr/>
            </p:nvSpPr>
            <p:spPr>
              <a:xfrm>
                <a:off x="2801629" y="3848004"/>
                <a:ext cx="40382" cy="49334"/>
              </a:xfrm>
              <a:custGeom>
                <a:rect b="b" l="l" r="r" t="t"/>
                <a:pathLst>
                  <a:path extrusionOk="0" h="49334" w="40382">
                    <a:moveTo>
                      <a:pt x="36882" y="10877"/>
                    </a:moveTo>
                    <a:cubicBezTo>
                      <a:pt x="36539" y="11310"/>
                      <a:pt x="36206" y="11653"/>
                      <a:pt x="35878" y="11900"/>
                    </a:cubicBezTo>
                    <a:cubicBezTo>
                      <a:pt x="35553" y="12153"/>
                      <a:pt x="35075" y="12277"/>
                      <a:pt x="34455" y="12277"/>
                    </a:cubicBezTo>
                    <a:cubicBezTo>
                      <a:pt x="33865" y="12277"/>
                      <a:pt x="33289" y="12097"/>
                      <a:pt x="32729" y="11739"/>
                    </a:cubicBezTo>
                    <a:cubicBezTo>
                      <a:pt x="32169" y="11384"/>
                      <a:pt x="31497" y="10977"/>
                      <a:pt x="30720" y="10525"/>
                    </a:cubicBezTo>
                    <a:cubicBezTo>
                      <a:pt x="29939" y="10074"/>
                      <a:pt x="29017" y="9670"/>
                      <a:pt x="27941" y="9312"/>
                    </a:cubicBezTo>
                    <a:cubicBezTo>
                      <a:pt x="26869" y="8954"/>
                      <a:pt x="25539" y="8774"/>
                      <a:pt x="23952" y="8774"/>
                    </a:cubicBezTo>
                    <a:cubicBezTo>
                      <a:pt x="21928" y="8774"/>
                      <a:pt x="20154" y="9140"/>
                      <a:pt x="18630" y="9872"/>
                    </a:cubicBezTo>
                    <a:cubicBezTo>
                      <a:pt x="17102" y="10604"/>
                      <a:pt x="15836" y="11653"/>
                      <a:pt x="14824" y="13023"/>
                    </a:cubicBezTo>
                    <a:cubicBezTo>
                      <a:pt x="13812" y="14390"/>
                      <a:pt x="13057" y="16052"/>
                      <a:pt x="12561" y="17993"/>
                    </a:cubicBezTo>
                    <a:cubicBezTo>
                      <a:pt x="12060" y="19938"/>
                      <a:pt x="11814" y="22141"/>
                      <a:pt x="11814" y="24598"/>
                    </a:cubicBezTo>
                    <a:cubicBezTo>
                      <a:pt x="11814" y="27148"/>
                      <a:pt x="12083" y="29422"/>
                      <a:pt x="12632" y="31412"/>
                    </a:cubicBezTo>
                    <a:cubicBezTo>
                      <a:pt x="13173" y="33402"/>
                      <a:pt x="13961" y="35075"/>
                      <a:pt x="14988" y="36430"/>
                    </a:cubicBezTo>
                    <a:cubicBezTo>
                      <a:pt x="16015" y="37782"/>
                      <a:pt x="17259" y="38809"/>
                      <a:pt x="18723" y="39511"/>
                    </a:cubicBezTo>
                    <a:cubicBezTo>
                      <a:pt x="20184" y="40209"/>
                      <a:pt x="21834" y="40560"/>
                      <a:pt x="23672" y="40560"/>
                    </a:cubicBezTo>
                    <a:cubicBezTo>
                      <a:pt x="25506" y="40560"/>
                      <a:pt x="26992" y="40336"/>
                      <a:pt x="28128" y="39880"/>
                    </a:cubicBezTo>
                    <a:cubicBezTo>
                      <a:pt x="29267" y="39429"/>
                      <a:pt x="30223" y="38936"/>
                      <a:pt x="31004" y="38387"/>
                    </a:cubicBezTo>
                    <a:cubicBezTo>
                      <a:pt x="31781" y="37845"/>
                      <a:pt x="32453" y="37349"/>
                      <a:pt x="33032" y="36897"/>
                    </a:cubicBezTo>
                    <a:cubicBezTo>
                      <a:pt x="33607" y="36445"/>
                      <a:pt x="34253" y="36218"/>
                      <a:pt x="34970" y="36218"/>
                    </a:cubicBezTo>
                    <a:cubicBezTo>
                      <a:pt x="35904" y="36218"/>
                      <a:pt x="36606" y="36576"/>
                      <a:pt x="37073" y="37293"/>
                    </a:cubicBezTo>
                    <a:lnTo>
                      <a:pt x="40382" y="41493"/>
                    </a:lnTo>
                    <a:cubicBezTo>
                      <a:pt x="39109" y="42987"/>
                      <a:pt x="37723" y="44238"/>
                      <a:pt x="36229" y="45250"/>
                    </a:cubicBezTo>
                    <a:cubicBezTo>
                      <a:pt x="34739" y="46258"/>
                      <a:pt x="33189" y="47068"/>
                      <a:pt x="31586" y="47676"/>
                    </a:cubicBezTo>
                    <a:cubicBezTo>
                      <a:pt x="29980" y="48281"/>
                      <a:pt x="28326" y="48711"/>
                      <a:pt x="26611" y="48961"/>
                    </a:cubicBezTo>
                    <a:cubicBezTo>
                      <a:pt x="24901" y="49211"/>
                      <a:pt x="23205" y="49334"/>
                      <a:pt x="21524" y="49334"/>
                    </a:cubicBezTo>
                    <a:cubicBezTo>
                      <a:pt x="18566" y="49334"/>
                      <a:pt x="15780" y="48778"/>
                      <a:pt x="13166" y="47676"/>
                    </a:cubicBezTo>
                    <a:cubicBezTo>
                      <a:pt x="10551" y="46571"/>
                      <a:pt x="8273" y="44962"/>
                      <a:pt x="6327" y="42845"/>
                    </a:cubicBezTo>
                    <a:cubicBezTo>
                      <a:pt x="4381" y="40732"/>
                      <a:pt x="2842" y="38140"/>
                      <a:pt x="1707" y="35075"/>
                    </a:cubicBezTo>
                    <a:cubicBezTo>
                      <a:pt x="568" y="32010"/>
                      <a:pt x="0" y="28519"/>
                      <a:pt x="0" y="24598"/>
                    </a:cubicBezTo>
                    <a:cubicBezTo>
                      <a:pt x="0" y="21081"/>
                      <a:pt x="508" y="17821"/>
                      <a:pt x="1516" y="14819"/>
                    </a:cubicBezTo>
                    <a:cubicBezTo>
                      <a:pt x="2532" y="11817"/>
                      <a:pt x="4015" y="9219"/>
                      <a:pt x="5976" y="7027"/>
                    </a:cubicBezTo>
                    <a:cubicBezTo>
                      <a:pt x="7937" y="4832"/>
                      <a:pt x="10364" y="3114"/>
                      <a:pt x="13263" y="1867"/>
                    </a:cubicBezTo>
                    <a:cubicBezTo>
                      <a:pt x="16154" y="624"/>
                      <a:pt x="19485" y="0"/>
                      <a:pt x="23250" y="0"/>
                    </a:cubicBezTo>
                    <a:cubicBezTo>
                      <a:pt x="26828" y="0"/>
                      <a:pt x="29965" y="575"/>
                      <a:pt x="32658" y="1729"/>
                    </a:cubicBezTo>
                    <a:cubicBezTo>
                      <a:pt x="35351" y="2879"/>
                      <a:pt x="37771" y="4529"/>
                      <a:pt x="39915" y="6676"/>
                    </a:cubicBezTo>
                    <a:lnTo>
                      <a:pt x="36882" y="1087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3" name="Google Shape;1963;p90"/>
              <p:cNvSpPr/>
              <p:nvPr/>
            </p:nvSpPr>
            <p:spPr>
              <a:xfrm>
                <a:off x="2864145" y="3828402"/>
                <a:ext cx="57424" cy="68981"/>
              </a:xfrm>
              <a:custGeom>
                <a:rect b="b" l="l" r="r" t="t"/>
                <a:pathLst>
                  <a:path extrusionOk="0" h="68981" w="57424">
                    <a:moveTo>
                      <a:pt x="50328" y="52321"/>
                    </a:moveTo>
                    <a:cubicBezTo>
                      <a:pt x="51012" y="52321"/>
                      <a:pt x="51606" y="52586"/>
                      <a:pt x="52099" y="53113"/>
                    </a:cubicBezTo>
                    <a:lnTo>
                      <a:pt x="57051" y="58482"/>
                    </a:lnTo>
                    <a:cubicBezTo>
                      <a:pt x="54310" y="61872"/>
                      <a:pt x="50941" y="64471"/>
                      <a:pt x="46941" y="66274"/>
                    </a:cubicBezTo>
                    <a:cubicBezTo>
                      <a:pt x="42941" y="68078"/>
                      <a:pt x="38141" y="68981"/>
                      <a:pt x="32539" y="68981"/>
                    </a:cubicBezTo>
                    <a:cubicBezTo>
                      <a:pt x="27526" y="68981"/>
                      <a:pt x="23022" y="68126"/>
                      <a:pt x="19026" y="66416"/>
                    </a:cubicBezTo>
                    <a:cubicBezTo>
                      <a:pt x="15026" y="64706"/>
                      <a:pt x="11608" y="62324"/>
                      <a:pt x="8777" y="59274"/>
                    </a:cubicBezTo>
                    <a:cubicBezTo>
                      <a:pt x="5942" y="56223"/>
                      <a:pt x="3772" y="52586"/>
                      <a:pt x="2263" y="48352"/>
                    </a:cubicBezTo>
                    <a:cubicBezTo>
                      <a:pt x="751" y="44122"/>
                      <a:pt x="0" y="39503"/>
                      <a:pt x="0" y="34492"/>
                    </a:cubicBezTo>
                    <a:cubicBezTo>
                      <a:pt x="0" y="29422"/>
                      <a:pt x="840" y="24777"/>
                      <a:pt x="2521" y="20562"/>
                    </a:cubicBezTo>
                    <a:cubicBezTo>
                      <a:pt x="4202" y="16346"/>
                      <a:pt x="6566" y="12710"/>
                      <a:pt x="9614" y="9663"/>
                    </a:cubicBezTo>
                    <a:cubicBezTo>
                      <a:pt x="12669" y="6612"/>
                      <a:pt x="16314" y="4242"/>
                      <a:pt x="20565" y="2543"/>
                    </a:cubicBezTo>
                    <a:cubicBezTo>
                      <a:pt x="24815" y="848"/>
                      <a:pt x="29506" y="0"/>
                      <a:pt x="34642" y="0"/>
                    </a:cubicBezTo>
                    <a:cubicBezTo>
                      <a:pt x="39650" y="0"/>
                      <a:pt x="44031" y="803"/>
                      <a:pt x="47781" y="2404"/>
                    </a:cubicBezTo>
                    <a:cubicBezTo>
                      <a:pt x="51535" y="4006"/>
                      <a:pt x="54747" y="6131"/>
                      <a:pt x="57425" y="8774"/>
                    </a:cubicBezTo>
                    <a:lnTo>
                      <a:pt x="53223" y="14610"/>
                    </a:lnTo>
                    <a:cubicBezTo>
                      <a:pt x="52973" y="14984"/>
                      <a:pt x="52655" y="15308"/>
                      <a:pt x="52263" y="15592"/>
                    </a:cubicBezTo>
                    <a:cubicBezTo>
                      <a:pt x="51874" y="15869"/>
                      <a:pt x="51337" y="16010"/>
                      <a:pt x="50657" y="16010"/>
                    </a:cubicBezTo>
                    <a:cubicBezTo>
                      <a:pt x="49936" y="16010"/>
                      <a:pt x="49208" y="15730"/>
                      <a:pt x="48461" y="15167"/>
                    </a:cubicBezTo>
                    <a:cubicBezTo>
                      <a:pt x="47714" y="14610"/>
                      <a:pt x="46765" y="14002"/>
                      <a:pt x="45611" y="13348"/>
                    </a:cubicBezTo>
                    <a:cubicBezTo>
                      <a:pt x="44457" y="12695"/>
                      <a:pt x="43004" y="12090"/>
                      <a:pt x="41245" y="11530"/>
                    </a:cubicBezTo>
                    <a:cubicBezTo>
                      <a:pt x="39486" y="10966"/>
                      <a:pt x="37256" y="10690"/>
                      <a:pt x="34548" y="10690"/>
                    </a:cubicBezTo>
                    <a:cubicBezTo>
                      <a:pt x="31373" y="10690"/>
                      <a:pt x="28453" y="11242"/>
                      <a:pt x="25793" y="12344"/>
                    </a:cubicBezTo>
                    <a:cubicBezTo>
                      <a:pt x="23130" y="13449"/>
                      <a:pt x="20845" y="15029"/>
                      <a:pt x="18929" y="17082"/>
                    </a:cubicBezTo>
                    <a:cubicBezTo>
                      <a:pt x="17016" y="19136"/>
                      <a:pt x="15522" y="21633"/>
                      <a:pt x="14447" y="24576"/>
                    </a:cubicBezTo>
                    <a:cubicBezTo>
                      <a:pt x="13375" y="27514"/>
                      <a:pt x="12841" y="30822"/>
                      <a:pt x="12841" y="34492"/>
                    </a:cubicBezTo>
                    <a:cubicBezTo>
                      <a:pt x="12841" y="38290"/>
                      <a:pt x="13375" y="41665"/>
                      <a:pt x="14447" y="44619"/>
                    </a:cubicBezTo>
                    <a:cubicBezTo>
                      <a:pt x="15522" y="47576"/>
                      <a:pt x="16975" y="50066"/>
                      <a:pt x="18813" y="52086"/>
                    </a:cubicBezTo>
                    <a:cubicBezTo>
                      <a:pt x="20647" y="54110"/>
                      <a:pt x="22813" y="55656"/>
                      <a:pt x="25304" y="56731"/>
                    </a:cubicBezTo>
                    <a:cubicBezTo>
                      <a:pt x="27795" y="57803"/>
                      <a:pt x="30470" y="58340"/>
                      <a:pt x="33334" y="58340"/>
                    </a:cubicBezTo>
                    <a:cubicBezTo>
                      <a:pt x="35045" y="58340"/>
                      <a:pt x="36595" y="58247"/>
                      <a:pt x="37977" y="58064"/>
                    </a:cubicBezTo>
                    <a:cubicBezTo>
                      <a:pt x="39362" y="57873"/>
                      <a:pt x="40640" y="57578"/>
                      <a:pt x="41805" y="57171"/>
                    </a:cubicBezTo>
                    <a:cubicBezTo>
                      <a:pt x="42974" y="56772"/>
                      <a:pt x="44080" y="56249"/>
                      <a:pt x="45122" y="55611"/>
                    </a:cubicBezTo>
                    <a:cubicBezTo>
                      <a:pt x="46164" y="54972"/>
                      <a:pt x="47198" y="54188"/>
                      <a:pt x="48225" y="53255"/>
                    </a:cubicBezTo>
                    <a:cubicBezTo>
                      <a:pt x="48535" y="52971"/>
                      <a:pt x="48864" y="52751"/>
                      <a:pt x="49208" y="52579"/>
                    </a:cubicBezTo>
                    <a:cubicBezTo>
                      <a:pt x="49551" y="52407"/>
                      <a:pt x="49921" y="52321"/>
                      <a:pt x="50328" y="52321"/>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4" name="Google Shape;1964;p90"/>
              <p:cNvSpPr/>
              <p:nvPr/>
            </p:nvSpPr>
            <p:spPr>
              <a:xfrm>
                <a:off x="2926701" y="3848004"/>
                <a:ext cx="47388" cy="49334"/>
              </a:xfrm>
              <a:custGeom>
                <a:rect b="b" l="l" r="r" t="t"/>
                <a:pathLst>
                  <a:path extrusionOk="0" h="49334" w="47388">
                    <a:moveTo>
                      <a:pt x="23762" y="0"/>
                    </a:moveTo>
                    <a:cubicBezTo>
                      <a:pt x="27340" y="0"/>
                      <a:pt x="30589" y="575"/>
                      <a:pt x="33499" y="1729"/>
                    </a:cubicBezTo>
                    <a:cubicBezTo>
                      <a:pt x="36408" y="2879"/>
                      <a:pt x="38888" y="4514"/>
                      <a:pt x="40942" y="6628"/>
                    </a:cubicBezTo>
                    <a:cubicBezTo>
                      <a:pt x="43000" y="8744"/>
                      <a:pt x="44588" y="11328"/>
                      <a:pt x="45704" y="14375"/>
                    </a:cubicBezTo>
                    <a:cubicBezTo>
                      <a:pt x="46825" y="17425"/>
                      <a:pt x="47389" y="20834"/>
                      <a:pt x="47389" y="24598"/>
                    </a:cubicBezTo>
                    <a:cubicBezTo>
                      <a:pt x="47389" y="28392"/>
                      <a:pt x="46825" y="31815"/>
                      <a:pt x="45704" y="34866"/>
                    </a:cubicBezTo>
                    <a:cubicBezTo>
                      <a:pt x="44588" y="37913"/>
                      <a:pt x="43000" y="40511"/>
                      <a:pt x="40942" y="42662"/>
                    </a:cubicBezTo>
                    <a:cubicBezTo>
                      <a:pt x="38888" y="44805"/>
                      <a:pt x="36408" y="46456"/>
                      <a:pt x="33499" y="47606"/>
                    </a:cubicBezTo>
                    <a:cubicBezTo>
                      <a:pt x="30589" y="48755"/>
                      <a:pt x="27340" y="49334"/>
                      <a:pt x="23762" y="49334"/>
                    </a:cubicBezTo>
                    <a:cubicBezTo>
                      <a:pt x="20184" y="49334"/>
                      <a:pt x="16930" y="48755"/>
                      <a:pt x="14006" y="47606"/>
                    </a:cubicBezTo>
                    <a:cubicBezTo>
                      <a:pt x="11082" y="46456"/>
                      <a:pt x="8583" y="44805"/>
                      <a:pt x="6510" y="42662"/>
                    </a:cubicBezTo>
                    <a:cubicBezTo>
                      <a:pt x="4445" y="40511"/>
                      <a:pt x="2839" y="37913"/>
                      <a:pt x="1703" y="34866"/>
                    </a:cubicBezTo>
                    <a:cubicBezTo>
                      <a:pt x="564" y="31815"/>
                      <a:pt x="0" y="28392"/>
                      <a:pt x="0" y="24598"/>
                    </a:cubicBezTo>
                    <a:cubicBezTo>
                      <a:pt x="0" y="20834"/>
                      <a:pt x="564" y="17425"/>
                      <a:pt x="1703" y="14375"/>
                    </a:cubicBezTo>
                    <a:cubicBezTo>
                      <a:pt x="2839" y="11328"/>
                      <a:pt x="4445" y="8744"/>
                      <a:pt x="6510" y="6628"/>
                    </a:cubicBezTo>
                    <a:cubicBezTo>
                      <a:pt x="8583" y="4514"/>
                      <a:pt x="11082" y="2879"/>
                      <a:pt x="14006" y="1729"/>
                    </a:cubicBezTo>
                    <a:cubicBezTo>
                      <a:pt x="16930" y="575"/>
                      <a:pt x="20184" y="0"/>
                      <a:pt x="23762" y="0"/>
                    </a:cubicBezTo>
                    <a:close/>
                    <a:moveTo>
                      <a:pt x="23762" y="40467"/>
                    </a:moveTo>
                    <a:cubicBezTo>
                      <a:pt x="27747" y="40467"/>
                      <a:pt x="30697" y="39126"/>
                      <a:pt x="32613" y="36453"/>
                    </a:cubicBezTo>
                    <a:cubicBezTo>
                      <a:pt x="34522" y="33776"/>
                      <a:pt x="35482" y="29855"/>
                      <a:pt x="35482" y="24691"/>
                    </a:cubicBezTo>
                    <a:cubicBezTo>
                      <a:pt x="35482" y="19524"/>
                      <a:pt x="34522" y="15592"/>
                      <a:pt x="32613" y="12882"/>
                    </a:cubicBezTo>
                    <a:cubicBezTo>
                      <a:pt x="30697" y="10174"/>
                      <a:pt x="27747" y="8823"/>
                      <a:pt x="23762" y="8823"/>
                    </a:cubicBezTo>
                    <a:cubicBezTo>
                      <a:pt x="19717" y="8823"/>
                      <a:pt x="16729" y="10182"/>
                      <a:pt x="14798" y="12908"/>
                    </a:cubicBezTo>
                    <a:cubicBezTo>
                      <a:pt x="12867" y="15626"/>
                      <a:pt x="11907" y="19557"/>
                      <a:pt x="11907" y="24691"/>
                    </a:cubicBezTo>
                    <a:cubicBezTo>
                      <a:pt x="11907" y="29825"/>
                      <a:pt x="12867" y="33738"/>
                      <a:pt x="14798" y="36430"/>
                    </a:cubicBezTo>
                    <a:cubicBezTo>
                      <a:pt x="16729" y="39119"/>
                      <a:pt x="19717" y="40467"/>
                      <a:pt x="23762" y="4046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5" name="Google Shape;1965;p90"/>
              <p:cNvSpPr/>
              <p:nvPr/>
            </p:nvSpPr>
            <p:spPr>
              <a:xfrm>
                <a:off x="2983102" y="3848004"/>
                <a:ext cx="67269" cy="48632"/>
              </a:xfrm>
              <a:custGeom>
                <a:rect b="b" l="l" r="r" t="t"/>
                <a:pathLst>
                  <a:path extrusionOk="0" h="48632" w="67269">
                    <a:moveTo>
                      <a:pt x="0" y="48632"/>
                    </a:moveTo>
                    <a:lnTo>
                      <a:pt x="0" y="747"/>
                    </a:lnTo>
                    <a:lnTo>
                      <a:pt x="7044" y="747"/>
                    </a:lnTo>
                    <a:cubicBezTo>
                      <a:pt x="8542" y="747"/>
                      <a:pt x="9524" y="1449"/>
                      <a:pt x="9991" y="2849"/>
                    </a:cubicBezTo>
                    <a:lnTo>
                      <a:pt x="10738" y="6396"/>
                    </a:lnTo>
                    <a:cubicBezTo>
                      <a:pt x="11575" y="5463"/>
                      <a:pt x="12456" y="4604"/>
                      <a:pt x="13375" y="3827"/>
                    </a:cubicBezTo>
                    <a:cubicBezTo>
                      <a:pt x="14290" y="3051"/>
                      <a:pt x="15272" y="2382"/>
                      <a:pt x="16314" y="1822"/>
                    </a:cubicBezTo>
                    <a:cubicBezTo>
                      <a:pt x="17356" y="1262"/>
                      <a:pt x="18477" y="818"/>
                      <a:pt x="19676" y="493"/>
                    </a:cubicBezTo>
                    <a:cubicBezTo>
                      <a:pt x="20875" y="164"/>
                      <a:pt x="22189" y="0"/>
                      <a:pt x="23620" y="0"/>
                    </a:cubicBezTo>
                    <a:cubicBezTo>
                      <a:pt x="26641" y="0"/>
                      <a:pt x="29125" y="818"/>
                      <a:pt x="31067" y="2449"/>
                    </a:cubicBezTo>
                    <a:cubicBezTo>
                      <a:pt x="33013" y="4085"/>
                      <a:pt x="34466" y="6258"/>
                      <a:pt x="35433" y="8961"/>
                    </a:cubicBezTo>
                    <a:cubicBezTo>
                      <a:pt x="36180" y="7374"/>
                      <a:pt x="37114" y="6015"/>
                      <a:pt x="38235" y="4876"/>
                    </a:cubicBezTo>
                    <a:cubicBezTo>
                      <a:pt x="39355" y="3745"/>
                      <a:pt x="40584" y="2819"/>
                      <a:pt x="41921" y="2098"/>
                    </a:cubicBezTo>
                    <a:cubicBezTo>
                      <a:pt x="43262" y="1385"/>
                      <a:pt x="44685" y="855"/>
                      <a:pt x="46194" y="515"/>
                    </a:cubicBezTo>
                    <a:cubicBezTo>
                      <a:pt x="47703" y="172"/>
                      <a:pt x="49219" y="0"/>
                      <a:pt x="50747" y="0"/>
                    </a:cubicBezTo>
                    <a:cubicBezTo>
                      <a:pt x="53391" y="0"/>
                      <a:pt x="55744" y="403"/>
                      <a:pt x="57794" y="1214"/>
                    </a:cubicBezTo>
                    <a:cubicBezTo>
                      <a:pt x="59849" y="2024"/>
                      <a:pt x="61578" y="3203"/>
                      <a:pt x="62978" y="4761"/>
                    </a:cubicBezTo>
                    <a:cubicBezTo>
                      <a:pt x="64379" y="6318"/>
                      <a:pt x="65444" y="8214"/>
                      <a:pt x="66176" y="10458"/>
                    </a:cubicBezTo>
                    <a:cubicBezTo>
                      <a:pt x="66908" y="12695"/>
                      <a:pt x="67270" y="15264"/>
                      <a:pt x="67270" y="18157"/>
                    </a:cubicBezTo>
                    <a:lnTo>
                      <a:pt x="67270" y="48632"/>
                    </a:lnTo>
                    <a:lnTo>
                      <a:pt x="55744" y="48632"/>
                    </a:lnTo>
                    <a:lnTo>
                      <a:pt x="55744" y="18157"/>
                    </a:lnTo>
                    <a:cubicBezTo>
                      <a:pt x="55744" y="15107"/>
                      <a:pt x="55072" y="12810"/>
                      <a:pt x="53731" y="11272"/>
                    </a:cubicBezTo>
                    <a:cubicBezTo>
                      <a:pt x="52394" y="9730"/>
                      <a:pt x="50437" y="8961"/>
                      <a:pt x="47852" y="8961"/>
                    </a:cubicBezTo>
                    <a:cubicBezTo>
                      <a:pt x="46668" y="8961"/>
                      <a:pt x="45570" y="9166"/>
                      <a:pt x="44558" y="9566"/>
                    </a:cubicBezTo>
                    <a:cubicBezTo>
                      <a:pt x="43549" y="9973"/>
                      <a:pt x="42664" y="10555"/>
                      <a:pt x="41899" y="11317"/>
                    </a:cubicBezTo>
                    <a:cubicBezTo>
                      <a:pt x="41133" y="12083"/>
                      <a:pt x="40535" y="13038"/>
                      <a:pt x="40102" y="14192"/>
                    </a:cubicBezTo>
                    <a:cubicBezTo>
                      <a:pt x="39665" y="15338"/>
                      <a:pt x="39448" y="16664"/>
                      <a:pt x="39448" y="18157"/>
                    </a:cubicBezTo>
                    <a:lnTo>
                      <a:pt x="39448" y="48632"/>
                    </a:lnTo>
                    <a:lnTo>
                      <a:pt x="27870" y="48632"/>
                    </a:lnTo>
                    <a:lnTo>
                      <a:pt x="27870" y="18157"/>
                    </a:lnTo>
                    <a:cubicBezTo>
                      <a:pt x="27870" y="14954"/>
                      <a:pt x="27224" y="12620"/>
                      <a:pt x="25932" y="11156"/>
                    </a:cubicBezTo>
                    <a:cubicBezTo>
                      <a:pt x="24639" y="9697"/>
                      <a:pt x="22735" y="8961"/>
                      <a:pt x="20213" y="8961"/>
                    </a:cubicBezTo>
                    <a:cubicBezTo>
                      <a:pt x="18563" y="8961"/>
                      <a:pt x="17013" y="9375"/>
                      <a:pt x="15567" y="10197"/>
                    </a:cubicBezTo>
                    <a:cubicBezTo>
                      <a:pt x="14122" y="11022"/>
                      <a:pt x="12773" y="12153"/>
                      <a:pt x="11530" y="13583"/>
                    </a:cubicBezTo>
                    <a:lnTo>
                      <a:pt x="11530" y="48632"/>
                    </a:lnTo>
                    <a:lnTo>
                      <a:pt x="0" y="486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6" name="Google Shape;1966;p90"/>
              <p:cNvSpPr/>
              <p:nvPr/>
            </p:nvSpPr>
            <p:spPr>
              <a:xfrm>
                <a:off x="3061723" y="3847866"/>
                <a:ext cx="44068" cy="64407"/>
              </a:xfrm>
              <a:custGeom>
                <a:rect b="b" l="l" r="r" t="t"/>
                <a:pathLst>
                  <a:path extrusionOk="0" h="64407" w="44068">
                    <a:moveTo>
                      <a:pt x="0" y="64407"/>
                    </a:moveTo>
                    <a:lnTo>
                      <a:pt x="0" y="885"/>
                    </a:lnTo>
                    <a:lnTo>
                      <a:pt x="7044" y="885"/>
                    </a:lnTo>
                    <a:cubicBezTo>
                      <a:pt x="7791" y="885"/>
                      <a:pt x="8430" y="1057"/>
                      <a:pt x="8960" y="1400"/>
                    </a:cubicBezTo>
                    <a:cubicBezTo>
                      <a:pt x="9490" y="1744"/>
                      <a:pt x="9830" y="2270"/>
                      <a:pt x="9987" y="2987"/>
                    </a:cubicBezTo>
                    <a:lnTo>
                      <a:pt x="10921" y="7419"/>
                    </a:lnTo>
                    <a:cubicBezTo>
                      <a:pt x="12852" y="5208"/>
                      <a:pt x="15070" y="3424"/>
                      <a:pt x="17577" y="2054"/>
                    </a:cubicBezTo>
                    <a:cubicBezTo>
                      <a:pt x="20079" y="683"/>
                      <a:pt x="23015" y="0"/>
                      <a:pt x="26376" y="0"/>
                    </a:cubicBezTo>
                    <a:cubicBezTo>
                      <a:pt x="28987" y="0"/>
                      <a:pt x="31377" y="541"/>
                      <a:pt x="33540" y="1632"/>
                    </a:cubicBezTo>
                    <a:cubicBezTo>
                      <a:pt x="35702" y="2722"/>
                      <a:pt x="37570" y="4301"/>
                      <a:pt x="39142" y="6370"/>
                    </a:cubicBezTo>
                    <a:cubicBezTo>
                      <a:pt x="40715" y="8438"/>
                      <a:pt x="41928" y="10988"/>
                      <a:pt x="42787" y="14024"/>
                    </a:cubicBezTo>
                    <a:cubicBezTo>
                      <a:pt x="43639" y="17056"/>
                      <a:pt x="44068" y="20536"/>
                      <a:pt x="44068" y="24456"/>
                    </a:cubicBezTo>
                    <a:cubicBezTo>
                      <a:pt x="44068" y="28037"/>
                      <a:pt x="43583" y="31345"/>
                      <a:pt x="42623" y="34399"/>
                    </a:cubicBezTo>
                    <a:cubicBezTo>
                      <a:pt x="41656" y="37446"/>
                      <a:pt x="40281" y="40089"/>
                      <a:pt x="38489" y="42333"/>
                    </a:cubicBezTo>
                    <a:cubicBezTo>
                      <a:pt x="36699" y="44570"/>
                      <a:pt x="34537" y="46321"/>
                      <a:pt x="32001" y="47583"/>
                    </a:cubicBezTo>
                    <a:cubicBezTo>
                      <a:pt x="29461" y="48841"/>
                      <a:pt x="26623" y="49472"/>
                      <a:pt x="23482" y="49472"/>
                    </a:cubicBezTo>
                    <a:cubicBezTo>
                      <a:pt x="20774" y="49472"/>
                      <a:pt x="18477" y="49058"/>
                      <a:pt x="16594" y="48237"/>
                    </a:cubicBezTo>
                    <a:cubicBezTo>
                      <a:pt x="14712" y="47411"/>
                      <a:pt x="13024" y="46265"/>
                      <a:pt x="11526" y="44805"/>
                    </a:cubicBezTo>
                    <a:lnTo>
                      <a:pt x="11526" y="64407"/>
                    </a:lnTo>
                    <a:lnTo>
                      <a:pt x="0" y="64407"/>
                    </a:lnTo>
                    <a:close/>
                    <a:moveTo>
                      <a:pt x="22410" y="9099"/>
                    </a:moveTo>
                    <a:cubicBezTo>
                      <a:pt x="20008" y="9099"/>
                      <a:pt x="17961" y="9607"/>
                      <a:pt x="16266" y="10615"/>
                    </a:cubicBezTo>
                    <a:cubicBezTo>
                      <a:pt x="14570" y="11627"/>
                      <a:pt x="12990" y="13053"/>
                      <a:pt x="11526" y="14887"/>
                    </a:cubicBezTo>
                    <a:lnTo>
                      <a:pt x="11526" y="36356"/>
                    </a:lnTo>
                    <a:cubicBezTo>
                      <a:pt x="12837" y="37976"/>
                      <a:pt x="14260" y="39100"/>
                      <a:pt x="15799" y="39739"/>
                    </a:cubicBezTo>
                    <a:cubicBezTo>
                      <a:pt x="17341" y="40377"/>
                      <a:pt x="18996" y="40698"/>
                      <a:pt x="20774" y="40698"/>
                    </a:cubicBezTo>
                    <a:cubicBezTo>
                      <a:pt x="22514" y="40698"/>
                      <a:pt x="24094" y="40370"/>
                      <a:pt x="25513" y="39716"/>
                    </a:cubicBezTo>
                    <a:cubicBezTo>
                      <a:pt x="26925" y="39066"/>
                      <a:pt x="28128" y="38069"/>
                      <a:pt x="29103" y="36733"/>
                    </a:cubicBezTo>
                    <a:cubicBezTo>
                      <a:pt x="30085" y="35392"/>
                      <a:pt x="30839" y="33705"/>
                      <a:pt x="31370" y="31666"/>
                    </a:cubicBezTo>
                    <a:cubicBezTo>
                      <a:pt x="31900" y="29627"/>
                      <a:pt x="32165" y="27227"/>
                      <a:pt x="32165" y="24456"/>
                    </a:cubicBezTo>
                    <a:cubicBezTo>
                      <a:pt x="32165" y="21656"/>
                      <a:pt x="31937" y="19285"/>
                      <a:pt x="31486" y="17336"/>
                    </a:cubicBezTo>
                    <a:cubicBezTo>
                      <a:pt x="31034" y="15394"/>
                      <a:pt x="30387" y="13815"/>
                      <a:pt x="29551" y="12601"/>
                    </a:cubicBezTo>
                    <a:cubicBezTo>
                      <a:pt x="28710" y="11388"/>
                      <a:pt x="27691" y="10499"/>
                      <a:pt x="26492" y="9939"/>
                    </a:cubicBezTo>
                    <a:cubicBezTo>
                      <a:pt x="25293" y="9379"/>
                      <a:pt x="23933" y="9099"/>
                      <a:pt x="22410" y="909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7" name="Google Shape;1967;p90"/>
              <p:cNvSpPr/>
              <p:nvPr/>
            </p:nvSpPr>
            <p:spPr>
              <a:xfrm>
                <a:off x="3113545" y="3848751"/>
                <a:ext cx="41734" cy="48632"/>
              </a:xfrm>
              <a:custGeom>
                <a:rect b="b" l="l" r="r" t="t"/>
                <a:pathLst>
                  <a:path extrusionOk="0" h="48632" w="41734">
                    <a:moveTo>
                      <a:pt x="11526" y="0"/>
                    </a:moveTo>
                    <a:lnTo>
                      <a:pt x="11526" y="30430"/>
                    </a:lnTo>
                    <a:cubicBezTo>
                      <a:pt x="11526" y="33357"/>
                      <a:pt x="12206" y="35620"/>
                      <a:pt x="13558" y="37222"/>
                    </a:cubicBezTo>
                    <a:cubicBezTo>
                      <a:pt x="14914" y="38824"/>
                      <a:pt x="16945" y="39623"/>
                      <a:pt x="19653" y="39623"/>
                    </a:cubicBezTo>
                    <a:cubicBezTo>
                      <a:pt x="21644" y="39623"/>
                      <a:pt x="23511" y="39182"/>
                      <a:pt x="25256" y="38297"/>
                    </a:cubicBezTo>
                    <a:cubicBezTo>
                      <a:pt x="26996" y="37409"/>
                      <a:pt x="28647" y="36188"/>
                      <a:pt x="30201" y="34631"/>
                    </a:cubicBezTo>
                    <a:lnTo>
                      <a:pt x="30201" y="0"/>
                    </a:lnTo>
                    <a:lnTo>
                      <a:pt x="41734" y="0"/>
                    </a:lnTo>
                    <a:lnTo>
                      <a:pt x="41734" y="47886"/>
                    </a:lnTo>
                    <a:lnTo>
                      <a:pt x="34686" y="47886"/>
                    </a:lnTo>
                    <a:cubicBezTo>
                      <a:pt x="33192" y="47886"/>
                      <a:pt x="32214" y="47187"/>
                      <a:pt x="31747" y="45787"/>
                    </a:cubicBezTo>
                    <a:lnTo>
                      <a:pt x="30951" y="41956"/>
                    </a:lnTo>
                    <a:cubicBezTo>
                      <a:pt x="29954" y="42957"/>
                      <a:pt x="28927" y="43864"/>
                      <a:pt x="27866" y="44689"/>
                    </a:cubicBezTo>
                    <a:cubicBezTo>
                      <a:pt x="26809" y="45511"/>
                      <a:pt x="25681" y="46213"/>
                      <a:pt x="24483" y="46788"/>
                    </a:cubicBezTo>
                    <a:cubicBezTo>
                      <a:pt x="23287" y="47366"/>
                      <a:pt x="21995" y="47818"/>
                      <a:pt x="20609" y="48143"/>
                    </a:cubicBezTo>
                    <a:cubicBezTo>
                      <a:pt x="19224" y="48468"/>
                      <a:pt x="17741" y="48632"/>
                      <a:pt x="16154" y="48632"/>
                    </a:cubicBezTo>
                    <a:cubicBezTo>
                      <a:pt x="13539" y="48632"/>
                      <a:pt x="11223" y="48188"/>
                      <a:pt x="9218" y="47303"/>
                    </a:cubicBezTo>
                    <a:cubicBezTo>
                      <a:pt x="7208" y="46418"/>
                      <a:pt x="5520" y="45164"/>
                      <a:pt x="4153" y="43547"/>
                    </a:cubicBezTo>
                    <a:cubicBezTo>
                      <a:pt x="2783" y="41930"/>
                      <a:pt x="1748" y="40007"/>
                      <a:pt x="1050" y="37782"/>
                    </a:cubicBezTo>
                    <a:cubicBezTo>
                      <a:pt x="347" y="35557"/>
                      <a:pt x="0" y="33107"/>
                      <a:pt x="0" y="30430"/>
                    </a:cubicBezTo>
                    <a:lnTo>
                      <a:pt x="0" y="0"/>
                    </a:lnTo>
                    <a:lnTo>
                      <a:pt x="11526"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8" name="Google Shape;1968;p90"/>
              <p:cNvSpPr/>
              <p:nvPr/>
            </p:nvSpPr>
            <p:spPr>
              <a:xfrm>
                <a:off x="3163265" y="3834096"/>
                <a:ext cx="32632" cy="63287"/>
              </a:xfrm>
              <a:custGeom>
                <a:rect b="b" l="l" r="r" t="t"/>
                <a:pathLst>
                  <a:path extrusionOk="0" h="63287" w="32632">
                    <a:moveTo>
                      <a:pt x="20075" y="63287"/>
                    </a:moveTo>
                    <a:cubicBezTo>
                      <a:pt x="15937" y="63287"/>
                      <a:pt x="12747" y="62115"/>
                      <a:pt x="10506" y="59763"/>
                    </a:cubicBezTo>
                    <a:cubicBezTo>
                      <a:pt x="8265" y="57414"/>
                      <a:pt x="7145" y="54173"/>
                      <a:pt x="7145" y="50036"/>
                    </a:cubicBezTo>
                    <a:lnTo>
                      <a:pt x="7145" y="23291"/>
                    </a:lnTo>
                    <a:lnTo>
                      <a:pt x="2286" y="23291"/>
                    </a:lnTo>
                    <a:cubicBezTo>
                      <a:pt x="1666" y="23291"/>
                      <a:pt x="1128" y="23089"/>
                      <a:pt x="680" y="22682"/>
                    </a:cubicBezTo>
                    <a:cubicBezTo>
                      <a:pt x="228" y="22279"/>
                      <a:pt x="0" y="21674"/>
                      <a:pt x="0" y="20864"/>
                    </a:cubicBezTo>
                    <a:lnTo>
                      <a:pt x="0" y="16290"/>
                    </a:lnTo>
                    <a:lnTo>
                      <a:pt x="7705"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1"/>
                      <a:pt x="22787" y="54001"/>
                    </a:cubicBezTo>
                    <a:cubicBezTo>
                      <a:pt x="23500" y="54001"/>
                      <a:pt x="24098" y="53915"/>
                      <a:pt x="24580" y="53744"/>
                    </a:cubicBezTo>
                    <a:cubicBezTo>
                      <a:pt x="25065" y="53572"/>
                      <a:pt x="25483" y="53393"/>
                      <a:pt x="25842" y="53206"/>
                    </a:cubicBezTo>
                    <a:cubicBezTo>
                      <a:pt x="26201" y="53019"/>
                      <a:pt x="26522" y="52844"/>
                      <a:pt x="26798" y="52672"/>
                    </a:cubicBezTo>
                    <a:cubicBezTo>
                      <a:pt x="27078" y="52500"/>
                      <a:pt x="27358" y="52411"/>
                      <a:pt x="27639" y="52411"/>
                    </a:cubicBezTo>
                    <a:cubicBezTo>
                      <a:pt x="27982" y="52411"/>
                      <a:pt x="28259" y="52500"/>
                      <a:pt x="28479" y="52672"/>
                    </a:cubicBezTo>
                    <a:cubicBezTo>
                      <a:pt x="28699" y="52844"/>
                      <a:pt x="28931" y="53098"/>
                      <a:pt x="29181" y="53441"/>
                    </a:cubicBezTo>
                    <a:lnTo>
                      <a:pt x="32632" y="59042"/>
                    </a:lnTo>
                    <a:cubicBezTo>
                      <a:pt x="30955" y="60442"/>
                      <a:pt x="29024" y="61499"/>
                      <a:pt x="26847" y="62212"/>
                    </a:cubicBezTo>
                    <a:cubicBezTo>
                      <a:pt x="24669" y="62933"/>
                      <a:pt x="22410" y="63287"/>
                      <a:pt x="20075" y="6328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69" name="Google Shape;1969;p90"/>
              <p:cNvSpPr/>
              <p:nvPr/>
            </p:nvSpPr>
            <p:spPr>
              <a:xfrm>
                <a:off x="3200521" y="3848004"/>
                <a:ext cx="43747" cy="49334"/>
              </a:xfrm>
              <a:custGeom>
                <a:rect b="b" l="l" r="r" t="t"/>
                <a:pathLst>
                  <a:path extrusionOk="0" h="49334" w="43747">
                    <a:moveTo>
                      <a:pt x="23018" y="0"/>
                    </a:moveTo>
                    <a:cubicBezTo>
                      <a:pt x="26033" y="0"/>
                      <a:pt x="28811" y="485"/>
                      <a:pt x="31351" y="1449"/>
                    </a:cubicBezTo>
                    <a:cubicBezTo>
                      <a:pt x="33887" y="2412"/>
                      <a:pt x="36072" y="3820"/>
                      <a:pt x="37910" y="5672"/>
                    </a:cubicBezTo>
                    <a:cubicBezTo>
                      <a:pt x="39743" y="7520"/>
                      <a:pt x="41178" y="9794"/>
                      <a:pt x="42205" y="12486"/>
                    </a:cubicBezTo>
                    <a:cubicBezTo>
                      <a:pt x="43232" y="15178"/>
                      <a:pt x="43747" y="18251"/>
                      <a:pt x="43747" y="21701"/>
                    </a:cubicBezTo>
                    <a:cubicBezTo>
                      <a:pt x="43747" y="22574"/>
                      <a:pt x="43706" y="23299"/>
                      <a:pt x="43628" y="23874"/>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4"/>
                      <a:pt x="15451" y="36964"/>
                    </a:cubicBezTo>
                    <a:cubicBezTo>
                      <a:pt x="17760" y="39268"/>
                      <a:pt x="20807" y="40418"/>
                      <a:pt x="24606" y="40418"/>
                    </a:cubicBezTo>
                    <a:cubicBezTo>
                      <a:pt x="26473" y="40418"/>
                      <a:pt x="28083" y="40201"/>
                      <a:pt x="29435" y="39765"/>
                    </a:cubicBezTo>
                    <a:cubicBezTo>
                      <a:pt x="30791" y="39331"/>
                      <a:pt x="31971" y="38846"/>
                      <a:pt x="32987" y="38320"/>
                    </a:cubicBezTo>
                    <a:cubicBezTo>
                      <a:pt x="33995" y="37789"/>
                      <a:pt x="34881" y="37308"/>
                      <a:pt x="35646" y="36871"/>
                    </a:cubicBezTo>
                    <a:cubicBezTo>
                      <a:pt x="36408" y="36438"/>
                      <a:pt x="37148" y="36218"/>
                      <a:pt x="37861" y="36218"/>
                    </a:cubicBezTo>
                    <a:cubicBezTo>
                      <a:pt x="38328" y="36218"/>
                      <a:pt x="38735" y="36311"/>
                      <a:pt x="39075" y="36498"/>
                    </a:cubicBezTo>
                    <a:cubicBezTo>
                      <a:pt x="39419" y="36684"/>
                      <a:pt x="39714" y="36949"/>
                      <a:pt x="39964" y="37293"/>
                    </a:cubicBezTo>
                    <a:lnTo>
                      <a:pt x="43325" y="41493"/>
                    </a:lnTo>
                    <a:cubicBezTo>
                      <a:pt x="42048" y="42987"/>
                      <a:pt x="40617" y="44238"/>
                      <a:pt x="39030" y="45250"/>
                    </a:cubicBezTo>
                    <a:cubicBezTo>
                      <a:pt x="37443" y="46258"/>
                      <a:pt x="35788" y="47068"/>
                      <a:pt x="34059" y="47676"/>
                    </a:cubicBezTo>
                    <a:cubicBezTo>
                      <a:pt x="32330" y="48281"/>
                      <a:pt x="30570" y="48711"/>
                      <a:pt x="28785" y="48961"/>
                    </a:cubicBezTo>
                    <a:cubicBezTo>
                      <a:pt x="26992" y="49211"/>
                      <a:pt x="25256" y="49334"/>
                      <a:pt x="23575" y="49334"/>
                    </a:cubicBezTo>
                    <a:cubicBezTo>
                      <a:pt x="20247" y="49334"/>
                      <a:pt x="17147" y="48778"/>
                      <a:pt x="14286" y="47676"/>
                    </a:cubicBezTo>
                    <a:cubicBezTo>
                      <a:pt x="11421" y="46571"/>
                      <a:pt x="8930" y="44940"/>
                      <a:pt x="6816" y="42778"/>
                    </a:cubicBezTo>
                    <a:cubicBezTo>
                      <a:pt x="4699" y="40616"/>
                      <a:pt x="3033" y="37939"/>
                      <a:pt x="1823" y="34746"/>
                    </a:cubicBezTo>
                    <a:cubicBezTo>
                      <a:pt x="609" y="31558"/>
                      <a:pt x="0" y="27865"/>
                      <a:pt x="0" y="23665"/>
                    </a:cubicBezTo>
                    <a:cubicBezTo>
                      <a:pt x="0" y="20398"/>
                      <a:pt x="527" y="17321"/>
                      <a:pt x="1587" y="14446"/>
                    </a:cubicBezTo>
                    <a:cubicBezTo>
                      <a:pt x="2648" y="11567"/>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08"/>
                    </a:cubicBezTo>
                    <a:cubicBezTo>
                      <a:pt x="13461" y="13005"/>
                      <a:pt x="12247" y="15701"/>
                      <a:pt x="11716" y="19184"/>
                    </a:cubicBezTo>
                    <a:lnTo>
                      <a:pt x="33379" y="19184"/>
                    </a:lnTo>
                    <a:cubicBezTo>
                      <a:pt x="33379" y="17690"/>
                      <a:pt x="33177" y="16283"/>
                      <a:pt x="32774" y="14961"/>
                    </a:cubicBezTo>
                    <a:cubicBezTo>
                      <a:pt x="32371" y="13636"/>
                      <a:pt x="31747" y="12478"/>
                      <a:pt x="30907" y="11481"/>
                    </a:cubicBezTo>
                    <a:cubicBezTo>
                      <a:pt x="30066" y="10484"/>
                      <a:pt x="29005" y="9700"/>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0" name="Google Shape;1970;p90"/>
              <p:cNvSpPr/>
              <p:nvPr/>
            </p:nvSpPr>
            <p:spPr>
              <a:xfrm>
                <a:off x="2971143" y="3929961"/>
                <a:ext cx="42574" cy="67487"/>
              </a:xfrm>
              <a:custGeom>
                <a:rect b="b" l="l" r="r" t="t"/>
                <a:pathLst>
                  <a:path extrusionOk="0" h="67487" w="42574">
                    <a:moveTo>
                      <a:pt x="42575" y="0"/>
                    </a:moveTo>
                    <a:lnTo>
                      <a:pt x="42575" y="9988"/>
                    </a:lnTo>
                    <a:lnTo>
                      <a:pt x="12650" y="9988"/>
                    </a:lnTo>
                    <a:lnTo>
                      <a:pt x="12650" y="28705"/>
                    </a:lnTo>
                    <a:lnTo>
                      <a:pt x="36229" y="28705"/>
                    </a:lnTo>
                    <a:lnTo>
                      <a:pt x="36229" y="38364"/>
                    </a:lnTo>
                    <a:lnTo>
                      <a:pt x="12650" y="38364"/>
                    </a:lnTo>
                    <a:lnTo>
                      <a:pt x="12650" y="57455"/>
                    </a:lnTo>
                    <a:lnTo>
                      <a:pt x="42575" y="57455"/>
                    </a:lnTo>
                    <a:lnTo>
                      <a:pt x="42575" y="67488"/>
                    </a:lnTo>
                    <a:lnTo>
                      <a:pt x="0" y="67488"/>
                    </a:lnTo>
                    <a:lnTo>
                      <a:pt x="0" y="0"/>
                    </a:lnTo>
                    <a:lnTo>
                      <a:pt x="42575"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1" name="Google Shape;1971;p90"/>
              <p:cNvSpPr/>
              <p:nvPr/>
            </p:nvSpPr>
            <p:spPr>
              <a:xfrm>
                <a:off x="3023944" y="3948816"/>
                <a:ext cx="41737" cy="48632"/>
              </a:xfrm>
              <a:custGeom>
                <a:rect b="b" l="l" r="r" t="t"/>
                <a:pathLst>
                  <a:path extrusionOk="0" h="48632" w="41737">
                    <a:moveTo>
                      <a:pt x="0" y="48632"/>
                    </a:moveTo>
                    <a:lnTo>
                      <a:pt x="0" y="747"/>
                    </a:lnTo>
                    <a:lnTo>
                      <a:pt x="7048" y="747"/>
                    </a:lnTo>
                    <a:cubicBezTo>
                      <a:pt x="8542" y="747"/>
                      <a:pt x="9524" y="1449"/>
                      <a:pt x="9991" y="2849"/>
                    </a:cubicBezTo>
                    <a:lnTo>
                      <a:pt x="10783" y="6628"/>
                    </a:lnTo>
                    <a:cubicBezTo>
                      <a:pt x="11750" y="5634"/>
                      <a:pt x="12766" y="4731"/>
                      <a:pt x="13842" y="3924"/>
                    </a:cubicBezTo>
                    <a:cubicBezTo>
                      <a:pt x="14914" y="3114"/>
                      <a:pt x="16053" y="2412"/>
                      <a:pt x="17248" y="1822"/>
                    </a:cubicBezTo>
                    <a:cubicBezTo>
                      <a:pt x="18451" y="1232"/>
                      <a:pt x="19732" y="780"/>
                      <a:pt x="21102" y="467"/>
                    </a:cubicBezTo>
                    <a:cubicBezTo>
                      <a:pt x="22473" y="157"/>
                      <a:pt x="23963" y="0"/>
                      <a:pt x="25584" y="0"/>
                    </a:cubicBezTo>
                    <a:cubicBezTo>
                      <a:pt x="28199" y="0"/>
                      <a:pt x="30514" y="444"/>
                      <a:pt x="32539" y="1329"/>
                    </a:cubicBezTo>
                    <a:cubicBezTo>
                      <a:pt x="34563" y="2218"/>
                      <a:pt x="36251" y="3465"/>
                      <a:pt x="37607" y="5063"/>
                    </a:cubicBezTo>
                    <a:cubicBezTo>
                      <a:pt x="38959" y="6669"/>
                      <a:pt x="39986" y="8584"/>
                      <a:pt x="40688" y="10805"/>
                    </a:cubicBezTo>
                    <a:cubicBezTo>
                      <a:pt x="41387" y="13031"/>
                      <a:pt x="41738" y="15480"/>
                      <a:pt x="41738" y="18157"/>
                    </a:cubicBezTo>
                    <a:lnTo>
                      <a:pt x="41738" y="48632"/>
                    </a:lnTo>
                    <a:lnTo>
                      <a:pt x="30204" y="48632"/>
                    </a:lnTo>
                    <a:lnTo>
                      <a:pt x="30204" y="18157"/>
                    </a:lnTo>
                    <a:cubicBezTo>
                      <a:pt x="30204" y="15234"/>
                      <a:pt x="29532" y="12967"/>
                      <a:pt x="28173" y="11366"/>
                    </a:cubicBezTo>
                    <a:cubicBezTo>
                      <a:pt x="26821" y="9764"/>
                      <a:pt x="24789" y="8961"/>
                      <a:pt x="22081" y="8961"/>
                    </a:cubicBezTo>
                    <a:cubicBezTo>
                      <a:pt x="20090" y="8961"/>
                      <a:pt x="18223" y="9413"/>
                      <a:pt x="16479" y="10316"/>
                    </a:cubicBezTo>
                    <a:cubicBezTo>
                      <a:pt x="14738" y="11220"/>
                      <a:pt x="13087" y="12448"/>
                      <a:pt x="11530" y="14002"/>
                    </a:cubicBezTo>
                    <a:lnTo>
                      <a:pt x="11530" y="48632"/>
                    </a:lnTo>
                    <a:lnTo>
                      <a:pt x="0" y="486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2" name="Google Shape;1972;p90"/>
              <p:cNvSpPr/>
              <p:nvPr/>
            </p:nvSpPr>
            <p:spPr>
              <a:xfrm>
                <a:off x="3072360" y="3948723"/>
                <a:ext cx="45752" cy="65576"/>
              </a:xfrm>
              <a:custGeom>
                <a:rect b="b" l="l" r="r" t="t"/>
                <a:pathLst>
                  <a:path extrusionOk="0" h="65576" w="45752">
                    <a:moveTo>
                      <a:pt x="21244" y="0"/>
                    </a:moveTo>
                    <a:cubicBezTo>
                      <a:pt x="23295" y="0"/>
                      <a:pt x="25226" y="209"/>
                      <a:pt x="27030" y="631"/>
                    </a:cubicBezTo>
                    <a:cubicBezTo>
                      <a:pt x="28837" y="1053"/>
                      <a:pt x="30484" y="1665"/>
                      <a:pt x="31982" y="2476"/>
                    </a:cubicBezTo>
                    <a:lnTo>
                      <a:pt x="45753" y="2476"/>
                    </a:lnTo>
                    <a:lnTo>
                      <a:pt x="45753" y="6770"/>
                    </a:lnTo>
                    <a:cubicBezTo>
                      <a:pt x="45753" y="7483"/>
                      <a:pt x="45562" y="8046"/>
                      <a:pt x="45193" y="8450"/>
                    </a:cubicBezTo>
                    <a:cubicBezTo>
                      <a:pt x="44819" y="8857"/>
                      <a:pt x="44181" y="9133"/>
                      <a:pt x="43277" y="9290"/>
                    </a:cubicBezTo>
                    <a:lnTo>
                      <a:pt x="38985" y="10085"/>
                    </a:lnTo>
                    <a:cubicBezTo>
                      <a:pt x="39295" y="10891"/>
                      <a:pt x="39534" y="11746"/>
                      <a:pt x="39706" y="12650"/>
                    </a:cubicBezTo>
                    <a:cubicBezTo>
                      <a:pt x="39878" y="13550"/>
                      <a:pt x="39960" y="14498"/>
                      <a:pt x="39960" y="15495"/>
                    </a:cubicBezTo>
                    <a:cubicBezTo>
                      <a:pt x="39960" y="17862"/>
                      <a:pt x="39486" y="20002"/>
                      <a:pt x="38541" y="21914"/>
                    </a:cubicBezTo>
                    <a:cubicBezTo>
                      <a:pt x="37592" y="23825"/>
                      <a:pt x="36281" y="25453"/>
                      <a:pt x="34619" y="26790"/>
                    </a:cubicBezTo>
                    <a:cubicBezTo>
                      <a:pt x="32950" y="28130"/>
                      <a:pt x="30974" y="29165"/>
                      <a:pt x="28688" y="29893"/>
                    </a:cubicBezTo>
                    <a:cubicBezTo>
                      <a:pt x="26398" y="30628"/>
                      <a:pt x="23915" y="30990"/>
                      <a:pt x="21244" y="30990"/>
                    </a:cubicBezTo>
                    <a:cubicBezTo>
                      <a:pt x="19437" y="30990"/>
                      <a:pt x="17677" y="30819"/>
                      <a:pt x="15967" y="30479"/>
                    </a:cubicBezTo>
                    <a:cubicBezTo>
                      <a:pt x="14473" y="31390"/>
                      <a:pt x="13726" y="32405"/>
                      <a:pt x="13726" y="33533"/>
                    </a:cubicBezTo>
                    <a:cubicBezTo>
                      <a:pt x="13726" y="34507"/>
                      <a:pt x="14167" y="35217"/>
                      <a:pt x="15055" y="35672"/>
                    </a:cubicBezTo>
                    <a:cubicBezTo>
                      <a:pt x="15944" y="36128"/>
                      <a:pt x="17110" y="36449"/>
                      <a:pt x="18559" y="36636"/>
                    </a:cubicBezTo>
                    <a:cubicBezTo>
                      <a:pt x="20004" y="36826"/>
                      <a:pt x="21644" y="36919"/>
                      <a:pt x="23481" y="36919"/>
                    </a:cubicBezTo>
                    <a:cubicBezTo>
                      <a:pt x="25315" y="36919"/>
                      <a:pt x="27201" y="36998"/>
                      <a:pt x="29132" y="37155"/>
                    </a:cubicBezTo>
                    <a:cubicBezTo>
                      <a:pt x="31063" y="37312"/>
                      <a:pt x="32942" y="37584"/>
                      <a:pt x="34783" y="37973"/>
                    </a:cubicBezTo>
                    <a:cubicBezTo>
                      <a:pt x="36617" y="38365"/>
                      <a:pt x="38257" y="38981"/>
                      <a:pt x="39706" y="39821"/>
                    </a:cubicBezTo>
                    <a:cubicBezTo>
                      <a:pt x="41155" y="40664"/>
                      <a:pt x="42321" y="41815"/>
                      <a:pt x="43206" y="43263"/>
                    </a:cubicBezTo>
                    <a:cubicBezTo>
                      <a:pt x="44095" y="44716"/>
                      <a:pt x="44539" y="46579"/>
                      <a:pt x="44539" y="48856"/>
                    </a:cubicBezTo>
                    <a:cubicBezTo>
                      <a:pt x="44539" y="50981"/>
                      <a:pt x="44016" y="53038"/>
                      <a:pt x="42974" y="55040"/>
                    </a:cubicBezTo>
                    <a:cubicBezTo>
                      <a:pt x="41932" y="57037"/>
                      <a:pt x="40419" y="58814"/>
                      <a:pt x="38444" y="60375"/>
                    </a:cubicBezTo>
                    <a:cubicBezTo>
                      <a:pt x="36468" y="61936"/>
                      <a:pt x="34048" y="63194"/>
                      <a:pt x="31187" y="64146"/>
                    </a:cubicBezTo>
                    <a:cubicBezTo>
                      <a:pt x="28322" y="65098"/>
                      <a:pt x="25054" y="65576"/>
                      <a:pt x="21382" y="65576"/>
                    </a:cubicBezTo>
                    <a:cubicBezTo>
                      <a:pt x="17741" y="65576"/>
                      <a:pt x="14577" y="65225"/>
                      <a:pt x="11907" y="64527"/>
                    </a:cubicBezTo>
                    <a:cubicBezTo>
                      <a:pt x="9229" y="63825"/>
                      <a:pt x="7010" y="62892"/>
                      <a:pt x="5251" y="61727"/>
                    </a:cubicBezTo>
                    <a:cubicBezTo>
                      <a:pt x="3492" y="60558"/>
                      <a:pt x="2177" y="59214"/>
                      <a:pt x="1307" y="57691"/>
                    </a:cubicBezTo>
                    <a:cubicBezTo>
                      <a:pt x="433" y="56160"/>
                      <a:pt x="0" y="54576"/>
                      <a:pt x="0" y="52926"/>
                    </a:cubicBezTo>
                    <a:cubicBezTo>
                      <a:pt x="0" y="50690"/>
                      <a:pt x="683" y="48804"/>
                      <a:pt x="2054" y="47281"/>
                    </a:cubicBezTo>
                    <a:cubicBezTo>
                      <a:pt x="3421" y="45754"/>
                      <a:pt x="5322" y="44540"/>
                      <a:pt x="7746" y="43640"/>
                    </a:cubicBezTo>
                    <a:cubicBezTo>
                      <a:pt x="6566" y="42987"/>
                      <a:pt x="5617" y="42117"/>
                      <a:pt x="4904" y="41027"/>
                    </a:cubicBezTo>
                    <a:cubicBezTo>
                      <a:pt x="4183" y="39937"/>
                      <a:pt x="3828" y="38521"/>
                      <a:pt x="3828" y="36778"/>
                    </a:cubicBezTo>
                    <a:cubicBezTo>
                      <a:pt x="3828" y="36064"/>
                      <a:pt x="3952" y="35322"/>
                      <a:pt x="4202" y="34560"/>
                    </a:cubicBezTo>
                    <a:cubicBezTo>
                      <a:pt x="4452" y="33798"/>
                      <a:pt x="4829" y="33044"/>
                      <a:pt x="5345" y="32297"/>
                    </a:cubicBezTo>
                    <a:cubicBezTo>
                      <a:pt x="5856" y="31554"/>
                      <a:pt x="6503" y="30845"/>
                      <a:pt x="7279" y="30173"/>
                    </a:cubicBezTo>
                    <a:cubicBezTo>
                      <a:pt x="8060" y="29508"/>
                      <a:pt x="8975" y="28907"/>
                      <a:pt x="10039" y="28377"/>
                    </a:cubicBezTo>
                    <a:cubicBezTo>
                      <a:pt x="7608" y="27070"/>
                      <a:pt x="5700" y="25330"/>
                      <a:pt x="4318" y="23153"/>
                    </a:cubicBezTo>
                    <a:cubicBezTo>
                      <a:pt x="2932" y="20973"/>
                      <a:pt x="2241" y="18422"/>
                      <a:pt x="2241" y="15495"/>
                    </a:cubicBezTo>
                    <a:cubicBezTo>
                      <a:pt x="2241" y="13132"/>
                      <a:pt x="2715" y="10992"/>
                      <a:pt x="3664" y="9077"/>
                    </a:cubicBezTo>
                    <a:cubicBezTo>
                      <a:pt x="4613" y="7165"/>
                      <a:pt x="5935" y="5533"/>
                      <a:pt x="7630" y="4178"/>
                    </a:cubicBezTo>
                    <a:cubicBezTo>
                      <a:pt x="9326" y="2823"/>
                      <a:pt x="11335" y="1792"/>
                      <a:pt x="13655" y="1075"/>
                    </a:cubicBezTo>
                    <a:cubicBezTo>
                      <a:pt x="15971" y="358"/>
                      <a:pt x="18503" y="0"/>
                      <a:pt x="21244" y="0"/>
                    </a:cubicBezTo>
                    <a:close/>
                    <a:moveTo>
                      <a:pt x="33891" y="50734"/>
                    </a:moveTo>
                    <a:cubicBezTo>
                      <a:pt x="33891" y="49782"/>
                      <a:pt x="33614" y="49006"/>
                      <a:pt x="33054" y="48401"/>
                    </a:cubicBezTo>
                    <a:cubicBezTo>
                      <a:pt x="32490" y="47800"/>
                      <a:pt x="31728" y="47329"/>
                      <a:pt x="30765" y="46997"/>
                    </a:cubicBezTo>
                    <a:cubicBezTo>
                      <a:pt x="29801" y="46661"/>
                      <a:pt x="28673" y="46418"/>
                      <a:pt x="27381" y="46258"/>
                    </a:cubicBezTo>
                    <a:cubicBezTo>
                      <a:pt x="26089" y="46097"/>
                      <a:pt x="24718" y="46023"/>
                      <a:pt x="23272" y="46023"/>
                    </a:cubicBezTo>
                    <a:lnTo>
                      <a:pt x="18790" y="46023"/>
                    </a:lnTo>
                    <a:cubicBezTo>
                      <a:pt x="17248" y="46023"/>
                      <a:pt x="15765" y="45851"/>
                      <a:pt x="14331" y="45507"/>
                    </a:cubicBezTo>
                    <a:cubicBezTo>
                      <a:pt x="13024" y="46220"/>
                      <a:pt x="11974" y="47072"/>
                      <a:pt x="11179" y="48050"/>
                    </a:cubicBezTo>
                    <a:cubicBezTo>
                      <a:pt x="10387" y="49028"/>
                      <a:pt x="9991" y="50156"/>
                      <a:pt x="9991" y="51433"/>
                    </a:cubicBezTo>
                    <a:cubicBezTo>
                      <a:pt x="9991" y="52273"/>
                      <a:pt x="10200" y="53057"/>
                      <a:pt x="10622" y="53793"/>
                    </a:cubicBezTo>
                    <a:cubicBezTo>
                      <a:pt x="11040" y="54520"/>
                      <a:pt x="11709" y="55151"/>
                      <a:pt x="12628" y="55682"/>
                    </a:cubicBezTo>
                    <a:cubicBezTo>
                      <a:pt x="13547" y="56208"/>
                      <a:pt x="14734" y="56619"/>
                      <a:pt x="16198" y="56918"/>
                    </a:cubicBezTo>
                    <a:cubicBezTo>
                      <a:pt x="17662" y="57213"/>
                      <a:pt x="19452" y="57362"/>
                      <a:pt x="21569" y="57362"/>
                    </a:cubicBezTo>
                    <a:cubicBezTo>
                      <a:pt x="23717" y="57362"/>
                      <a:pt x="25569" y="57194"/>
                      <a:pt x="27123" y="56862"/>
                    </a:cubicBezTo>
                    <a:cubicBezTo>
                      <a:pt x="28681" y="56526"/>
                      <a:pt x="29965" y="56066"/>
                      <a:pt x="30974" y="55480"/>
                    </a:cubicBezTo>
                    <a:cubicBezTo>
                      <a:pt x="31990" y="54894"/>
                      <a:pt x="32725" y="54192"/>
                      <a:pt x="33192" y="53382"/>
                    </a:cubicBezTo>
                    <a:cubicBezTo>
                      <a:pt x="33659" y="52572"/>
                      <a:pt x="33891" y="51690"/>
                      <a:pt x="33891" y="50734"/>
                    </a:cubicBezTo>
                    <a:close/>
                    <a:moveTo>
                      <a:pt x="21244" y="23620"/>
                    </a:moveTo>
                    <a:cubicBezTo>
                      <a:pt x="22671" y="23620"/>
                      <a:pt x="23915" y="23422"/>
                      <a:pt x="24979" y="23034"/>
                    </a:cubicBezTo>
                    <a:cubicBezTo>
                      <a:pt x="26036" y="22645"/>
                      <a:pt x="26914" y="22108"/>
                      <a:pt x="27616" y="21424"/>
                    </a:cubicBezTo>
                    <a:cubicBezTo>
                      <a:pt x="28315" y="20737"/>
                      <a:pt x="28845" y="19912"/>
                      <a:pt x="29203" y="18953"/>
                    </a:cubicBezTo>
                    <a:cubicBezTo>
                      <a:pt x="29558" y="17986"/>
                      <a:pt x="29738" y="16929"/>
                      <a:pt x="29738" y="15775"/>
                    </a:cubicBezTo>
                    <a:cubicBezTo>
                      <a:pt x="29738" y="13412"/>
                      <a:pt x="29032" y="11537"/>
                      <a:pt x="27616" y="10152"/>
                    </a:cubicBezTo>
                    <a:cubicBezTo>
                      <a:pt x="26197" y="8767"/>
                      <a:pt x="24072" y="8076"/>
                      <a:pt x="21244" y="8076"/>
                    </a:cubicBezTo>
                    <a:cubicBezTo>
                      <a:pt x="18409" y="8076"/>
                      <a:pt x="16284" y="8767"/>
                      <a:pt x="14869" y="10152"/>
                    </a:cubicBezTo>
                    <a:cubicBezTo>
                      <a:pt x="13453" y="11537"/>
                      <a:pt x="12744" y="13412"/>
                      <a:pt x="12744" y="15775"/>
                    </a:cubicBezTo>
                    <a:cubicBezTo>
                      <a:pt x="12744" y="16895"/>
                      <a:pt x="12923" y="17937"/>
                      <a:pt x="13281" y="18904"/>
                    </a:cubicBezTo>
                    <a:cubicBezTo>
                      <a:pt x="13640" y="19868"/>
                      <a:pt x="14167" y="20700"/>
                      <a:pt x="14869" y="21402"/>
                    </a:cubicBezTo>
                    <a:cubicBezTo>
                      <a:pt x="15567" y="22100"/>
                      <a:pt x="16456" y="22645"/>
                      <a:pt x="17532" y="23034"/>
                    </a:cubicBezTo>
                    <a:cubicBezTo>
                      <a:pt x="18604" y="23422"/>
                      <a:pt x="19844" y="23620"/>
                      <a:pt x="21244" y="236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3" name="Google Shape;1973;p90"/>
              <p:cNvSpPr/>
              <p:nvPr/>
            </p:nvSpPr>
            <p:spPr>
              <a:xfrm>
                <a:off x="3124601" y="3928235"/>
                <a:ext cx="14756" cy="69213"/>
              </a:xfrm>
              <a:custGeom>
                <a:rect b="b" l="l" r="r" t="t"/>
                <a:pathLst>
                  <a:path extrusionOk="0" h="69213" w="14756">
                    <a:moveTo>
                      <a:pt x="14757" y="7374"/>
                    </a:moveTo>
                    <a:cubicBezTo>
                      <a:pt x="14757" y="8367"/>
                      <a:pt x="14551" y="9301"/>
                      <a:pt x="14148" y="10175"/>
                    </a:cubicBezTo>
                    <a:cubicBezTo>
                      <a:pt x="13741" y="11045"/>
                      <a:pt x="13207" y="11806"/>
                      <a:pt x="12538" y="12460"/>
                    </a:cubicBezTo>
                    <a:cubicBezTo>
                      <a:pt x="11866" y="13113"/>
                      <a:pt x="11082" y="13632"/>
                      <a:pt x="10178" y="14024"/>
                    </a:cubicBezTo>
                    <a:cubicBezTo>
                      <a:pt x="9278" y="14413"/>
                      <a:pt x="8310" y="14607"/>
                      <a:pt x="7287" y="14607"/>
                    </a:cubicBezTo>
                    <a:cubicBezTo>
                      <a:pt x="6286" y="14607"/>
                      <a:pt x="5345" y="14413"/>
                      <a:pt x="4460" y="14024"/>
                    </a:cubicBezTo>
                    <a:cubicBezTo>
                      <a:pt x="3574" y="13632"/>
                      <a:pt x="2801" y="13113"/>
                      <a:pt x="2151" y="12460"/>
                    </a:cubicBezTo>
                    <a:cubicBezTo>
                      <a:pt x="1494" y="11806"/>
                      <a:pt x="971" y="11045"/>
                      <a:pt x="586" y="10175"/>
                    </a:cubicBezTo>
                    <a:cubicBezTo>
                      <a:pt x="194" y="9301"/>
                      <a:pt x="0" y="8367"/>
                      <a:pt x="0" y="7374"/>
                    </a:cubicBezTo>
                    <a:cubicBezTo>
                      <a:pt x="0" y="6344"/>
                      <a:pt x="194" y="5384"/>
                      <a:pt x="586" y="4477"/>
                    </a:cubicBezTo>
                    <a:cubicBezTo>
                      <a:pt x="971" y="3577"/>
                      <a:pt x="1494" y="2800"/>
                      <a:pt x="2151" y="2143"/>
                    </a:cubicBezTo>
                    <a:cubicBezTo>
                      <a:pt x="2801" y="1494"/>
                      <a:pt x="3574" y="971"/>
                      <a:pt x="4460" y="582"/>
                    </a:cubicBezTo>
                    <a:cubicBezTo>
                      <a:pt x="5345" y="194"/>
                      <a:pt x="6286" y="0"/>
                      <a:pt x="7287" y="0"/>
                    </a:cubicBezTo>
                    <a:cubicBezTo>
                      <a:pt x="8310" y="0"/>
                      <a:pt x="9278" y="194"/>
                      <a:pt x="10178" y="582"/>
                    </a:cubicBezTo>
                    <a:cubicBezTo>
                      <a:pt x="11082" y="971"/>
                      <a:pt x="11866" y="1494"/>
                      <a:pt x="12538" y="2143"/>
                    </a:cubicBezTo>
                    <a:cubicBezTo>
                      <a:pt x="13207" y="2800"/>
                      <a:pt x="13741" y="3577"/>
                      <a:pt x="14148" y="4477"/>
                    </a:cubicBezTo>
                    <a:cubicBezTo>
                      <a:pt x="14551" y="5384"/>
                      <a:pt x="14757" y="6344"/>
                      <a:pt x="14757" y="7374"/>
                    </a:cubicBezTo>
                    <a:close/>
                    <a:moveTo>
                      <a:pt x="13027" y="21327"/>
                    </a:moveTo>
                    <a:lnTo>
                      <a:pt x="13027" y="69213"/>
                    </a:lnTo>
                    <a:lnTo>
                      <a:pt x="1494" y="69213"/>
                    </a:lnTo>
                    <a:lnTo>
                      <a:pt x="1494" y="21327"/>
                    </a:lnTo>
                    <a:lnTo>
                      <a:pt x="13027" y="2132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4" name="Google Shape;1974;p90"/>
              <p:cNvSpPr/>
              <p:nvPr/>
            </p:nvSpPr>
            <p:spPr>
              <a:xfrm>
                <a:off x="3150655" y="3948816"/>
                <a:ext cx="41737" cy="48632"/>
              </a:xfrm>
              <a:custGeom>
                <a:rect b="b" l="l" r="r" t="t"/>
                <a:pathLst>
                  <a:path extrusionOk="0" h="48632" w="41737">
                    <a:moveTo>
                      <a:pt x="0" y="48632"/>
                    </a:moveTo>
                    <a:lnTo>
                      <a:pt x="0" y="747"/>
                    </a:lnTo>
                    <a:lnTo>
                      <a:pt x="7048" y="747"/>
                    </a:lnTo>
                    <a:cubicBezTo>
                      <a:pt x="8542" y="747"/>
                      <a:pt x="9524" y="1449"/>
                      <a:pt x="9991" y="2849"/>
                    </a:cubicBezTo>
                    <a:lnTo>
                      <a:pt x="10783" y="6628"/>
                    </a:lnTo>
                    <a:cubicBezTo>
                      <a:pt x="11750" y="5634"/>
                      <a:pt x="12766" y="4731"/>
                      <a:pt x="13842" y="3924"/>
                    </a:cubicBezTo>
                    <a:cubicBezTo>
                      <a:pt x="14914" y="3114"/>
                      <a:pt x="16053" y="2412"/>
                      <a:pt x="17248" y="1822"/>
                    </a:cubicBezTo>
                    <a:cubicBezTo>
                      <a:pt x="18447" y="1232"/>
                      <a:pt x="19732" y="780"/>
                      <a:pt x="21099" y="467"/>
                    </a:cubicBezTo>
                    <a:cubicBezTo>
                      <a:pt x="22473" y="157"/>
                      <a:pt x="23963" y="0"/>
                      <a:pt x="25584" y="0"/>
                    </a:cubicBezTo>
                    <a:cubicBezTo>
                      <a:pt x="28199" y="0"/>
                      <a:pt x="30514" y="444"/>
                      <a:pt x="32539" y="1329"/>
                    </a:cubicBezTo>
                    <a:cubicBezTo>
                      <a:pt x="34563" y="2218"/>
                      <a:pt x="36251" y="3465"/>
                      <a:pt x="37603" y="5063"/>
                    </a:cubicBezTo>
                    <a:cubicBezTo>
                      <a:pt x="38959" y="6669"/>
                      <a:pt x="39986" y="8584"/>
                      <a:pt x="40688" y="10805"/>
                    </a:cubicBezTo>
                    <a:cubicBezTo>
                      <a:pt x="41387" y="13031"/>
                      <a:pt x="41738" y="15480"/>
                      <a:pt x="41738" y="18157"/>
                    </a:cubicBezTo>
                    <a:lnTo>
                      <a:pt x="41738" y="48632"/>
                    </a:lnTo>
                    <a:lnTo>
                      <a:pt x="30204" y="48632"/>
                    </a:lnTo>
                    <a:lnTo>
                      <a:pt x="30204" y="18157"/>
                    </a:lnTo>
                    <a:cubicBezTo>
                      <a:pt x="30204" y="15234"/>
                      <a:pt x="29528" y="12967"/>
                      <a:pt x="28173" y="11366"/>
                    </a:cubicBezTo>
                    <a:cubicBezTo>
                      <a:pt x="26821" y="9764"/>
                      <a:pt x="24789" y="8961"/>
                      <a:pt x="22081" y="8961"/>
                    </a:cubicBezTo>
                    <a:cubicBezTo>
                      <a:pt x="20090" y="8961"/>
                      <a:pt x="18223" y="9413"/>
                      <a:pt x="16479" y="10316"/>
                    </a:cubicBezTo>
                    <a:cubicBezTo>
                      <a:pt x="14734" y="11220"/>
                      <a:pt x="13087" y="12448"/>
                      <a:pt x="11530" y="14002"/>
                    </a:cubicBezTo>
                    <a:lnTo>
                      <a:pt x="11530" y="48632"/>
                    </a:lnTo>
                    <a:lnTo>
                      <a:pt x="0" y="486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5" name="Google Shape;1975;p90"/>
              <p:cNvSpPr/>
              <p:nvPr/>
            </p:nvSpPr>
            <p:spPr>
              <a:xfrm>
                <a:off x="3200517" y="3948816"/>
                <a:ext cx="43747" cy="49334"/>
              </a:xfrm>
              <a:custGeom>
                <a:rect b="b" l="l" r="r" t="t"/>
                <a:pathLst>
                  <a:path extrusionOk="0" h="49334" w="43747">
                    <a:moveTo>
                      <a:pt x="23018" y="0"/>
                    </a:moveTo>
                    <a:cubicBezTo>
                      <a:pt x="26033" y="0"/>
                      <a:pt x="28811" y="485"/>
                      <a:pt x="31351" y="1449"/>
                    </a:cubicBezTo>
                    <a:cubicBezTo>
                      <a:pt x="33887" y="2412"/>
                      <a:pt x="36072" y="3820"/>
                      <a:pt x="37910" y="5672"/>
                    </a:cubicBezTo>
                    <a:cubicBezTo>
                      <a:pt x="39743" y="7520"/>
                      <a:pt x="41178" y="9794"/>
                      <a:pt x="42205" y="12486"/>
                    </a:cubicBezTo>
                    <a:cubicBezTo>
                      <a:pt x="43232" y="15178"/>
                      <a:pt x="43747" y="18251"/>
                      <a:pt x="43747" y="21701"/>
                    </a:cubicBezTo>
                    <a:cubicBezTo>
                      <a:pt x="43747" y="22574"/>
                      <a:pt x="43706" y="23299"/>
                      <a:pt x="43628" y="23874"/>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4"/>
                      <a:pt x="15451" y="36964"/>
                    </a:cubicBezTo>
                    <a:cubicBezTo>
                      <a:pt x="17760" y="39268"/>
                      <a:pt x="20807" y="40418"/>
                      <a:pt x="24606" y="40418"/>
                    </a:cubicBezTo>
                    <a:cubicBezTo>
                      <a:pt x="26473" y="40418"/>
                      <a:pt x="28083" y="40201"/>
                      <a:pt x="29435" y="39765"/>
                    </a:cubicBezTo>
                    <a:cubicBezTo>
                      <a:pt x="30791" y="39331"/>
                      <a:pt x="31971" y="38846"/>
                      <a:pt x="32987" y="38320"/>
                    </a:cubicBezTo>
                    <a:cubicBezTo>
                      <a:pt x="33995" y="37789"/>
                      <a:pt x="34881" y="37308"/>
                      <a:pt x="35646" y="36871"/>
                    </a:cubicBezTo>
                    <a:cubicBezTo>
                      <a:pt x="36408" y="36438"/>
                      <a:pt x="37148" y="36218"/>
                      <a:pt x="37861" y="36218"/>
                    </a:cubicBezTo>
                    <a:cubicBezTo>
                      <a:pt x="38328" y="36218"/>
                      <a:pt x="38735" y="36311"/>
                      <a:pt x="39079" y="36498"/>
                    </a:cubicBezTo>
                    <a:cubicBezTo>
                      <a:pt x="39419" y="36684"/>
                      <a:pt x="39714" y="36949"/>
                      <a:pt x="39964" y="37293"/>
                    </a:cubicBezTo>
                    <a:lnTo>
                      <a:pt x="43325" y="41493"/>
                    </a:lnTo>
                    <a:cubicBezTo>
                      <a:pt x="42048" y="42987"/>
                      <a:pt x="40617" y="44238"/>
                      <a:pt x="39030" y="45250"/>
                    </a:cubicBezTo>
                    <a:cubicBezTo>
                      <a:pt x="37443" y="46258"/>
                      <a:pt x="35788" y="47068"/>
                      <a:pt x="34059" y="47676"/>
                    </a:cubicBezTo>
                    <a:cubicBezTo>
                      <a:pt x="32330" y="48281"/>
                      <a:pt x="30570" y="48711"/>
                      <a:pt x="28785" y="48961"/>
                    </a:cubicBezTo>
                    <a:cubicBezTo>
                      <a:pt x="26992" y="49211"/>
                      <a:pt x="25256" y="49334"/>
                      <a:pt x="23575" y="49334"/>
                    </a:cubicBezTo>
                    <a:cubicBezTo>
                      <a:pt x="20247" y="49334"/>
                      <a:pt x="17147" y="48778"/>
                      <a:pt x="14286" y="47676"/>
                    </a:cubicBezTo>
                    <a:cubicBezTo>
                      <a:pt x="11421" y="46571"/>
                      <a:pt x="8930" y="44940"/>
                      <a:pt x="6816" y="42778"/>
                    </a:cubicBezTo>
                    <a:cubicBezTo>
                      <a:pt x="4699" y="40616"/>
                      <a:pt x="3033" y="37939"/>
                      <a:pt x="1823" y="34746"/>
                    </a:cubicBezTo>
                    <a:cubicBezTo>
                      <a:pt x="609" y="31558"/>
                      <a:pt x="0" y="27865"/>
                      <a:pt x="0" y="23665"/>
                    </a:cubicBezTo>
                    <a:cubicBezTo>
                      <a:pt x="0" y="20398"/>
                      <a:pt x="527" y="17321"/>
                      <a:pt x="1587" y="14446"/>
                    </a:cubicBezTo>
                    <a:cubicBezTo>
                      <a:pt x="2648" y="11567"/>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08"/>
                    </a:cubicBezTo>
                    <a:cubicBezTo>
                      <a:pt x="13461" y="13005"/>
                      <a:pt x="12247" y="15701"/>
                      <a:pt x="11717" y="19184"/>
                    </a:cubicBezTo>
                    <a:lnTo>
                      <a:pt x="33379" y="19184"/>
                    </a:lnTo>
                    <a:cubicBezTo>
                      <a:pt x="33379" y="17690"/>
                      <a:pt x="33177" y="16283"/>
                      <a:pt x="32774" y="14961"/>
                    </a:cubicBezTo>
                    <a:cubicBezTo>
                      <a:pt x="32371" y="13636"/>
                      <a:pt x="31747" y="12478"/>
                      <a:pt x="30907" y="11481"/>
                    </a:cubicBezTo>
                    <a:cubicBezTo>
                      <a:pt x="30066" y="10484"/>
                      <a:pt x="29006" y="9700"/>
                      <a:pt x="27732" y="9125"/>
                    </a:cubicBezTo>
                    <a:cubicBezTo>
                      <a:pt x="26458" y="8550"/>
                      <a:pt x="24961" y="8263"/>
                      <a:pt x="23250" y="82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1976" name="Google Shape;1976;p90"/>
            <p:cNvSpPr/>
            <p:nvPr/>
          </p:nvSpPr>
          <p:spPr>
            <a:xfrm>
              <a:off x="1809382" y="2479828"/>
              <a:ext cx="813385" cy="258952"/>
            </a:xfrm>
            <a:custGeom>
              <a:rect b="b" l="l" r="r" t="t"/>
              <a:pathLst>
                <a:path extrusionOk="0" h="345269" w="1084513">
                  <a:moveTo>
                    <a:pt x="1031844" y="0"/>
                  </a:moveTo>
                  <a:cubicBezTo>
                    <a:pt x="1060933" y="0"/>
                    <a:pt x="1084513" y="23573"/>
                    <a:pt x="1084513" y="52652"/>
                  </a:cubicBezTo>
                  <a:lnTo>
                    <a:pt x="1084513" y="292617"/>
                  </a:lnTo>
                  <a:cubicBezTo>
                    <a:pt x="1084513" y="321696"/>
                    <a:pt x="1060933" y="345269"/>
                    <a:pt x="1031844" y="345269"/>
                  </a:cubicBezTo>
                  <a:lnTo>
                    <a:pt x="52669" y="345269"/>
                  </a:lnTo>
                  <a:cubicBezTo>
                    <a:pt x="23581" y="345269"/>
                    <a:pt x="0" y="321696"/>
                    <a:pt x="0" y="292617"/>
                  </a:cubicBezTo>
                  <a:lnTo>
                    <a:pt x="0" y="52652"/>
                  </a:lnTo>
                  <a:cubicBezTo>
                    <a:pt x="0" y="23573"/>
                    <a:pt x="23581" y="0"/>
                    <a:pt x="52669"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1977" name="Google Shape;1977;p90"/>
            <p:cNvGrpSpPr/>
            <p:nvPr/>
          </p:nvGrpSpPr>
          <p:grpSpPr>
            <a:xfrm>
              <a:off x="1915832" y="2576008"/>
              <a:ext cx="593987" cy="52576"/>
              <a:chOff x="2449192" y="3231477"/>
              <a:chExt cx="791983" cy="70102"/>
            </a:xfrm>
          </p:grpSpPr>
          <p:sp>
            <p:nvSpPr>
              <p:cNvPr id="1978" name="Google Shape;1978;p90"/>
              <p:cNvSpPr/>
              <p:nvPr/>
            </p:nvSpPr>
            <p:spPr>
              <a:xfrm>
                <a:off x="2449192" y="3232594"/>
                <a:ext cx="45610" cy="68985"/>
              </a:xfrm>
              <a:custGeom>
                <a:rect b="b" l="l" r="r" t="t"/>
                <a:pathLst>
                  <a:path extrusionOk="0" h="68985" w="45610">
                    <a:moveTo>
                      <a:pt x="41318" y="13023"/>
                    </a:moveTo>
                    <a:cubicBezTo>
                      <a:pt x="40975" y="13707"/>
                      <a:pt x="40577" y="14188"/>
                      <a:pt x="40125" y="14468"/>
                    </a:cubicBezTo>
                    <a:cubicBezTo>
                      <a:pt x="39676" y="14752"/>
                      <a:pt x="39137" y="14890"/>
                      <a:pt x="38517" y="14890"/>
                    </a:cubicBezTo>
                    <a:cubicBezTo>
                      <a:pt x="37893" y="14890"/>
                      <a:pt x="37192" y="14647"/>
                      <a:pt x="36416" y="14170"/>
                    </a:cubicBezTo>
                    <a:cubicBezTo>
                      <a:pt x="35635" y="13688"/>
                      <a:pt x="34720" y="13147"/>
                      <a:pt x="33662" y="12557"/>
                    </a:cubicBezTo>
                    <a:cubicBezTo>
                      <a:pt x="32600" y="11967"/>
                      <a:pt x="31364" y="11425"/>
                      <a:pt x="29949" y="10944"/>
                    </a:cubicBezTo>
                    <a:cubicBezTo>
                      <a:pt x="28534" y="10462"/>
                      <a:pt x="26859" y="10223"/>
                      <a:pt x="24930" y="10223"/>
                    </a:cubicBezTo>
                    <a:cubicBezTo>
                      <a:pt x="23186" y="10223"/>
                      <a:pt x="21669" y="10436"/>
                      <a:pt x="20378" y="10850"/>
                    </a:cubicBezTo>
                    <a:cubicBezTo>
                      <a:pt x="19087" y="11272"/>
                      <a:pt x="17996" y="11855"/>
                      <a:pt x="17110" y="12601"/>
                    </a:cubicBezTo>
                    <a:cubicBezTo>
                      <a:pt x="16224" y="13352"/>
                      <a:pt x="15560" y="14248"/>
                      <a:pt x="15126" y="15282"/>
                    </a:cubicBezTo>
                    <a:cubicBezTo>
                      <a:pt x="14688" y="16328"/>
                      <a:pt x="14473" y="17470"/>
                      <a:pt x="14473" y="18717"/>
                    </a:cubicBezTo>
                    <a:cubicBezTo>
                      <a:pt x="14473" y="20301"/>
                      <a:pt x="14914" y="21630"/>
                      <a:pt x="15804" y="22686"/>
                    </a:cubicBezTo>
                    <a:cubicBezTo>
                      <a:pt x="16691" y="23743"/>
                      <a:pt x="17865" y="24647"/>
                      <a:pt x="19328" y="25390"/>
                    </a:cubicBezTo>
                    <a:cubicBezTo>
                      <a:pt x="20790" y="26136"/>
                      <a:pt x="22457" y="26805"/>
                      <a:pt x="24325" y="27395"/>
                    </a:cubicBezTo>
                    <a:cubicBezTo>
                      <a:pt x="26192" y="27988"/>
                      <a:pt x="28096" y="28623"/>
                      <a:pt x="30043" y="29284"/>
                    </a:cubicBezTo>
                    <a:cubicBezTo>
                      <a:pt x="31988" y="29956"/>
                      <a:pt x="33895" y="30736"/>
                      <a:pt x="35763" y="31618"/>
                    </a:cubicBezTo>
                    <a:cubicBezTo>
                      <a:pt x="37630" y="32510"/>
                      <a:pt x="39293" y="33630"/>
                      <a:pt x="40756" y="34982"/>
                    </a:cubicBezTo>
                    <a:cubicBezTo>
                      <a:pt x="42219" y="36337"/>
                      <a:pt x="43393" y="37991"/>
                      <a:pt x="44283" y="39955"/>
                    </a:cubicBezTo>
                    <a:cubicBezTo>
                      <a:pt x="45170" y="41915"/>
                      <a:pt x="45611" y="44294"/>
                      <a:pt x="45611" y="47094"/>
                    </a:cubicBezTo>
                    <a:cubicBezTo>
                      <a:pt x="45611" y="50141"/>
                      <a:pt x="45089" y="53001"/>
                      <a:pt x="44049" y="55656"/>
                    </a:cubicBezTo>
                    <a:cubicBezTo>
                      <a:pt x="43007" y="58318"/>
                      <a:pt x="41482" y="60636"/>
                      <a:pt x="39472" y="62611"/>
                    </a:cubicBezTo>
                    <a:cubicBezTo>
                      <a:pt x="37466" y="64587"/>
                      <a:pt x="35015" y="66140"/>
                      <a:pt x="32119" y="67279"/>
                    </a:cubicBezTo>
                    <a:cubicBezTo>
                      <a:pt x="29227" y="68417"/>
                      <a:pt x="25911" y="68985"/>
                      <a:pt x="22176" y="68985"/>
                    </a:cubicBezTo>
                    <a:cubicBezTo>
                      <a:pt x="20028" y="68985"/>
                      <a:pt x="17912" y="68776"/>
                      <a:pt x="15826" y="68350"/>
                    </a:cubicBezTo>
                    <a:cubicBezTo>
                      <a:pt x="13740" y="67936"/>
                      <a:pt x="11741" y="67338"/>
                      <a:pt x="9826" y="66558"/>
                    </a:cubicBezTo>
                    <a:cubicBezTo>
                      <a:pt x="7911" y="65778"/>
                      <a:pt x="6124" y="64844"/>
                      <a:pt x="4457" y="63758"/>
                    </a:cubicBezTo>
                    <a:cubicBezTo>
                      <a:pt x="2794" y="62671"/>
                      <a:pt x="1306" y="61454"/>
                      <a:pt x="0" y="60117"/>
                    </a:cubicBezTo>
                    <a:lnTo>
                      <a:pt x="3640" y="54095"/>
                    </a:lnTo>
                    <a:cubicBezTo>
                      <a:pt x="3983" y="53658"/>
                      <a:pt x="4395" y="53292"/>
                      <a:pt x="4877" y="53001"/>
                    </a:cubicBezTo>
                    <a:cubicBezTo>
                      <a:pt x="5362" y="52702"/>
                      <a:pt x="5898" y="52556"/>
                      <a:pt x="6489" y="52556"/>
                    </a:cubicBezTo>
                    <a:cubicBezTo>
                      <a:pt x="7266" y="52556"/>
                      <a:pt x="8108" y="52878"/>
                      <a:pt x="9009" y="53512"/>
                    </a:cubicBezTo>
                    <a:cubicBezTo>
                      <a:pt x="9914" y="54151"/>
                      <a:pt x="10979" y="54860"/>
                      <a:pt x="12208" y="55633"/>
                    </a:cubicBezTo>
                    <a:cubicBezTo>
                      <a:pt x="13437" y="56414"/>
                      <a:pt x="14885" y="57119"/>
                      <a:pt x="16548" y="57754"/>
                    </a:cubicBezTo>
                    <a:cubicBezTo>
                      <a:pt x="18215" y="58396"/>
                      <a:pt x="20214" y="58717"/>
                      <a:pt x="22548" y="58717"/>
                    </a:cubicBezTo>
                    <a:cubicBezTo>
                      <a:pt x="26126" y="58717"/>
                      <a:pt x="28898" y="57866"/>
                      <a:pt x="30861" y="56174"/>
                    </a:cubicBezTo>
                    <a:cubicBezTo>
                      <a:pt x="32819" y="54472"/>
                      <a:pt x="33800" y="52038"/>
                      <a:pt x="33800" y="48864"/>
                    </a:cubicBezTo>
                    <a:cubicBezTo>
                      <a:pt x="33800" y="47094"/>
                      <a:pt x="33356" y="45649"/>
                      <a:pt x="32469" y="44525"/>
                    </a:cubicBezTo>
                    <a:cubicBezTo>
                      <a:pt x="31583" y="43405"/>
                      <a:pt x="30408" y="42464"/>
                      <a:pt x="28946" y="41706"/>
                    </a:cubicBezTo>
                    <a:cubicBezTo>
                      <a:pt x="27483" y="40937"/>
                      <a:pt x="25816" y="40298"/>
                      <a:pt x="23949" y="39764"/>
                    </a:cubicBezTo>
                    <a:cubicBezTo>
                      <a:pt x="22081" y="39238"/>
                      <a:pt x="20185" y="38663"/>
                      <a:pt x="18255" y="38036"/>
                    </a:cubicBezTo>
                    <a:cubicBezTo>
                      <a:pt x="16322" y="37416"/>
                      <a:pt x="14425" y="36673"/>
                      <a:pt x="12558" y="35796"/>
                    </a:cubicBezTo>
                    <a:cubicBezTo>
                      <a:pt x="10691" y="34929"/>
                      <a:pt x="9024" y="33791"/>
                      <a:pt x="7561" y="32390"/>
                    </a:cubicBezTo>
                    <a:cubicBezTo>
                      <a:pt x="6098" y="30990"/>
                      <a:pt x="4924" y="29243"/>
                      <a:pt x="4038" y="27141"/>
                    </a:cubicBezTo>
                    <a:cubicBezTo>
                      <a:pt x="3152" y="25042"/>
                      <a:pt x="2706" y="22451"/>
                      <a:pt x="2706" y="19367"/>
                    </a:cubicBezTo>
                    <a:cubicBezTo>
                      <a:pt x="2706" y="16910"/>
                      <a:pt x="3199" y="14517"/>
                      <a:pt x="4176" y="12183"/>
                    </a:cubicBezTo>
                    <a:cubicBezTo>
                      <a:pt x="5158" y="9850"/>
                      <a:pt x="6591" y="7781"/>
                      <a:pt x="8473" y="5978"/>
                    </a:cubicBezTo>
                    <a:cubicBezTo>
                      <a:pt x="10355" y="4171"/>
                      <a:pt x="12667" y="2726"/>
                      <a:pt x="15407" y="1632"/>
                    </a:cubicBezTo>
                    <a:cubicBezTo>
                      <a:pt x="18146" y="545"/>
                      <a:pt x="21272" y="0"/>
                      <a:pt x="24791" y="0"/>
                    </a:cubicBezTo>
                    <a:cubicBezTo>
                      <a:pt x="28774" y="0"/>
                      <a:pt x="32447" y="627"/>
                      <a:pt x="35806" y="1867"/>
                    </a:cubicBezTo>
                    <a:cubicBezTo>
                      <a:pt x="39169" y="3114"/>
                      <a:pt x="42033" y="4854"/>
                      <a:pt x="44400" y="7094"/>
                    </a:cubicBezTo>
                    <a:lnTo>
                      <a:pt x="41318" y="13023"/>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79" name="Google Shape;1979;p90"/>
              <p:cNvSpPr/>
              <p:nvPr/>
            </p:nvSpPr>
            <p:spPr>
              <a:xfrm>
                <a:off x="2500543" y="3252196"/>
                <a:ext cx="43746" cy="49330"/>
              </a:xfrm>
              <a:custGeom>
                <a:rect b="b" l="l" r="r" t="t"/>
                <a:pathLst>
                  <a:path extrusionOk="0" h="49330" w="43746">
                    <a:moveTo>
                      <a:pt x="23019" y="0"/>
                    </a:moveTo>
                    <a:cubicBezTo>
                      <a:pt x="26035" y="0"/>
                      <a:pt x="28815" y="485"/>
                      <a:pt x="31353" y="1449"/>
                    </a:cubicBezTo>
                    <a:cubicBezTo>
                      <a:pt x="33888" y="2412"/>
                      <a:pt x="36073" y="3820"/>
                      <a:pt x="37911" y="5672"/>
                    </a:cubicBezTo>
                    <a:cubicBezTo>
                      <a:pt x="39746" y="7524"/>
                      <a:pt x="41179" y="9794"/>
                      <a:pt x="42208" y="12482"/>
                    </a:cubicBezTo>
                    <a:cubicBezTo>
                      <a:pt x="43233" y="15181"/>
                      <a:pt x="43747" y="18251"/>
                      <a:pt x="43747" y="21701"/>
                    </a:cubicBezTo>
                    <a:cubicBezTo>
                      <a:pt x="43747" y="22574"/>
                      <a:pt x="43707" y="23299"/>
                      <a:pt x="43630" y="23874"/>
                    </a:cubicBezTo>
                    <a:cubicBezTo>
                      <a:pt x="43554" y="24449"/>
                      <a:pt x="43412" y="24904"/>
                      <a:pt x="43211" y="25229"/>
                    </a:cubicBezTo>
                    <a:cubicBezTo>
                      <a:pt x="43007" y="25550"/>
                      <a:pt x="42737" y="25785"/>
                      <a:pt x="42394" y="25931"/>
                    </a:cubicBezTo>
                    <a:cubicBezTo>
                      <a:pt x="42051" y="26069"/>
                      <a:pt x="41613" y="26136"/>
                      <a:pt x="41084" y="26136"/>
                    </a:cubicBezTo>
                    <a:lnTo>
                      <a:pt x="11486" y="26136"/>
                    </a:lnTo>
                    <a:cubicBezTo>
                      <a:pt x="11829" y="31057"/>
                      <a:pt x="13153" y="34668"/>
                      <a:pt x="15454" y="36964"/>
                    </a:cubicBezTo>
                    <a:cubicBezTo>
                      <a:pt x="17759" y="39268"/>
                      <a:pt x="20808" y="40422"/>
                      <a:pt x="24605" y="40422"/>
                    </a:cubicBezTo>
                    <a:cubicBezTo>
                      <a:pt x="26473" y="40422"/>
                      <a:pt x="28085" y="40201"/>
                      <a:pt x="29438" y="39764"/>
                    </a:cubicBezTo>
                    <a:cubicBezTo>
                      <a:pt x="30792" y="39335"/>
                      <a:pt x="31973" y="38846"/>
                      <a:pt x="32987" y="38320"/>
                    </a:cubicBezTo>
                    <a:cubicBezTo>
                      <a:pt x="33998" y="37789"/>
                      <a:pt x="34884" y="37308"/>
                      <a:pt x="35646" y="36871"/>
                    </a:cubicBezTo>
                    <a:cubicBezTo>
                      <a:pt x="36409" y="36438"/>
                      <a:pt x="37149" y="36221"/>
                      <a:pt x="37864" y="36221"/>
                    </a:cubicBezTo>
                    <a:cubicBezTo>
                      <a:pt x="38331" y="36221"/>
                      <a:pt x="38735" y="36315"/>
                      <a:pt x="39078" y="36497"/>
                    </a:cubicBezTo>
                    <a:cubicBezTo>
                      <a:pt x="39421" y="36688"/>
                      <a:pt x="39717" y="36949"/>
                      <a:pt x="39965" y="37293"/>
                    </a:cubicBezTo>
                    <a:lnTo>
                      <a:pt x="43327" y="41493"/>
                    </a:lnTo>
                    <a:cubicBezTo>
                      <a:pt x="42051" y="42987"/>
                      <a:pt x="40617" y="44241"/>
                      <a:pt x="39031" y="45250"/>
                    </a:cubicBezTo>
                    <a:cubicBezTo>
                      <a:pt x="37444" y="46261"/>
                      <a:pt x="35789" y="47072"/>
                      <a:pt x="34060" y="47676"/>
                    </a:cubicBezTo>
                    <a:cubicBezTo>
                      <a:pt x="32331" y="48281"/>
                      <a:pt x="30573" y="48711"/>
                      <a:pt x="28786" y="48961"/>
                    </a:cubicBezTo>
                    <a:cubicBezTo>
                      <a:pt x="26995" y="49207"/>
                      <a:pt x="25258" y="49330"/>
                      <a:pt x="23577" y="49330"/>
                    </a:cubicBezTo>
                    <a:cubicBezTo>
                      <a:pt x="20247" y="49330"/>
                      <a:pt x="17150" y="48778"/>
                      <a:pt x="14287" y="47676"/>
                    </a:cubicBezTo>
                    <a:cubicBezTo>
                      <a:pt x="11424" y="46575"/>
                      <a:pt x="8932" y="44943"/>
                      <a:pt x="6817" y="42778"/>
                    </a:cubicBezTo>
                    <a:cubicBezTo>
                      <a:pt x="4702" y="40616"/>
                      <a:pt x="3035" y="37942"/>
                      <a:pt x="1824" y="34746"/>
                    </a:cubicBezTo>
                    <a:cubicBezTo>
                      <a:pt x="609" y="31562"/>
                      <a:pt x="0" y="27861"/>
                      <a:pt x="0" y="23661"/>
                    </a:cubicBezTo>
                    <a:cubicBezTo>
                      <a:pt x="0" y="20394"/>
                      <a:pt x="529" y="17325"/>
                      <a:pt x="1590" y="14446"/>
                    </a:cubicBezTo>
                    <a:cubicBezTo>
                      <a:pt x="2648" y="11571"/>
                      <a:pt x="4166" y="9062"/>
                      <a:pt x="6142" y="6934"/>
                    </a:cubicBezTo>
                    <a:cubicBezTo>
                      <a:pt x="8116" y="4805"/>
                      <a:pt x="10530" y="3114"/>
                      <a:pt x="13379" y="1867"/>
                    </a:cubicBezTo>
                    <a:cubicBezTo>
                      <a:pt x="16224" y="627"/>
                      <a:pt x="19437" y="0"/>
                      <a:pt x="23019" y="0"/>
                    </a:cubicBezTo>
                    <a:close/>
                    <a:moveTo>
                      <a:pt x="23252" y="8259"/>
                    </a:moveTo>
                    <a:cubicBezTo>
                      <a:pt x="19889" y="8259"/>
                      <a:pt x="17260" y="9207"/>
                      <a:pt x="15363" y="11112"/>
                    </a:cubicBezTo>
                    <a:cubicBezTo>
                      <a:pt x="13463" y="13008"/>
                      <a:pt x="12248" y="15701"/>
                      <a:pt x="11719" y="19184"/>
                    </a:cubicBezTo>
                    <a:lnTo>
                      <a:pt x="33381" y="19184"/>
                    </a:lnTo>
                    <a:cubicBezTo>
                      <a:pt x="33381" y="17690"/>
                      <a:pt x="33180" y="16283"/>
                      <a:pt x="32776" y="14961"/>
                    </a:cubicBezTo>
                    <a:cubicBezTo>
                      <a:pt x="32371" y="13636"/>
                      <a:pt x="31747" y="12475"/>
                      <a:pt x="30908" y="11485"/>
                    </a:cubicBezTo>
                    <a:cubicBezTo>
                      <a:pt x="30069" y="10484"/>
                      <a:pt x="29008" y="9704"/>
                      <a:pt x="27735" y="9129"/>
                    </a:cubicBezTo>
                    <a:cubicBezTo>
                      <a:pt x="26458" y="8554"/>
                      <a:pt x="24963" y="8259"/>
                      <a:pt x="23252" y="825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0" name="Google Shape;1980;p90"/>
              <p:cNvSpPr/>
              <p:nvPr/>
            </p:nvSpPr>
            <p:spPr>
              <a:xfrm>
                <a:off x="2550451" y="3252196"/>
                <a:ext cx="40383" cy="49330"/>
              </a:xfrm>
              <a:custGeom>
                <a:rect b="b" l="l" r="r" t="t"/>
                <a:pathLst>
                  <a:path extrusionOk="0" h="49330" w="40383">
                    <a:moveTo>
                      <a:pt x="36882" y="10880"/>
                    </a:moveTo>
                    <a:cubicBezTo>
                      <a:pt x="36540" y="11310"/>
                      <a:pt x="36208" y="11653"/>
                      <a:pt x="35880" y="11900"/>
                    </a:cubicBezTo>
                    <a:cubicBezTo>
                      <a:pt x="35555" y="12153"/>
                      <a:pt x="35077" y="12280"/>
                      <a:pt x="34457" y="12280"/>
                    </a:cubicBezTo>
                    <a:cubicBezTo>
                      <a:pt x="33866" y="12280"/>
                      <a:pt x="33290" y="12097"/>
                      <a:pt x="32728" y="11739"/>
                    </a:cubicBezTo>
                    <a:cubicBezTo>
                      <a:pt x="32170" y="11380"/>
                      <a:pt x="31499" y="10981"/>
                      <a:pt x="30722" y="10529"/>
                    </a:cubicBezTo>
                    <a:cubicBezTo>
                      <a:pt x="29941" y="10077"/>
                      <a:pt x="29019" y="9667"/>
                      <a:pt x="27943" y="9312"/>
                    </a:cubicBezTo>
                    <a:cubicBezTo>
                      <a:pt x="26871" y="8954"/>
                      <a:pt x="25539" y="8778"/>
                      <a:pt x="23953" y="8778"/>
                    </a:cubicBezTo>
                    <a:cubicBezTo>
                      <a:pt x="21928" y="8778"/>
                      <a:pt x="20156" y="9144"/>
                      <a:pt x="18631" y="9872"/>
                    </a:cubicBezTo>
                    <a:cubicBezTo>
                      <a:pt x="17103" y="10600"/>
                      <a:pt x="15837" y="11653"/>
                      <a:pt x="14823" y="13023"/>
                    </a:cubicBezTo>
                    <a:cubicBezTo>
                      <a:pt x="13813" y="14394"/>
                      <a:pt x="13058" y="16048"/>
                      <a:pt x="12562" y="17997"/>
                    </a:cubicBezTo>
                    <a:cubicBezTo>
                      <a:pt x="12062" y="19935"/>
                      <a:pt x="11814" y="22138"/>
                      <a:pt x="11814" y="24594"/>
                    </a:cubicBezTo>
                    <a:cubicBezTo>
                      <a:pt x="11814" y="27148"/>
                      <a:pt x="12084" y="29422"/>
                      <a:pt x="12631" y="31416"/>
                    </a:cubicBezTo>
                    <a:cubicBezTo>
                      <a:pt x="13175" y="33406"/>
                      <a:pt x="13962" y="35075"/>
                      <a:pt x="14987" y="36430"/>
                    </a:cubicBezTo>
                    <a:cubicBezTo>
                      <a:pt x="16016" y="37782"/>
                      <a:pt x="17260" y="38809"/>
                      <a:pt x="18722" y="39511"/>
                    </a:cubicBezTo>
                    <a:cubicBezTo>
                      <a:pt x="20185" y="40209"/>
                      <a:pt x="21833" y="40560"/>
                      <a:pt x="23672" y="40560"/>
                    </a:cubicBezTo>
                    <a:cubicBezTo>
                      <a:pt x="25506" y="40560"/>
                      <a:pt x="26995" y="40332"/>
                      <a:pt x="28129" y="39880"/>
                    </a:cubicBezTo>
                    <a:cubicBezTo>
                      <a:pt x="29267" y="39429"/>
                      <a:pt x="30222" y="38932"/>
                      <a:pt x="31003" y="38387"/>
                    </a:cubicBezTo>
                    <a:cubicBezTo>
                      <a:pt x="31780" y="37845"/>
                      <a:pt x="32455" y="37349"/>
                      <a:pt x="33031" y="36897"/>
                    </a:cubicBezTo>
                    <a:cubicBezTo>
                      <a:pt x="33607" y="36445"/>
                      <a:pt x="34253" y="36221"/>
                      <a:pt x="34971" y="36221"/>
                    </a:cubicBezTo>
                    <a:cubicBezTo>
                      <a:pt x="35905" y="36221"/>
                      <a:pt x="36605" y="36576"/>
                      <a:pt x="37072" y="37293"/>
                    </a:cubicBezTo>
                    <a:lnTo>
                      <a:pt x="40384" y="41493"/>
                    </a:lnTo>
                    <a:cubicBezTo>
                      <a:pt x="39107" y="42987"/>
                      <a:pt x="37725" y="44241"/>
                      <a:pt x="36230" y="45250"/>
                    </a:cubicBezTo>
                    <a:cubicBezTo>
                      <a:pt x="34738" y="46261"/>
                      <a:pt x="33188" y="47072"/>
                      <a:pt x="31587" y="47676"/>
                    </a:cubicBezTo>
                    <a:cubicBezTo>
                      <a:pt x="29982" y="48281"/>
                      <a:pt x="28326" y="48711"/>
                      <a:pt x="26611" y="48961"/>
                    </a:cubicBezTo>
                    <a:cubicBezTo>
                      <a:pt x="24901" y="49207"/>
                      <a:pt x="23205" y="49330"/>
                      <a:pt x="21523" y="49330"/>
                    </a:cubicBezTo>
                    <a:cubicBezTo>
                      <a:pt x="18565" y="49330"/>
                      <a:pt x="15782" y="48778"/>
                      <a:pt x="13167" y="47676"/>
                    </a:cubicBezTo>
                    <a:cubicBezTo>
                      <a:pt x="10552" y="46575"/>
                      <a:pt x="8272" y="44966"/>
                      <a:pt x="6328" y="42849"/>
                    </a:cubicBezTo>
                    <a:cubicBezTo>
                      <a:pt x="4381" y="40735"/>
                      <a:pt x="2842" y="38137"/>
                      <a:pt x="1707" y="35075"/>
                    </a:cubicBezTo>
                    <a:cubicBezTo>
                      <a:pt x="569" y="32013"/>
                      <a:pt x="0" y="28519"/>
                      <a:pt x="0" y="24594"/>
                    </a:cubicBezTo>
                    <a:cubicBezTo>
                      <a:pt x="0" y="21081"/>
                      <a:pt x="507" y="17821"/>
                      <a:pt x="1517" y="14816"/>
                    </a:cubicBezTo>
                    <a:cubicBezTo>
                      <a:pt x="2532" y="11821"/>
                      <a:pt x="4016" y="9215"/>
                      <a:pt x="5978" y="7027"/>
                    </a:cubicBezTo>
                    <a:cubicBezTo>
                      <a:pt x="7937" y="4835"/>
                      <a:pt x="10366" y="3114"/>
                      <a:pt x="13262" y="1867"/>
                    </a:cubicBezTo>
                    <a:cubicBezTo>
                      <a:pt x="16154" y="627"/>
                      <a:pt x="19484" y="0"/>
                      <a:pt x="23252" y="0"/>
                    </a:cubicBezTo>
                    <a:cubicBezTo>
                      <a:pt x="26830" y="0"/>
                      <a:pt x="29967" y="575"/>
                      <a:pt x="32659" y="1725"/>
                    </a:cubicBezTo>
                    <a:cubicBezTo>
                      <a:pt x="35351" y="2879"/>
                      <a:pt x="37773" y="4525"/>
                      <a:pt x="39917" y="6680"/>
                    </a:cubicBezTo>
                    <a:lnTo>
                      <a:pt x="36882" y="1088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1" name="Google Shape;1981;p90"/>
              <p:cNvSpPr/>
              <p:nvPr/>
            </p:nvSpPr>
            <p:spPr>
              <a:xfrm>
                <a:off x="2597232" y="3252946"/>
                <a:ext cx="41737" cy="48632"/>
              </a:xfrm>
              <a:custGeom>
                <a:rect b="b" l="l" r="r" t="t"/>
                <a:pathLst>
                  <a:path extrusionOk="0" h="48632" w="41737">
                    <a:moveTo>
                      <a:pt x="11529" y="0"/>
                    </a:moveTo>
                    <a:lnTo>
                      <a:pt x="11529" y="30430"/>
                    </a:lnTo>
                    <a:cubicBezTo>
                      <a:pt x="11529" y="33354"/>
                      <a:pt x="12208" y="35616"/>
                      <a:pt x="13561" y="37222"/>
                    </a:cubicBezTo>
                    <a:cubicBezTo>
                      <a:pt x="14914" y="38824"/>
                      <a:pt x="16946" y="39619"/>
                      <a:pt x="19656" y="39619"/>
                    </a:cubicBezTo>
                    <a:cubicBezTo>
                      <a:pt x="21647" y="39619"/>
                      <a:pt x="23515" y="39182"/>
                      <a:pt x="25258" y="38293"/>
                    </a:cubicBezTo>
                    <a:cubicBezTo>
                      <a:pt x="26998" y="37401"/>
                      <a:pt x="28650" y="36184"/>
                      <a:pt x="30204" y="34631"/>
                    </a:cubicBezTo>
                    <a:lnTo>
                      <a:pt x="30204" y="0"/>
                    </a:lnTo>
                    <a:lnTo>
                      <a:pt x="41737" y="0"/>
                    </a:lnTo>
                    <a:lnTo>
                      <a:pt x="41737" y="47882"/>
                    </a:lnTo>
                    <a:lnTo>
                      <a:pt x="34687" y="47882"/>
                    </a:lnTo>
                    <a:cubicBezTo>
                      <a:pt x="33195" y="47882"/>
                      <a:pt x="32214" y="47180"/>
                      <a:pt x="31747" y="45780"/>
                    </a:cubicBezTo>
                    <a:lnTo>
                      <a:pt x="30952" y="41953"/>
                    </a:lnTo>
                    <a:cubicBezTo>
                      <a:pt x="29956" y="42953"/>
                      <a:pt x="28927" y="43864"/>
                      <a:pt x="27870" y="44689"/>
                    </a:cubicBezTo>
                    <a:cubicBezTo>
                      <a:pt x="26812" y="45511"/>
                      <a:pt x="25685" y="46213"/>
                      <a:pt x="24485" y="46788"/>
                    </a:cubicBezTo>
                    <a:cubicBezTo>
                      <a:pt x="23289" y="47363"/>
                      <a:pt x="21998" y="47815"/>
                      <a:pt x="20612" y="48136"/>
                    </a:cubicBezTo>
                    <a:cubicBezTo>
                      <a:pt x="19226" y="48464"/>
                      <a:pt x="17741" y="48632"/>
                      <a:pt x="16154" y="48632"/>
                    </a:cubicBezTo>
                    <a:cubicBezTo>
                      <a:pt x="13539" y="48632"/>
                      <a:pt x="11227" y="48188"/>
                      <a:pt x="9221" y="47299"/>
                    </a:cubicBezTo>
                    <a:cubicBezTo>
                      <a:pt x="7211" y="46415"/>
                      <a:pt x="5522" y="45160"/>
                      <a:pt x="4154" y="43543"/>
                    </a:cubicBezTo>
                    <a:cubicBezTo>
                      <a:pt x="2783" y="41923"/>
                      <a:pt x="1751" y="40007"/>
                      <a:pt x="1051" y="37782"/>
                    </a:cubicBezTo>
                    <a:cubicBezTo>
                      <a:pt x="350" y="35557"/>
                      <a:pt x="0" y="33107"/>
                      <a:pt x="0" y="30430"/>
                    </a:cubicBezTo>
                    <a:lnTo>
                      <a:pt x="0" y="0"/>
                    </a:lnTo>
                    <a:lnTo>
                      <a:pt x="11529"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2" name="Google Shape;1982;p90"/>
              <p:cNvSpPr/>
              <p:nvPr/>
            </p:nvSpPr>
            <p:spPr>
              <a:xfrm>
                <a:off x="2651298" y="3252054"/>
                <a:ext cx="30533" cy="48774"/>
              </a:xfrm>
              <a:custGeom>
                <a:rect b="b" l="l" r="r" t="t"/>
                <a:pathLst>
                  <a:path extrusionOk="0" h="48774" w="30533">
                    <a:moveTo>
                      <a:pt x="0" y="48774"/>
                    </a:moveTo>
                    <a:lnTo>
                      <a:pt x="0" y="892"/>
                    </a:lnTo>
                    <a:lnTo>
                      <a:pt x="6770" y="892"/>
                    </a:lnTo>
                    <a:cubicBezTo>
                      <a:pt x="7951" y="892"/>
                      <a:pt x="8776" y="1109"/>
                      <a:pt x="9242" y="1542"/>
                    </a:cubicBezTo>
                    <a:cubicBezTo>
                      <a:pt x="9709" y="1979"/>
                      <a:pt x="10019" y="2729"/>
                      <a:pt x="10176" y="3786"/>
                    </a:cubicBezTo>
                    <a:lnTo>
                      <a:pt x="10877" y="9570"/>
                    </a:lnTo>
                    <a:cubicBezTo>
                      <a:pt x="12587" y="6616"/>
                      <a:pt x="14597" y="4283"/>
                      <a:pt x="16898" y="2569"/>
                    </a:cubicBezTo>
                    <a:cubicBezTo>
                      <a:pt x="19204" y="863"/>
                      <a:pt x="21786" y="0"/>
                      <a:pt x="24649" y="0"/>
                    </a:cubicBezTo>
                    <a:cubicBezTo>
                      <a:pt x="27013" y="0"/>
                      <a:pt x="28975" y="549"/>
                      <a:pt x="30534" y="1635"/>
                    </a:cubicBezTo>
                    <a:lnTo>
                      <a:pt x="29037" y="10268"/>
                    </a:lnTo>
                    <a:cubicBezTo>
                      <a:pt x="28946" y="10832"/>
                      <a:pt x="28741" y="11224"/>
                      <a:pt x="28431" y="11459"/>
                    </a:cubicBezTo>
                    <a:cubicBezTo>
                      <a:pt x="28118" y="11691"/>
                      <a:pt x="27698" y="11810"/>
                      <a:pt x="27169" y="11810"/>
                    </a:cubicBezTo>
                    <a:cubicBezTo>
                      <a:pt x="26703" y="11810"/>
                      <a:pt x="26064" y="11705"/>
                      <a:pt x="25255" y="11489"/>
                    </a:cubicBezTo>
                    <a:cubicBezTo>
                      <a:pt x="24445" y="11269"/>
                      <a:pt x="23372" y="11160"/>
                      <a:pt x="22034" y="11160"/>
                    </a:cubicBezTo>
                    <a:cubicBezTo>
                      <a:pt x="19638" y="11160"/>
                      <a:pt x="17584" y="11821"/>
                      <a:pt x="15873" y="13143"/>
                    </a:cubicBezTo>
                    <a:cubicBezTo>
                      <a:pt x="14159" y="14465"/>
                      <a:pt x="12711" y="16402"/>
                      <a:pt x="11529" y="18956"/>
                    </a:cubicBezTo>
                    <a:lnTo>
                      <a:pt x="11529" y="48774"/>
                    </a:lnTo>
                    <a:lnTo>
                      <a:pt x="0" y="4877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3" name="Google Shape;1983;p90"/>
              <p:cNvSpPr/>
              <p:nvPr/>
            </p:nvSpPr>
            <p:spPr>
              <a:xfrm>
                <a:off x="2686212" y="3252196"/>
                <a:ext cx="43747" cy="49330"/>
              </a:xfrm>
              <a:custGeom>
                <a:rect b="b" l="l" r="r" t="t"/>
                <a:pathLst>
                  <a:path extrusionOk="0" h="49330" w="43747">
                    <a:moveTo>
                      <a:pt x="23022" y="0"/>
                    </a:moveTo>
                    <a:cubicBezTo>
                      <a:pt x="26036" y="0"/>
                      <a:pt x="28815" y="485"/>
                      <a:pt x="31355" y="1449"/>
                    </a:cubicBezTo>
                    <a:cubicBezTo>
                      <a:pt x="33891" y="2412"/>
                      <a:pt x="36076" y="3820"/>
                      <a:pt x="37913" y="5672"/>
                    </a:cubicBezTo>
                    <a:cubicBezTo>
                      <a:pt x="39747" y="7524"/>
                      <a:pt x="41181" y="9794"/>
                      <a:pt x="42209" y="12482"/>
                    </a:cubicBezTo>
                    <a:cubicBezTo>
                      <a:pt x="43236" y="15181"/>
                      <a:pt x="43747" y="18251"/>
                      <a:pt x="43747" y="21701"/>
                    </a:cubicBezTo>
                    <a:cubicBezTo>
                      <a:pt x="43747" y="22574"/>
                      <a:pt x="43710" y="23299"/>
                      <a:pt x="43632" y="23874"/>
                    </a:cubicBezTo>
                    <a:cubicBezTo>
                      <a:pt x="43557" y="24449"/>
                      <a:pt x="43411" y="24904"/>
                      <a:pt x="43213" y="25229"/>
                    </a:cubicBezTo>
                    <a:cubicBezTo>
                      <a:pt x="43008" y="25550"/>
                      <a:pt x="42739" y="25785"/>
                      <a:pt x="42395" y="25931"/>
                    </a:cubicBezTo>
                    <a:cubicBezTo>
                      <a:pt x="42052" y="26069"/>
                      <a:pt x="41615" y="26136"/>
                      <a:pt x="41084" y="26136"/>
                    </a:cubicBezTo>
                    <a:lnTo>
                      <a:pt x="11489" y="26136"/>
                    </a:lnTo>
                    <a:cubicBezTo>
                      <a:pt x="11829" y="31057"/>
                      <a:pt x="13154" y="34668"/>
                      <a:pt x="15455" y="36964"/>
                    </a:cubicBezTo>
                    <a:cubicBezTo>
                      <a:pt x="17760" y="39268"/>
                      <a:pt x="20811" y="40422"/>
                      <a:pt x="24606" y="40422"/>
                    </a:cubicBezTo>
                    <a:cubicBezTo>
                      <a:pt x="26473" y="40422"/>
                      <a:pt x="28087" y="40201"/>
                      <a:pt x="29439" y="39764"/>
                    </a:cubicBezTo>
                    <a:cubicBezTo>
                      <a:pt x="30795" y="39335"/>
                      <a:pt x="31975" y="38846"/>
                      <a:pt x="32987" y="38320"/>
                    </a:cubicBezTo>
                    <a:cubicBezTo>
                      <a:pt x="33999" y="37789"/>
                      <a:pt x="34884" y="37308"/>
                      <a:pt x="35646" y="36871"/>
                    </a:cubicBezTo>
                    <a:cubicBezTo>
                      <a:pt x="36408" y="36438"/>
                      <a:pt x="37151" y="36221"/>
                      <a:pt x="37865" y="36221"/>
                    </a:cubicBezTo>
                    <a:cubicBezTo>
                      <a:pt x="38332" y="36221"/>
                      <a:pt x="38739" y="36315"/>
                      <a:pt x="39079" y="36497"/>
                    </a:cubicBezTo>
                    <a:cubicBezTo>
                      <a:pt x="39422" y="36688"/>
                      <a:pt x="39717" y="36949"/>
                      <a:pt x="39968" y="37293"/>
                    </a:cubicBezTo>
                    <a:lnTo>
                      <a:pt x="43329" y="41493"/>
                    </a:lnTo>
                    <a:cubicBezTo>
                      <a:pt x="42052" y="42987"/>
                      <a:pt x="40617" y="44241"/>
                      <a:pt x="39034" y="45250"/>
                    </a:cubicBezTo>
                    <a:cubicBezTo>
                      <a:pt x="37446" y="46261"/>
                      <a:pt x="35788" y="47072"/>
                      <a:pt x="34063" y="47676"/>
                    </a:cubicBezTo>
                    <a:cubicBezTo>
                      <a:pt x="32333" y="48281"/>
                      <a:pt x="30574" y="48711"/>
                      <a:pt x="28785" y="48961"/>
                    </a:cubicBezTo>
                    <a:cubicBezTo>
                      <a:pt x="26996" y="49207"/>
                      <a:pt x="25259" y="49330"/>
                      <a:pt x="23579" y="49330"/>
                    </a:cubicBezTo>
                    <a:cubicBezTo>
                      <a:pt x="20247" y="49330"/>
                      <a:pt x="17151" y="48778"/>
                      <a:pt x="14290" y="47676"/>
                    </a:cubicBezTo>
                    <a:cubicBezTo>
                      <a:pt x="11425" y="46575"/>
                      <a:pt x="8934" y="44943"/>
                      <a:pt x="6820" y="42778"/>
                    </a:cubicBezTo>
                    <a:cubicBezTo>
                      <a:pt x="4702" y="40616"/>
                      <a:pt x="3037" y="37942"/>
                      <a:pt x="1826" y="34746"/>
                    </a:cubicBezTo>
                    <a:cubicBezTo>
                      <a:pt x="613" y="31562"/>
                      <a:pt x="0" y="27861"/>
                      <a:pt x="0" y="23661"/>
                    </a:cubicBezTo>
                    <a:cubicBezTo>
                      <a:pt x="0" y="20394"/>
                      <a:pt x="530" y="17325"/>
                      <a:pt x="1591" y="14446"/>
                    </a:cubicBezTo>
                    <a:cubicBezTo>
                      <a:pt x="2648" y="11571"/>
                      <a:pt x="4168" y="9062"/>
                      <a:pt x="6144" y="6934"/>
                    </a:cubicBezTo>
                    <a:cubicBezTo>
                      <a:pt x="8116" y="4805"/>
                      <a:pt x="10533" y="3114"/>
                      <a:pt x="13379" y="1867"/>
                    </a:cubicBezTo>
                    <a:cubicBezTo>
                      <a:pt x="16225" y="627"/>
                      <a:pt x="19440" y="0"/>
                      <a:pt x="23022" y="0"/>
                    </a:cubicBezTo>
                    <a:close/>
                    <a:moveTo>
                      <a:pt x="23254" y="8259"/>
                    </a:moveTo>
                    <a:cubicBezTo>
                      <a:pt x="19892" y="8259"/>
                      <a:pt x="17263" y="9207"/>
                      <a:pt x="15366" y="11112"/>
                    </a:cubicBezTo>
                    <a:cubicBezTo>
                      <a:pt x="13464" y="13008"/>
                      <a:pt x="12251" y="15701"/>
                      <a:pt x="11720" y="19184"/>
                    </a:cubicBezTo>
                    <a:lnTo>
                      <a:pt x="33383" y="19184"/>
                    </a:lnTo>
                    <a:cubicBezTo>
                      <a:pt x="33383" y="17690"/>
                      <a:pt x="33181" y="16283"/>
                      <a:pt x="32778" y="14961"/>
                    </a:cubicBezTo>
                    <a:cubicBezTo>
                      <a:pt x="32371" y="13636"/>
                      <a:pt x="31747" y="12475"/>
                      <a:pt x="30910" y="11485"/>
                    </a:cubicBezTo>
                    <a:cubicBezTo>
                      <a:pt x="30070" y="10484"/>
                      <a:pt x="29009" y="9704"/>
                      <a:pt x="27736" y="9129"/>
                    </a:cubicBezTo>
                    <a:cubicBezTo>
                      <a:pt x="26458" y="8554"/>
                      <a:pt x="24964" y="8259"/>
                      <a:pt x="23254" y="825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4" name="Google Shape;1984;p90"/>
              <p:cNvSpPr/>
              <p:nvPr/>
            </p:nvSpPr>
            <p:spPr>
              <a:xfrm>
                <a:off x="2754192" y="3232594"/>
                <a:ext cx="63867" cy="68985"/>
              </a:xfrm>
              <a:custGeom>
                <a:rect b="b" l="l" r="r" t="t"/>
                <a:pathLst>
                  <a:path extrusionOk="0" h="68985" w="63867">
                    <a:moveTo>
                      <a:pt x="27963" y="0"/>
                    </a:moveTo>
                    <a:cubicBezTo>
                      <a:pt x="30701" y="0"/>
                      <a:pt x="33155" y="422"/>
                      <a:pt x="35318" y="1258"/>
                    </a:cubicBezTo>
                    <a:cubicBezTo>
                      <a:pt x="37480" y="2098"/>
                      <a:pt x="39333" y="3222"/>
                      <a:pt x="40875" y="4622"/>
                    </a:cubicBezTo>
                    <a:cubicBezTo>
                      <a:pt x="42414" y="6022"/>
                      <a:pt x="43628" y="7628"/>
                      <a:pt x="44517" y="9428"/>
                    </a:cubicBezTo>
                    <a:cubicBezTo>
                      <a:pt x="45402" y="11235"/>
                      <a:pt x="45925" y="13102"/>
                      <a:pt x="46082" y="15028"/>
                    </a:cubicBezTo>
                    <a:lnTo>
                      <a:pt x="38750" y="16567"/>
                    </a:lnTo>
                    <a:cubicBezTo>
                      <a:pt x="38657" y="16604"/>
                      <a:pt x="38556" y="16619"/>
                      <a:pt x="38447" y="16619"/>
                    </a:cubicBezTo>
                    <a:lnTo>
                      <a:pt x="38145" y="16619"/>
                    </a:lnTo>
                    <a:cubicBezTo>
                      <a:pt x="37615" y="16619"/>
                      <a:pt x="37140" y="16473"/>
                      <a:pt x="36718" y="16175"/>
                    </a:cubicBezTo>
                    <a:cubicBezTo>
                      <a:pt x="36296" y="15880"/>
                      <a:pt x="35964" y="15420"/>
                      <a:pt x="35713" y="14793"/>
                    </a:cubicBezTo>
                    <a:cubicBezTo>
                      <a:pt x="35433" y="13987"/>
                      <a:pt x="35075" y="13221"/>
                      <a:pt x="34642" y="12482"/>
                    </a:cubicBezTo>
                    <a:cubicBezTo>
                      <a:pt x="34205" y="11754"/>
                      <a:pt x="33674" y="11119"/>
                      <a:pt x="33054" y="10574"/>
                    </a:cubicBezTo>
                    <a:cubicBezTo>
                      <a:pt x="32430" y="10025"/>
                      <a:pt x="31698" y="9596"/>
                      <a:pt x="30858" y="9267"/>
                    </a:cubicBezTo>
                    <a:cubicBezTo>
                      <a:pt x="30021" y="8939"/>
                      <a:pt x="29054" y="8778"/>
                      <a:pt x="27963" y="8778"/>
                    </a:cubicBezTo>
                    <a:cubicBezTo>
                      <a:pt x="26656" y="8778"/>
                      <a:pt x="25491" y="9006"/>
                      <a:pt x="24460" y="9450"/>
                    </a:cubicBezTo>
                    <a:cubicBezTo>
                      <a:pt x="23437" y="9902"/>
                      <a:pt x="22566" y="10514"/>
                      <a:pt x="21849" y="11272"/>
                    </a:cubicBezTo>
                    <a:cubicBezTo>
                      <a:pt x="21132" y="12038"/>
                      <a:pt x="20587" y="12923"/>
                      <a:pt x="20217" y="13934"/>
                    </a:cubicBezTo>
                    <a:cubicBezTo>
                      <a:pt x="19840" y="14946"/>
                      <a:pt x="19653" y="16014"/>
                      <a:pt x="19653" y="17127"/>
                    </a:cubicBezTo>
                    <a:cubicBezTo>
                      <a:pt x="19653" y="18060"/>
                      <a:pt x="19758" y="18968"/>
                      <a:pt x="19956" y="19834"/>
                    </a:cubicBezTo>
                    <a:cubicBezTo>
                      <a:pt x="20161" y="20708"/>
                      <a:pt x="20479" y="21577"/>
                      <a:pt x="20916" y="22451"/>
                    </a:cubicBezTo>
                    <a:cubicBezTo>
                      <a:pt x="21349" y="23321"/>
                      <a:pt x="21920" y="24217"/>
                      <a:pt x="22619" y="25136"/>
                    </a:cubicBezTo>
                    <a:cubicBezTo>
                      <a:pt x="23321" y="26054"/>
                      <a:pt x="24184" y="27040"/>
                      <a:pt x="25211" y="28096"/>
                    </a:cubicBezTo>
                    <a:lnTo>
                      <a:pt x="43135" y="46721"/>
                    </a:lnTo>
                    <a:cubicBezTo>
                      <a:pt x="44166" y="44760"/>
                      <a:pt x="44991" y="42688"/>
                      <a:pt x="45615" y="40515"/>
                    </a:cubicBezTo>
                    <a:cubicBezTo>
                      <a:pt x="46235" y="38334"/>
                      <a:pt x="46638" y="36124"/>
                      <a:pt x="46829" y="33888"/>
                    </a:cubicBezTo>
                    <a:cubicBezTo>
                      <a:pt x="46888" y="33171"/>
                      <a:pt x="47124" y="32596"/>
                      <a:pt x="47527" y="32159"/>
                    </a:cubicBezTo>
                    <a:cubicBezTo>
                      <a:pt x="47930" y="31722"/>
                      <a:pt x="48491" y="31502"/>
                      <a:pt x="49204" y="31502"/>
                    </a:cubicBezTo>
                    <a:lnTo>
                      <a:pt x="56442" y="31502"/>
                    </a:lnTo>
                    <a:cubicBezTo>
                      <a:pt x="56412" y="35616"/>
                      <a:pt x="55822" y="39529"/>
                      <a:pt x="54668" y="43263"/>
                    </a:cubicBezTo>
                    <a:cubicBezTo>
                      <a:pt x="53518" y="46997"/>
                      <a:pt x="51867" y="50439"/>
                      <a:pt x="49719" y="53583"/>
                    </a:cubicBezTo>
                    <a:lnTo>
                      <a:pt x="63867" y="68234"/>
                    </a:lnTo>
                    <a:lnTo>
                      <a:pt x="52569" y="68234"/>
                    </a:lnTo>
                    <a:cubicBezTo>
                      <a:pt x="51979" y="68234"/>
                      <a:pt x="51456" y="68205"/>
                      <a:pt x="51004" y="68141"/>
                    </a:cubicBezTo>
                    <a:cubicBezTo>
                      <a:pt x="50552" y="68082"/>
                      <a:pt x="50127" y="67966"/>
                      <a:pt x="49719" y="67790"/>
                    </a:cubicBezTo>
                    <a:cubicBezTo>
                      <a:pt x="49316" y="67622"/>
                      <a:pt x="48928" y="67394"/>
                      <a:pt x="48554" y="67118"/>
                    </a:cubicBezTo>
                    <a:cubicBezTo>
                      <a:pt x="48181" y="66834"/>
                      <a:pt x="47792" y="66476"/>
                      <a:pt x="47385" y="66039"/>
                    </a:cubicBezTo>
                    <a:lnTo>
                      <a:pt x="42716" y="61234"/>
                    </a:lnTo>
                    <a:cubicBezTo>
                      <a:pt x="39729" y="63661"/>
                      <a:pt x="36408" y="65557"/>
                      <a:pt x="32748" y="66928"/>
                    </a:cubicBezTo>
                    <a:cubicBezTo>
                      <a:pt x="29095" y="68302"/>
                      <a:pt x="25132" y="68985"/>
                      <a:pt x="20871" y="68985"/>
                    </a:cubicBezTo>
                    <a:cubicBezTo>
                      <a:pt x="18253" y="68985"/>
                      <a:pt x="15702" y="68541"/>
                      <a:pt x="13214" y="67652"/>
                    </a:cubicBezTo>
                    <a:cubicBezTo>
                      <a:pt x="10723" y="66767"/>
                      <a:pt x="8497" y="65487"/>
                      <a:pt x="6536" y="63799"/>
                    </a:cubicBezTo>
                    <a:cubicBezTo>
                      <a:pt x="4575" y="62122"/>
                      <a:pt x="2992" y="60088"/>
                      <a:pt x="1796" y="57713"/>
                    </a:cubicBezTo>
                    <a:cubicBezTo>
                      <a:pt x="598" y="55334"/>
                      <a:pt x="0" y="52650"/>
                      <a:pt x="0" y="49659"/>
                    </a:cubicBezTo>
                    <a:cubicBezTo>
                      <a:pt x="0" y="47576"/>
                      <a:pt x="340" y="45593"/>
                      <a:pt x="1027" y="43711"/>
                    </a:cubicBezTo>
                    <a:cubicBezTo>
                      <a:pt x="1711" y="41829"/>
                      <a:pt x="2663" y="40078"/>
                      <a:pt x="3877" y="38458"/>
                    </a:cubicBezTo>
                    <a:cubicBezTo>
                      <a:pt x="5087" y="36841"/>
                      <a:pt x="6529" y="35381"/>
                      <a:pt x="8194" y="34071"/>
                    </a:cubicBezTo>
                    <a:cubicBezTo>
                      <a:pt x="9856" y="32764"/>
                      <a:pt x="11687" y="31647"/>
                      <a:pt x="13681" y="30714"/>
                    </a:cubicBezTo>
                    <a:cubicBezTo>
                      <a:pt x="12026" y="28380"/>
                      <a:pt x="10824" y="26099"/>
                      <a:pt x="10062" y="23874"/>
                    </a:cubicBezTo>
                    <a:cubicBezTo>
                      <a:pt x="9296" y="21648"/>
                      <a:pt x="8915" y="19434"/>
                      <a:pt x="8915" y="17224"/>
                    </a:cubicBezTo>
                    <a:cubicBezTo>
                      <a:pt x="8915" y="14890"/>
                      <a:pt x="9345" y="12672"/>
                      <a:pt x="10200" y="10574"/>
                    </a:cubicBezTo>
                    <a:cubicBezTo>
                      <a:pt x="11059" y="8472"/>
                      <a:pt x="12303" y="6642"/>
                      <a:pt x="13935" y="5089"/>
                    </a:cubicBezTo>
                    <a:cubicBezTo>
                      <a:pt x="15571" y="3536"/>
                      <a:pt x="17569" y="2296"/>
                      <a:pt x="19937" y="1378"/>
                    </a:cubicBezTo>
                    <a:cubicBezTo>
                      <a:pt x="22298" y="459"/>
                      <a:pt x="24975" y="0"/>
                      <a:pt x="27963" y="0"/>
                    </a:cubicBezTo>
                    <a:close/>
                    <a:moveTo>
                      <a:pt x="11716" y="48726"/>
                    </a:moveTo>
                    <a:cubicBezTo>
                      <a:pt x="11716" y="50439"/>
                      <a:pt x="12012" y="51978"/>
                      <a:pt x="12605" y="53352"/>
                    </a:cubicBezTo>
                    <a:cubicBezTo>
                      <a:pt x="13196" y="54715"/>
                      <a:pt x="14006" y="55872"/>
                      <a:pt x="15033" y="56821"/>
                    </a:cubicBezTo>
                    <a:cubicBezTo>
                      <a:pt x="16056" y="57776"/>
                      <a:pt x="17252" y="58508"/>
                      <a:pt x="18604" y="59016"/>
                    </a:cubicBezTo>
                    <a:cubicBezTo>
                      <a:pt x="19956" y="59535"/>
                      <a:pt x="21397" y="59789"/>
                      <a:pt x="22921" y="59789"/>
                    </a:cubicBezTo>
                    <a:cubicBezTo>
                      <a:pt x="25663" y="59789"/>
                      <a:pt x="28161" y="59359"/>
                      <a:pt x="30414" y="58508"/>
                    </a:cubicBezTo>
                    <a:cubicBezTo>
                      <a:pt x="32673" y="57653"/>
                      <a:pt x="34731" y="56458"/>
                      <a:pt x="36599" y="54931"/>
                    </a:cubicBezTo>
                    <a:lnTo>
                      <a:pt x="18858" y="36729"/>
                    </a:lnTo>
                    <a:cubicBezTo>
                      <a:pt x="16370" y="38350"/>
                      <a:pt x="14559" y="40171"/>
                      <a:pt x="13420" y="42192"/>
                    </a:cubicBezTo>
                    <a:cubicBezTo>
                      <a:pt x="12288" y="44212"/>
                      <a:pt x="11716" y="46392"/>
                      <a:pt x="11716" y="4872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5" name="Google Shape;1985;p90"/>
              <p:cNvSpPr/>
              <p:nvPr/>
            </p:nvSpPr>
            <p:spPr>
              <a:xfrm>
                <a:off x="2838788" y="3232594"/>
                <a:ext cx="59710" cy="68985"/>
              </a:xfrm>
              <a:custGeom>
                <a:rect b="b" l="l" r="r" t="t"/>
                <a:pathLst>
                  <a:path extrusionOk="0" h="68985" w="59710">
                    <a:moveTo>
                      <a:pt x="34922" y="58993"/>
                    </a:moveTo>
                    <a:cubicBezTo>
                      <a:pt x="37749" y="58993"/>
                      <a:pt x="40222" y="58740"/>
                      <a:pt x="42321" y="58221"/>
                    </a:cubicBezTo>
                    <a:cubicBezTo>
                      <a:pt x="44423" y="57713"/>
                      <a:pt x="46422" y="57003"/>
                      <a:pt x="48323" y="56100"/>
                    </a:cubicBezTo>
                    <a:lnTo>
                      <a:pt x="48323" y="43827"/>
                    </a:lnTo>
                    <a:lnTo>
                      <a:pt x="39870" y="43827"/>
                    </a:lnTo>
                    <a:cubicBezTo>
                      <a:pt x="39060" y="43827"/>
                      <a:pt x="38421" y="43599"/>
                      <a:pt x="37954" y="43147"/>
                    </a:cubicBezTo>
                    <a:cubicBezTo>
                      <a:pt x="37488" y="42696"/>
                      <a:pt x="37256" y="42151"/>
                      <a:pt x="37256" y="41493"/>
                    </a:cubicBezTo>
                    <a:lnTo>
                      <a:pt x="37256" y="34395"/>
                    </a:lnTo>
                    <a:lnTo>
                      <a:pt x="59710" y="34395"/>
                    </a:lnTo>
                    <a:lnTo>
                      <a:pt x="59710" y="61700"/>
                    </a:lnTo>
                    <a:cubicBezTo>
                      <a:pt x="57996" y="62948"/>
                      <a:pt x="56218" y="64027"/>
                      <a:pt x="54366" y="64945"/>
                    </a:cubicBezTo>
                    <a:cubicBezTo>
                      <a:pt x="52513" y="65864"/>
                      <a:pt x="50537" y="66614"/>
                      <a:pt x="48438" y="67208"/>
                    </a:cubicBezTo>
                    <a:cubicBezTo>
                      <a:pt x="46336" y="67805"/>
                      <a:pt x="44087" y="68242"/>
                      <a:pt x="41689" y="68541"/>
                    </a:cubicBezTo>
                    <a:cubicBezTo>
                      <a:pt x="39295" y="68832"/>
                      <a:pt x="36711" y="68985"/>
                      <a:pt x="33939" y="68985"/>
                    </a:cubicBezTo>
                    <a:cubicBezTo>
                      <a:pt x="29024" y="68985"/>
                      <a:pt x="24494" y="68126"/>
                      <a:pt x="20352" y="66420"/>
                    </a:cubicBezTo>
                    <a:cubicBezTo>
                      <a:pt x="16213" y="64706"/>
                      <a:pt x="12635" y="62328"/>
                      <a:pt x="9614" y="59274"/>
                    </a:cubicBezTo>
                    <a:cubicBezTo>
                      <a:pt x="6600" y="56223"/>
                      <a:pt x="4239" y="52586"/>
                      <a:pt x="2543" y="48356"/>
                    </a:cubicBezTo>
                    <a:cubicBezTo>
                      <a:pt x="848" y="44126"/>
                      <a:pt x="0" y="39503"/>
                      <a:pt x="0" y="34492"/>
                    </a:cubicBezTo>
                    <a:cubicBezTo>
                      <a:pt x="0" y="29422"/>
                      <a:pt x="825" y="24770"/>
                      <a:pt x="2473" y="20536"/>
                    </a:cubicBezTo>
                    <a:cubicBezTo>
                      <a:pt x="4123" y="16305"/>
                      <a:pt x="6461" y="12665"/>
                      <a:pt x="9498" y="9618"/>
                    </a:cubicBezTo>
                    <a:cubicBezTo>
                      <a:pt x="12531" y="6568"/>
                      <a:pt x="16213" y="4200"/>
                      <a:pt x="20542" y="2520"/>
                    </a:cubicBezTo>
                    <a:cubicBezTo>
                      <a:pt x="24867" y="844"/>
                      <a:pt x="29723" y="0"/>
                      <a:pt x="35105" y="0"/>
                    </a:cubicBezTo>
                    <a:cubicBezTo>
                      <a:pt x="40617" y="0"/>
                      <a:pt x="45383" y="814"/>
                      <a:pt x="49413" y="2449"/>
                    </a:cubicBezTo>
                    <a:cubicBezTo>
                      <a:pt x="53447" y="4081"/>
                      <a:pt x="56864" y="6213"/>
                      <a:pt x="59666" y="8823"/>
                    </a:cubicBezTo>
                    <a:lnTo>
                      <a:pt x="56024" y="14517"/>
                    </a:lnTo>
                    <a:cubicBezTo>
                      <a:pt x="55307" y="15671"/>
                      <a:pt x="54358" y="16246"/>
                      <a:pt x="53174" y="16246"/>
                    </a:cubicBezTo>
                    <a:cubicBezTo>
                      <a:pt x="52427" y="16246"/>
                      <a:pt x="51665" y="15999"/>
                      <a:pt x="50888" y="15495"/>
                    </a:cubicBezTo>
                    <a:cubicBezTo>
                      <a:pt x="49888" y="14905"/>
                      <a:pt x="48872" y="14315"/>
                      <a:pt x="47830" y="13722"/>
                    </a:cubicBezTo>
                    <a:cubicBezTo>
                      <a:pt x="46784" y="13132"/>
                      <a:pt x="45637" y="12620"/>
                      <a:pt x="44375" y="12183"/>
                    </a:cubicBezTo>
                    <a:cubicBezTo>
                      <a:pt x="43112" y="11746"/>
                      <a:pt x="41697" y="11388"/>
                      <a:pt x="40124" y="11112"/>
                    </a:cubicBezTo>
                    <a:cubicBezTo>
                      <a:pt x="38552" y="10828"/>
                      <a:pt x="36741" y="10690"/>
                      <a:pt x="34686" y="10690"/>
                    </a:cubicBezTo>
                    <a:cubicBezTo>
                      <a:pt x="31359" y="10690"/>
                      <a:pt x="28344" y="11250"/>
                      <a:pt x="25652" y="12366"/>
                    </a:cubicBezTo>
                    <a:cubicBezTo>
                      <a:pt x="22959" y="13490"/>
                      <a:pt x="20665" y="15096"/>
                      <a:pt x="18764" y="17179"/>
                    </a:cubicBezTo>
                    <a:cubicBezTo>
                      <a:pt x="16871" y="19266"/>
                      <a:pt x="15407" y="21768"/>
                      <a:pt x="14379" y="24691"/>
                    </a:cubicBezTo>
                    <a:cubicBezTo>
                      <a:pt x="13349" y="27615"/>
                      <a:pt x="12841" y="30882"/>
                      <a:pt x="12841" y="34492"/>
                    </a:cubicBezTo>
                    <a:cubicBezTo>
                      <a:pt x="12841" y="38379"/>
                      <a:pt x="13382" y="41844"/>
                      <a:pt x="14473" y="44876"/>
                    </a:cubicBezTo>
                    <a:cubicBezTo>
                      <a:pt x="15560" y="47912"/>
                      <a:pt x="17084" y="50469"/>
                      <a:pt x="19048" y="52556"/>
                    </a:cubicBezTo>
                    <a:cubicBezTo>
                      <a:pt x="21009" y="54640"/>
                      <a:pt x="23343" y="56231"/>
                      <a:pt x="26051" y="57339"/>
                    </a:cubicBezTo>
                    <a:cubicBezTo>
                      <a:pt x="28755" y="58441"/>
                      <a:pt x="31713" y="58993"/>
                      <a:pt x="34922" y="5899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6" name="Google Shape;1986;p90"/>
              <p:cNvSpPr/>
              <p:nvPr/>
            </p:nvSpPr>
            <p:spPr>
              <a:xfrm>
                <a:off x="2906252" y="3252196"/>
                <a:ext cx="47385" cy="49330"/>
              </a:xfrm>
              <a:custGeom>
                <a:rect b="b" l="l" r="r" t="t"/>
                <a:pathLst>
                  <a:path extrusionOk="0" h="49330" w="47385">
                    <a:moveTo>
                      <a:pt x="23762" y="0"/>
                    </a:moveTo>
                    <a:cubicBezTo>
                      <a:pt x="27340" y="0"/>
                      <a:pt x="30585" y="575"/>
                      <a:pt x="33495" y="1725"/>
                    </a:cubicBezTo>
                    <a:cubicBezTo>
                      <a:pt x="36408" y="2879"/>
                      <a:pt x="38888" y="4514"/>
                      <a:pt x="40939" y="6627"/>
                    </a:cubicBezTo>
                    <a:cubicBezTo>
                      <a:pt x="42997" y="8741"/>
                      <a:pt x="44584" y="11332"/>
                      <a:pt x="45704" y="14379"/>
                    </a:cubicBezTo>
                    <a:cubicBezTo>
                      <a:pt x="46825" y="17429"/>
                      <a:pt x="47385" y="20834"/>
                      <a:pt x="47385" y="24594"/>
                    </a:cubicBezTo>
                    <a:cubicBezTo>
                      <a:pt x="47385" y="28395"/>
                      <a:pt x="46825" y="31815"/>
                      <a:pt x="45704" y="34862"/>
                    </a:cubicBezTo>
                    <a:cubicBezTo>
                      <a:pt x="44584" y="37913"/>
                      <a:pt x="42997" y="40515"/>
                      <a:pt x="40939" y="42658"/>
                    </a:cubicBezTo>
                    <a:cubicBezTo>
                      <a:pt x="38888" y="44805"/>
                      <a:pt x="36408" y="46459"/>
                      <a:pt x="33495" y="47606"/>
                    </a:cubicBezTo>
                    <a:cubicBezTo>
                      <a:pt x="30585" y="48755"/>
                      <a:pt x="27340" y="49330"/>
                      <a:pt x="23762" y="49330"/>
                    </a:cubicBezTo>
                    <a:cubicBezTo>
                      <a:pt x="20184" y="49330"/>
                      <a:pt x="16930" y="48755"/>
                      <a:pt x="14006" y="47606"/>
                    </a:cubicBezTo>
                    <a:cubicBezTo>
                      <a:pt x="11078" y="46459"/>
                      <a:pt x="8579" y="44805"/>
                      <a:pt x="6510" y="42658"/>
                    </a:cubicBezTo>
                    <a:cubicBezTo>
                      <a:pt x="4441" y="40515"/>
                      <a:pt x="2835" y="37913"/>
                      <a:pt x="1703" y="34862"/>
                    </a:cubicBezTo>
                    <a:cubicBezTo>
                      <a:pt x="564" y="31815"/>
                      <a:pt x="0" y="28395"/>
                      <a:pt x="0" y="24594"/>
                    </a:cubicBezTo>
                    <a:cubicBezTo>
                      <a:pt x="0" y="20834"/>
                      <a:pt x="564" y="17429"/>
                      <a:pt x="1703" y="14379"/>
                    </a:cubicBezTo>
                    <a:cubicBezTo>
                      <a:pt x="2835" y="11332"/>
                      <a:pt x="4441" y="8741"/>
                      <a:pt x="6510" y="6627"/>
                    </a:cubicBezTo>
                    <a:cubicBezTo>
                      <a:pt x="8579" y="4514"/>
                      <a:pt x="11078" y="2879"/>
                      <a:pt x="14006" y="1725"/>
                    </a:cubicBezTo>
                    <a:cubicBezTo>
                      <a:pt x="16930" y="575"/>
                      <a:pt x="20184" y="0"/>
                      <a:pt x="23762" y="0"/>
                    </a:cubicBezTo>
                    <a:close/>
                    <a:moveTo>
                      <a:pt x="23762" y="40463"/>
                    </a:moveTo>
                    <a:cubicBezTo>
                      <a:pt x="27743" y="40463"/>
                      <a:pt x="30694" y="39130"/>
                      <a:pt x="32610" y="36453"/>
                    </a:cubicBezTo>
                    <a:cubicBezTo>
                      <a:pt x="34522" y="33776"/>
                      <a:pt x="35482" y="29855"/>
                      <a:pt x="35482" y="24691"/>
                    </a:cubicBezTo>
                    <a:cubicBezTo>
                      <a:pt x="35482" y="19528"/>
                      <a:pt x="34522" y="15588"/>
                      <a:pt x="32610" y="12885"/>
                    </a:cubicBezTo>
                    <a:cubicBezTo>
                      <a:pt x="30694" y="10178"/>
                      <a:pt x="27743" y="8823"/>
                      <a:pt x="23762" y="8823"/>
                    </a:cubicBezTo>
                    <a:cubicBezTo>
                      <a:pt x="19717" y="8823"/>
                      <a:pt x="16725" y="10186"/>
                      <a:pt x="14794" y="12908"/>
                    </a:cubicBezTo>
                    <a:cubicBezTo>
                      <a:pt x="12867" y="15626"/>
                      <a:pt x="11903" y="19557"/>
                      <a:pt x="11903" y="24691"/>
                    </a:cubicBezTo>
                    <a:cubicBezTo>
                      <a:pt x="11903" y="29825"/>
                      <a:pt x="12867" y="33742"/>
                      <a:pt x="14794" y="36430"/>
                    </a:cubicBezTo>
                    <a:cubicBezTo>
                      <a:pt x="16725" y="39122"/>
                      <a:pt x="19717" y="40463"/>
                      <a:pt x="23762" y="4046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7" name="Google Shape;1987;p90"/>
              <p:cNvSpPr/>
              <p:nvPr/>
            </p:nvSpPr>
            <p:spPr>
              <a:xfrm>
                <a:off x="2955598" y="3252946"/>
                <a:ext cx="48509" cy="47881"/>
              </a:xfrm>
              <a:custGeom>
                <a:rect b="b" l="l" r="r" t="t"/>
                <a:pathLst>
                  <a:path extrusionOk="0" h="47881" w="48509">
                    <a:moveTo>
                      <a:pt x="29510" y="47882"/>
                    </a:moveTo>
                    <a:lnTo>
                      <a:pt x="19052" y="47882"/>
                    </a:lnTo>
                    <a:lnTo>
                      <a:pt x="0" y="0"/>
                    </a:lnTo>
                    <a:lnTo>
                      <a:pt x="9573" y="0"/>
                    </a:lnTo>
                    <a:cubicBezTo>
                      <a:pt x="10417" y="0"/>
                      <a:pt x="11123" y="202"/>
                      <a:pt x="11698" y="605"/>
                    </a:cubicBezTo>
                    <a:cubicBezTo>
                      <a:pt x="12273" y="1012"/>
                      <a:pt x="12669" y="1523"/>
                      <a:pt x="12889" y="2143"/>
                    </a:cubicBezTo>
                    <a:lnTo>
                      <a:pt x="22130" y="27720"/>
                    </a:lnTo>
                    <a:cubicBezTo>
                      <a:pt x="22660" y="29213"/>
                      <a:pt x="23104" y="30680"/>
                      <a:pt x="23463" y="32107"/>
                    </a:cubicBezTo>
                    <a:cubicBezTo>
                      <a:pt x="23818" y="33537"/>
                      <a:pt x="24139" y="34974"/>
                      <a:pt x="24423" y="36404"/>
                    </a:cubicBezTo>
                    <a:cubicBezTo>
                      <a:pt x="24699" y="34974"/>
                      <a:pt x="25020" y="33537"/>
                      <a:pt x="25375" y="32107"/>
                    </a:cubicBezTo>
                    <a:cubicBezTo>
                      <a:pt x="25734" y="30680"/>
                      <a:pt x="26193" y="29213"/>
                      <a:pt x="26757" y="27720"/>
                    </a:cubicBezTo>
                    <a:lnTo>
                      <a:pt x="36233" y="2143"/>
                    </a:lnTo>
                    <a:cubicBezTo>
                      <a:pt x="36449" y="1523"/>
                      <a:pt x="36838" y="1012"/>
                      <a:pt x="37398" y="605"/>
                    </a:cubicBezTo>
                    <a:cubicBezTo>
                      <a:pt x="37962" y="202"/>
                      <a:pt x="38627" y="0"/>
                      <a:pt x="39404" y="0"/>
                    </a:cubicBezTo>
                    <a:lnTo>
                      <a:pt x="48509" y="0"/>
                    </a:lnTo>
                    <a:lnTo>
                      <a:pt x="29510" y="4788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8" name="Google Shape;1988;p90"/>
              <p:cNvSpPr/>
              <p:nvPr/>
            </p:nvSpPr>
            <p:spPr>
              <a:xfrm>
                <a:off x="3006158" y="3252196"/>
                <a:ext cx="43743" cy="49330"/>
              </a:xfrm>
              <a:custGeom>
                <a:rect b="b" l="l" r="r" t="t"/>
                <a:pathLst>
                  <a:path extrusionOk="0" h="49330" w="43743">
                    <a:moveTo>
                      <a:pt x="23018" y="0"/>
                    </a:moveTo>
                    <a:cubicBezTo>
                      <a:pt x="26033" y="0"/>
                      <a:pt x="28811" y="485"/>
                      <a:pt x="31351" y="1449"/>
                    </a:cubicBezTo>
                    <a:cubicBezTo>
                      <a:pt x="33887" y="2412"/>
                      <a:pt x="36072" y="3820"/>
                      <a:pt x="37910" y="5672"/>
                    </a:cubicBezTo>
                    <a:cubicBezTo>
                      <a:pt x="39743" y="7524"/>
                      <a:pt x="41178" y="9794"/>
                      <a:pt x="42205" y="12482"/>
                    </a:cubicBezTo>
                    <a:cubicBezTo>
                      <a:pt x="43232" y="15181"/>
                      <a:pt x="43744" y="18251"/>
                      <a:pt x="43744" y="21701"/>
                    </a:cubicBezTo>
                    <a:cubicBezTo>
                      <a:pt x="43744" y="22574"/>
                      <a:pt x="43706" y="23299"/>
                      <a:pt x="43628" y="23874"/>
                    </a:cubicBezTo>
                    <a:cubicBezTo>
                      <a:pt x="43553" y="24449"/>
                      <a:pt x="43411" y="24904"/>
                      <a:pt x="43209" y="25229"/>
                    </a:cubicBezTo>
                    <a:cubicBezTo>
                      <a:pt x="43004" y="25550"/>
                      <a:pt x="42735" y="25785"/>
                      <a:pt x="42392" y="25931"/>
                    </a:cubicBezTo>
                    <a:cubicBezTo>
                      <a:pt x="42048" y="26069"/>
                      <a:pt x="41611" y="26136"/>
                      <a:pt x="41084" y="26136"/>
                    </a:cubicBezTo>
                    <a:lnTo>
                      <a:pt x="11485" y="26136"/>
                    </a:lnTo>
                    <a:cubicBezTo>
                      <a:pt x="11829" y="31057"/>
                      <a:pt x="13151" y="34668"/>
                      <a:pt x="15451" y="36964"/>
                    </a:cubicBezTo>
                    <a:cubicBezTo>
                      <a:pt x="17756" y="39268"/>
                      <a:pt x="20807" y="40422"/>
                      <a:pt x="24602" y="40422"/>
                    </a:cubicBezTo>
                    <a:cubicBezTo>
                      <a:pt x="26470" y="40422"/>
                      <a:pt x="28083" y="40201"/>
                      <a:pt x="29435" y="39764"/>
                    </a:cubicBezTo>
                    <a:cubicBezTo>
                      <a:pt x="30791" y="39335"/>
                      <a:pt x="31971" y="38846"/>
                      <a:pt x="32987" y="38320"/>
                    </a:cubicBezTo>
                    <a:cubicBezTo>
                      <a:pt x="33995" y="37789"/>
                      <a:pt x="34881" y="37308"/>
                      <a:pt x="35642" y="36871"/>
                    </a:cubicBezTo>
                    <a:cubicBezTo>
                      <a:pt x="36408" y="36438"/>
                      <a:pt x="37148" y="36221"/>
                      <a:pt x="37861" y="36221"/>
                    </a:cubicBezTo>
                    <a:cubicBezTo>
                      <a:pt x="38328" y="36221"/>
                      <a:pt x="38735" y="36315"/>
                      <a:pt x="39075" y="36497"/>
                    </a:cubicBezTo>
                    <a:cubicBezTo>
                      <a:pt x="39419" y="36688"/>
                      <a:pt x="39714" y="36949"/>
                      <a:pt x="39964" y="37293"/>
                    </a:cubicBezTo>
                    <a:lnTo>
                      <a:pt x="43325" y="41493"/>
                    </a:lnTo>
                    <a:cubicBezTo>
                      <a:pt x="42048" y="42987"/>
                      <a:pt x="40617" y="44241"/>
                      <a:pt x="39030" y="45250"/>
                    </a:cubicBezTo>
                    <a:cubicBezTo>
                      <a:pt x="37443" y="46261"/>
                      <a:pt x="35788" y="47072"/>
                      <a:pt x="34059" y="47676"/>
                    </a:cubicBezTo>
                    <a:cubicBezTo>
                      <a:pt x="32330" y="48281"/>
                      <a:pt x="30570" y="48711"/>
                      <a:pt x="28785" y="48961"/>
                    </a:cubicBezTo>
                    <a:cubicBezTo>
                      <a:pt x="26992" y="49207"/>
                      <a:pt x="25256" y="49330"/>
                      <a:pt x="23575" y="49330"/>
                    </a:cubicBezTo>
                    <a:cubicBezTo>
                      <a:pt x="20243" y="49330"/>
                      <a:pt x="17147" y="48778"/>
                      <a:pt x="14286" y="47676"/>
                    </a:cubicBezTo>
                    <a:cubicBezTo>
                      <a:pt x="11421" y="46575"/>
                      <a:pt x="8930" y="44943"/>
                      <a:pt x="6816" y="42778"/>
                    </a:cubicBezTo>
                    <a:cubicBezTo>
                      <a:pt x="4699" y="40616"/>
                      <a:pt x="3033" y="37942"/>
                      <a:pt x="1823" y="34746"/>
                    </a:cubicBezTo>
                    <a:cubicBezTo>
                      <a:pt x="609" y="31562"/>
                      <a:pt x="0" y="27861"/>
                      <a:pt x="0" y="23661"/>
                    </a:cubicBezTo>
                    <a:cubicBezTo>
                      <a:pt x="0" y="20394"/>
                      <a:pt x="527" y="17325"/>
                      <a:pt x="1587" y="14446"/>
                    </a:cubicBezTo>
                    <a:cubicBezTo>
                      <a:pt x="2648" y="11571"/>
                      <a:pt x="4164" y="9062"/>
                      <a:pt x="6140" y="6934"/>
                    </a:cubicBezTo>
                    <a:cubicBezTo>
                      <a:pt x="8112" y="4805"/>
                      <a:pt x="10529" y="3114"/>
                      <a:pt x="13379" y="1867"/>
                    </a:cubicBezTo>
                    <a:cubicBezTo>
                      <a:pt x="16221" y="627"/>
                      <a:pt x="19437" y="0"/>
                      <a:pt x="23018" y="0"/>
                    </a:cubicBezTo>
                    <a:close/>
                    <a:moveTo>
                      <a:pt x="23250" y="8259"/>
                    </a:moveTo>
                    <a:cubicBezTo>
                      <a:pt x="19889" y="8259"/>
                      <a:pt x="17259" y="9207"/>
                      <a:pt x="15362" y="11112"/>
                    </a:cubicBezTo>
                    <a:cubicBezTo>
                      <a:pt x="13461" y="13008"/>
                      <a:pt x="12247" y="15701"/>
                      <a:pt x="11716" y="19184"/>
                    </a:cubicBezTo>
                    <a:lnTo>
                      <a:pt x="33379" y="19184"/>
                    </a:lnTo>
                    <a:cubicBezTo>
                      <a:pt x="33379" y="17690"/>
                      <a:pt x="33177" y="16283"/>
                      <a:pt x="32774" y="14961"/>
                    </a:cubicBezTo>
                    <a:cubicBezTo>
                      <a:pt x="32371" y="13636"/>
                      <a:pt x="31747" y="12475"/>
                      <a:pt x="30907" y="11485"/>
                    </a:cubicBezTo>
                    <a:cubicBezTo>
                      <a:pt x="30066" y="10484"/>
                      <a:pt x="29006" y="9704"/>
                      <a:pt x="27732" y="9129"/>
                    </a:cubicBezTo>
                    <a:cubicBezTo>
                      <a:pt x="26458" y="8554"/>
                      <a:pt x="24961" y="8259"/>
                      <a:pt x="23250" y="825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89" name="Google Shape;1989;p90"/>
              <p:cNvSpPr/>
              <p:nvPr/>
            </p:nvSpPr>
            <p:spPr>
              <a:xfrm>
                <a:off x="3059288" y="3252054"/>
                <a:ext cx="30533" cy="48774"/>
              </a:xfrm>
              <a:custGeom>
                <a:rect b="b" l="l" r="r" t="t"/>
                <a:pathLst>
                  <a:path extrusionOk="0" h="48774" w="30533">
                    <a:moveTo>
                      <a:pt x="0" y="48774"/>
                    </a:moveTo>
                    <a:lnTo>
                      <a:pt x="0" y="892"/>
                    </a:lnTo>
                    <a:lnTo>
                      <a:pt x="6771" y="892"/>
                    </a:lnTo>
                    <a:cubicBezTo>
                      <a:pt x="7952" y="892"/>
                      <a:pt x="8777" y="1109"/>
                      <a:pt x="9244" y="1542"/>
                    </a:cubicBezTo>
                    <a:cubicBezTo>
                      <a:pt x="9711" y="1979"/>
                      <a:pt x="10021" y="2729"/>
                      <a:pt x="10178" y="3786"/>
                    </a:cubicBezTo>
                    <a:lnTo>
                      <a:pt x="10876" y="9570"/>
                    </a:lnTo>
                    <a:cubicBezTo>
                      <a:pt x="12587" y="6616"/>
                      <a:pt x="14596" y="4283"/>
                      <a:pt x="16901" y="2569"/>
                    </a:cubicBezTo>
                    <a:cubicBezTo>
                      <a:pt x="19205" y="863"/>
                      <a:pt x="21786" y="0"/>
                      <a:pt x="24651" y="0"/>
                    </a:cubicBezTo>
                    <a:cubicBezTo>
                      <a:pt x="27015" y="0"/>
                      <a:pt x="28976" y="549"/>
                      <a:pt x="30533" y="1635"/>
                    </a:cubicBezTo>
                    <a:lnTo>
                      <a:pt x="29039" y="10268"/>
                    </a:lnTo>
                    <a:cubicBezTo>
                      <a:pt x="28946" y="10832"/>
                      <a:pt x="28740" y="11224"/>
                      <a:pt x="28430" y="11459"/>
                    </a:cubicBezTo>
                    <a:cubicBezTo>
                      <a:pt x="28117" y="11691"/>
                      <a:pt x="27698" y="11810"/>
                      <a:pt x="27172" y="11810"/>
                    </a:cubicBezTo>
                    <a:cubicBezTo>
                      <a:pt x="26705" y="11810"/>
                      <a:pt x="26066" y="11705"/>
                      <a:pt x="25256" y="11489"/>
                    </a:cubicBezTo>
                    <a:cubicBezTo>
                      <a:pt x="24445" y="11269"/>
                      <a:pt x="23373" y="11160"/>
                      <a:pt x="22036" y="11160"/>
                    </a:cubicBezTo>
                    <a:cubicBezTo>
                      <a:pt x="19638" y="11160"/>
                      <a:pt x="17584" y="11821"/>
                      <a:pt x="15873" y="13143"/>
                    </a:cubicBezTo>
                    <a:cubicBezTo>
                      <a:pt x="14159" y="14465"/>
                      <a:pt x="12710" y="16402"/>
                      <a:pt x="11530" y="18956"/>
                    </a:cubicBezTo>
                    <a:lnTo>
                      <a:pt x="11530" y="48774"/>
                    </a:lnTo>
                    <a:lnTo>
                      <a:pt x="0" y="4877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0" name="Google Shape;1990;p90"/>
              <p:cNvSpPr/>
              <p:nvPr/>
            </p:nvSpPr>
            <p:spPr>
              <a:xfrm>
                <a:off x="3097429" y="3252196"/>
                <a:ext cx="41737" cy="48632"/>
              </a:xfrm>
              <a:custGeom>
                <a:rect b="b" l="l" r="r" t="t"/>
                <a:pathLst>
                  <a:path extrusionOk="0" h="48632" w="41737">
                    <a:moveTo>
                      <a:pt x="0" y="48632"/>
                    </a:moveTo>
                    <a:lnTo>
                      <a:pt x="0" y="750"/>
                    </a:lnTo>
                    <a:lnTo>
                      <a:pt x="7048" y="750"/>
                    </a:lnTo>
                    <a:cubicBezTo>
                      <a:pt x="8542" y="750"/>
                      <a:pt x="9524" y="1449"/>
                      <a:pt x="9991" y="2849"/>
                    </a:cubicBezTo>
                    <a:lnTo>
                      <a:pt x="10783" y="6627"/>
                    </a:lnTo>
                    <a:cubicBezTo>
                      <a:pt x="11750" y="5634"/>
                      <a:pt x="12766" y="4731"/>
                      <a:pt x="13842" y="3920"/>
                    </a:cubicBezTo>
                    <a:cubicBezTo>
                      <a:pt x="14914" y="3114"/>
                      <a:pt x="16053" y="2412"/>
                      <a:pt x="17248" y="1822"/>
                    </a:cubicBezTo>
                    <a:cubicBezTo>
                      <a:pt x="18451" y="1232"/>
                      <a:pt x="19732" y="780"/>
                      <a:pt x="21099" y="467"/>
                    </a:cubicBezTo>
                    <a:cubicBezTo>
                      <a:pt x="22473" y="160"/>
                      <a:pt x="23963" y="0"/>
                      <a:pt x="25584" y="0"/>
                    </a:cubicBezTo>
                    <a:cubicBezTo>
                      <a:pt x="28199" y="0"/>
                      <a:pt x="30514" y="444"/>
                      <a:pt x="32539" y="1333"/>
                    </a:cubicBezTo>
                    <a:cubicBezTo>
                      <a:pt x="34563" y="2214"/>
                      <a:pt x="36251" y="3461"/>
                      <a:pt x="37603" y="5067"/>
                    </a:cubicBezTo>
                    <a:cubicBezTo>
                      <a:pt x="38959" y="6672"/>
                      <a:pt x="39986" y="8580"/>
                      <a:pt x="40688" y="10805"/>
                    </a:cubicBezTo>
                    <a:cubicBezTo>
                      <a:pt x="41387" y="13031"/>
                      <a:pt x="41738" y="15480"/>
                      <a:pt x="41738" y="18157"/>
                    </a:cubicBezTo>
                    <a:lnTo>
                      <a:pt x="41738" y="48632"/>
                    </a:lnTo>
                    <a:lnTo>
                      <a:pt x="30204" y="48632"/>
                    </a:lnTo>
                    <a:lnTo>
                      <a:pt x="30204" y="18157"/>
                    </a:lnTo>
                    <a:cubicBezTo>
                      <a:pt x="30204" y="15234"/>
                      <a:pt x="29528" y="12971"/>
                      <a:pt x="28173" y="11369"/>
                    </a:cubicBezTo>
                    <a:cubicBezTo>
                      <a:pt x="26821" y="9764"/>
                      <a:pt x="24789" y="8961"/>
                      <a:pt x="22081" y="8961"/>
                    </a:cubicBezTo>
                    <a:cubicBezTo>
                      <a:pt x="20090" y="8961"/>
                      <a:pt x="18223" y="9413"/>
                      <a:pt x="16479" y="10316"/>
                    </a:cubicBezTo>
                    <a:cubicBezTo>
                      <a:pt x="14734" y="11220"/>
                      <a:pt x="13087" y="12448"/>
                      <a:pt x="11530" y="14002"/>
                    </a:cubicBezTo>
                    <a:lnTo>
                      <a:pt x="11530" y="48632"/>
                    </a:lnTo>
                    <a:lnTo>
                      <a:pt x="0" y="4863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1" name="Google Shape;1991;p90"/>
              <p:cNvSpPr/>
              <p:nvPr/>
            </p:nvSpPr>
            <p:spPr>
              <a:xfrm>
                <a:off x="3147290" y="3252196"/>
                <a:ext cx="43747" cy="49330"/>
              </a:xfrm>
              <a:custGeom>
                <a:rect b="b" l="l" r="r" t="t"/>
                <a:pathLst>
                  <a:path extrusionOk="0" h="49330" w="43747">
                    <a:moveTo>
                      <a:pt x="23018" y="0"/>
                    </a:moveTo>
                    <a:cubicBezTo>
                      <a:pt x="26033" y="0"/>
                      <a:pt x="28815" y="485"/>
                      <a:pt x="31351" y="1449"/>
                    </a:cubicBezTo>
                    <a:cubicBezTo>
                      <a:pt x="33887" y="2412"/>
                      <a:pt x="36072" y="3820"/>
                      <a:pt x="37910" y="5672"/>
                    </a:cubicBezTo>
                    <a:cubicBezTo>
                      <a:pt x="39743" y="7524"/>
                      <a:pt x="41178" y="9794"/>
                      <a:pt x="42205" y="12482"/>
                    </a:cubicBezTo>
                    <a:cubicBezTo>
                      <a:pt x="43232" y="15181"/>
                      <a:pt x="43747" y="18251"/>
                      <a:pt x="43747" y="21701"/>
                    </a:cubicBezTo>
                    <a:cubicBezTo>
                      <a:pt x="43747" y="22574"/>
                      <a:pt x="43706" y="23299"/>
                      <a:pt x="43628" y="23874"/>
                    </a:cubicBezTo>
                    <a:cubicBezTo>
                      <a:pt x="43553" y="24449"/>
                      <a:pt x="43411" y="24904"/>
                      <a:pt x="43209" y="25229"/>
                    </a:cubicBezTo>
                    <a:cubicBezTo>
                      <a:pt x="43004" y="25550"/>
                      <a:pt x="42735" y="25785"/>
                      <a:pt x="42391" y="25931"/>
                    </a:cubicBezTo>
                    <a:cubicBezTo>
                      <a:pt x="42048" y="26069"/>
                      <a:pt x="41611" y="26136"/>
                      <a:pt x="41084" y="26136"/>
                    </a:cubicBezTo>
                    <a:lnTo>
                      <a:pt x="11485" y="26136"/>
                    </a:lnTo>
                    <a:cubicBezTo>
                      <a:pt x="11829" y="31057"/>
                      <a:pt x="13151" y="34668"/>
                      <a:pt x="15451" y="36964"/>
                    </a:cubicBezTo>
                    <a:cubicBezTo>
                      <a:pt x="17760" y="39268"/>
                      <a:pt x="20807" y="40422"/>
                      <a:pt x="24606" y="40422"/>
                    </a:cubicBezTo>
                    <a:cubicBezTo>
                      <a:pt x="26473" y="40422"/>
                      <a:pt x="28083" y="40201"/>
                      <a:pt x="29435" y="39764"/>
                    </a:cubicBezTo>
                    <a:cubicBezTo>
                      <a:pt x="30791" y="39335"/>
                      <a:pt x="31971" y="38846"/>
                      <a:pt x="32987" y="38320"/>
                    </a:cubicBezTo>
                    <a:cubicBezTo>
                      <a:pt x="33995" y="37789"/>
                      <a:pt x="34881" y="37308"/>
                      <a:pt x="35646" y="36871"/>
                    </a:cubicBezTo>
                    <a:cubicBezTo>
                      <a:pt x="36408" y="36438"/>
                      <a:pt x="37148" y="36221"/>
                      <a:pt x="37861" y="36221"/>
                    </a:cubicBezTo>
                    <a:cubicBezTo>
                      <a:pt x="38328" y="36221"/>
                      <a:pt x="38735" y="36315"/>
                      <a:pt x="39079" y="36497"/>
                    </a:cubicBezTo>
                    <a:cubicBezTo>
                      <a:pt x="39419" y="36688"/>
                      <a:pt x="39714" y="36949"/>
                      <a:pt x="39964" y="37293"/>
                    </a:cubicBezTo>
                    <a:lnTo>
                      <a:pt x="43325" y="41493"/>
                    </a:lnTo>
                    <a:cubicBezTo>
                      <a:pt x="42048" y="42987"/>
                      <a:pt x="40617" y="44241"/>
                      <a:pt x="39030" y="45250"/>
                    </a:cubicBezTo>
                    <a:cubicBezTo>
                      <a:pt x="37443" y="46261"/>
                      <a:pt x="35788" y="47072"/>
                      <a:pt x="34059" y="47676"/>
                    </a:cubicBezTo>
                    <a:cubicBezTo>
                      <a:pt x="32330" y="48281"/>
                      <a:pt x="30570" y="48711"/>
                      <a:pt x="28785" y="48961"/>
                    </a:cubicBezTo>
                    <a:cubicBezTo>
                      <a:pt x="26992" y="49207"/>
                      <a:pt x="25256" y="49330"/>
                      <a:pt x="23575" y="49330"/>
                    </a:cubicBezTo>
                    <a:cubicBezTo>
                      <a:pt x="20247" y="49330"/>
                      <a:pt x="17147" y="48778"/>
                      <a:pt x="14286" y="47676"/>
                    </a:cubicBezTo>
                    <a:cubicBezTo>
                      <a:pt x="11421" y="46575"/>
                      <a:pt x="8930" y="44943"/>
                      <a:pt x="6816" y="42778"/>
                    </a:cubicBezTo>
                    <a:cubicBezTo>
                      <a:pt x="4699" y="40616"/>
                      <a:pt x="3033" y="37942"/>
                      <a:pt x="1823" y="34746"/>
                    </a:cubicBezTo>
                    <a:cubicBezTo>
                      <a:pt x="609" y="31562"/>
                      <a:pt x="0" y="27861"/>
                      <a:pt x="0" y="23661"/>
                    </a:cubicBezTo>
                    <a:cubicBezTo>
                      <a:pt x="0" y="20394"/>
                      <a:pt x="527" y="17325"/>
                      <a:pt x="1587" y="14446"/>
                    </a:cubicBezTo>
                    <a:cubicBezTo>
                      <a:pt x="2648" y="11571"/>
                      <a:pt x="4164" y="9062"/>
                      <a:pt x="6140" y="6934"/>
                    </a:cubicBezTo>
                    <a:cubicBezTo>
                      <a:pt x="8116" y="4805"/>
                      <a:pt x="10529" y="3114"/>
                      <a:pt x="13379" y="1867"/>
                    </a:cubicBezTo>
                    <a:cubicBezTo>
                      <a:pt x="16221" y="627"/>
                      <a:pt x="19437" y="0"/>
                      <a:pt x="23018" y="0"/>
                    </a:cubicBezTo>
                    <a:close/>
                    <a:moveTo>
                      <a:pt x="23250" y="8259"/>
                    </a:moveTo>
                    <a:cubicBezTo>
                      <a:pt x="19889" y="8259"/>
                      <a:pt x="17259" y="9207"/>
                      <a:pt x="15362" y="11112"/>
                    </a:cubicBezTo>
                    <a:cubicBezTo>
                      <a:pt x="13461" y="13008"/>
                      <a:pt x="12247" y="15701"/>
                      <a:pt x="11716" y="19184"/>
                    </a:cubicBezTo>
                    <a:lnTo>
                      <a:pt x="33379" y="19184"/>
                    </a:lnTo>
                    <a:cubicBezTo>
                      <a:pt x="33379" y="17690"/>
                      <a:pt x="33177" y="16283"/>
                      <a:pt x="32774" y="14961"/>
                    </a:cubicBezTo>
                    <a:cubicBezTo>
                      <a:pt x="32371" y="13636"/>
                      <a:pt x="31747" y="12475"/>
                      <a:pt x="30907" y="11485"/>
                    </a:cubicBezTo>
                    <a:cubicBezTo>
                      <a:pt x="30066" y="10484"/>
                      <a:pt x="29005" y="9704"/>
                      <a:pt x="27732" y="9129"/>
                    </a:cubicBezTo>
                    <a:cubicBezTo>
                      <a:pt x="26458" y="8554"/>
                      <a:pt x="24961" y="8259"/>
                      <a:pt x="23250" y="825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2" name="Google Shape;1992;p90"/>
              <p:cNvSpPr/>
              <p:nvPr/>
            </p:nvSpPr>
            <p:spPr>
              <a:xfrm>
                <a:off x="3197107" y="3231477"/>
                <a:ext cx="44068" cy="70049"/>
              </a:xfrm>
              <a:custGeom>
                <a:rect b="b" l="l" r="r" t="t"/>
                <a:pathLst>
                  <a:path extrusionOk="0" h="70049" w="44068">
                    <a:moveTo>
                      <a:pt x="37021" y="69351"/>
                    </a:moveTo>
                    <a:cubicBezTo>
                      <a:pt x="35527" y="69351"/>
                      <a:pt x="34548" y="68649"/>
                      <a:pt x="34081" y="67249"/>
                    </a:cubicBezTo>
                    <a:lnTo>
                      <a:pt x="33148" y="62634"/>
                    </a:lnTo>
                    <a:cubicBezTo>
                      <a:pt x="32150" y="63750"/>
                      <a:pt x="31108" y="64762"/>
                      <a:pt x="30018" y="65670"/>
                    </a:cubicBezTo>
                    <a:cubicBezTo>
                      <a:pt x="28927" y="66566"/>
                      <a:pt x="27751" y="67346"/>
                      <a:pt x="26492" y="68003"/>
                    </a:cubicBezTo>
                    <a:cubicBezTo>
                      <a:pt x="25230" y="68649"/>
                      <a:pt x="23877" y="69161"/>
                      <a:pt x="22428" y="69519"/>
                    </a:cubicBezTo>
                    <a:cubicBezTo>
                      <a:pt x="20983" y="69878"/>
                      <a:pt x="19422" y="70049"/>
                      <a:pt x="17741" y="70049"/>
                    </a:cubicBezTo>
                    <a:cubicBezTo>
                      <a:pt x="15123" y="70049"/>
                      <a:pt x="12729" y="69512"/>
                      <a:pt x="10551" y="68417"/>
                    </a:cubicBezTo>
                    <a:cubicBezTo>
                      <a:pt x="8370" y="67331"/>
                      <a:pt x="6495" y="65748"/>
                      <a:pt x="4923" y="63683"/>
                    </a:cubicBezTo>
                    <a:cubicBezTo>
                      <a:pt x="3350" y="61615"/>
                      <a:pt x="2136" y="59053"/>
                      <a:pt x="1281" y="56007"/>
                    </a:cubicBezTo>
                    <a:cubicBezTo>
                      <a:pt x="426" y="52956"/>
                      <a:pt x="0" y="49472"/>
                      <a:pt x="0" y="45548"/>
                    </a:cubicBezTo>
                    <a:cubicBezTo>
                      <a:pt x="0" y="42005"/>
                      <a:pt x="478" y="38708"/>
                      <a:pt x="1445" y="35654"/>
                    </a:cubicBezTo>
                    <a:cubicBezTo>
                      <a:pt x="2409" y="32603"/>
                      <a:pt x="3795" y="29964"/>
                      <a:pt x="5602" y="27720"/>
                    </a:cubicBezTo>
                    <a:cubicBezTo>
                      <a:pt x="7406" y="25479"/>
                      <a:pt x="9569" y="23728"/>
                      <a:pt x="12090" y="22466"/>
                    </a:cubicBezTo>
                    <a:cubicBezTo>
                      <a:pt x="14611" y="21212"/>
                      <a:pt x="17442" y="20577"/>
                      <a:pt x="20587" y="20577"/>
                    </a:cubicBezTo>
                    <a:cubicBezTo>
                      <a:pt x="23261" y="20577"/>
                      <a:pt x="25551" y="21010"/>
                      <a:pt x="27448" y="21861"/>
                    </a:cubicBezTo>
                    <a:cubicBezTo>
                      <a:pt x="29349" y="22724"/>
                      <a:pt x="31045" y="23859"/>
                      <a:pt x="32535" y="25296"/>
                    </a:cubicBezTo>
                    <a:lnTo>
                      <a:pt x="32535" y="0"/>
                    </a:lnTo>
                    <a:lnTo>
                      <a:pt x="44068" y="0"/>
                    </a:lnTo>
                    <a:lnTo>
                      <a:pt x="44068" y="69351"/>
                    </a:lnTo>
                    <a:lnTo>
                      <a:pt x="37021" y="69351"/>
                    </a:lnTo>
                    <a:close/>
                    <a:moveTo>
                      <a:pt x="21659" y="60905"/>
                    </a:moveTo>
                    <a:cubicBezTo>
                      <a:pt x="24057" y="60905"/>
                      <a:pt x="26096" y="60409"/>
                      <a:pt x="27777" y="59412"/>
                    </a:cubicBezTo>
                    <a:cubicBezTo>
                      <a:pt x="29457" y="58419"/>
                      <a:pt x="31045" y="56996"/>
                      <a:pt x="32535" y="55166"/>
                    </a:cubicBezTo>
                    <a:lnTo>
                      <a:pt x="32535" y="33697"/>
                    </a:lnTo>
                    <a:cubicBezTo>
                      <a:pt x="31232" y="32107"/>
                      <a:pt x="29809" y="30987"/>
                      <a:pt x="28266" y="30337"/>
                    </a:cubicBezTo>
                    <a:cubicBezTo>
                      <a:pt x="26727" y="29680"/>
                      <a:pt x="25065" y="29351"/>
                      <a:pt x="23295" y="29351"/>
                    </a:cubicBezTo>
                    <a:cubicBezTo>
                      <a:pt x="21551" y="29351"/>
                      <a:pt x="19971" y="29680"/>
                      <a:pt x="18555" y="30337"/>
                    </a:cubicBezTo>
                    <a:cubicBezTo>
                      <a:pt x="17136" y="30987"/>
                      <a:pt x="15941" y="31976"/>
                      <a:pt x="14958" y="33298"/>
                    </a:cubicBezTo>
                    <a:cubicBezTo>
                      <a:pt x="13980" y="34623"/>
                      <a:pt x="13225" y="36300"/>
                      <a:pt x="12695" y="38335"/>
                    </a:cubicBezTo>
                    <a:cubicBezTo>
                      <a:pt x="12165" y="40377"/>
                      <a:pt x="11903" y="42785"/>
                      <a:pt x="11903" y="45548"/>
                    </a:cubicBezTo>
                    <a:cubicBezTo>
                      <a:pt x="11903" y="48348"/>
                      <a:pt x="12131" y="50727"/>
                      <a:pt x="12579" y="52665"/>
                    </a:cubicBezTo>
                    <a:cubicBezTo>
                      <a:pt x="13031" y="54614"/>
                      <a:pt x="13677" y="56201"/>
                      <a:pt x="14518" y="57429"/>
                    </a:cubicBezTo>
                    <a:cubicBezTo>
                      <a:pt x="15358" y="58661"/>
                      <a:pt x="16385" y="59542"/>
                      <a:pt x="17595" y="60091"/>
                    </a:cubicBezTo>
                    <a:cubicBezTo>
                      <a:pt x="18813" y="60636"/>
                      <a:pt x="20165" y="60905"/>
                      <a:pt x="21659" y="6090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1993" name="Google Shape;1993;p90"/>
            <p:cNvSpPr/>
            <p:nvPr/>
          </p:nvSpPr>
          <p:spPr>
            <a:xfrm>
              <a:off x="1809382" y="4334291"/>
              <a:ext cx="813385" cy="235322"/>
            </a:xfrm>
            <a:custGeom>
              <a:rect b="b" l="l" r="r" t="t"/>
              <a:pathLst>
                <a:path extrusionOk="0" h="313763" w="1084513">
                  <a:moveTo>
                    <a:pt x="1034305" y="0"/>
                  </a:moveTo>
                  <a:cubicBezTo>
                    <a:pt x="1062034" y="0"/>
                    <a:pt x="1084513" y="22472"/>
                    <a:pt x="1084513" y="50193"/>
                  </a:cubicBezTo>
                  <a:lnTo>
                    <a:pt x="1084513" y="263571"/>
                  </a:lnTo>
                  <a:cubicBezTo>
                    <a:pt x="1084513" y="291291"/>
                    <a:pt x="1062034" y="313763"/>
                    <a:pt x="1034305" y="313763"/>
                  </a:cubicBezTo>
                  <a:lnTo>
                    <a:pt x="50208" y="313763"/>
                  </a:lnTo>
                  <a:cubicBezTo>
                    <a:pt x="22479" y="313763"/>
                    <a:pt x="0" y="291291"/>
                    <a:pt x="0" y="263571"/>
                  </a:cubicBezTo>
                  <a:lnTo>
                    <a:pt x="0" y="50193"/>
                  </a:lnTo>
                  <a:cubicBezTo>
                    <a:pt x="0" y="22472"/>
                    <a:pt x="22479" y="0"/>
                    <a:pt x="50208"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1994" name="Google Shape;1994;p90"/>
            <p:cNvGrpSpPr/>
            <p:nvPr/>
          </p:nvGrpSpPr>
          <p:grpSpPr>
            <a:xfrm>
              <a:off x="2129525" y="4423789"/>
              <a:ext cx="380288" cy="52562"/>
              <a:chOff x="2734117" y="5695185"/>
              <a:chExt cx="507050" cy="70082"/>
            </a:xfrm>
          </p:grpSpPr>
          <p:sp>
            <p:nvSpPr>
              <p:cNvPr id="1995" name="Google Shape;1995;p90"/>
              <p:cNvSpPr/>
              <p:nvPr/>
            </p:nvSpPr>
            <p:spPr>
              <a:xfrm>
                <a:off x="2734117" y="5696305"/>
                <a:ext cx="57424" cy="68962"/>
              </a:xfrm>
              <a:custGeom>
                <a:rect b="b" l="l" r="r" t="t"/>
                <a:pathLst>
                  <a:path extrusionOk="0" h="68962" w="57424">
                    <a:moveTo>
                      <a:pt x="50325" y="52310"/>
                    </a:moveTo>
                    <a:cubicBezTo>
                      <a:pt x="51012" y="52310"/>
                      <a:pt x="51602" y="52571"/>
                      <a:pt x="52099" y="53094"/>
                    </a:cubicBezTo>
                    <a:lnTo>
                      <a:pt x="57047" y="58471"/>
                    </a:lnTo>
                    <a:cubicBezTo>
                      <a:pt x="54310" y="61868"/>
                      <a:pt x="50937" y="64445"/>
                      <a:pt x="46941" y="66274"/>
                    </a:cubicBezTo>
                    <a:cubicBezTo>
                      <a:pt x="42941" y="68067"/>
                      <a:pt x="38141" y="68963"/>
                      <a:pt x="32539" y="68963"/>
                    </a:cubicBezTo>
                    <a:cubicBezTo>
                      <a:pt x="27526" y="68963"/>
                      <a:pt x="23022" y="68104"/>
                      <a:pt x="19022" y="66386"/>
                    </a:cubicBezTo>
                    <a:cubicBezTo>
                      <a:pt x="15022" y="64706"/>
                      <a:pt x="11604" y="62316"/>
                      <a:pt x="8773" y="59255"/>
                    </a:cubicBezTo>
                    <a:cubicBezTo>
                      <a:pt x="5939" y="56193"/>
                      <a:pt x="3769" y="52571"/>
                      <a:pt x="2260" y="48352"/>
                    </a:cubicBezTo>
                    <a:cubicBezTo>
                      <a:pt x="751" y="44096"/>
                      <a:pt x="0" y="39503"/>
                      <a:pt x="0" y="34463"/>
                    </a:cubicBezTo>
                    <a:cubicBezTo>
                      <a:pt x="0" y="29422"/>
                      <a:pt x="837" y="24755"/>
                      <a:pt x="2517" y="20536"/>
                    </a:cubicBezTo>
                    <a:cubicBezTo>
                      <a:pt x="4202" y="16317"/>
                      <a:pt x="6562" y="12695"/>
                      <a:pt x="9614" y="9633"/>
                    </a:cubicBezTo>
                    <a:cubicBezTo>
                      <a:pt x="12665" y="6609"/>
                      <a:pt x="16314" y="4219"/>
                      <a:pt x="20561" y="2539"/>
                    </a:cubicBezTo>
                    <a:cubicBezTo>
                      <a:pt x="24811" y="821"/>
                      <a:pt x="29502" y="0"/>
                      <a:pt x="34638" y="0"/>
                    </a:cubicBezTo>
                    <a:cubicBezTo>
                      <a:pt x="39650" y="0"/>
                      <a:pt x="44031" y="784"/>
                      <a:pt x="47781" y="2390"/>
                    </a:cubicBezTo>
                    <a:cubicBezTo>
                      <a:pt x="51531" y="3995"/>
                      <a:pt x="54747" y="6123"/>
                      <a:pt x="57425" y="8774"/>
                    </a:cubicBezTo>
                    <a:lnTo>
                      <a:pt x="53223" y="14599"/>
                    </a:lnTo>
                    <a:cubicBezTo>
                      <a:pt x="52969" y="14972"/>
                      <a:pt x="52651" y="15308"/>
                      <a:pt x="52263" y="15570"/>
                    </a:cubicBezTo>
                    <a:cubicBezTo>
                      <a:pt x="51871" y="15869"/>
                      <a:pt x="51337" y="15981"/>
                      <a:pt x="50653" y="15981"/>
                    </a:cubicBezTo>
                    <a:cubicBezTo>
                      <a:pt x="49936" y="15981"/>
                      <a:pt x="49204" y="15719"/>
                      <a:pt x="48457" y="15159"/>
                    </a:cubicBezTo>
                    <a:cubicBezTo>
                      <a:pt x="47710" y="14599"/>
                      <a:pt x="46761" y="14002"/>
                      <a:pt x="45611" y="13329"/>
                    </a:cubicBezTo>
                    <a:cubicBezTo>
                      <a:pt x="44457" y="12695"/>
                      <a:pt x="43000" y="12060"/>
                      <a:pt x="41245" y="11500"/>
                    </a:cubicBezTo>
                    <a:cubicBezTo>
                      <a:pt x="39486" y="10940"/>
                      <a:pt x="37252" y="10679"/>
                      <a:pt x="34548" y="10679"/>
                    </a:cubicBezTo>
                    <a:cubicBezTo>
                      <a:pt x="31370" y="10679"/>
                      <a:pt x="28453" y="11239"/>
                      <a:pt x="25793" y="12321"/>
                    </a:cubicBezTo>
                    <a:cubicBezTo>
                      <a:pt x="23130" y="13441"/>
                      <a:pt x="20845" y="15010"/>
                      <a:pt x="18929" y="17063"/>
                    </a:cubicBezTo>
                    <a:cubicBezTo>
                      <a:pt x="17013" y="19117"/>
                      <a:pt x="15522" y="21619"/>
                      <a:pt x="14447" y="24568"/>
                    </a:cubicBezTo>
                    <a:cubicBezTo>
                      <a:pt x="13375" y="27480"/>
                      <a:pt x="12837" y="30804"/>
                      <a:pt x="12837" y="34463"/>
                    </a:cubicBezTo>
                    <a:cubicBezTo>
                      <a:pt x="12837" y="38271"/>
                      <a:pt x="13375" y="41669"/>
                      <a:pt x="14447" y="44618"/>
                    </a:cubicBezTo>
                    <a:cubicBezTo>
                      <a:pt x="15522" y="47568"/>
                      <a:pt x="16975" y="50070"/>
                      <a:pt x="18813" y="52086"/>
                    </a:cubicBezTo>
                    <a:cubicBezTo>
                      <a:pt x="20647" y="54102"/>
                      <a:pt x="22809" y="55633"/>
                      <a:pt x="25300" y="56716"/>
                    </a:cubicBezTo>
                    <a:cubicBezTo>
                      <a:pt x="27792" y="57799"/>
                      <a:pt x="30470" y="58321"/>
                      <a:pt x="33331" y="58321"/>
                    </a:cubicBezTo>
                    <a:cubicBezTo>
                      <a:pt x="35041" y="58321"/>
                      <a:pt x="36591" y="58247"/>
                      <a:pt x="37977" y="58060"/>
                    </a:cubicBezTo>
                    <a:cubicBezTo>
                      <a:pt x="39362" y="57873"/>
                      <a:pt x="40636" y="57575"/>
                      <a:pt x="41805" y="57164"/>
                    </a:cubicBezTo>
                    <a:cubicBezTo>
                      <a:pt x="42970" y="56753"/>
                      <a:pt x="44076" y="56230"/>
                      <a:pt x="45122" y="55596"/>
                    </a:cubicBezTo>
                    <a:cubicBezTo>
                      <a:pt x="46164" y="54961"/>
                      <a:pt x="47195" y="54177"/>
                      <a:pt x="48225" y="53244"/>
                    </a:cubicBezTo>
                    <a:cubicBezTo>
                      <a:pt x="48535" y="52945"/>
                      <a:pt x="48864" y="52721"/>
                      <a:pt x="49204" y="52571"/>
                    </a:cubicBezTo>
                    <a:cubicBezTo>
                      <a:pt x="49548" y="52385"/>
                      <a:pt x="49921" y="52310"/>
                      <a:pt x="50325" y="5231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6" name="Google Shape;1996;p90"/>
              <p:cNvSpPr/>
              <p:nvPr/>
            </p:nvSpPr>
            <p:spPr>
              <a:xfrm>
                <a:off x="2799986" y="5715758"/>
                <a:ext cx="30533" cy="48763"/>
              </a:xfrm>
              <a:custGeom>
                <a:rect b="b" l="l" r="r" t="t"/>
                <a:pathLst>
                  <a:path extrusionOk="0" h="48763" w="30533">
                    <a:moveTo>
                      <a:pt x="0" y="48763"/>
                    </a:moveTo>
                    <a:lnTo>
                      <a:pt x="0" y="896"/>
                    </a:lnTo>
                    <a:lnTo>
                      <a:pt x="6771" y="896"/>
                    </a:lnTo>
                    <a:cubicBezTo>
                      <a:pt x="7952" y="896"/>
                      <a:pt x="8777" y="1120"/>
                      <a:pt x="9244" y="1531"/>
                    </a:cubicBezTo>
                    <a:cubicBezTo>
                      <a:pt x="9711" y="1979"/>
                      <a:pt x="10021" y="2726"/>
                      <a:pt x="10178" y="3771"/>
                    </a:cubicBezTo>
                    <a:lnTo>
                      <a:pt x="10876" y="9559"/>
                    </a:lnTo>
                    <a:cubicBezTo>
                      <a:pt x="12587" y="6609"/>
                      <a:pt x="14600" y="4257"/>
                      <a:pt x="16901" y="2577"/>
                    </a:cubicBezTo>
                    <a:cubicBezTo>
                      <a:pt x="19205" y="859"/>
                      <a:pt x="21786" y="0"/>
                      <a:pt x="24651" y="0"/>
                    </a:cubicBezTo>
                    <a:cubicBezTo>
                      <a:pt x="27015" y="0"/>
                      <a:pt x="28976" y="523"/>
                      <a:pt x="30533" y="1643"/>
                    </a:cubicBezTo>
                    <a:lnTo>
                      <a:pt x="29039" y="10268"/>
                    </a:lnTo>
                    <a:cubicBezTo>
                      <a:pt x="28946" y="10828"/>
                      <a:pt x="28744" y="11201"/>
                      <a:pt x="28434" y="11463"/>
                    </a:cubicBezTo>
                    <a:cubicBezTo>
                      <a:pt x="28120" y="11687"/>
                      <a:pt x="27698" y="11799"/>
                      <a:pt x="27172" y="11799"/>
                    </a:cubicBezTo>
                    <a:cubicBezTo>
                      <a:pt x="26705" y="11799"/>
                      <a:pt x="26066" y="11687"/>
                      <a:pt x="25256" y="11463"/>
                    </a:cubicBezTo>
                    <a:cubicBezTo>
                      <a:pt x="24445" y="11276"/>
                      <a:pt x="23373" y="11164"/>
                      <a:pt x="22036" y="11164"/>
                    </a:cubicBezTo>
                    <a:cubicBezTo>
                      <a:pt x="19638" y="11164"/>
                      <a:pt x="17584" y="11799"/>
                      <a:pt x="15873" y="13143"/>
                    </a:cubicBezTo>
                    <a:cubicBezTo>
                      <a:pt x="14159" y="14450"/>
                      <a:pt x="12714" y="16391"/>
                      <a:pt x="11530" y="18930"/>
                    </a:cubicBezTo>
                    <a:lnTo>
                      <a:pt x="11530" y="48763"/>
                    </a:lnTo>
                    <a:lnTo>
                      <a:pt x="0" y="48763"/>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7" name="Google Shape;1997;p90"/>
              <p:cNvSpPr/>
              <p:nvPr/>
            </p:nvSpPr>
            <p:spPr>
              <a:xfrm>
                <a:off x="2834814" y="5715907"/>
                <a:ext cx="47385" cy="49322"/>
              </a:xfrm>
              <a:custGeom>
                <a:rect b="b" l="l" r="r" t="t"/>
                <a:pathLst>
                  <a:path extrusionOk="0" h="49322" w="47385">
                    <a:moveTo>
                      <a:pt x="23762" y="0"/>
                    </a:moveTo>
                    <a:cubicBezTo>
                      <a:pt x="27340" y="0"/>
                      <a:pt x="30585" y="560"/>
                      <a:pt x="33495" y="1717"/>
                    </a:cubicBezTo>
                    <a:cubicBezTo>
                      <a:pt x="36408" y="2875"/>
                      <a:pt x="38888" y="4480"/>
                      <a:pt x="40939" y="6609"/>
                    </a:cubicBezTo>
                    <a:cubicBezTo>
                      <a:pt x="42997" y="8737"/>
                      <a:pt x="44584" y="11313"/>
                      <a:pt x="45704" y="14375"/>
                    </a:cubicBezTo>
                    <a:cubicBezTo>
                      <a:pt x="46825" y="17399"/>
                      <a:pt x="47385" y="20834"/>
                      <a:pt x="47385" y="24568"/>
                    </a:cubicBezTo>
                    <a:cubicBezTo>
                      <a:pt x="47385" y="28377"/>
                      <a:pt x="46825" y="31812"/>
                      <a:pt x="45704" y="34836"/>
                    </a:cubicBezTo>
                    <a:cubicBezTo>
                      <a:pt x="44584" y="37898"/>
                      <a:pt x="42997" y="40511"/>
                      <a:pt x="40939" y="42640"/>
                    </a:cubicBezTo>
                    <a:cubicBezTo>
                      <a:pt x="38888" y="44805"/>
                      <a:pt x="36408" y="46448"/>
                      <a:pt x="33495" y="47606"/>
                    </a:cubicBezTo>
                    <a:cubicBezTo>
                      <a:pt x="30585" y="48725"/>
                      <a:pt x="27340" y="49323"/>
                      <a:pt x="23762" y="49323"/>
                    </a:cubicBezTo>
                    <a:cubicBezTo>
                      <a:pt x="20184" y="49323"/>
                      <a:pt x="16930" y="48725"/>
                      <a:pt x="14006" y="47606"/>
                    </a:cubicBezTo>
                    <a:cubicBezTo>
                      <a:pt x="11078" y="46448"/>
                      <a:pt x="8579" y="44805"/>
                      <a:pt x="6510" y="42640"/>
                    </a:cubicBezTo>
                    <a:cubicBezTo>
                      <a:pt x="4441" y="40511"/>
                      <a:pt x="2835" y="37898"/>
                      <a:pt x="1703" y="34836"/>
                    </a:cubicBezTo>
                    <a:cubicBezTo>
                      <a:pt x="564" y="31812"/>
                      <a:pt x="0" y="28377"/>
                      <a:pt x="0" y="24568"/>
                    </a:cubicBezTo>
                    <a:cubicBezTo>
                      <a:pt x="0" y="20834"/>
                      <a:pt x="564" y="17399"/>
                      <a:pt x="1703" y="14375"/>
                    </a:cubicBezTo>
                    <a:cubicBezTo>
                      <a:pt x="2835" y="11313"/>
                      <a:pt x="4441" y="8737"/>
                      <a:pt x="6510" y="6609"/>
                    </a:cubicBezTo>
                    <a:cubicBezTo>
                      <a:pt x="8579" y="4480"/>
                      <a:pt x="11078" y="2875"/>
                      <a:pt x="14006" y="1717"/>
                    </a:cubicBezTo>
                    <a:cubicBezTo>
                      <a:pt x="16930" y="560"/>
                      <a:pt x="20184" y="0"/>
                      <a:pt x="23762" y="0"/>
                    </a:cubicBezTo>
                    <a:close/>
                    <a:moveTo>
                      <a:pt x="23762" y="40437"/>
                    </a:moveTo>
                    <a:cubicBezTo>
                      <a:pt x="27743" y="40437"/>
                      <a:pt x="30694" y="39130"/>
                      <a:pt x="32610" y="36442"/>
                    </a:cubicBezTo>
                    <a:cubicBezTo>
                      <a:pt x="34522" y="33753"/>
                      <a:pt x="35482" y="29833"/>
                      <a:pt x="35482" y="24680"/>
                    </a:cubicBezTo>
                    <a:cubicBezTo>
                      <a:pt x="35482" y="19528"/>
                      <a:pt x="34522" y="15570"/>
                      <a:pt x="32610" y="12881"/>
                    </a:cubicBezTo>
                    <a:cubicBezTo>
                      <a:pt x="30694" y="10156"/>
                      <a:pt x="27743" y="8812"/>
                      <a:pt x="23762" y="8812"/>
                    </a:cubicBezTo>
                    <a:cubicBezTo>
                      <a:pt x="19717" y="8812"/>
                      <a:pt x="16725" y="10156"/>
                      <a:pt x="14794" y="12881"/>
                    </a:cubicBezTo>
                    <a:cubicBezTo>
                      <a:pt x="12867" y="15607"/>
                      <a:pt x="11903" y="19528"/>
                      <a:pt x="11903" y="24680"/>
                    </a:cubicBezTo>
                    <a:cubicBezTo>
                      <a:pt x="11903" y="29795"/>
                      <a:pt x="12867" y="33716"/>
                      <a:pt x="14794" y="36404"/>
                    </a:cubicBezTo>
                    <a:cubicBezTo>
                      <a:pt x="16725" y="39092"/>
                      <a:pt x="19717" y="40437"/>
                      <a:pt x="23762" y="4043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8" name="Google Shape;1998;p90"/>
              <p:cNvSpPr/>
              <p:nvPr/>
            </p:nvSpPr>
            <p:spPr>
              <a:xfrm>
                <a:off x="2887010" y="5715907"/>
                <a:ext cx="35758" cy="49360"/>
              </a:xfrm>
              <a:custGeom>
                <a:rect b="b" l="l" r="r" t="t"/>
                <a:pathLst>
                  <a:path extrusionOk="0" h="49360" w="35758">
                    <a:moveTo>
                      <a:pt x="32632" y="10081"/>
                    </a:moveTo>
                    <a:cubicBezTo>
                      <a:pt x="32318" y="10566"/>
                      <a:pt x="31997" y="10903"/>
                      <a:pt x="31654" y="11127"/>
                    </a:cubicBezTo>
                    <a:cubicBezTo>
                      <a:pt x="31310" y="11313"/>
                      <a:pt x="30877" y="11425"/>
                      <a:pt x="30346" y="11425"/>
                    </a:cubicBezTo>
                    <a:cubicBezTo>
                      <a:pt x="29786" y="11425"/>
                      <a:pt x="29189" y="11276"/>
                      <a:pt x="28550" y="10940"/>
                    </a:cubicBezTo>
                    <a:cubicBezTo>
                      <a:pt x="27911" y="10641"/>
                      <a:pt x="27172" y="10305"/>
                      <a:pt x="26331" y="9895"/>
                    </a:cubicBezTo>
                    <a:cubicBezTo>
                      <a:pt x="25487" y="9521"/>
                      <a:pt x="24535" y="9148"/>
                      <a:pt x="23459" y="8849"/>
                    </a:cubicBezTo>
                    <a:cubicBezTo>
                      <a:pt x="22383" y="8550"/>
                      <a:pt x="21114" y="8401"/>
                      <a:pt x="19653" y="8401"/>
                    </a:cubicBezTo>
                    <a:cubicBezTo>
                      <a:pt x="17379" y="8401"/>
                      <a:pt x="15593" y="8886"/>
                      <a:pt x="14282" y="9820"/>
                    </a:cubicBezTo>
                    <a:cubicBezTo>
                      <a:pt x="12979" y="10791"/>
                      <a:pt x="12325" y="12060"/>
                      <a:pt x="12325" y="13628"/>
                    </a:cubicBezTo>
                    <a:cubicBezTo>
                      <a:pt x="12325" y="14637"/>
                      <a:pt x="12658" y="15495"/>
                      <a:pt x="13330" y="16204"/>
                    </a:cubicBezTo>
                    <a:cubicBezTo>
                      <a:pt x="13995" y="16914"/>
                      <a:pt x="14887" y="17511"/>
                      <a:pt x="15989" y="18034"/>
                    </a:cubicBezTo>
                    <a:cubicBezTo>
                      <a:pt x="17091" y="18594"/>
                      <a:pt x="18346" y="19042"/>
                      <a:pt x="19747" y="19453"/>
                    </a:cubicBezTo>
                    <a:cubicBezTo>
                      <a:pt x="21147" y="19901"/>
                      <a:pt x="22578" y="20349"/>
                      <a:pt x="24046" y="20834"/>
                    </a:cubicBezTo>
                    <a:cubicBezTo>
                      <a:pt x="25506" y="21357"/>
                      <a:pt x="26936" y="21917"/>
                      <a:pt x="28337" y="22552"/>
                    </a:cubicBezTo>
                    <a:cubicBezTo>
                      <a:pt x="29738" y="23187"/>
                      <a:pt x="30993" y="24008"/>
                      <a:pt x="32098" y="24979"/>
                    </a:cubicBezTo>
                    <a:cubicBezTo>
                      <a:pt x="33200" y="25949"/>
                      <a:pt x="34089" y="27145"/>
                      <a:pt x="34757" y="28489"/>
                    </a:cubicBezTo>
                    <a:cubicBezTo>
                      <a:pt x="35430" y="29870"/>
                      <a:pt x="35758" y="31513"/>
                      <a:pt x="35758" y="33454"/>
                    </a:cubicBezTo>
                    <a:cubicBezTo>
                      <a:pt x="35758" y="35769"/>
                      <a:pt x="35340" y="37860"/>
                      <a:pt x="34500" y="39839"/>
                    </a:cubicBezTo>
                    <a:cubicBezTo>
                      <a:pt x="33659" y="41781"/>
                      <a:pt x="32430" y="43461"/>
                      <a:pt x="30813" y="44843"/>
                    </a:cubicBezTo>
                    <a:cubicBezTo>
                      <a:pt x="29196" y="46261"/>
                      <a:pt x="27194" y="47381"/>
                      <a:pt x="24815" y="48166"/>
                    </a:cubicBezTo>
                    <a:cubicBezTo>
                      <a:pt x="22432" y="48950"/>
                      <a:pt x="19702" y="49360"/>
                      <a:pt x="16617" y="49360"/>
                    </a:cubicBezTo>
                    <a:cubicBezTo>
                      <a:pt x="14970" y="49360"/>
                      <a:pt x="13356" y="49211"/>
                      <a:pt x="11787" y="48912"/>
                    </a:cubicBezTo>
                    <a:cubicBezTo>
                      <a:pt x="10219" y="48614"/>
                      <a:pt x="8706" y="48203"/>
                      <a:pt x="7261" y="47680"/>
                    </a:cubicBezTo>
                    <a:cubicBezTo>
                      <a:pt x="5812" y="47157"/>
                      <a:pt x="4471" y="46523"/>
                      <a:pt x="3242" y="45813"/>
                    </a:cubicBezTo>
                    <a:cubicBezTo>
                      <a:pt x="2013" y="45104"/>
                      <a:pt x="934" y="44320"/>
                      <a:pt x="0" y="43498"/>
                    </a:cubicBezTo>
                    <a:lnTo>
                      <a:pt x="2659" y="39092"/>
                    </a:lnTo>
                    <a:cubicBezTo>
                      <a:pt x="3003" y="38570"/>
                      <a:pt x="3406" y="38159"/>
                      <a:pt x="3873" y="37898"/>
                    </a:cubicBezTo>
                    <a:cubicBezTo>
                      <a:pt x="4340" y="37599"/>
                      <a:pt x="4930" y="37450"/>
                      <a:pt x="5647" y="37450"/>
                    </a:cubicBezTo>
                    <a:cubicBezTo>
                      <a:pt x="6364" y="37450"/>
                      <a:pt x="7040" y="37674"/>
                      <a:pt x="7679" y="38084"/>
                    </a:cubicBezTo>
                    <a:cubicBezTo>
                      <a:pt x="8318" y="38458"/>
                      <a:pt x="9057" y="38906"/>
                      <a:pt x="9898" y="39391"/>
                    </a:cubicBezTo>
                    <a:cubicBezTo>
                      <a:pt x="10738" y="39839"/>
                      <a:pt x="11724" y="40287"/>
                      <a:pt x="12863" y="40698"/>
                    </a:cubicBezTo>
                    <a:cubicBezTo>
                      <a:pt x="13995" y="41109"/>
                      <a:pt x="15436" y="41295"/>
                      <a:pt x="17181" y="41295"/>
                    </a:cubicBezTo>
                    <a:cubicBezTo>
                      <a:pt x="18548" y="41295"/>
                      <a:pt x="19724" y="41109"/>
                      <a:pt x="20703" y="40810"/>
                    </a:cubicBezTo>
                    <a:cubicBezTo>
                      <a:pt x="21685" y="40474"/>
                      <a:pt x="22495" y="40063"/>
                      <a:pt x="23134" y="39503"/>
                    </a:cubicBezTo>
                    <a:cubicBezTo>
                      <a:pt x="23769" y="38980"/>
                      <a:pt x="24236" y="38383"/>
                      <a:pt x="24535" y="37674"/>
                    </a:cubicBezTo>
                    <a:cubicBezTo>
                      <a:pt x="24830" y="36964"/>
                      <a:pt x="24979" y="36255"/>
                      <a:pt x="24979" y="35508"/>
                    </a:cubicBezTo>
                    <a:cubicBezTo>
                      <a:pt x="24979" y="34388"/>
                      <a:pt x="24643" y="33454"/>
                      <a:pt x="23971" y="32745"/>
                    </a:cubicBezTo>
                    <a:cubicBezTo>
                      <a:pt x="23302" y="32036"/>
                      <a:pt x="22417" y="31401"/>
                      <a:pt x="21312" y="30878"/>
                    </a:cubicBezTo>
                    <a:cubicBezTo>
                      <a:pt x="20206" y="30356"/>
                      <a:pt x="18944" y="29870"/>
                      <a:pt x="17532" y="29459"/>
                    </a:cubicBezTo>
                    <a:cubicBezTo>
                      <a:pt x="16116" y="29049"/>
                      <a:pt x="14667" y="28601"/>
                      <a:pt x="13188" y="28078"/>
                    </a:cubicBezTo>
                    <a:cubicBezTo>
                      <a:pt x="11709" y="27593"/>
                      <a:pt x="10260" y="26995"/>
                      <a:pt x="8844" y="26323"/>
                    </a:cubicBezTo>
                    <a:cubicBezTo>
                      <a:pt x="7429" y="25651"/>
                      <a:pt x="6170" y="24830"/>
                      <a:pt x="5065" y="23784"/>
                    </a:cubicBezTo>
                    <a:cubicBezTo>
                      <a:pt x="3959" y="22776"/>
                      <a:pt x="3070" y="21507"/>
                      <a:pt x="2405" y="20013"/>
                    </a:cubicBezTo>
                    <a:cubicBezTo>
                      <a:pt x="1733" y="18519"/>
                      <a:pt x="1401" y="16727"/>
                      <a:pt x="1401" y="14599"/>
                    </a:cubicBezTo>
                    <a:cubicBezTo>
                      <a:pt x="1401" y="12620"/>
                      <a:pt x="1789" y="10753"/>
                      <a:pt x="2570" y="8999"/>
                    </a:cubicBezTo>
                    <a:cubicBezTo>
                      <a:pt x="3346" y="7206"/>
                      <a:pt x="4486" y="5675"/>
                      <a:pt x="5998" y="4369"/>
                    </a:cubicBezTo>
                    <a:cubicBezTo>
                      <a:pt x="7507" y="3024"/>
                      <a:pt x="9390" y="1979"/>
                      <a:pt x="11646" y="1195"/>
                    </a:cubicBezTo>
                    <a:cubicBezTo>
                      <a:pt x="13905" y="373"/>
                      <a:pt x="16508" y="0"/>
                      <a:pt x="19467" y="0"/>
                    </a:cubicBezTo>
                    <a:cubicBezTo>
                      <a:pt x="22768" y="0"/>
                      <a:pt x="25771" y="523"/>
                      <a:pt x="28479" y="1605"/>
                    </a:cubicBezTo>
                    <a:cubicBezTo>
                      <a:pt x="31187" y="2726"/>
                      <a:pt x="33443" y="4144"/>
                      <a:pt x="35250" y="5899"/>
                    </a:cubicBezTo>
                    <a:lnTo>
                      <a:pt x="32632" y="1008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1999" name="Google Shape;1999;p90"/>
              <p:cNvSpPr/>
              <p:nvPr/>
            </p:nvSpPr>
            <p:spPr>
              <a:xfrm>
                <a:off x="2927814" y="5715907"/>
                <a:ext cx="35758" cy="49360"/>
              </a:xfrm>
              <a:custGeom>
                <a:rect b="b" l="l" r="r" t="t"/>
                <a:pathLst>
                  <a:path extrusionOk="0" h="49360" w="35758">
                    <a:moveTo>
                      <a:pt x="32632" y="10081"/>
                    </a:moveTo>
                    <a:cubicBezTo>
                      <a:pt x="32318" y="10566"/>
                      <a:pt x="31993" y="10903"/>
                      <a:pt x="31654" y="11127"/>
                    </a:cubicBezTo>
                    <a:cubicBezTo>
                      <a:pt x="31310" y="11313"/>
                      <a:pt x="30877" y="11425"/>
                      <a:pt x="30346" y="11425"/>
                    </a:cubicBezTo>
                    <a:cubicBezTo>
                      <a:pt x="29786" y="11425"/>
                      <a:pt x="29185" y="11276"/>
                      <a:pt x="28550" y="10940"/>
                    </a:cubicBezTo>
                    <a:cubicBezTo>
                      <a:pt x="27911" y="10641"/>
                      <a:pt x="27168" y="10305"/>
                      <a:pt x="26331" y="9895"/>
                    </a:cubicBezTo>
                    <a:cubicBezTo>
                      <a:pt x="25487" y="9521"/>
                      <a:pt x="24531" y="9148"/>
                      <a:pt x="23459" y="8849"/>
                    </a:cubicBezTo>
                    <a:cubicBezTo>
                      <a:pt x="22383" y="8550"/>
                      <a:pt x="21114" y="8401"/>
                      <a:pt x="19653" y="8401"/>
                    </a:cubicBezTo>
                    <a:cubicBezTo>
                      <a:pt x="17379" y="8401"/>
                      <a:pt x="15593" y="8886"/>
                      <a:pt x="14282" y="9820"/>
                    </a:cubicBezTo>
                    <a:cubicBezTo>
                      <a:pt x="12979" y="10791"/>
                      <a:pt x="12325" y="12060"/>
                      <a:pt x="12325" y="13628"/>
                    </a:cubicBezTo>
                    <a:cubicBezTo>
                      <a:pt x="12325" y="14637"/>
                      <a:pt x="12658" y="15495"/>
                      <a:pt x="13326" y="16204"/>
                    </a:cubicBezTo>
                    <a:cubicBezTo>
                      <a:pt x="13995" y="16914"/>
                      <a:pt x="14884" y="17511"/>
                      <a:pt x="15989" y="18034"/>
                    </a:cubicBezTo>
                    <a:cubicBezTo>
                      <a:pt x="17091" y="18594"/>
                      <a:pt x="18346" y="19042"/>
                      <a:pt x="19747" y="19453"/>
                    </a:cubicBezTo>
                    <a:cubicBezTo>
                      <a:pt x="21147" y="19901"/>
                      <a:pt x="22578" y="20349"/>
                      <a:pt x="24042" y="20834"/>
                    </a:cubicBezTo>
                    <a:cubicBezTo>
                      <a:pt x="25506" y="21357"/>
                      <a:pt x="26936" y="21917"/>
                      <a:pt x="28337" y="22552"/>
                    </a:cubicBezTo>
                    <a:cubicBezTo>
                      <a:pt x="29738" y="23187"/>
                      <a:pt x="30993" y="24008"/>
                      <a:pt x="32098" y="24979"/>
                    </a:cubicBezTo>
                    <a:cubicBezTo>
                      <a:pt x="33200" y="25949"/>
                      <a:pt x="34089" y="27145"/>
                      <a:pt x="34757" y="28489"/>
                    </a:cubicBezTo>
                    <a:cubicBezTo>
                      <a:pt x="35426" y="29870"/>
                      <a:pt x="35758" y="31513"/>
                      <a:pt x="35758" y="33454"/>
                    </a:cubicBezTo>
                    <a:cubicBezTo>
                      <a:pt x="35758" y="35769"/>
                      <a:pt x="35340" y="37860"/>
                      <a:pt x="34500" y="39839"/>
                    </a:cubicBezTo>
                    <a:cubicBezTo>
                      <a:pt x="33659" y="41781"/>
                      <a:pt x="32430" y="43461"/>
                      <a:pt x="30813" y="44843"/>
                    </a:cubicBezTo>
                    <a:cubicBezTo>
                      <a:pt x="29192" y="46261"/>
                      <a:pt x="27194" y="47381"/>
                      <a:pt x="24815" y="48166"/>
                    </a:cubicBezTo>
                    <a:cubicBezTo>
                      <a:pt x="22432" y="48950"/>
                      <a:pt x="19698" y="49360"/>
                      <a:pt x="16617" y="49360"/>
                    </a:cubicBezTo>
                    <a:cubicBezTo>
                      <a:pt x="14970" y="49360"/>
                      <a:pt x="13356" y="49211"/>
                      <a:pt x="11787" y="48912"/>
                    </a:cubicBezTo>
                    <a:cubicBezTo>
                      <a:pt x="10215" y="48614"/>
                      <a:pt x="8706" y="48203"/>
                      <a:pt x="7257" y="47680"/>
                    </a:cubicBezTo>
                    <a:cubicBezTo>
                      <a:pt x="5812" y="47157"/>
                      <a:pt x="4471" y="46523"/>
                      <a:pt x="3242" y="45813"/>
                    </a:cubicBezTo>
                    <a:cubicBezTo>
                      <a:pt x="2013" y="45104"/>
                      <a:pt x="934" y="44320"/>
                      <a:pt x="0" y="43498"/>
                    </a:cubicBezTo>
                    <a:lnTo>
                      <a:pt x="2659" y="39092"/>
                    </a:lnTo>
                    <a:cubicBezTo>
                      <a:pt x="3003" y="38570"/>
                      <a:pt x="3406" y="38159"/>
                      <a:pt x="3873" y="37898"/>
                    </a:cubicBezTo>
                    <a:cubicBezTo>
                      <a:pt x="4340" y="37599"/>
                      <a:pt x="4930" y="37450"/>
                      <a:pt x="5647" y="37450"/>
                    </a:cubicBezTo>
                    <a:cubicBezTo>
                      <a:pt x="6364" y="37450"/>
                      <a:pt x="7040" y="37674"/>
                      <a:pt x="7679" y="38084"/>
                    </a:cubicBezTo>
                    <a:cubicBezTo>
                      <a:pt x="8318" y="38458"/>
                      <a:pt x="9057" y="38906"/>
                      <a:pt x="9894" y="39391"/>
                    </a:cubicBezTo>
                    <a:cubicBezTo>
                      <a:pt x="10738" y="39839"/>
                      <a:pt x="11724" y="40287"/>
                      <a:pt x="12859" y="40698"/>
                    </a:cubicBezTo>
                    <a:cubicBezTo>
                      <a:pt x="13995" y="41109"/>
                      <a:pt x="15436" y="41295"/>
                      <a:pt x="17181" y="41295"/>
                    </a:cubicBezTo>
                    <a:cubicBezTo>
                      <a:pt x="18548" y="41295"/>
                      <a:pt x="19724" y="41109"/>
                      <a:pt x="20703" y="40810"/>
                    </a:cubicBezTo>
                    <a:cubicBezTo>
                      <a:pt x="21685" y="40474"/>
                      <a:pt x="22492" y="40063"/>
                      <a:pt x="23130" y="39503"/>
                    </a:cubicBezTo>
                    <a:cubicBezTo>
                      <a:pt x="23769" y="38980"/>
                      <a:pt x="24236" y="38383"/>
                      <a:pt x="24531" y="37674"/>
                    </a:cubicBezTo>
                    <a:cubicBezTo>
                      <a:pt x="24826" y="36964"/>
                      <a:pt x="24975" y="36255"/>
                      <a:pt x="24975" y="35508"/>
                    </a:cubicBezTo>
                    <a:cubicBezTo>
                      <a:pt x="24975" y="34388"/>
                      <a:pt x="24643" y="33454"/>
                      <a:pt x="23971" y="32745"/>
                    </a:cubicBezTo>
                    <a:cubicBezTo>
                      <a:pt x="23302" y="32036"/>
                      <a:pt x="22417" y="31401"/>
                      <a:pt x="21312" y="30878"/>
                    </a:cubicBezTo>
                    <a:cubicBezTo>
                      <a:pt x="20206" y="30356"/>
                      <a:pt x="18944" y="29870"/>
                      <a:pt x="17528" y="29459"/>
                    </a:cubicBezTo>
                    <a:cubicBezTo>
                      <a:pt x="16112" y="29049"/>
                      <a:pt x="14667" y="28601"/>
                      <a:pt x="13188" y="28078"/>
                    </a:cubicBezTo>
                    <a:cubicBezTo>
                      <a:pt x="11709" y="27593"/>
                      <a:pt x="10260" y="26995"/>
                      <a:pt x="8844" y="26323"/>
                    </a:cubicBezTo>
                    <a:cubicBezTo>
                      <a:pt x="7429" y="25651"/>
                      <a:pt x="6166" y="24830"/>
                      <a:pt x="5061" y="23784"/>
                    </a:cubicBezTo>
                    <a:cubicBezTo>
                      <a:pt x="3959" y="22776"/>
                      <a:pt x="3070" y="21507"/>
                      <a:pt x="2405" y="20013"/>
                    </a:cubicBezTo>
                    <a:cubicBezTo>
                      <a:pt x="1733" y="18519"/>
                      <a:pt x="1401" y="16727"/>
                      <a:pt x="1401" y="14599"/>
                    </a:cubicBezTo>
                    <a:cubicBezTo>
                      <a:pt x="1401" y="12620"/>
                      <a:pt x="1785" y="10753"/>
                      <a:pt x="2566" y="8999"/>
                    </a:cubicBezTo>
                    <a:cubicBezTo>
                      <a:pt x="3343" y="7206"/>
                      <a:pt x="4486" y="5675"/>
                      <a:pt x="5995" y="4369"/>
                    </a:cubicBezTo>
                    <a:cubicBezTo>
                      <a:pt x="7507" y="3024"/>
                      <a:pt x="9390" y="1979"/>
                      <a:pt x="11646" y="1195"/>
                    </a:cubicBezTo>
                    <a:cubicBezTo>
                      <a:pt x="13905" y="373"/>
                      <a:pt x="16508" y="0"/>
                      <a:pt x="19466" y="0"/>
                    </a:cubicBezTo>
                    <a:cubicBezTo>
                      <a:pt x="22768" y="0"/>
                      <a:pt x="25767" y="523"/>
                      <a:pt x="28479" y="1605"/>
                    </a:cubicBezTo>
                    <a:cubicBezTo>
                      <a:pt x="31187" y="2726"/>
                      <a:pt x="33443" y="4144"/>
                      <a:pt x="35247" y="5899"/>
                    </a:cubicBezTo>
                    <a:lnTo>
                      <a:pt x="32632" y="10081"/>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0" name="Google Shape;2000;p90"/>
              <p:cNvSpPr/>
              <p:nvPr/>
            </p:nvSpPr>
            <p:spPr>
              <a:xfrm>
                <a:off x="2971323" y="5731514"/>
                <a:ext cx="24183" cy="9633"/>
              </a:xfrm>
              <a:custGeom>
                <a:rect b="b" l="l" r="r" t="t"/>
                <a:pathLst>
                  <a:path extrusionOk="0" h="9633" w="24183">
                    <a:moveTo>
                      <a:pt x="0" y="0"/>
                    </a:moveTo>
                    <a:lnTo>
                      <a:pt x="24184" y="0"/>
                    </a:lnTo>
                    <a:lnTo>
                      <a:pt x="24184" y="9633"/>
                    </a:lnTo>
                    <a:lnTo>
                      <a:pt x="0" y="9633"/>
                    </a:lnTo>
                    <a:lnTo>
                      <a:pt x="0"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1" name="Google Shape;2001;p90"/>
              <p:cNvSpPr/>
              <p:nvPr/>
            </p:nvSpPr>
            <p:spPr>
              <a:xfrm>
                <a:off x="3003069" y="5696305"/>
                <a:ext cx="57424" cy="68962"/>
              </a:xfrm>
              <a:custGeom>
                <a:rect b="b" l="l" r="r" t="t"/>
                <a:pathLst>
                  <a:path extrusionOk="0" h="68962" w="57424">
                    <a:moveTo>
                      <a:pt x="50328" y="52310"/>
                    </a:moveTo>
                    <a:cubicBezTo>
                      <a:pt x="51015" y="52310"/>
                      <a:pt x="51606" y="52571"/>
                      <a:pt x="52102" y="53094"/>
                    </a:cubicBezTo>
                    <a:lnTo>
                      <a:pt x="57051" y="58471"/>
                    </a:lnTo>
                    <a:cubicBezTo>
                      <a:pt x="54310" y="61868"/>
                      <a:pt x="50941" y="64445"/>
                      <a:pt x="46944" y="66274"/>
                    </a:cubicBezTo>
                    <a:cubicBezTo>
                      <a:pt x="42941" y="68067"/>
                      <a:pt x="38141" y="68963"/>
                      <a:pt x="32539" y="68963"/>
                    </a:cubicBezTo>
                    <a:cubicBezTo>
                      <a:pt x="27530" y="68963"/>
                      <a:pt x="23022" y="68104"/>
                      <a:pt x="19026" y="66386"/>
                    </a:cubicBezTo>
                    <a:cubicBezTo>
                      <a:pt x="15026" y="64706"/>
                      <a:pt x="11608" y="62316"/>
                      <a:pt x="8777" y="59255"/>
                    </a:cubicBezTo>
                    <a:cubicBezTo>
                      <a:pt x="5942" y="56193"/>
                      <a:pt x="3772" y="52571"/>
                      <a:pt x="2263" y="48352"/>
                    </a:cubicBezTo>
                    <a:cubicBezTo>
                      <a:pt x="754" y="44096"/>
                      <a:pt x="0" y="39503"/>
                      <a:pt x="0" y="34463"/>
                    </a:cubicBezTo>
                    <a:cubicBezTo>
                      <a:pt x="0" y="29422"/>
                      <a:pt x="840" y="24755"/>
                      <a:pt x="2521" y="20536"/>
                    </a:cubicBezTo>
                    <a:cubicBezTo>
                      <a:pt x="4202" y="16317"/>
                      <a:pt x="6566" y="12695"/>
                      <a:pt x="9617" y="9633"/>
                    </a:cubicBezTo>
                    <a:cubicBezTo>
                      <a:pt x="12669" y="6609"/>
                      <a:pt x="16318" y="4219"/>
                      <a:pt x="20565" y="2539"/>
                    </a:cubicBezTo>
                    <a:cubicBezTo>
                      <a:pt x="24815" y="821"/>
                      <a:pt x="29506" y="0"/>
                      <a:pt x="34642" y="0"/>
                    </a:cubicBezTo>
                    <a:cubicBezTo>
                      <a:pt x="39654" y="0"/>
                      <a:pt x="44031" y="784"/>
                      <a:pt x="47781" y="2390"/>
                    </a:cubicBezTo>
                    <a:cubicBezTo>
                      <a:pt x="51535" y="3995"/>
                      <a:pt x="54750" y="6123"/>
                      <a:pt x="57425" y="8774"/>
                    </a:cubicBezTo>
                    <a:lnTo>
                      <a:pt x="53223" y="14599"/>
                    </a:lnTo>
                    <a:cubicBezTo>
                      <a:pt x="52973" y="14972"/>
                      <a:pt x="52655" y="15308"/>
                      <a:pt x="52267" y="15570"/>
                    </a:cubicBezTo>
                    <a:cubicBezTo>
                      <a:pt x="51874" y="15869"/>
                      <a:pt x="51340" y="15981"/>
                      <a:pt x="50657" y="15981"/>
                    </a:cubicBezTo>
                    <a:cubicBezTo>
                      <a:pt x="49940" y="15981"/>
                      <a:pt x="49208" y="15719"/>
                      <a:pt x="48461" y="15159"/>
                    </a:cubicBezTo>
                    <a:cubicBezTo>
                      <a:pt x="47714" y="14599"/>
                      <a:pt x="46765" y="14002"/>
                      <a:pt x="45611" y="13329"/>
                    </a:cubicBezTo>
                    <a:cubicBezTo>
                      <a:pt x="44461" y="12695"/>
                      <a:pt x="43004" y="12060"/>
                      <a:pt x="41245" y="11500"/>
                    </a:cubicBezTo>
                    <a:cubicBezTo>
                      <a:pt x="39489" y="10940"/>
                      <a:pt x="37256" y="10679"/>
                      <a:pt x="34548" y="10679"/>
                    </a:cubicBezTo>
                    <a:cubicBezTo>
                      <a:pt x="31373" y="10679"/>
                      <a:pt x="28456" y="11239"/>
                      <a:pt x="25797" y="12321"/>
                    </a:cubicBezTo>
                    <a:cubicBezTo>
                      <a:pt x="23134" y="13441"/>
                      <a:pt x="20845" y="15010"/>
                      <a:pt x="18932" y="17063"/>
                    </a:cubicBezTo>
                    <a:cubicBezTo>
                      <a:pt x="17016" y="19117"/>
                      <a:pt x="15526" y="21619"/>
                      <a:pt x="14450" y="24568"/>
                    </a:cubicBezTo>
                    <a:cubicBezTo>
                      <a:pt x="13375" y="27480"/>
                      <a:pt x="12841" y="30804"/>
                      <a:pt x="12841" y="34463"/>
                    </a:cubicBezTo>
                    <a:cubicBezTo>
                      <a:pt x="12841" y="38271"/>
                      <a:pt x="13375" y="41669"/>
                      <a:pt x="14450" y="44618"/>
                    </a:cubicBezTo>
                    <a:cubicBezTo>
                      <a:pt x="15526" y="47568"/>
                      <a:pt x="16975" y="50070"/>
                      <a:pt x="18813" y="52086"/>
                    </a:cubicBezTo>
                    <a:cubicBezTo>
                      <a:pt x="20650" y="54102"/>
                      <a:pt x="22813" y="55633"/>
                      <a:pt x="25304" y="56716"/>
                    </a:cubicBezTo>
                    <a:cubicBezTo>
                      <a:pt x="27795" y="57799"/>
                      <a:pt x="30473" y="58321"/>
                      <a:pt x="33334" y="58321"/>
                    </a:cubicBezTo>
                    <a:cubicBezTo>
                      <a:pt x="35045" y="58321"/>
                      <a:pt x="36595" y="58247"/>
                      <a:pt x="37977" y="58060"/>
                    </a:cubicBezTo>
                    <a:cubicBezTo>
                      <a:pt x="39362" y="57873"/>
                      <a:pt x="40640" y="57575"/>
                      <a:pt x="41809" y="57164"/>
                    </a:cubicBezTo>
                    <a:cubicBezTo>
                      <a:pt x="42974" y="56753"/>
                      <a:pt x="44080" y="56230"/>
                      <a:pt x="45122" y="55596"/>
                    </a:cubicBezTo>
                    <a:cubicBezTo>
                      <a:pt x="46168" y="54961"/>
                      <a:pt x="47198" y="54177"/>
                      <a:pt x="48225" y="53244"/>
                    </a:cubicBezTo>
                    <a:cubicBezTo>
                      <a:pt x="48539" y="52945"/>
                      <a:pt x="48864" y="52721"/>
                      <a:pt x="49208" y="52571"/>
                    </a:cubicBezTo>
                    <a:cubicBezTo>
                      <a:pt x="49551" y="52385"/>
                      <a:pt x="49925" y="52310"/>
                      <a:pt x="50328" y="5231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2" name="Google Shape;2002;p90"/>
              <p:cNvSpPr/>
              <p:nvPr/>
            </p:nvSpPr>
            <p:spPr>
              <a:xfrm>
                <a:off x="3069686" y="5695185"/>
                <a:ext cx="11533" cy="69336"/>
              </a:xfrm>
              <a:custGeom>
                <a:rect b="b" l="l" r="r" t="t"/>
                <a:pathLst>
                  <a:path extrusionOk="0" h="69336" w="11533">
                    <a:moveTo>
                      <a:pt x="11533" y="0"/>
                    </a:moveTo>
                    <a:lnTo>
                      <a:pt x="11533" y="69336"/>
                    </a:lnTo>
                    <a:lnTo>
                      <a:pt x="0" y="69336"/>
                    </a:lnTo>
                    <a:lnTo>
                      <a:pt x="0" y="0"/>
                    </a:lnTo>
                    <a:lnTo>
                      <a:pt x="1153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3" name="Google Shape;2003;p90"/>
              <p:cNvSpPr/>
              <p:nvPr/>
            </p:nvSpPr>
            <p:spPr>
              <a:xfrm>
                <a:off x="3090930" y="5715907"/>
                <a:ext cx="47385" cy="49322"/>
              </a:xfrm>
              <a:custGeom>
                <a:rect b="b" l="l" r="r" t="t"/>
                <a:pathLst>
                  <a:path extrusionOk="0" h="49322" w="47385">
                    <a:moveTo>
                      <a:pt x="23762" y="0"/>
                    </a:moveTo>
                    <a:cubicBezTo>
                      <a:pt x="27340" y="0"/>
                      <a:pt x="30585" y="560"/>
                      <a:pt x="33499" y="1717"/>
                    </a:cubicBezTo>
                    <a:cubicBezTo>
                      <a:pt x="36408" y="2875"/>
                      <a:pt x="38888" y="4480"/>
                      <a:pt x="40942" y="6609"/>
                    </a:cubicBezTo>
                    <a:cubicBezTo>
                      <a:pt x="43000" y="8737"/>
                      <a:pt x="44584" y="11313"/>
                      <a:pt x="45704" y="14375"/>
                    </a:cubicBezTo>
                    <a:cubicBezTo>
                      <a:pt x="46825" y="17399"/>
                      <a:pt x="47385" y="20834"/>
                      <a:pt x="47385" y="24568"/>
                    </a:cubicBezTo>
                    <a:cubicBezTo>
                      <a:pt x="47385" y="28377"/>
                      <a:pt x="46825" y="31812"/>
                      <a:pt x="45704" y="34836"/>
                    </a:cubicBezTo>
                    <a:cubicBezTo>
                      <a:pt x="44584" y="37898"/>
                      <a:pt x="43000" y="40511"/>
                      <a:pt x="40942" y="42640"/>
                    </a:cubicBezTo>
                    <a:cubicBezTo>
                      <a:pt x="38888" y="44805"/>
                      <a:pt x="36408" y="46448"/>
                      <a:pt x="33499" y="47606"/>
                    </a:cubicBezTo>
                    <a:cubicBezTo>
                      <a:pt x="30585" y="48725"/>
                      <a:pt x="27340" y="49323"/>
                      <a:pt x="23762" y="49323"/>
                    </a:cubicBezTo>
                    <a:cubicBezTo>
                      <a:pt x="20184" y="49323"/>
                      <a:pt x="16930" y="48725"/>
                      <a:pt x="14006" y="47606"/>
                    </a:cubicBezTo>
                    <a:cubicBezTo>
                      <a:pt x="11082" y="46448"/>
                      <a:pt x="8583" y="44805"/>
                      <a:pt x="6510" y="42640"/>
                    </a:cubicBezTo>
                    <a:cubicBezTo>
                      <a:pt x="4441" y="40511"/>
                      <a:pt x="2839" y="37898"/>
                      <a:pt x="1703" y="34836"/>
                    </a:cubicBezTo>
                    <a:cubicBezTo>
                      <a:pt x="564" y="31812"/>
                      <a:pt x="0" y="28377"/>
                      <a:pt x="0" y="24568"/>
                    </a:cubicBezTo>
                    <a:cubicBezTo>
                      <a:pt x="0" y="20834"/>
                      <a:pt x="564" y="17399"/>
                      <a:pt x="1703" y="14375"/>
                    </a:cubicBezTo>
                    <a:cubicBezTo>
                      <a:pt x="2839" y="11313"/>
                      <a:pt x="4441" y="8737"/>
                      <a:pt x="6510" y="6609"/>
                    </a:cubicBezTo>
                    <a:cubicBezTo>
                      <a:pt x="8583" y="4480"/>
                      <a:pt x="11082" y="2875"/>
                      <a:pt x="14006" y="1717"/>
                    </a:cubicBezTo>
                    <a:cubicBezTo>
                      <a:pt x="16930" y="560"/>
                      <a:pt x="20184" y="0"/>
                      <a:pt x="23762" y="0"/>
                    </a:cubicBezTo>
                    <a:close/>
                    <a:moveTo>
                      <a:pt x="23762" y="40437"/>
                    </a:moveTo>
                    <a:cubicBezTo>
                      <a:pt x="27747" y="40437"/>
                      <a:pt x="30697" y="39130"/>
                      <a:pt x="32610" y="36442"/>
                    </a:cubicBezTo>
                    <a:cubicBezTo>
                      <a:pt x="34522" y="33753"/>
                      <a:pt x="35482" y="29833"/>
                      <a:pt x="35482" y="24680"/>
                    </a:cubicBezTo>
                    <a:cubicBezTo>
                      <a:pt x="35482" y="19528"/>
                      <a:pt x="34522" y="15570"/>
                      <a:pt x="32610" y="12881"/>
                    </a:cubicBezTo>
                    <a:cubicBezTo>
                      <a:pt x="30697" y="10156"/>
                      <a:pt x="27747" y="8812"/>
                      <a:pt x="23762" y="8812"/>
                    </a:cubicBezTo>
                    <a:cubicBezTo>
                      <a:pt x="19717" y="8812"/>
                      <a:pt x="16725" y="10156"/>
                      <a:pt x="14798" y="12881"/>
                    </a:cubicBezTo>
                    <a:cubicBezTo>
                      <a:pt x="12867" y="15607"/>
                      <a:pt x="11903" y="19528"/>
                      <a:pt x="11903" y="24680"/>
                    </a:cubicBezTo>
                    <a:cubicBezTo>
                      <a:pt x="11903" y="29795"/>
                      <a:pt x="12867" y="33716"/>
                      <a:pt x="14798" y="36404"/>
                    </a:cubicBezTo>
                    <a:cubicBezTo>
                      <a:pt x="16725" y="39092"/>
                      <a:pt x="19717" y="40437"/>
                      <a:pt x="23762" y="4043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4" name="Google Shape;2004;p90"/>
              <p:cNvSpPr/>
              <p:nvPr/>
            </p:nvSpPr>
            <p:spPr>
              <a:xfrm>
                <a:off x="3146349" y="5716654"/>
                <a:ext cx="41737" cy="48613"/>
              </a:xfrm>
              <a:custGeom>
                <a:rect b="b" l="l" r="r" t="t"/>
                <a:pathLst>
                  <a:path extrusionOk="0" h="48613" w="41737">
                    <a:moveTo>
                      <a:pt x="11530" y="0"/>
                    </a:moveTo>
                    <a:lnTo>
                      <a:pt x="11530" y="30430"/>
                    </a:lnTo>
                    <a:cubicBezTo>
                      <a:pt x="11530" y="33343"/>
                      <a:pt x="12206" y="35620"/>
                      <a:pt x="13562" y="37226"/>
                    </a:cubicBezTo>
                    <a:cubicBezTo>
                      <a:pt x="14914" y="38794"/>
                      <a:pt x="16945" y="39615"/>
                      <a:pt x="19653" y="39615"/>
                    </a:cubicBezTo>
                    <a:cubicBezTo>
                      <a:pt x="21648" y="39615"/>
                      <a:pt x="23515" y="39167"/>
                      <a:pt x="25256" y="38271"/>
                    </a:cubicBezTo>
                    <a:cubicBezTo>
                      <a:pt x="26996" y="37375"/>
                      <a:pt x="28651" y="36180"/>
                      <a:pt x="30204" y="34612"/>
                    </a:cubicBezTo>
                    <a:lnTo>
                      <a:pt x="30204" y="0"/>
                    </a:lnTo>
                    <a:lnTo>
                      <a:pt x="41738" y="0"/>
                    </a:lnTo>
                    <a:lnTo>
                      <a:pt x="41738" y="47867"/>
                    </a:lnTo>
                    <a:lnTo>
                      <a:pt x="34686" y="47867"/>
                    </a:lnTo>
                    <a:cubicBezTo>
                      <a:pt x="33192" y="47867"/>
                      <a:pt x="32214" y="47157"/>
                      <a:pt x="31747" y="45776"/>
                    </a:cubicBezTo>
                    <a:lnTo>
                      <a:pt x="30951" y="41930"/>
                    </a:lnTo>
                    <a:cubicBezTo>
                      <a:pt x="29954" y="42938"/>
                      <a:pt x="28927" y="43834"/>
                      <a:pt x="27870" y="44694"/>
                    </a:cubicBezTo>
                    <a:cubicBezTo>
                      <a:pt x="26809" y="45515"/>
                      <a:pt x="25685" y="46187"/>
                      <a:pt x="24482" y="46784"/>
                    </a:cubicBezTo>
                    <a:cubicBezTo>
                      <a:pt x="23287" y="47344"/>
                      <a:pt x="21995" y="47792"/>
                      <a:pt x="20609" y="48128"/>
                    </a:cubicBezTo>
                    <a:cubicBezTo>
                      <a:pt x="19224" y="48464"/>
                      <a:pt x="17741" y="48614"/>
                      <a:pt x="16154" y="48614"/>
                    </a:cubicBezTo>
                    <a:cubicBezTo>
                      <a:pt x="13539" y="48614"/>
                      <a:pt x="11227" y="48166"/>
                      <a:pt x="9218" y="47270"/>
                    </a:cubicBezTo>
                    <a:cubicBezTo>
                      <a:pt x="7208" y="46411"/>
                      <a:pt x="5520" y="45142"/>
                      <a:pt x="4153" y="43536"/>
                    </a:cubicBezTo>
                    <a:cubicBezTo>
                      <a:pt x="2783" y="41930"/>
                      <a:pt x="1748" y="39989"/>
                      <a:pt x="1049" y="37786"/>
                    </a:cubicBezTo>
                    <a:cubicBezTo>
                      <a:pt x="347" y="35546"/>
                      <a:pt x="0" y="33081"/>
                      <a:pt x="0" y="30430"/>
                    </a:cubicBezTo>
                    <a:lnTo>
                      <a:pt x="0" y="0"/>
                    </a:lnTo>
                    <a:lnTo>
                      <a:pt x="11530"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5" name="Google Shape;2005;p90"/>
              <p:cNvSpPr/>
              <p:nvPr/>
            </p:nvSpPr>
            <p:spPr>
              <a:xfrm>
                <a:off x="3197099" y="5695185"/>
                <a:ext cx="44068" cy="70045"/>
              </a:xfrm>
              <a:custGeom>
                <a:rect b="b" l="l" r="r" t="t"/>
                <a:pathLst>
                  <a:path extrusionOk="0" h="70045" w="44068">
                    <a:moveTo>
                      <a:pt x="37021" y="69336"/>
                    </a:moveTo>
                    <a:cubicBezTo>
                      <a:pt x="35527" y="69336"/>
                      <a:pt x="34548" y="68627"/>
                      <a:pt x="34081" y="67245"/>
                    </a:cubicBezTo>
                    <a:lnTo>
                      <a:pt x="33148" y="62615"/>
                    </a:lnTo>
                    <a:cubicBezTo>
                      <a:pt x="32150" y="63736"/>
                      <a:pt x="31108" y="64744"/>
                      <a:pt x="30018" y="65640"/>
                    </a:cubicBezTo>
                    <a:cubicBezTo>
                      <a:pt x="28927" y="66536"/>
                      <a:pt x="27751" y="67320"/>
                      <a:pt x="26492" y="67992"/>
                    </a:cubicBezTo>
                    <a:cubicBezTo>
                      <a:pt x="25230" y="68627"/>
                      <a:pt x="23877" y="69149"/>
                      <a:pt x="22428" y="69523"/>
                    </a:cubicBezTo>
                    <a:cubicBezTo>
                      <a:pt x="20983" y="69859"/>
                      <a:pt x="19422" y="70046"/>
                      <a:pt x="17741" y="70046"/>
                    </a:cubicBezTo>
                    <a:cubicBezTo>
                      <a:pt x="15123" y="70046"/>
                      <a:pt x="12729" y="69485"/>
                      <a:pt x="10551" y="68403"/>
                    </a:cubicBezTo>
                    <a:cubicBezTo>
                      <a:pt x="8370" y="67320"/>
                      <a:pt x="6495" y="65752"/>
                      <a:pt x="4923" y="63661"/>
                    </a:cubicBezTo>
                    <a:cubicBezTo>
                      <a:pt x="3350" y="61607"/>
                      <a:pt x="2136" y="59031"/>
                      <a:pt x="1281" y="56007"/>
                    </a:cubicBezTo>
                    <a:cubicBezTo>
                      <a:pt x="426" y="52945"/>
                      <a:pt x="0" y="49472"/>
                      <a:pt x="0" y="45552"/>
                    </a:cubicBezTo>
                    <a:cubicBezTo>
                      <a:pt x="0" y="42005"/>
                      <a:pt x="482" y="38682"/>
                      <a:pt x="1445" y="35658"/>
                    </a:cubicBezTo>
                    <a:cubicBezTo>
                      <a:pt x="2409" y="32596"/>
                      <a:pt x="3795" y="29945"/>
                      <a:pt x="5602" y="27705"/>
                    </a:cubicBezTo>
                    <a:cubicBezTo>
                      <a:pt x="7406" y="25465"/>
                      <a:pt x="9569" y="23709"/>
                      <a:pt x="12090" y="22440"/>
                    </a:cubicBezTo>
                    <a:cubicBezTo>
                      <a:pt x="14611" y="21208"/>
                      <a:pt x="17446" y="20573"/>
                      <a:pt x="20587" y="20573"/>
                    </a:cubicBezTo>
                    <a:cubicBezTo>
                      <a:pt x="23261" y="20573"/>
                      <a:pt x="25551" y="20984"/>
                      <a:pt x="27448" y="21842"/>
                    </a:cubicBezTo>
                    <a:cubicBezTo>
                      <a:pt x="29349" y="22702"/>
                      <a:pt x="31045" y="23859"/>
                      <a:pt x="32539" y="25278"/>
                    </a:cubicBezTo>
                    <a:lnTo>
                      <a:pt x="32539" y="0"/>
                    </a:lnTo>
                    <a:lnTo>
                      <a:pt x="44068" y="0"/>
                    </a:lnTo>
                    <a:lnTo>
                      <a:pt x="44068" y="69336"/>
                    </a:lnTo>
                    <a:lnTo>
                      <a:pt x="37021" y="69336"/>
                    </a:lnTo>
                    <a:close/>
                    <a:moveTo>
                      <a:pt x="21659" y="60898"/>
                    </a:moveTo>
                    <a:cubicBezTo>
                      <a:pt x="24057" y="60898"/>
                      <a:pt x="26096" y="60413"/>
                      <a:pt x="27777" y="59404"/>
                    </a:cubicBezTo>
                    <a:cubicBezTo>
                      <a:pt x="29457" y="58396"/>
                      <a:pt x="31045" y="56977"/>
                      <a:pt x="32539" y="55148"/>
                    </a:cubicBezTo>
                    <a:lnTo>
                      <a:pt x="32539" y="33679"/>
                    </a:lnTo>
                    <a:cubicBezTo>
                      <a:pt x="31232" y="32110"/>
                      <a:pt x="29809" y="30990"/>
                      <a:pt x="28266" y="30318"/>
                    </a:cubicBezTo>
                    <a:cubicBezTo>
                      <a:pt x="26727" y="29684"/>
                      <a:pt x="25069" y="29347"/>
                      <a:pt x="23295" y="29347"/>
                    </a:cubicBezTo>
                    <a:cubicBezTo>
                      <a:pt x="21551" y="29347"/>
                      <a:pt x="19971" y="29684"/>
                      <a:pt x="18555" y="30318"/>
                    </a:cubicBezTo>
                    <a:cubicBezTo>
                      <a:pt x="17136" y="30990"/>
                      <a:pt x="15941" y="31961"/>
                      <a:pt x="14958" y="33268"/>
                    </a:cubicBezTo>
                    <a:cubicBezTo>
                      <a:pt x="13980" y="34612"/>
                      <a:pt x="13225" y="36293"/>
                      <a:pt x="12695" y="38308"/>
                    </a:cubicBezTo>
                    <a:cubicBezTo>
                      <a:pt x="12165" y="40362"/>
                      <a:pt x="11903" y="42789"/>
                      <a:pt x="11903" y="45552"/>
                    </a:cubicBezTo>
                    <a:cubicBezTo>
                      <a:pt x="11903" y="48353"/>
                      <a:pt x="12131" y="50705"/>
                      <a:pt x="12579" y="52646"/>
                    </a:cubicBezTo>
                    <a:cubicBezTo>
                      <a:pt x="13031" y="54588"/>
                      <a:pt x="13677" y="56193"/>
                      <a:pt x="14518" y="57425"/>
                    </a:cubicBezTo>
                    <a:cubicBezTo>
                      <a:pt x="15358" y="58658"/>
                      <a:pt x="16385" y="59516"/>
                      <a:pt x="17599" y="60077"/>
                    </a:cubicBezTo>
                    <a:cubicBezTo>
                      <a:pt x="18813" y="60636"/>
                      <a:pt x="20165" y="60898"/>
                      <a:pt x="21659" y="60898"/>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006" name="Google Shape;2006;p90"/>
            <p:cNvSpPr/>
            <p:nvPr/>
          </p:nvSpPr>
          <p:spPr>
            <a:xfrm>
              <a:off x="2586734" y="1766157"/>
              <a:ext cx="5049866" cy="2858963"/>
            </a:xfrm>
            <a:custGeom>
              <a:rect b="b" l="l" r="r" t="t"/>
              <a:pathLst>
                <a:path extrusionOk="0" h="3811951" w="6733154">
                  <a:moveTo>
                    <a:pt x="6578928" y="0"/>
                  </a:moveTo>
                  <a:cubicBezTo>
                    <a:pt x="6664105" y="0"/>
                    <a:pt x="6733155" y="69028"/>
                    <a:pt x="6733155" y="154178"/>
                  </a:cubicBezTo>
                  <a:lnTo>
                    <a:pt x="6733155" y="3657774"/>
                  </a:lnTo>
                  <a:cubicBezTo>
                    <a:pt x="6733155" y="3742924"/>
                    <a:pt x="6664105" y="3811952"/>
                    <a:pt x="6578929" y="3811952"/>
                  </a:cubicBezTo>
                  <a:lnTo>
                    <a:pt x="154227" y="3811952"/>
                  </a:lnTo>
                  <a:cubicBezTo>
                    <a:pt x="69050" y="3811952"/>
                    <a:pt x="0" y="3742924"/>
                    <a:pt x="0" y="3657774"/>
                  </a:cubicBezTo>
                  <a:lnTo>
                    <a:pt x="0" y="154178"/>
                  </a:lnTo>
                  <a:cubicBezTo>
                    <a:pt x="0" y="69028"/>
                    <a:pt x="69050" y="0"/>
                    <a:pt x="154227"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7" name="Google Shape;2007;p90"/>
            <p:cNvSpPr/>
            <p:nvPr/>
          </p:nvSpPr>
          <p:spPr>
            <a:xfrm>
              <a:off x="2620231" y="2789547"/>
              <a:ext cx="4970535" cy="493226"/>
            </a:xfrm>
            <a:custGeom>
              <a:rect b="b" l="l" r="r" t="t"/>
              <a:pathLst>
                <a:path extrusionOk="0" h="657635" w="6627380">
                  <a:moveTo>
                    <a:pt x="0" y="0"/>
                  </a:moveTo>
                  <a:lnTo>
                    <a:pt x="6627381" y="0"/>
                  </a:lnTo>
                  <a:lnTo>
                    <a:pt x="6627381" y="657636"/>
                  </a:lnTo>
                  <a:lnTo>
                    <a:pt x="0" y="657636"/>
                  </a:lnTo>
                  <a:close/>
                </a:path>
              </a:pathLst>
            </a:custGeom>
            <a:solidFill>
              <a:srgbClr val="5BB3E3">
                <a:alpha val="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8" name="Google Shape;2008;p90"/>
            <p:cNvSpPr/>
            <p:nvPr/>
          </p:nvSpPr>
          <p:spPr>
            <a:xfrm>
              <a:off x="2620231" y="4332610"/>
              <a:ext cx="4970535" cy="265625"/>
            </a:xfrm>
            <a:custGeom>
              <a:rect b="b" l="l" r="r" t="t"/>
              <a:pathLst>
                <a:path extrusionOk="0" h="354167" w="6627380">
                  <a:moveTo>
                    <a:pt x="0" y="0"/>
                  </a:moveTo>
                  <a:lnTo>
                    <a:pt x="6627381" y="0"/>
                  </a:lnTo>
                  <a:lnTo>
                    <a:pt x="6627381" y="354168"/>
                  </a:lnTo>
                  <a:lnTo>
                    <a:pt x="0" y="354168"/>
                  </a:lnTo>
                  <a:close/>
                </a:path>
              </a:pathLst>
            </a:custGeom>
            <a:solidFill>
              <a:srgbClr val="29557C"/>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09" name="Google Shape;2009;p90"/>
            <p:cNvSpPr/>
            <p:nvPr/>
          </p:nvSpPr>
          <p:spPr>
            <a:xfrm>
              <a:off x="2622260" y="3282774"/>
              <a:ext cx="4968518" cy="1051855"/>
            </a:xfrm>
            <a:custGeom>
              <a:rect b="b" l="l" r="r" t="t"/>
              <a:pathLst>
                <a:path extrusionOk="0" h="1402473" w="6624691">
                  <a:moveTo>
                    <a:pt x="0" y="0"/>
                  </a:moveTo>
                  <a:lnTo>
                    <a:pt x="6624692" y="0"/>
                  </a:lnTo>
                  <a:lnTo>
                    <a:pt x="6624692" y="1402474"/>
                  </a:lnTo>
                  <a:lnTo>
                    <a:pt x="0" y="1402474"/>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010" name="Google Shape;2010;p90"/>
            <p:cNvGrpSpPr/>
            <p:nvPr/>
          </p:nvGrpSpPr>
          <p:grpSpPr>
            <a:xfrm>
              <a:off x="2282283" y="3903779"/>
              <a:ext cx="8403" cy="420178"/>
              <a:chOff x="2937794" y="5001838"/>
              <a:chExt cx="11204" cy="560237"/>
            </a:xfrm>
          </p:grpSpPr>
          <p:sp>
            <p:nvSpPr>
              <p:cNvPr id="2011" name="Google Shape;2011;p90"/>
              <p:cNvSpPr/>
              <p:nvPr/>
            </p:nvSpPr>
            <p:spPr>
              <a:xfrm>
                <a:off x="2937794" y="5001838"/>
                <a:ext cx="11204" cy="11150"/>
              </a:xfrm>
              <a:custGeom>
                <a:rect b="b" l="l" r="r" t="t"/>
                <a:pathLst>
                  <a:path extrusionOk="0" h="11150" w="11204">
                    <a:moveTo>
                      <a:pt x="5602" y="11151"/>
                    </a:moveTo>
                    <a:cubicBezTo>
                      <a:pt x="4108" y="11151"/>
                      <a:pt x="2689" y="10590"/>
                      <a:pt x="1643" y="9545"/>
                    </a:cubicBezTo>
                    <a:cubicBezTo>
                      <a:pt x="598" y="8462"/>
                      <a:pt x="0" y="7081"/>
                      <a:pt x="0" y="5587"/>
                    </a:cubicBezTo>
                    <a:cubicBezTo>
                      <a:pt x="0" y="5214"/>
                      <a:pt x="37" y="4840"/>
                      <a:pt x="112" y="4467"/>
                    </a:cubicBezTo>
                    <a:cubicBezTo>
                      <a:pt x="187" y="4131"/>
                      <a:pt x="299" y="3758"/>
                      <a:pt x="411" y="3422"/>
                    </a:cubicBezTo>
                    <a:cubicBezTo>
                      <a:pt x="560" y="3085"/>
                      <a:pt x="747" y="2750"/>
                      <a:pt x="934" y="2451"/>
                    </a:cubicBezTo>
                    <a:cubicBezTo>
                      <a:pt x="1158" y="2152"/>
                      <a:pt x="1382" y="1891"/>
                      <a:pt x="1643" y="1629"/>
                    </a:cubicBezTo>
                    <a:cubicBezTo>
                      <a:pt x="1905" y="1368"/>
                      <a:pt x="2166" y="1118"/>
                      <a:pt x="2502" y="931"/>
                    </a:cubicBezTo>
                    <a:cubicBezTo>
                      <a:pt x="2801" y="745"/>
                      <a:pt x="3100" y="558"/>
                      <a:pt x="3436" y="408"/>
                    </a:cubicBezTo>
                    <a:cubicBezTo>
                      <a:pt x="3772" y="263"/>
                      <a:pt x="4146" y="147"/>
                      <a:pt x="4482" y="110"/>
                    </a:cubicBezTo>
                    <a:cubicBezTo>
                      <a:pt x="6312" y="-264"/>
                      <a:pt x="8254" y="334"/>
                      <a:pt x="9561" y="1629"/>
                    </a:cubicBezTo>
                    <a:cubicBezTo>
                      <a:pt x="9823" y="1891"/>
                      <a:pt x="10047" y="2152"/>
                      <a:pt x="10271" y="2451"/>
                    </a:cubicBezTo>
                    <a:cubicBezTo>
                      <a:pt x="10458" y="2750"/>
                      <a:pt x="10645" y="3085"/>
                      <a:pt x="10757" y="3422"/>
                    </a:cubicBezTo>
                    <a:cubicBezTo>
                      <a:pt x="10906" y="3758"/>
                      <a:pt x="11018" y="4131"/>
                      <a:pt x="11093" y="4467"/>
                    </a:cubicBezTo>
                    <a:cubicBezTo>
                      <a:pt x="11167" y="4840"/>
                      <a:pt x="11205" y="5214"/>
                      <a:pt x="11205" y="5587"/>
                    </a:cubicBezTo>
                    <a:cubicBezTo>
                      <a:pt x="11205" y="7081"/>
                      <a:pt x="10607" y="8462"/>
                      <a:pt x="9561" y="9545"/>
                    </a:cubicBezTo>
                    <a:cubicBezTo>
                      <a:pt x="9039" y="10068"/>
                      <a:pt x="8404" y="10479"/>
                      <a:pt x="7731" y="10740"/>
                    </a:cubicBezTo>
                    <a:cubicBezTo>
                      <a:pt x="7059" y="11038"/>
                      <a:pt x="6349" y="11151"/>
                      <a:pt x="5602" y="1115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12" name="Google Shape;2012;p90"/>
              <p:cNvSpPr/>
              <p:nvPr/>
            </p:nvSpPr>
            <p:spPr>
              <a:xfrm>
                <a:off x="2937794" y="5032329"/>
                <a:ext cx="11204" cy="499279"/>
              </a:xfrm>
              <a:custGeom>
                <a:rect b="b" l="l" r="r" t="t"/>
                <a:pathLst>
                  <a:path extrusionOk="0" h="499279" w="11204">
                    <a:moveTo>
                      <a:pt x="0" y="493679"/>
                    </a:moveTo>
                    <a:cubicBezTo>
                      <a:pt x="0" y="490579"/>
                      <a:pt x="2502" y="488078"/>
                      <a:pt x="5602" y="488078"/>
                    </a:cubicBezTo>
                    <a:lnTo>
                      <a:pt x="5602" y="488078"/>
                    </a:lnTo>
                    <a:cubicBezTo>
                      <a:pt x="8702" y="488078"/>
                      <a:pt x="11205" y="490579"/>
                      <a:pt x="11205" y="493679"/>
                    </a:cubicBezTo>
                    <a:lnTo>
                      <a:pt x="11205" y="493679"/>
                    </a:lnTo>
                    <a:cubicBezTo>
                      <a:pt x="11205" y="496740"/>
                      <a:pt x="8702" y="499279"/>
                      <a:pt x="5602" y="499279"/>
                    </a:cubicBezTo>
                    <a:lnTo>
                      <a:pt x="5602" y="499279"/>
                    </a:lnTo>
                    <a:cubicBezTo>
                      <a:pt x="2502" y="499279"/>
                      <a:pt x="0" y="496740"/>
                      <a:pt x="0" y="493679"/>
                    </a:cubicBezTo>
                    <a:close/>
                    <a:moveTo>
                      <a:pt x="0" y="463174"/>
                    </a:moveTo>
                    <a:cubicBezTo>
                      <a:pt x="0" y="460075"/>
                      <a:pt x="2502" y="457573"/>
                      <a:pt x="5602" y="457573"/>
                    </a:cubicBezTo>
                    <a:lnTo>
                      <a:pt x="5602" y="457573"/>
                    </a:lnTo>
                    <a:cubicBezTo>
                      <a:pt x="8702" y="457573"/>
                      <a:pt x="11205" y="460075"/>
                      <a:pt x="11205" y="463174"/>
                    </a:cubicBezTo>
                    <a:lnTo>
                      <a:pt x="11205" y="463174"/>
                    </a:lnTo>
                    <a:cubicBezTo>
                      <a:pt x="11205" y="466236"/>
                      <a:pt x="8702" y="468774"/>
                      <a:pt x="5602" y="468774"/>
                    </a:cubicBezTo>
                    <a:lnTo>
                      <a:pt x="5602" y="468774"/>
                    </a:lnTo>
                    <a:cubicBezTo>
                      <a:pt x="2502" y="468774"/>
                      <a:pt x="0" y="466236"/>
                      <a:pt x="0" y="463174"/>
                    </a:cubicBezTo>
                    <a:close/>
                    <a:moveTo>
                      <a:pt x="0" y="432632"/>
                    </a:moveTo>
                    <a:cubicBezTo>
                      <a:pt x="0" y="429570"/>
                      <a:pt x="2502" y="427031"/>
                      <a:pt x="5602" y="427031"/>
                    </a:cubicBezTo>
                    <a:lnTo>
                      <a:pt x="5602" y="427031"/>
                    </a:lnTo>
                    <a:cubicBezTo>
                      <a:pt x="8702" y="427031"/>
                      <a:pt x="11205" y="429570"/>
                      <a:pt x="11205" y="432632"/>
                    </a:cubicBezTo>
                    <a:lnTo>
                      <a:pt x="11205" y="432632"/>
                    </a:lnTo>
                    <a:cubicBezTo>
                      <a:pt x="11205" y="435731"/>
                      <a:pt x="8702" y="438269"/>
                      <a:pt x="5602" y="438269"/>
                    </a:cubicBezTo>
                    <a:lnTo>
                      <a:pt x="5602" y="438269"/>
                    </a:lnTo>
                    <a:cubicBezTo>
                      <a:pt x="2502" y="438269"/>
                      <a:pt x="0" y="435731"/>
                      <a:pt x="0" y="432632"/>
                    </a:cubicBezTo>
                    <a:close/>
                    <a:moveTo>
                      <a:pt x="0" y="402127"/>
                    </a:moveTo>
                    <a:cubicBezTo>
                      <a:pt x="0" y="399028"/>
                      <a:pt x="2502" y="396526"/>
                      <a:pt x="5602" y="396526"/>
                    </a:cubicBezTo>
                    <a:lnTo>
                      <a:pt x="5602" y="396526"/>
                    </a:lnTo>
                    <a:cubicBezTo>
                      <a:pt x="8702" y="396526"/>
                      <a:pt x="11205" y="399028"/>
                      <a:pt x="11205" y="402127"/>
                    </a:cubicBezTo>
                    <a:lnTo>
                      <a:pt x="11205" y="402127"/>
                    </a:lnTo>
                    <a:cubicBezTo>
                      <a:pt x="11205" y="405226"/>
                      <a:pt x="8702" y="407727"/>
                      <a:pt x="5602" y="407727"/>
                    </a:cubicBezTo>
                    <a:lnTo>
                      <a:pt x="5602" y="407727"/>
                    </a:lnTo>
                    <a:cubicBezTo>
                      <a:pt x="2502" y="407727"/>
                      <a:pt x="0" y="405226"/>
                      <a:pt x="0" y="402127"/>
                    </a:cubicBezTo>
                    <a:close/>
                    <a:moveTo>
                      <a:pt x="0" y="371622"/>
                    </a:moveTo>
                    <a:cubicBezTo>
                      <a:pt x="0" y="368523"/>
                      <a:pt x="2502" y="366021"/>
                      <a:pt x="5602" y="366021"/>
                    </a:cubicBezTo>
                    <a:lnTo>
                      <a:pt x="5602" y="366021"/>
                    </a:lnTo>
                    <a:cubicBezTo>
                      <a:pt x="8702" y="366021"/>
                      <a:pt x="11205" y="368523"/>
                      <a:pt x="11205" y="371622"/>
                    </a:cubicBezTo>
                    <a:lnTo>
                      <a:pt x="11205" y="371622"/>
                    </a:lnTo>
                    <a:cubicBezTo>
                      <a:pt x="11205" y="374721"/>
                      <a:pt x="8702" y="377222"/>
                      <a:pt x="5602" y="377222"/>
                    </a:cubicBezTo>
                    <a:lnTo>
                      <a:pt x="5602" y="377222"/>
                    </a:lnTo>
                    <a:cubicBezTo>
                      <a:pt x="2502" y="377222"/>
                      <a:pt x="0" y="374721"/>
                      <a:pt x="0" y="371622"/>
                    </a:cubicBezTo>
                    <a:close/>
                    <a:moveTo>
                      <a:pt x="0" y="341117"/>
                    </a:moveTo>
                    <a:cubicBezTo>
                      <a:pt x="0" y="338018"/>
                      <a:pt x="2502" y="335516"/>
                      <a:pt x="5602" y="335516"/>
                    </a:cubicBezTo>
                    <a:lnTo>
                      <a:pt x="5602" y="335516"/>
                    </a:lnTo>
                    <a:cubicBezTo>
                      <a:pt x="8702" y="335516"/>
                      <a:pt x="11205" y="338018"/>
                      <a:pt x="11205" y="341117"/>
                    </a:cubicBezTo>
                    <a:lnTo>
                      <a:pt x="11205" y="341117"/>
                    </a:lnTo>
                    <a:cubicBezTo>
                      <a:pt x="11205" y="344216"/>
                      <a:pt x="8702" y="346718"/>
                      <a:pt x="5602" y="346718"/>
                    </a:cubicBezTo>
                    <a:lnTo>
                      <a:pt x="5602" y="346718"/>
                    </a:lnTo>
                    <a:cubicBezTo>
                      <a:pt x="2502" y="346718"/>
                      <a:pt x="0" y="344216"/>
                      <a:pt x="0" y="341117"/>
                    </a:cubicBezTo>
                    <a:close/>
                    <a:moveTo>
                      <a:pt x="0" y="310612"/>
                    </a:moveTo>
                    <a:cubicBezTo>
                      <a:pt x="0" y="307513"/>
                      <a:pt x="2502" y="305011"/>
                      <a:pt x="5602" y="305011"/>
                    </a:cubicBezTo>
                    <a:lnTo>
                      <a:pt x="5602" y="305011"/>
                    </a:lnTo>
                    <a:cubicBezTo>
                      <a:pt x="8702" y="305011"/>
                      <a:pt x="11205" y="307513"/>
                      <a:pt x="11205" y="310612"/>
                    </a:cubicBezTo>
                    <a:lnTo>
                      <a:pt x="11205" y="310612"/>
                    </a:lnTo>
                    <a:cubicBezTo>
                      <a:pt x="11205" y="313711"/>
                      <a:pt x="8702" y="316213"/>
                      <a:pt x="5602" y="316213"/>
                    </a:cubicBezTo>
                    <a:lnTo>
                      <a:pt x="5602" y="316213"/>
                    </a:lnTo>
                    <a:cubicBezTo>
                      <a:pt x="2502" y="316213"/>
                      <a:pt x="0" y="313711"/>
                      <a:pt x="0" y="310612"/>
                    </a:cubicBezTo>
                    <a:close/>
                    <a:moveTo>
                      <a:pt x="0" y="280107"/>
                    </a:moveTo>
                    <a:cubicBezTo>
                      <a:pt x="0" y="277008"/>
                      <a:pt x="2502" y="274506"/>
                      <a:pt x="5602" y="274506"/>
                    </a:cubicBezTo>
                    <a:lnTo>
                      <a:pt x="5602" y="274506"/>
                    </a:lnTo>
                    <a:cubicBezTo>
                      <a:pt x="8702" y="274506"/>
                      <a:pt x="11205" y="277008"/>
                      <a:pt x="11205" y="280107"/>
                    </a:cubicBezTo>
                    <a:lnTo>
                      <a:pt x="11205" y="280107"/>
                    </a:lnTo>
                    <a:cubicBezTo>
                      <a:pt x="11205" y="283206"/>
                      <a:pt x="8702" y="285708"/>
                      <a:pt x="5602" y="285708"/>
                    </a:cubicBezTo>
                    <a:lnTo>
                      <a:pt x="5602" y="285708"/>
                    </a:lnTo>
                    <a:cubicBezTo>
                      <a:pt x="2502" y="285708"/>
                      <a:pt x="0" y="283206"/>
                      <a:pt x="0" y="280107"/>
                    </a:cubicBezTo>
                    <a:close/>
                    <a:moveTo>
                      <a:pt x="0" y="249602"/>
                    </a:moveTo>
                    <a:cubicBezTo>
                      <a:pt x="0" y="246541"/>
                      <a:pt x="2502" y="244002"/>
                      <a:pt x="5602" y="244002"/>
                    </a:cubicBezTo>
                    <a:lnTo>
                      <a:pt x="5602" y="244002"/>
                    </a:lnTo>
                    <a:cubicBezTo>
                      <a:pt x="8702" y="244002"/>
                      <a:pt x="11205" y="246541"/>
                      <a:pt x="11205" y="249602"/>
                    </a:cubicBezTo>
                    <a:lnTo>
                      <a:pt x="11205" y="249602"/>
                    </a:lnTo>
                    <a:cubicBezTo>
                      <a:pt x="11205" y="252701"/>
                      <a:pt x="8702" y="255203"/>
                      <a:pt x="5602" y="255203"/>
                    </a:cubicBezTo>
                    <a:lnTo>
                      <a:pt x="5602" y="255203"/>
                    </a:lnTo>
                    <a:cubicBezTo>
                      <a:pt x="2502" y="255203"/>
                      <a:pt x="0" y="252701"/>
                      <a:pt x="0" y="249602"/>
                    </a:cubicBezTo>
                    <a:close/>
                    <a:moveTo>
                      <a:pt x="0" y="219097"/>
                    </a:moveTo>
                    <a:cubicBezTo>
                      <a:pt x="0" y="216036"/>
                      <a:pt x="2502" y="213497"/>
                      <a:pt x="5602" y="213497"/>
                    </a:cubicBezTo>
                    <a:lnTo>
                      <a:pt x="5602" y="213497"/>
                    </a:lnTo>
                    <a:cubicBezTo>
                      <a:pt x="8702" y="213497"/>
                      <a:pt x="11205" y="216036"/>
                      <a:pt x="11205" y="219097"/>
                    </a:cubicBezTo>
                    <a:lnTo>
                      <a:pt x="11205" y="219097"/>
                    </a:lnTo>
                    <a:cubicBezTo>
                      <a:pt x="11205" y="222196"/>
                      <a:pt x="8702" y="224698"/>
                      <a:pt x="5602" y="224698"/>
                    </a:cubicBezTo>
                    <a:lnTo>
                      <a:pt x="5602" y="224698"/>
                    </a:lnTo>
                    <a:cubicBezTo>
                      <a:pt x="2502" y="224698"/>
                      <a:pt x="0" y="222196"/>
                      <a:pt x="0" y="219097"/>
                    </a:cubicBezTo>
                    <a:close/>
                    <a:moveTo>
                      <a:pt x="0" y="188592"/>
                    </a:moveTo>
                    <a:cubicBezTo>
                      <a:pt x="0" y="185531"/>
                      <a:pt x="2502" y="182992"/>
                      <a:pt x="5602" y="182992"/>
                    </a:cubicBezTo>
                    <a:lnTo>
                      <a:pt x="5602" y="182992"/>
                    </a:lnTo>
                    <a:cubicBezTo>
                      <a:pt x="8702" y="182992"/>
                      <a:pt x="11205" y="185531"/>
                      <a:pt x="11205" y="188592"/>
                    </a:cubicBezTo>
                    <a:lnTo>
                      <a:pt x="11205" y="188592"/>
                    </a:lnTo>
                    <a:cubicBezTo>
                      <a:pt x="11205" y="191692"/>
                      <a:pt x="8702" y="194193"/>
                      <a:pt x="5602" y="194193"/>
                    </a:cubicBezTo>
                    <a:lnTo>
                      <a:pt x="5602" y="194193"/>
                    </a:lnTo>
                    <a:cubicBezTo>
                      <a:pt x="2502" y="194193"/>
                      <a:pt x="0" y="191692"/>
                      <a:pt x="0" y="188592"/>
                    </a:cubicBezTo>
                    <a:close/>
                    <a:moveTo>
                      <a:pt x="0" y="158125"/>
                    </a:moveTo>
                    <a:cubicBezTo>
                      <a:pt x="0" y="155026"/>
                      <a:pt x="2502" y="152525"/>
                      <a:pt x="5602" y="152525"/>
                    </a:cubicBezTo>
                    <a:lnTo>
                      <a:pt x="5602" y="152525"/>
                    </a:lnTo>
                    <a:cubicBezTo>
                      <a:pt x="8702" y="152525"/>
                      <a:pt x="11205" y="155026"/>
                      <a:pt x="11205" y="158125"/>
                    </a:cubicBezTo>
                    <a:lnTo>
                      <a:pt x="11205" y="158125"/>
                    </a:lnTo>
                    <a:cubicBezTo>
                      <a:pt x="11205" y="161187"/>
                      <a:pt x="8702" y="163726"/>
                      <a:pt x="5602" y="163726"/>
                    </a:cubicBezTo>
                    <a:lnTo>
                      <a:pt x="5602" y="163726"/>
                    </a:lnTo>
                    <a:cubicBezTo>
                      <a:pt x="2502" y="163726"/>
                      <a:pt x="0" y="161187"/>
                      <a:pt x="0" y="158125"/>
                    </a:cubicBezTo>
                    <a:close/>
                    <a:moveTo>
                      <a:pt x="0" y="127620"/>
                    </a:moveTo>
                    <a:cubicBezTo>
                      <a:pt x="0" y="124521"/>
                      <a:pt x="2502" y="122019"/>
                      <a:pt x="5602" y="122019"/>
                    </a:cubicBezTo>
                    <a:lnTo>
                      <a:pt x="5602" y="122019"/>
                    </a:lnTo>
                    <a:cubicBezTo>
                      <a:pt x="8702" y="122019"/>
                      <a:pt x="11205" y="124521"/>
                      <a:pt x="11205" y="127620"/>
                    </a:cubicBezTo>
                    <a:lnTo>
                      <a:pt x="11205" y="127620"/>
                    </a:lnTo>
                    <a:cubicBezTo>
                      <a:pt x="11205" y="130682"/>
                      <a:pt x="8702" y="133221"/>
                      <a:pt x="5602" y="133221"/>
                    </a:cubicBezTo>
                    <a:lnTo>
                      <a:pt x="5602" y="133221"/>
                    </a:lnTo>
                    <a:cubicBezTo>
                      <a:pt x="2502" y="133221"/>
                      <a:pt x="0" y="130682"/>
                      <a:pt x="0" y="127620"/>
                    </a:cubicBezTo>
                    <a:close/>
                    <a:moveTo>
                      <a:pt x="0" y="97115"/>
                    </a:moveTo>
                    <a:cubicBezTo>
                      <a:pt x="0" y="94016"/>
                      <a:pt x="2502" y="91514"/>
                      <a:pt x="5602" y="91514"/>
                    </a:cubicBezTo>
                    <a:lnTo>
                      <a:pt x="5602" y="91514"/>
                    </a:lnTo>
                    <a:cubicBezTo>
                      <a:pt x="8702" y="91514"/>
                      <a:pt x="11205" y="94016"/>
                      <a:pt x="11205" y="97115"/>
                    </a:cubicBezTo>
                    <a:lnTo>
                      <a:pt x="11205" y="97115"/>
                    </a:lnTo>
                    <a:cubicBezTo>
                      <a:pt x="11205" y="100177"/>
                      <a:pt x="8702" y="102716"/>
                      <a:pt x="5602" y="102716"/>
                    </a:cubicBezTo>
                    <a:lnTo>
                      <a:pt x="5602" y="102716"/>
                    </a:lnTo>
                    <a:cubicBezTo>
                      <a:pt x="2502" y="102716"/>
                      <a:pt x="0" y="100177"/>
                      <a:pt x="0" y="97115"/>
                    </a:cubicBezTo>
                    <a:close/>
                    <a:moveTo>
                      <a:pt x="0" y="66611"/>
                    </a:moveTo>
                    <a:cubicBezTo>
                      <a:pt x="0" y="63511"/>
                      <a:pt x="2502" y="61010"/>
                      <a:pt x="5602" y="61010"/>
                    </a:cubicBezTo>
                    <a:lnTo>
                      <a:pt x="5602" y="61010"/>
                    </a:lnTo>
                    <a:cubicBezTo>
                      <a:pt x="8702" y="61010"/>
                      <a:pt x="11205" y="63511"/>
                      <a:pt x="11205" y="66611"/>
                    </a:cubicBezTo>
                    <a:lnTo>
                      <a:pt x="11205" y="66611"/>
                    </a:lnTo>
                    <a:cubicBezTo>
                      <a:pt x="11205" y="69672"/>
                      <a:pt x="8702" y="72211"/>
                      <a:pt x="5602" y="72211"/>
                    </a:cubicBezTo>
                    <a:lnTo>
                      <a:pt x="5602" y="72211"/>
                    </a:lnTo>
                    <a:cubicBezTo>
                      <a:pt x="2502" y="72211"/>
                      <a:pt x="0" y="69672"/>
                      <a:pt x="0" y="66611"/>
                    </a:cubicBezTo>
                    <a:close/>
                    <a:moveTo>
                      <a:pt x="0" y="36105"/>
                    </a:moveTo>
                    <a:cubicBezTo>
                      <a:pt x="0" y="33007"/>
                      <a:pt x="2502" y="30505"/>
                      <a:pt x="5602" y="30505"/>
                    </a:cubicBezTo>
                    <a:lnTo>
                      <a:pt x="5602" y="30505"/>
                    </a:lnTo>
                    <a:cubicBezTo>
                      <a:pt x="8702" y="30505"/>
                      <a:pt x="11205" y="33007"/>
                      <a:pt x="11205" y="36105"/>
                    </a:cubicBezTo>
                    <a:lnTo>
                      <a:pt x="11205" y="36105"/>
                    </a:lnTo>
                    <a:cubicBezTo>
                      <a:pt x="11205" y="39167"/>
                      <a:pt x="8702" y="41706"/>
                      <a:pt x="5602" y="41706"/>
                    </a:cubicBezTo>
                    <a:lnTo>
                      <a:pt x="5602" y="41706"/>
                    </a:lnTo>
                    <a:cubicBezTo>
                      <a:pt x="2502" y="41706"/>
                      <a:pt x="0" y="39167"/>
                      <a:pt x="0" y="36105"/>
                    </a:cubicBezTo>
                    <a:close/>
                    <a:moveTo>
                      <a:pt x="0" y="5601"/>
                    </a:moveTo>
                    <a:cubicBezTo>
                      <a:pt x="0" y="2502"/>
                      <a:pt x="2502" y="0"/>
                      <a:pt x="5602" y="0"/>
                    </a:cubicBezTo>
                    <a:lnTo>
                      <a:pt x="5602" y="0"/>
                    </a:lnTo>
                    <a:cubicBezTo>
                      <a:pt x="8702" y="0"/>
                      <a:pt x="11205" y="2502"/>
                      <a:pt x="11205" y="5601"/>
                    </a:cubicBezTo>
                    <a:lnTo>
                      <a:pt x="11205" y="5601"/>
                    </a:lnTo>
                    <a:cubicBezTo>
                      <a:pt x="11205" y="8700"/>
                      <a:pt x="8702" y="11201"/>
                      <a:pt x="5602" y="11201"/>
                    </a:cubicBezTo>
                    <a:lnTo>
                      <a:pt x="5602" y="11201"/>
                    </a:lnTo>
                    <a:cubicBezTo>
                      <a:pt x="2502" y="11201"/>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13" name="Google Shape;2013;p90"/>
              <p:cNvSpPr/>
              <p:nvPr/>
            </p:nvSpPr>
            <p:spPr>
              <a:xfrm>
                <a:off x="2937794" y="5550977"/>
                <a:ext cx="11204" cy="11098"/>
              </a:xfrm>
              <a:custGeom>
                <a:rect b="b" l="l" r="r" t="t"/>
                <a:pathLst>
                  <a:path extrusionOk="0" h="11098" w="11204">
                    <a:moveTo>
                      <a:pt x="5602" y="11099"/>
                    </a:moveTo>
                    <a:cubicBezTo>
                      <a:pt x="4108" y="11099"/>
                      <a:pt x="2689" y="10539"/>
                      <a:pt x="1643" y="9456"/>
                    </a:cubicBezTo>
                    <a:cubicBezTo>
                      <a:pt x="560" y="8410"/>
                      <a:pt x="0" y="6991"/>
                      <a:pt x="0" y="5535"/>
                    </a:cubicBezTo>
                    <a:cubicBezTo>
                      <a:pt x="0" y="4042"/>
                      <a:pt x="598" y="2586"/>
                      <a:pt x="1643" y="1540"/>
                    </a:cubicBezTo>
                    <a:cubicBezTo>
                      <a:pt x="3735" y="-513"/>
                      <a:pt x="7470" y="-513"/>
                      <a:pt x="9561" y="1540"/>
                    </a:cubicBezTo>
                    <a:cubicBezTo>
                      <a:pt x="10607" y="2586"/>
                      <a:pt x="11205" y="4042"/>
                      <a:pt x="11205" y="5535"/>
                    </a:cubicBezTo>
                    <a:cubicBezTo>
                      <a:pt x="11205" y="6991"/>
                      <a:pt x="10607" y="8410"/>
                      <a:pt x="9561" y="9456"/>
                    </a:cubicBezTo>
                    <a:cubicBezTo>
                      <a:pt x="8478" y="10539"/>
                      <a:pt x="7096" y="11099"/>
                      <a:pt x="5602" y="1109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14" name="Google Shape;2014;p90"/>
            <p:cNvGrpSpPr/>
            <p:nvPr/>
          </p:nvGrpSpPr>
          <p:grpSpPr>
            <a:xfrm>
              <a:off x="2282283" y="3229739"/>
              <a:ext cx="8403" cy="319461"/>
              <a:chOff x="2937794" y="4103118"/>
              <a:chExt cx="11204" cy="425948"/>
            </a:xfrm>
          </p:grpSpPr>
          <p:sp>
            <p:nvSpPr>
              <p:cNvPr id="2015" name="Google Shape;2015;p90"/>
              <p:cNvSpPr/>
              <p:nvPr/>
            </p:nvSpPr>
            <p:spPr>
              <a:xfrm>
                <a:off x="2937794" y="4103118"/>
                <a:ext cx="11204" cy="11201"/>
              </a:xfrm>
              <a:custGeom>
                <a:rect b="b" l="l" r="r" t="t"/>
                <a:pathLst>
                  <a:path extrusionOk="0" h="11201" w="11204">
                    <a:moveTo>
                      <a:pt x="5602" y="11201"/>
                    </a:moveTo>
                    <a:cubicBezTo>
                      <a:pt x="4855" y="11201"/>
                      <a:pt x="4146" y="11052"/>
                      <a:pt x="3474" y="10753"/>
                    </a:cubicBezTo>
                    <a:cubicBezTo>
                      <a:pt x="2764" y="10492"/>
                      <a:pt x="2166" y="10081"/>
                      <a:pt x="1643" y="9558"/>
                    </a:cubicBezTo>
                    <a:cubicBezTo>
                      <a:pt x="1120" y="9036"/>
                      <a:pt x="710" y="8401"/>
                      <a:pt x="411" y="7729"/>
                    </a:cubicBezTo>
                    <a:cubicBezTo>
                      <a:pt x="149" y="7057"/>
                      <a:pt x="0" y="6347"/>
                      <a:pt x="0" y="5601"/>
                    </a:cubicBezTo>
                    <a:cubicBezTo>
                      <a:pt x="0" y="4107"/>
                      <a:pt x="598" y="2688"/>
                      <a:pt x="1643" y="1643"/>
                    </a:cubicBezTo>
                    <a:cubicBezTo>
                      <a:pt x="1905" y="1381"/>
                      <a:pt x="2166" y="1157"/>
                      <a:pt x="2502" y="933"/>
                    </a:cubicBezTo>
                    <a:cubicBezTo>
                      <a:pt x="2801" y="747"/>
                      <a:pt x="3100" y="560"/>
                      <a:pt x="3474" y="411"/>
                    </a:cubicBezTo>
                    <a:cubicBezTo>
                      <a:pt x="3810" y="261"/>
                      <a:pt x="4146" y="187"/>
                      <a:pt x="4519" y="112"/>
                    </a:cubicBezTo>
                    <a:cubicBezTo>
                      <a:pt x="5229" y="-37"/>
                      <a:pt x="5976" y="-37"/>
                      <a:pt x="6686" y="112"/>
                    </a:cubicBezTo>
                    <a:cubicBezTo>
                      <a:pt x="7059" y="187"/>
                      <a:pt x="7395" y="261"/>
                      <a:pt x="7731" y="411"/>
                    </a:cubicBezTo>
                    <a:cubicBezTo>
                      <a:pt x="8067" y="560"/>
                      <a:pt x="8404" y="747"/>
                      <a:pt x="8702" y="933"/>
                    </a:cubicBezTo>
                    <a:cubicBezTo>
                      <a:pt x="9001" y="1157"/>
                      <a:pt x="9300" y="1381"/>
                      <a:pt x="9561" y="1643"/>
                    </a:cubicBezTo>
                    <a:cubicBezTo>
                      <a:pt x="9823" y="1904"/>
                      <a:pt x="10047" y="2166"/>
                      <a:pt x="10234" y="2464"/>
                    </a:cubicBezTo>
                    <a:cubicBezTo>
                      <a:pt x="10458" y="2800"/>
                      <a:pt x="10645" y="3099"/>
                      <a:pt x="10757" y="3435"/>
                    </a:cubicBezTo>
                    <a:cubicBezTo>
                      <a:pt x="10906" y="3812"/>
                      <a:pt x="11018" y="4144"/>
                      <a:pt x="11093" y="4518"/>
                    </a:cubicBezTo>
                    <a:cubicBezTo>
                      <a:pt x="11167" y="4854"/>
                      <a:pt x="11205" y="5227"/>
                      <a:pt x="11205" y="5601"/>
                    </a:cubicBezTo>
                    <a:cubicBezTo>
                      <a:pt x="11205" y="6347"/>
                      <a:pt x="11055" y="7057"/>
                      <a:pt x="10794" y="7729"/>
                    </a:cubicBezTo>
                    <a:cubicBezTo>
                      <a:pt x="10495" y="8401"/>
                      <a:pt x="10084" y="9036"/>
                      <a:pt x="9561" y="9558"/>
                    </a:cubicBezTo>
                    <a:cubicBezTo>
                      <a:pt x="9039" y="10081"/>
                      <a:pt x="8404" y="10492"/>
                      <a:pt x="7731" y="10753"/>
                    </a:cubicBezTo>
                    <a:cubicBezTo>
                      <a:pt x="7059" y="11052"/>
                      <a:pt x="6349" y="11201"/>
                      <a:pt x="5602" y="112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16" name="Google Shape;2016;p90"/>
              <p:cNvSpPr/>
              <p:nvPr/>
            </p:nvSpPr>
            <p:spPr>
              <a:xfrm>
                <a:off x="2937794" y="4132726"/>
                <a:ext cx="11204" cy="366730"/>
              </a:xfrm>
              <a:custGeom>
                <a:rect b="b" l="l" r="r" t="t"/>
                <a:pathLst>
                  <a:path extrusionOk="0" h="366730" w="11204">
                    <a:moveTo>
                      <a:pt x="0" y="361130"/>
                    </a:moveTo>
                    <a:cubicBezTo>
                      <a:pt x="0" y="358031"/>
                      <a:pt x="2502" y="355529"/>
                      <a:pt x="5602" y="355529"/>
                    </a:cubicBezTo>
                    <a:lnTo>
                      <a:pt x="5602" y="355529"/>
                    </a:lnTo>
                    <a:cubicBezTo>
                      <a:pt x="8702" y="355529"/>
                      <a:pt x="11205" y="358031"/>
                      <a:pt x="11205" y="361130"/>
                    </a:cubicBezTo>
                    <a:lnTo>
                      <a:pt x="11205" y="361130"/>
                    </a:lnTo>
                    <a:cubicBezTo>
                      <a:pt x="11205" y="364229"/>
                      <a:pt x="8702" y="366731"/>
                      <a:pt x="5602" y="366731"/>
                    </a:cubicBezTo>
                    <a:lnTo>
                      <a:pt x="5602" y="366731"/>
                    </a:lnTo>
                    <a:cubicBezTo>
                      <a:pt x="2502" y="366731"/>
                      <a:pt x="0" y="364229"/>
                      <a:pt x="0" y="361130"/>
                    </a:cubicBezTo>
                    <a:close/>
                    <a:moveTo>
                      <a:pt x="0" y="331484"/>
                    </a:moveTo>
                    <a:cubicBezTo>
                      <a:pt x="0" y="328385"/>
                      <a:pt x="2502" y="325883"/>
                      <a:pt x="5602" y="325883"/>
                    </a:cubicBezTo>
                    <a:lnTo>
                      <a:pt x="5602" y="325883"/>
                    </a:lnTo>
                    <a:cubicBezTo>
                      <a:pt x="8702" y="325883"/>
                      <a:pt x="11205" y="328385"/>
                      <a:pt x="11205" y="331484"/>
                    </a:cubicBezTo>
                    <a:lnTo>
                      <a:pt x="11205" y="331484"/>
                    </a:lnTo>
                    <a:cubicBezTo>
                      <a:pt x="11205" y="334583"/>
                      <a:pt x="8702" y="337085"/>
                      <a:pt x="5602" y="337085"/>
                    </a:cubicBezTo>
                    <a:lnTo>
                      <a:pt x="5602" y="337085"/>
                    </a:lnTo>
                    <a:cubicBezTo>
                      <a:pt x="2502" y="337085"/>
                      <a:pt x="0" y="334583"/>
                      <a:pt x="0" y="331484"/>
                    </a:cubicBezTo>
                    <a:close/>
                    <a:moveTo>
                      <a:pt x="0" y="301875"/>
                    </a:moveTo>
                    <a:cubicBezTo>
                      <a:pt x="0" y="298776"/>
                      <a:pt x="2502" y="296275"/>
                      <a:pt x="5602" y="296275"/>
                    </a:cubicBezTo>
                    <a:lnTo>
                      <a:pt x="5602" y="296275"/>
                    </a:lnTo>
                    <a:cubicBezTo>
                      <a:pt x="8702" y="296275"/>
                      <a:pt x="11205" y="298776"/>
                      <a:pt x="11205" y="301875"/>
                    </a:cubicBezTo>
                    <a:lnTo>
                      <a:pt x="11205" y="301875"/>
                    </a:lnTo>
                    <a:cubicBezTo>
                      <a:pt x="11205" y="304974"/>
                      <a:pt x="8702" y="307476"/>
                      <a:pt x="5602" y="307476"/>
                    </a:cubicBezTo>
                    <a:lnTo>
                      <a:pt x="5602" y="307476"/>
                    </a:lnTo>
                    <a:cubicBezTo>
                      <a:pt x="2502" y="307476"/>
                      <a:pt x="0" y="304974"/>
                      <a:pt x="0" y="301875"/>
                    </a:cubicBezTo>
                    <a:close/>
                    <a:moveTo>
                      <a:pt x="0" y="272229"/>
                    </a:moveTo>
                    <a:cubicBezTo>
                      <a:pt x="0" y="269171"/>
                      <a:pt x="2502" y="266628"/>
                      <a:pt x="5602" y="266628"/>
                    </a:cubicBezTo>
                    <a:lnTo>
                      <a:pt x="5602" y="266628"/>
                    </a:lnTo>
                    <a:cubicBezTo>
                      <a:pt x="8702" y="266628"/>
                      <a:pt x="11205" y="269171"/>
                      <a:pt x="11205" y="272229"/>
                    </a:cubicBezTo>
                    <a:lnTo>
                      <a:pt x="11205" y="272229"/>
                    </a:lnTo>
                    <a:cubicBezTo>
                      <a:pt x="11205" y="275328"/>
                      <a:pt x="8702" y="277867"/>
                      <a:pt x="5602" y="277867"/>
                    </a:cubicBezTo>
                    <a:lnTo>
                      <a:pt x="5602" y="277867"/>
                    </a:lnTo>
                    <a:cubicBezTo>
                      <a:pt x="2502" y="277867"/>
                      <a:pt x="0" y="275328"/>
                      <a:pt x="0" y="272229"/>
                    </a:cubicBezTo>
                    <a:close/>
                    <a:moveTo>
                      <a:pt x="0" y="242620"/>
                    </a:moveTo>
                    <a:cubicBezTo>
                      <a:pt x="0" y="239521"/>
                      <a:pt x="2502" y="237020"/>
                      <a:pt x="5602" y="237020"/>
                    </a:cubicBezTo>
                    <a:lnTo>
                      <a:pt x="5602" y="237020"/>
                    </a:lnTo>
                    <a:cubicBezTo>
                      <a:pt x="8702" y="237020"/>
                      <a:pt x="11205" y="239521"/>
                      <a:pt x="11205" y="242620"/>
                    </a:cubicBezTo>
                    <a:lnTo>
                      <a:pt x="11205" y="242620"/>
                    </a:lnTo>
                    <a:cubicBezTo>
                      <a:pt x="11205" y="245719"/>
                      <a:pt x="8702" y="248221"/>
                      <a:pt x="5602" y="248221"/>
                    </a:cubicBezTo>
                    <a:lnTo>
                      <a:pt x="5602" y="248221"/>
                    </a:lnTo>
                    <a:cubicBezTo>
                      <a:pt x="2502" y="248221"/>
                      <a:pt x="0" y="245719"/>
                      <a:pt x="0" y="242620"/>
                    </a:cubicBezTo>
                    <a:close/>
                    <a:moveTo>
                      <a:pt x="0" y="213011"/>
                    </a:moveTo>
                    <a:cubicBezTo>
                      <a:pt x="0" y="209912"/>
                      <a:pt x="2502" y="207411"/>
                      <a:pt x="5602" y="207411"/>
                    </a:cubicBezTo>
                    <a:lnTo>
                      <a:pt x="5602" y="207411"/>
                    </a:lnTo>
                    <a:cubicBezTo>
                      <a:pt x="8702" y="207411"/>
                      <a:pt x="11205" y="209912"/>
                      <a:pt x="11205" y="213011"/>
                    </a:cubicBezTo>
                    <a:lnTo>
                      <a:pt x="11205" y="213011"/>
                    </a:lnTo>
                    <a:cubicBezTo>
                      <a:pt x="11205" y="216073"/>
                      <a:pt x="8702" y="218575"/>
                      <a:pt x="5602" y="218575"/>
                    </a:cubicBezTo>
                    <a:lnTo>
                      <a:pt x="5602" y="218575"/>
                    </a:lnTo>
                    <a:cubicBezTo>
                      <a:pt x="2502" y="218575"/>
                      <a:pt x="0" y="216073"/>
                      <a:pt x="0" y="213011"/>
                    </a:cubicBezTo>
                    <a:close/>
                    <a:moveTo>
                      <a:pt x="0" y="183365"/>
                    </a:moveTo>
                    <a:cubicBezTo>
                      <a:pt x="0" y="180266"/>
                      <a:pt x="2502" y="177765"/>
                      <a:pt x="5602" y="177765"/>
                    </a:cubicBezTo>
                    <a:lnTo>
                      <a:pt x="5602" y="177765"/>
                    </a:lnTo>
                    <a:cubicBezTo>
                      <a:pt x="8702" y="177765"/>
                      <a:pt x="11205" y="180266"/>
                      <a:pt x="11205" y="183365"/>
                    </a:cubicBezTo>
                    <a:lnTo>
                      <a:pt x="11205" y="183365"/>
                    </a:lnTo>
                    <a:cubicBezTo>
                      <a:pt x="11205" y="186464"/>
                      <a:pt x="8702" y="188966"/>
                      <a:pt x="5602" y="188966"/>
                    </a:cubicBezTo>
                    <a:lnTo>
                      <a:pt x="5602" y="188966"/>
                    </a:lnTo>
                    <a:cubicBezTo>
                      <a:pt x="2502" y="188966"/>
                      <a:pt x="0" y="186464"/>
                      <a:pt x="0" y="183365"/>
                    </a:cubicBezTo>
                    <a:close/>
                    <a:moveTo>
                      <a:pt x="0" y="153756"/>
                    </a:moveTo>
                    <a:cubicBezTo>
                      <a:pt x="0" y="150658"/>
                      <a:pt x="2502" y="148156"/>
                      <a:pt x="5602" y="148156"/>
                    </a:cubicBezTo>
                    <a:lnTo>
                      <a:pt x="5602" y="148156"/>
                    </a:lnTo>
                    <a:cubicBezTo>
                      <a:pt x="8702" y="148156"/>
                      <a:pt x="11205" y="150658"/>
                      <a:pt x="11205" y="153756"/>
                    </a:cubicBezTo>
                    <a:lnTo>
                      <a:pt x="11205" y="153756"/>
                    </a:lnTo>
                    <a:cubicBezTo>
                      <a:pt x="11205" y="156818"/>
                      <a:pt x="8702" y="159357"/>
                      <a:pt x="5602" y="159357"/>
                    </a:cubicBezTo>
                    <a:lnTo>
                      <a:pt x="5602" y="159357"/>
                    </a:lnTo>
                    <a:cubicBezTo>
                      <a:pt x="2502" y="159357"/>
                      <a:pt x="0" y="156818"/>
                      <a:pt x="0" y="153756"/>
                    </a:cubicBezTo>
                    <a:close/>
                    <a:moveTo>
                      <a:pt x="0" y="124110"/>
                    </a:moveTo>
                    <a:cubicBezTo>
                      <a:pt x="0" y="121012"/>
                      <a:pt x="2502" y="118510"/>
                      <a:pt x="5602" y="118510"/>
                    </a:cubicBezTo>
                    <a:lnTo>
                      <a:pt x="5602" y="118510"/>
                    </a:lnTo>
                    <a:cubicBezTo>
                      <a:pt x="8702" y="118510"/>
                      <a:pt x="11205" y="121012"/>
                      <a:pt x="11205" y="124110"/>
                    </a:cubicBezTo>
                    <a:lnTo>
                      <a:pt x="11205" y="124110"/>
                    </a:lnTo>
                    <a:cubicBezTo>
                      <a:pt x="11205" y="127209"/>
                      <a:pt x="8702" y="129711"/>
                      <a:pt x="5602" y="129711"/>
                    </a:cubicBezTo>
                    <a:lnTo>
                      <a:pt x="5602" y="129711"/>
                    </a:lnTo>
                    <a:cubicBezTo>
                      <a:pt x="2502" y="129711"/>
                      <a:pt x="0" y="127209"/>
                      <a:pt x="0" y="124110"/>
                    </a:cubicBezTo>
                    <a:close/>
                    <a:moveTo>
                      <a:pt x="0" y="94502"/>
                    </a:moveTo>
                    <a:cubicBezTo>
                      <a:pt x="0" y="91403"/>
                      <a:pt x="2502" y="88901"/>
                      <a:pt x="5602" y="88901"/>
                    </a:cubicBezTo>
                    <a:lnTo>
                      <a:pt x="5602" y="88901"/>
                    </a:lnTo>
                    <a:cubicBezTo>
                      <a:pt x="8702" y="88901"/>
                      <a:pt x="11205" y="91403"/>
                      <a:pt x="11205" y="94502"/>
                    </a:cubicBezTo>
                    <a:lnTo>
                      <a:pt x="11205" y="94502"/>
                    </a:lnTo>
                    <a:cubicBezTo>
                      <a:pt x="11205" y="97601"/>
                      <a:pt x="8702" y="100102"/>
                      <a:pt x="5602" y="100102"/>
                    </a:cubicBezTo>
                    <a:lnTo>
                      <a:pt x="5602" y="100102"/>
                    </a:lnTo>
                    <a:cubicBezTo>
                      <a:pt x="2502" y="100102"/>
                      <a:pt x="0" y="97601"/>
                      <a:pt x="0" y="94502"/>
                    </a:cubicBezTo>
                    <a:close/>
                    <a:moveTo>
                      <a:pt x="0" y="64856"/>
                    </a:moveTo>
                    <a:cubicBezTo>
                      <a:pt x="0" y="61757"/>
                      <a:pt x="2502" y="59255"/>
                      <a:pt x="5602" y="59255"/>
                    </a:cubicBezTo>
                    <a:lnTo>
                      <a:pt x="5602" y="59255"/>
                    </a:lnTo>
                    <a:cubicBezTo>
                      <a:pt x="8702" y="59255"/>
                      <a:pt x="11205" y="61757"/>
                      <a:pt x="11205" y="64856"/>
                    </a:cubicBezTo>
                    <a:lnTo>
                      <a:pt x="11205" y="64856"/>
                    </a:lnTo>
                    <a:cubicBezTo>
                      <a:pt x="11205" y="67955"/>
                      <a:pt x="8702" y="70456"/>
                      <a:pt x="5602" y="70456"/>
                    </a:cubicBezTo>
                    <a:lnTo>
                      <a:pt x="5602" y="70456"/>
                    </a:lnTo>
                    <a:cubicBezTo>
                      <a:pt x="2502" y="70456"/>
                      <a:pt x="0" y="67955"/>
                      <a:pt x="0" y="64856"/>
                    </a:cubicBezTo>
                    <a:close/>
                    <a:moveTo>
                      <a:pt x="0" y="35247"/>
                    </a:moveTo>
                    <a:cubicBezTo>
                      <a:pt x="0" y="32148"/>
                      <a:pt x="2502" y="29646"/>
                      <a:pt x="5602" y="29646"/>
                    </a:cubicBezTo>
                    <a:lnTo>
                      <a:pt x="5602" y="29646"/>
                    </a:lnTo>
                    <a:cubicBezTo>
                      <a:pt x="8702" y="29646"/>
                      <a:pt x="11205" y="32148"/>
                      <a:pt x="11205" y="35247"/>
                    </a:cubicBezTo>
                    <a:lnTo>
                      <a:pt x="11205" y="35247"/>
                    </a:lnTo>
                    <a:cubicBezTo>
                      <a:pt x="11205" y="38346"/>
                      <a:pt x="8702" y="40847"/>
                      <a:pt x="5602" y="40847"/>
                    </a:cubicBezTo>
                    <a:lnTo>
                      <a:pt x="5602" y="40847"/>
                    </a:lnTo>
                    <a:cubicBezTo>
                      <a:pt x="2502" y="40847"/>
                      <a:pt x="0" y="38346"/>
                      <a:pt x="0" y="35247"/>
                    </a:cubicBezTo>
                    <a:close/>
                    <a:moveTo>
                      <a:pt x="0" y="5638"/>
                    </a:moveTo>
                    <a:cubicBezTo>
                      <a:pt x="0" y="2539"/>
                      <a:pt x="2502" y="0"/>
                      <a:pt x="5602" y="0"/>
                    </a:cubicBezTo>
                    <a:lnTo>
                      <a:pt x="5602" y="0"/>
                    </a:lnTo>
                    <a:cubicBezTo>
                      <a:pt x="8702" y="0"/>
                      <a:pt x="11205" y="2539"/>
                      <a:pt x="11205" y="5638"/>
                    </a:cubicBezTo>
                    <a:lnTo>
                      <a:pt x="11205" y="5638"/>
                    </a:lnTo>
                    <a:cubicBezTo>
                      <a:pt x="11205" y="8700"/>
                      <a:pt x="8702" y="11239"/>
                      <a:pt x="5602" y="11239"/>
                    </a:cubicBezTo>
                    <a:lnTo>
                      <a:pt x="5602" y="11239"/>
                    </a:lnTo>
                    <a:cubicBezTo>
                      <a:pt x="2502" y="11239"/>
                      <a:pt x="0" y="8700"/>
                      <a:pt x="0" y="5638"/>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17" name="Google Shape;2017;p90"/>
              <p:cNvSpPr/>
              <p:nvPr/>
            </p:nvSpPr>
            <p:spPr>
              <a:xfrm>
                <a:off x="2937794" y="4517865"/>
                <a:ext cx="11204" cy="11201"/>
              </a:xfrm>
              <a:custGeom>
                <a:rect b="b" l="l" r="r" t="t"/>
                <a:pathLst>
                  <a:path extrusionOk="0" h="11201" w="11204">
                    <a:moveTo>
                      <a:pt x="5602" y="11201"/>
                    </a:moveTo>
                    <a:cubicBezTo>
                      <a:pt x="4108" y="11201"/>
                      <a:pt x="2689" y="10604"/>
                      <a:pt x="1643" y="9558"/>
                    </a:cubicBezTo>
                    <a:cubicBezTo>
                      <a:pt x="560" y="8513"/>
                      <a:pt x="0" y="7094"/>
                      <a:pt x="0" y="5601"/>
                    </a:cubicBezTo>
                    <a:cubicBezTo>
                      <a:pt x="0" y="5227"/>
                      <a:pt x="37" y="4854"/>
                      <a:pt x="112" y="4518"/>
                    </a:cubicBezTo>
                    <a:cubicBezTo>
                      <a:pt x="187" y="4144"/>
                      <a:pt x="299" y="3809"/>
                      <a:pt x="411" y="3472"/>
                    </a:cubicBezTo>
                    <a:cubicBezTo>
                      <a:pt x="560" y="3136"/>
                      <a:pt x="747" y="2800"/>
                      <a:pt x="934" y="2502"/>
                    </a:cubicBezTo>
                    <a:cubicBezTo>
                      <a:pt x="1158" y="2203"/>
                      <a:pt x="1382" y="1904"/>
                      <a:pt x="1643" y="1647"/>
                    </a:cubicBezTo>
                    <a:cubicBezTo>
                      <a:pt x="1905" y="1382"/>
                      <a:pt x="2166" y="1158"/>
                      <a:pt x="2465" y="933"/>
                    </a:cubicBezTo>
                    <a:cubicBezTo>
                      <a:pt x="2801" y="747"/>
                      <a:pt x="3100" y="560"/>
                      <a:pt x="3436" y="448"/>
                    </a:cubicBezTo>
                    <a:cubicBezTo>
                      <a:pt x="3772" y="299"/>
                      <a:pt x="4146" y="187"/>
                      <a:pt x="4482" y="112"/>
                    </a:cubicBezTo>
                    <a:cubicBezTo>
                      <a:pt x="5229" y="-37"/>
                      <a:pt x="5976" y="-37"/>
                      <a:pt x="6686" y="112"/>
                    </a:cubicBezTo>
                    <a:cubicBezTo>
                      <a:pt x="7059" y="187"/>
                      <a:pt x="7395" y="299"/>
                      <a:pt x="7731" y="448"/>
                    </a:cubicBezTo>
                    <a:cubicBezTo>
                      <a:pt x="8067" y="560"/>
                      <a:pt x="8404" y="747"/>
                      <a:pt x="8702" y="933"/>
                    </a:cubicBezTo>
                    <a:cubicBezTo>
                      <a:pt x="9001" y="1158"/>
                      <a:pt x="9300" y="1382"/>
                      <a:pt x="9561" y="1647"/>
                    </a:cubicBezTo>
                    <a:cubicBezTo>
                      <a:pt x="9823" y="1904"/>
                      <a:pt x="10047" y="2203"/>
                      <a:pt x="10271" y="2502"/>
                    </a:cubicBezTo>
                    <a:cubicBezTo>
                      <a:pt x="10458" y="2800"/>
                      <a:pt x="10645" y="3136"/>
                      <a:pt x="10757" y="3472"/>
                    </a:cubicBezTo>
                    <a:cubicBezTo>
                      <a:pt x="10906" y="3809"/>
                      <a:pt x="11018" y="4144"/>
                      <a:pt x="11093" y="4518"/>
                    </a:cubicBezTo>
                    <a:cubicBezTo>
                      <a:pt x="11167" y="4854"/>
                      <a:pt x="11205" y="5227"/>
                      <a:pt x="11205" y="5601"/>
                    </a:cubicBezTo>
                    <a:cubicBezTo>
                      <a:pt x="11205" y="7094"/>
                      <a:pt x="10607" y="8513"/>
                      <a:pt x="9561" y="9558"/>
                    </a:cubicBezTo>
                    <a:cubicBezTo>
                      <a:pt x="8516" y="10604"/>
                      <a:pt x="7096" y="11201"/>
                      <a:pt x="5602" y="112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18" name="Google Shape;2018;p90"/>
            <p:cNvGrpSpPr/>
            <p:nvPr/>
          </p:nvGrpSpPr>
          <p:grpSpPr>
            <a:xfrm>
              <a:off x="2282283" y="2740655"/>
              <a:ext cx="8403" cy="218992"/>
              <a:chOff x="2937794" y="3451006"/>
              <a:chExt cx="11204" cy="291989"/>
            </a:xfrm>
          </p:grpSpPr>
          <p:sp>
            <p:nvSpPr>
              <p:cNvPr id="2019" name="Google Shape;2019;p90"/>
              <p:cNvSpPr/>
              <p:nvPr/>
            </p:nvSpPr>
            <p:spPr>
              <a:xfrm>
                <a:off x="2937794" y="3451006"/>
                <a:ext cx="11204" cy="11173"/>
              </a:xfrm>
              <a:custGeom>
                <a:rect b="b" l="l" r="r" t="t"/>
                <a:pathLst>
                  <a:path extrusionOk="0" h="11173" w="11204">
                    <a:moveTo>
                      <a:pt x="5602" y="11173"/>
                    </a:moveTo>
                    <a:cubicBezTo>
                      <a:pt x="4855" y="11173"/>
                      <a:pt x="4146" y="11061"/>
                      <a:pt x="3436" y="10762"/>
                    </a:cubicBezTo>
                    <a:cubicBezTo>
                      <a:pt x="2764" y="10501"/>
                      <a:pt x="2166" y="10090"/>
                      <a:pt x="1643" y="9568"/>
                    </a:cubicBezTo>
                    <a:cubicBezTo>
                      <a:pt x="560" y="8485"/>
                      <a:pt x="0" y="7103"/>
                      <a:pt x="0" y="5610"/>
                    </a:cubicBezTo>
                    <a:cubicBezTo>
                      <a:pt x="0" y="4116"/>
                      <a:pt x="598" y="2698"/>
                      <a:pt x="1643" y="1652"/>
                    </a:cubicBezTo>
                    <a:cubicBezTo>
                      <a:pt x="1905" y="1391"/>
                      <a:pt x="2166" y="1129"/>
                      <a:pt x="2502" y="943"/>
                    </a:cubicBezTo>
                    <a:cubicBezTo>
                      <a:pt x="2801" y="719"/>
                      <a:pt x="3100" y="569"/>
                      <a:pt x="3474" y="420"/>
                    </a:cubicBezTo>
                    <a:cubicBezTo>
                      <a:pt x="3810" y="271"/>
                      <a:pt x="4146" y="159"/>
                      <a:pt x="4519" y="84"/>
                    </a:cubicBezTo>
                    <a:cubicBezTo>
                      <a:pt x="5229" y="-28"/>
                      <a:pt x="5976" y="-28"/>
                      <a:pt x="6686" y="84"/>
                    </a:cubicBezTo>
                    <a:cubicBezTo>
                      <a:pt x="7059" y="159"/>
                      <a:pt x="7395" y="271"/>
                      <a:pt x="7731" y="420"/>
                    </a:cubicBezTo>
                    <a:cubicBezTo>
                      <a:pt x="8067" y="569"/>
                      <a:pt x="8404" y="719"/>
                      <a:pt x="8702" y="943"/>
                    </a:cubicBezTo>
                    <a:cubicBezTo>
                      <a:pt x="9001" y="1129"/>
                      <a:pt x="9300" y="1391"/>
                      <a:pt x="9561" y="1652"/>
                    </a:cubicBezTo>
                    <a:cubicBezTo>
                      <a:pt x="10607" y="2660"/>
                      <a:pt x="11205" y="4116"/>
                      <a:pt x="11205" y="5610"/>
                    </a:cubicBezTo>
                    <a:cubicBezTo>
                      <a:pt x="11205" y="7103"/>
                      <a:pt x="10607" y="8522"/>
                      <a:pt x="9561" y="9568"/>
                    </a:cubicBezTo>
                    <a:cubicBezTo>
                      <a:pt x="8516" y="10613"/>
                      <a:pt x="7096" y="11173"/>
                      <a:pt x="5602" y="1117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0" name="Google Shape;2020;p90"/>
              <p:cNvSpPr/>
              <p:nvPr/>
            </p:nvSpPr>
            <p:spPr>
              <a:xfrm>
                <a:off x="2937794" y="3482192"/>
                <a:ext cx="11204" cy="229626"/>
              </a:xfrm>
              <a:custGeom>
                <a:rect b="b" l="l" r="r" t="t"/>
                <a:pathLst>
                  <a:path extrusionOk="0" h="229626" w="11204">
                    <a:moveTo>
                      <a:pt x="0" y="224026"/>
                    </a:moveTo>
                    <a:cubicBezTo>
                      <a:pt x="0" y="220927"/>
                      <a:pt x="2502" y="218425"/>
                      <a:pt x="5602" y="218425"/>
                    </a:cubicBezTo>
                    <a:lnTo>
                      <a:pt x="5602" y="218425"/>
                    </a:lnTo>
                    <a:cubicBezTo>
                      <a:pt x="8702" y="218425"/>
                      <a:pt x="11205" y="220927"/>
                      <a:pt x="11205" y="224026"/>
                    </a:cubicBezTo>
                    <a:lnTo>
                      <a:pt x="11205" y="224026"/>
                    </a:lnTo>
                    <a:cubicBezTo>
                      <a:pt x="11205" y="227125"/>
                      <a:pt x="8702" y="229627"/>
                      <a:pt x="5602" y="229627"/>
                    </a:cubicBezTo>
                    <a:lnTo>
                      <a:pt x="5602" y="229627"/>
                    </a:lnTo>
                    <a:cubicBezTo>
                      <a:pt x="2502" y="229627"/>
                      <a:pt x="0" y="227125"/>
                      <a:pt x="0" y="224026"/>
                    </a:cubicBezTo>
                    <a:close/>
                    <a:moveTo>
                      <a:pt x="0" y="192812"/>
                    </a:moveTo>
                    <a:cubicBezTo>
                      <a:pt x="0" y="189713"/>
                      <a:pt x="2502" y="187211"/>
                      <a:pt x="5602" y="187211"/>
                    </a:cubicBezTo>
                    <a:lnTo>
                      <a:pt x="5602" y="187211"/>
                    </a:lnTo>
                    <a:cubicBezTo>
                      <a:pt x="8702" y="187211"/>
                      <a:pt x="11205" y="189713"/>
                      <a:pt x="11205" y="192812"/>
                    </a:cubicBezTo>
                    <a:lnTo>
                      <a:pt x="11205" y="192812"/>
                    </a:lnTo>
                    <a:cubicBezTo>
                      <a:pt x="11205" y="195911"/>
                      <a:pt x="8702" y="198412"/>
                      <a:pt x="5602" y="198412"/>
                    </a:cubicBezTo>
                    <a:lnTo>
                      <a:pt x="5602" y="198412"/>
                    </a:lnTo>
                    <a:cubicBezTo>
                      <a:pt x="2502" y="198412"/>
                      <a:pt x="0" y="195911"/>
                      <a:pt x="0" y="192812"/>
                    </a:cubicBezTo>
                    <a:close/>
                    <a:moveTo>
                      <a:pt x="0" y="161597"/>
                    </a:moveTo>
                    <a:cubicBezTo>
                      <a:pt x="0" y="158536"/>
                      <a:pt x="2502" y="156034"/>
                      <a:pt x="5602" y="156034"/>
                    </a:cubicBezTo>
                    <a:lnTo>
                      <a:pt x="5602" y="156034"/>
                    </a:lnTo>
                    <a:cubicBezTo>
                      <a:pt x="8702" y="156034"/>
                      <a:pt x="11205" y="158536"/>
                      <a:pt x="11205" y="161597"/>
                    </a:cubicBezTo>
                    <a:lnTo>
                      <a:pt x="11205" y="161597"/>
                    </a:lnTo>
                    <a:cubicBezTo>
                      <a:pt x="11205" y="164696"/>
                      <a:pt x="8702" y="167235"/>
                      <a:pt x="5602" y="167235"/>
                    </a:cubicBezTo>
                    <a:lnTo>
                      <a:pt x="5602" y="167235"/>
                    </a:lnTo>
                    <a:cubicBezTo>
                      <a:pt x="2502" y="167235"/>
                      <a:pt x="0" y="164696"/>
                      <a:pt x="0" y="161597"/>
                    </a:cubicBezTo>
                    <a:close/>
                    <a:moveTo>
                      <a:pt x="0" y="130420"/>
                    </a:moveTo>
                    <a:cubicBezTo>
                      <a:pt x="0" y="127321"/>
                      <a:pt x="2502" y="124820"/>
                      <a:pt x="5602" y="124820"/>
                    </a:cubicBezTo>
                    <a:lnTo>
                      <a:pt x="5602" y="124820"/>
                    </a:lnTo>
                    <a:cubicBezTo>
                      <a:pt x="8702" y="124820"/>
                      <a:pt x="11205" y="127321"/>
                      <a:pt x="11205" y="130420"/>
                    </a:cubicBezTo>
                    <a:lnTo>
                      <a:pt x="11205" y="130420"/>
                    </a:lnTo>
                    <a:cubicBezTo>
                      <a:pt x="11205" y="133520"/>
                      <a:pt x="8702" y="136021"/>
                      <a:pt x="5602" y="136021"/>
                    </a:cubicBezTo>
                    <a:lnTo>
                      <a:pt x="5602" y="136021"/>
                    </a:lnTo>
                    <a:cubicBezTo>
                      <a:pt x="2502" y="136021"/>
                      <a:pt x="0" y="133520"/>
                      <a:pt x="0" y="130420"/>
                    </a:cubicBezTo>
                    <a:close/>
                    <a:moveTo>
                      <a:pt x="0" y="99210"/>
                    </a:moveTo>
                    <a:cubicBezTo>
                      <a:pt x="0" y="96107"/>
                      <a:pt x="2502" y="93609"/>
                      <a:pt x="5602" y="93609"/>
                    </a:cubicBezTo>
                    <a:lnTo>
                      <a:pt x="5602" y="93609"/>
                    </a:lnTo>
                    <a:cubicBezTo>
                      <a:pt x="8702" y="93609"/>
                      <a:pt x="11205" y="96107"/>
                      <a:pt x="11205" y="99210"/>
                    </a:cubicBezTo>
                    <a:lnTo>
                      <a:pt x="11205" y="99210"/>
                    </a:lnTo>
                    <a:cubicBezTo>
                      <a:pt x="11205" y="102305"/>
                      <a:pt x="8702" y="104811"/>
                      <a:pt x="5602" y="104811"/>
                    </a:cubicBezTo>
                    <a:lnTo>
                      <a:pt x="5602" y="104811"/>
                    </a:lnTo>
                    <a:cubicBezTo>
                      <a:pt x="2502" y="104811"/>
                      <a:pt x="0" y="102305"/>
                      <a:pt x="0" y="99210"/>
                    </a:cubicBezTo>
                    <a:close/>
                    <a:moveTo>
                      <a:pt x="0" y="68029"/>
                    </a:moveTo>
                    <a:cubicBezTo>
                      <a:pt x="0" y="64930"/>
                      <a:pt x="2502" y="62428"/>
                      <a:pt x="5602" y="62428"/>
                    </a:cubicBezTo>
                    <a:lnTo>
                      <a:pt x="5602" y="62428"/>
                    </a:lnTo>
                    <a:cubicBezTo>
                      <a:pt x="8702" y="62428"/>
                      <a:pt x="11205" y="64930"/>
                      <a:pt x="11205" y="68029"/>
                    </a:cubicBezTo>
                    <a:lnTo>
                      <a:pt x="11205" y="68029"/>
                    </a:lnTo>
                    <a:cubicBezTo>
                      <a:pt x="11205" y="71128"/>
                      <a:pt x="8702" y="73630"/>
                      <a:pt x="5602" y="73630"/>
                    </a:cubicBezTo>
                    <a:lnTo>
                      <a:pt x="5602" y="73630"/>
                    </a:lnTo>
                    <a:cubicBezTo>
                      <a:pt x="2502" y="73630"/>
                      <a:pt x="0" y="71128"/>
                      <a:pt x="0" y="68029"/>
                    </a:cubicBezTo>
                    <a:close/>
                    <a:moveTo>
                      <a:pt x="0" y="36815"/>
                    </a:moveTo>
                    <a:cubicBezTo>
                      <a:pt x="0" y="33716"/>
                      <a:pt x="2502" y="31214"/>
                      <a:pt x="5602" y="31214"/>
                    </a:cubicBezTo>
                    <a:lnTo>
                      <a:pt x="5602" y="31214"/>
                    </a:lnTo>
                    <a:cubicBezTo>
                      <a:pt x="8702" y="31214"/>
                      <a:pt x="11205" y="33716"/>
                      <a:pt x="11205" y="36815"/>
                    </a:cubicBezTo>
                    <a:lnTo>
                      <a:pt x="11205" y="36815"/>
                    </a:lnTo>
                    <a:cubicBezTo>
                      <a:pt x="11205" y="39914"/>
                      <a:pt x="8702" y="42416"/>
                      <a:pt x="5602" y="42416"/>
                    </a:cubicBezTo>
                    <a:lnTo>
                      <a:pt x="5602" y="42416"/>
                    </a:lnTo>
                    <a:cubicBezTo>
                      <a:pt x="2502" y="42416"/>
                      <a:pt x="0" y="39914"/>
                      <a:pt x="0" y="36815"/>
                    </a:cubicBezTo>
                    <a:close/>
                    <a:moveTo>
                      <a:pt x="0" y="5601"/>
                    </a:moveTo>
                    <a:cubicBezTo>
                      <a:pt x="0" y="2539"/>
                      <a:pt x="2502" y="0"/>
                      <a:pt x="5602" y="0"/>
                    </a:cubicBezTo>
                    <a:lnTo>
                      <a:pt x="5602" y="0"/>
                    </a:lnTo>
                    <a:cubicBezTo>
                      <a:pt x="8702" y="0"/>
                      <a:pt x="11205" y="2539"/>
                      <a:pt x="11205" y="5601"/>
                    </a:cubicBezTo>
                    <a:lnTo>
                      <a:pt x="11205" y="5601"/>
                    </a:lnTo>
                    <a:cubicBezTo>
                      <a:pt x="11205" y="8700"/>
                      <a:pt x="8702" y="11239"/>
                      <a:pt x="5602" y="11239"/>
                    </a:cubicBezTo>
                    <a:lnTo>
                      <a:pt x="5602" y="11239"/>
                    </a:lnTo>
                    <a:cubicBezTo>
                      <a:pt x="2502" y="11239"/>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1" name="Google Shape;2021;p90"/>
              <p:cNvSpPr/>
              <p:nvPr/>
            </p:nvSpPr>
            <p:spPr>
              <a:xfrm>
                <a:off x="2937794" y="3731832"/>
                <a:ext cx="11204" cy="11163"/>
              </a:xfrm>
              <a:custGeom>
                <a:rect b="b" l="l" r="r" t="t"/>
                <a:pathLst>
                  <a:path extrusionOk="0" h="11163" w="11204">
                    <a:moveTo>
                      <a:pt x="5602" y="11164"/>
                    </a:moveTo>
                    <a:cubicBezTo>
                      <a:pt x="4855" y="11164"/>
                      <a:pt x="4146" y="11056"/>
                      <a:pt x="3436" y="10753"/>
                    </a:cubicBezTo>
                    <a:cubicBezTo>
                      <a:pt x="2764" y="10492"/>
                      <a:pt x="2166" y="10081"/>
                      <a:pt x="1643" y="9521"/>
                    </a:cubicBezTo>
                    <a:cubicBezTo>
                      <a:pt x="1120" y="9036"/>
                      <a:pt x="710" y="8401"/>
                      <a:pt x="411" y="7729"/>
                    </a:cubicBezTo>
                    <a:cubicBezTo>
                      <a:pt x="149" y="7057"/>
                      <a:pt x="0" y="6310"/>
                      <a:pt x="0" y="5601"/>
                    </a:cubicBezTo>
                    <a:cubicBezTo>
                      <a:pt x="0" y="5227"/>
                      <a:pt x="37" y="4854"/>
                      <a:pt x="112" y="4481"/>
                    </a:cubicBezTo>
                    <a:cubicBezTo>
                      <a:pt x="187" y="4144"/>
                      <a:pt x="299" y="3771"/>
                      <a:pt x="411" y="3435"/>
                    </a:cubicBezTo>
                    <a:cubicBezTo>
                      <a:pt x="560" y="3099"/>
                      <a:pt x="747" y="2763"/>
                      <a:pt x="934" y="2464"/>
                    </a:cubicBezTo>
                    <a:cubicBezTo>
                      <a:pt x="1158" y="2166"/>
                      <a:pt x="1382" y="1904"/>
                      <a:pt x="1643" y="1643"/>
                    </a:cubicBezTo>
                    <a:cubicBezTo>
                      <a:pt x="1905" y="1381"/>
                      <a:pt x="2166" y="1120"/>
                      <a:pt x="2502" y="933"/>
                    </a:cubicBezTo>
                    <a:cubicBezTo>
                      <a:pt x="2801" y="709"/>
                      <a:pt x="3100" y="560"/>
                      <a:pt x="3436" y="411"/>
                    </a:cubicBezTo>
                    <a:cubicBezTo>
                      <a:pt x="3772" y="261"/>
                      <a:pt x="4146" y="187"/>
                      <a:pt x="4482" y="112"/>
                    </a:cubicBezTo>
                    <a:cubicBezTo>
                      <a:pt x="5229" y="-37"/>
                      <a:pt x="5976" y="-37"/>
                      <a:pt x="6686" y="112"/>
                    </a:cubicBezTo>
                    <a:cubicBezTo>
                      <a:pt x="7059" y="187"/>
                      <a:pt x="7395" y="261"/>
                      <a:pt x="7731" y="411"/>
                    </a:cubicBezTo>
                    <a:cubicBezTo>
                      <a:pt x="8067" y="560"/>
                      <a:pt x="8404" y="709"/>
                      <a:pt x="8702" y="933"/>
                    </a:cubicBezTo>
                    <a:cubicBezTo>
                      <a:pt x="9001" y="1120"/>
                      <a:pt x="9300" y="1381"/>
                      <a:pt x="9561" y="1643"/>
                    </a:cubicBezTo>
                    <a:cubicBezTo>
                      <a:pt x="9823" y="1904"/>
                      <a:pt x="10047" y="2166"/>
                      <a:pt x="10234" y="2464"/>
                    </a:cubicBezTo>
                    <a:cubicBezTo>
                      <a:pt x="10458" y="2763"/>
                      <a:pt x="10645" y="3099"/>
                      <a:pt x="10757" y="3435"/>
                    </a:cubicBezTo>
                    <a:cubicBezTo>
                      <a:pt x="10906" y="3771"/>
                      <a:pt x="11018" y="4144"/>
                      <a:pt x="11093" y="4481"/>
                    </a:cubicBezTo>
                    <a:cubicBezTo>
                      <a:pt x="11167" y="4854"/>
                      <a:pt x="11205" y="5227"/>
                      <a:pt x="11205" y="5601"/>
                    </a:cubicBezTo>
                    <a:cubicBezTo>
                      <a:pt x="11205" y="6310"/>
                      <a:pt x="11055" y="7057"/>
                      <a:pt x="10757" y="7729"/>
                    </a:cubicBezTo>
                    <a:cubicBezTo>
                      <a:pt x="10495" y="8401"/>
                      <a:pt x="10084" y="9036"/>
                      <a:pt x="9561" y="9521"/>
                    </a:cubicBezTo>
                    <a:cubicBezTo>
                      <a:pt x="9039" y="10081"/>
                      <a:pt x="8441" y="10492"/>
                      <a:pt x="7731" y="10753"/>
                    </a:cubicBezTo>
                    <a:cubicBezTo>
                      <a:pt x="7059" y="11056"/>
                      <a:pt x="6349" y="11164"/>
                      <a:pt x="5602" y="11164"/>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22" name="Google Shape;2022;p90"/>
            <p:cNvGrpSpPr/>
            <p:nvPr/>
          </p:nvGrpSpPr>
          <p:grpSpPr>
            <a:xfrm>
              <a:off x="5570750" y="4465289"/>
              <a:ext cx="765485" cy="8401"/>
              <a:chOff x="7322417" y="5750519"/>
              <a:chExt cx="1020646" cy="11201"/>
            </a:xfrm>
          </p:grpSpPr>
          <p:sp>
            <p:nvSpPr>
              <p:cNvPr id="2023" name="Google Shape;2023;p90"/>
              <p:cNvSpPr/>
              <p:nvPr/>
            </p:nvSpPr>
            <p:spPr>
              <a:xfrm>
                <a:off x="8331896" y="5750519"/>
                <a:ext cx="11167" cy="11201"/>
              </a:xfrm>
              <a:custGeom>
                <a:rect b="b" l="l" r="r" t="t"/>
                <a:pathLst>
                  <a:path extrusionOk="0" h="11201" w="11167">
                    <a:moveTo>
                      <a:pt x="5565" y="11201"/>
                    </a:moveTo>
                    <a:cubicBezTo>
                      <a:pt x="4818" y="11201"/>
                      <a:pt x="4108" y="11052"/>
                      <a:pt x="3436" y="10791"/>
                    </a:cubicBezTo>
                    <a:cubicBezTo>
                      <a:pt x="2764" y="10492"/>
                      <a:pt x="2166" y="10081"/>
                      <a:pt x="1643" y="9558"/>
                    </a:cubicBezTo>
                    <a:cubicBezTo>
                      <a:pt x="560" y="8513"/>
                      <a:pt x="0" y="7094"/>
                      <a:pt x="0" y="5601"/>
                    </a:cubicBezTo>
                    <a:cubicBezTo>
                      <a:pt x="0" y="5227"/>
                      <a:pt x="37" y="4891"/>
                      <a:pt x="112" y="4518"/>
                    </a:cubicBezTo>
                    <a:cubicBezTo>
                      <a:pt x="149" y="4145"/>
                      <a:pt x="261" y="3809"/>
                      <a:pt x="411" y="3472"/>
                    </a:cubicBezTo>
                    <a:cubicBezTo>
                      <a:pt x="560" y="3136"/>
                      <a:pt x="747" y="2800"/>
                      <a:pt x="934" y="2501"/>
                    </a:cubicBezTo>
                    <a:cubicBezTo>
                      <a:pt x="1120" y="2203"/>
                      <a:pt x="1382" y="1904"/>
                      <a:pt x="1643" y="1643"/>
                    </a:cubicBezTo>
                    <a:cubicBezTo>
                      <a:pt x="1905" y="1382"/>
                      <a:pt x="2166" y="1157"/>
                      <a:pt x="2465" y="971"/>
                    </a:cubicBezTo>
                    <a:cubicBezTo>
                      <a:pt x="2764" y="747"/>
                      <a:pt x="3100" y="560"/>
                      <a:pt x="3436" y="448"/>
                    </a:cubicBezTo>
                    <a:cubicBezTo>
                      <a:pt x="3772" y="299"/>
                      <a:pt x="4146" y="187"/>
                      <a:pt x="4482" y="112"/>
                    </a:cubicBezTo>
                    <a:cubicBezTo>
                      <a:pt x="5229" y="-37"/>
                      <a:pt x="5976" y="-37"/>
                      <a:pt x="6685" y="112"/>
                    </a:cubicBezTo>
                    <a:cubicBezTo>
                      <a:pt x="7022" y="187"/>
                      <a:pt x="7395" y="299"/>
                      <a:pt x="7731" y="448"/>
                    </a:cubicBezTo>
                    <a:cubicBezTo>
                      <a:pt x="8067" y="560"/>
                      <a:pt x="8404" y="747"/>
                      <a:pt x="8702" y="971"/>
                    </a:cubicBezTo>
                    <a:cubicBezTo>
                      <a:pt x="9001" y="1157"/>
                      <a:pt x="9300" y="1382"/>
                      <a:pt x="9561" y="1643"/>
                    </a:cubicBezTo>
                    <a:cubicBezTo>
                      <a:pt x="9823" y="1904"/>
                      <a:pt x="10047" y="2203"/>
                      <a:pt x="10234" y="2501"/>
                    </a:cubicBezTo>
                    <a:cubicBezTo>
                      <a:pt x="10458" y="2800"/>
                      <a:pt x="10607" y="3136"/>
                      <a:pt x="10757" y="3472"/>
                    </a:cubicBezTo>
                    <a:cubicBezTo>
                      <a:pt x="10906" y="3809"/>
                      <a:pt x="11018" y="4145"/>
                      <a:pt x="11093" y="4518"/>
                    </a:cubicBezTo>
                    <a:cubicBezTo>
                      <a:pt x="11167" y="4891"/>
                      <a:pt x="11167" y="5227"/>
                      <a:pt x="11167" y="5601"/>
                    </a:cubicBezTo>
                    <a:cubicBezTo>
                      <a:pt x="11167" y="6347"/>
                      <a:pt x="11055" y="7057"/>
                      <a:pt x="10757" y="7729"/>
                    </a:cubicBezTo>
                    <a:cubicBezTo>
                      <a:pt x="10495" y="8438"/>
                      <a:pt x="10084" y="9036"/>
                      <a:pt x="9561" y="9558"/>
                    </a:cubicBezTo>
                    <a:cubicBezTo>
                      <a:pt x="9038" y="10081"/>
                      <a:pt x="8404" y="10492"/>
                      <a:pt x="7731" y="10791"/>
                    </a:cubicBezTo>
                    <a:cubicBezTo>
                      <a:pt x="7059" y="11052"/>
                      <a:pt x="6349" y="11201"/>
                      <a:pt x="5565" y="112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4" name="Google Shape;2024;p90"/>
              <p:cNvSpPr/>
              <p:nvPr/>
            </p:nvSpPr>
            <p:spPr>
              <a:xfrm>
                <a:off x="7352110" y="5750519"/>
                <a:ext cx="961297" cy="11201"/>
              </a:xfrm>
              <a:custGeom>
                <a:rect b="b" l="l" r="r" t="t"/>
                <a:pathLst>
                  <a:path extrusionOk="0" h="11201" w="961297">
                    <a:moveTo>
                      <a:pt x="950093" y="5601"/>
                    </a:moveTo>
                    <a:cubicBezTo>
                      <a:pt x="950093" y="2501"/>
                      <a:pt x="952595" y="0"/>
                      <a:pt x="955695" y="0"/>
                    </a:cubicBezTo>
                    <a:lnTo>
                      <a:pt x="955695" y="0"/>
                    </a:lnTo>
                    <a:cubicBezTo>
                      <a:pt x="958758" y="0"/>
                      <a:pt x="961298" y="2501"/>
                      <a:pt x="961298" y="5601"/>
                    </a:cubicBezTo>
                    <a:lnTo>
                      <a:pt x="961298" y="5601"/>
                    </a:lnTo>
                    <a:cubicBezTo>
                      <a:pt x="961298" y="8700"/>
                      <a:pt x="958758" y="11201"/>
                      <a:pt x="955695" y="11201"/>
                    </a:cubicBezTo>
                    <a:lnTo>
                      <a:pt x="955695" y="11201"/>
                    </a:lnTo>
                    <a:cubicBezTo>
                      <a:pt x="952595" y="11201"/>
                      <a:pt x="950093" y="8700"/>
                      <a:pt x="950093" y="5601"/>
                    </a:cubicBezTo>
                    <a:close/>
                    <a:moveTo>
                      <a:pt x="920400" y="5601"/>
                    </a:moveTo>
                    <a:cubicBezTo>
                      <a:pt x="920400" y="2501"/>
                      <a:pt x="922902" y="0"/>
                      <a:pt x="926003" y="0"/>
                    </a:cubicBezTo>
                    <a:lnTo>
                      <a:pt x="926003" y="0"/>
                    </a:lnTo>
                    <a:cubicBezTo>
                      <a:pt x="929065" y="0"/>
                      <a:pt x="931605" y="2501"/>
                      <a:pt x="931605" y="5601"/>
                    </a:cubicBezTo>
                    <a:lnTo>
                      <a:pt x="931605" y="5601"/>
                    </a:lnTo>
                    <a:cubicBezTo>
                      <a:pt x="931605" y="8700"/>
                      <a:pt x="929065" y="11201"/>
                      <a:pt x="926003" y="11201"/>
                    </a:cubicBezTo>
                    <a:lnTo>
                      <a:pt x="926003" y="11201"/>
                    </a:lnTo>
                    <a:cubicBezTo>
                      <a:pt x="922902" y="11201"/>
                      <a:pt x="920400" y="8700"/>
                      <a:pt x="920400" y="5601"/>
                    </a:cubicBezTo>
                    <a:close/>
                    <a:moveTo>
                      <a:pt x="890707" y="5601"/>
                    </a:moveTo>
                    <a:cubicBezTo>
                      <a:pt x="890707" y="2501"/>
                      <a:pt x="893210" y="0"/>
                      <a:pt x="896310" y="0"/>
                    </a:cubicBezTo>
                    <a:lnTo>
                      <a:pt x="896310" y="0"/>
                    </a:lnTo>
                    <a:cubicBezTo>
                      <a:pt x="899373" y="0"/>
                      <a:pt x="901912" y="2501"/>
                      <a:pt x="901912" y="5601"/>
                    </a:cubicBezTo>
                    <a:lnTo>
                      <a:pt x="901912" y="5601"/>
                    </a:lnTo>
                    <a:cubicBezTo>
                      <a:pt x="901912" y="8700"/>
                      <a:pt x="899373" y="11201"/>
                      <a:pt x="896310" y="11201"/>
                    </a:cubicBezTo>
                    <a:lnTo>
                      <a:pt x="896310" y="11201"/>
                    </a:lnTo>
                    <a:cubicBezTo>
                      <a:pt x="893210" y="11201"/>
                      <a:pt x="890707" y="8700"/>
                      <a:pt x="890707" y="5601"/>
                    </a:cubicBezTo>
                    <a:close/>
                    <a:moveTo>
                      <a:pt x="861015" y="5601"/>
                    </a:moveTo>
                    <a:cubicBezTo>
                      <a:pt x="861015" y="2501"/>
                      <a:pt x="863517" y="0"/>
                      <a:pt x="866617" y="0"/>
                    </a:cubicBezTo>
                    <a:lnTo>
                      <a:pt x="866617" y="0"/>
                    </a:lnTo>
                    <a:cubicBezTo>
                      <a:pt x="869717" y="0"/>
                      <a:pt x="872220" y="2501"/>
                      <a:pt x="872220" y="5601"/>
                    </a:cubicBezTo>
                    <a:lnTo>
                      <a:pt x="872220" y="5601"/>
                    </a:lnTo>
                    <a:cubicBezTo>
                      <a:pt x="872220" y="8700"/>
                      <a:pt x="869717" y="11201"/>
                      <a:pt x="866617" y="11201"/>
                    </a:cubicBezTo>
                    <a:lnTo>
                      <a:pt x="866617" y="11201"/>
                    </a:lnTo>
                    <a:cubicBezTo>
                      <a:pt x="863517" y="11201"/>
                      <a:pt x="861015" y="8700"/>
                      <a:pt x="861015" y="5601"/>
                    </a:cubicBezTo>
                    <a:close/>
                    <a:moveTo>
                      <a:pt x="831322" y="5601"/>
                    </a:moveTo>
                    <a:cubicBezTo>
                      <a:pt x="831322" y="2501"/>
                      <a:pt x="833824" y="0"/>
                      <a:pt x="836925" y="0"/>
                    </a:cubicBezTo>
                    <a:lnTo>
                      <a:pt x="836925" y="0"/>
                    </a:lnTo>
                    <a:cubicBezTo>
                      <a:pt x="840024" y="0"/>
                      <a:pt x="842527" y="2501"/>
                      <a:pt x="842527" y="5601"/>
                    </a:cubicBezTo>
                    <a:lnTo>
                      <a:pt x="842527" y="5601"/>
                    </a:lnTo>
                    <a:cubicBezTo>
                      <a:pt x="842527" y="8700"/>
                      <a:pt x="840024" y="11201"/>
                      <a:pt x="836925" y="11201"/>
                    </a:cubicBezTo>
                    <a:lnTo>
                      <a:pt x="836925" y="11201"/>
                    </a:lnTo>
                    <a:cubicBezTo>
                      <a:pt x="833824" y="11201"/>
                      <a:pt x="831322" y="8700"/>
                      <a:pt x="831322" y="5601"/>
                    </a:cubicBezTo>
                    <a:close/>
                    <a:moveTo>
                      <a:pt x="801629" y="5601"/>
                    </a:moveTo>
                    <a:cubicBezTo>
                      <a:pt x="801629" y="2501"/>
                      <a:pt x="804132" y="0"/>
                      <a:pt x="807232" y="0"/>
                    </a:cubicBezTo>
                    <a:lnTo>
                      <a:pt x="807232" y="0"/>
                    </a:lnTo>
                    <a:cubicBezTo>
                      <a:pt x="810332" y="0"/>
                      <a:pt x="812834" y="2501"/>
                      <a:pt x="812834" y="5601"/>
                    </a:cubicBezTo>
                    <a:lnTo>
                      <a:pt x="812834" y="5601"/>
                    </a:lnTo>
                    <a:cubicBezTo>
                      <a:pt x="812834" y="8700"/>
                      <a:pt x="810332" y="11201"/>
                      <a:pt x="807232" y="11201"/>
                    </a:cubicBezTo>
                    <a:lnTo>
                      <a:pt x="807232" y="11201"/>
                    </a:lnTo>
                    <a:cubicBezTo>
                      <a:pt x="804132" y="11201"/>
                      <a:pt x="801629" y="8700"/>
                      <a:pt x="801629" y="5601"/>
                    </a:cubicBezTo>
                    <a:close/>
                    <a:moveTo>
                      <a:pt x="771937" y="5601"/>
                    </a:moveTo>
                    <a:cubicBezTo>
                      <a:pt x="771937" y="2501"/>
                      <a:pt x="774439" y="0"/>
                      <a:pt x="777539" y="0"/>
                    </a:cubicBezTo>
                    <a:lnTo>
                      <a:pt x="777539" y="0"/>
                    </a:lnTo>
                    <a:cubicBezTo>
                      <a:pt x="780639" y="0"/>
                      <a:pt x="783141" y="2501"/>
                      <a:pt x="783141" y="5601"/>
                    </a:cubicBezTo>
                    <a:lnTo>
                      <a:pt x="783141" y="5601"/>
                    </a:lnTo>
                    <a:cubicBezTo>
                      <a:pt x="783141" y="8700"/>
                      <a:pt x="780639" y="11201"/>
                      <a:pt x="777539" y="11201"/>
                    </a:cubicBezTo>
                    <a:lnTo>
                      <a:pt x="777539" y="11201"/>
                    </a:lnTo>
                    <a:cubicBezTo>
                      <a:pt x="774439" y="11201"/>
                      <a:pt x="771937" y="8700"/>
                      <a:pt x="771937" y="5601"/>
                    </a:cubicBezTo>
                    <a:close/>
                    <a:moveTo>
                      <a:pt x="742244" y="5601"/>
                    </a:moveTo>
                    <a:cubicBezTo>
                      <a:pt x="742244" y="2501"/>
                      <a:pt x="744746" y="0"/>
                      <a:pt x="747846" y="0"/>
                    </a:cubicBezTo>
                    <a:lnTo>
                      <a:pt x="747846" y="0"/>
                    </a:lnTo>
                    <a:cubicBezTo>
                      <a:pt x="750946" y="0"/>
                      <a:pt x="753448" y="2501"/>
                      <a:pt x="753448" y="5601"/>
                    </a:cubicBezTo>
                    <a:lnTo>
                      <a:pt x="753448" y="5601"/>
                    </a:lnTo>
                    <a:cubicBezTo>
                      <a:pt x="753448" y="8700"/>
                      <a:pt x="750946" y="11201"/>
                      <a:pt x="747846" y="11201"/>
                    </a:cubicBezTo>
                    <a:lnTo>
                      <a:pt x="747846" y="11201"/>
                    </a:lnTo>
                    <a:cubicBezTo>
                      <a:pt x="744746" y="11201"/>
                      <a:pt x="742244" y="8700"/>
                      <a:pt x="742244" y="5601"/>
                    </a:cubicBezTo>
                    <a:close/>
                    <a:moveTo>
                      <a:pt x="712551" y="5601"/>
                    </a:moveTo>
                    <a:cubicBezTo>
                      <a:pt x="712551" y="2501"/>
                      <a:pt x="715054" y="0"/>
                      <a:pt x="718153" y="0"/>
                    </a:cubicBezTo>
                    <a:lnTo>
                      <a:pt x="718153" y="0"/>
                    </a:lnTo>
                    <a:cubicBezTo>
                      <a:pt x="721253" y="0"/>
                      <a:pt x="723756" y="2501"/>
                      <a:pt x="723756" y="5601"/>
                    </a:cubicBezTo>
                    <a:lnTo>
                      <a:pt x="723756" y="5601"/>
                    </a:lnTo>
                    <a:cubicBezTo>
                      <a:pt x="723756" y="8700"/>
                      <a:pt x="721253" y="11201"/>
                      <a:pt x="718153" y="11201"/>
                    </a:cubicBezTo>
                    <a:lnTo>
                      <a:pt x="718153" y="11201"/>
                    </a:lnTo>
                    <a:cubicBezTo>
                      <a:pt x="715054" y="11201"/>
                      <a:pt x="712551" y="8700"/>
                      <a:pt x="712551" y="5601"/>
                    </a:cubicBezTo>
                    <a:close/>
                    <a:moveTo>
                      <a:pt x="682859" y="5601"/>
                    </a:moveTo>
                    <a:cubicBezTo>
                      <a:pt x="682859" y="2501"/>
                      <a:pt x="685361" y="0"/>
                      <a:pt x="688461" y="0"/>
                    </a:cubicBezTo>
                    <a:lnTo>
                      <a:pt x="688461" y="0"/>
                    </a:lnTo>
                    <a:cubicBezTo>
                      <a:pt x="691561" y="0"/>
                      <a:pt x="694063" y="2501"/>
                      <a:pt x="694063" y="5601"/>
                    </a:cubicBezTo>
                    <a:lnTo>
                      <a:pt x="694063" y="5601"/>
                    </a:lnTo>
                    <a:cubicBezTo>
                      <a:pt x="694063" y="8700"/>
                      <a:pt x="691561" y="11201"/>
                      <a:pt x="688461" y="11201"/>
                    </a:cubicBezTo>
                    <a:lnTo>
                      <a:pt x="688461" y="11201"/>
                    </a:lnTo>
                    <a:cubicBezTo>
                      <a:pt x="685361" y="11201"/>
                      <a:pt x="682859" y="8700"/>
                      <a:pt x="682859" y="5601"/>
                    </a:cubicBezTo>
                    <a:close/>
                    <a:moveTo>
                      <a:pt x="653166" y="5601"/>
                    </a:moveTo>
                    <a:cubicBezTo>
                      <a:pt x="653166" y="2501"/>
                      <a:pt x="655668" y="0"/>
                      <a:pt x="658768" y="0"/>
                    </a:cubicBezTo>
                    <a:lnTo>
                      <a:pt x="658768" y="0"/>
                    </a:lnTo>
                    <a:cubicBezTo>
                      <a:pt x="661868" y="0"/>
                      <a:pt x="664370" y="2501"/>
                      <a:pt x="664370" y="5601"/>
                    </a:cubicBezTo>
                    <a:lnTo>
                      <a:pt x="664370" y="5601"/>
                    </a:lnTo>
                    <a:cubicBezTo>
                      <a:pt x="664370" y="8700"/>
                      <a:pt x="661868" y="11201"/>
                      <a:pt x="658768" y="11201"/>
                    </a:cubicBezTo>
                    <a:lnTo>
                      <a:pt x="658768" y="11201"/>
                    </a:lnTo>
                    <a:cubicBezTo>
                      <a:pt x="655668" y="11201"/>
                      <a:pt x="653166" y="8700"/>
                      <a:pt x="653166" y="5601"/>
                    </a:cubicBezTo>
                    <a:close/>
                    <a:moveTo>
                      <a:pt x="623473" y="5601"/>
                    </a:moveTo>
                    <a:cubicBezTo>
                      <a:pt x="623473" y="2501"/>
                      <a:pt x="625975" y="0"/>
                      <a:pt x="629075" y="0"/>
                    </a:cubicBezTo>
                    <a:lnTo>
                      <a:pt x="629075" y="0"/>
                    </a:lnTo>
                    <a:cubicBezTo>
                      <a:pt x="632175" y="0"/>
                      <a:pt x="634678" y="2501"/>
                      <a:pt x="634678" y="5601"/>
                    </a:cubicBezTo>
                    <a:lnTo>
                      <a:pt x="634678" y="5601"/>
                    </a:lnTo>
                    <a:cubicBezTo>
                      <a:pt x="634678" y="8700"/>
                      <a:pt x="632175" y="11201"/>
                      <a:pt x="629075" y="11201"/>
                    </a:cubicBezTo>
                    <a:lnTo>
                      <a:pt x="629075" y="11201"/>
                    </a:lnTo>
                    <a:cubicBezTo>
                      <a:pt x="625975" y="11201"/>
                      <a:pt x="623473" y="8700"/>
                      <a:pt x="623473" y="5601"/>
                    </a:cubicBezTo>
                    <a:close/>
                    <a:moveTo>
                      <a:pt x="593780" y="5601"/>
                    </a:moveTo>
                    <a:cubicBezTo>
                      <a:pt x="593780" y="2501"/>
                      <a:pt x="596320" y="0"/>
                      <a:pt x="599382" y="0"/>
                    </a:cubicBezTo>
                    <a:lnTo>
                      <a:pt x="599382" y="0"/>
                    </a:lnTo>
                    <a:cubicBezTo>
                      <a:pt x="602483" y="0"/>
                      <a:pt x="604985" y="2501"/>
                      <a:pt x="604985" y="5601"/>
                    </a:cubicBezTo>
                    <a:lnTo>
                      <a:pt x="604985" y="5601"/>
                    </a:lnTo>
                    <a:cubicBezTo>
                      <a:pt x="604985" y="8700"/>
                      <a:pt x="602483" y="11201"/>
                      <a:pt x="599382" y="11201"/>
                    </a:cubicBezTo>
                    <a:lnTo>
                      <a:pt x="599382" y="11201"/>
                    </a:lnTo>
                    <a:cubicBezTo>
                      <a:pt x="596320" y="11201"/>
                      <a:pt x="593780" y="8700"/>
                      <a:pt x="593780" y="5601"/>
                    </a:cubicBezTo>
                    <a:close/>
                    <a:moveTo>
                      <a:pt x="564087" y="5601"/>
                    </a:moveTo>
                    <a:cubicBezTo>
                      <a:pt x="564087" y="2501"/>
                      <a:pt x="566627" y="0"/>
                      <a:pt x="569727" y="0"/>
                    </a:cubicBezTo>
                    <a:lnTo>
                      <a:pt x="569727" y="0"/>
                    </a:lnTo>
                    <a:cubicBezTo>
                      <a:pt x="572790" y="0"/>
                      <a:pt x="575292" y="2501"/>
                      <a:pt x="575292" y="5601"/>
                    </a:cubicBezTo>
                    <a:lnTo>
                      <a:pt x="575292" y="5601"/>
                    </a:lnTo>
                    <a:cubicBezTo>
                      <a:pt x="575292" y="8700"/>
                      <a:pt x="572790" y="11201"/>
                      <a:pt x="569727" y="11201"/>
                    </a:cubicBezTo>
                    <a:lnTo>
                      <a:pt x="569727" y="11201"/>
                    </a:lnTo>
                    <a:cubicBezTo>
                      <a:pt x="566627" y="11201"/>
                      <a:pt x="564087" y="8700"/>
                      <a:pt x="564087" y="5601"/>
                    </a:cubicBezTo>
                    <a:close/>
                    <a:moveTo>
                      <a:pt x="534432" y="5601"/>
                    </a:moveTo>
                    <a:cubicBezTo>
                      <a:pt x="534432" y="2501"/>
                      <a:pt x="536934" y="0"/>
                      <a:pt x="540035" y="0"/>
                    </a:cubicBezTo>
                    <a:lnTo>
                      <a:pt x="540035" y="0"/>
                    </a:lnTo>
                    <a:cubicBezTo>
                      <a:pt x="543097" y="0"/>
                      <a:pt x="545600" y="2501"/>
                      <a:pt x="545600" y="5601"/>
                    </a:cubicBezTo>
                    <a:lnTo>
                      <a:pt x="545600" y="5601"/>
                    </a:lnTo>
                    <a:cubicBezTo>
                      <a:pt x="545600" y="8700"/>
                      <a:pt x="543097" y="11201"/>
                      <a:pt x="540035" y="11201"/>
                    </a:cubicBezTo>
                    <a:lnTo>
                      <a:pt x="540035" y="11201"/>
                    </a:lnTo>
                    <a:cubicBezTo>
                      <a:pt x="536934" y="11201"/>
                      <a:pt x="534432" y="8700"/>
                      <a:pt x="534432" y="5601"/>
                    </a:cubicBezTo>
                    <a:close/>
                    <a:moveTo>
                      <a:pt x="504739" y="5601"/>
                    </a:moveTo>
                    <a:cubicBezTo>
                      <a:pt x="504739" y="2501"/>
                      <a:pt x="507242" y="0"/>
                      <a:pt x="510342" y="0"/>
                    </a:cubicBezTo>
                    <a:lnTo>
                      <a:pt x="510342" y="0"/>
                    </a:lnTo>
                    <a:cubicBezTo>
                      <a:pt x="513441" y="0"/>
                      <a:pt x="515907" y="2501"/>
                      <a:pt x="515907" y="5601"/>
                    </a:cubicBezTo>
                    <a:lnTo>
                      <a:pt x="515907" y="5601"/>
                    </a:lnTo>
                    <a:cubicBezTo>
                      <a:pt x="515907" y="8700"/>
                      <a:pt x="513441" y="11201"/>
                      <a:pt x="510342" y="11201"/>
                    </a:cubicBezTo>
                    <a:lnTo>
                      <a:pt x="510342" y="11201"/>
                    </a:lnTo>
                    <a:cubicBezTo>
                      <a:pt x="507242" y="11201"/>
                      <a:pt x="504739" y="8700"/>
                      <a:pt x="504739" y="5601"/>
                    </a:cubicBezTo>
                    <a:close/>
                    <a:moveTo>
                      <a:pt x="475047" y="5601"/>
                    </a:moveTo>
                    <a:cubicBezTo>
                      <a:pt x="475047" y="2501"/>
                      <a:pt x="477549" y="0"/>
                      <a:pt x="480649" y="0"/>
                    </a:cubicBezTo>
                    <a:lnTo>
                      <a:pt x="480649" y="0"/>
                    </a:lnTo>
                    <a:cubicBezTo>
                      <a:pt x="483749" y="0"/>
                      <a:pt x="486214" y="2501"/>
                      <a:pt x="486214" y="5601"/>
                    </a:cubicBezTo>
                    <a:lnTo>
                      <a:pt x="486214" y="5601"/>
                    </a:lnTo>
                    <a:cubicBezTo>
                      <a:pt x="486214" y="8700"/>
                      <a:pt x="483749" y="11201"/>
                      <a:pt x="480649" y="11201"/>
                    </a:cubicBezTo>
                    <a:lnTo>
                      <a:pt x="480649" y="11201"/>
                    </a:lnTo>
                    <a:cubicBezTo>
                      <a:pt x="477549" y="11201"/>
                      <a:pt x="475047" y="8700"/>
                      <a:pt x="475047" y="5601"/>
                    </a:cubicBezTo>
                    <a:close/>
                    <a:moveTo>
                      <a:pt x="445354" y="5601"/>
                    </a:moveTo>
                    <a:cubicBezTo>
                      <a:pt x="445354" y="2501"/>
                      <a:pt x="447856" y="0"/>
                      <a:pt x="450956" y="0"/>
                    </a:cubicBezTo>
                    <a:lnTo>
                      <a:pt x="450956" y="0"/>
                    </a:lnTo>
                    <a:cubicBezTo>
                      <a:pt x="454056" y="0"/>
                      <a:pt x="456558" y="2501"/>
                      <a:pt x="456558" y="5601"/>
                    </a:cubicBezTo>
                    <a:lnTo>
                      <a:pt x="456558" y="5601"/>
                    </a:lnTo>
                    <a:cubicBezTo>
                      <a:pt x="456558" y="8700"/>
                      <a:pt x="454056" y="11201"/>
                      <a:pt x="450956" y="11201"/>
                    </a:cubicBezTo>
                    <a:lnTo>
                      <a:pt x="450956" y="11201"/>
                    </a:lnTo>
                    <a:cubicBezTo>
                      <a:pt x="447856" y="11201"/>
                      <a:pt x="445354" y="8700"/>
                      <a:pt x="445354" y="5601"/>
                    </a:cubicBezTo>
                    <a:close/>
                    <a:moveTo>
                      <a:pt x="415661" y="5601"/>
                    </a:moveTo>
                    <a:cubicBezTo>
                      <a:pt x="415661" y="2501"/>
                      <a:pt x="418164" y="0"/>
                      <a:pt x="421263" y="0"/>
                    </a:cubicBezTo>
                    <a:lnTo>
                      <a:pt x="421263" y="0"/>
                    </a:lnTo>
                    <a:cubicBezTo>
                      <a:pt x="424326" y="0"/>
                      <a:pt x="426866" y="2501"/>
                      <a:pt x="426866" y="5601"/>
                    </a:cubicBezTo>
                    <a:lnTo>
                      <a:pt x="426866" y="5601"/>
                    </a:lnTo>
                    <a:cubicBezTo>
                      <a:pt x="426866" y="8700"/>
                      <a:pt x="424326" y="11201"/>
                      <a:pt x="421263" y="11201"/>
                    </a:cubicBezTo>
                    <a:lnTo>
                      <a:pt x="421263" y="11201"/>
                    </a:lnTo>
                    <a:cubicBezTo>
                      <a:pt x="418164" y="11201"/>
                      <a:pt x="415661" y="8700"/>
                      <a:pt x="415661" y="5601"/>
                    </a:cubicBezTo>
                    <a:close/>
                    <a:moveTo>
                      <a:pt x="385969" y="5601"/>
                    </a:moveTo>
                    <a:cubicBezTo>
                      <a:pt x="385969" y="2501"/>
                      <a:pt x="388471" y="0"/>
                      <a:pt x="391571" y="0"/>
                    </a:cubicBezTo>
                    <a:lnTo>
                      <a:pt x="391571" y="0"/>
                    </a:lnTo>
                    <a:cubicBezTo>
                      <a:pt x="394633" y="0"/>
                      <a:pt x="397173" y="2501"/>
                      <a:pt x="397173" y="5601"/>
                    </a:cubicBezTo>
                    <a:lnTo>
                      <a:pt x="397173" y="5601"/>
                    </a:lnTo>
                    <a:cubicBezTo>
                      <a:pt x="397173" y="8700"/>
                      <a:pt x="394633" y="11201"/>
                      <a:pt x="391571" y="11201"/>
                    </a:cubicBezTo>
                    <a:lnTo>
                      <a:pt x="391571" y="11201"/>
                    </a:lnTo>
                    <a:cubicBezTo>
                      <a:pt x="388471" y="11201"/>
                      <a:pt x="385969" y="8700"/>
                      <a:pt x="385969" y="5601"/>
                    </a:cubicBezTo>
                    <a:close/>
                    <a:moveTo>
                      <a:pt x="356276" y="5601"/>
                    </a:moveTo>
                    <a:cubicBezTo>
                      <a:pt x="356276" y="2501"/>
                      <a:pt x="358778" y="0"/>
                      <a:pt x="361878" y="0"/>
                    </a:cubicBezTo>
                    <a:lnTo>
                      <a:pt x="361878" y="0"/>
                    </a:lnTo>
                    <a:cubicBezTo>
                      <a:pt x="364978" y="0"/>
                      <a:pt x="367480" y="2501"/>
                      <a:pt x="367480" y="5601"/>
                    </a:cubicBezTo>
                    <a:lnTo>
                      <a:pt x="367480" y="5601"/>
                    </a:lnTo>
                    <a:cubicBezTo>
                      <a:pt x="367480" y="8700"/>
                      <a:pt x="364978" y="11201"/>
                      <a:pt x="361878" y="11201"/>
                    </a:cubicBezTo>
                    <a:lnTo>
                      <a:pt x="361878" y="11201"/>
                    </a:lnTo>
                    <a:cubicBezTo>
                      <a:pt x="358778" y="11201"/>
                      <a:pt x="356276" y="8700"/>
                      <a:pt x="356276" y="5601"/>
                    </a:cubicBezTo>
                    <a:close/>
                    <a:moveTo>
                      <a:pt x="326583" y="5601"/>
                    </a:moveTo>
                    <a:cubicBezTo>
                      <a:pt x="326583" y="2501"/>
                      <a:pt x="329085" y="0"/>
                      <a:pt x="332185" y="0"/>
                    </a:cubicBezTo>
                    <a:lnTo>
                      <a:pt x="332185" y="0"/>
                    </a:lnTo>
                    <a:cubicBezTo>
                      <a:pt x="335285" y="0"/>
                      <a:pt x="337788" y="2501"/>
                      <a:pt x="337788" y="5601"/>
                    </a:cubicBezTo>
                    <a:lnTo>
                      <a:pt x="337788" y="5601"/>
                    </a:lnTo>
                    <a:cubicBezTo>
                      <a:pt x="337788" y="8700"/>
                      <a:pt x="335285" y="11201"/>
                      <a:pt x="332185" y="11201"/>
                    </a:cubicBezTo>
                    <a:lnTo>
                      <a:pt x="332185" y="11201"/>
                    </a:lnTo>
                    <a:cubicBezTo>
                      <a:pt x="329085" y="11201"/>
                      <a:pt x="326583" y="8700"/>
                      <a:pt x="326583" y="5601"/>
                    </a:cubicBezTo>
                    <a:close/>
                    <a:moveTo>
                      <a:pt x="296890" y="5601"/>
                    </a:moveTo>
                    <a:cubicBezTo>
                      <a:pt x="296890" y="2501"/>
                      <a:pt x="299393" y="0"/>
                      <a:pt x="302492" y="0"/>
                    </a:cubicBezTo>
                    <a:lnTo>
                      <a:pt x="302492" y="0"/>
                    </a:lnTo>
                    <a:cubicBezTo>
                      <a:pt x="305593" y="0"/>
                      <a:pt x="308095" y="2501"/>
                      <a:pt x="308095" y="5601"/>
                    </a:cubicBezTo>
                    <a:lnTo>
                      <a:pt x="308095" y="5601"/>
                    </a:lnTo>
                    <a:cubicBezTo>
                      <a:pt x="308095" y="8700"/>
                      <a:pt x="305593" y="11201"/>
                      <a:pt x="302492" y="11201"/>
                    </a:cubicBezTo>
                    <a:lnTo>
                      <a:pt x="302492" y="11201"/>
                    </a:lnTo>
                    <a:cubicBezTo>
                      <a:pt x="299393" y="11201"/>
                      <a:pt x="296890" y="8700"/>
                      <a:pt x="296890" y="5601"/>
                    </a:cubicBezTo>
                    <a:close/>
                    <a:moveTo>
                      <a:pt x="267197" y="5601"/>
                    </a:moveTo>
                    <a:cubicBezTo>
                      <a:pt x="267197" y="2501"/>
                      <a:pt x="269700" y="0"/>
                      <a:pt x="272800" y="0"/>
                    </a:cubicBezTo>
                    <a:lnTo>
                      <a:pt x="272800" y="0"/>
                    </a:lnTo>
                    <a:cubicBezTo>
                      <a:pt x="275900" y="0"/>
                      <a:pt x="278402" y="2501"/>
                      <a:pt x="278402" y="5601"/>
                    </a:cubicBezTo>
                    <a:lnTo>
                      <a:pt x="278402" y="5601"/>
                    </a:lnTo>
                    <a:cubicBezTo>
                      <a:pt x="278402" y="8700"/>
                      <a:pt x="275900" y="11201"/>
                      <a:pt x="272800" y="11201"/>
                    </a:cubicBezTo>
                    <a:lnTo>
                      <a:pt x="272800" y="11201"/>
                    </a:lnTo>
                    <a:cubicBezTo>
                      <a:pt x="269700" y="11201"/>
                      <a:pt x="267197" y="8700"/>
                      <a:pt x="267197" y="5601"/>
                    </a:cubicBezTo>
                    <a:close/>
                    <a:moveTo>
                      <a:pt x="237505" y="5601"/>
                    </a:moveTo>
                    <a:cubicBezTo>
                      <a:pt x="237505" y="2501"/>
                      <a:pt x="240007" y="0"/>
                      <a:pt x="243107" y="0"/>
                    </a:cubicBezTo>
                    <a:lnTo>
                      <a:pt x="243107" y="0"/>
                    </a:lnTo>
                    <a:cubicBezTo>
                      <a:pt x="246207" y="0"/>
                      <a:pt x="248710" y="2501"/>
                      <a:pt x="248710" y="5601"/>
                    </a:cubicBezTo>
                    <a:lnTo>
                      <a:pt x="248710" y="5601"/>
                    </a:lnTo>
                    <a:cubicBezTo>
                      <a:pt x="248710" y="8700"/>
                      <a:pt x="246207" y="11201"/>
                      <a:pt x="243107" y="11201"/>
                    </a:cubicBezTo>
                    <a:lnTo>
                      <a:pt x="243107" y="11201"/>
                    </a:lnTo>
                    <a:cubicBezTo>
                      <a:pt x="240007" y="11201"/>
                      <a:pt x="237505" y="8700"/>
                      <a:pt x="237505" y="5601"/>
                    </a:cubicBezTo>
                    <a:close/>
                    <a:moveTo>
                      <a:pt x="207812" y="5601"/>
                    </a:moveTo>
                    <a:cubicBezTo>
                      <a:pt x="207812" y="2501"/>
                      <a:pt x="210314" y="0"/>
                      <a:pt x="213414" y="0"/>
                    </a:cubicBezTo>
                    <a:lnTo>
                      <a:pt x="213414" y="0"/>
                    </a:lnTo>
                    <a:cubicBezTo>
                      <a:pt x="216514" y="0"/>
                      <a:pt x="219017" y="2501"/>
                      <a:pt x="219017" y="5601"/>
                    </a:cubicBezTo>
                    <a:lnTo>
                      <a:pt x="219017" y="5601"/>
                    </a:lnTo>
                    <a:cubicBezTo>
                      <a:pt x="219017" y="8700"/>
                      <a:pt x="216514" y="11201"/>
                      <a:pt x="213414" y="11201"/>
                    </a:cubicBezTo>
                    <a:lnTo>
                      <a:pt x="213414" y="11201"/>
                    </a:lnTo>
                    <a:cubicBezTo>
                      <a:pt x="210314" y="11201"/>
                      <a:pt x="207812" y="8700"/>
                      <a:pt x="207812" y="5601"/>
                    </a:cubicBezTo>
                    <a:close/>
                    <a:moveTo>
                      <a:pt x="178119" y="5601"/>
                    </a:moveTo>
                    <a:cubicBezTo>
                      <a:pt x="178119" y="2501"/>
                      <a:pt x="180621" y="0"/>
                      <a:pt x="183722" y="0"/>
                    </a:cubicBezTo>
                    <a:lnTo>
                      <a:pt x="183722" y="0"/>
                    </a:lnTo>
                    <a:cubicBezTo>
                      <a:pt x="186822" y="0"/>
                      <a:pt x="189324" y="2501"/>
                      <a:pt x="189324" y="5601"/>
                    </a:cubicBezTo>
                    <a:lnTo>
                      <a:pt x="189324" y="5601"/>
                    </a:lnTo>
                    <a:cubicBezTo>
                      <a:pt x="189324" y="8700"/>
                      <a:pt x="186822" y="11201"/>
                      <a:pt x="183722" y="11201"/>
                    </a:cubicBezTo>
                    <a:lnTo>
                      <a:pt x="183722" y="11201"/>
                    </a:lnTo>
                    <a:cubicBezTo>
                      <a:pt x="180621" y="11201"/>
                      <a:pt x="178119" y="8700"/>
                      <a:pt x="178119" y="5601"/>
                    </a:cubicBezTo>
                    <a:close/>
                    <a:moveTo>
                      <a:pt x="148426" y="5601"/>
                    </a:moveTo>
                    <a:cubicBezTo>
                      <a:pt x="148426" y="2501"/>
                      <a:pt x="150929" y="0"/>
                      <a:pt x="154029" y="0"/>
                    </a:cubicBezTo>
                    <a:lnTo>
                      <a:pt x="154029" y="0"/>
                    </a:lnTo>
                    <a:cubicBezTo>
                      <a:pt x="157129" y="0"/>
                      <a:pt x="159631" y="2501"/>
                      <a:pt x="159631" y="5601"/>
                    </a:cubicBezTo>
                    <a:lnTo>
                      <a:pt x="159631" y="5601"/>
                    </a:lnTo>
                    <a:cubicBezTo>
                      <a:pt x="159631" y="8700"/>
                      <a:pt x="157129" y="11201"/>
                      <a:pt x="154029" y="11201"/>
                    </a:cubicBezTo>
                    <a:lnTo>
                      <a:pt x="154029" y="11201"/>
                    </a:lnTo>
                    <a:cubicBezTo>
                      <a:pt x="150929" y="11201"/>
                      <a:pt x="148426" y="8700"/>
                      <a:pt x="148426" y="5601"/>
                    </a:cubicBezTo>
                    <a:close/>
                    <a:moveTo>
                      <a:pt x="118734" y="5601"/>
                    </a:moveTo>
                    <a:cubicBezTo>
                      <a:pt x="118734" y="2501"/>
                      <a:pt x="121236" y="0"/>
                      <a:pt x="124336" y="0"/>
                    </a:cubicBezTo>
                    <a:lnTo>
                      <a:pt x="124336" y="0"/>
                    </a:lnTo>
                    <a:cubicBezTo>
                      <a:pt x="127436" y="0"/>
                      <a:pt x="129939" y="2501"/>
                      <a:pt x="129939" y="5601"/>
                    </a:cubicBezTo>
                    <a:lnTo>
                      <a:pt x="129939" y="5601"/>
                    </a:lnTo>
                    <a:cubicBezTo>
                      <a:pt x="129939" y="8700"/>
                      <a:pt x="127436" y="11201"/>
                      <a:pt x="124336" y="11201"/>
                    </a:cubicBezTo>
                    <a:lnTo>
                      <a:pt x="124336" y="11201"/>
                    </a:lnTo>
                    <a:cubicBezTo>
                      <a:pt x="121236" y="11201"/>
                      <a:pt x="118734" y="8700"/>
                      <a:pt x="118734" y="5601"/>
                    </a:cubicBezTo>
                    <a:close/>
                    <a:moveTo>
                      <a:pt x="89041" y="5601"/>
                    </a:moveTo>
                    <a:cubicBezTo>
                      <a:pt x="89041" y="2501"/>
                      <a:pt x="91581" y="0"/>
                      <a:pt x="94644" y="0"/>
                    </a:cubicBezTo>
                    <a:lnTo>
                      <a:pt x="94644" y="0"/>
                    </a:lnTo>
                    <a:cubicBezTo>
                      <a:pt x="97743" y="0"/>
                      <a:pt x="100246" y="2501"/>
                      <a:pt x="100246" y="5601"/>
                    </a:cubicBezTo>
                    <a:lnTo>
                      <a:pt x="100246" y="5601"/>
                    </a:lnTo>
                    <a:cubicBezTo>
                      <a:pt x="100246" y="8700"/>
                      <a:pt x="97743" y="11201"/>
                      <a:pt x="94644" y="11201"/>
                    </a:cubicBezTo>
                    <a:lnTo>
                      <a:pt x="94644" y="11201"/>
                    </a:lnTo>
                    <a:cubicBezTo>
                      <a:pt x="91581" y="11201"/>
                      <a:pt x="89041" y="8700"/>
                      <a:pt x="89041" y="5601"/>
                    </a:cubicBezTo>
                    <a:close/>
                    <a:moveTo>
                      <a:pt x="59348" y="5601"/>
                    </a:moveTo>
                    <a:cubicBezTo>
                      <a:pt x="59348" y="2501"/>
                      <a:pt x="61888" y="0"/>
                      <a:pt x="64988" y="0"/>
                    </a:cubicBezTo>
                    <a:lnTo>
                      <a:pt x="64988" y="0"/>
                    </a:lnTo>
                    <a:cubicBezTo>
                      <a:pt x="68050" y="0"/>
                      <a:pt x="70590" y="2501"/>
                      <a:pt x="70590" y="5601"/>
                    </a:cubicBezTo>
                    <a:lnTo>
                      <a:pt x="70590" y="5601"/>
                    </a:lnTo>
                    <a:cubicBezTo>
                      <a:pt x="70590" y="8700"/>
                      <a:pt x="68050" y="11201"/>
                      <a:pt x="64988" y="11201"/>
                    </a:cubicBezTo>
                    <a:lnTo>
                      <a:pt x="64988" y="11201"/>
                    </a:lnTo>
                    <a:cubicBezTo>
                      <a:pt x="61888" y="11201"/>
                      <a:pt x="59348" y="8700"/>
                      <a:pt x="59348" y="5601"/>
                    </a:cubicBezTo>
                    <a:close/>
                    <a:moveTo>
                      <a:pt x="29693" y="5601"/>
                    </a:moveTo>
                    <a:cubicBezTo>
                      <a:pt x="29693" y="2501"/>
                      <a:pt x="32195" y="0"/>
                      <a:pt x="35295" y="0"/>
                    </a:cubicBezTo>
                    <a:lnTo>
                      <a:pt x="35295" y="0"/>
                    </a:lnTo>
                    <a:cubicBezTo>
                      <a:pt x="38358" y="0"/>
                      <a:pt x="40898" y="2501"/>
                      <a:pt x="40898" y="5601"/>
                    </a:cubicBezTo>
                    <a:lnTo>
                      <a:pt x="40898" y="5601"/>
                    </a:lnTo>
                    <a:cubicBezTo>
                      <a:pt x="40898" y="8700"/>
                      <a:pt x="38358" y="11201"/>
                      <a:pt x="35295" y="11201"/>
                    </a:cubicBezTo>
                    <a:lnTo>
                      <a:pt x="35295" y="11201"/>
                    </a:lnTo>
                    <a:cubicBezTo>
                      <a:pt x="32195" y="11201"/>
                      <a:pt x="29693" y="8700"/>
                      <a:pt x="29693" y="5601"/>
                    </a:cubicBezTo>
                    <a:close/>
                    <a:moveTo>
                      <a:pt x="0" y="5601"/>
                    </a:moveTo>
                    <a:cubicBezTo>
                      <a:pt x="0" y="2501"/>
                      <a:pt x="2503" y="0"/>
                      <a:pt x="5602" y="0"/>
                    </a:cubicBezTo>
                    <a:lnTo>
                      <a:pt x="5602" y="0"/>
                    </a:lnTo>
                    <a:cubicBezTo>
                      <a:pt x="8665" y="0"/>
                      <a:pt x="11167" y="2501"/>
                      <a:pt x="11167" y="5601"/>
                    </a:cubicBezTo>
                    <a:lnTo>
                      <a:pt x="11167" y="5601"/>
                    </a:lnTo>
                    <a:cubicBezTo>
                      <a:pt x="11167" y="8700"/>
                      <a:pt x="8665" y="11201"/>
                      <a:pt x="5602" y="11201"/>
                    </a:cubicBezTo>
                    <a:lnTo>
                      <a:pt x="5602" y="11201"/>
                    </a:lnTo>
                    <a:cubicBezTo>
                      <a:pt x="2503" y="11201"/>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5" name="Google Shape;2025;p90"/>
              <p:cNvSpPr/>
              <p:nvPr/>
            </p:nvSpPr>
            <p:spPr>
              <a:xfrm>
                <a:off x="7322417" y="5750535"/>
                <a:ext cx="11204" cy="11185"/>
              </a:xfrm>
              <a:custGeom>
                <a:rect b="b" l="l" r="r" t="t"/>
                <a:pathLst>
                  <a:path extrusionOk="0" h="11185" w="11204">
                    <a:moveTo>
                      <a:pt x="5602" y="11185"/>
                    </a:moveTo>
                    <a:cubicBezTo>
                      <a:pt x="4855" y="11185"/>
                      <a:pt x="4108" y="11036"/>
                      <a:pt x="3436" y="10774"/>
                    </a:cubicBezTo>
                    <a:cubicBezTo>
                      <a:pt x="2764" y="10475"/>
                      <a:pt x="2166" y="10065"/>
                      <a:pt x="1643" y="9542"/>
                    </a:cubicBezTo>
                    <a:cubicBezTo>
                      <a:pt x="560" y="8496"/>
                      <a:pt x="0" y="7078"/>
                      <a:pt x="0" y="5584"/>
                    </a:cubicBezTo>
                    <a:cubicBezTo>
                      <a:pt x="0" y="5211"/>
                      <a:pt x="37" y="4875"/>
                      <a:pt x="112" y="4501"/>
                    </a:cubicBezTo>
                    <a:cubicBezTo>
                      <a:pt x="186" y="4128"/>
                      <a:pt x="261" y="3792"/>
                      <a:pt x="411" y="3456"/>
                    </a:cubicBezTo>
                    <a:cubicBezTo>
                      <a:pt x="560" y="3120"/>
                      <a:pt x="747" y="2784"/>
                      <a:pt x="934" y="2485"/>
                    </a:cubicBezTo>
                    <a:cubicBezTo>
                      <a:pt x="1158" y="2187"/>
                      <a:pt x="1382" y="1888"/>
                      <a:pt x="1643" y="1626"/>
                    </a:cubicBezTo>
                    <a:cubicBezTo>
                      <a:pt x="2913" y="320"/>
                      <a:pt x="4855" y="-240"/>
                      <a:pt x="6686" y="95"/>
                    </a:cubicBezTo>
                    <a:cubicBezTo>
                      <a:pt x="7059" y="170"/>
                      <a:pt x="7395" y="282"/>
                      <a:pt x="7731" y="432"/>
                    </a:cubicBezTo>
                    <a:cubicBezTo>
                      <a:pt x="8068" y="544"/>
                      <a:pt x="8404" y="730"/>
                      <a:pt x="8702" y="955"/>
                    </a:cubicBezTo>
                    <a:cubicBezTo>
                      <a:pt x="9001" y="1141"/>
                      <a:pt x="9300" y="1365"/>
                      <a:pt x="9561" y="1626"/>
                    </a:cubicBezTo>
                    <a:cubicBezTo>
                      <a:pt x="9823" y="1888"/>
                      <a:pt x="10047" y="2187"/>
                      <a:pt x="10234" y="2485"/>
                    </a:cubicBezTo>
                    <a:cubicBezTo>
                      <a:pt x="10458" y="2784"/>
                      <a:pt x="10607" y="3120"/>
                      <a:pt x="10757" y="3456"/>
                    </a:cubicBezTo>
                    <a:cubicBezTo>
                      <a:pt x="10906" y="3792"/>
                      <a:pt x="11018" y="4128"/>
                      <a:pt x="11093" y="4501"/>
                    </a:cubicBezTo>
                    <a:cubicBezTo>
                      <a:pt x="11167" y="4875"/>
                      <a:pt x="11205" y="5211"/>
                      <a:pt x="11205" y="5584"/>
                    </a:cubicBezTo>
                    <a:cubicBezTo>
                      <a:pt x="11205" y="6331"/>
                      <a:pt x="11055" y="7041"/>
                      <a:pt x="10757" y="7712"/>
                    </a:cubicBezTo>
                    <a:cubicBezTo>
                      <a:pt x="10495" y="8422"/>
                      <a:pt x="10084" y="9019"/>
                      <a:pt x="9561" y="9542"/>
                    </a:cubicBezTo>
                    <a:cubicBezTo>
                      <a:pt x="9038" y="10065"/>
                      <a:pt x="8404" y="10475"/>
                      <a:pt x="7731" y="10774"/>
                    </a:cubicBezTo>
                    <a:cubicBezTo>
                      <a:pt x="7059" y="11036"/>
                      <a:pt x="6349" y="11185"/>
                      <a:pt x="5602" y="1118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26" name="Google Shape;2026;p90"/>
            <p:cNvGrpSpPr/>
            <p:nvPr/>
          </p:nvGrpSpPr>
          <p:grpSpPr>
            <a:xfrm>
              <a:off x="3635263" y="4465289"/>
              <a:ext cx="1029830" cy="8401"/>
              <a:chOff x="4741768" y="5750519"/>
              <a:chExt cx="1373107" cy="11201"/>
            </a:xfrm>
          </p:grpSpPr>
          <p:sp>
            <p:nvSpPr>
              <p:cNvPr id="2027" name="Google Shape;2027;p90"/>
              <p:cNvSpPr/>
              <p:nvPr/>
            </p:nvSpPr>
            <p:spPr>
              <a:xfrm>
                <a:off x="4741768" y="5750519"/>
                <a:ext cx="11204" cy="11201"/>
              </a:xfrm>
              <a:custGeom>
                <a:rect b="b" l="l" r="r" t="t"/>
                <a:pathLst>
                  <a:path extrusionOk="0" h="11201" w="11204">
                    <a:moveTo>
                      <a:pt x="5602" y="11201"/>
                    </a:moveTo>
                    <a:cubicBezTo>
                      <a:pt x="4855" y="11201"/>
                      <a:pt x="4146" y="11052"/>
                      <a:pt x="3473" y="10791"/>
                    </a:cubicBezTo>
                    <a:cubicBezTo>
                      <a:pt x="2801" y="10492"/>
                      <a:pt x="2166" y="10081"/>
                      <a:pt x="1643" y="9558"/>
                    </a:cubicBezTo>
                    <a:cubicBezTo>
                      <a:pt x="598" y="8513"/>
                      <a:pt x="0" y="7094"/>
                      <a:pt x="0" y="5601"/>
                    </a:cubicBezTo>
                    <a:cubicBezTo>
                      <a:pt x="0" y="5227"/>
                      <a:pt x="37" y="4891"/>
                      <a:pt x="112" y="4518"/>
                    </a:cubicBezTo>
                    <a:cubicBezTo>
                      <a:pt x="187" y="4145"/>
                      <a:pt x="299" y="3809"/>
                      <a:pt x="448" y="3472"/>
                    </a:cubicBezTo>
                    <a:cubicBezTo>
                      <a:pt x="560" y="3136"/>
                      <a:pt x="747" y="2800"/>
                      <a:pt x="934" y="2501"/>
                    </a:cubicBezTo>
                    <a:cubicBezTo>
                      <a:pt x="1158" y="2203"/>
                      <a:pt x="1382" y="1904"/>
                      <a:pt x="1643" y="1643"/>
                    </a:cubicBezTo>
                    <a:cubicBezTo>
                      <a:pt x="1905" y="1382"/>
                      <a:pt x="2204" y="1157"/>
                      <a:pt x="2503" y="971"/>
                    </a:cubicBezTo>
                    <a:cubicBezTo>
                      <a:pt x="2801" y="747"/>
                      <a:pt x="3137" y="560"/>
                      <a:pt x="3473" y="448"/>
                    </a:cubicBezTo>
                    <a:cubicBezTo>
                      <a:pt x="3810" y="299"/>
                      <a:pt x="4146" y="187"/>
                      <a:pt x="4519" y="112"/>
                    </a:cubicBezTo>
                    <a:cubicBezTo>
                      <a:pt x="5229" y="-37"/>
                      <a:pt x="5976" y="-37"/>
                      <a:pt x="6686" y="112"/>
                    </a:cubicBezTo>
                    <a:cubicBezTo>
                      <a:pt x="7059" y="187"/>
                      <a:pt x="7395" y="299"/>
                      <a:pt x="7731" y="448"/>
                    </a:cubicBezTo>
                    <a:cubicBezTo>
                      <a:pt x="8105" y="560"/>
                      <a:pt x="8404" y="747"/>
                      <a:pt x="8702" y="971"/>
                    </a:cubicBezTo>
                    <a:cubicBezTo>
                      <a:pt x="9039" y="1157"/>
                      <a:pt x="9300" y="1382"/>
                      <a:pt x="9561" y="1643"/>
                    </a:cubicBezTo>
                    <a:cubicBezTo>
                      <a:pt x="9823" y="1904"/>
                      <a:pt x="10047" y="2203"/>
                      <a:pt x="10271" y="2501"/>
                    </a:cubicBezTo>
                    <a:cubicBezTo>
                      <a:pt x="10458" y="2800"/>
                      <a:pt x="10645" y="3136"/>
                      <a:pt x="10794" y="3472"/>
                    </a:cubicBezTo>
                    <a:cubicBezTo>
                      <a:pt x="10906" y="3809"/>
                      <a:pt x="11018" y="4145"/>
                      <a:pt x="11093" y="4518"/>
                    </a:cubicBezTo>
                    <a:cubicBezTo>
                      <a:pt x="11167" y="4891"/>
                      <a:pt x="11205" y="5227"/>
                      <a:pt x="11205" y="5601"/>
                    </a:cubicBezTo>
                    <a:cubicBezTo>
                      <a:pt x="11205" y="7094"/>
                      <a:pt x="10645" y="8513"/>
                      <a:pt x="9561" y="9558"/>
                    </a:cubicBezTo>
                    <a:cubicBezTo>
                      <a:pt x="9039" y="10081"/>
                      <a:pt x="8441" y="10492"/>
                      <a:pt x="7731" y="10791"/>
                    </a:cubicBezTo>
                    <a:cubicBezTo>
                      <a:pt x="7059" y="11052"/>
                      <a:pt x="6349" y="11201"/>
                      <a:pt x="5602" y="112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8" name="Google Shape;2028;p90"/>
              <p:cNvSpPr/>
              <p:nvPr/>
            </p:nvSpPr>
            <p:spPr>
              <a:xfrm>
                <a:off x="4771386" y="5750519"/>
                <a:ext cx="1313909" cy="11201"/>
              </a:xfrm>
              <a:custGeom>
                <a:rect b="b" l="l" r="r" t="t"/>
                <a:pathLst>
                  <a:path extrusionOk="0" h="11201" w="1313909">
                    <a:moveTo>
                      <a:pt x="1302704" y="5601"/>
                    </a:moveTo>
                    <a:cubicBezTo>
                      <a:pt x="1302704" y="2501"/>
                      <a:pt x="1305207" y="0"/>
                      <a:pt x="1308307" y="0"/>
                    </a:cubicBezTo>
                    <a:lnTo>
                      <a:pt x="1308307" y="0"/>
                    </a:lnTo>
                    <a:cubicBezTo>
                      <a:pt x="1311407" y="0"/>
                      <a:pt x="1313909" y="2501"/>
                      <a:pt x="1313909" y="5601"/>
                    </a:cubicBezTo>
                    <a:lnTo>
                      <a:pt x="1313909" y="5601"/>
                    </a:lnTo>
                    <a:cubicBezTo>
                      <a:pt x="1313909" y="8700"/>
                      <a:pt x="1311407" y="11201"/>
                      <a:pt x="1308307" y="11201"/>
                    </a:cubicBezTo>
                    <a:lnTo>
                      <a:pt x="1308307" y="11201"/>
                    </a:lnTo>
                    <a:cubicBezTo>
                      <a:pt x="1305207" y="11201"/>
                      <a:pt x="1302704" y="8700"/>
                      <a:pt x="1302704" y="5601"/>
                    </a:cubicBezTo>
                    <a:close/>
                    <a:moveTo>
                      <a:pt x="1273086" y="5601"/>
                    </a:moveTo>
                    <a:cubicBezTo>
                      <a:pt x="1273086" y="2501"/>
                      <a:pt x="1275589" y="0"/>
                      <a:pt x="1278689" y="0"/>
                    </a:cubicBezTo>
                    <a:lnTo>
                      <a:pt x="1278689" y="0"/>
                    </a:lnTo>
                    <a:cubicBezTo>
                      <a:pt x="1281789" y="0"/>
                      <a:pt x="1284291" y="2501"/>
                      <a:pt x="1284291" y="5601"/>
                    </a:cubicBezTo>
                    <a:lnTo>
                      <a:pt x="1284291" y="5601"/>
                    </a:lnTo>
                    <a:cubicBezTo>
                      <a:pt x="1284291" y="8700"/>
                      <a:pt x="1281789" y="11201"/>
                      <a:pt x="1278689" y="11201"/>
                    </a:cubicBezTo>
                    <a:lnTo>
                      <a:pt x="1278689" y="11201"/>
                    </a:lnTo>
                    <a:cubicBezTo>
                      <a:pt x="1275589" y="11201"/>
                      <a:pt x="1273086" y="8700"/>
                      <a:pt x="1273086" y="5601"/>
                    </a:cubicBezTo>
                    <a:close/>
                    <a:moveTo>
                      <a:pt x="1243472" y="5601"/>
                    </a:moveTo>
                    <a:cubicBezTo>
                      <a:pt x="1243472" y="2501"/>
                      <a:pt x="1245975" y="0"/>
                      <a:pt x="1249075" y="0"/>
                    </a:cubicBezTo>
                    <a:lnTo>
                      <a:pt x="1249075" y="0"/>
                    </a:lnTo>
                    <a:cubicBezTo>
                      <a:pt x="1252174" y="0"/>
                      <a:pt x="1254677" y="2501"/>
                      <a:pt x="1254677" y="5601"/>
                    </a:cubicBezTo>
                    <a:lnTo>
                      <a:pt x="1254677" y="5601"/>
                    </a:lnTo>
                    <a:cubicBezTo>
                      <a:pt x="1254677" y="8700"/>
                      <a:pt x="1252174" y="11201"/>
                      <a:pt x="1249075" y="11201"/>
                    </a:cubicBezTo>
                    <a:lnTo>
                      <a:pt x="1249075" y="11201"/>
                    </a:lnTo>
                    <a:cubicBezTo>
                      <a:pt x="1245975" y="11201"/>
                      <a:pt x="1243472" y="8700"/>
                      <a:pt x="1243472" y="5601"/>
                    </a:cubicBezTo>
                    <a:close/>
                    <a:moveTo>
                      <a:pt x="1213854" y="5601"/>
                    </a:moveTo>
                    <a:cubicBezTo>
                      <a:pt x="1213854" y="2501"/>
                      <a:pt x="1216394" y="0"/>
                      <a:pt x="1219494" y="0"/>
                    </a:cubicBezTo>
                    <a:lnTo>
                      <a:pt x="1219494" y="0"/>
                    </a:lnTo>
                    <a:cubicBezTo>
                      <a:pt x="1222556" y="0"/>
                      <a:pt x="1225059" y="2501"/>
                      <a:pt x="1225059" y="5601"/>
                    </a:cubicBezTo>
                    <a:lnTo>
                      <a:pt x="1225059" y="5601"/>
                    </a:lnTo>
                    <a:cubicBezTo>
                      <a:pt x="1225059" y="8700"/>
                      <a:pt x="1222556" y="11201"/>
                      <a:pt x="1219494" y="11201"/>
                    </a:cubicBezTo>
                    <a:lnTo>
                      <a:pt x="1219494" y="11201"/>
                    </a:lnTo>
                    <a:cubicBezTo>
                      <a:pt x="1216394" y="11201"/>
                      <a:pt x="1213854" y="8700"/>
                      <a:pt x="1213854" y="5601"/>
                    </a:cubicBezTo>
                    <a:close/>
                    <a:moveTo>
                      <a:pt x="1184273" y="5601"/>
                    </a:moveTo>
                    <a:cubicBezTo>
                      <a:pt x="1184273" y="2501"/>
                      <a:pt x="1186776" y="0"/>
                      <a:pt x="1189876" y="0"/>
                    </a:cubicBezTo>
                    <a:lnTo>
                      <a:pt x="1189876" y="0"/>
                    </a:lnTo>
                    <a:cubicBezTo>
                      <a:pt x="1192938" y="0"/>
                      <a:pt x="1195478" y="2501"/>
                      <a:pt x="1195478" y="5601"/>
                    </a:cubicBezTo>
                    <a:lnTo>
                      <a:pt x="1195478" y="5601"/>
                    </a:lnTo>
                    <a:cubicBezTo>
                      <a:pt x="1195478" y="8700"/>
                      <a:pt x="1192938" y="11201"/>
                      <a:pt x="1189876" y="11201"/>
                    </a:cubicBezTo>
                    <a:lnTo>
                      <a:pt x="1189876" y="11201"/>
                    </a:lnTo>
                    <a:cubicBezTo>
                      <a:pt x="1186776" y="11201"/>
                      <a:pt x="1184273" y="8700"/>
                      <a:pt x="1184273" y="5601"/>
                    </a:cubicBezTo>
                    <a:close/>
                    <a:moveTo>
                      <a:pt x="1154655" y="5601"/>
                    </a:moveTo>
                    <a:cubicBezTo>
                      <a:pt x="1154655" y="2501"/>
                      <a:pt x="1157158" y="0"/>
                      <a:pt x="1160258" y="0"/>
                    </a:cubicBezTo>
                    <a:lnTo>
                      <a:pt x="1160258" y="0"/>
                    </a:lnTo>
                    <a:cubicBezTo>
                      <a:pt x="1163358" y="0"/>
                      <a:pt x="1165860" y="2501"/>
                      <a:pt x="1165860" y="5601"/>
                    </a:cubicBezTo>
                    <a:lnTo>
                      <a:pt x="1165860" y="5601"/>
                    </a:lnTo>
                    <a:cubicBezTo>
                      <a:pt x="1165860" y="8700"/>
                      <a:pt x="1163358" y="11201"/>
                      <a:pt x="1160258" y="11201"/>
                    </a:cubicBezTo>
                    <a:lnTo>
                      <a:pt x="1160258" y="11201"/>
                    </a:lnTo>
                    <a:cubicBezTo>
                      <a:pt x="1157158" y="11201"/>
                      <a:pt x="1154655" y="8700"/>
                      <a:pt x="1154655" y="5601"/>
                    </a:cubicBezTo>
                    <a:close/>
                    <a:moveTo>
                      <a:pt x="1125037" y="5601"/>
                    </a:moveTo>
                    <a:cubicBezTo>
                      <a:pt x="1125037" y="2501"/>
                      <a:pt x="1127577" y="0"/>
                      <a:pt x="1130640" y="0"/>
                    </a:cubicBezTo>
                    <a:lnTo>
                      <a:pt x="1130640" y="0"/>
                    </a:lnTo>
                    <a:cubicBezTo>
                      <a:pt x="1133740" y="0"/>
                      <a:pt x="1136280" y="2501"/>
                      <a:pt x="1136280" y="5601"/>
                    </a:cubicBezTo>
                    <a:lnTo>
                      <a:pt x="1136280" y="5601"/>
                    </a:lnTo>
                    <a:cubicBezTo>
                      <a:pt x="1136280" y="8700"/>
                      <a:pt x="1133740" y="11201"/>
                      <a:pt x="1130640" y="11201"/>
                    </a:cubicBezTo>
                    <a:lnTo>
                      <a:pt x="1130640" y="11201"/>
                    </a:lnTo>
                    <a:cubicBezTo>
                      <a:pt x="1127577" y="11201"/>
                      <a:pt x="1125037" y="8700"/>
                      <a:pt x="1125037" y="5601"/>
                    </a:cubicBezTo>
                    <a:close/>
                    <a:moveTo>
                      <a:pt x="1095457" y="5601"/>
                    </a:moveTo>
                    <a:cubicBezTo>
                      <a:pt x="1095457" y="2501"/>
                      <a:pt x="1097959" y="0"/>
                      <a:pt x="1101059" y="0"/>
                    </a:cubicBezTo>
                    <a:lnTo>
                      <a:pt x="1101059" y="0"/>
                    </a:lnTo>
                    <a:cubicBezTo>
                      <a:pt x="1104159" y="0"/>
                      <a:pt x="1106662" y="2501"/>
                      <a:pt x="1106662" y="5601"/>
                    </a:cubicBezTo>
                    <a:lnTo>
                      <a:pt x="1106662" y="5601"/>
                    </a:lnTo>
                    <a:cubicBezTo>
                      <a:pt x="1106662" y="8700"/>
                      <a:pt x="1104159" y="11201"/>
                      <a:pt x="1101059" y="11201"/>
                    </a:cubicBezTo>
                    <a:lnTo>
                      <a:pt x="1101059" y="11201"/>
                    </a:lnTo>
                    <a:cubicBezTo>
                      <a:pt x="1097959" y="11201"/>
                      <a:pt x="1095457" y="8700"/>
                      <a:pt x="1095457" y="5601"/>
                    </a:cubicBezTo>
                    <a:close/>
                    <a:moveTo>
                      <a:pt x="1065838" y="5601"/>
                    </a:moveTo>
                    <a:cubicBezTo>
                      <a:pt x="1065838" y="2501"/>
                      <a:pt x="1068341" y="0"/>
                      <a:pt x="1071441" y="0"/>
                    </a:cubicBezTo>
                    <a:lnTo>
                      <a:pt x="1071441" y="0"/>
                    </a:lnTo>
                    <a:cubicBezTo>
                      <a:pt x="1074541" y="0"/>
                      <a:pt x="1077043" y="2501"/>
                      <a:pt x="1077043" y="5601"/>
                    </a:cubicBezTo>
                    <a:lnTo>
                      <a:pt x="1077043" y="5601"/>
                    </a:lnTo>
                    <a:cubicBezTo>
                      <a:pt x="1077043" y="8700"/>
                      <a:pt x="1074541" y="11201"/>
                      <a:pt x="1071441" y="11201"/>
                    </a:cubicBezTo>
                    <a:lnTo>
                      <a:pt x="1071441" y="11201"/>
                    </a:lnTo>
                    <a:cubicBezTo>
                      <a:pt x="1068341" y="11201"/>
                      <a:pt x="1065838" y="8700"/>
                      <a:pt x="1065838" y="5601"/>
                    </a:cubicBezTo>
                    <a:close/>
                    <a:moveTo>
                      <a:pt x="1036220" y="5601"/>
                    </a:moveTo>
                    <a:cubicBezTo>
                      <a:pt x="1036220" y="2501"/>
                      <a:pt x="1038723" y="0"/>
                      <a:pt x="1041823" y="0"/>
                    </a:cubicBezTo>
                    <a:lnTo>
                      <a:pt x="1041823" y="0"/>
                    </a:lnTo>
                    <a:cubicBezTo>
                      <a:pt x="1044923" y="0"/>
                      <a:pt x="1047425" y="2501"/>
                      <a:pt x="1047425" y="5601"/>
                    </a:cubicBezTo>
                    <a:lnTo>
                      <a:pt x="1047425" y="5601"/>
                    </a:lnTo>
                    <a:cubicBezTo>
                      <a:pt x="1047425" y="8700"/>
                      <a:pt x="1044923" y="11201"/>
                      <a:pt x="1041823" y="11201"/>
                    </a:cubicBezTo>
                    <a:lnTo>
                      <a:pt x="1041823" y="11201"/>
                    </a:lnTo>
                    <a:cubicBezTo>
                      <a:pt x="1038723" y="11201"/>
                      <a:pt x="1036220" y="8700"/>
                      <a:pt x="1036220" y="5601"/>
                    </a:cubicBezTo>
                    <a:close/>
                    <a:moveTo>
                      <a:pt x="1006640" y="5601"/>
                    </a:moveTo>
                    <a:cubicBezTo>
                      <a:pt x="1006640" y="2501"/>
                      <a:pt x="1009142" y="0"/>
                      <a:pt x="1012242" y="0"/>
                    </a:cubicBezTo>
                    <a:lnTo>
                      <a:pt x="1012242" y="0"/>
                    </a:lnTo>
                    <a:cubicBezTo>
                      <a:pt x="1015305" y="0"/>
                      <a:pt x="1017845" y="2501"/>
                      <a:pt x="1017845" y="5601"/>
                    </a:cubicBezTo>
                    <a:lnTo>
                      <a:pt x="1017845" y="5601"/>
                    </a:lnTo>
                    <a:cubicBezTo>
                      <a:pt x="1017845" y="8700"/>
                      <a:pt x="1015305" y="11201"/>
                      <a:pt x="1012242" y="11201"/>
                    </a:cubicBezTo>
                    <a:lnTo>
                      <a:pt x="1012242" y="11201"/>
                    </a:lnTo>
                    <a:cubicBezTo>
                      <a:pt x="1009142" y="11201"/>
                      <a:pt x="1006640" y="8700"/>
                      <a:pt x="1006640" y="5601"/>
                    </a:cubicBezTo>
                    <a:close/>
                    <a:moveTo>
                      <a:pt x="977022" y="5601"/>
                    </a:moveTo>
                    <a:cubicBezTo>
                      <a:pt x="977022" y="2501"/>
                      <a:pt x="979524" y="0"/>
                      <a:pt x="982624" y="0"/>
                    </a:cubicBezTo>
                    <a:lnTo>
                      <a:pt x="982624" y="0"/>
                    </a:lnTo>
                    <a:cubicBezTo>
                      <a:pt x="985724" y="0"/>
                      <a:pt x="988227" y="2501"/>
                      <a:pt x="988227" y="5601"/>
                    </a:cubicBezTo>
                    <a:lnTo>
                      <a:pt x="988227" y="5601"/>
                    </a:lnTo>
                    <a:cubicBezTo>
                      <a:pt x="988227" y="8700"/>
                      <a:pt x="985724" y="11201"/>
                      <a:pt x="982624" y="11201"/>
                    </a:cubicBezTo>
                    <a:lnTo>
                      <a:pt x="982624" y="11201"/>
                    </a:lnTo>
                    <a:cubicBezTo>
                      <a:pt x="979524" y="11201"/>
                      <a:pt x="977022" y="8700"/>
                      <a:pt x="977022" y="5601"/>
                    </a:cubicBezTo>
                    <a:close/>
                    <a:moveTo>
                      <a:pt x="947404" y="5601"/>
                    </a:moveTo>
                    <a:cubicBezTo>
                      <a:pt x="947404" y="2501"/>
                      <a:pt x="949944" y="0"/>
                      <a:pt x="953006" y="0"/>
                    </a:cubicBezTo>
                    <a:lnTo>
                      <a:pt x="953006" y="0"/>
                    </a:lnTo>
                    <a:cubicBezTo>
                      <a:pt x="956106" y="0"/>
                      <a:pt x="958609" y="2501"/>
                      <a:pt x="958609" y="5601"/>
                    </a:cubicBezTo>
                    <a:lnTo>
                      <a:pt x="958609" y="5601"/>
                    </a:lnTo>
                    <a:cubicBezTo>
                      <a:pt x="958609" y="8700"/>
                      <a:pt x="956106" y="11201"/>
                      <a:pt x="953006" y="11201"/>
                    </a:cubicBezTo>
                    <a:lnTo>
                      <a:pt x="953006" y="11201"/>
                    </a:lnTo>
                    <a:cubicBezTo>
                      <a:pt x="949944" y="11201"/>
                      <a:pt x="947404" y="8700"/>
                      <a:pt x="947404" y="5601"/>
                    </a:cubicBezTo>
                    <a:close/>
                    <a:moveTo>
                      <a:pt x="917786" y="5601"/>
                    </a:moveTo>
                    <a:cubicBezTo>
                      <a:pt x="917786" y="2501"/>
                      <a:pt x="920326" y="0"/>
                      <a:pt x="923388" y="0"/>
                    </a:cubicBezTo>
                    <a:lnTo>
                      <a:pt x="923388" y="0"/>
                    </a:lnTo>
                    <a:cubicBezTo>
                      <a:pt x="926488" y="0"/>
                      <a:pt x="929028" y="2501"/>
                      <a:pt x="929028" y="5601"/>
                    </a:cubicBezTo>
                    <a:lnTo>
                      <a:pt x="929028" y="5601"/>
                    </a:lnTo>
                    <a:cubicBezTo>
                      <a:pt x="929028" y="8700"/>
                      <a:pt x="926488" y="11201"/>
                      <a:pt x="923388" y="11201"/>
                    </a:cubicBezTo>
                    <a:lnTo>
                      <a:pt x="923388" y="11201"/>
                    </a:lnTo>
                    <a:cubicBezTo>
                      <a:pt x="920326" y="11201"/>
                      <a:pt x="917786" y="8700"/>
                      <a:pt x="917786" y="5601"/>
                    </a:cubicBezTo>
                    <a:close/>
                    <a:moveTo>
                      <a:pt x="888205" y="5601"/>
                    </a:moveTo>
                    <a:cubicBezTo>
                      <a:pt x="888205" y="2501"/>
                      <a:pt x="890708" y="0"/>
                      <a:pt x="893807" y="0"/>
                    </a:cubicBezTo>
                    <a:lnTo>
                      <a:pt x="893807" y="0"/>
                    </a:lnTo>
                    <a:cubicBezTo>
                      <a:pt x="896907" y="0"/>
                      <a:pt x="899410" y="2501"/>
                      <a:pt x="899410" y="5601"/>
                    </a:cubicBezTo>
                    <a:lnTo>
                      <a:pt x="899410" y="5601"/>
                    </a:lnTo>
                    <a:cubicBezTo>
                      <a:pt x="899410" y="8700"/>
                      <a:pt x="896907" y="11201"/>
                      <a:pt x="893807" y="11201"/>
                    </a:cubicBezTo>
                    <a:lnTo>
                      <a:pt x="893807" y="11201"/>
                    </a:lnTo>
                    <a:cubicBezTo>
                      <a:pt x="890708" y="11201"/>
                      <a:pt x="888205" y="8700"/>
                      <a:pt x="888205" y="5601"/>
                    </a:cubicBezTo>
                    <a:close/>
                    <a:moveTo>
                      <a:pt x="858587" y="5601"/>
                    </a:moveTo>
                    <a:cubicBezTo>
                      <a:pt x="858587" y="2501"/>
                      <a:pt x="861090" y="0"/>
                      <a:pt x="864189" y="0"/>
                    </a:cubicBezTo>
                    <a:lnTo>
                      <a:pt x="864189" y="0"/>
                    </a:lnTo>
                    <a:cubicBezTo>
                      <a:pt x="867289" y="0"/>
                      <a:pt x="869792" y="2501"/>
                      <a:pt x="869792" y="5601"/>
                    </a:cubicBezTo>
                    <a:lnTo>
                      <a:pt x="869792" y="5601"/>
                    </a:lnTo>
                    <a:cubicBezTo>
                      <a:pt x="869792" y="8700"/>
                      <a:pt x="867289" y="11201"/>
                      <a:pt x="864189" y="11201"/>
                    </a:cubicBezTo>
                    <a:lnTo>
                      <a:pt x="864189" y="11201"/>
                    </a:lnTo>
                    <a:cubicBezTo>
                      <a:pt x="861090" y="11201"/>
                      <a:pt x="858587" y="8700"/>
                      <a:pt x="858587" y="5601"/>
                    </a:cubicBezTo>
                    <a:close/>
                    <a:moveTo>
                      <a:pt x="829006" y="5601"/>
                    </a:moveTo>
                    <a:cubicBezTo>
                      <a:pt x="829006" y="2501"/>
                      <a:pt x="831471" y="0"/>
                      <a:pt x="834571" y="0"/>
                    </a:cubicBezTo>
                    <a:lnTo>
                      <a:pt x="834571" y="0"/>
                    </a:lnTo>
                    <a:cubicBezTo>
                      <a:pt x="837671" y="0"/>
                      <a:pt x="840174" y="2501"/>
                      <a:pt x="840174" y="5601"/>
                    </a:cubicBezTo>
                    <a:lnTo>
                      <a:pt x="840174" y="5601"/>
                    </a:lnTo>
                    <a:cubicBezTo>
                      <a:pt x="840174" y="8700"/>
                      <a:pt x="837671" y="11201"/>
                      <a:pt x="834571" y="11201"/>
                    </a:cubicBezTo>
                    <a:lnTo>
                      <a:pt x="834571" y="11201"/>
                    </a:lnTo>
                    <a:cubicBezTo>
                      <a:pt x="831471" y="11201"/>
                      <a:pt x="829006" y="8700"/>
                      <a:pt x="829006" y="5601"/>
                    </a:cubicBezTo>
                    <a:close/>
                    <a:moveTo>
                      <a:pt x="799388" y="5601"/>
                    </a:moveTo>
                    <a:cubicBezTo>
                      <a:pt x="799388" y="2501"/>
                      <a:pt x="801891" y="0"/>
                      <a:pt x="804991" y="0"/>
                    </a:cubicBezTo>
                    <a:lnTo>
                      <a:pt x="804991" y="0"/>
                    </a:lnTo>
                    <a:cubicBezTo>
                      <a:pt x="808091" y="0"/>
                      <a:pt x="810593" y="2501"/>
                      <a:pt x="810593" y="5601"/>
                    </a:cubicBezTo>
                    <a:lnTo>
                      <a:pt x="810593" y="5601"/>
                    </a:lnTo>
                    <a:cubicBezTo>
                      <a:pt x="810593" y="8700"/>
                      <a:pt x="808091" y="11201"/>
                      <a:pt x="804991" y="11201"/>
                    </a:cubicBezTo>
                    <a:lnTo>
                      <a:pt x="804991" y="11201"/>
                    </a:lnTo>
                    <a:cubicBezTo>
                      <a:pt x="801891" y="11201"/>
                      <a:pt x="799388" y="8700"/>
                      <a:pt x="799388" y="5601"/>
                    </a:cubicBezTo>
                    <a:close/>
                    <a:moveTo>
                      <a:pt x="769770" y="5601"/>
                    </a:moveTo>
                    <a:cubicBezTo>
                      <a:pt x="769770" y="2501"/>
                      <a:pt x="772273" y="0"/>
                      <a:pt x="775373" y="0"/>
                    </a:cubicBezTo>
                    <a:lnTo>
                      <a:pt x="775373" y="0"/>
                    </a:lnTo>
                    <a:cubicBezTo>
                      <a:pt x="778473" y="0"/>
                      <a:pt x="780975" y="2501"/>
                      <a:pt x="780975" y="5601"/>
                    </a:cubicBezTo>
                    <a:lnTo>
                      <a:pt x="780975" y="5601"/>
                    </a:lnTo>
                    <a:cubicBezTo>
                      <a:pt x="780975" y="8700"/>
                      <a:pt x="778473" y="11201"/>
                      <a:pt x="775373" y="11201"/>
                    </a:cubicBezTo>
                    <a:lnTo>
                      <a:pt x="775373" y="11201"/>
                    </a:lnTo>
                    <a:cubicBezTo>
                      <a:pt x="772273" y="11201"/>
                      <a:pt x="769770" y="8700"/>
                      <a:pt x="769770" y="5601"/>
                    </a:cubicBezTo>
                    <a:close/>
                    <a:moveTo>
                      <a:pt x="740152" y="5601"/>
                    </a:moveTo>
                    <a:cubicBezTo>
                      <a:pt x="740152" y="2501"/>
                      <a:pt x="742692" y="0"/>
                      <a:pt x="745755" y="0"/>
                    </a:cubicBezTo>
                    <a:lnTo>
                      <a:pt x="745755" y="0"/>
                    </a:lnTo>
                    <a:cubicBezTo>
                      <a:pt x="748855" y="0"/>
                      <a:pt x="751357" y="2501"/>
                      <a:pt x="751357" y="5601"/>
                    </a:cubicBezTo>
                    <a:lnTo>
                      <a:pt x="751357" y="5601"/>
                    </a:lnTo>
                    <a:cubicBezTo>
                      <a:pt x="751357" y="8700"/>
                      <a:pt x="748855" y="11201"/>
                      <a:pt x="745755" y="11201"/>
                    </a:cubicBezTo>
                    <a:lnTo>
                      <a:pt x="745755" y="11201"/>
                    </a:lnTo>
                    <a:cubicBezTo>
                      <a:pt x="742692" y="11201"/>
                      <a:pt x="740152" y="8700"/>
                      <a:pt x="740152" y="5601"/>
                    </a:cubicBezTo>
                    <a:close/>
                    <a:moveTo>
                      <a:pt x="710571" y="5601"/>
                    </a:moveTo>
                    <a:cubicBezTo>
                      <a:pt x="710571" y="2501"/>
                      <a:pt x="713074" y="0"/>
                      <a:pt x="716174" y="0"/>
                    </a:cubicBezTo>
                    <a:lnTo>
                      <a:pt x="716174" y="0"/>
                    </a:lnTo>
                    <a:cubicBezTo>
                      <a:pt x="719237" y="0"/>
                      <a:pt x="721776" y="2501"/>
                      <a:pt x="721776" y="5601"/>
                    </a:cubicBezTo>
                    <a:lnTo>
                      <a:pt x="721776" y="5601"/>
                    </a:lnTo>
                    <a:cubicBezTo>
                      <a:pt x="721776" y="8700"/>
                      <a:pt x="719237" y="11201"/>
                      <a:pt x="716174" y="11201"/>
                    </a:cubicBezTo>
                    <a:lnTo>
                      <a:pt x="716174" y="11201"/>
                    </a:lnTo>
                    <a:cubicBezTo>
                      <a:pt x="713074" y="11201"/>
                      <a:pt x="710571" y="8700"/>
                      <a:pt x="710571" y="5601"/>
                    </a:cubicBezTo>
                    <a:close/>
                    <a:moveTo>
                      <a:pt x="680953" y="5601"/>
                    </a:moveTo>
                    <a:cubicBezTo>
                      <a:pt x="680953" y="2501"/>
                      <a:pt x="683456" y="0"/>
                      <a:pt x="686556" y="0"/>
                    </a:cubicBezTo>
                    <a:lnTo>
                      <a:pt x="686556" y="0"/>
                    </a:lnTo>
                    <a:cubicBezTo>
                      <a:pt x="689656" y="0"/>
                      <a:pt x="692158" y="2501"/>
                      <a:pt x="692158" y="5601"/>
                    </a:cubicBezTo>
                    <a:lnTo>
                      <a:pt x="692158" y="5601"/>
                    </a:lnTo>
                    <a:cubicBezTo>
                      <a:pt x="692158" y="8700"/>
                      <a:pt x="689656" y="11201"/>
                      <a:pt x="686556" y="11201"/>
                    </a:cubicBezTo>
                    <a:lnTo>
                      <a:pt x="686556" y="11201"/>
                    </a:lnTo>
                    <a:cubicBezTo>
                      <a:pt x="683456" y="11201"/>
                      <a:pt x="680953" y="8700"/>
                      <a:pt x="680953" y="5601"/>
                    </a:cubicBezTo>
                    <a:close/>
                    <a:moveTo>
                      <a:pt x="651335" y="5601"/>
                    </a:moveTo>
                    <a:cubicBezTo>
                      <a:pt x="651335" y="2501"/>
                      <a:pt x="653838" y="0"/>
                      <a:pt x="656938" y="0"/>
                    </a:cubicBezTo>
                    <a:lnTo>
                      <a:pt x="656938" y="0"/>
                    </a:lnTo>
                    <a:cubicBezTo>
                      <a:pt x="660038" y="0"/>
                      <a:pt x="662540" y="2501"/>
                      <a:pt x="662540" y="5601"/>
                    </a:cubicBezTo>
                    <a:lnTo>
                      <a:pt x="662540" y="5601"/>
                    </a:lnTo>
                    <a:cubicBezTo>
                      <a:pt x="662540" y="8700"/>
                      <a:pt x="660038" y="11201"/>
                      <a:pt x="656938" y="11201"/>
                    </a:cubicBezTo>
                    <a:lnTo>
                      <a:pt x="656938" y="11201"/>
                    </a:lnTo>
                    <a:cubicBezTo>
                      <a:pt x="653838" y="11201"/>
                      <a:pt x="651335" y="8700"/>
                      <a:pt x="651335" y="5601"/>
                    </a:cubicBezTo>
                    <a:close/>
                    <a:moveTo>
                      <a:pt x="621755" y="5601"/>
                    </a:moveTo>
                    <a:cubicBezTo>
                      <a:pt x="621755" y="2501"/>
                      <a:pt x="624257" y="0"/>
                      <a:pt x="627357" y="0"/>
                    </a:cubicBezTo>
                    <a:lnTo>
                      <a:pt x="627357" y="0"/>
                    </a:lnTo>
                    <a:cubicBezTo>
                      <a:pt x="630420" y="0"/>
                      <a:pt x="632922" y="2501"/>
                      <a:pt x="632922" y="5601"/>
                    </a:cubicBezTo>
                    <a:lnTo>
                      <a:pt x="632922" y="5601"/>
                    </a:lnTo>
                    <a:cubicBezTo>
                      <a:pt x="632922" y="8700"/>
                      <a:pt x="630420" y="11201"/>
                      <a:pt x="627357" y="11201"/>
                    </a:cubicBezTo>
                    <a:lnTo>
                      <a:pt x="627357" y="11201"/>
                    </a:lnTo>
                    <a:cubicBezTo>
                      <a:pt x="624257" y="11201"/>
                      <a:pt x="621755" y="8700"/>
                      <a:pt x="621755" y="5601"/>
                    </a:cubicBezTo>
                    <a:close/>
                    <a:moveTo>
                      <a:pt x="592137" y="5601"/>
                    </a:moveTo>
                    <a:cubicBezTo>
                      <a:pt x="592137" y="2501"/>
                      <a:pt x="594639" y="0"/>
                      <a:pt x="597739" y="0"/>
                    </a:cubicBezTo>
                    <a:lnTo>
                      <a:pt x="597739" y="0"/>
                    </a:lnTo>
                    <a:cubicBezTo>
                      <a:pt x="600839" y="0"/>
                      <a:pt x="603342" y="2501"/>
                      <a:pt x="603342" y="5601"/>
                    </a:cubicBezTo>
                    <a:lnTo>
                      <a:pt x="603342" y="5601"/>
                    </a:lnTo>
                    <a:cubicBezTo>
                      <a:pt x="603342" y="8700"/>
                      <a:pt x="600839" y="11201"/>
                      <a:pt x="597739" y="11201"/>
                    </a:cubicBezTo>
                    <a:lnTo>
                      <a:pt x="597739" y="11201"/>
                    </a:lnTo>
                    <a:cubicBezTo>
                      <a:pt x="594639" y="11201"/>
                      <a:pt x="592137" y="8700"/>
                      <a:pt x="592137" y="5601"/>
                    </a:cubicBezTo>
                    <a:close/>
                    <a:moveTo>
                      <a:pt x="562519" y="5601"/>
                    </a:moveTo>
                    <a:cubicBezTo>
                      <a:pt x="562519" y="2501"/>
                      <a:pt x="565021" y="0"/>
                      <a:pt x="568121" y="0"/>
                    </a:cubicBezTo>
                    <a:lnTo>
                      <a:pt x="568121" y="0"/>
                    </a:lnTo>
                    <a:cubicBezTo>
                      <a:pt x="571221" y="0"/>
                      <a:pt x="573724" y="2501"/>
                      <a:pt x="573724" y="5601"/>
                    </a:cubicBezTo>
                    <a:lnTo>
                      <a:pt x="573724" y="5601"/>
                    </a:lnTo>
                    <a:cubicBezTo>
                      <a:pt x="573724" y="8700"/>
                      <a:pt x="571221" y="11201"/>
                      <a:pt x="568121" y="11201"/>
                    </a:cubicBezTo>
                    <a:lnTo>
                      <a:pt x="568121" y="11201"/>
                    </a:lnTo>
                    <a:cubicBezTo>
                      <a:pt x="565021" y="11201"/>
                      <a:pt x="562519" y="8700"/>
                      <a:pt x="562519" y="5601"/>
                    </a:cubicBezTo>
                    <a:close/>
                    <a:moveTo>
                      <a:pt x="532901" y="5601"/>
                    </a:moveTo>
                    <a:cubicBezTo>
                      <a:pt x="532901" y="2501"/>
                      <a:pt x="535441" y="0"/>
                      <a:pt x="538540" y="0"/>
                    </a:cubicBezTo>
                    <a:lnTo>
                      <a:pt x="538540" y="0"/>
                    </a:lnTo>
                    <a:cubicBezTo>
                      <a:pt x="541603" y="0"/>
                      <a:pt x="544106" y="2501"/>
                      <a:pt x="544106" y="5601"/>
                    </a:cubicBezTo>
                    <a:lnTo>
                      <a:pt x="544106" y="5601"/>
                    </a:lnTo>
                    <a:cubicBezTo>
                      <a:pt x="544106" y="8700"/>
                      <a:pt x="541603" y="11201"/>
                      <a:pt x="538540" y="11201"/>
                    </a:cubicBezTo>
                    <a:lnTo>
                      <a:pt x="538540" y="11201"/>
                    </a:lnTo>
                    <a:cubicBezTo>
                      <a:pt x="535441" y="11201"/>
                      <a:pt x="532901" y="8700"/>
                      <a:pt x="532901" y="5601"/>
                    </a:cubicBezTo>
                    <a:close/>
                    <a:moveTo>
                      <a:pt x="503320" y="5601"/>
                    </a:moveTo>
                    <a:cubicBezTo>
                      <a:pt x="503320" y="2501"/>
                      <a:pt x="505822" y="0"/>
                      <a:pt x="508922" y="0"/>
                    </a:cubicBezTo>
                    <a:lnTo>
                      <a:pt x="508922" y="0"/>
                    </a:lnTo>
                    <a:cubicBezTo>
                      <a:pt x="511985" y="0"/>
                      <a:pt x="514525" y="2501"/>
                      <a:pt x="514525" y="5601"/>
                    </a:cubicBezTo>
                    <a:lnTo>
                      <a:pt x="514525" y="5601"/>
                    </a:lnTo>
                    <a:cubicBezTo>
                      <a:pt x="514525" y="8700"/>
                      <a:pt x="511985" y="11201"/>
                      <a:pt x="508922" y="11201"/>
                    </a:cubicBezTo>
                    <a:lnTo>
                      <a:pt x="508922" y="11201"/>
                    </a:lnTo>
                    <a:cubicBezTo>
                      <a:pt x="505822" y="11201"/>
                      <a:pt x="503320" y="8700"/>
                      <a:pt x="503320" y="5601"/>
                    </a:cubicBezTo>
                    <a:close/>
                    <a:moveTo>
                      <a:pt x="473702" y="5601"/>
                    </a:moveTo>
                    <a:cubicBezTo>
                      <a:pt x="473702" y="2501"/>
                      <a:pt x="476204" y="0"/>
                      <a:pt x="479304" y="0"/>
                    </a:cubicBezTo>
                    <a:lnTo>
                      <a:pt x="479304" y="0"/>
                    </a:lnTo>
                    <a:cubicBezTo>
                      <a:pt x="482404" y="0"/>
                      <a:pt x="484907" y="2501"/>
                      <a:pt x="484907" y="5601"/>
                    </a:cubicBezTo>
                    <a:lnTo>
                      <a:pt x="484907" y="5601"/>
                    </a:lnTo>
                    <a:cubicBezTo>
                      <a:pt x="484907" y="8700"/>
                      <a:pt x="482404" y="11201"/>
                      <a:pt x="479304" y="11201"/>
                    </a:cubicBezTo>
                    <a:lnTo>
                      <a:pt x="479304" y="11201"/>
                    </a:lnTo>
                    <a:cubicBezTo>
                      <a:pt x="476204" y="11201"/>
                      <a:pt x="473702" y="8700"/>
                      <a:pt x="473702" y="5601"/>
                    </a:cubicBezTo>
                    <a:close/>
                    <a:moveTo>
                      <a:pt x="444084" y="5601"/>
                    </a:moveTo>
                    <a:cubicBezTo>
                      <a:pt x="444084" y="2501"/>
                      <a:pt x="446586" y="0"/>
                      <a:pt x="449686" y="0"/>
                    </a:cubicBezTo>
                    <a:lnTo>
                      <a:pt x="449686" y="0"/>
                    </a:lnTo>
                    <a:cubicBezTo>
                      <a:pt x="452786" y="0"/>
                      <a:pt x="455289" y="2501"/>
                      <a:pt x="455289" y="5601"/>
                    </a:cubicBezTo>
                    <a:lnTo>
                      <a:pt x="455289" y="5601"/>
                    </a:lnTo>
                    <a:cubicBezTo>
                      <a:pt x="455289" y="8700"/>
                      <a:pt x="452786" y="11201"/>
                      <a:pt x="449686" y="11201"/>
                    </a:cubicBezTo>
                    <a:lnTo>
                      <a:pt x="449686" y="11201"/>
                    </a:lnTo>
                    <a:cubicBezTo>
                      <a:pt x="446586" y="11201"/>
                      <a:pt x="444084" y="8700"/>
                      <a:pt x="444084" y="5601"/>
                    </a:cubicBezTo>
                    <a:close/>
                    <a:moveTo>
                      <a:pt x="414503" y="5601"/>
                    </a:moveTo>
                    <a:cubicBezTo>
                      <a:pt x="414503" y="2501"/>
                      <a:pt x="417006" y="0"/>
                      <a:pt x="420106" y="0"/>
                    </a:cubicBezTo>
                    <a:lnTo>
                      <a:pt x="420106" y="0"/>
                    </a:lnTo>
                    <a:cubicBezTo>
                      <a:pt x="423206" y="0"/>
                      <a:pt x="425708" y="2501"/>
                      <a:pt x="425708" y="5601"/>
                    </a:cubicBezTo>
                    <a:lnTo>
                      <a:pt x="425708" y="5601"/>
                    </a:lnTo>
                    <a:cubicBezTo>
                      <a:pt x="425708" y="8700"/>
                      <a:pt x="423206" y="11201"/>
                      <a:pt x="420106" y="11201"/>
                    </a:cubicBezTo>
                    <a:lnTo>
                      <a:pt x="420106" y="11201"/>
                    </a:lnTo>
                    <a:cubicBezTo>
                      <a:pt x="417006" y="11201"/>
                      <a:pt x="414503" y="8700"/>
                      <a:pt x="414503" y="5601"/>
                    </a:cubicBezTo>
                    <a:close/>
                    <a:moveTo>
                      <a:pt x="384885" y="5601"/>
                    </a:moveTo>
                    <a:cubicBezTo>
                      <a:pt x="384885" y="2501"/>
                      <a:pt x="387388" y="0"/>
                      <a:pt x="390488" y="0"/>
                    </a:cubicBezTo>
                    <a:lnTo>
                      <a:pt x="390488" y="0"/>
                    </a:lnTo>
                    <a:cubicBezTo>
                      <a:pt x="393587" y="0"/>
                      <a:pt x="396090" y="2501"/>
                      <a:pt x="396090" y="5601"/>
                    </a:cubicBezTo>
                    <a:lnTo>
                      <a:pt x="396090" y="5601"/>
                    </a:lnTo>
                    <a:cubicBezTo>
                      <a:pt x="396090" y="8700"/>
                      <a:pt x="393587" y="11201"/>
                      <a:pt x="390488" y="11201"/>
                    </a:cubicBezTo>
                    <a:lnTo>
                      <a:pt x="390488" y="11201"/>
                    </a:lnTo>
                    <a:cubicBezTo>
                      <a:pt x="387388" y="11201"/>
                      <a:pt x="384885" y="8700"/>
                      <a:pt x="384885" y="5601"/>
                    </a:cubicBezTo>
                    <a:close/>
                    <a:moveTo>
                      <a:pt x="355267" y="5601"/>
                    </a:moveTo>
                    <a:cubicBezTo>
                      <a:pt x="355267" y="2501"/>
                      <a:pt x="357770" y="0"/>
                      <a:pt x="360869" y="0"/>
                    </a:cubicBezTo>
                    <a:lnTo>
                      <a:pt x="360869" y="0"/>
                    </a:lnTo>
                    <a:cubicBezTo>
                      <a:pt x="363969" y="0"/>
                      <a:pt x="366472" y="2501"/>
                      <a:pt x="366472" y="5601"/>
                    </a:cubicBezTo>
                    <a:lnTo>
                      <a:pt x="366472" y="5601"/>
                    </a:lnTo>
                    <a:cubicBezTo>
                      <a:pt x="366472" y="8700"/>
                      <a:pt x="363969" y="11201"/>
                      <a:pt x="360869" y="11201"/>
                    </a:cubicBezTo>
                    <a:lnTo>
                      <a:pt x="360869" y="11201"/>
                    </a:lnTo>
                    <a:cubicBezTo>
                      <a:pt x="357770" y="11201"/>
                      <a:pt x="355267" y="8700"/>
                      <a:pt x="355267" y="5601"/>
                    </a:cubicBezTo>
                    <a:close/>
                    <a:moveTo>
                      <a:pt x="325649" y="5601"/>
                    </a:moveTo>
                    <a:cubicBezTo>
                      <a:pt x="325649" y="2501"/>
                      <a:pt x="328189" y="0"/>
                      <a:pt x="331289" y="0"/>
                    </a:cubicBezTo>
                    <a:lnTo>
                      <a:pt x="331289" y="0"/>
                    </a:lnTo>
                    <a:cubicBezTo>
                      <a:pt x="334351" y="0"/>
                      <a:pt x="336891" y="2501"/>
                      <a:pt x="336891" y="5601"/>
                    </a:cubicBezTo>
                    <a:lnTo>
                      <a:pt x="336891" y="5601"/>
                    </a:lnTo>
                    <a:cubicBezTo>
                      <a:pt x="336891" y="8700"/>
                      <a:pt x="334351" y="11201"/>
                      <a:pt x="331289" y="11201"/>
                    </a:cubicBezTo>
                    <a:lnTo>
                      <a:pt x="331289" y="11201"/>
                    </a:lnTo>
                    <a:cubicBezTo>
                      <a:pt x="328189" y="11201"/>
                      <a:pt x="325649" y="8700"/>
                      <a:pt x="325649" y="5601"/>
                    </a:cubicBezTo>
                    <a:close/>
                    <a:moveTo>
                      <a:pt x="296068" y="5601"/>
                    </a:moveTo>
                    <a:cubicBezTo>
                      <a:pt x="296068" y="2501"/>
                      <a:pt x="298571" y="0"/>
                      <a:pt x="301671" y="0"/>
                    </a:cubicBezTo>
                    <a:lnTo>
                      <a:pt x="301671" y="0"/>
                    </a:lnTo>
                    <a:cubicBezTo>
                      <a:pt x="304733" y="0"/>
                      <a:pt x="307273" y="2501"/>
                      <a:pt x="307273" y="5601"/>
                    </a:cubicBezTo>
                    <a:lnTo>
                      <a:pt x="307273" y="5601"/>
                    </a:lnTo>
                    <a:cubicBezTo>
                      <a:pt x="307273" y="8700"/>
                      <a:pt x="304733" y="11201"/>
                      <a:pt x="301671" y="11201"/>
                    </a:cubicBezTo>
                    <a:lnTo>
                      <a:pt x="301671" y="11201"/>
                    </a:lnTo>
                    <a:cubicBezTo>
                      <a:pt x="298571" y="11201"/>
                      <a:pt x="296068" y="8700"/>
                      <a:pt x="296068" y="5601"/>
                    </a:cubicBezTo>
                    <a:close/>
                    <a:moveTo>
                      <a:pt x="266450" y="5601"/>
                    </a:moveTo>
                    <a:cubicBezTo>
                      <a:pt x="266450" y="2501"/>
                      <a:pt x="268953" y="0"/>
                      <a:pt x="272053" y="0"/>
                    </a:cubicBezTo>
                    <a:lnTo>
                      <a:pt x="272053" y="0"/>
                    </a:lnTo>
                    <a:cubicBezTo>
                      <a:pt x="275153" y="0"/>
                      <a:pt x="277655" y="2501"/>
                      <a:pt x="277655" y="5601"/>
                    </a:cubicBezTo>
                    <a:lnTo>
                      <a:pt x="277655" y="5601"/>
                    </a:lnTo>
                    <a:cubicBezTo>
                      <a:pt x="277655" y="8700"/>
                      <a:pt x="275153" y="11201"/>
                      <a:pt x="272053" y="11201"/>
                    </a:cubicBezTo>
                    <a:lnTo>
                      <a:pt x="272053" y="11201"/>
                    </a:lnTo>
                    <a:cubicBezTo>
                      <a:pt x="268953" y="11201"/>
                      <a:pt x="266450" y="8700"/>
                      <a:pt x="266450" y="5601"/>
                    </a:cubicBezTo>
                    <a:close/>
                    <a:moveTo>
                      <a:pt x="236832" y="5601"/>
                    </a:moveTo>
                    <a:cubicBezTo>
                      <a:pt x="236832" y="2501"/>
                      <a:pt x="239372" y="0"/>
                      <a:pt x="242435" y="0"/>
                    </a:cubicBezTo>
                    <a:lnTo>
                      <a:pt x="242435" y="0"/>
                    </a:lnTo>
                    <a:cubicBezTo>
                      <a:pt x="245535" y="0"/>
                      <a:pt x="248075" y="2501"/>
                      <a:pt x="248075" y="5601"/>
                    </a:cubicBezTo>
                    <a:lnTo>
                      <a:pt x="248075" y="5601"/>
                    </a:lnTo>
                    <a:cubicBezTo>
                      <a:pt x="248075" y="8700"/>
                      <a:pt x="245535" y="11201"/>
                      <a:pt x="242435" y="11201"/>
                    </a:cubicBezTo>
                    <a:lnTo>
                      <a:pt x="242435" y="11201"/>
                    </a:lnTo>
                    <a:cubicBezTo>
                      <a:pt x="239372" y="11201"/>
                      <a:pt x="236832" y="8700"/>
                      <a:pt x="236832" y="5601"/>
                    </a:cubicBezTo>
                    <a:close/>
                    <a:moveTo>
                      <a:pt x="207252" y="5601"/>
                    </a:moveTo>
                    <a:cubicBezTo>
                      <a:pt x="207252" y="2501"/>
                      <a:pt x="209754" y="0"/>
                      <a:pt x="212854" y="0"/>
                    </a:cubicBezTo>
                    <a:lnTo>
                      <a:pt x="212854" y="0"/>
                    </a:lnTo>
                    <a:cubicBezTo>
                      <a:pt x="215954" y="0"/>
                      <a:pt x="218457" y="2501"/>
                      <a:pt x="218457" y="5601"/>
                    </a:cubicBezTo>
                    <a:lnTo>
                      <a:pt x="218457" y="5601"/>
                    </a:lnTo>
                    <a:cubicBezTo>
                      <a:pt x="218457" y="8700"/>
                      <a:pt x="215954" y="11201"/>
                      <a:pt x="212854" y="11201"/>
                    </a:cubicBezTo>
                    <a:lnTo>
                      <a:pt x="212854" y="11201"/>
                    </a:lnTo>
                    <a:cubicBezTo>
                      <a:pt x="209754" y="11201"/>
                      <a:pt x="207252" y="8700"/>
                      <a:pt x="207252" y="5601"/>
                    </a:cubicBezTo>
                    <a:close/>
                    <a:moveTo>
                      <a:pt x="177634" y="5601"/>
                    </a:moveTo>
                    <a:cubicBezTo>
                      <a:pt x="177634" y="2501"/>
                      <a:pt x="180136" y="0"/>
                      <a:pt x="183236" y="0"/>
                    </a:cubicBezTo>
                    <a:lnTo>
                      <a:pt x="183236" y="0"/>
                    </a:lnTo>
                    <a:cubicBezTo>
                      <a:pt x="186336" y="0"/>
                      <a:pt x="188838" y="2501"/>
                      <a:pt x="188838" y="5601"/>
                    </a:cubicBezTo>
                    <a:lnTo>
                      <a:pt x="188838" y="5601"/>
                    </a:lnTo>
                    <a:cubicBezTo>
                      <a:pt x="188838" y="8700"/>
                      <a:pt x="186336" y="11201"/>
                      <a:pt x="183236" y="11201"/>
                    </a:cubicBezTo>
                    <a:lnTo>
                      <a:pt x="183236" y="11201"/>
                    </a:lnTo>
                    <a:cubicBezTo>
                      <a:pt x="180136" y="11201"/>
                      <a:pt x="177634" y="8700"/>
                      <a:pt x="177634" y="5601"/>
                    </a:cubicBezTo>
                    <a:close/>
                    <a:moveTo>
                      <a:pt x="148016" y="5601"/>
                    </a:moveTo>
                    <a:cubicBezTo>
                      <a:pt x="148016" y="2501"/>
                      <a:pt x="150518" y="0"/>
                      <a:pt x="153618" y="0"/>
                    </a:cubicBezTo>
                    <a:lnTo>
                      <a:pt x="153618" y="0"/>
                    </a:lnTo>
                    <a:cubicBezTo>
                      <a:pt x="156718" y="0"/>
                      <a:pt x="159220" y="2501"/>
                      <a:pt x="159220" y="5601"/>
                    </a:cubicBezTo>
                    <a:lnTo>
                      <a:pt x="159220" y="5601"/>
                    </a:lnTo>
                    <a:cubicBezTo>
                      <a:pt x="159220" y="8700"/>
                      <a:pt x="156718" y="11201"/>
                      <a:pt x="153618" y="11201"/>
                    </a:cubicBezTo>
                    <a:lnTo>
                      <a:pt x="153618" y="11201"/>
                    </a:lnTo>
                    <a:cubicBezTo>
                      <a:pt x="150518" y="11201"/>
                      <a:pt x="148016" y="8700"/>
                      <a:pt x="148016" y="5601"/>
                    </a:cubicBezTo>
                    <a:close/>
                    <a:moveTo>
                      <a:pt x="118435" y="5601"/>
                    </a:moveTo>
                    <a:cubicBezTo>
                      <a:pt x="118435" y="2501"/>
                      <a:pt x="120937" y="0"/>
                      <a:pt x="124037" y="0"/>
                    </a:cubicBezTo>
                    <a:lnTo>
                      <a:pt x="124037" y="0"/>
                    </a:lnTo>
                    <a:cubicBezTo>
                      <a:pt x="127100" y="0"/>
                      <a:pt x="129640" y="2501"/>
                      <a:pt x="129640" y="5601"/>
                    </a:cubicBezTo>
                    <a:lnTo>
                      <a:pt x="129640" y="5601"/>
                    </a:lnTo>
                    <a:cubicBezTo>
                      <a:pt x="129640" y="8700"/>
                      <a:pt x="127100" y="11201"/>
                      <a:pt x="124037" y="11201"/>
                    </a:cubicBezTo>
                    <a:lnTo>
                      <a:pt x="124037" y="11201"/>
                    </a:lnTo>
                    <a:cubicBezTo>
                      <a:pt x="120937" y="11201"/>
                      <a:pt x="118435" y="8700"/>
                      <a:pt x="118435" y="5601"/>
                    </a:cubicBezTo>
                    <a:close/>
                    <a:moveTo>
                      <a:pt x="88817" y="5601"/>
                    </a:moveTo>
                    <a:cubicBezTo>
                      <a:pt x="88817" y="2501"/>
                      <a:pt x="91319" y="0"/>
                      <a:pt x="94419" y="0"/>
                    </a:cubicBezTo>
                    <a:lnTo>
                      <a:pt x="94419" y="0"/>
                    </a:lnTo>
                    <a:cubicBezTo>
                      <a:pt x="97519" y="0"/>
                      <a:pt x="100022" y="2501"/>
                      <a:pt x="100022" y="5601"/>
                    </a:cubicBezTo>
                    <a:lnTo>
                      <a:pt x="100022" y="5601"/>
                    </a:lnTo>
                    <a:cubicBezTo>
                      <a:pt x="100022" y="8700"/>
                      <a:pt x="97519" y="11201"/>
                      <a:pt x="94419" y="11201"/>
                    </a:cubicBezTo>
                    <a:lnTo>
                      <a:pt x="94419" y="11201"/>
                    </a:lnTo>
                    <a:cubicBezTo>
                      <a:pt x="91319" y="11201"/>
                      <a:pt x="88817" y="8700"/>
                      <a:pt x="88817" y="5601"/>
                    </a:cubicBezTo>
                    <a:close/>
                    <a:moveTo>
                      <a:pt x="59199" y="5601"/>
                    </a:moveTo>
                    <a:cubicBezTo>
                      <a:pt x="59199" y="2501"/>
                      <a:pt x="61701" y="0"/>
                      <a:pt x="64801" y="0"/>
                    </a:cubicBezTo>
                    <a:lnTo>
                      <a:pt x="64801" y="0"/>
                    </a:lnTo>
                    <a:cubicBezTo>
                      <a:pt x="67901" y="0"/>
                      <a:pt x="70404" y="2501"/>
                      <a:pt x="70404" y="5601"/>
                    </a:cubicBezTo>
                    <a:lnTo>
                      <a:pt x="70404" y="5601"/>
                    </a:lnTo>
                    <a:cubicBezTo>
                      <a:pt x="70404" y="8700"/>
                      <a:pt x="67901" y="11201"/>
                      <a:pt x="64801" y="11201"/>
                    </a:cubicBezTo>
                    <a:lnTo>
                      <a:pt x="64801" y="11201"/>
                    </a:lnTo>
                    <a:cubicBezTo>
                      <a:pt x="61701" y="11201"/>
                      <a:pt x="59199" y="8700"/>
                      <a:pt x="59199" y="5601"/>
                    </a:cubicBezTo>
                    <a:close/>
                    <a:moveTo>
                      <a:pt x="29618" y="5601"/>
                    </a:moveTo>
                    <a:cubicBezTo>
                      <a:pt x="29618" y="2501"/>
                      <a:pt x="32121" y="0"/>
                      <a:pt x="35183" y="0"/>
                    </a:cubicBezTo>
                    <a:lnTo>
                      <a:pt x="35183" y="0"/>
                    </a:lnTo>
                    <a:cubicBezTo>
                      <a:pt x="38283" y="0"/>
                      <a:pt x="40823" y="2501"/>
                      <a:pt x="40823" y="5601"/>
                    </a:cubicBezTo>
                    <a:lnTo>
                      <a:pt x="40823" y="5601"/>
                    </a:lnTo>
                    <a:cubicBezTo>
                      <a:pt x="40823" y="8700"/>
                      <a:pt x="38283" y="11201"/>
                      <a:pt x="35183" y="11201"/>
                    </a:cubicBezTo>
                    <a:lnTo>
                      <a:pt x="35183" y="11201"/>
                    </a:lnTo>
                    <a:cubicBezTo>
                      <a:pt x="32121" y="11201"/>
                      <a:pt x="29618" y="8700"/>
                      <a:pt x="29618" y="5601"/>
                    </a:cubicBezTo>
                    <a:close/>
                    <a:moveTo>
                      <a:pt x="0" y="5601"/>
                    </a:moveTo>
                    <a:cubicBezTo>
                      <a:pt x="0" y="2501"/>
                      <a:pt x="2503" y="0"/>
                      <a:pt x="5602" y="0"/>
                    </a:cubicBezTo>
                    <a:lnTo>
                      <a:pt x="5602" y="0"/>
                    </a:lnTo>
                    <a:cubicBezTo>
                      <a:pt x="8702" y="0"/>
                      <a:pt x="11205" y="2501"/>
                      <a:pt x="11205" y="5601"/>
                    </a:cubicBezTo>
                    <a:lnTo>
                      <a:pt x="11205" y="5601"/>
                    </a:lnTo>
                    <a:cubicBezTo>
                      <a:pt x="11205" y="8700"/>
                      <a:pt x="8702" y="11201"/>
                      <a:pt x="5602" y="11201"/>
                    </a:cubicBezTo>
                    <a:lnTo>
                      <a:pt x="5602" y="11201"/>
                    </a:lnTo>
                    <a:cubicBezTo>
                      <a:pt x="2503" y="11201"/>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29" name="Google Shape;2029;p90"/>
              <p:cNvSpPr/>
              <p:nvPr/>
            </p:nvSpPr>
            <p:spPr>
              <a:xfrm>
                <a:off x="6103671" y="5750519"/>
                <a:ext cx="11204" cy="11201"/>
              </a:xfrm>
              <a:custGeom>
                <a:rect b="b" l="l" r="r" t="t"/>
                <a:pathLst>
                  <a:path extrusionOk="0" h="11201" w="11204">
                    <a:moveTo>
                      <a:pt x="5602" y="11201"/>
                    </a:moveTo>
                    <a:cubicBezTo>
                      <a:pt x="4108" y="11201"/>
                      <a:pt x="2689" y="10604"/>
                      <a:pt x="1643" y="9558"/>
                    </a:cubicBezTo>
                    <a:cubicBezTo>
                      <a:pt x="597" y="8513"/>
                      <a:pt x="0" y="7094"/>
                      <a:pt x="0" y="5601"/>
                    </a:cubicBezTo>
                    <a:cubicBezTo>
                      <a:pt x="0" y="5227"/>
                      <a:pt x="37" y="4891"/>
                      <a:pt x="112" y="4518"/>
                    </a:cubicBezTo>
                    <a:cubicBezTo>
                      <a:pt x="187" y="4145"/>
                      <a:pt x="299" y="3809"/>
                      <a:pt x="448" y="3472"/>
                    </a:cubicBezTo>
                    <a:cubicBezTo>
                      <a:pt x="597" y="3136"/>
                      <a:pt x="747" y="2800"/>
                      <a:pt x="971" y="2501"/>
                    </a:cubicBezTo>
                    <a:cubicBezTo>
                      <a:pt x="1158" y="2203"/>
                      <a:pt x="1382" y="1904"/>
                      <a:pt x="1643" y="1643"/>
                    </a:cubicBezTo>
                    <a:cubicBezTo>
                      <a:pt x="1905" y="1382"/>
                      <a:pt x="2203" y="1157"/>
                      <a:pt x="2502" y="971"/>
                    </a:cubicBezTo>
                    <a:cubicBezTo>
                      <a:pt x="2801" y="747"/>
                      <a:pt x="3137" y="560"/>
                      <a:pt x="3473" y="448"/>
                    </a:cubicBezTo>
                    <a:cubicBezTo>
                      <a:pt x="3809" y="299"/>
                      <a:pt x="4146" y="187"/>
                      <a:pt x="4519" y="112"/>
                    </a:cubicBezTo>
                    <a:cubicBezTo>
                      <a:pt x="5229" y="-37"/>
                      <a:pt x="5976" y="-37"/>
                      <a:pt x="6723" y="112"/>
                    </a:cubicBezTo>
                    <a:cubicBezTo>
                      <a:pt x="7059" y="187"/>
                      <a:pt x="7432" y="299"/>
                      <a:pt x="7769" y="448"/>
                    </a:cubicBezTo>
                    <a:cubicBezTo>
                      <a:pt x="8105" y="560"/>
                      <a:pt x="8404" y="747"/>
                      <a:pt x="8740" y="971"/>
                    </a:cubicBezTo>
                    <a:cubicBezTo>
                      <a:pt x="9038" y="1157"/>
                      <a:pt x="9337" y="1382"/>
                      <a:pt x="9561" y="1643"/>
                    </a:cubicBezTo>
                    <a:cubicBezTo>
                      <a:pt x="9823" y="1904"/>
                      <a:pt x="10084" y="2203"/>
                      <a:pt x="10271" y="2501"/>
                    </a:cubicBezTo>
                    <a:cubicBezTo>
                      <a:pt x="10495" y="2800"/>
                      <a:pt x="10644" y="3136"/>
                      <a:pt x="10794" y="3472"/>
                    </a:cubicBezTo>
                    <a:cubicBezTo>
                      <a:pt x="10943" y="3809"/>
                      <a:pt x="11018" y="4145"/>
                      <a:pt x="11093" y="4518"/>
                    </a:cubicBezTo>
                    <a:cubicBezTo>
                      <a:pt x="11167" y="4891"/>
                      <a:pt x="11205" y="5227"/>
                      <a:pt x="11205" y="5601"/>
                    </a:cubicBezTo>
                    <a:cubicBezTo>
                      <a:pt x="11205" y="6347"/>
                      <a:pt x="11055" y="7057"/>
                      <a:pt x="10794" y="7729"/>
                    </a:cubicBezTo>
                    <a:cubicBezTo>
                      <a:pt x="10533" y="8438"/>
                      <a:pt x="10122" y="9036"/>
                      <a:pt x="9561" y="9558"/>
                    </a:cubicBezTo>
                    <a:cubicBezTo>
                      <a:pt x="8516" y="10604"/>
                      <a:pt x="7134" y="11201"/>
                      <a:pt x="5602" y="112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30" name="Google Shape;2030;p90"/>
            <p:cNvGrpSpPr/>
            <p:nvPr/>
          </p:nvGrpSpPr>
          <p:grpSpPr>
            <a:xfrm>
              <a:off x="2906304" y="2911956"/>
              <a:ext cx="142360" cy="279751"/>
              <a:chOff x="3769822" y="3679408"/>
              <a:chExt cx="189813" cy="373001"/>
            </a:xfrm>
          </p:grpSpPr>
          <p:grpSp>
            <p:nvGrpSpPr>
              <p:cNvPr id="2031" name="Google Shape;2031;p90"/>
              <p:cNvGrpSpPr/>
              <p:nvPr/>
            </p:nvGrpSpPr>
            <p:grpSpPr>
              <a:xfrm>
                <a:off x="3769822" y="3961194"/>
                <a:ext cx="189813" cy="91215"/>
                <a:chOff x="3769822" y="3961194"/>
                <a:chExt cx="189813" cy="91215"/>
              </a:xfrm>
            </p:grpSpPr>
            <p:sp>
              <p:nvSpPr>
                <p:cNvPr id="2032" name="Google Shape;2032;p90"/>
                <p:cNvSpPr/>
                <p:nvPr/>
              </p:nvSpPr>
              <p:spPr>
                <a:xfrm>
                  <a:off x="3769822" y="3961194"/>
                  <a:ext cx="51086" cy="77262"/>
                </a:xfrm>
                <a:custGeom>
                  <a:rect b="b" l="l" r="r" t="t"/>
                  <a:pathLst>
                    <a:path extrusionOk="0" h="77262" w="51086">
                      <a:moveTo>
                        <a:pt x="46276" y="14588"/>
                      </a:moveTo>
                      <a:cubicBezTo>
                        <a:pt x="45891" y="15353"/>
                        <a:pt x="45447" y="15891"/>
                        <a:pt x="44946" y="16204"/>
                      </a:cubicBezTo>
                      <a:cubicBezTo>
                        <a:pt x="44438" y="16518"/>
                        <a:pt x="43837" y="16679"/>
                        <a:pt x="43139" y="16679"/>
                      </a:cubicBezTo>
                      <a:cubicBezTo>
                        <a:pt x="42444" y="16679"/>
                        <a:pt x="41659" y="16410"/>
                        <a:pt x="40786" y="15865"/>
                      </a:cubicBezTo>
                      <a:cubicBezTo>
                        <a:pt x="39915" y="15327"/>
                        <a:pt x="38884" y="14726"/>
                        <a:pt x="37700" y="14061"/>
                      </a:cubicBezTo>
                      <a:cubicBezTo>
                        <a:pt x="36516" y="13400"/>
                        <a:pt x="35131" y="12799"/>
                        <a:pt x="33547" y="12258"/>
                      </a:cubicBezTo>
                      <a:cubicBezTo>
                        <a:pt x="31960" y="11720"/>
                        <a:pt x="30085" y="11452"/>
                        <a:pt x="27926" y="11452"/>
                      </a:cubicBezTo>
                      <a:cubicBezTo>
                        <a:pt x="25969" y="11452"/>
                        <a:pt x="24270" y="11683"/>
                        <a:pt x="22828" y="12157"/>
                      </a:cubicBezTo>
                      <a:cubicBezTo>
                        <a:pt x="21379" y="12624"/>
                        <a:pt x="20161" y="13281"/>
                        <a:pt x="19164" y="14117"/>
                      </a:cubicBezTo>
                      <a:cubicBezTo>
                        <a:pt x="18174" y="14950"/>
                        <a:pt x="17431" y="15954"/>
                        <a:pt x="16942" y="17123"/>
                      </a:cubicBezTo>
                      <a:cubicBezTo>
                        <a:pt x="16456" y="18292"/>
                        <a:pt x="16210" y="19569"/>
                        <a:pt x="16210" y="20965"/>
                      </a:cubicBezTo>
                      <a:cubicBezTo>
                        <a:pt x="16210" y="22739"/>
                        <a:pt x="16706" y="24225"/>
                        <a:pt x="17704" y="25408"/>
                      </a:cubicBezTo>
                      <a:cubicBezTo>
                        <a:pt x="18693" y="26588"/>
                        <a:pt x="20012" y="27604"/>
                        <a:pt x="21648" y="28436"/>
                      </a:cubicBezTo>
                      <a:cubicBezTo>
                        <a:pt x="23287" y="29273"/>
                        <a:pt x="25155" y="30023"/>
                        <a:pt x="27243" y="30688"/>
                      </a:cubicBezTo>
                      <a:cubicBezTo>
                        <a:pt x="29338" y="31349"/>
                        <a:pt x="31471" y="32051"/>
                        <a:pt x="33648" y="32801"/>
                      </a:cubicBezTo>
                      <a:cubicBezTo>
                        <a:pt x="35826" y="33555"/>
                        <a:pt x="37962" y="34422"/>
                        <a:pt x="40053" y="35419"/>
                      </a:cubicBezTo>
                      <a:cubicBezTo>
                        <a:pt x="42149" y="36412"/>
                        <a:pt x="44012" y="37666"/>
                        <a:pt x="45648" y="39178"/>
                      </a:cubicBezTo>
                      <a:cubicBezTo>
                        <a:pt x="47288" y="40698"/>
                        <a:pt x="48603" y="42554"/>
                        <a:pt x="49600" y="44749"/>
                      </a:cubicBezTo>
                      <a:cubicBezTo>
                        <a:pt x="50590" y="46945"/>
                        <a:pt x="51086" y="49607"/>
                        <a:pt x="51086" y="52747"/>
                      </a:cubicBezTo>
                      <a:cubicBezTo>
                        <a:pt x="51086" y="56160"/>
                        <a:pt x="50504" y="59359"/>
                        <a:pt x="49335" y="62339"/>
                      </a:cubicBezTo>
                      <a:cubicBezTo>
                        <a:pt x="48169" y="65315"/>
                        <a:pt x="46463" y="67913"/>
                        <a:pt x="44210" y="70128"/>
                      </a:cubicBezTo>
                      <a:cubicBezTo>
                        <a:pt x="41966" y="72338"/>
                        <a:pt x="39217" y="74082"/>
                        <a:pt x="35975" y="75355"/>
                      </a:cubicBezTo>
                      <a:cubicBezTo>
                        <a:pt x="32733" y="76624"/>
                        <a:pt x="29024" y="77263"/>
                        <a:pt x="24841" y="77263"/>
                      </a:cubicBezTo>
                      <a:cubicBezTo>
                        <a:pt x="22432" y="77263"/>
                        <a:pt x="20060" y="77024"/>
                        <a:pt x="17726" y="76557"/>
                      </a:cubicBezTo>
                      <a:cubicBezTo>
                        <a:pt x="15392" y="76083"/>
                        <a:pt x="13154" y="75415"/>
                        <a:pt x="11011" y="74545"/>
                      </a:cubicBezTo>
                      <a:cubicBezTo>
                        <a:pt x="8863" y="73671"/>
                        <a:pt x="6857" y="72625"/>
                        <a:pt x="4994" y="71405"/>
                      </a:cubicBezTo>
                      <a:cubicBezTo>
                        <a:pt x="3130" y="70187"/>
                        <a:pt x="1468" y="68828"/>
                        <a:pt x="0" y="67327"/>
                      </a:cubicBezTo>
                      <a:lnTo>
                        <a:pt x="4079" y="60588"/>
                      </a:lnTo>
                      <a:cubicBezTo>
                        <a:pt x="4463" y="60099"/>
                        <a:pt x="4926" y="59692"/>
                        <a:pt x="5464" y="59359"/>
                      </a:cubicBezTo>
                      <a:cubicBezTo>
                        <a:pt x="6006" y="59027"/>
                        <a:pt x="6607" y="58859"/>
                        <a:pt x="7272" y="58859"/>
                      </a:cubicBezTo>
                      <a:cubicBezTo>
                        <a:pt x="8142" y="58859"/>
                        <a:pt x="9083" y="59217"/>
                        <a:pt x="10096" y="59931"/>
                      </a:cubicBezTo>
                      <a:cubicBezTo>
                        <a:pt x="11104" y="60644"/>
                        <a:pt x="12295" y="61439"/>
                        <a:pt x="13674" y="62313"/>
                      </a:cubicBezTo>
                      <a:cubicBezTo>
                        <a:pt x="15052" y="63183"/>
                        <a:pt x="16673" y="63978"/>
                        <a:pt x="18537" y="64688"/>
                      </a:cubicBezTo>
                      <a:cubicBezTo>
                        <a:pt x="20400" y="65404"/>
                        <a:pt x="22645" y="65763"/>
                        <a:pt x="25256" y="65763"/>
                      </a:cubicBezTo>
                      <a:cubicBezTo>
                        <a:pt x="29263" y="65763"/>
                        <a:pt x="32367" y="64811"/>
                        <a:pt x="34563" y="62914"/>
                      </a:cubicBezTo>
                      <a:cubicBezTo>
                        <a:pt x="36759" y="61013"/>
                        <a:pt x="37857" y="58288"/>
                        <a:pt x="37857" y="54730"/>
                      </a:cubicBezTo>
                      <a:cubicBezTo>
                        <a:pt x="37857" y="52747"/>
                        <a:pt x="37361" y="51126"/>
                        <a:pt x="36371" y="49872"/>
                      </a:cubicBezTo>
                      <a:cubicBezTo>
                        <a:pt x="35374" y="48614"/>
                        <a:pt x="34063" y="47565"/>
                        <a:pt x="32419" y="46709"/>
                      </a:cubicBezTo>
                      <a:cubicBezTo>
                        <a:pt x="30783" y="45858"/>
                        <a:pt x="28920" y="45130"/>
                        <a:pt x="26824" y="44536"/>
                      </a:cubicBezTo>
                      <a:cubicBezTo>
                        <a:pt x="24733" y="43947"/>
                        <a:pt x="22608" y="43304"/>
                        <a:pt x="20445" y="42602"/>
                      </a:cubicBezTo>
                      <a:cubicBezTo>
                        <a:pt x="18286" y="41908"/>
                        <a:pt x="16161" y="41071"/>
                        <a:pt x="14066" y="40097"/>
                      </a:cubicBezTo>
                      <a:cubicBezTo>
                        <a:pt x="11974" y="39119"/>
                        <a:pt x="10110" y="37849"/>
                        <a:pt x="8475" y="36281"/>
                      </a:cubicBezTo>
                      <a:cubicBezTo>
                        <a:pt x="6831" y="34713"/>
                        <a:pt x="5520" y="32753"/>
                        <a:pt x="4523" y="30397"/>
                      </a:cubicBezTo>
                      <a:cubicBezTo>
                        <a:pt x="3533" y="28048"/>
                        <a:pt x="3037" y="25147"/>
                        <a:pt x="3037" y="21697"/>
                      </a:cubicBezTo>
                      <a:cubicBezTo>
                        <a:pt x="3037" y="18941"/>
                        <a:pt x="3582" y="16260"/>
                        <a:pt x="4680" y="13647"/>
                      </a:cubicBezTo>
                      <a:cubicBezTo>
                        <a:pt x="5778" y="11029"/>
                        <a:pt x="7384" y="8715"/>
                        <a:pt x="9491" y="6695"/>
                      </a:cubicBezTo>
                      <a:cubicBezTo>
                        <a:pt x="11601" y="4671"/>
                        <a:pt x="14189" y="3051"/>
                        <a:pt x="17255" y="1830"/>
                      </a:cubicBezTo>
                      <a:cubicBezTo>
                        <a:pt x="20326" y="612"/>
                        <a:pt x="23825" y="0"/>
                        <a:pt x="27769" y="0"/>
                      </a:cubicBezTo>
                      <a:cubicBezTo>
                        <a:pt x="32229" y="0"/>
                        <a:pt x="36345" y="702"/>
                        <a:pt x="40110" y="2095"/>
                      </a:cubicBezTo>
                      <a:cubicBezTo>
                        <a:pt x="43871" y="3487"/>
                        <a:pt x="47079" y="5436"/>
                        <a:pt x="49731" y="7949"/>
                      </a:cubicBezTo>
                      <a:lnTo>
                        <a:pt x="46276" y="1458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33" name="Google Shape;2033;p90"/>
                <p:cNvSpPr/>
                <p:nvPr/>
              </p:nvSpPr>
              <p:spPr>
                <a:xfrm>
                  <a:off x="3827553" y="3961194"/>
                  <a:ext cx="80577" cy="91215"/>
                </a:xfrm>
                <a:custGeom>
                  <a:rect b="b" l="l" r="r" t="t"/>
                  <a:pathLst>
                    <a:path extrusionOk="0" h="91215" w="80577">
                      <a:moveTo>
                        <a:pt x="76656" y="38630"/>
                      </a:moveTo>
                      <a:cubicBezTo>
                        <a:pt x="76656" y="42012"/>
                        <a:pt x="76305" y="45242"/>
                        <a:pt x="75610" y="48330"/>
                      </a:cubicBezTo>
                      <a:cubicBezTo>
                        <a:pt x="74912" y="51414"/>
                        <a:pt x="73907" y="54293"/>
                        <a:pt x="72603" y="56977"/>
                      </a:cubicBezTo>
                      <a:cubicBezTo>
                        <a:pt x="71296" y="59662"/>
                        <a:pt x="69701" y="62126"/>
                        <a:pt x="67819" y="64374"/>
                      </a:cubicBezTo>
                      <a:cubicBezTo>
                        <a:pt x="65937" y="66625"/>
                        <a:pt x="63789" y="68600"/>
                        <a:pt x="61387" y="70307"/>
                      </a:cubicBezTo>
                      <a:lnTo>
                        <a:pt x="80578" y="91216"/>
                      </a:lnTo>
                      <a:lnTo>
                        <a:pt x="68969" y="91216"/>
                      </a:lnTo>
                      <a:cubicBezTo>
                        <a:pt x="67296" y="91216"/>
                        <a:pt x="65787" y="90988"/>
                        <a:pt x="64446" y="90536"/>
                      </a:cubicBezTo>
                      <a:cubicBezTo>
                        <a:pt x="63105" y="90085"/>
                        <a:pt x="61877" y="89248"/>
                        <a:pt x="60760" y="88027"/>
                      </a:cubicBezTo>
                      <a:lnTo>
                        <a:pt x="49675" y="75799"/>
                      </a:lnTo>
                      <a:cubicBezTo>
                        <a:pt x="47897" y="76288"/>
                        <a:pt x="46074" y="76654"/>
                        <a:pt x="44210" y="76893"/>
                      </a:cubicBezTo>
                      <a:cubicBezTo>
                        <a:pt x="42343" y="77140"/>
                        <a:pt x="40401" y="77263"/>
                        <a:pt x="38380" y="77263"/>
                      </a:cubicBezTo>
                      <a:cubicBezTo>
                        <a:pt x="32666" y="77263"/>
                        <a:pt x="27441" y="76296"/>
                        <a:pt x="22720" y="74358"/>
                      </a:cubicBezTo>
                      <a:cubicBezTo>
                        <a:pt x="17995" y="72428"/>
                        <a:pt x="13954" y="69732"/>
                        <a:pt x="10589" y="66282"/>
                      </a:cubicBezTo>
                      <a:cubicBezTo>
                        <a:pt x="7223" y="62832"/>
                        <a:pt x="4620" y="58751"/>
                        <a:pt x="2771" y="54024"/>
                      </a:cubicBezTo>
                      <a:cubicBezTo>
                        <a:pt x="923" y="49304"/>
                        <a:pt x="0" y="44171"/>
                        <a:pt x="0" y="38630"/>
                      </a:cubicBezTo>
                      <a:cubicBezTo>
                        <a:pt x="0" y="33092"/>
                        <a:pt x="923" y="27962"/>
                        <a:pt x="2771" y="23235"/>
                      </a:cubicBezTo>
                      <a:cubicBezTo>
                        <a:pt x="4620" y="18516"/>
                        <a:pt x="7223" y="14431"/>
                        <a:pt x="10589" y="10981"/>
                      </a:cubicBezTo>
                      <a:cubicBezTo>
                        <a:pt x="13954" y="7527"/>
                        <a:pt x="17995" y="4835"/>
                        <a:pt x="22720" y="2905"/>
                      </a:cubicBezTo>
                      <a:cubicBezTo>
                        <a:pt x="27441" y="971"/>
                        <a:pt x="32666" y="0"/>
                        <a:pt x="38380" y="0"/>
                      </a:cubicBezTo>
                      <a:cubicBezTo>
                        <a:pt x="44095" y="0"/>
                        <a:pt x="49309" y="978"/>
                        <a:pt x="54015" y="2927"/>
                      </a:cubicBezTo>
                      <a:cubicBezTo>
                        <a:pt x="58721" y="4880"/>
                        <a:pt x="62747" y="7572"/>
                        <a:pt x="66093" y="11007"/>
                      </a:cubicBezTo>
                      <a:cubicBezTo>
                        <a:pt x="69440" y="14438"/>
                        <a:pt x="72039" y="18516"/>
                        <a:pt x="73885" y="23235"/>
                      </a:cubicBezTo>
                      <a:cubicBezTo>
                        <a:pt x="75733" y="27962"/>
                        <a:pt x="76656" y="33092"/>
                        <a:pt x="76656" y="38630"/>
                      </a:cubicBezTo>
                      <a:close/>
                      <a:moveTo>
                        <a:pt x="62224" y="38630"/>
                      </a:moveTo>
                      <a:cubicBezTo>
                        <a:pt x="62224" y="34489"/>
                        <a:pt x="61675" y="30766"/>
                        <a:pt x="60577" y="27473"/>
                      </a:cubicBezTo>
                      <a:cubicBezTo>
                        <a:pt x="59479" y="24176"/>
                        <a:pt x="57899" y="21383"/>
                        <a:pt x="55845" y="19083"/>
                      </a:cubicBezTo>
                      <a:cubicBezTo>
                        <a:pt x="53787" y="16780"/>
                        <a:pt x="51288" y="15025"/>
                        <a:pt x="48341" y="13804"/>
                      </a:cubicBezTo>
                      <a:cubicBezTo>
                        <a:pt x="45394" y="12579"/>
                        <a:pt x="42074" y="11970"/>
                        <a:pt x="38380" y="11970"/>
                      </a:cubicBezTo>
                      <a:cubicBezTo>
                        <a:pt x="34686" y="11970"/>
                        <a:pt x="31355" y="12579"/>
                        <a:pt x="28393" y="13804"/>
                      </a:cubicBezTo>
                      <a:cubicBezTo>
                        <a:pt x="25431" y="15025"/>
                        <a:pt x="22910" y="16780"/>
                        <a:pt x="20837" y="19083"/>
                      </a:cubicBezTo>
                      <a:cubicBezTo>
                        <a:pt x="18764" y="21383"/>
                        <a:pt x="17166" y="24176"/>
                        <a:pt x="16053" y="27473"/>
                      </a:cubicBezTo>
                      <a:cubicBezTo>
                        <a:pt x="14936" y="30766"/>
                        <a:pt x="14380" y="34489"/>
                        <a:pt x="14380" y="38630"/>
                      </a:cubicBezTo>
                      <a:cubicBezTo>
                        <a:pt x="14380" y="42778"/>
                        <a:pt x="14936" y="46497"/>
                        <a:pt x="16053" y="49794"/>
                      </a:cubicBezTo>
                      <a:cubicBezTo>
                        <a:pt x="17166" y="53083"/>
                        <a:pt x="18764" y="55872"/>
                        <a:pt x="20837" y="58153"/>
                      </a:cubicBezTo>
                      <a:cubicBezTo>
                        <a:pt x="22910" y="60439"/>
                        <a:pt x="25431" y="62193"/>
                        <a:pt x="28393" y="63410"/>
                      </a:cubicBezTo>
                      <a:cubicBezTo>
                        <a:pt x="31355" y="64628"/>
                        <a:pt x="34686" y="65240"/>
                        <a:pt x="38380" y="65240"/>
                      </a:cubicBezTo>
                      <a:cubicBezTo>
                        <a:pt x="42074" y="65240"/>
                        <a:pt x="45394" y="64628"/>
                        <a:pt x="48341" y="63410"/>
                      </a:cubicBezTo>
                      <a:cubicBezTo>
                        <a:pt x="51288" y="62193"/>
                        <a:pt x="53787" y="60439"/>
                        <a:pt x="55845" y="58153"/>
                      </a:cubicBezTo>
                      <a:cubicBezTo>
                        <a:pt x="57899" y="55872"/>
                        <a:pt x="59479" y="53083"/>
                        <a:pt x="60577" y="49794"/>
                      </a:cubicBezTo>
                      <a:cubicBezTo>
                        <a:pt x="61675" y="46497"/>
                        <a:pt x="62224" y="42778"/>
                        <a:pt x="62224" y="3863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34" name="Google Shape;2034;p90"/>
                <p:cNvSpPr/>
                <p:nvPr/>
              </p:nvSpPr>
              <p:spPr>
                <a:xfrm>
                  <a:off x="3915294" y="3962034"/>
                  <a:ext cx="44341" cy="75586"/>
                </a:xfrm>
                <a:custGeom>
                  <a:rect b="b" l="l" r="r" t="t"/>
                  <a:pathLst>
                    <a:path extrusionOk="0" h="75586" w="44341">
                      <a:moveTo>
                        <a:pt x="14062" y="63982"/>
                      </a:moveTo>
                      <a:lnTo>
                        <a:pt x="44341" y="63982"/>
                      </a:lnTo>
                      <a:lnTo>
                        <a:pt x="44341" y="75586"/>
                      </a:lnTo>
                      <a:lnTo>
                        <a:pt x="0" y="75586"/>
                      </a:lnTo>
                      <a:lnTo>
                        <a:pt x="0" y="0"/>
                      </a:lnTo>
                      <a:lnTo>
                        <a:pt x="14062" y="0"/>
                      </a:lnTo>
                      <a:lnTo>
                        <a:pt x="14062" y="6398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35" name="Google Shape;2035;p90"/>
              <p:cNvGrpSpPr/>
              <p:nvPr/>
            </p:nvGrpSpPr>
            <p:grpSpPr>
              <a:xfrm>
                <a:off x="3771844" y="3679408"/>
                <a:ext cx="185990" cy="212289"/>
                <a:chOff x="3771844" y="3679408"/>
                <a:chExt cx="185990" cy="212289"/>
              </a:xfrm>
            </p:grpSpPr>
            <p:sp>
              <p:nvSpPr>
                <p:cNvPr id="2036" name="Google Shape;2036;p90"/>
                <p:cNvSpPr/>
                <p:nvPr/>
              </p:nvSpPr>
              <p:spPr>
                <a:xfrm>
                  <a:off x="3771844" y="3679408"/>
                  <a:ext cx="185990" cy="212289"/>
                </a:xfrm>
                <a:custGeom>
                  <a:rect b="b" l="l" r="r" t="t"/>
                  <a:pathLst>
                    <a:path extrusionOk="0" h="212289" w="185990">
                      <a:moveTo>
                        <a:pt x="166625" y="89672"/>
                      </a:moveTo>
                      <a:lnTo>
                        <a:pt x="161254" y="89672"/>
                      </a:lnTo>
                      <a:lnTo>
                        <a:pt x="161254" y="8493"/>
                      </a:lnTo>
                      <a:cubicBezTo>
                        <a:pt x="161254" y="3803"/>
                        <a:pt x="157452" y="2"/>
                        <a:pt x="152761" y="2"/>
                      </a:cubicBezTo>
                      <a:lnTo>
                        <a:pt x="48523" y="2"/>
                      </a:lnTo>
                      <a:cubicBezTo>
                        <a:pt x="45912" y="-57"/>
                        <a:pt x="43413" y="1066"/>
                        <a:pt x="41725" y="3060"/>
                      </a:cubicBezTo>
                      <a:lnTo>
                        <a:pt x="1634" y="50613"/>
                      </a:lnTo>
                      <a:cubicBezTo>
                        <a:pt x="532" y="52156"/>
                        <a:pt x="-39" y="54015"/>
                        <a:pt x="2" y="55912"/>
                      </a:cubicBezTo>
                      <a:lnTo>
                        <a:pt x="2" y="203799"/>
                      </a:lnTo>
                      <a:cubicBezTo>
                        <a:pt x="-35" y="208447"/>
                        <a:pt x="3707" y="212252"/>
                        <a:pt x="8361" y="212289"/>
                      </a:cubicBezTo>
                      <a:cubicBezTo>
                        <a:pt x="8406" y="212289"/>
                        <a:pt x="8454" y="212289"/>
                        <a:pt x="8499" y="212289"/>
                      </a:cubicBezTo>
                      <a:lnTo>
                        <a:pt x="152761" y="212289"/>
                      </a:lnTo>
                      <a:cubicBezTo>
                        <a:pt x="157415" y="212327"/>
                        <a:pt x="161217" y="208585"/>
                        <a:pt x="161254" y="203933"/>
                      </a:cubicBezTo>
                      <a:cubicBezTo>
                        <a:pt x="161254" y="203888"/>
                        <a:pt x="161254" y="203844"/>
                        <a:pt x="161254" y="203799"/>
                      </a:cubicBezTo>
                      <a:lnTo>
                        <a:pt x="161254" y="179342"/>
                      </a:lnTo>
                      <a:lnTo>
                        <a:pt x="166625" y="179342"/>
                      </a:lnTo>
                      <a:cubicBezTo>
                        <a:pt x="177303" y="179305"/>
                        <a:pt x="185953" y="170658"/>
                        <a:pt x="185991" y="159983"/>
                      </a:cubicBezTo>
                      <a:lnTo>
                        <a:pt x="185991" y="109032"/>
                      </a:lnTo>
                      <a:cubicBezTo>
                        <a:pt x="185953" y="98357"/>
                        <a:pt x="177303" y="89710"/>
                        <a:pt x="166625" y="89672"/>
                      </a:cubicBezTo>
                      <a:close/>
                      <a:moveTo>
                        <a:pt x="42338" y="28943"/>
                      </a:moveTo>
                      <a:lnTo>
                        <a:pt x="42338" y="50949"/>
                      </a:lnTo>
                      <a:lnTo>
                        <a:pt x="23719" y="50949"/>
                      </a:lnTo>
                      <a:lnTo>
                        <a:pt x="42338" y="28943"/>
                      </a:lnTo>
                      <a:close/>
                      <a:moveTo>
                        <a:pt x="144268" y="195304"/>
                      </a:moveTo>
                      <a:lnTo>
                        <a:pt x="16858" y="195304"/>
                      </a:lnTo>
                      <a:lnTo>
                        <a:pt x="16858" y="67934"/>
                      </a:lnTo>
                      <a:lnTo>
                        <a:pt x="50831" y="67934"/>
                      </a:lnTo>
                      <a:cubicBezTo>
                        <a:pt x="55485" y="67972"/>
                        <a:pt x="59291" y="64230"/>
                        <a:pt x="59328" y="59578"/>
                      </a:cubicBezTo>
                      <a:cubicBezTo>
                        <a:pt x="59328" y="59533"/>
                        <a:pt x="59328" y="59489"/>
                        <a:pt x="59328" y="59444"/>
                      </a:cubicBezTo>
                      <a:lnTo>
                        <a:pt x="59328" y="16987"/>
                      </a:lnTo>
                      <a:lnTo>
                        <a:pt x="144268" y="16987"/>
                      </a:lnTo>
                      <a:lnTo>
                        <a:pt x="144268" y="89672"/>
                      </a:lnTo>
                      <a:lnTo>
                        <a:pt x="64695" y="89672"/>
                      </a:lnTo>
                      <a:cubicBezTo>
                        <a:pt x="53998" y="89672"/>
                        <a:pt x="45329" y="98338"/>
                        <a:pt x="45329" y="109032"/>
                      </a:cubicBezTo>
                      <a:lnTo>
                        <a:pt x="45329" y="109032"/>
                      </a:lnTo>
                      <a:lnTo>
                        <a:pt x="45329" y="159983"/>
                      </a:lnTo>
                      <a:cubicBezTo>
                        <a:pt x="45329" y="170673"/>
                        <a:pt x="53998" y="179342"/>
                        <a:pt x="64695" y="179342"/>
                      </a:cubicBezTo>
                      <a:lnTo>
                        <a:pt x="144268" y="179342"/>
                      </a:lnTo>
                      <a:lnTo>
                        <a:pt x="144268" y="195304"/>
                      </a:lnTo>
                      <a:close/>
                      <a:moveTo>
                        <a:pt x="175118" y="159983"/>
                      </a:moveTo>
                      <a:cubicBezTo>
                        <a:pt x="175118" y="164672"/>
                        <a:pt x="171316" y="168473"/>
                        <a:pt x="166625" y="168473"/>
                      </a:cubicBezTo>
                      <a:lnTo>
                        <a:pt x="64695" y="168473"/>
                      </a:lnTo>
                      <a:cubicBezTo>
                        <a:pt x="60004" y="168473"/>
                        <a:pt x="56202" y="164672"/>
                        <a:pt x="56202" y="159983"/>
                      </a:cubicBezTo>
                      <a:lnTo>
                        <a:pt x="56202" y="109032"/>
                      </a:lnTo>
                      <a:cubicBezTo>
                        <a:pt x="56202" y="104342"/>
                        <a:pt x="60004" y="100541"/>
                        <a:pt x="64695" y="100541"/>
                      </a:cubicBezTo>
                      <a:lnTo>
                        <a:pt x="166625" y="100541"/>
                      </a:lnTo>
                      <a:cubicBezTo>
                        <a:pt x="171316" y="100541"/>
                        <a:pt x="175118" y="104342"/>
                        <a:pt x="175118" y="109032"/>
                      </a:cubicBezTo>
                      <a:lnTo>
                        <a:pt x="175118" y="159983"/>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37" name="Google Shape;2037;p90"/>
                <p:cNvSpPr/>
                <p:nvPr/>
              </p:nvSpPr>
              <p:spPr>
                <a:xfrm>
                  <a:off x="3837286" y="3793331"/>
                  <a:ext cx="27731" cy="41418"/>
                </a:xfrm>
                <a:custGeom>
                  <a:rect b="b" l="l" r="r" t="t"/>
                  <a:pathLst>
                    <a:path extrusionOk="0" h="41418" w="27731">
                      <a:moveTo>
                        <a:pt x="3328" y="31509"/>
                      </a:moveTo>
                      <a:cubicBezTo>
                        <a:pt x="3328" y="31509"/>
                        <a:pt x="7642" y="35340"/>
                        <a:pt x="13808" y="35340"/>
                      </a:cubicBezTo>
                      <a:cubicBezTo>
                        <a:pt x="18798" y="35340"/>
                        <a:pt x="20953" y="33096"/>
                        <a:pt x="20953" y="29859"/>
                      </a:cubicBezTo>
                      <a:cubicBezTo>
                        <a:pt x="20953" y="26823"/>
                        <a:pt x="19231" y="25304"/>
                        <a:pt x="12572" y="23123"/>
                      </a:cubicBezTo>
                      <a:cubicBezTo>
                        <a:pt x="4317" y="20480"/>
                        <a:pt x="306" y="17508"/>
                        <a:pt x="306" y="11295"/>
                      </a:cubicBezTo>
                      <a:cubicBezTo>
                        <a:pt x="306" y="4492"/>
                        <a:pt x="5113" y="0"/>
                        <a:pt x="13868" y="0"/>
                      </a:cubicBezTo>
                      <a:cubicBezTo>
                        <a:pt x="23052" y="0"/>
                        <a:pt x="26750" y="4029"/>
                        <a:pt x="26750" y="4029"/>
                      </a:cubicBezTo>
                      <a:lnTo>
                        <a:pt x="23422" y="9383"/>
                      </a:lnTo>
                      <a:cubicBezTo>
                        <a:pt x="23422" y="9383"/>
                        <a:pt x="19907" y="6079"/>
                        <a:pt x="13868" y="6079"/>
                      </a:cubicBezTo>
                      <a:cubicBezTo>
                        <a:pt x="9677" y="6079"/>
                        <a:pt x="7025" y="7863"/>
                        <a:pt x="7025" y="11033"/>
                      </a:cubicBezTo>
                      <a:cubicBezTo>
                        <a:pt x="7025" y="13740"/>
                        <a:pt x="8997" y="15062"/>
                        <a:pt x="15220" y="17045"/>
                      </a:cubicBezTo>
                      <a:cubicBezTo>
                        <a:pt x="24158" y="19752"/>
                        <a:pt x="27732" y="23254"/>
                        <a:pt x="27732" y="29396"/>
                      </a:cubicBezTo>
                      <a:cubicBezTo>
                        <a:pt x="27732" y="36135"/>
                        <a:pt x="23235" y="41419"/>
                        <a:pt x="13991" y="41419"/>
                      </a:cubicBezTo>
                      <a:cubicBezTo>
                        <a:pt x="4497" y="41419"/>
                        <a:pt x="0" y="36468"/>
                        <a:pt x="0" y="36468"/>
                      </a:cubicBezTo>
                      <a:lnTo>
                        <a:pt x="3328" y="31509"/>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38" name="Google Shape;2038;p90"/>
                <p:cNvSpPr/>
                <p:nvPr/>
              </p:nvSpPr>
              <p:spPr>
                <a:xfrm>
                  <a:off x="3867808" y="3793331"/>
                  <a:ext cx="37043" cy="47960"/>
                </a:xfrm>
                <a:custGeom>
                  <a:rect b="b" l="l" r="r" t="t"/>
                  <a:pathLst>
                    <a:path extrusionOk="0" h="47960" w="37043">
                      <a:moveTo>
                        <a:pt x="0" y="20745"/>
                      </a:moveTo>
                      <a:cubicBezTo>
                        <a:pt x="0" y="9181"/>
                        <a:pt x="7339" y="0"/>
                        <a:pt x="18495" y="0"/>
                      </a:cubicBezTo>
                      <a:cubicBezTo>
                        <a:pt x="29711" y="0"/>
                        <a:pt x="37043" y="9181"/>
                        <a:pt x="37043" y="20745"/>
                      </a:cubicBezTo>
                      <a:cubicBezTo>
                        <a:pt x="37043" y="28735"/>
                        <a:pt x="33469" y="35672"/>
                        <a:pt x="27493" y="39107"/>
                      </a:cubicBezTo>
                      <a:lnTo>
                        <a:pt x="32300" y="47960"/>
                      </a:lnTo>
                      <a:lnTo>
                        <a:pt x="25521" y="47960"/>
                      </a:lnTo>
                      <a:lnTo>
                        <a:pt x="21946" y="41090"/>
                      </a:lnTo>
                      <a:cubicBezTo>
                        <a:pt x="20833" y="41288"/>
                        <a:pt x="19664" y="41419"/>
                        <a:pt x="18495" y="41419"/>
                      </a:cubicBezTo>
                      <a:cubicBezTo>
                        <a:pt x="7339" y="41419"/>
                        <a:pt x="0" y="32170"/>
                        <a:pt x="0" y="20745"/>
                      </a:cubicBezTo>
                      <a:close/>
                      <a:moveTo>
                        <a:pt x="30821" y="20745"/>
                      </a:moveTo>
                      <a:cubicBezTo>
                        <a:pt x="30821" y="12553"/>
                        <a:pt x="25827" y="6277"/>
                        <a:pt x="18495" y="6277"/>
                      </a:cubicBezTo>
                      <a:cubicBezTo>
                        <a:pt x="11223" y="6277"/>
                        <a:pt x="6290" y="12553"/>
                        <a:pt x="6290" y="20745"/>
                      </a:cubicBezTo>
                      <a:cubicBezTo>
                        <a:pt x="6290" y="28869"/>
                        <a:pt x="11223" y="35079"/>
                        <a:pt x="18495" y="35079"/>
                      </a:cubicBezTo>
                      <a:cubicBezTo>
                        <a:pt x="25827" y="35079"/>
                        <a:pt x="30821" y="28869"/>
                        <a:pt x="30821" y="2074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39" name="Google Shape;2039;p90"/>
                <p:cNvSpPr/>
                <p:nvPr/>
              </p:nvSpPr>
              <p:spPr>
                <a:xfrm>
                  <a:off x="3910173" y="3794193"/>
                  <a:ext cx="24284" cy="39633"/>
                </a:xfrm>
                <a:custGeom>
                  <a:rect b="b" l="l" r="r" t="t"/>
                  <a:pathLst>
                    <a:path extrusionOk="0" h="39633" w="24284">
                      <a:moveTo>
                        <a:pt x="0" y="39634"/>
                      </a:moveTo>
                      <a:lnTo>
                        <a:pt x="0" y="0"/>
                      </a:lnTo>
                      <a:lnTo>
                        <a:pt x="6103" y="0"/>
                      </a:lnTo>
                      <a:lnTo>
                        <a:pt x="6103" y="33820"/>
                      </a:lnTo>
                      <a:lnTo>
                        <a:pt x="24285" y="33820"/>
                      </a:lnTo>
                      <a:lnTo>
                        <a:pt x="24285" y="39634"/>
                      </a:lnTo>
                      <a:lnTo>
                        <a:pt x="0" y="39634"/>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040" name="Google Shape;2040;p90"/>
            <p:cNvGrpSpPr/>
            <p:nvPr/>
          </p:nvGrpSpPr>
          <p:grpSpPr>
            <a:xfrm>
              <a:off x="4280223" y="2902845"/>
              <a:ext cx="244556" cy="290900"/>
              <a:chOff x="5601714" y="3667260"/>
              <a:chExt cx="326074" cy="387867"/>
            </a:xfrm>
          </p:grpSpPr>
          <p:grpSp>
            <p:nvGrpSpPr>
              <p:cNvPr id="2041" name="Google Shape;2041;p90"/>
              <p:cNvGrpSpPr/>
              <p:nvPr/>
            </p:nvGrpSpPr>
            <p:grpSpPr>
              <a:xfrm>
                <a:off x="5601714" y="3959939"/>
                <a:ext cx="326074" cy="95188"/>
                <a:chOff x="5601714" y="3959939"/>
                <a:chExt cx="326074" cy="95188"/>
              </a:xfrm>
            </p:grpSpPr>
            <p:sp>
              <p:nvSpPr>
                <p:cNvPr id="2042" name="Google Shape;2042;p90"/>
                <p:cNvSpPr/>
                <p:nvPr/>
              </p:nvSpPr>
              <p:spPr>
                <a:xfrm>
                  <a:off x="5601714" y="3962030"/>
                  <a:ext cx="53965" cy="75586"/>
                </a:xfrm>
                <a:custGeom>
                  <a:rect b="b" l="l" r="r" t="t"/>
                  <a:pathLst>
                    <a:path extrusionOk="0" h="75586" w="53965">
                      <a:moveTo>
                        <a:pt x="14066" y="48979"/>
                      </a:moveTo>
                      <a:lnTo>
                        <a:pt x="14066" y="75586"/>
                      </a:lnTo>
                      <a:lnTo>
                        <a:pt x="0" y="75586"/>
                      </a:lnTo>
                      <a:lnTo>
                        <a:pt x="0" y="0"/>
                      </a:lnTo>
                      <a:lnTo>
                        <a:pt x="24628" y="0"/>
                      </a:lnTo>
                      <a:cubicBezTo>
                        <a:pt x="29685" y="0"/>
                        <a:pt x="34063" y="594"/>
                        <a:pt x="37756" y="1773"/>
                      </a:cubicBezTo>
                      <a:cubicBezTo>
                        <a:pt x="41450" y="2965"/>
                        <a:pt x="44502" y="4619"/>
                        <a:pt x="46903" y="6743"/>
                      </a:cubicBezTo>
                      <a:cubicBezTo>
                        <a:pt x="49312" y="8871"/>
                        <a:pt x="51086" y="11418"/>
                        <a:pt x="52241" y="14375"/>
                      </a:cubicBezTo>
                      <a:cubicBezTo>
                        <a:pt x="53387" y="17336"/>
                        <a:pt x="53966" y="20581"/>
                        <a:pt x="53966" y="24098"/>
                      </a:cubicBezTo>
                      <a:cubicBezTo>
                        <a:pt x="53966" y="27757"/>
                        <a:pt x="53357" y="31114"/>
                        <a:pt x="52132" y="34160"/>
                      </a:cubicBezTo>
                      <a:cubicBezTo>
                        <a:pt x="50911" y="37211"/>
                        <a:pt x="49084" y="39832"/>
                        <a:pt x="46646" y="42031"/>
                      </a:cubicBezTo>
                      <a:cubicBezTo>
                        <a:pt x="44203" y="44226"/>
                        <a:pt x="41155" y="45933"/>
                        <a:pt x="37495" y="47150"/>
                      </a:cubicBezTo>
                      <a:cubicBezTo>
                        <a:pt x="33831" y="48371"/>
                        <a:pt x="29547" y="48979"/>
                        <a:pt x="24628" y="48979"/>
                      </a:cubicBezTo>
                      <a:lnTo>
                        <a:pt x="14066" y="48979"/>
                      </a:lnTo>
                      <a:close/>
                      <a:moveTo>
                        <a:pt x="14066" y="38006"/>
                      </a:moveTo>
                      <a:lnTo>
                        <a:pt x="24628" y="38006"/>
                      </a:lnTo>
                      <a:cubicBezTo>
                        <a:pt x="27213" y="38006"/>
                        <a:pt x="29458" y="37681"/>
                        <a:pt x="31377" y="37035"/>
                      </a:cubicBezTo>
                      <a:cubicBezTo>
                        <a:pt x="33293" y="36393"/>
                        <a:pt x="34877" y="35467"/>
                        <a:pt x="36132" y="34265"/>
                      </a:cubicBezTo>
                      <a:cubicBezTo>
                        <a:pt x="37387" y="33059"/>
                        <a:pt x="38328" y="31603"/>
                        <a:pt x="38955" y="29874"/>
                      </a:cubicBezTo>
                      <a:cubicBezTo>
                        <a:pt x="39583" y="28149"/>
                        <a:pt x="39897" y="26222"/>
                        <a:pt x="39897" y="24098"/>
                      </a:cubicBezTo>
                      <a:cubicBezTo>
                        <a:pt x="39897" y="22078"/>
                        <a:pt x="39583" y="20248"/>
                        <a:pt x="38955" y="18609"/>
                      </a:cubicBezTo>
                      <a:cubicBezTo>
                        <a:pt x="38328" y="16974"/>
                        <a:pt x="37387" y="15581"/>
                        <a:pt x="36132" y="14427"/>
                      </a:cubicBezTo>
                      <a:cubicBezTo>
                        <a:pt x="34877" y="13277"/>
                        <a:pt x="33293" y="12396"/>
                        <a:pt x="31377" y="11787"/>
                      </a:cubicBezTo>
                      <a:cubicBezTo>
                        <a:pt x="29458" y="11179"/>
                        <a:pt x="27213" y="10873"/>
                        <a:pt x="24628" y="10873"/>
                      </a:cubicBezTo>
                      <a:lnTo>
                        <a:pt x="14066" y="10873"/>
                      </a:lnTo>
                      <a:lnTo>
                        <a:pt x="14066" y="3800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43" name="Google Shape;2043;p90"/>
                <p:cNvSpPr/>
                <p:nvPr/>
              </p:nvSpPr>
              <p:spPr>
                <a:xfrm>
                  <a:off x="5659337" y="3983984"/>
                  <a:ext cx="54798" cy="71143"/>
                </a:xfrm>
                <a:custGeom>
                  <a:rect b="b" l="l" r="r" t="t"/>
                  <a:pathLst>
                    <a:path extrusionOk="0" h="71143" w="54798">
                      <a:moveTo>
                        <a:pt x="25573" y="68373"/>
                      </a:moveTo>
                      <a:cubicBezTo>
                        <a:pt x="25185" y="69276"/>
                        <a:pt x="24692" y="69967"/>
                        <a:pt x="24079" y="70437"/>
                      </a:cubicBezTo>
                      <a:cubicBezTo>
                        <a:pt x="23470" y="70908"/>
                        <a:pt x="22537" y="71143"/>
                        <a:pt x="21282" y="71143"/>
                      </a:cubicBezTo>
                      <a:lnTo>
                        <a:pt x="11661" y="71143"/>
                      </a:lnTo>
                      <a:lnTo>
                        <a:pt x="21704" y="49663"/>
                      </a:lnTo>
                      <a:lnTo>
                        <a:pt x="0" y="0"/>
                      </a:lnTo>
                      <a:lnTo>
                        <a:pt x="11298" y="0"/>
                      </a:lnTo>
                      <a:cubicBezTo>
                        <a:pt x="12344" y="0"/>
                        <a:pt x="13143" y="243"/>
                        <a:pt x="13700" y="732"/>
                      </a:cubicBezTo>
                      <a:cubicBezTo>
                        <a:pt x="14260" y="1221"/>
                        <a:pt x="14678" y="1777"/>
                        <a:pt x="14955" y="2404"/>
                      </a:cubicBezTo>
                      <a:lnTo>
                        <a:pt x="26410" y="30214"/>
                      </a:lnTo>
                      <a:cubicBezTo>
                        <a:pt x="26791" y="31121"/>
                        <a:pt x="27123" y="32062"/>
                        <a:pt x="27399" y="33033"/>
                      </a:cubicBezTo>
                      <a:cubicBezTo>
                        <a:pt x="27680" y="34011"/>
                        <a:pt x="27926" y="34989"/>
                        <a:pt x="28132" y="35967"/>
                      </a:cubicBezTo>
                      <a:cubicBezTo>
                        <a:pt x="28416" y="34952"/>
                        <a:pt x="28718" y="33974"/>
                        <a:pt x="29050" y="33033"/>
                      </a:cubicBezTo>
                      <a:cubicBezTo>
                        <a:pt x="29379" y="32092"/>
                        <a:pt x="29738" y="31139"/>
                        <a:pt x="30122" y="30161"/>
                      </a:cubicBezTo>
                      <a:lnTo>
                        <a:pt x="40890" y="2404"/>
                      </a:lnTo>
                      <a:cubicBezTo>
                        <a:pt x="41170" y="1706"/>
                        <a:pt x="41633" y="1131"/>
                        <a:pt x="42279" y="676"/>
                      </a:cubicBezTo>
                      <a:cubicBezTo>
                        <a:pt x="42922" y="224"/>
                        <a:pt x="43647" y="0"/>
                        <a:pt x="44449" y="0"/>
                      </a:cubicBezTo>
                      <a:lnTo>
                        <a:pt x="54799" y="0"/>
                      </a:lnTo>
                      <a:lnTo>
                        <a:pt x="25573" y="68373"/>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44" name="Google Shape;2044;p90"/>
                <p:cNvSpPr/>
                <p:nvPr/>
              </p:nvSpPr>
              <p:spPr>
                <a:xfrm>
                  <a:off x="5716802" y="3967571"/>
                  <a:ext cx="36549" cy="70881"/>
                </a:xfrm>
                <a:custGeom>
                  <a:rect b="b" l="l" r="r" t="t"/>
                  <a:pathLst>
                    <a:path extrusionOk="0" h="70881" w="36549">
                      <a:moveTo>
                        <a:pt x="22484" y="70882"/>
                      </a:moveTo>
                      <a:cubicBezTo>
                        <a:pt x="17845" y="70882"/>
                        <a:pt x="14275" y="69567"/>
                        <a:pt x="11765" y="66935"/>
                      </a:cubicBezTo>
                      <a:cubicBezTo>
                        <a:pt x="9255" y="64303"/>
                        <a:pt x="8004" y="60670"/>
                        <a:pt x="8004" y="56036"/>
                      </a:cubicBezTo>
                      <a:lnTo>
                        <a:pt x="8004" y="26084"/>
                      </a:lnTo>
                      <a:lnTo>
                        <a:pt x="2562" y="26084"/>
                      </a:lnTo>
                      <a:cubicBezTo>
                        <a:pt x="1864" y="26084"/>
                        <a:pt x="1262" y="25856"/>
                        <a:pt x="758" y="25404"/>
                      </a:cubicBezTo>
                      <a:cubicBezTo>
                        <a:pt x="250" y="24953"/>
                        <a:pt x="0" y="24273"/>
                        <a:pt x="0" y="23366"/>
                      </a:cubicBezTo>
                      <a:lnTo>
                        <a:pt x="0" y="18243"/>
                      </a:lnTo>
                      <a:lnTo>
                        <a:pt x="8631" y="16832"/>
                      </a:lnTo>
                      <a:lnTo>
                        <a:pt x="11347" y="2196"/>
                      </a:lnTo>
                      <a:cubicBezTo>
                        <a:pt x="11485" y="1501"/>
                        <a:pt x="11810" y="959"/>
                        <a:pt x="12314" y="575"/>
                      </a:cubicBezTo>
                      <a:cubicBezTo>
                        <a:pt x="12822" y="194"/>
                        <a:pt x="13457" y="0"/>
                        <a:pt x="14223" y="0"/>
                      </a:cubicBezTo>
                      <a:lnTo>
                        <a:pt x="20919" y="0"/>
                      </a:lnTo>
                      <a:lnTo>
                        <a:pt x="20919" y="16888"/>
                      </a:lnTo>
                      <a:lnTo>
                        <a:pt x="35033" y="16888"/>
                      </a:lnTo>
                      <a:lnTo>
                        <a:pt x="35033" y="26084"/>
                      </a:lnTo>
                      <a:lnTo>
                        <a:pt x="20919" y="26084"/>
                      </a:lnTo>
                      <a:lnTo>
                        <a:pt x="20919" y="55148"/>
                      </a:lnTo>
                      <a:cubicBezTo>
                        <a:pt x="20919" y="56820"/>
                        <a:pt x="21334" y="58127"/>
                        <a:pt x="22170" y="59068"/>
                      </a:cubicBezTo>
                      <a:cubicBezTo>
                        <a:pt x="23007" y="60009"/>
                        <a:pt x="24124" y="60483"/>
                        <a:pt x="25517" y="60483"/>
                      </a:cubicBezTo>
                      <a:cubicBezTo>
                        <a:pt x="26320" y="60483"/>
                        <a:pt x="26992" y="60386"/>
                        <a:pt x="27530" y="60188"/>
                      </a:cubicBezTo>
                      <a:cubicBezTo>
                        <a:pt x="28072" y="60002"/>
                        <a:pt x="28542" y="59800"/>
                        <a:pt x="28942" y="59591"/>
                      </a:cubicBezTo>
                      <a:cubicBezTo>
                        <a:pt x="29341" y="59382"/>
                        <a:pt x="29700" y="59184"/>
                        <a:pt x="30014" y="58990"/>
                      </a:cubicBezTo>
                      <a:cubicBezTo>
                        <a:pt x="30328" y="58796"/>
                        <a:pt x="30641" y="58702"/>
                        <a:pt x="30955" y="58702"/>
                      </a:cubicBezTo>
                      <a:cubicBezTo>
                        <a:pt x="31340" y="58702"/>
                        <a:pt x="31653" y="58796"/>
                        <a:pt x="31896" y="58990"/>
                      </a:cubicBezTo>
                      <a:cubicBezTo>
                        <a:pt x="32139" y="59184"/>
                        <a:pt x="32401" y="59468"/>
                        <a:pt x="32681" y="59856"/>
                      </a:cubicBezTo>
                      <a:lnTo>
                        <a:pt x="36550" y="66125"/>
                      </a:lnTo>
                      <a:cubicBezTo>
                        <a:pt x="34668" y="67693"/>
                        <a:pt x="32505" y="68881"/>
                        <a:pt x="30066" y="69676"/>
                      </a:cubicBezTo>
                      <a:cubicBezTo>
                        <a:pt x="27624" y="70478"/>
                        <a:pt x="25099" y="70882"/>
                        <a:pt x="22484" y="7088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45" name="Google Shape;2045;p90"/>
                <p:cNvSpPr/>
                <p:nvPr/>
              </p:nvSpPr>
              <p:spPr>
                <a:xfrm>
                  <a:off x="5762137" y="3959939"/>
                  <a:ext cx="46746" cy="77677"/>
                </a:xfrm>
                <a:custGeom>
                  <a:rect b="b" l="l" r="r" t="t"/>
                  <a:pathLst>
                    <a:path extrusionOk="0" h="77677" w="46746">
                      <a:moveTo>
                        <a:pt x="0" y="77677"/>
                      </a:moveTo>
                      <a:lnTo>
                        <a:pt x="0" y="0"/>
                      </a:lnTo>
                      <a:lnTo>
                        <a:pt x="12915" y="0"/>
                      </a:lnTo>
                      <a:lnTo>
                        <a:pt x="12915" y="29848"/>
                      </a:lnTo>
                      <a:cubicBezTo>
                        <a:pt x="15007" y="27861"/>
                        <a:pt x="17308" y="26263"/>
                        <a:pt x="19817" y="25035"/>
                      </a:cubicBezTo>
                      <a:cubicBezTo>
                        <a:pt x="22327" y="23818"/>
                        <a:pt x="25271" y="23209"/>
                        <a:pt x="28654" y="23209"/>
                      </a:cubicBezTo>
                      <a:cubicBezTo>
                        <a:pt x="31583" y="23209"/>
                        <a:pt x="34178" y="23706"/>
                        <a:pt x="36445" y="24702"/>
                      </a:cubicBezTo>
                      <a:cubicBezTo>
                        <a:pt x="38713" y="25692"/>
                        <a:pt x="40602" y="27085"/>
                        <a:pt x="42119" y="28881"/>
                      </a:cubicBezTo>
                      <a:cubicBezTo>
                        <a:pt x="43635" y="30673"/>
                        <a:pt x="44785" y="32816"/>
                        <a:pt x="45570" y="35310"/>
                      </a:cubicBezTo>
                      <a:cubicBezTo>
                        <a:pt x="46354" y="37801"/>
                        <a:pt x="46746" y="40549"/>
                        <a:pt x="46746" y="43543"/>
                      </a:cubicBezTo>
                      <a:lnTo>
                        <a:pt x="46746" y="77677"/>
                      </a:lnTo>
                      <a:lnTo>
                        <a:pt x="33831" y="77677"/>
                      </a:lnTo>
                      <a:lnTo>
                        <a:pt x="33831" y="43543"/>
                      </a:lnTo>
                      <a:cubicBezTo>
                        <a:pt x="33831" y="40269"/>
                        <a:pt x="33073" y="37734"/>
                        <a:pt x="31556" y="35938"/>
                      </a:cubicBezTo>
                      <a:cubicBezTo>
                        <a:pt x="30040" y="34145"/>
                        <a:pt x="27765" y="33249"/>
                        <a:pt x="24733" y="33249"/>
                      </a:cubicBezTo>
                      <a:cubicBezTo>
                        <a:pt x="22503" y="33249"/>
                        <a:pt x="20411" y="33750"/>
                        <a:pt x="18458" y="34761"/>
                      </a:cubicBezTo>
                      <a:cubicBezTo>
                        <a:pt x="16508" y="35770"/>
                        <a:pt x="14656" y="37151"/>
                        <a:pt x="12915" y="38891"/>
                      </a:cubicBezTo>
                      <a:lnTo>
                        <a:pt x="12915" y="77677"/>
                      </a:lnTo>
                      <a:lnTo>
                        <a:pt x="0" y="7767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46" name="Google Shape;2046;p90"/>
                <p:cNvSpPr/>
                <p:nvPr/>
              </p:nvSpPr>
              <p:spPr>
                <a:xfrm>
                  <a:off x="5817873" y="3983148"/>
                  <a:ext cx="53077" cy="55252"/>
                </a:xfrm>
                <a:custGeom>
                  <a:rect b="b" l="l" r="r" t="t"/>
                  <a:pathLst>
                    <a:path extrusionOk="0" h="55252" w="53077">
                      <a:moveTo>
                        <a:pt x="26619" y="0"/>
                      </a:moveTo>
                      <a:cubicBezTo>
                        <a:pt x="30627" y="0"/>
                        <a:pt x="34260" y="646"/>
                        <a:pt x="37521" y="1938"/>
                      </a:cubicBezTo>
                      <a:cubicBezTo>
                        <a:pt x="40778" y="3222"/>
                        <a:pt x="43561" y="5056"/>
                        <a:pt x="45861" y="7419"/>
                      </a:cubicBezTo>
                      <a:cubicBezTo>
                        <a:pt x="48162" y="9790"/>
                        <a:pt x="49940" y="12687"/>
                        <a:pt x="51195" y="16100"/>
                      </a:cubicBezTo>
                      <a:cubicBezTo>
                        <a:pt x="52450" y="19516"/>
                        <a:pt x="53077" y="23332"/>
                        <a:pt x="53077" y="27548"/>
                      </a:cubicBezTo>
                      <a:cubicBezTo>
                        <a:pt x="53077" y="31800"/>
                        <a:pt x="52450" y="35635"/>
                        <a:pt x="51195" y="39048"/>
                      </a:cubicBezTo>
                      <a:cubicBezTo>
                        <a:pt x="49940" y="42460"/>
                        <a:pt x="48162" y="45373"/>
                        <a:pt x="45861" y="47777"/>
                      </a:cubicBezTo>
                      <a:cubicBezTo>
                        <a:pt x="43561" y="50185"/>
                        <a:pt x="40778" y="52030"/>
                        <a:pt x="37521" y="53318"/>
                      </a:cubicBezTo>
                      <a:cubicBezTo>
                        <a:pt x="34260" y="54606"/>
                        <a:pt x="30627" y="55252"/>
                        <a:pt x="26619" y="55252"/>
                      </a:cubicBezTo>
                      <a:cubicBezTo>
                        <a:pt x="22607" y="55252"/>
                        <a:pt x="18970" y="54606"/>
                        <a:pt x="15690" y="53318"/>
                      </a:cubicBezTo>
                      <a:cubicBezTo>
                        <a:pt x="12415" y="52030"/>
                        <a:pt x="9618" y="50185"/>
                        <a:pt x="7298" y="47777"/>
                      </a:cubicBezTo>
                      <a:cubicBezTo>
                        <a:pt x="4979" y="45373"/>
                        <a:pt x="3186" y="42460"/>
                        <a:pt x="1912" y="39048"/>
                      </a:cubicBezTo>
                      <a:cubicBezTo>
                        <a:pt x="639" y="35635"/>
                        <a:pt x="0" y="31800"/>
                        <a:pt x="0" y="27548"/>
                      </a:cubicBezTo>
                      <a:cubicBezTo>
                        <a:pt x="0" y="23332"/>
                        <a:pt x="639" y="19516"/>
                        <a:pt x="1912" y="16100"/>
                      </a:cubicBezTo>
                      <a:cubicBezTo>
                        <a:pt x="3186" y="12687"/>
                        <a:pt x="4979" y="9790"/>
                        <a:pt x="7298" y="7419"/>
                      </a:cubicBezTo>
                      <a:cubicBezTo>
                        <a:pt x="9618" y="5056"/>
                        <a:pt x="12415" y="3222"/>
                        <a:pt x="15690" y="1938"/>
                      </a:cubicBezTo>
                      <a:cubicBezTo>
                        <a:pt x="18970" y="646"/>
                        <a:pt x="22607" y="0"/>
                        <a:pt x="26619" y="0"/>
                      </a:cubicBezTo>
                      <a:close/>
                      <a:moveTo>
                        <a:pt x="26619" y="45320"/>
                      </a:moveTo>
                      <a:cubicBezTo>
                        <a:pt x="31082" y="45320"/>
                        <a:pt x="34384" y="43823"/>
                        <a:pt x="36528" y="40829"/>
                      </a:cubicBezTo>
                      <a:cubicBezTo>
                        <a:pt x="38672" y="37830"/>
                        <a:pt x="39743" y="33436"/>
                        <a:pt x="39743" y="27648"/>
                      </a:cubicBezTo>
                      <a:cubicBezTo>
                        <a:pt x="39743" y="21869"/>
                        <a:pt x="38672" y="17459"/>
                        <a:pt x="36528" y="14427"/>
                      </a:cubicBezTo>
                      <a:cubicBezTo>
                        <a:pt x="34384" y="11395"/>
                        <a:pt x="31082" y="9880"/>
                        <a:pt x="26619" y="9880"/>
                      </a:cubicBezTo>
                      <a:cubicBezTo>
                        <a:pt x="22088" y="9880"/>
                        <a:pt x="18738" y="11403"/>
                        <a:pt x="16579" y="14453"/>
                      </a:cubicBezTo>
                      <a:cubicBezTo>
                        <a:pt x="14417" y="17504"/>
                        <a:pt x="13337" y="21902"/>
                        <a:pt x="13337" y="27648"/>
                      </a:cubicBezTo>
                      <a:cubicBezTo>
                        <a:pt x="13337" y="33402"/>
                        <a:pt x="14417" y="37786"/>
                        <a:pt x="16579" y="40799"/>
                      </a:cubicBezTo>
                      <a:cubicBezTo>
                        <a:pt x="18738" y="43816"/>
                        <a:pt x="22088" y="45320"/>
                        <a:pt x="26619" y="4532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47" name="Google Shape;2047;p90"/>
                <p:cNvSpPr/>
                <p:nvPr/>
              </p:nvSpPr>
              <p:spPr>
                <a:xfrm>
                  <a:off x="5881042" y="3983148"/>
                  <a:ext cx="46746" cy="54468"/>
                </a:xfrm>
                <a:custGeom>
                  <a:rect b="b" l="l" r="r" t="t"/>
                  <a:pathLst>
                    <a:path extrusionOk="0" h="54468" w="46746">
                      <a:moveTo>
                        <a:pt x="0" y="54468"/>
                      </a:moveTo>
                      <a:lnTo>
                        <a:pt x="0" y="836"/>
                      </a:lnTo>
                      <a:lnTo>
                        <a:pt x="7895" y="836"/>
                      </a:lnTo>
                      <a:cubicBezTo>
                        <a:pt x="9569" y="836"/>
                        <a:pt x="10667" y="1624"/>
                        <a:pt x="11190" y="3192"/>
                      </a:cubicBezTo>
                      <a:lnTo>
                        <a:pt x="12079" y="7419"/>
                      </a:lnTo>
                      <a:cubicBezTo>
                        <a:pt x="13158" y="6310"/>
                        <a:pt x="14301" y="5298"/>
                        <a:pt x="15504" y="4391"/>
                      </a:cubicBezTo>
                      <a:cubicBezTo>
                        <a:pt x="16706" y="3484"/>
                        <a:pt x="17976" y="2703"/>
                        <a:pt x="19321" y="2038"/>
                      </a:cubicBezTo>
                      <a:cubicBezTo>
                        <a:pt x="20662" y="1374"/>
                        <a:pt x="22103" y="874"/>
                        <a:pt x="23635" y="523"/>
                      </a:cubicBezTo>
                      <a:cubicBezTo>
                        <a:pt x="25170" y="175"/>
                        <a:pt x="26839" y="0"/>
                        <a:pt x="28651" y="0"/>
                      </a:cubicBezTo>
                      <a:cubicBezTo>
                        <a:pt x="31583" y="0"/>
                        <a:pt x="34178" y="497"/>
                        <a:pt x="36445" y="1493"/>
                      </a:cubicBezTo>
                      <a:cubicBezTo>
                        <a:pt x="38713" y="2483"/>
                        <a:pt x="40602" y="3876"/>
                        <a:pt x="42119" y="5672"/>
                      </a:cubicBezTo>
                      <a:cubicBezTo>
                        <a:pt x="43635" y="7464"/>
                        <a:pt x="44785" y="9607"/>
                        <a:pt x="45570" y="12101"/>
                      </a:cubicBezTo>
                      <a:cubicBezTo>
                        <a:pt x="46354" y="14591"/>
                        <a:pt x="46746" y="17340"/>
                        <a:pt x="46746" y="20334"/>
                      </a:cubicBezTo>
                      <a:lnTo>
                        <a:pt x="46746" y="54468"/>
                      </a:lnTo>
                      <a:lnTo>
                        <a:pt x="33831" y="54468"/>
                      </a:lnTo>
                      <a:lnTo>
                        <a:pt x="33831" y="20334"/>
                      </a:lnTo>
                      <a:cubicBezTo>
                        <a:pt x="33831" y="17059"/>
                        <a:pt x="33073" y="14524"/>
                        <a:pt x="31556" y="12728"/>
                      </a:cubicBezTo>
                      <a:cubicBezTo>
                        <a:pt x="30040" y="10936"/>
                        <a:pt x="27765" y="10040"/>
                        <a:pt x="24733" y="10040"/>
                      </a:cubicBezTo>
                      <a:cubicBezTo>
                        <a:pt x="22503" y="10040"/>
                        <a:pt x="20408" y="10540"/>
                        <a:pt x="18458" y="11552"/>
                      </a:cubicBezTo>
                      <a:cubicBezTo>
                        <a:pt x="16508" y="12560"/>
                        <a:pt x="14656" y="13942"/>
                        <a:pt x="12915" y="15682"/>
                      </a:cubicBezTo>
                      <a:lnTo>
                        <a:pt x="12915"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048" name="Google Shape;2048;p90"/>
              <p:cNvSpPr/>
              <p:nvPr/>
            </p:nvSpPr>
            <p:spPr>
              <a:xfrm>
                <a:off x="5645319" y="3667260"/>
                <a:ext cx="236574" cy="236493"/>
              </a:xfrm>
              <a:custGeom>
                <a:rect b="b" l="l" r="r" t="t"/>
                <a:pathLst>
                  <a:path extrusionOk="0" h="236493" w="236574">
                    <a:moveTo>
                      <a:pt x="149831" y="236493"/>
                    </a:moveTo>
                    <a:lnTo>
                      <a:pt x="86744" y="236493"/>
                    </a:lnTo>
                    <a:cubicBezTo>
                      <a:pt x="73698" y="236493"/>
                      <a:pt x="63087" y="225885"/>
                      <a:pt x="63087" y="212843"/>
                    </a:cubicBezTo>
                    <a:lnTo>
                      <a:pt x="63087" y="189194"/>
                    </a:lnTo>
                    <a:lnTo>
                      <a:pt x="23657" y="189194"/>
                    </a:lnTo>
                    <a:cubicBezTo>
                      <a:pt x="10611" y="189194"/>
                      <a:pt x="0" y="178586"/>
                      <a:pt x="0" y="165548"/>
                    </a:cubicBezTo>
                    <a:lnTo>
                      <a:pt x="0" y="86713"/>
                    </a:lnTo>
                    <a:cubicBezTo>
                      <a:pt x="0" y="73675"/>
                      <a:pt x="10611" y="63063"/>
                      <a:pt x="23657" y="63063"/>
                    </a:cubicBezTo>
                    <a:lnTo>
                      <a:pt x="63087" y="63063"/>
                    </a:lnTo>
                    <a:lnTo>
                      <a:pt x="63087" y="23650"/>
                    </a:lnTo>
                    <a:cubicBezTo>
                      <a:pt x="63087" y="10608"/>
                      <a:pt x="73698" y="0"/>
                      <a:pt x="86744" y="0"/>
                    </a:cubicBezTo>
                    <a:lnTo>
                      <a:pt x="149831" y="0"/>
                    </a:lnTo>
                    <a:cubicBezTo>
                      <a:pt x="162877" y="0"/>
                      <a:pt x="173488" y="10608"/>
                      <a:pt x="173488" y="23650"/>
                    </a:cubicBezTo>
                    <a:lnTo>
                      <a:pt x="173488" y="47299"/>
                    </a:lnTo>
                    <a:lnTo>
                      <a:pt x="212918" y="47299"/>
                    </a:lnTo>
                    <a:cubicBezTo>
                      <a:pt x="225960" y="47299"/>
                      <a:pt x="236575" y="57907"/>
                      <a:pt x="236575" y="70949"/>
                    </a:cubicBezTo>
                    <a:lnTo>
                      <a:pt x="236575" y="149780"/>
                    </a:lnTo>
                    <a:cubicBezTo>
                      <a:pt x="236575" y="162818"/>
                      <a:pt x="225960" y="173430"/>
                      <a:pt x="212918" y="173430"/>
                    </a:cubicBezTo>
                    <a:lnTo>
                      <a:pt x="173488" y="173430"/>
                    </a:lnTo>
                    <a:lnTo>
                      <a:pt x="173488" y="212843"/>
                    </a:lnTo>
                    <a:cubicBezTo>
                      <a:pt x="173488" y="225885"/>
                      <a:pt x="162877" y="236493"/>
                      <a:pt x="149831" y="236493"/>
                    </a:cubicBezTo>
                    <a:close/>
                    <a:moveTo>
                      <a:pt x="86744" y="126130"/>
                    </a:moveTo>
                    <a:cubicBezTo>
                      <a:pt x="82397" y="126130"/>
                      <a:pt x="78856" y="129666"/>
                      <a:pt x="78856" y="134012"/>
                    </a:cubicBezTo>
                    <a:lnTo>
                      <a:pt x="78856" y="212843"/>
                    </a:lnTo>
                    <a:cubicBezTo>
                      <a:pt x="78856" y="217193"/>
                      <a:pt x="82397" y="220729"/>
                      <a:pt x="86744" y="220729"/>
                    </a:cubicBezTo>
                    <a:lnTo>
                      <a:pt x="149831" y="220729"/>
                    </a:lnTo>
                    <a:cubicBezTo>
                      <a:pt x="154178" y="220729"/>
                      <a:pt x="157715" y="217193"/>
                      <a:pt x="157715" y="212843"/>
                    </a:cubicBezTo>
                    <a:lnTo>
                      <a:pt x="157715" y="173430"/>
                    </a:lnTo>
                    <a:lnTo>
                      <a:pt x="110401" y="173430"/>
                    </a:lnTo>
                    <a:cubicBezTo>
                      <a:pt x="106046" y="173430"/>
                      <a:pt x="102513" y="169901"/>
                      <a:pt x="102513" y="165548"/>
                    </a:cubicBezTo>
                    <a:cubicBezTo>
                      <a:pt x="102513" y="161191"/>
                      <a:pt x="106046" y="157662"/>
                      <a:pt x="110401" y="157662"/>
                    </a:cubicBezTo>
                    <a:lnTo>
                      <a:pt x="212918" y="157662"/>
                    </a:lnTo>
                    <a:cubicBezTo>
                      <a:pt x="217265" y="157662"/>
                      <a:pt x="220802" y="154126"/>
                      <a:pt x="220802" y="149780"/>
                    </a:cubicBezTo>
                    <a:lnTo>
                      <a:pt x="220802" y="70949"/>
                    </a:lnTo>
                    <a:cubicBezTo>
                      <a:pt x="220802" y="66603"/>
                      <a:pt x="217265" y="63063"/>
                      <a:pt x="212918" y="63063"/>
                    </a:cubicBezTo>
                    <a:lnTo>
                      <a:pt x="173488" y="63063"/>
                    </a:lnTo>
                    <a:lnTo>
                      <a:pt x="173488" y="102481"/>
                    </a:lnTo>
                    <a:cubicBezTo>
                      <a:pt x="173488" y="115519"/>
                      <a:pt x="162877" y="126130"/>
                      <a:pt x="149831" y="126130"/>
                    </a:cubicBezTo>
                    <a:lnTo>
                      <a:pt x="86744" y="126130"/>
                    </a:lnTo>
                    <a:close/>
                    <a:moveTo>
                      <a:pt x="23657" y="78831"/>
                    </a:moveTo>
                    <a:cubicBezTo>
                      <a:pt x="19310" y="78831"/>
                      <a:pt x="15773" y="82367"/>
                      <a:pt x="15773" y="86713"/>
                    </a:cubicBezTo>
                    <a:lnTo>
                      <a:pt x="15773" y="165548"/>
                    </a:lnTo>
                    <a:cubicBezTo>
                      <a:pt x="15773" y="169894"/>
                      <a:pt x="19310" y="173430"/>
                      <a:pt x="23657" y="173430"/>
                    </a:cubicBezTo>
                    <a:lnTo>
                      <a:pt x="63087" y="173430"/>
                    </a:lnTo>
                    <a:lnTo>
                      <a:pt x="63087" y="134012"/>
                    </a:lnTo>
                    <a:cubicBezTo>
                      <a:pt x="63087" y="120974"/>
                      <a:pt x="73698" y="110363"/>
                      <a:pt x="86744" y="110363"/>
                    </a:cubicBezTo>
                    <a:lnTo>
                      <a:pt x="149831" y="110363"/>
                    </a:lnTo>
                    <a:cubicBezTo>
                      <a:pt x="154178" y="110363"/>
                      <a:pt x="157715" y="106827"/>
                      <a:pt x="157715" y="102481"/>
                    </a:cubicBezTo>
                    <a:lnTo>
                      <a:pt x="157715" y="23650"/>
                    </a:lnTo>
                    <a:cubicBezTo>
                      <a:pt x="157715" y="19304"/>
                      <a:pt x="154178" y="15764"/>
                      <a:pt x="149831" y="15764"/>
                    </a:cubicBezTo>
                    <a:lnTo>
                      <a:pt x="86744" y="15764"/>
                    </a:lnTo>
                    <a:cubicBezTo>
                      <a:pt x="82397" y="15764"/>
                      <a:pt x="78856" y="19304"/>
                      <a:pt x="78856" y="23650"/>
                    </a:cubicBezTo>
                    <a:lnTo>
                      <a:pt x="78856" y="63063"/>
                    </a:lnTo>
                    <a:lnTo>
                      <a:pt x="126174" y="63063"/>
                    </a:lnTo>
                    <a:cubicBezTo>
                      <a:pt x="130529" y="63063"/>
                      <a:pt x="134058" y="66595"/>
                      <a:pt x="134058" y="70949"/>
                    </a:cubicBezTo>
                    <a:cubicBezTo>
                      <a:pt x="134058" y="75303"/>
                      <a:pt x="130529" y="78831"/>
                      <a:pt x="126174" y="78831"/>
                    </a:cubicBezTo>
                    <a:lnTo>
                      <a:pt x="23657" y="78831"/>
                    </a:lnTo>
                    <a:close/>
                    <a:moveTo>
                      <a:pt x="101176" y="47299"/>
                    </a:moveTo>
                    <a:cubicBezTo>
                      <a:pt x="96817" y="47299"/>
                      <a:pt x="93269" y="43767"/>
                      <a:pt x="93269" y="39414"/>
                    </a:cubicBezTo>
                    <a:cubicBezTo>
                      <a:pt x="93269" y="35060"/>
                      <a:pt x="96780" y="31532"/>
                      <a:pt x="101135" y="31532"/>
                    </a:cubicBezTo>
                    <a:lnTo>
                      <a:pt x="101176" y="31532"/>
                    </a:lnTo>
                    <a:cubicBezTo>
                      <a:pt x="105531" y="31532"/>
                      <a:pt x="109060" y="35060"/>
                      <a:pt x="109060" y="39414"/>
                    </a:cubicBezTo>
                    <a:cubicBezTo>
                      <a:pt x="109060" y="43767"/>
                      <a:pt x="105531" y="47299"/>
                      <a:pt x="101176" y="47299"/>
                    </a:cubicBezTo>
                    <a:close/>
                    <a:moveTo>
                      <a:pt x="133737" y="205305"/>
                    </a:moveTo>
                    <a:cubicBezTo>
                      <a:pt x="129378" y="205305"/>
                      <a:pt x="125830" y="201777"/>
                      <a:pt x="125830" y="197423"/>
                    </a:cubicBezTo>
                    <a:cubicBezTo>
                      <a:pt x="125830" y="193070"/>
                      <a:pt x="129341" y="189541"/>
                      <a:pt x="133696" y="189541"/>
                    </a:cubicBezTo>
                    <a:lnTo>
                      <a:pt x="133737" y="189541"/>
                    </a:lnTo>
                    <a:cubicBezTo>
                      <a:pt x="138092" y="189541"/>
                      <a:pt x="141621" y="193070"/>
                      <a:pt x="141621" y="197423"/>
                    </a:cubicBezTo>
                    <a:cubicBezTo>
                      <a:pt x="141621" y="201777"/>
                      <a:pt x="138092" y="205305"/>
                      <a:pt x="133737" y="20530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049" name="Google Shape;2049;p90"/>
            <p:cNvSpPr/>
            <p:nvPr/>
          </p:nvSpPr>
          <p:spPr>
            <a:xfrm>
              <a:off x="4196533" y="3399928"/>
              <a:ext cx="21" cy="1344"/>
            </a:xfrm>
            <a:custGeom>
              <a:rect b="b" l="l" r="r" t="t"/>
              <a:pathLst>
                <a:path extrusionOk="0" h="1792" w="28">
                  <a:moveTo>
                    <a:pt x="28" y="0"/>
                  </a:moveTo>
                  <a:lnTo>
                    <a:pt x="28" y="1792"/>
                  </a:lnTo>
                  <a:lnTo>
                    <a:pt x="28" y="1792"/>
                  </a:lnTo>
                  <a:cubicBezTo>
                    <a:pt x="-9" y="1198"/>
                    <a:pt x="-9" y="597"/>
                    <a:pt x="28" y="0"/>
                  </a:cubicBezTo>
                  <a:close/>
                </a:path>
              </a:pathLst>
            </a:custGeom>
            <a:solidFill>
              <a:srgbClr val="555555"/>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050" name="Google Shape;2050;p90"/>
            <p:cNvGrpSpPr/>
            <p:nvPr/>
          </p:nvGrpSpPr>
          <p:grpSpPr>
            <a:xfrm>
              <a:off x="3394618" y="3785144"/>
              <a:ext cx="565033" cy="423916"/>
              <a:chOff x="4420907" y="4843658"/>
              <a:chExt cx="753377" cy="565221"/>
            </a:xfrm>
          </p:grpSpPr>
          <p:grpSp>
            <p:nvGrpSpPr>
              <p:cNvPr id="2051" name="Google Shape;2051;p90"/>
              <p:cNvGrpSpPr/>
              <p:nvPr/>
            </p:nvGrpSpPr>
            <p:grpSpPr>
              <a:xfrm>
                <a:off x="4420907" y="5207181"/>
                <a:ext cx="753377" cy="201698"/>
                <a:chOff x="4420907" y="5207181"/>
                <a:chExt cx="753377" cy="201698"/>
              </a:xfrm>
            </p:grpSpPr>
            <p:sp>
              <p:nvSpPr>
                <p:cNvPr id="2052" name="Google Shape;2052;p90"/>
                <p:cNvSpPr/>
                <p:nvPr/>
              </p:nvSpPr>
              <p:spPr>
                <a:xfrm>
                  <a:off x="4420907" y="5208413"/>
                  <a:ext cx="51086" cy="77251"/>
                </a:xfrm>
                <a:custGeom>
                  <a:rect b="b" l="l" r="r" t="t"/>
                  <a:pathLst>
                    <a:path extrusionOk="0" h="77251" w="51086">
                      <a:moveTo>
                        <a:pt x="46276" y="14599"/>
                      </a:moveTo>
                      <a:cubicBezTo>
                        <a:pt x="45891" y="15346"/>
                        <a:pt x="45450" y="15906"/>
                        <a:pt x="44942" y="16205"/>
                      </a:cubicBezTo>
                      <a:cubicBezTo>
                        <a:pt x="44438" y="16541"/>
                        <a:pt x="43837" y="16690"/>
                        <a:pt x="43138" y="16690"/>
                      </a:cubicBezTo>
                      <a:cubicBezTo>
                        <a:pt x="42440" y="16690"/>
                        <a:pt x="41656" y="16391"/>
                        <a:pt x="40785" y="15869"/>
                      </a:cubicBezTo>
                      <a:cubicBezTo>
                        <a:pt x="39915" y="15308"/>
                        <a:pt x="38884" y="14711"/>
                        <a:pt x="37700" y="14076"/>
                      </a:cubicBezTo>
                      <a:cubicBezTo>
                        <a:pt x="36516" y="13405"/>
                        <a:pt x="35131" y="12807"/>
                        <a:pt x="33543" y="12247"/>
                      </a:cubicBezTo>
                      <a:cubicBezTo>
                        <a:pt x="31956" y="11724"/>
                        <a:pt x="30085" y="11463"/>
                        <a:pt x="27922" y="11463"/>
                      </a:cubicBezTo>
                      <a:cubicBezTo>
                        <a:pt x="25969" y="11463"/>
                        <a:pt x="24270" y="11687"/>
                        <a:pt x="22824" y="12172"/>
                      </a:cubicBezTo>
                      <a:cubicBezTo>
                        <a:pt x="21379" y="12620"/>
                        <a:pt x="20157" y="13292"/>
                        <a:pt x="19164" y="14114"/>
                      </a:cubicBezTo>
                      <a:cubicBezTo>
                        <a:pt x="18170" y="14972"/>
                        <a:pt x="17431" y="15943"/>
                        <a:pt x="16941" y="17138"/>
                      </a:cubicBezTo>
                      <a:cubicBezTo>
                        <a:pt x="16452" y="18296"/>
                        <a:pt x="16209" y="19565"/>
                        <a:pt x="16209" y="20946"/>
                      </a:cubicBezTo>
                      <a:cubicBezTo>
                        <a:pt x="16209" y="22739"/>
                        <a:pt x="16706" y="24232"/>
                        <a:pt x="17700" y="25427"/>
                      </a:cubicBezTo>
                      <a:cubicBezTo>
                        <a:pt x="18693" y="26584"/>
                        <a:pt x="20012" y="27593"/>
                        <a:pt x="21648" y="28451"/>
                      </a:cubicBezTo>
                      <a:cubicBezTo>
                        <a:pt x="23287" y="29273"/>
                        <a:pt x="25151" y="30020"/>
                        <a:pt x="27242" y="30691"/>
                      </a:cubicBezTo>
                      <a:cubicBezTo>
                        <a:pt x="29334" y="31364"/>
                        <a:pt x="31470" y="32073"/>
                        <a:pt x="33648" y="32820"/>
                      </a:cubicBezTo>
                      <a:cubicBezTo>
                        <a:pt x="35825" y="33567"/>
                        <a:pt x="37962" y="34425"/>
                        <a:pt x="40053" y="35433"/>
                      </a:cubicBezTo>
                      <a:cubicBezTo>
                        <a:pt x="42145" y="36404"/>
                        <a:pt x="44009" y="37674"/>
                        <a:pt x="45648" y="39167"/>
                      </a:cubicBezTo>
                      <a:cubicBezTo>
                        <a:pt x="47288" y="40698"/>
                        <a:pt x="48603" y="42565"/>
                        <a:pt x="49596" y="44768"/>
                      </a:cubicBezTo>
                      <a:cubicBezTo>
                        <a:pt x="50590" y="46934"/>
                        <a:pt x="51086" y="49622"/>
                        <a:pt x="51086" y="52758"/>
                      </a:cubicBezTo>
                      <a:cubicBezTo>
                        <a:pt x="51086" y="56156"/>
                        <a:pt x="50504" y="59367"/>
                        <a:pt x="49335" y="62354"/>
                      </a:cubicBezTo>
                      <a:cubicBezTo>
                        <a:pt x="48169" y="65304"/>
                        <a:pt x="46459" y="67917"/>
                        <a:pt x="44210" y="70120"/>
                      </a:cubicBezTo>
                      <a:cubicBezTo>
                        <a:pt x="41962" y="72323"/>
                        <a:pt x="39217" y="74078"/>
                        <a:pt x="35975" y="75348"/>
                      </a:cubicBezTo>
                      <a:cubicBezTo>
                        <a:pt x="32733" y="76617"/>
                        <a:pt x="29020" y="77252"/>
                        <a:pt x="24837" y="77252"/>
                      </a:cubicBezTo>
                      <a:cubicBezTo>
                        <a:pt x="22432" y="77252"/>
                        <a:pt x="20060" y="77028"/>
                        <a:pt x="17726" y="76542"/>
                      </a:cubicBezTo>
                      <a:cubicBezTo>
                        <a:pt x="15392" y="76094"/>
                        <a:pt x="13151" y="75422"/>
                        <a:pt x="11007" y="74563"/>
                      </a:cubicBezTo>
                      <a:cubicBezTo>
                        <a:pt x="8863" y="73667"/>
                        <a:pt x="6861" y="72622"/>
                        <a:pt x="4994" y="71390"/>
                      </a:cubicBezTo>
                      <a:cubicBezTo>
                        <a:pt x="3130" y="70195"/>
                        <a:pt x="1464" y="68814"/>
                        <a:pt x="0" y="67320"/>
                      </a:cubicBezTo>
                      <a:lnTo>
                        <a:pt x="4078" y="60599"/>
                      </a:lnTo>
                      <a:cubicBezTo>
                        <a:pt x="4463" y="60114"/>
                        <a:pt x="4926" y="59703"/>
                        <a:pt x="5464" y="59367"/>
                      </a:cubicBezTo>
                      <a:cubicBezTo>
                        <a:pt x="6006" y="59031"/>
                        <a:pt x="6607" y="58844"/>
                        <a:pt x="7268" y="58844"/>
                      </a:cubicBezTo>
                      <a:cubicBezTo>
                        <a:pt x="8138" y="58844"/>
                        <a:pt x="9080" y="59217"/>
                        <a:pt x="10092" y="59927"/>
                      </a:cubicBezTo>
                      <a:cubicBezTo>
                        <a:pt x="11104" y="60636"/>
                        <a:pt x="12299" y="61458"/>
                        <a:pt x="13673" y="62317"/>
                      </a:cubicBezTo>
                      <a:cubicBezTo>
                        <a:pt x="15052" y="63176"/>
                        <a:pt x="16673" y="63997"/>
                        <a:pt x="18536" y="64706"/>
                      </a:cubicBezTo>
                      <a:cubicBezTo>
                        <a:pt x="20404" y="65416"/>
                        <a:pt x="22641" y="65752"/>
                        <a:pt x="25255" y="65752"/>
                      </a:cubicBezTo>
                      <a:cubicBezTo>
                        <a:pt x="29267" y="65752"/>
                        <a:pt x="32367" y="64818"/>
                        <a:pt x="34563" y="62914"/>
                      </a:cubicBezTo>
                      <a:cubicBezTo>
                        <a:pt x="36759" y="61010"/>
                        <a:pt x="37857" y="58284"/>
                        <a:pt x="37857" y="54737"/>
                      </a:cubicBezTo>
                      <a:cubicBezTo>
                        <a:pt x="37857" y="52758"/>
                        <a:pt x="37361" y="51116"/>
                        <a:pt x="36367" y="49883"/>
                      </a:cubicBezTo>
                      <a:cubicBezTo>
                        <a:pt x="35373" y="48614"/>
                        <a:pt x="34059" y="47568"/>
                        <a:pt x="32419" y="46709"/>
                      </a:cubicBezTo>
                      <a:cubicBezTo>
                        <a:pt x="30779" y="45851"/>
                        <a:pt x="28916" y="45142"/>
                        <a:pt x="26824" y="44544"/>
                      </a:cubicBezTo>
                      <a:cubicBezTo>
                        <a:pt x="24733" y="43947"/>
                        <a:pt x="22607" y="43312"/>
                        <a:pt x="20445" y="42602"/>
                      </a:cubicBezTo>
                      <a:cubicBezTo>
                        <a:pt x="18286" y="41893"/>
                        <a:pt x="16157" y="41071"/>
                        <a:pt x="14066" y="40101"/>
                      </a:cubicBezTo>
                      <a:cubicBezTo>
                        <a:pt x="11974" y="39130"/>
                        <a:pt x="10110" y="37860"/>
                        <a:pt x="8471" y="36292"/>
                      </a:cubicBezTo>
                      <a:cubicBezTo>
                        <a:pt x="6831" y="34724"/>
                        <a:pt x="5516" y="32745"/>
                        <a:pt x="4523" y="30393"/>
                      </a:cubicBezTo>
                      <a:cubicBezTo>
                        <a:pt x="3529" y="28041"/>
                        <a:pt x="3033" y="25166"/>
                        <a:pt x="3033" y="21693"/>
                      </a:cubicBezTo>
                      <a:cubicBezTo>
                        <a:pt x="3033" y="18930"/>
                        <a:pt x="3582" y="16242"/>
                        <a:pt x="4680" y="13666"/>
                      </a:cubicBezTo>
                      <a:cubicBezTo>
                        <a:pt x="5778" y="11015"/>
                        <a:pt x="7380" y="8700"/>
                        <a:pt x="9490" y="6684"/>
                      </a:cubicBezTo>
                      <a:cubicBezTo>
                        <a:pt x="11601" y="4667"/>
                        <a:pt x="14189" y="3062"/>
                        <a:pt x="17255" y="1830"/>
                      </a:cubicBezTo>
                      <a:cubicBezTo>
                        <a:pt x="20325" y="598"/>
                        <a:pt x="23829" y="0"/>
                        <a:pt x="27765" y="0"/>
                      </a:cubicBezTo>
                      <a:cubicBezTo>
                        <a:pt x="32229" y="0"/>
                        <a:pt x="36341" y="710"/>
                        <a:pt x="40106" y="2091"/>
                      </a:cubicBezTo>
                      <a:cubicBezTo>
                        <a:pt x="43870" y="3473"/>
                        <a:pt x="47079" y="5452"/>
                        <a:pt x="49727" y="7953"/>
                      </a:cubicBezTo>
                      <a:lnTo>
                        <a:pt x="46276" y="1459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3" name="Google Shape;2053;p90"/>
                <p:cNvSpPr/>
                <p:nvPr/>
              </p:nvSpPr>
              <p:spPr>
                <a:xfrm>
                  <a:off x="4478425" y="5230368"/>
                  <a:ext cx="48995" cy="55259"/>
                </a:xfrm>
                <a:custGeom>
                  <a:rect b="b" l="l" r="r" t="t"/>
                  <a:pathLst>
                    <a:path extrusionOk="0" h="55259" w="48995">
                      <a:moveTo>
                        <a:pt x="25779" y="0"/>
                      </a:moveTo>
                      <a:cubicBezTo>
                        <a:pt x="29159" y="0"/>
                        <a:pt x="32270" y="560"/>
                        <a:pt x="35112" y="1643"/>
                      </a:cubicBezTo>
                      <a:cubicBezTo>
                        <a:pt x="37954" y="2688"/>
                        <a:pt x="40401" y="4294"/>
                        <a:pt x="42459" y="6348"/>
                      </a:cubicBezTo>
                      <a:cubicBezTo>
                        <a:pt x="44517" y="8438"/>
                        <a:pt x="46119" y="10978"/>
                        <a:pt x="47269" y="14002"/>
                      </a:cubicBezTo>
                      <a:cubicBezTo>
                        <a:pt x="48420" y="16989"/>
                        <a:pt x="48995" y="20424"/>
                        <a:pt x="48995" y="24307"/>
                      </a:cubicBezTo>
                      <a:cubicBezTo>
                        <a:pt x="48995" y="25278"/>
                        <a:pt x="48950" y="26099"/>
                        <a:pt x="48864" y="26734"/>
                      </a:cubicBezTo>
                      <a:cubicBezTo>
                        <a:pt x="48778" y="27369"/>
                        <a:pt x="48621" y="27891"/>
                        <a:pt x="48394" y="28265"/>
                      </a:cubicBezTo>
                      <a:cubicBezTo>
                        <a:pt x="48170" y="28638"/>
                        <a:pt x="47863" y="28899"/>
                        <a:pt x="47479" y="29049"/>
                      </a:cubicBezTo>
                      <a:cubicBezTo>
                        <a:pt x="47094" y="29198"/>
                        <a:pt x="46608" y="29273"/>
                        <a:pt x="46014" y="29273"/>
                      </a:cubicBezTo>
                      <a:lnTo>
                        <a:pt x="12863" y="29273"/>
                      </a:lnTo>
                      <a:cubicBezTo>
                        <a:pt x="13248" y="34799"/>
                        <a:pt x="14727" y="38831"/>
                        <a:pt x="17308" y="41407"/>
                      </a:cubicBezTo>
                      <a:cubicBezTo>
                        <a:pt x="19889" y="43984"/>
                        <a:pt x="23302" y="45291"/>
                        <a:pt x="27556" y="45291"/>
                      </a:cubicBezTo>
                      <a:cubicBezTo>
                        <a:pt x="29648" y="45291"/>
                        <a:pt x="31452" y="45029"/>
                        <a:pt x="32968" y="44544"/>
                      </a:cubicBezTo>
                      <a:cubicBezTo>
                        <a:pt x="34485" y="44059"/>
                        <a:pt x="35811" y="43498"/>
                        <a:pt x="36942" y="42901"/>
                      </a:cubicBezTo>
                      <a:cubicBezTo>
                        <a:pt x="38074" y="42341"/>
                        <a:pt x="39068" y="41781"/>
                        <a:pt x="39923" y="41296"/>
                      </a:cubicBezTo>
                      <a:cubicBezTo>
                        <a:pt x="40778" y="40810"/>
                        <a:pt x="41604" y="40586"/>
                        <a:pt x="42406" y="40586"/>
                      </a:cubicBezTo>
                      <a:cubicBezTo>
                        <a:pt x="42929" y="40586"/>
                        <a:pt x="43381" y="40661"/>
                        <a:pt x="43766" y="40885"/>
                      </a:cubicBezTo>
                      <a:cubicBezTo>
                        <a:pt x="44151" y="41109"/>
                        <a:pt x="44479" y="41370"/>
                        <a:pt x="44759" y="41781"/>
                      </a:cubicBezTo>
                      <a:lnTo>
                        <a:pt x="48524" y="46486"/>
                      </a:lnTo>
                      <a:cubicBezTo>
                        <a:pt x="47094" y="48128"/>
                        <a:pt x="45491" y="49547"/>
                        <a:pt x="43714" y="50667"/>
                      </a:cubicBezTo>
                      <a:cubicBezTo>
                        <a:pt x="41936" y="51825"/>
                        <a:pt x="40080" y="52721"/>
                        <a:pt x="38145" y="53393"/>
                      </a:cubicBezTo>
                      <a:cubicBezTo>
                        <a:pt x="36210" y="54065"/>
                        <a:pt x="34242" y="54550"/>
                        <a:pt x="32236" y="54849"/>
                      </a:cubicBezTo>
                      <a:cubicBezTo>
                        <a:pt x="30231" y="55110"/>
                        <a:pt x="28289" y="55260"/>
                        <a:pt x="26406" y="55260"/>
                      </a:cubicBezTo>
                      <a:cubicBezTo>
                        <a:pt x="22675" y="55260"/>
                        <a:pt x="19209" y="54625"/>
                        <a:pt x="16000" y="53393"/>
                      </a:cubicBezTo>
                      <a:cubicBezTo>
                        <a:pt x="12792" y="52161"/>
                        <a:pt x="10006" y="50331"/>
                        <a:pt x="7634" y="47905"/>
                      </a:cubicBezTo>
                      <a:cubicBezTo>
                        <a:pt x="5263" y="45477"/>
                        <a:pt x="3399" y="42490"/>
                        <a:pt x="2039" y="38906"/>
                      </a:cubicBezTo>
                      <a:cubicBezTo>
                        <a:pt x="680" y="35359"/>
                        <a:pt x="0" y="31214"/>
                        <a:pt x="0" y="26510"/>
                      </a:cubicBezTo>
                      <a:cubicBezTo>
                        <a:pt x="0" y="22851"/>
                        <a:pt x="594" y="19416"/>
                        <a:pt x="1778" y="16168"/>
                      </a:cubicBezTo>
                      <a:cubicBezTo>
                        <a:pt x="2966" y="12956"/>
                        <a:pt x="4665" y="10156"/>
                        <a:pt x="6876" y="7767"/>
                      </a:cubicBezTo>
                      <a:cubicBezTo>
                        <a:pt x="9091" y="5377"/>
                        <a:pt x="11791" y="3473"/>
                        <a:pt x="14981" y="2091"/>
                      </a:cubicBezTo>
                      <a:cubicBezTo>
                        <a:pt x="18170" y="710"/>
                        <a:pt x="21771" y="0"/>
                        <a:pt x="25779" y="0"/>
                      </a:cubicBezTo>
                      <a:close/>
                      <a:moveTo>
                        <a:pt x="26040" y="9260"/>
                      </a:moveTo>
                      <a:cubicBezTo>
                        <a:pt x="22275" y="9260"/>
                        <a:pt x="19328" y="10305"/>
                        <a:pt x="17203" y="12434"/>
                      </a:cubicBezTo>
                      <a:cubicBezTo>
                        <a:pt x="15078" y="14562"/>
                        <a:pt x="13719" y="17586"/>
                        <a:pt x="13125" y="21507"/>
                      </a:cubicBezTo>
                      <a:lnTo>
                        <a:pt x="37387" y="21507"/>
                      </a:lnTo>
                      <a:cubicBezTo>
                        <a:pt x="37387" y="19827"/>
                        <a:pt x="37159" y="18221"/>
                        <a:pt x="36707" y="16765"/>
                      </a:cubicBezTo>
                      <a:cubicBezTo>
                        <a:pt x="36255" y="15271"/>
                        <a:pt x="35557" y="13964"/>
                        <a:pt x="34615" y="12882"/>
                      </a:cubicBezTo>
                      <a:cubicBezTo>
                        <a:pt x="33674" y="11761"/>
                        <a:pt x="32490" y="10865"/>
                        <a:pt x="31060" y="10230"/>
                      </a:cubicBezTo>
                      <a:cubicBezTo>
                        <a:pt x="29633" y="9596"/>
                        <a:pt x="27956" y="9260"/>
                        <a:pt x="2604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4" name="Google Shape;2054;p90"/>
                <p:cNvSpPr/>
                <p:nvPr/>
              </p:nvSpPr>
              <p:spPr>
                <a:xfrm>
                  <a:off x="4537930" y="5230368"/>
                  <a:ext cx="75348" cy="54475"/>
                </a:xfrm>
                <a:custGeom>
                  <a:rect b="b" l="l" r="r" t="t"/>
                  <a:pathLst>
                    <a:path extrusionOk="0" h="54475" w="75348">
                      <a:moveTo>
                        <a:pt x="0" y="54476"/>
                      </a:moveTo>
                      <a:lnTo>
                        <a:pt x="0" y="821"/>
                      </a:lnTo>
                      <a:lnTo>
                        <a:pt x="7896" y="821"/>
                      </a:lnTo>
                      <a:cubicBezTo>
                        <a:pt x="9569" y="821"/>
                        <a:pt x="10667" y="1643"/>
                        <a:pt x="11194" y="3211"/>
                      </a:cubicBezTo>
                      <a:lnTo>
                        <a:pt x="12027" y="7169"/>
                      </a:lnTo>
                      <a:cubicBezTo>
                        <a:pt x="12968" y="6123"/>
                        <a:pt x="13954" y="5153"/>
                        <a:pt x="14981" y="4294"/>
                      </a:cubicBezTo>
                      <a:cubicBezTo>
                        <a:pt x="16008" y="3435"/>
                        <a:pt x="17106" y="2688"/>
                        <a:pt x="18275" y="2054"/>
                      </a:cubicBezTo>
                      <a:cubicBezTo>
                        <a:pt x="19444" y="1419"/>
                        <a:pt x="20699" y="933"/>
                        <a:pt x="22040" y="560"/>
                      </a:cubicBezTo>
                      <a:cubicBezTo>
                        <a:pt x="23381" y="187"/>
                        <a:pt x="24856" y="0"/>
                        <a:pt x="26458" y="0"/>
                      </a:cubicBezTo>
                      <a:cubicBezTo>
                        <a:pt x="29838" y="0"/>
                        <a:pt x="32621" y="933"/>
                        <a:pt x="34798" y="2763"/>
                      </a:cubicBezTo>
                      <a:cubicBezTo>
                        <a:pt x="36976" y="4592"/>
                        <a:pt x="38608" y="7020"/>
                        <a:pt x="39687" y="10044"/>
                      </a:cubicBezTo>
                      <a:cubicBezTo>
                        <a:pt x="40524" y="8252"/>
                        <a:pt x="41570" y="6721"/>
                        <a:pt x="42825" y="5452"/>
                      </a:cubicBezTo>
                      <a:cubicBezTo>
                        <a:pt x="44080" y="4182"/>
                        <a:pt x="45458" y="3174"/>
                        <a:pt x="46956" y="2352"/>
                      </a:cubicBezTo>
                      <a:cubicBezTo>
                        <a:pt x="48453" y="1568"/>
                        <a:pt x="50048" y="971"/>
                        <a:pt x="51740" y="560"/>
                      </a:cubicBezTo>
                      <a:cubicBezTo>
                        <a:pt x="53428" y="187"/>
                        <a:pt x="55128" y="0"/>
                        <a:pt x="56838" y="0"/>
                      </a:cubicBezTo>
                      <a:cubicBezTo>
                        <a:pt x="59800" y="0"/>
                        <a:pt x="62433" y="448"/>
                        <a:pt x="64734" y="1381"/>
                      </a:cubicBezTo>
                      <a:cubicBezTo>
                        <a:pt x="67035" y="2278"/>
                        <a:pt x="68969" y="3585"/>
                        <a:pt x="70538" y="5339"/>
                      </a:cubicBezTo>
                      <a:cubicBezTo>
                        <a:pt x="72107" y="7094"/>
                        <a:pt x="73302" y="9222"/>
                        <a:pt x="74120" y="11724"/>
                      </a:cubicBezTo>
                      <a:cubicBezTo>
                        <a:pt x="74938" y="14226"/>
                        <a:pt x="75349" y="17101"/>
                        <a:pt x="75349" y="20349"/>
                      </a:cubicBezTo>
                      <a:lnTo>
                        <a:pt x="75349" y="54476"/>
                      </a:lnTo>
                      <a:lnTo>
                        <a:pt x="62433" y="54476"/>
                      </a:lnTo>
                      <a:lnTo>
                        <a:pt x="62433" y="20349"/>
                      </a:lnTo>
                      <a:cubicBezTo>
                        <a:pt x="62433" y="16914"/>
                        <a:pt x="61683" y="14338"/>
                        <a:pt x="60185" y="12620"/>
                      </a:cubicBezTo>
                      <a:cubicBezTo>
                        <a:pt x="58687" y="10903"/>
                        <a:pt x="56491" y="10044"/>
                        <a:pt x="53596" y="10044"/>
                      </a:cubicBezTo>
                      <a:cubicBezTo>
                        <a:pt x="52270" y="10044"/>
                        <a:pt x="51045" y="10268"/>
                        <a:pt x="49910" y="10716"/>
                      </a:cubicBezTo>
                      <a:cubicBezTo>
                        <a:pt x="48775" y="11164"/>
                        <a:pt x="47785" y="11836"/>
                        <a:pt x="46929" y="12695"/>
                      </a:cubicBezTo>
                      <a:cubicBezTo>
                        <a:pt x="46078" y="13554"/>
                        <a:pt x="45406" y="14599"/>
                        <a:pt x="44916" y="15906"/>
                      </a:cubicBezTo>
                      <a:cubicBezTo>
                        <a:pt x="44427" y="17175"/>
                        <a:pt x="44184" y="18669"/>
                        <a:pt x="44184" y="20349"/>
                      </a:cubicBezTo>
                      <a:lnTo>
                        <a:pt x="44184" y="54476"/>
                      </a:lnTo>
                      <a:lnTo>
                        <a:pt x="31217" y="54476"/>
                      </a:lnTo>
                      <a:lnTo>
                        <a:pt x="31217" y="20349"/>
                      </a:lnTo>
                      <a:cubicBezTo>
                        <a:pt x="31217" y="16765"/>
                        <a:pt x="30492" y="14151"/>
                        <a:pt x="29047" y="12508"/>
                      </a:cubicBezTo>
                      <a:cubicBezTo>
                        <a:pt x="27597" y="10865"/>
                        <a:pt x="25465" y="10044"/>
                        <a:pt x="22641" y="10044"/>
                      </a:cubicBezTo>
                      <a:cubicBezTo>
                        <a:pt x="20792" y="10044"/>
                        <a:pt x="19059" y="10492"/>
                        <a:pt x="17438" y="11426"/>
                      </a:cubicBezTo>
                      <a:cubicBezTo>
                        <a:pt x="15817" y="12359"/>
                        <a:pt x="14309" y="13628"/>
                        <a:pt x="12915" y="15197"/>
                      </a:cubicBezTo>
                      <a:lnTo>
                        <a:pt x="12915" y="54476"/>
                      </a:lnTo>
                      <a:lnTo>
                        <a:pt x="0" y="544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5" name="Google Shape;2055;p90"/>
                <p:cNvSpPr/>
                <p:nvPr/>
              </p:nvSpPr>
              <p:spPr>
                <a:xfrm>
                  <a:off x="4625148" y="5207331"/>
                  <a:ext cx="16523" cy="77512"/>
                </a:xfrm>
                <a:custGeom>
                  <a:rect b="b" l="l" r="r" t="t"/>
                  <a:pathLst>
                    <a:path extrusionOk="0" h="77512" w="16523">
                      <a:moveTo>
                        <a:pt x="16523" y="8251"/>
                      </a:moveTo>
                      <a:cubicBezTo>
                        <a:pt x="16523" y="9371"/>
                        <a:pt x="16299" y="10417"/>
                        <a:pt x="15844" y="11388"/>
                      </a:cubicBezTo>
                      <a:cubicBezTo>
                        <a:pt x="15388" y="12359"/>
                        <a:pt x="14790" y="13217"/>
                        <a:pt x="14040" y="13927"/>
                      </a:cubicBezTo>
                      <a:cubicBezTo>
                        <a:pt x="13293" y="14673"/>
                        <a:pt x="12408" y="15271"/>
                        <a:pt x="11399" y="15682"/>
                      </a:cubicBezTo>
                      <a:cubicBezTo>
                        <a:pt x="10387" y="16130"/>
                        <a:pt x="9307" y="16354"/>
                        <a:pt x="8157" y="16354"/>
                      </a:cubicBezTo>
                      <a:cubicBezTo>
                        <a:pt x="7040" y="16354"/>
                        <a:pt x="5987" y="16130"/>
                        <a:pt x="4994" y="15682"/>
                      </a:cubicBezTo>
                      <a:cubicBezTo>
                        <a:pt x="4004" y="15271"/>
                        <a:pt x="3137" y="14673"/>
                        <a:pt x="2405" y="13927"/>
                      </a:cubicBezTo>
                      <a:cubicBezTo>
                        <a:pt x="1673" y="13217"/>
                        <a:pt x="1091" y="12359"/>
                        <a:pt x="654" y="11388"/>
                      </a:cubicBezTo>
                      <a:cubicBezTo>
                        <a:pt x="220" y="10417"/>
                        <a:pt x="0" y="9371"/>
                        <a:pt x="0" y="8251"/>
                      </a:cubicBezTo>
                      <a:cubicBezTo>
                        <a:pt x="0" y="7094"/>
                        <a:pt x="220" y="6011"/>
                        <a:pt x="654" y="5003"/>
                      </a:cubicBezTo>
                      <a:cubicBezTo>
                        <a:pt x="1091" y="3995"/>
                        <a:pt x="1673" y="3136"/>
                        <a:pt x="2405" y="2389"/>
                      </a:cubicBezTo>
                      <a:cubicBezTo>
                        <a:pt x="3137" y="1680"/>
                        <a:pt x="4004" y="1082"/>
                        <a:pt x="4994" y="634"/>
                      </a:cubicBezTo>
                      <a:cubicBezTo>
                        <a:pt x="5987" y="186"/>
                        <a:pt x="7040" y="0"/>
                        <a:pt x="8157" y="0"/>
                      </a:cubicBezTo>
                      <a:cubicBezTo>
                        <a:pt x="9307" y="0"/>
                        <a:pt x="10387" y="186"/>
                        <a:pt x="11399" y="634"/>
                      </a:cubicBezTo>
                      <a:cubicBezTo>
                        <a:pt x="12408" y="1082"/>
                        <a:pt x="13293" y="1680"/>
                        <a:pt x="14040" y="2389"/>
                      </a:cubicBezTo>
                      <a:cubicBezTo>
                        <a:pt x="14790" y="3136"/>
                        <a:pt x="15388" y="3995"/>
                        <a:pt x="15844" y="5003"/>
                      </a:cubicBezTo>
                      <a:cubicBezTo>
                        <a:pt x="16299" y="6011"/>
                        <a:pt x="16523" y="7094"/>
                        <a:pt x="16523" y="8251"/>
                      </a:cubicBezTo>
                      <a:close/>
                      <a:moveTo>
                        <a:pt x="14589" y="23858"/>
                      </a:moveTo>
                      <a:lnTo>
                        <a:pt x="14589" y="77513"/>
                      </a:lnTo>
                      <a:lnTo>
                        <a:pt x="1673" y="77513"/>
                      </a:lnTo>
                      <a:lnTo>
                        <a:pt x="1673" y="23858"/>
                      </a:lnTo>
                      <a:lnTo>
                        <a:pt x="14589" y="2385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6" name="Google Shape;2056;p90"/>
                <p:cNvSpPr/>
                <p:nvPr/>
              </p:nvSpPr>
              <p:spPr>
                <a:xfrm>
                  <a:off x="4652652" y="5247880"/>
                  <a:ext cx="27085" cy="10753"/>
                </a:xfrm>
                <a:custGeom>
                  <a:rect b="b" l="l" r="r" t="t"/>
                  <a:pathLst>
                    <a:path extrusionOk="0" h="10753" w="27085">
                      <a:moveTo>
                        <a:pt x="0" y="0"/>
                      </a:moveTo>
                      <a:lnTo>
                        <a:pt x="27086" y="0"/>
                      </a:lnTo>
                      <a:lnTo>
                        <a:pt x="27086" y="10753"/>
                      </a:lnTo>
                      <a:lnTo>
                        <a:pt x="0" y="10753"/>
                      </a:lnTo>
                      <a:lnTo>
                        <a:pt x="0"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7" name="Google Shape;2057;p90"/>
                <p:cNvSpPr/>
                <p:nvPr/>
              </p:nvSpPr>
              <p:spPr>
                <a:xfrm>
                  <a:off x="4687163" y="5230368"/>
                  <a:ext cx="40049" cy="55297"/>
                </a:xfrm>
                <a:custGeom>
                  <a:rect b="b" l="l" r="r" t="t"/>
                  <a:pathLst>
                    <a:path extrusionOk="0" h="55297" w="40049">
                      <a:moveTo>
                        <a:pt x="36550" y="11313"/>
                      </a:moveTo>
                      <a:cubicBezTo>
                        <a:pt x="36199" y="11836"/>
                        <a:pt x="35833" y="12247"/>
                        <a:pt x="35452" y="12471"/>
                      </a:cubicBezTo>
                      <a:cubicBezTo>
                        <a:pt x="35067" y="12695"/>
                        <a:pt x="34582" y="12807"/>
                        <a:pt x="33988" y="12807"/>
                      </a:cubicBezTo>
                      <a:cubicBezTo>
                        <a:pt x="33357" y="12807"/>
                        <a:pt x="32688" y="12620"/>
                        <a:pt x="31975" y="12284"/>
                      </a:cubicBezTo>
                      <a:cubicBezTo>
                        <a:pt x="31261" y="11948"/>
                        <a:pt x="30432" y="11537"/>
                        <a:pt x="29491" y="11127"/>
                      </a:cubicBezTo>
                      <a:cubicBezTo>
                        <a:pt x="28550" y="10679"/>
                        <a:pt x="27478" y="10268"/>
                        <a:pt x="26275" y="9932"/>
                      </a:cubicBezTo>
                      <a:cubicBezTo>
                        <a:pt x="25073" y="9596"/>
                        <a:pt x="23653" y="9409"/>
                        <a:pt x="22014" y="9409"/>
                      </a:cubicBezTo>
                      <a:cubicBezTo>
                        <a:pt x="19470" y="9409"/>
                        <a:pt x="17465" y="9969"/>
                        <a:pt x="16000" y="11052"/>
                      </a:cubicBezTo>
                      <a:cubicBezTo>
                        <a:pt x="14536" y="12097"/>
                        <a:pt x="13804" y="13516"/>
                        <a:pt x="13804" y="15271"/>
                      </a:cubicBezTo>
                      <a:cubicBezTo>
                        <a:pt x="13804" y="16429"/>
                        <a:pt x="14178" y="17399"/>
                        <a:pt x="14929" y="18183"/>
                      </a:cubicBezTo>
                      <a:cubicBezTo>
                        <a:pt x="15676" y="18968"/>
                        <a:pt x="16673" y="19640"/>
                        <a:pt x="17909" y="20237"/>
                      </a:cubicBezTo>
                      <a:cubicBezTo>
                        <a:pt x="19145" y="20835"/>
                        <a:pt x="20550" y="21357"/>
                        <a:pt x="22118" y="21842"/>
                      </a:cubicBezTo>
                      <a:cubicBezTo>
                        <a:pt x="23687" y="22290"/>
                        <a:pt x="25289" y="22813"/>
                        <a:pt x="26929" y="23373"/>
                      </a:cubicBezTo>
                      <a:cubicBezTo>
                        <a:pt x="28565" y="23934"/>
                        <a:pt x="30171" y="24568"/>
                        <a:pt x="31739" y="25278"/>
                      </a:cubicBezTo>
                      <a:cubicBezTo>
                        <a:pt x="33308" y="25987"/>
                        <a:pt x="34713" y="26883"/>
                        <a:pt x="35949" y="28003"/>
                      </a:cubicBezTo>
                      <a:cubicBezTo>
                        <a:pt x="37185" y="29086"/>
                        <a:pt x="38178" y="30393"/>
                        <a:pt x="38929" y="31924"/>
                      </a:cubicBezTo>
                      <a:cubicBezTo>
                        <a:pt x="39680" y="33492"/>
                        <a:pt x="40050" y="35322"/>
                        <a:pt x="40050" y="37487"/>
                      </a:cubicBezTo>
                      <a:cubicBezTo>
                        <a:pt x="40050" y="40063"/>
                        <a:pt x="39579" y="42453"/>
                        <a:pt x="38638" y="44619"/>
                      </a:cubicBezTo>
                      <a:cubicBezTo>
                        <a:pt x="37697" y="46784"/>
                        <a:pt x="36322" y="48688"/>
                        <a:pt x="34511" y="50257"/>
                      </a:cubicBezTo>
                      <a:cubicBezTo>
                        <a:pt x="32699" y="51862"/>
                        <a:pt x="30459" y="53094"/>
                        <a:pt x="27792" y="53991"/>
                      </a:cubicBezTo>
                      <a:cubicBezTo>
                        <a:pt x="25125" y="54849"/>
                        <a:pt x="22066" y="55297"/>
                        <a:pt x="18615" y="55297"/>
                      </a:cubicBezTo>
                      <a:cubicBezTo>
                        <a:pt x="16766" y="55297"/>
                        <a:pt x="14962" y="55148"/>
                        <a:pt x="13203" y="54812"/>
                      </a:cubicBezTo>
                      <a:cubicBezTo>
                        <a:pt x="11440" y="54476"/>
                        <a:pt x="9752" y="54027"/>
                        <a:pt x="8131" y="53430"/>
                      </a:cubicBezTo>
                      <a:cubicBezTo>
                        <a:pt x="6510" y="52833"/>
                        <a:pt x="5012" y="52124"/>
                        <a:pt x="3630" y="51339"/>
                      </a:cubicBezTo>
                      <a:cubicBezTo>
                        <a:pt x="2256" y="50518"/>
                        <a:pt x="1046" y="49659"/>
                        <a:pt x="0" y="48726"/>
                      </a:cubicBezTo>
                      <a:lnTo>
                        <a:pt x="2981" y="43797"/>
                      </a:lnTo>
                      <a:cubicBezTo>
                        <a:pt x="3362" y="43200"/>
                        <a:pt x="3817" y="42752"/>
                        <a:pt x="4340" y="42453"/>
                      </a:cubicBezTo>
                      <a:cubicBezTo>
                        <a:pt x="4863" y="42154"/>
                        <a:pt x="5524" y="41968"/>
                        <a:pt x="6327" y="41968"/>
                      </a:cubicBezTo>
                      <a:cubicBezTo>
                        <a:pt x="7130" y="41968"/>
                        <a:pt x="7885" y="42192"/>
                        <a:pt x="8598" y="42677"/>
                      </a:cubicBezTo>
                      <a:cubicBezTo>
                        <a:pt x="9315" y="43125"/>
                        <a:pt x="10144" y="43611"/>
                        <a:pt x="11085" y="44133"/>
                      </a:cubicBezTo>
                      <a:cubicBezTo>
                        <a:pt x="12023" y="44656"/>
                        <a:pt x="13132" y="45141"/>
                        <a:pt x="14406" y="45590"/>
                      </a:cubicBezTo>
                      <a:cubicBezTo>
                        <a:pt x="15676" y="46038"/>
                        <a:pt x="17289" y="46261"/>
                        <a:pt x="19243" y="46261"/>
                      </a:cubicBezTo>
                      <a:cubicBezTo>
                        <a:pt x="20774" y="46261"/>
                        <a:pt x="22092" y="46075"/>
                        <a:pt x="23190" y="45701"/>
                      </a:cubicBezTo>
                      <a:cubicBezTo>
                        <a:pt x="24288" y="45365"/>
                        <a:pt x="25196" y="44880"/>
                        <a:pt x="25909" y="44282"/>
                      </a:cubicBezTo>
                      <a:cubicBezTo>
                        <a:pt x="26623" y="43685"/>
                        <a:pt x="27146" y="43013"/>
                        <a:pt x="27478" y="42229"/>
                      </a:cubicBezTo>
                      <a:cubicBezTo>
                        <a:pt x="27807" y="41445"/>
                        <a:pt x="27975" y="40623"/>
                        <a:pt x="27975" y="39765"/>
                      </a:cubicBezTo>
                      <a:cubicBezTo>
                        <a:pt x="27975" y="38533"/>
                        <a:pt x="27598" y="37487"/>
                        <a:pt x="26851" y="36703"/>
                      </a:cubicBezTo>
                      <a:cubicBezTo>
                        <a:pt x="26100" y="35881"/>
                        <a:pt x="25106" y="35210"/>
                        <a:pt x="23866" y="34612"/>
                      </a:cubicBezTo>
                      <a:cubicBezTo>
                        <a:pt x="22630" y="34015"/>
                        <a:pt x="21218" y="33492"/>
                        <a:pt x="19635" y="33006"/>
                      </a:cubicBezTo>
                      <a:cubicBezTo>
                        <a:pt x="18047" y="32558"/>
                        <a:pt x="16426" y="32036"/>
                        <a:pt x="14772" y="31476"/>
                      </a:cubicBezTo>
                      <a:cubicBezTo>
                        <a:pt x="13113" y="30916"/>
                        <a:pt x="11496" y="30243"/>
                        <a:pt x="9909" y="29497"/>
                      </a:cubicBezTo>
                      <a:cubicBezTo>
                        <a:pt x="8322" y="28750"/>
                        <a:pt x="6910" y="27817"/>
                        <a:pt x="5673" y="26659"/>
                      </a:cubicBezTo>
                      <a:cubicBezTo>
                        <a:pt x="4433" y="25502"/>
                        <a:pt x="3444" y="24120"/>
                        <a:pt x="2689" y="22440"/>
                      </a:cubicBezTo>
                      <a:cubicBezTo>
                        <a:pt x="1942" y="20760"/>
                        <a:pt x="1569" y="18744"/>
                        <a:pt x="1569" y="16354"/>
                      </a:cubicBezTo>
                      <a:cubicBezTo>
                        <a:pt x="1569" y="14188"/>
                        <a:pt x="2006" y="12060"/>
                        <a:pt x="2876" y="10081"/>
                      </a:cubicBezTo>
                      <a:cubicBezTo>
                        <a:pt x="3746" y="8102"/>
                        <a:pt x="5027" y="6385"/>
                        <a:pt x="6719" y="4891"/>
                      </a:cubicBezTo>
                      <a:cubicBezTo>
                        <a:pt x="8411" y="3398"/>
                        <a:pt x="10518" y="2240"/>
                        <a:pt x="13046" y="1344"/>
                      </a:cubicBezTo>
                      <a:cubicBezTo>
                        <a:pt x="15575" y="448"/>
                        <a:pt x="18492" y="0"/>
                        <a:pt x="21805" y="0"/>
                      </a:cubicBezTo>
                      <a:cubicBezTo>
                        <a:pt x="25499" y="0"/>
                        <a:pt x="28864" y="598"/>
                        <a:pt x="31896" y="1830"/>
                      </a:cubicBezTo>
                      <a:cubicBezTo>
                        <a:pt x="34929" y="3062"/>
                        <a:pt x="37454" y="4667"/>
                        <a:pt x="39478" y="6646"/>
                      </a:cubicBezTo>
                      <a:lnTo>
                        <a:pt x="36550" y="11313"/>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8" name="Google Shape;2058;p90"/>
                <p:cNvSpPr/>
                <p:nvPr/>
              </p:nvSpPr>
              <p:spPr>
                <a:xfrm>
                  <a:off x="4732707" y="5214798"/>
                  <a:ext cx="36550" cy="70866"/>
                </a:xfrm>
                <a:custGeom>
                  <a:rect b="b" l="l" r="r" t="t"/>
                  <a:pathLst>
                    <a:path extrusionOk="0" h="70866" w="36550">
                      <a:moveTo>
                        <a:pt x="22488" y="70867"/>
                      </a:moveTo>
                      <a:cubicBezTo>
                        <a:pt x="17845" y="70867"/>
                        <a:pt x="14275" y="69560"/>
                        <a:pt x="11765" y="66946"/>
                      </a:cubicBezTo>
                      <a:cubicBezTo>
                        <a:pt x="9259" y="64295"/>
                        <a:pt x="8004" y="60674"/>
                        <a:pt x="8004" y="56043"/>
                      </a:cubicBezTo>
                      <a:lnTo>
                        <a:pt x="8004" y="26062"/>
                      </a:lnTo>
                      <a:lnTo>
                        <a:pt x="2566"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3"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59" name="Google Shape;2059;p90"/>
                <p:cNvSpPr/>
                <p:nvPr/>
              </p:nvSpPr>
              <p:spPr>
                <a:xfrm>
                  <a:off x="4778041" y="5230219"/>
                  <a:ext cx="34197" cy="54624"/>
                </a:xfrm>
                <a:custGeom>
                  <a:rect b="b" l="l" r="r" t="t"/>
                  <a:pathLst>
                    <a:path extrusionOk="0" h="54624" w="34197">
                      <a:moveTo>
                        <a:pt x="0" y="54625"/>
                      </a:moveTo>
                      <a:lnTo>
                        <a:pt x="0" y="970"/>
                      </a:lnTo>
                      <a:lnTo>
                        <a:pt x="7582" y="970"/>
                      </a:lnTo>
                      <a:cubicBezTo>
                        <a:pt x="8908" y="970"/>
                        <a:pt x="9834" y="1232"/>
                        <a:pt x="10353" y="1717"/>
                      </a:cubicBezTo>
                      <a:cubicBezTo>
                        <a:pt x="10876" y="2203"/>
                        <a:pt x="11227" y="3061"/>
                        <a:pt x="11403" y="4219"/>
                      </a:cubicBezTo>
                      <a:lnTo>
                        <a:pt x="12183" y="10716"/>
                      </a:lnTo>
                      <a:cubicBezTo>
                        <a:pt x="14099" y="7393"/>
                        <a:pt x="16352" y="4779"/>
                        <a:pt x="18929" y="2875"/>
                      </a:cubicBezTo>
                      <a:cubicBezTo>
                        <a:pt x="21509"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13" y="13217"/>
                        <a:pt x="29196" y="13105"/>
                        <a:pt x="28288" y="12844"/>
                      </a:cubicBezTo>
                      <a:cubicBezTo>
                        <a:pt x="27381" y="12620"/>
                        <a:pt x="26182" y="12471"/>
                        <a:pt x="24680" y="12471"/>
                      </a:cubicBezTo>
                      <a:cubicBezTo>
                        <a:pt x="21995" y="12471"/>
                        <a:pt x="19694" y="13217"/>
                        <a:pt x="17782" y="14711"/>
                      </a:cubicBezTo>
                      <a:cubicBezTo>
                        <a:pt x="15862" y="16204"/>
                        <a:pt x="14237"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0" name="Google Shape;2060;p90"/>
                <p:cNvSpPr/>
                <p:nvPr/>
              </p:nvSpPr>
              <p:spPr>
                <a:xfrm>
                  <a:off x="4819660" y="5231189"/>
                  <a:ext cx="46750" cy="54475"/>
                </a:xfrm>
                <a:custGeom>
                  <a:rect b="b" l="l" r="r" t="t"/>
                  <a:pathLst>
                    <a:path extrusionOk="0" h="54475" w="46750">
                      <a:moveTo>
                        <a:pt x="12915" y="0"/>
                      </a:moveTo>
                      <a:lnTo>
                        <a:pt x="12915" y="34089"/>
                      </a:lnTo>
                      <a:cubicBezTo>
                        <a:pt x="12915" y="37375"/>
                        <a:pt x="13673"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79" y="52870"/>
                        <a:pt x="35560" y="51302"/>
                      </a:cubicBezTo>
                      <a:lnTo>
                        <a:pt x="34671" y="47008"/>
                      </a:lnTo>
                      <a:cubicBezTo>
                        <a:pt x="33554" y="48128"/>
                        <a:pt x="32404" y="49137"/>
                        <a:pt x="31220" y="50070"/>
                      </a:cubicBezTo>
                      <a:cubicBezTo>
                        <a:pt x="30032"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5" y="44805"/>
                        <a:pt x="1180" y="42341"/>
                      </a:cubicBezTo>
                      <a:cubicBezTo>
                        <a:pt x="396"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1" name="Google Shape;2061;p90"/>
                <p:cNvSpPr/>
                <p:nvPr/>
              </p:nvSpPr>
              <p:spPr>
                <a:xfrm>
                  <a:off x="4876603" y="5230368"/>
                  <a:ext cx="45233" cy="55259"/>
                </a:xfrm>
                <a:custGeom>
                  <a:rect b="b" l="l" r="r" t="t"/>
                  <a:pathLst>
                    <a:path extrusionOk="0" h="55259" w="45233">
                      <a:moveTo>
                        <a:pt x="41312" y="12172"/>
                      </a:moveTo>
                      <a:cubicBezTo>
                        <a:pt x="40924" y="12658"/>
                        <a:pt x="40554" y="13068"/>
                        <a:pt x="40184" y="13330"/>
                      </a:cubicBezTo>
                      <a:cubicBezTo>
                        <a:pt x="39822" y="13628"/>
                        <a:pt x="39288" y="13740"/>
                        <a:pt x="38589" y="13740"/>
                      </a:cubicBezTo>
                      <a:cubicBezTo>
                        <a:pt x="37928" y="13740"/>
                        <a:pt x="37286" y="13554"/>
                        <a:pt x="36658" y="13143"/>
                      </a:cubicBezTo>
                      <a:cubicBezTo>
                        <a:pt x="36031" y="12732"/>
                        <a:pt x="35280" y="12284"/>
                        <a:pt x="34406" y="11799"/>
                      </a:cubicBezTo>
                      <a:cubicBezTo>
                        <a:pt x="33536" y="11276"/>
                        <a:pt x="32502" y="10828"/>
                        <a:pt x="31295" y="10417"/>
                      </a:cubicBezTo>
                      <a:cubicBezTo>
                        <a:pt x="30096" y="10044"/>
                        <a:pt x="28606" y="9820"/>
                        <a:pt x="26828" y="9820"/>
                      </a:cubicBezTo>
                      <a:cubicBezTo>
                        <a:pt x="24561" y="9820"/>
                        <a:pt x="22570" y="10230"/>
                        <a:pt x="20863" y="11052"/>
                      </a:cubicBezTo>
                      <a:cubicBezTo>
                        <a:pt x="19157" y="11874"/>
                        <a:pt x="17733" y="13068"/>
                        <a:pt x="16605" y="14599"/>
                      </a:cubicBezTo>
                      <a:cubicBezTo>
                        <a:pt x="15470" y="16130"/>
                        <a:pt x="14622" y="17960"/>
                        <a:pt x="14070" y="20162"/>
                      </a:cubicBezTo>
                      <a:cubicBezTo>
                        <a:pt x="13513" y="22328"/>
                        <a:pt x="13229" y="24792"/>
                        <a:pt x="13229" y="27555"/>
                      </a:cubicBezTo>
                      <a:cubicBezTo>
                        <a:pt x="13229" y="30393"/>
                        <a:pt x="13535" y="32969"/>
                        <a:pt x="14148" y="35172"/>
                      </a:cubicBezTo>
                      <a:cubicBezTo>
                        <a:pt x="14757" y="37412"/>
                        <a:pt x="15638" y="39279"/>
                        <a:pt x="16789" y="40810"/>
                      </a:cubicBezTo>
                      <a:cubicBezTo>
                        <a:pt x="17935" y="42304"/>
                        <a:pt x="19332" y="43461"/>
                        <a:pt x="20972" y="44245"/>
                      </a:cubicBezTo>
                      <a:cubicBezTo>
                        <a:pt x="22607" y="45029"/>
                        <a:pt x="24453" y="45440"/>
                        <a:pt x="26514" y="45440"/>
                      </a:cubicBezTo>
                      <a:cubicBezTo>
                        <a:pt x="28568" y="45440"/>
                        <a:pt x="30234" y="45178"/>
                        <a:pt x="31508" y="44656"/>
                      </a:cubicBezTo>
                      <a:cubicBezTo>
                        <a:pt x="32778" y="44171"/>
                        <a:pt x="33850" y="43611"/>
                        <a:pt x="34720" y="43013"/>
                      </a:cubicBezTo>
                      <a:cubicBezTo>
                        <a:pt x="35594" y="42378"/>
                        <a:pt x="36352" y="41818"/>
                        <a:pt x="36998" y="41333"/>
                      </a:cubicBezTo>
                      <a:cubicBezTo>
                        <a:pt x="37644" y="40810"/>
                        <a:pt x="38365" y="40586"/>
                        <a:pt x="39168" y="40586"/>
                      </a:cubicBezTo>
                      <a:cubicBezTo>
                        <a:pt x="40214" y="40586"/>
                        <a:pt x="40998" y="40959"/>
                        <a:pt x="41521" y="41781"/>
                      </a:cubicBezTo>
                      <a:lnTo>
                        <a:pt x="45234" y="46486"/>
                      </a:lnTo>
                      <a:cubicBezTo>
                        <a:pt x="43803" y="48128"/>
                        <a:pt x="42253" y="49547"/>
                        <a:pt x="40580" y="50667"/>
                      </a:cubicBezTo>
                      <a:cubicBezTo>
                        <a:pt x="38903" y="51825"/>
                        <a:pt x="37174" y="52721"/>
                        <a:pt x="35374" y="53393"/>
                      </a:cubicBezTo>
                      <a:cubicBezTo>
                        <a:pt x="33581" y="54065"/>
                        <a:pt x="31725" y="54550"/>
                        <a:pt x="29809" y="54849"/>
                      </a:cubicBezTo>
                      <a:cubicBezTo>
                        <a:pt x="27889" y="55110"/>
                        <a:pt x="25988" y="55260"/>
                        <a:pt x="24109" y="55260"/>
                      </a:cubicBezTo>
                      <a:cubicBezTo>
                        <a:pt x="20796" y="55260"/>
                        <a:pt x="17678" y="54625"/>
                        <a:pt x="14749" y="53393"/>
                      </a:cubicBezTo>
                      <a:cubicBezTo>
                        <a:pt x="11817" y="52161"/>
                        <a:pt x="9266" y="50368"/>
                        <a:pt x="7089" y="47979"/>
                      </a:cubicBezTo>
                      <a:cubicBezTo>
                        <a:pt x="4908" y="45627"/>
                        <a:pt x="3182" y="42715"/>
                        <a:pt x="1909" y="39279"/>
                      </a:cubicBezTo>
                      <a:cubicBezTo>
                        <a:pt x="635" y="35844"/>
                        <a:pt x="0" y="31924"/>
                        <a:pt x="0" y="27555"/>
                      </a:cubicBezTo>
                      <a:cubicBezTo>
                        <a:pt x="0" y="23598"/>
                        <a:pt x="568" y="19976"/>
                        <a:pt x="1703" y="16616"/>
                      </a:cubicBezTo>
                      <a:cubicBezTo>
                        <a:pt x="2835" y="13255"/>
                        <a:pt x="4501" y="10343"/>
                        <a:pt x="6693" y="7878"/>
                      </a:cubicBezTo>
                      <a:cubicBezTo>
                        <a:pt x="8889" y="5414"/>
                        <a:pt x="11612" y="3473"/>
                        <a:pt x="14854" y="2091"/>
                      </a:cubicBezTo>
                      <a:cubicBezTo>
                        <a:pt x="18092" y="710"/>
                        <a:pt x="21823" y="0"/>
                        <a:pt x="26040" y="0"/>
                      </a:cubicBezTo>
                      <a:cubicBezTo>
                        <a:pt x="30047" y="0"/>
                        <a:pt x="33562" y="635"/>
                        <a:pt x="36576" y="1942"/>
                      </a:cubicBezTo>
                      <a:cubicBezTo>
                        <a:pt x="39594" y="3211"/>
                        <a:pt x="42306" y="5078"/>
                        <a:pt x="44707" y="7468"/>
                      </a:cubicBezTo>
                      <a:lnTo>
                        <a:pt x="41312" y="1217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2" name="Google Shape;2062;p90"/>
                <p:cNvSpPr/>
                <p:nvPr/>
              </p:nvSpPr>
              <p:spPr>
                <a:xfrm>
                  <a:off x="4925231" y="5214798"/>
                  <a:ext cx="36550" cy="70866"/>
                </a:xfrm>
                <a:custGeom>
                  <a:rect b="b" l="l" r="r" t="t"/>
                  <a:pathLst>
                    <a:path extrusionOk="0" h="70866" w="36550">
                      <a:moveTo>
                        <a:pt x="22484" y="70867"/>
                      </a:moveTo>
                      <a:cubicBezTo>
                        <a:pt x="17845" y="70867"/>
                        <a:pt x="14275" y="69560"/>
                        <a:pt x="11765" y="66946"/>
                      </a:cubicBezTo>
                      <a:cubicBezTo>
                        <a:pt x="9255" y="64295"/>
                        <a:pt x="8004" y="60674"/>
                        <a:pt x="8004" y="56043"/>
                      </a:cubicBezTo>
                      <a:lnTo>
                        <a:pt x="8004" y="26062"/>
                      </a:lnTo>
                      <a:lnTo>
                        <a:pt x="2562"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3" y="0"/>
                        <a:pt x="14223" y="0"/>
                      </a:cubicBezTo>
                      <a:lnTo>
                        <a:pt x="20919" y="0"/>
                      </a:lnTo>
                      <a:lnTo>
                        <a:pt x="20919" y="16876"/>
                      </a:lnTo>
                      <a:lnTo>
                        <a:pt x="35034" y="16876"/>
                      </a:lnTo>
                      <a:lnTo>
                        <a:pt x="35034" y="26062"/>
                      </a:lnTo>
                      <a:lnTo>
                        <a:pt x="20919" y="26062"/>
                      </a:lnTo>
                      <a:lnTo>
                        <a:pt x="20919" y="55147"/>
                      </a:lnTo>
                      <a:cubicBezTo>
                        <a:pt x="20919" y="56828"/>
                        <a:pt x="21334" y="58135"/>
                        <a:pt x="22170" y="59068"/>
                      </a:cubicBezTo>
                      <a:cubicBezTo>
                        <a:pt x="23007" y="60001"/>
                        <a:pt x="24124" y="60487"/>
                        <a:pt x="25517" y="60487"/>
                      </a:cubicBezTo>
                      <a:cubicBezTo>
                        <a:pt x="26320" y="60487"/>
                        <a:pt x="26992" y="60375"/>
                        <a:pt x="27530" y="60188"/>
                      </a:cubicBezTo>
                      <a:cubicBezTo>
                        <a:pt x="28072" y="60001"/>
                        <a:pt x="28542" y="59777"/>
                        <a:pt x="28942" y="59591"/>
                      </a:cubicBezTo>
                      <a:cubicBezTo>
                        <a:pt x="29341" y="59367"/>
                        <a:pt x="29700" y="59180"/>
                        <a:pt x="30014" y="58993"/>
                      </a:cubicBezTo>
                      <a:cubicBezTo>
                        <a:pt x="30328" y="58807"/>
                        <a:pt x="30641" y="58695"/>
                        <a:pt x="30955" y="58695"/>
                      </a:cubicBezTo>
                      <a:cubicBezTo>
                        <a:pt x="31340" y="58695"/>
                        <a:pt x="31653" y="58807"/>
                        <a:pt x="31896" y="58993"/>
                      </a:cubicBezTo>
                      <a:cubicBezTo>
                        <a:pt x="32139" y="59180"/>
                        <a:pt x="32401" y="59479"/>
                        <a:pt x="32681" y="59852"/>
                      </a:cubicBezTo>
                      <a:lnTo>
                        <a:pt x="36550" y="66125"/>
                      </a:lnTo>
                      <a:cubicBezTo>
                        <a:pt x="34668" y="67693"/>
                        <a:pt x="32505" y="68888"/>
                        <a:pt x="30066" y="69672"/>
                      </a:cubicBezTo>
                      <a:cubicBezTo>
                        <a:pt x="27624" y="70494"/>
                        <a:pt x="25099" y="70867"/>
                        <a:pt x="22484"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3" name="Google Shape;2063;p90"/>
                <p:cNvSpPr/>
                <p:nvPr/>
              </p:nvSpPr>
              <p:spPr>
                <a:xfrm>
                  <a:off x="4969468" y="5231189"/>
                  <a:ext cx="46746" cy="54475"/>
                </a:xfrm>
                <a:custGeom>
                  <a:rect b="b" l="l" r="r" t="t"/>
                  <a:pathLst>
                    <a:path extrusionOk="0" h="54475" w="46746">
                      <a:moveTo>
                        <a:pt x="12915" y="0"/>
                      </a:moveTo>
                      <a:lnTo>
                        <a:pt x="12915" y="34089"/>
                      </a:lnTo>
                      <a:cubicBezTo>
                        <a:pt x="12915" y="37375"/>
                        <a:pt x="13674" y="39914"/>
                        <a:pt x="15190" y="41706"/>
                      </a:cubicBezTo>
                      <a:cubicBezTo>
                        <a:pt x="16706" y="43498"/>
                        <a:pt x="18981" y="44395"/>
                        <a:pt x="22014" y="44395"/>
                      </a:cubicBezTo>
                      <a:cubicBezTo>
                        <a:pt x="24243" y="44395"/>
                        <a:pt x="26335" y="43909"/>
                        <a:pt x="28288" y="42901"/>
                      </a:cubicBezTo>
                      <a:cubicBezTo>
                        <a:pt x="30238" y="41931"/>
                        <a:pt x="32090" y="40549"/>
                        <a:pt x="33831" y="38794"/>
                      </a:cubicBezTo>
                      <a:lnTo>
                        <a:pt x="33831" y="0"/>
                      </a:lnTo>
                      <a:lnTo>
                        <a:pt x="46746" y="0"/>
                      </a:lnTo>
                      <a:lnTo>
                        <a:pt x="46746" y="53654"/>
                      </a:lnTo>
                      <a:lnTo>
                        <a:pt x="38851" y="53654"/>
                      </a:lnTo>
                      <a:cubicBezTo>
                        <a:pt x="37177" y="53654"/>
                        <a:pt x="36079" y="52870"/>
                        <a:pt x="35557" y="51302"/>
                      </a:cubicBezTo>
                      <a:lnTo>
                        <a:pt x="34668" y="47008"/>
                      </a:lnTo>
                      <a:cubicBezTo>
                        <a:pt x="33551" y="48128"/>
                        <a:pt x="32401" y="49137"/>
                        <a:pt x="31216" y="50070"/>
                      </a:cubicBezTo>
                      <a:cubicBezTo>
                        <a:pt x="30033" y="51003"/>
                        <a:pt x="28766" y="51787"/>
                        <a:pt x="27426" y="52422"/>
                      </a:cubicBezTo>
                      <a:cubicBezTo>
                        <a:pt x="26081" y="53057"/>
                        <a:pt x="24636" y="53580"/>
                        <a:pt x="23086" y="53953"/>
                      </a:cubicBezTo>
                      <a:cubicBezTo>
                        <a:pt x="21532" y="54289"/>
                        <a:pt x="19870" y="54476"/>
                        <a:pt x="18092" y="54476"/>
                      </a:cubicBezTo>
                      <a:cubicBezTo>
                        <a:pt x="15164" y="54476"/>
                        <a:pt x="12576" y="53991"/>
                        <a:pt x="10327"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4" name="Google Shape;2064;p90"/>
                <p:cNvSpPr/>
                <p:nvPr/>
              </p:nvSpPr>
              <p:spPr>
                <a:xfrm>
                  <a:off x="5030019" y="5230219"/>
                  <a:ext cx="34197" cy="54624"/>
                </a:xfrm>
                <a:custGeom>
                  <a:rect b="b" l="l" r="r" t="t"/>
                  <a:pathLst>
                    <a:path extrusionOk="0" h="54624" w="34197">
                      <a:moveTo>
                        <a:pt x="0" y="54625"/>
                      </a:moveTo>
                      <a:lnTo>
                        <a:pt x="0" y="970"/>
                      </a:lnTo>
                      <a:lnTo>
                        <a:pt x="7582" y="970"/>
                      </a:lnTo>
                      <a:cubicBezTo>
                        <a:pt x="8904" y="970"/>
                        <a:pt x="9830" y="1232"/>
                        <a:pt x="10353" y="1717"/>
                      </a:cubicBezTo>
                      <a:cubicBezTo>
                        <a:pt x="10876" y="2203"/>
                        <a:pt x="11223" y="3061"/>
                        <a:pt x="11399" y="4219"/>
                      </a:cubicBezTo>
                      <a:lnTo>
                        <a:pt x="12183" y="10716"/>
                      </a:lnTo>
                      <a:cubicBezTo>
                        <a:pt x="14099" y="7393"/>
                        <a:pt x="16352" y="4779"/>
                        <a:pt x="18929" y="2875"/>
                      </a:cubicBezTo>
                      <a:cubicBezTo>
                        <a:pt x="21506"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09" y="13217"/>
                        <a:pt x="29196" y="13105"/>
                        <a:pt x="28289" y="12844"/>
                      </a:cubicBezTo>
                      <a:cubicBezTo>
                        <a:pt x="27381" y="12620"/>
                        <a:pt x="26178" y="12471"/>
                        <a:pt x="24681" y="12471"/>
                      </a:cubicBezTo>
                      <a:cubicBezTo>
                        <a:pt x="21995" y="12471"/>
                        <a:pt x="19694" y="13217"/>
                        <a:pt x="17778" y="14711"/>
                      </a:cubicBezTo>
                      <a:cubicBezTo>
                        <a:pt x="15862" y="16204"/>
                        <a:pt x="14238"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5" name="Google Shape;2065;p90"/>
                <p:cNvSpPr/>
                <p:nvPr/>
              </p:nvSpPr>
              <p:spPr>
                <a:xfrm>
                  <a:off x="5069127" y="5230368"/>
                  <a:ext cx="48994" cy="55259"/>
                </a:xfrm>
                <a:custGeom>
                  <a:rect b="b" l="l" r="r" t="t"/>
                  <a:pathLst>
                    <a:path extrusionOk="0" h="55259" w="48994">
                      <a:moveTo>
                        <a:pt x="25782" y="0"/>
                      </a:moveTo>
                      <a:cubicBezTo>
                        <a:pt x="29162" y="0"/>
                        <a:pt x="32274" y="560"/>
                        <a:pt x="35116" y="1643"/>
                      </a:cubicBezTo>
                      <a:cubicBezTo>
                        <a:pt x="37954" y="2688"/>
                        <a:pt x="40405" y="4294"/>
                        <a:pt x="42459" y="6348"/>
                      </a:cubicBezTo>
                      <a:cubicBezTo>
                        <a:pt x="44517" y="8438"/>
                        <a:pt x="46123" y="10978"/>
                        <a:pt x="47273" y="14002"/>
                      </a:cubicBezTo>
                      <a:cubicBezTo>
                        <a:pt x="48420" y="16989"/>
                        <a:pt x="48995" y="20424"/>
                        <a:pt x="48995" y="24307"/>
                      </a:cubicBezTo>
                      <a:cubicBezTo>
                        <a:pt x="48995" y="25278"/>
                        <a:pt x="48954" y="26099"/>
                        <a:pt x="48864" y="26734"/>
                      </a:cubicBezTo>
                      <a:cubicBezTo>
                        <a:pt x="48778" y="27369"/>
                        <a:pt x="48621" y="27891"/>
                        <a:pt x="48394" y="28265"/>
                      </a:cubicBezTo>
                      <a:cubicBezTo>
                        <a:pt x="48170" y="28638"/>
                        <a:pt x="47863" y="28899"/>
                        <a:pt x="47479" y="29049"/>
                      </a:cubicBezTo>
                      <a:cubicBezTo>
                        <a:pt x="47097" y="29198"/>
                        <a:pt x="46608" y="29273"/>
                        <a:pt x="46018" y="29273"/>
                      </a:cubicBezTo>
                      <a:lnTo>
                        <a:pt x="12867" y="29273"/>
                      </a:lnTo>
                      <a:cubicBezTo>
                        <a:pt x="13248" y="34799"/>
                        <a:pt x="14731" y="38831"/>
                        <a:pt x="17308" y="41407"/>
                      </a:cubicBezTo>
                      <a:cubicBezTo>
                        <a:pt x="19889" y="43984"/>
                        <a:pt x="23306" y="45291"/>
                        <a:pt x="27556" y="45291"/>
                      </a:cubicBezTo>
                      <a:cubicBezTo>
                        <a:pt x="29652" y="45291"/>
                        <a:pt x="31452" y="45029"/>
                        <a:pt x="32968" y="44544"/>
                      </a:cubicBezTo>
                      <a:cubicBezTo>
                        <a:pt x="34488" y="44059"/>
                        <a:pt x="35811" y="43498"/>
                        <a:pt x="36946" y="42901"/>
                      </a:cubicBezTo>
                      <a:cubicBezTo>
                        <a:pt x="38078" y="42341"/>
                        <a:pt x="39068" y="41781"/>
                        <a:pt x="39926" y="41296"/>
                      </a:cubicBezTo>
                      <a:cubicBezTo>
                        <a:pt x="40778" y="40810"/>
                        <a:pt x="41607" y="40586"/>
                        <a:pt x="42410" y="40586"/>
                      </a:cubicBezTo>
                      <a:cubicBezTo>
                        <a:pt x="42929" y="40586"/>
                        <a:pt x="43385" y="40661"/>
                        <a:pt x="43766" y="40885"/>
                      </a:cubicBezTo>
                      <a:cubicBezTo>
                        <a:pt x="44151" y="41109"/>
                        <a:pt x="44479" y="41370"/>
                        <a:pt x="44763" y="41781"/>
                      </a:cubicBezTo>
                      <a:lnTo>
                        <a:pt x="48524" y="46486"/>
                      </a:lnTo>
                      <a:cubicBezTo>
                        <a:pt x="47097" y="48128"/>
                        <a:pt x="45491" y="49547"/>
                        <a:pt x="43714" y="50667"/>
                      </a:cubicBezTo>
                      <a:cubicBezTo>
                        <a:pt x="41940" y="51825"/>
                        <a:pt x="40083" y="52721"/>
                        <a:pt x="38145" y="53393"/>
                      </a:cubicBezTo>
                      <a:cubicBezTo>
                        <a:pt x="36214" y="54065"/>
                        <a:pt x="34242" y="54550"/>
                        <a:pt x="32236" y="54849"/>
                      </a:cubicBezTo>
                      <a:cubicBezTo>
                        <a:pt x="30234" y="55110"/>
                        <a:pt x="28292" y="55260"/>
                        <a:pt x="26410" y="55260"/>
                      </a:cubicBezTo>
                      <a:cubicBezTo>
                        <a:pt x="22679"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5" y="3473"/>
                        <a:pt x="14981" y="2091"/>
                      </a:cubicBezTo>
                      <a:cubicBezTo>
                        <a:pt x="18174" y="710"/>
                        <a:pt x="21771" y="0"/>
                        <a:pt x="25782" y="0"/>
                      </a:cubicBezTo>
                      <a:close/>
                      <a:moveTo>
                        <a:pt x="26040" y="9260"/>
                      </a:moveTo>
                      <a:cubicBezTo>
                        <a:pt x="22275" y="9260"/>
                        <a:pt x="19332" y="10305"/>
                        <a:pt x="17207" y="12434"/>
                      </a:cubicBezTo>
                      <a:cubicBezTo>
                        <a:pt x="15078" y="14562"/>
                        <a:pt x="13719" y="17586"/>
                        <a:pt x="13128" y="21507"/>
                      </a:cubicBezTo>
                      <a:lnTo>
                        <a:pt x="37387" y="21507"/>
                      </a:lnTo>
                      <a:cubicBezTo>
                        <a:pt x="37387" y="19827"/>
                        <a:pt x="37163" y="18221"/>
                        <a:pt x="36707" y="16765"/>
                      </a:cubicBezTo>
                      <a:cubicBezTo>
                        <a:pt x="36255" y="15271"/>
                        <a:pt x="35560" y="13964"/>
                        <a:pt x="34619" y="12882"/>
                      </a:cubicBezTo>
                      <a:cubicBezTo>
                        <a:pt x="33678" y="11761"/>
                        <a:pt x="32494" y="10865"/>
                        <a:pt x="31064" y="10230"/>
                      </a:cubicBezTo>
                      <a:cubicBezTo>
                        <a:pt x="29633" y="9596"/>
                        <a:pt x="27960" y="9260"/>
                        <a:pt x="2604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6" name="Google Shape;2066;p90"/>
                <p:cNvSpPr/>
                <p:nvPr/>
              </p:nvSpPr>
              <p:spPr>
                <a:xfrm>
                  <a:off x="5124920" y="5207181"/>
                  <a:ext cx="49364" cy="78446"/>
                </a:xfrm>
                <a:custGeom>
                  <a:rect b="b" l="l" r="r" t="t"/>
                  <a:pathLst>
                    <a:path extrusionOk="0" h="78446" w="49364">
                      <a:moveTo>
                        <a:pt x="41465" y="77662"/>
                      </a:moveTo>
                      <a:cubicBezTo>
                        <a:pt x="39792" y="77662"/>
                        <a:pt x="38694" y="76878"/>
                        <a:pt x="38175" y="75310"/>
                      </a:cubicBezTo>
                      <a:lnTo>
                        <a:pt x="37125" y="70120"/>
                      </a:lnTo>
                      <a:cubicBezTo>
                        <a:pt x="36008" y="71390"/>
                        <a:pt x="34843" y="72510"/>
                        <a:pt x="33626" y="73518"/>
                      </a:cubicBezTo>
                      <a:cubicBezTo>
                        <a:pt x="32404" y="74526"/>
                        <a:pt x="31086" y="75422"/>
                        <a:pt x="29674" y="76132"/>
                      </a:cubicBezTo>
                      <a:cubicBezTo>
                        <a:pt x="28262" y="76878"/>
                        <a:pt x="26746" y="77438"/>
                        <a:pt x="25125" y="77849"/>
                      </a:cubicBezTo>
                      <a:cubicBezTo>
                        <a:pt x="23508" y="78260"/>
                        <a:pt x="21752" y="78446"/>
                        <a:pt x="19870" y="78446"/>
                      </a:cubicBezTo>
                      <a:cubicBezTo>
                        <a:pt x="16942" y="78446"/>
                        <a:pt x="14256" y="77812"/>
                        <a:pt x="11817" y="76617"/>
                      </a:cubicBezTo>
                      <a:cubicBezTo>
                        <a:pt x="9379" y="75385"/>
                        <a:pt x="7276" y="73630"/>
                        <a:pt x="5516" y="71315"/>
                      </a:cubicBezTo>
                      <a:cubicBezTo>
                        <a:pt x="3758" y="69000"/>
                        <a:pt x="2394" y="66125"/>
                        <a:pt x="1442" y="62727"/>
                      </a:cubicBezTo>
                      <a:cubicBezTo>
                        <a:pt x="482" y="59292"/>
                        <a:pt x="0" y="55409"/>
                        <a:pt x="0" y="51003"/>
                      </a:cubicBezTo>
                      <a:cubicBezTo>
                        <a:pt x="0" y="47008"/>
                        <a:pt x="542" y="43349"/>
                        <a:pt x="1621" y="39914"/>
                      </a:cubicBezTo>
                      <a:cubicBezTo>
                        <a:pt x="2700" y="36516"/>
                        <a:pt x="4250" y="33529"/>
                        <a:pt x="6275" y="31027"/>
                      </a:cubicBezTo>
                      <a:cubicBezTo>
                        <a:pt x="8295" y="28526"/>
                        <a:pt x="10719" y="26547"/>
                        <a:pt x="13547" y="25166"/>
                      </a:cubicBezTo>
                      <a:cubicBezTo>
                        <a:pt x="16370" y="23747"/>
                        <a:pt x="19538" y="23038"/>
                        <a:pt x="23063" y="23038"/>
                      </a:cubicBezTo>
                      <a:cubicBezTo>
                        <a:pt x="26059" y="23038"/>
                        <a:pt x="28621" y="23522"/>
                        <a:pt x="30746" y="24456"/>
                      </a:cubicBezTo>
                      <a:cubicBezTo>
                        <a:pt x="32875" y="25427"/>
                        <a:pt x="34772" y="26697"/>
                        <a:pt x="36449" y="28302"/>
                      </a:cubicBezTo>
                      <a:lnTo>
                        <a:pt x="36449" y="0"/>
                      </a:lnTo>
                      <a:lnTo>
                        <a:pt x="49365" y="0"/>
                      </a:lnTo>
                      <a:lnTo>
                        <a:pt x="49365" y="77662"/>
                      </a:lnTo>
                      <a:lnTo>
                        <a:pt x="41465" y="77662"/>
                      </a:lnTo>
                      <a:close/>
                      <a:moveTo>
                        <a:pt x="24262" y="68179"/>
                      </a:moveTo>
                      <a:cubicBezTo>
                        <a:pt x="26948" y="68179"/>
                        <a:pt x="29230" y="67656"/>
                        <a:pt x="31112" y="66536"/>
                      </a:cubicBezTo>
                      <a:cubicBezTo>
                        <a:pt x="32998" y="65416"/>
                        <a:pt x="34772" y="63810"/>
                        <a:pt x="36449" y="61757"/>
                      </a:cubicBezTo>
                      <a:lnTo>
                        <a:pt x="36449" y="37711"/>
                      </a:lnTo>
                      <a:cubicBezTo>
                        <a:pt x="34982" y="35956"/>
                        <a:pt x="33387" y="34687"/>
                        <a:pt x="31661" y="33940"/>
                      </a:cubicBezTo>
                      <a:cubicBezTo>
                        <a:pt x="29936" y="33231"/>
                        <a:pt x="28079" y="32857"/>
                        <a:pt x="26092" y="32857"/>
                      </a:cubicBezTo>
                      <a:cubicBezTo>
                        <a:pt x="24143" y="32857"/>
                        <a:pt x="22372" y="33231"/>
                        <a:pt x="20785" y="33940"/>
                      </a:cubicBezTo>
                      <a:cubicBezTo>
                        <a:pt x="19198" y="34687"/>
                        <a:pt x="17857" y="35807"/>
                        <a:pt x="16759" y="37263"/>
                      </a:cubicBezTo>
                      <a:cubicBezTo>
                        <a:pt x="15661" y="38757"/>
                        <a:pt x="14817" y="40661"/>
                        <a:pt x="14223" y="42938"/>
                      </a:cubicBezTo>
                      <a:cubicBezTo>
                        <a:pt x="13629" y="45216"/>
                        <a:pt x="13334" y="47904"/>
                        <a:pt x="13334" y="51003"/>
                      </a:cubicBezTo>
                      <a:cubicBezTo>
                        <a:pt x="13334" y="54140"/>
                        <a:pt x="13584" y="56790"/>
                        <a:pt x="14092" y="58956"/>
                      </a:cubicBezTo>
                      <a:cubicBezTo>
                        <a:pt x="14596" y="61159"/>
                        <a:pt x="15321" y="62914"/>
                        <a:pt x="16262" y="64295"/>
                      </a:cubicBezTo>
                      <a:cubicBezTo>
                        <a:pt x="17203" y="65677"/>
                        <a:pt x="18353" y="66685"/>
                        <a:pt x="19713" y="67283"/>
                      </a:cubicBezTo>
                      <a:cubicBezTo>
                        <a:pt x="21073" y="67880"/>
                        <a:pt x="22593" y="68179"/>
                        <a:pt x="24262" y="6817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7" name="Google Shape;2067;p90"/>
                <p:cNvSpPr/>
                <p:nvPr/>
              </p:nvSpPr>
              <p:spPr>
                <a:xfrm>
                  <a:off x="4693748" y="5332449"/>
                  <a:ext cx="67139" cy="75608"/>
                </a:xfrm>
                <a:custGeom>
                  <a:rect b="b" l="l" r="r" t="t"/>
                  <a:pathLst>
                    <a:path extrusionOk="0" h="75608" w="67139">
                      <a:moveTo>
                        <a:pt x="67139" y="37823"/>
                      </a:moveTo>
                      <a:cubicBezTo>
                        <a:pt x="67139" y="43349"/>
                        <a:pt x="66217" y="48427"/>
                        <a:pt x="64372" y="53057"/>
                      </a:cubicBezTo>
                      <a:cubicBezTo>
                        <a:pt x="62523" y="57724"/>
                        <a:pt x="59923" y="61719"/>
                        <a:pt x="56580"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0" y="10604"/>
                      </a:cubicBezTo>
                      <a:cubicBezTo>
                        <a:pt x="59923" y="13927"/>
                        <a:pt x="62523" y="17922"/>
                        <a:pt x="64372" y="22552"/>
                      </a:cubicBezTo>
                      <a:cubicBezTo>
                        <a:pt x="66217" y="27182"/>
                        <a:pt x="67139" y="32260"/>
                        <a:pt x="67139" y="37823"/>
                      </a:cubicBezTo>
                      <a:close/>
                      <a:moveTo>
                        <a:pt x="52760" y="37823"/>
                      </a:moveTo>
                      <a:cubicBezTo>
                        <a:pt x="52760" y="33679"/>
                        <a:pt x="52203" y="29945"/>
                        <a:pt x="51087" y="26659"/>
                      </a:cubicBezTo>
                      <a:cubicBezTo>
                        <a:pt x="49970" y="23373"/>
                        <a:pt x="48386" y="20573"/>
                        <a:pt x="46332" y="18296"/>
                      </a:cubicBezTo>
                      <a:cubicBezTo>
                        <a:pt x="44274" y="16018"/>
                        <a:pt x="41772" y="14263"/>
                        <a:pt x="38828" y="13031"/>
                      </a:cubicBezTo>
                      <a:cubicBezTo>
                        <a:pt x="35882" y="11799"/>
                        <a:pt x="32558" y="11201"/>
                        <a:pt x="28867" y="11201"/>
                      </a:cubicBezTo>
                      <a:lnTo>
                        <a:pt x="14170" y="11201"/>
                      </a:lnTo>
                      <a:lnTo>
                        <a:pt x="14170" y="64407"/>
                      </a:lnTo>
                      <a:lnTo>
                        <a:pt x="28867" y="64407"/>
                      </a:lnTo>
                      <a:cubicBezTo>
                        <a:pt x="32558" y="64407"/>
                        <a:pt x="35882" y="63810"/>
                        <a:pt x="38828" y="62578"/>
                      </a:cubicBezTo>
                      <a:cubicBezTo>
                        <a:pt x="41772" y="61383"/>
                        <a:pt x="44274" y="59629"/>
                        <a:pt x="46332" y="57351"/>
                      </a:cubicBezTo>
                      <a:cubicBezTo>
                        <a:pt x="48386" y="55036"/>
                        <a:pt x="49970" y="52273"/>
                        <a:pt x="51087" y="48987"/>
                      </a:cubicBezTo>
                      <a:cubicBezTo>
                        <a:pt x="52203" y="45664"/>
                        <a:pt x="52760" y="41968"/>
                        <a:pt x="52760" y="3782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8" name="Google Shape;2068;p90"/>
                <p:cNvSpPr/>
                <p:nvPr/>
              </p:nvSpPr>
              <p:spPr>
                <a:xfrm>
                  <a:off x="4768521" y="5353433"/>
                  <a:ext cx="44707" cy="55446"/>
                </a:xfrm>
                <a:custGeom>
                  <a:rect b="b" l="l" r="r" t="t"/>
                  <a:pathLst>
                    <a:path extrusionOk="0" h="55446" w="44707">
                      <a:moveTo>
                        <a:pt x="44707" y="54625"/>
                      </a:moveTo>
                      <a:lnTo>
                        <a:pt x="38903" y="54625"/>
                      </a:lnTo>
                      <a:cubicBezTo>
                        <a:pt x="37685" y="54625"/>
                        <a:pt x="36726" y="54438"/>
                        <a:pt x="36027" y="54065"/>
                      </a:cubicBezTo>
                      <a:cubicBezTo>
                        <a:pt x="35329" y="53691"/>
                        <a:pt x="34806" y="52982"/>
                        <a:pt x="34462"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4" y="47232"/>
                      </a:cubicBezTo>
                      <a:cubicBezTo>
                        <a:pt x="381" y="45402"/>
                        <a:pt x="0" y="43274"/>
                        <a:pt x="0" y="40885"/>
                      </a:cubicBezTo>
                      <a:cubicBezTo>
                        <a:pt x="0" y="38868"/>
                        <a:pt x="534" y="36852"/>
                        <a:pt x="1595" y="34873"/>
                      </a:cubicBezTo>
                      <a:cubicBezTo>
                        <a:pt x="2659" y="32894"/>
                        <a:pt x="4426" y="31102"/>
                        <a:pt x="6906" y="29534"/>
                      </a:cubicBezTo>
                      <a:cubicBezTo>
                        <a:pt x="9378" y="27929"/>
                        <a:pt x="12673"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0" y="10417"/>
                        <a:pt x="17987" y="10902"/>
                      </a:cubicBezTo>
                      <a:cubicBezTo>
                        <a:pt x="16591" y="11425"/>
                        <a:pt x="15380" y="11948"/>
                        <a:pt x="14353" y="12583"/>
                      </a:cubicBezTo>
                      <a:cubicBezTo>
                        <a:pt x="13323" y="13180"/>
                        <a:pt x="12374" y="13740"/>
                        <a:pt x="11504" y="14225"/>
                      </a:cubicBezTo>
                      <a:cubicBezTo>
                        <a:pt x="10633" y="14711"/>
                        <a:pt x="9673" y="14935"/>
                        <a:pt x="8628"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1" y="46560"/>
                        <a:pt x="22156" y="46448"/>
                        <a:pt x="23269" y="46224"/>
                      </a:cubicBezTo>
                      <a:cubicBezTo>
                        <a:pt x="24382" y="45962"/>
                        <a:pt x="25439" y="45627"/>
                        <a:pt x="26432" y="45141"/>
                      </a:cubicBezTo>
                      <a:cubicBezTo>
                        <a:pt x="27426" y="44656"/>
                        <a:pt x="28385" y="44058"/>
                        <a:pt x="29312" y="43349"/>
                      </a:cubicBezTo>
                      <a:cubicBezTo>
                        <a:pt x="30234" y="42639"/>
                        <a:pt x="31164" y="41818"/>
                        <a:pt x="32109" y="40847"/>
                      </a:cubicBezTo>
                      <a:lnTo>
                        <a:pt x="32109" y="31886"/>
                      </a:lnTo>
                      <a:cubicBezTo>
                        <a:pt x="28341" y="31886"/>
                        <a:pt x="25196" y="32110"/>
                        <a:pt x="22667" y="32596"/>
                      </a:cubicBezTo>
                      <a:cubicBezTo>
                        <a:pt x="20143" y="33081"/>
                        <a:pt x="18111" y="33678"/>
                        <a:pt x="16576" y="34425"/>
                      </a:cubicBezTo>
                      <a:cubicBezTo>
                        <a:pt x="15041" y="35134"/>
                        <a:pt x="13950" y="35993"/>
                        <a:pt x="13308" y="37001"/>
                      </a:cubicBezTo>
                      <a:cubicBezTo>
                        <a:pt x="12665" y="37972"/>
                        <a:pt x="12344" y="39055"/>
                        <a:pt x="12344" y="40212"/>
                      </a:cubicBezTo>
                      <a:cubicBezTo>
                        <a:pt x="12344" y="42490"/>
                        <a:pt x="13009" y="44133"/>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69" name="Google Shape;2069;p90"/>
                <p:cNvSpPr/>
                <p:nvPr/>
              </p:nvSpPr>
              <p:spPr>
                <a:xfrm>
                  <a:off x="4821072" y="5338013"/>
                  <a:ext cx="36550" cy="70866"/>
                </a:xfrm>
                <a:custGeom>
                  <a:rect b="b" l="l" r="r" t="t"/>
                  <a:pathLst>
                    <a:path extrusionOk="0" h="70866" w="36550">
                      <a:moveTo>
                        <a:pt x="22488" y="70867"/>
                      </a:moveTo>
                      <a:cubicBezTo>
                        <a:pt x="17849" y="70867"/>
                        <a:pt x="14279" y="69560"/>
                        <a:pt x="11769" y="66946"/>
                      </a:cubicBezTo>
                      <a:cubicBezTo>
                        <a:pt x="9259" y="64295"/>
                        <a:pt x="8004" y="60674"/>
                        <a:pt x="8004" y="56043"/>
                      </a:cubicBezTo>
                      <a:lnTo>
                        <a:pt x="8004" y="26062"/>
                      </a:lnTo>
                      <a:lnTo>
                        <a:pt x="2566" y="26062"/>
                      </a:lnTo>
                      <a:cubicBezTo>
                        <a:pt x="1864" y="26062"/>
                        <a:pt x="1262" y="25837"/>
                        <a:pt x="758" y="25389"/>
                      </a:cubicBezTo>
                      <a:cubicBezTo>
                        <a:pt x="254"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3"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0" name="Google Shape;2070;p90"/>
                <p:cNvSpPr/>
                <p:nvPr/>
              </p:nvSpPr>
              <p:spPr>
                <a:xfrm>
                  <a:off x="4863740" y="5353433"/>
                  <a:ext cx="44707" cy="55446"/>
                </a:xfrm>
                <a:custGeom>
                  <a:rect b="b" l="l" r="r" t="t"/>
                  <a:pathLst>
                    <a:path extrusionOk="0" h="55446" w="44707">
                      <a:moveTo>
                        <a:pt x="44707" y="54625"/>
                      </a:moveTo>
                      <a:lnTo>
                        <a:pt x="38903" y="54625"/>
                      </a:lnTo>
                      <a:cubicBezTo>
                        <a:pt x="37685" y="54625"/>
                        <a:pt x="36725" y="54438"/>
                        <a:pt x="36031" y="54065"/>
                      </a:cubicBezTo>
                      <a:cubicBezTo>
                        <a:pt x="35329" y="53691"/>
                        <a:pt x="34806" y="52982"/>
                        <a:pt x="34462"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502" y="55446"/>
                        <a:pt x="15582" y="55446"/>
                      </a:cubicBezTo>
                      <a:cubicBezTo>
                        <a:pt x="13319" y="55446"/>
                        <a:pt x="11227" y="55147"/>
                        <a:pt x="9307" y="54550"/>
                      </a:cubicBezTo>
                      <a:cubicBezTo>
                        <a:pt x="7391" y="53915"/>
                        <a:pt x="5744" y="53019"/>
                        <a:pt x="4366" y="51787"/>
                      </a:cubicBezTo>
                      <a:cubicBezTo>
                        <a:pt x="2992" y="50555"/>
                        <a:pt x="1920" y="49024"/>
                        <a:pt x="1154" y="47232"/>
                      </a:cubicBezTo>
                      <a:cubicBezTo>
                        <a:pt x="385" y="45402"/>
                        <a:pt x="0" y="43274"/>
                        <a:pt x="0" y="40885"/>
                      </a:cubicBezTo>
                      <a:cubicBezTo>
                        <a:pt x="0" y="38868"/>
                        <a:pt x="534" y="36852"/>
                        <a:pt x="1595" y="34873"/>
                      </a:cubicBezTo>
                      <a:cubicBezTo>
                        <a:pt x="2659" y="32894"/>
                        <a:pt x="4430" y="31102"/>
                        <a:pt x="6906" y="29534"/>
                      </a:cubicBezTo>
                      <a:cubicBezTo>
                        <a:pt x="9378" y="27929"/>
                        <a:pt x="12672"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4" y="10417"/>
                        <a:pt x="17987" y="10902"/>
                      </a:cubicBezTo>
                      <a:cubicBezTo>
                        <a:pt x="16590" y="11425"/>
                        <a:pt x="15380" y="11948"/>
                        <a:pt x="14353" y="12583"/>
                      </a:cubicBezTo>
                      <a:cubicBezTo>
                        <a:pt x="13322" y="13180"/>
                        <a:pt x="12377" y="13740"/>
                        <a:pt x="11503" y="14225"/>
                      </a:cubicBezTo>
                      <a:cubicBezTo>
                        <a:pt x="10633" y="14711"/>
                        <a:pt x="9673" y="14935"/>
                        <a:pt x="8631"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3" y="1531"/>
                      </a:cubicBezTo>
                      <a:cubicBezTo>
                        <a:pt x="35691" y="2576"/>
                        <a:pt x="37771"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4" y="46560"/>
                        <a:pt x="22155" y="46448"/>
                        <a:pt x="23272" y="46224"/>
                      </a:cubicBezTo>
                      <a:cubicBezTo>
                        <a:pt x="24381" y="45962"/>
                        <a:pt x="25442" y="45627"/>
                        <a:pt x="26432" y="45141"/>
                      </a:cubicBezTo>
                      <a:cubicBezTo>
                        <a:pt x="27425" y="44656"/>
                        <a:pt x="28385" y="44058"/>
                        <a:pt x="29312" y="43349"/>
                      </a:cubicBezTo>
                      <a:cubicBezTo>
                        <a:pt x="30234" y="42639"/>
                        <a:pt x="31164" y="41818"/>
                        <a:pt x="32109" y="40847"/>
                      </a:cubicBezTo>
                      <a:lnTo>
                        <a:pt x="32109" y="31886"/>
                      </a:lnTo>
                      <a:cubicBezTo>
                        <a:pt x="28341" y="31886"/>
                        <a:pt x="25196" y="32110"/>
                        <a:pt x="22667" y="32596"/>
                      </a:cubicBezTo>
                      <a:cubicBezTo>
                        <a:pt x="20142" y="33081"/>
                        <a:pt x="18111" y="33678"/>
                        <a:pt x="16579" y="34425"/>
                      </a:cubicBezTo>
                      <a:cubicBezTo>
                        <a:pt x="15041" y="35134"/>
                        <a:pt x="13950" y="35993"/>
                        <a:pt x="13311" y="37001"/>
                      </a:cubicBezTo>
                      <a:cubicBezTo>
                        <a:pt x="12665" y="37972"/>
                        <a:pt x="12344" y="39055"/>
                        <a:pt x="12344" y="40212"/>
                      </a:cubicBezTo>
                      <a:cubicBezTo>
                        <a:pt x="12344" y="42490"/>
                        <a:pt x="13009" y="44133"/>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071" name="Google Shape;2071;p90"/>
              <p:cNvSpPr/>
              <p:nvPr/>
            </p:nvSpPr>
            <p:spPr>
              <a:xfrm>
                <a:off x="4697785" y="4843658"/>
                <a:ext cx="232876" cy="261068"/>
              </a:xfrm>
              <a:custGeom>
                <a:rect b="b" l="l" r="r" t="t"/>
                <a:pathLst>
                  <a:path extrusionOk="0" h="261068" w="232876">
                    <a:moveTo>
                      <a:pt x="0" y="211372"/>
                    </a:moveTo>
                    <a:cubicBezTo>
                      <a:pt x="0" y="244005"/>
                      <a:pt x="58639" y="261069"/>
                      <a:pt x="116437" y="261069"/>
                    </a:cubicBezTo>
                    <a:cubicBezTo>
                      <a:pt x="174238" y="261069"/>
                      <a:pt x="232877" y="244005"/>
                      <a:pt x="232877" y="211372"/>
                    </a:cubicBezTo>
                    <a:lnTo>
                      <a:pt x="232877" y="49685"/>
                    </a:lnTo>
                    <a:cubicBezTo>
                      <a:pt x="232877" y="17052"/>
                      <a:pt x="174238" y="0"/>
                      <a:pt x="116437" y="0"/>
                    </a:cubicBezTo>
                    <a:cubicBezTo>
                      <a:pt x="58639" y="0"/>
                      <a:pt x="0" y="17052"/>
                      <a:pt x="0" y="49685"/>
                    </a:cubicBezTo>
                    <a:lnTo>
                      <a:pt x="0" y="211372"/>
                    </a:lnTo>
                    <a:close/>
                    <a:moveTo>
                      <a:pt x="75390" y="202673"/>
                    </a:moveTo>
                    <a:cubicBezTo>
                      <a:pt x="65444" y="201105"/>
                      <a:pt x="55662" y="198640"/>
                      <a:pt x="46156" y="195392"/>
                    </a:cubicBezTo>
                    <a:lnTo>
                      <a:pt x="46156" y="166194"/>
                    </a:lnTo>
                    <a:cubicBezTo>
                      <a:pt x="55692" y="169293"/>
                      <a:pt x="65466" y="171645"/>
                      <a:pt x="75390" y="173213"/>
                    </a:cubicBezTo>
                    <a:lnTo>
                      <a:pt x="75390" y="202673"/>
                    </a:lnTo>
                    <a:close/>
                    <a:moveTo>
                      <a:pt x="75390" y="164962"/>
                    </a:moveTo>
                    <a:cubicBezTo>
                      <a:pt x="65455" y="163393"/>
                      <a:pt x="55673" y="160967"/>
                      <a:pt x="46156" y="157785"/>
                    </a:cubicBezTo>
                    <a:lnTo>
                      <a:pt x="46156" y="129151"/>
                    </a:lnTo>
                    <a:cubicBezTo>
                      <a:pt x="55699" y="132149"/>
                      <a:pt x="65477" y="134386"/>
                      <a:pt x="75390" y="135838"/>
                    </a:cubicBezTo>
                    <a:lnTo>
                      <a:pt x="75390" y="164962"/>
                    </a:lnTo>
                    <a:close/>
                    <a:moveTo>
                      <a:pt x="75390" y="127762"/>
                    </a:moveTo>
                    <a:cubicBezTo>
                      <a:pt x="65458" y="126209"/>
                      <a:pt x="55677" y="123834"/>
                      <a:pt x="46156" y="120664"/>
                    </a:cubicBezTo>
                    <a:lnTo>
                      <a:pt x="46156" y="90641"/>
                    </a:lnTo>
                    <a:cubicBezTo>
                      <a:pt x="55654" y="93979"/>
                      <a:pt x="65436" y="96492"/>
                      <a:pt x="75390" y="98146"/>
                    </a:cubicBezTo>
                    <a:lnTo>
                      <a:pt x="75390" y="127762"/>
                    </a:lnTo>
                    <a:close/>
                    <a:moveTo>
                      <a:pt x="112668" y="168546"/>
                    </a:moveTo>
                    <a:cubicBezTo>
                      <a:pt x="102890" y="168397"/>
                      <a:pt x="93131" y="167725"/>
                      <a:pt x="83431" y="166530"/>
                    </a:cubicBezTo>
                    <a:lnTo>
                      <a:pt x="83431" y="136984"/>
                    </a:lnTo>
                    <a:cubicBezTo>
                      <a:pt x="93134" y="138135"/>
                      <a:pt x="102894" y="138762"/>
                      <a:pt x="112668" y="138859"/>
                    </a:cubicBezTo>
                    <a:lnTo>
                      <a:pt x="112668" y="168546"/>
                    </a:lnTo>
                    <a:close/>
                    <a:moveTo>
                      <a:pt x="149947" y="204203"/>
                    </a:moveTo>
                    <a:cubicBezTo>
                      <a:pt x="140251" y="205436"/>
                      <a:pt x="130487" y="206070"/>
                      <a:pt x="120709" y="206182"/>
                    </a:cubicBezTo>
                    <a:lnTo>
                      <a:pt x="120709" y="176237"/>
                    </a:lnTo>
                    <a:cubicBezTo>
                      <a:pt x="130487" y="176126"/>
                      <a:pt x="140251" y="175491"/>
                      <a:pt x="149947" y="174259"/>
                    </a:cubicBezTo>
                    <a:lnTo>
                      <a:pt x="149947" y="204203"/>
                    </a:lnTo>
                    <a:close/>
                    <a:moveTo>
                      <a:pt x="187225" y="230975"/>
                    </a:moveTo>
                    <a:cubicBezTo>
                      <a:pt x="177727" y="234260"/>
                      <a:pt x="167941" y="236687"/>
                      <a:pt x="157988" y="238218"/>
                    </a:cubicBezTo>
                    <a:lnTo>
                      <a:pt x="157988" y="210812"/>
                    </a:lnTo>
                    <a:cubicBezTo>
                      <a:pt x="167900" y="209281"/>
                      <a:pt x="177675" y="206967"/>
                      <a:pt x="187225" y="203979"/>
                    </a:cubicBezTo>
                    <a:lnTo>
                      <a:pt x="187225" y="230975"/>
                    </a:lnTo>
                    <a:close/>
                    <a:moveTo>
                      <a:pt x="187225" y="158114"/>
                    </a:moveTo>
                    <a:cubicBezTo>
                      <a:pt x="177705" y="161302"/>
                      <a:pt x="167923" y="163692"/>
                      <a:pt x="157988" y="165298"/>
                    </a:cubicBezTo>
                    <a:lnTo>
                      <a:pt x="157988" y="135838"/>
                    </a:lnTo>
                    <a:cubicBezTo>
                      <a:pt x="167900" y="134375"/>
                      <a:pt x="177678" y="132138"/>
                      <a:pt x="187225" y="129151"/>
                    </a:cubicBezTo>
                    <a:lnTo>
                      <a:pt x="187225" y="158114"/>
                    </a:lnTo>
                    <a:close/>
                    <a:moveTo>
                      <a:pt x="187225" y="120993"/>
                    </a:moveTo>
                    <a:cubicBezTo>
                      <a:pt x="177701" y="124159"/>
                      <a:pt x="167923" y="126534"/>
                      <a:pt x="157988" y="128091"/>
                    </a:cubicBezTo>
                    <a:lnTo>
                      <a:pt x="157988" y="98146"/>
                    </a:lnTo>
                    <a:cubicBezTo>
                      <a:pt x="167941" y="96492"/>
                      <a:pt x="177723" y="93979"/>
                      <a:pt x="187225" y="90641"/>
                    </a:cubicBezTo>
                    <a:lnTo>
                      <a:pt x="187225" y="120993"/>
                    </a:lnTo>
                    <a:close/>
                    <a:moveTo>
                      <a:pt x="212354" y="211708"/>
                    </a:moveTo>
                    <a:cubicBezTo>
                      <a:pt x="212354" y="216600"/>
                      <a:pt x="206154" y="222499"/>
                      <a:pt x="194848" y="227614"/>
                    </a:cubicBezTo>
                    <a:lnTo>
                      <a:pt x="194848" y="200955"/>
                    </a:lnTo>
                    <a:cubicBezTo>
                      <a:pt x="201194" y="198603"/>
                      <a:pt x="207214" y="195504"/>
                      <a:pt x="212772" y="191733"/>
                    </a:cubicBezTo>
                    <a:lnTo>
                      <a:pt x="212354" y="211708"/>
                    </a:lnTo>
                    <a:close/>
                    <a:moveTo>
                      <a:pt x="212354" y="107368"/>
                    </a:moveTo>
                    <a:cubicBezTo>
                      <a:pt x="207169" y="111834"/>
                      <a:pt x="201250" y="115418"/>
                      <a:pt x="194848" y="117972"/>
                    </a:cubicBezTo>
                    <a:lnTo>
                      <a:pt x="194848" y="87542"/>
                    </a:lnTo>
                    <a:lnTo>
                      <a:pt x="199035" y="85499"/>
                    </a:lnTo>
                    <a:cubicBezTo>
                      <a:pt x="203659" y="83707"/>
                      <a:pt x="208118" y="81523"/>
                      <a:pt x="212354" y="78973"/>
                    </a:cubicBezTo>
                    <a:lnTo>
                      <a:pt x="212354" y="107368"/>
                    </a:lnTo>
                    <a:close/>
                    <a:moveTo>
                      <a:pt x="116437" y="19905"/>
                    </a:moveTo>
                    <a:cubicBezTo>
                      <a:pt x="175075" y="19905"/>
                      <a:pt x="212772" y="37528"/>
                      <a:pt x="212772" y="49685"/>
                    </a:cubicBezTo>
                    <a:cubicBezTo>
                      <a:pt x="212772" y="61842"/>
                      <a:pt x="175075" y="79466"/>
                      <a:pt x="116437" y="79466"/>
                    </a:cubicBezTo>
                    <a:cubicBezTo>
                      <a:pt x="57798" y="79466"/>
                      <a:pt x="20101" y="61842"/>
                      <a:pt x="20101" y="49685"/>
                    </a:cubicBezTo>
                    <a:cubicBezTo>
                      <a:pt x="20101" y="37528"/>
                      <a:pt x="57798" y="19905"/>
                      <a:pt x="116437" y="19905"/>
                    </a:cubicBezTo>
                    <a:close/>
                    <a:moveTo>
                      <a:pt x="20101" y="78973"/>
                    </a:moveTo>
                    <a:cubicBezTo>
                      <a:pt x="24322" y="81504"/>
                      <a:pt x="28748" y="83689"/>
                      <a:pt x="33338" y="85499"/>
                    </a:cubicBezTo>
                    <a:lnTo>
                      <a:pt x="37611" y="87542"/>
                    </a:lnTo>
                    <a:lnTo>
                      <a:pt x="37611" y="117647"/>
                    </a:lnTo>
                    <a:cubicBezTo>
                      <a:pt x="31228" y="115086"/>
                      <a:pt x="25312" y="111531"/>
                      <a:pt x="20101" y="107122"/>
                    </a:cubicBezTo>
                    <a:lnTo>
                      <a:pt x="20101" y="78973"/>
                    </a:lnTo>
                    <a:close/>
                    <a:moveTo>
                      <a:pt x="20101" y="154115"/>
                    </a:moveTo>
                    <a:cubicBezTo>
                      <a:pt x="25558" y="157826"/>
                      <a:pt x="31433" y="160929"/>
                      <a:pt x="37611" y="163319"/>
                    </a:cubicBezTo>
                    <a:lnTo>
                      <a:pt x="37611" y="192293"/>
                    </a:lnTo>
                    <a:cubicBezTo>
                      <a:pt x="31217" y="189679"/>
                      <a:pt x="25304" y="186095"/>
                      <a:pt x="20101" y="181614"/>
                    </a:cubicBezTo>
                    <a:lnTo>
                      <a:pt x="20101" y="154115"/>
                    </a:lnTo>
                    <a:close/>
                    <a:moveTo>
                      <a:pt x="20101" y="191733"/>
                    </a:moveTo>
                    <a:cubicBezTo>
                      <a:pt x="25540" y="195466"/>
                      <a:pt x="31418" y="198566"/>
                      <a:pt x="37611" y="200955"/>
                    </a:cubicBezTo>
                    <a:lnTo>
                      <a:pt x="37611" y="227315"/>
                    </a:lnTo>
                    <a:cubicBezTo>
                      <a:pt x="26638" y="222163"/>
                      <a:pt x="20101" y="216189"/>
                      <a:pt x="20101" y="211372"/>
                    </a:cubicBezTo>
                    <a:lnTo>
                      <a:pt x="20101" y="19173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72" name="Google Shape;2072;p90"/>
            <p:cNvGrpSpPr/>
            <p:nvPr/>
          </p:nvGrpSpPr>
          <p:grpSpPr>
            <a:xfrm>
              <a:off x="4215902" y="3785144"/>
              <a:ext cx="373377" cy="423916"/>
              <a:chOff x="5515953" y="4843658"/>
              <a:chExt cx="497836" cy="565221"/>
            </a:xfrm>
          </p:grpSpPr>
          <p:grpSp>
            <p:nvGrpSpPr>
              <p:cNvPr id="2073" name="Google Shape;2073;p90"/>
              <p:cNvGrpSpPr/>
              <p:nvPr/>
            </p:nvGrpSpPr>
            <p:grpSpPr>
              <a:xfrm>
                <a:off x="5515953" y="5207144"/>
                <a:ext cx="497836" cy="201735"/>
                <a:chOff x="5515953" y="5207144"/>
                <a:chExt cx="497836" cy="201735"/>
              </a:xfrm>
            </p:grpSpPr>
            <p:sp>
              <p:nvSpPr>
                <p:cNvPr id="2074" name="Google Shape;2074;p90"/>
                <p:cNvSpPr/>
                <p:nvPr/>
              </p:nvSpPr>
              <p:spPr>
                <a:xfrm>
                  <a:off x="5515953" y="5208413"/>
                  <a:ext cx="51086" cy="77251"/>
                </a:xfrm>
                <a:custGeom>
                  <a:rect b="b" l="l" r="r" t="t"/>
                  <a:pathLst>
                    <a:path extrusionOk="0" h="77251" w="51086">
                      <a:moveTo>
                        <a:pt x="46276" y="14599"/>
                      </a:moveTo>
                      <a:cubicBezTo>
                        <a:pt x="45891" y="15346"/>
                        <a:pt x="45447" y="15906"/>
                        <a:pt x="44942" y="16205"/>
                      </a:cubicBezTo>
                      <a:cubicBezTo>
                        <a:pt x="44434" y="16541"/>
                        <a:pt x="43833" y="16690"/>
                        <a:pt x="43138" y="16690"/>
                      </a:cubicBezTo>
                      <a:cubicBezTo>
                        <a:pt x="42440" y="16690"/>
                        <a:pt x="41656" y="16391"/>
                        <a:pt x="40785" y="15869"/>
                      </a:cubicBezTo>
                      <a:cubicBezTo>
                        <a:pt x="39911" y="15308"/>
                        <a:pt x="38884" y="14711"/>
                        <a:pt x="37700" y="14076"/>
                      </a:cubicBezTo>
                      <a:cubicBezTo>
                        <a:pt x="36513" y="13405"/>
                        <a:pt x="35127" y="12807"/>
                        <a:pt x="33543" y="12247"/>
                      </a:cubicBezTo>
                      <a:cubicBezTo>
                        <a:pt x="31956" y="11724"/>
                        <a:pt x="30081" y="11463"/>
                        <a:pt x="27922" y="11463"/>
                      </a:cubicBezTo>
                      <a:cubicBezTo>
                        <a:pt x="25969" y="11463"/>
                        <a:pt x="24270" y="11687"/>
                        <a:pt x="22824" y="12172"/>
                      </a:cubicBezTo>
                      <a:cubicBezTo>
                        <a:pt x="21375" y="12620"/>
                        <a:pt x="20157" y="13292"/>
                        <a:pt x="19160" y="14114"/>
                      </a:cubicBezTo>
                      <a:cubicBezTo>
                        <a:pt x="18170" y="14972"/>
                        <a:pt x="17427" y="15943"/>
                        <a:pt x="16941" y="17138"/>
                      </a:cubicBezTo>
                      <a:cubicBezTo>
                        <a:pt x="16452" y="18296"/>
                        <a:pt x="16209" y="19565"/>
                        <a:pt x="16209" y="20946"/>
                      </a:cubicBezTo>
                      <a:cubicBezTo>
                        <a:pt x="16209" y="22739"/>
                        <a:pt x="16706" y="24232"/>
                        <a:pt x="17700" y="25390"/>
                      </a:cubicBezTo>
                      <a:cubicBezTo>
                        <a:pt x="18689" y="26584"/>
                        <a:pt x="20008" y="27593"/>
                        <a:pt x="21644" y="28451"/>
                      </a:cubicBezTo>
                      <a:cubicBezTo>
                        <a:pt x="23283" y="29273"/>
                        <a:pt x="25147" y="30020"/>
                        <a:pt x="27242" y="30691"/>
                      </a:cubicBezTo>
                      <a:cubicBezTo>
                        <a:pt x="29334" y="31364"/>
                        <a:pt x="31467" y="32073"/>
                        <a:pt x="33648" y="32820"/>
                      </a:cubicBezTo>
                      <a:cubicBezTo>
                        <a:pt x="35825" y="33567"/>
                        <a:pt x="37962" y="34425"/>
                        <a:pt x="40053" y="35433"/>
                      </a:cubicBezTo>
                      <a:cubicBezTo>
                        <a:pt x="42145" y="36404"/>
                        <a:pt x="44009" y="37674"/>
                        <a:pt x="45648" y="39167"/>
                      </a:cubicBezTo>
                      <a:cubicBezTo>
                        <a:pt x="47284" y="40698"/>
                        <a:pt x="48603" y="42565"/>
                        <a:pt x="49596" y="44730"/>
                      </a:cubicBezTo>
                      <a:cubicBezTo>
                        <a:pt x="50590" y="46934"/>
                        <a:pt x="51086" y="49622"/>
                        <a:pt x="51086" y="52758"/>
                      </a:cubicBezTo>
                      <a:cubicBezTo>
                        <a:pt x="51086" y="56156"/>
                        <a:pt x="50500" y="59367"/>
                        <a:pt x="49335" y="62354"/>
                      </a:cubicBezTo>
                      <a:cubicBezTo>
                        <a:pt x="48166" y="65304"/>
                        <a:pt x="46459" y="67917"/>
                        <a:pt x="44210" y="70120"/>
                      </a:cubicBezTo>
                      <a:cubicBezTo>
                        <a:pt x="41958" y="72323"/>
                        <a:pt x="39217" y="74078"/>
                        <a:pt x="35975" y="75348"/>
                      </a:cubicBezTo>
                      <a:cubicBezTo>
                        <a:pt x="32733" y="76617"/>
                        <a:pt x="29020" y="77252"/>
                        <a:pt x="24837" y="77252"/>
                      </a:cubicBezTo>
                      <a:cubicBezTo>
                        <a:pt x="22428" y="77252"/>
                        <a:pt x="20060" y="77028"/>
                        <a:pt x="17726" y="76542"/>
                      </a:cubicBezTo>
                      <a:cubicBezTo>
                        <a:pt x="15388" y="76094"/>
                        <a:pt x="13151" y="75422"/>
                        <a:pt x="11007" y="74526"/>
                      </a:cubicBezTo>
                      <a:cubicBezTo>
                        <a:pt x="8863" y="73667"/>
                        <a:pt x="6857" y="72622"/>
                        <a:pt x="4994" y="71390"/>
                      </a:cubicBezTo>
                      <a:cubicBezTo>
                        <a:pt x="3126" y="70195"/>
                        <a:pt x="1464" y="68814"/>
                        <a:pt x="0" y="67320"/>
                      </a:cubicBezTo>
                      <a:lnTo>
                        <a:pt x="4078" y="60599"/>
                      </a:lnTo>
                      <a:cubicBezTo>
                        <a:pt x="4459" y="60114"/>
                        <a:pt x="4923" y="59703"/>
                        <a:pt x="5460" y="59367"/>
                      </a:cubicBezTo>
                      <a:cubicBezTo>
                        <a:pt x="6006" y="59031"/>
                        <a:pt x="6603" y="58844"/>
                        <a:pt x="7268" y="58844"/>
                      </a:cubicBezTo>
                      <a:cubicBezTo>
                        <a:pt x="8138" y="58844"/>
                        <a:pt x="9080" y="59217"/>
                        <a:pt x="10092" y="59927"/>
                      </a:cubicBezTo>
                      <a:cubicBezTo>
                        <a:pt x="11100" y="60636"/>
                        <a:pt x="12295" y="61458"/>
                        <a:pt x="13673" y="62317"/>
                      </a:cubicBezTo>
                      <a:cubicBezTo>
                        <a:pt x="15048" y="63176"/>
                        <a:pt x="16669" y="63959"/>
                        <a:pt x="18533" y="64706"/>
                      </a:cubicBezTo>
                      <a:cubicBezTo>
                        <a:pt x="20400" y="65416"/>
                        <a:pt x="22641" y="65752"/>
                        <a:pt x="25255" y="65752"/>
                      </a:cubicBezTo>
                      <a:cubicBezTo>
                        <a:pt x="29263" y="65752"/>
                        <a:pt x="32367" y="64818"/>
                        <a:pt x="34563" y="62914"/>
                      </a:cubicBezTo>
                      <a:cubicBezTo>
                        <a:pt x="36759" y="61010"/>
                        <a:pt x="37857" y="58284"/>
                        <a:pt x="37857" y="54737"/>
                      </a:cubicBezTo>
                      <a:cubicBezTo>
                        <a:pt x="37857" y="52758"/>
                        <a:pt x="37361" y="51116"/>
                        <a:pt x="36367" y="49883"/>
                      </a:cubicBezTo>
                      <a:cubicBezTo>
                        <a:pt x="35373" y="48614"/>
                        <a:pt x="34055" y="47568"/>
                        <a:pt x="32419" y="46709"/>
                      </a:cubicBezTo>
                      <a:cubicBezTo>
                        <a:pt x="30779" y="45851"/>
                        <a:pt x="28916" y="45142"/>
                        <a:pt x="26824" y="44544"/>
                      </a:cubicBezTo>
                      <a:cubicBezTo>
                        <a:pt x="24733" y="43947"/>
                        <a:pt x="22604" y="43312"/>
                        <a:pt x="20445" y="42602"/>
                      </a:cubicBezTo>
                      <a:cubicBezTo>
                        <a:pt x="18282" y="41893"/>
                        <a:pt x="16157" y="41071"/>
                        <a:pt x="14066" y="40101"/>
                      </a:cubicBezTo>
                      <a:cubicBezTo>
                        <a:pt x="11974" y="39130"/>
                        <a:pt x="10107" y="37860"/>
                        <a:pt x="8471" y="36292"/>
                      </a:cubicBezTo>
                      <a:cubicBezTo>
                        <a:pt x="6831" y="34724"/>
                        <a:pt x="5516" y="32745"/>
                        <a:pt x="4523" y="30393"/>
                      </a:cubicBezTo>
                      <a:cubicBezTo>
                        <a:pt x="3529" y="28041"/>
                        <a:pt x="3033" y="25128"/>
                        <a:pt x="3033" y="21693"/>
                      </a:cubicBezTo>
                      <a:cubicBezTo>
                        <a:pt x="3033" y="18930"/>
                        <a:pt x="3582" y="16242"/>
                        <a:pt x="4680" y="13628"/>
                      </a:cubicBezTo>
                      <a:cubicBezTo>
                        <a:pt x="5774" y="11015"/>
                        <a:pt x="7380" y="8700"/>
                        <a:pt x="9490" y="6684"/>
                      </a:cubicBezTo>
                      <a:cubicBezTo>
                        <a:pt x="11597" y="4667"/>
                        <a:pt x="14185" y="3062"/>
                        <a:pt x="17255" y="1830"/>
                      </a:cubicBezTo>
                      <a:cubicBezTo>
                        <a:pt x="20322" y="598"/>
                        <a:pt x="23825" y="0"/>
                        <a:pt x="27765" y="0"/>
                      </a:cubicBezTo>
                      <a:cubicBezTo>
                        <a:pt x="32229" y="0"/>
                        <a:pt x="36341" y="710"/>
                        <a:pt x="40106" y="2091"/>
                      </a:cubicBezTo>
                      <a:cubicBezTo>
                        <a:pt x="43870" y="3473"/>
                        <a:pt x="47075" y="5452"/>
                        <a:pt x="49727" y="7953"/>
                      </a:cubicBezTo>
                      <a:lnTo>
                        <a:pt x="46276" y="1459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5" name="Google Shape;2075;p90"/>
                <p:cNvSpPr/>
                <p:nvPr/>
              </p:nvSpPr>
              <p:spPr>
                <a:xfrm>
                  <a:off x="5572216" y="5214798"/>
                  <a:ext cx="36550" cy="70866"/>
                </a:xfrm>
                <a:custGeom>
                  <a:rect b="b" l="l" r="r" t="t"/>
                  <a:pathLst>
                    <a:path extrusionOk="0" h="70866" w="36550">
                      <a:moveTo>
                        <a:pt x="22488" y="70867"/>
                      </a:moveTo>
                      <a:cubicBezTo>
                        <a:pt x="17846" y="70867"/>
                        <a:pt x="14271" y="69560"/>
                        <a:pt x="11761" y="66946"/>
                      </a:cubicBezTo>
                      <a:cubicBezTo>
                        <a:pt x="9255" y="64295"/>
                        <a:pt x="8000" y="60674"/>
                        <a:pt x="8000" y="56043"/>
                      </a:cubicBezTo>
                      <a:lnTo>
                        <a:pt x="8000" y="26062"/>
                      </a:lnTo>
                      <a:lnTo>
                        <a:pt x="2562" y="26062"/>
                      </a:lnTo>
                      <a:cubicBezTo>
                        <a:pt x="1864" y="26062"/>
                        <a:pt x="1262" y="25837"/>
                        <a:pt x="758" y="25389"/>
                      </a:cubicBezTo>
                      <a:cubicBezTo>
                        <a:pt x="250" y="24941"/>
                        <a:pt x="0" y="24269"/>
                        <a:pt x="0" y="23373"/>
                      </a:cubicBezTo>
                      <a:lnTo>
                        <a:pt x="0" y="18258"/>
                      </a:lnTo>
                      <a:lnTo>
                        <a:pt x="8628" y="16839"/>
                      </a:lnTo>
                      <a:lnTo>
                        <a:pt x="11347" y="2203"/>
                      </a:lnTo>
                      <a:cubicBezTo>
                        <a:pt x="11485" y="1493"/>
                        <a:pt x="11806" y="970"/>
                        <a:pt x="12310"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3" y="60001"/>
                        <a:pt x="24120" y="60487"/>
                        <a:pt x="25513" y="60487"/>
                      </a:cubicBezTo>
                      <a:cubicBezTo>
                        <a:pt x="26316" y="60487"/>
                        <a:pt x="26989" y="60375"/>
                        <a:pt x="27526" y="60188"/>
                      </a:cubicBezTo>
                      <a:cubicBezTo>
                        <a:pt x="28068" y="60001"/>
                        <a:pt x="28542"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401" y="59479"/>
                        <a:pt x="32677" y="59852"/>
                      </a:cubicBezTo>
                      <a:lnTo>
                        <a:pt x="36550" y="66125"/>
                      </a:lnTo>
                      <a:cubicBezTo>
                        <a:pt x="34668" y="67693"/>
                        <a:pt x="32502" y="68888"/>
                        <a:pt x="30066" y="69672"/>
                      </a:cubicBezTo>
                      <a:cubicBezTo>
                        <a:pt x="27624" y="70494"/>
                        <a:pt x="25099" y="70867"/>
                        <a:pt x="22488"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6" name="Google Shape;2076;p90"/>
                <p:cNvSpPr/>
                <p:nvPr/>
              </p:nvSpPr>
              <p:spPr>
                <a:xfrm>
                  <a:off x="5617547" y="5230219"/>
                  <a:ext cx="34197" cy="54624"/>
                </a:xfrm>
                <a:custGeom>
                  <a:rect b="b" l="l" r="r" t="t"/>
                  <a:pathLst>
                    <a:path extrusionOk="0" h="54624" w="34197">
                      <a:moveTo>
                        <a:pt x="0" y="54625"/>
                      </a:moveTo>
                      <a:lnTo>
                        <a:pt x="0" y="970"/>
                      </a:lnTo>
                      <a:lnTo>
                        <a:pt x="7582" y="970"/>
                      </a:lnTo>
                      <a:cubicBezTo>
                        <a:pt x="8908" y="970"/>
                        <a:pt x="9834" y="1232"/>
                        <a:pt x="10353" y="1717"/>
                      </a:cubicBezTo>
                      <a:cubicBezTo>
                        <a:pt x="10876" y="2203"/>
                        <a:pt x="11227" y="3061"/>
                        <a:pt x="11403" y="4219"/>
                      </a:cubicBezTo>
                      <a:lnTo>
                        <a:pt x="12183" y="10716"/>
                      </a:lnTo>
                      <a:cubicBezTo>
                        <a:pt x="14099" y="7393"/>
                        <a:pt x="16352" y="4779"/>
                        <a:pt x="18929" y="2875"/>
                      </a:cubicBezTo>
                      <a:cubicBezTo>
                        <a:pt x="21509"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13" y="13217"/>
                        <a:pt x="29196" y="13105"/>
                        <a:pt x="28288" y="12844"/>
                      </a:cubicBezTo>
                      <a:cubicBezTo>
                        <a:pt x="27381" y="12620"/>
                        <a:pt x="26182" y="12471"/>
                        <a:pt x="24680" y="12471"/>
                      </a:cubicBezTo>
                      <a:cubicBezTo>
                        <a:pt x="21995" y="12471"/>
                        <a:pt x="19694" y="13217"/>
                        <a:pt x="17782" y="14711"/>
                      </a:cubicBezTo>
                      <a:cubicBezTo>
                        <a:pt x="15862" y="16204"/>
                        <a:pt x="14238"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7" name="Google Shape;2077;p90"/>
                <p:cNvSpPr/>
                <p:nvPr/>
              </p:nvSpPr>
              <p:spPr>
                <a:xfrm>
                  <a:off x="5659165" y="5231189"/>
                  <a:ext cx="46750" cy="54475"/>
                </a:xfrm>
                <a:custGeom>
                  <a:rect b="b" l="l" r="r" t="t"/>
                  <a:pathLst>
                    <a:path extrusionOk="0" h="54475" w="46750">
                      <a:moveTo>
                        <a:pt x="12915" y="0"/>
                      </a:moveTo>
                      <a:lnTo>
                        <a:pt x="12915" y="34089"/>
                      </a:lnTo>
                      <a:cubicBezTo>
                        <a:pt x="12915" y="37375"/>
                        <a:pt x="13673"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79" y="52870"/>
                        <a:pt x="35560" y="51302"/>
                      </a:cubicBezTo>
                      <a:lnTo>
                        <a:pt x="34671" y="47008"/>
                      </a:lnTo>
                      <a:cubicBezTo>
                        <a:pt x="33555" y="48128"/>
                        <a:pt x="32404" y="49137"/>
                        <a:pt x="31220" y="50070"/>
                      </a:cubicBezTo>
                      <a:cubicBezTo>
                        <a:pt x="30032"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5" y="44805"/>
                        <a:pt x="1180" y="42341"/>
                      </a:cubicBezTo>
                      <a:cubicBezTo>
                        <a:pt x="396"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8" name="Google Shape;2078;p90"/>
                <p:cNvSpPr/>
                <p:nvPr/>
              </p:nvSpPr>
              <p:spPr>
                <a:xfrm>
                  <a:off x="5716108" y="5230368"/>
                  <a:ext cx="45233" cy="55259"/>
                </a:xfrm>
                <a:custGeom>
                  <a:rect b="b" l="l" r="r" t="t"/>
                  <a:pathLst>
                    <a:path extrusionOk="0" h="55259" w="45233">
                      <a:moveTo>
                        <a:pt x="41312" y="12172"/>
                      </a:moveTo>
                      <a:cubicBezTo>
                        <a:pt x="40924" y="12658"/>
                        <a:pt x="40554" y="13068"/>
                        <a:pt x="40184" y="13330"/>
                      </a:cubicBezTo>
                      <a:cubicBezTo>
                        <a:pt x="39822" y="13591"/>
                        <a:pt x="39288" y="13740"/>
                        <a:pt x="38589" y="13740"/>
                      </a:cubicBezTo>
                      <a:cubicBezTo>
                        <a:pt x="37928" y="13740"/>
                        <a:pt x="37286" y="13554"/>
                        <a:pt x="36658" y="13143"/>
                      </a:cubicBezTo>
                      <a:cubicBezTo>
                        <a:pt x="36031" y="12732"/>
                        <a:pt x="35280" y="12284"/>
                        <a:pt x="34406" y="11799"/>
                      </a:cubicBezTo>
                      <a:cubicBezTo>
                        <a:pt x="33536" y="11276"/>
                        <a:pt x="32502" y="10828"/>
                        <a:pt x="31295" y="10417"/>
                      </a:cubicBezTo>
                      <a:cubicBezTo>
                        <a:pt x="30096" y="10044"/>
                        <a:pt x="28606" y="9820"/>
                        <a:pt x="26828" y="9820"/>
                      </a:cubicBezTo>
                      <a:cubicBezTo>
                        <a:pt x="24561" y="9820"/>
                        <a:pt x="22570" y="10230"/>
                        <a:pt x="20863" y="11052"/>
                      </a:cubicBezTo>
                      <a:cubicBezTo>
                        <a:pt x="19157" y="11874"/>
                        <a:pt x="17733" y="13068"/>
                        <a:pt x="16605" y="14599"/>
                      </a:cubicBezTo>
                      <a:cubicBezTo>
                        <a:pt x="15470" y="16130"/>
                        <a:pt x="14622" y="17960"/>
                        <a:pt x="14070" y="20162"/>
                      </a:cubicBezTo>
                      <a:cubicBezTo>
                        <a:pt x="13513" y="22328"/>
                        <a:pt x="13229" y="24792"/>
                        <a:pt x="13229" y="27555"/>
                      </a:cubicBezTo>
                      <a:cubicBezTo>
                        <a:pt x="13229" y="30393"/>
                        <a:pt x="13535" y="32969"/>
                        <a:pt x="14148" y="35172"/>
                      </a:cubicBezTo>
                      <a:cubicBezTo>
                        <a:pt x="14757" y="37412"/>
                        <a:pt x="15638" y="39279"/>
                        <a:pt x="16789" y="40810"/>
                      </a:cubicBezTo>
                      <a:cubicBezTo>
                        <a:pt x="17935" y="42304"/>
                        <a:pt x="19332" y="43461"/>
                        <a:pt x="20972" y="44245"/>
                      </a:cubicBezTo>
                      <a:cubicBezTo>
                        <a:pt x="22607" y="45029"/>
                        <a:pt x="24453" y="45440"/>
                        <a:pt x="26514" y="45440"/>
                      </a:cubicBezTo>
                      <a:cubicBezTo>
                        <a:pt x="28568" y="45440"/>
                        <a:pt x="30234" y="45178"/>
                        <a:pt x="31508" y="44656"/>
                      </a:cubicBezTo>
                      <a:cubicBezTo>
                        <a:pt x="32778" y="44171"/>
                        <a:pt x="33850" y="43611"/>
                        <a:pt x="34720" y="43013"/>
                      </a:cubicBezTo>
                      <a:cubicBezTo>
                        <a:pt x="35594" y="42378"/>
                        <a:pt x="36352" y="41818"/>
                        <a:pt x="36998" y="41333"/>
                      </a:cubicBezTo>
                      <a:cubicBezTo>
                        <a:pt x="37644" y="40810"/>
                        <a:pt x="38365" y="40549"/>
                        <a:pt x="39168" y="40549"/>
                      </a:cubicBezTo>
                      <a:cubicBezTo>
                        <a:pt x="40214" y="40549"/>
                        <a:pt x="40998" y="40959"/>
                        <a:pt x="41521" y="41781"/>
                      </a:cubicBezTo>
                      <a:lnTo>
                        <a:pt x="45234" y="46486"/>
                      </a:lnTo>
                      <a:cubicBezTo>
                        <a:pt x="43803" y="48128"/>
                        <a:pt x="42253" y="49547"/>
                        <a:pt x="40580" y="50667"/>
                      </a:cubicBezTo>
                      <a:cubicBezTo>
                        <a:pt x="38903" y="51825"/>
                        <a:pt x="37174" y="52721"/>
                        <a:pt x="35374" y="53393"/>
                      </a:cubicBezTo>
                      <a:cubicBezTo>
                        <a:pt x="33581" y="54065"/>
                        <a:pt x="31725" y="54550"/>
                        <a:pt x="29809" y="54849"/>
                      </a:cubicBezTo>
                      <a:cubicBezTo>
                        <a:pt x="27889" y="55110"/>
                        <a:pt x="25988" y="55260"/>
                        <a:pt x="24109" y="55260"/>
                      </a:cubicBezTo>
                      <a:cubicBezTo>
                        <a:pt x="20796" y="55260"/>
                        <a:pt x="17678" y="54625"/>
                        <a:pt x="14749" y="53393"/>
                      </a:cubicBezTo>
                      <a:cubicBezTo>
                        <a:pt x="11817" y="52161"/>
                        <a:pt x="9266" y="50368"/>
                        <a:pt x="7089" y="47979"/>
                      </a:cubicBezTo>
                      <a:cubicBezTo>
                        <a:pt x="4908" y="45627"/>
                        <a:pt x="3182" y="42715"/>
                        <a:pt x="1909" y="39279"/>
                      </a:cubicBezTo>
                      <a:cubicBezTo>
                        <a:pt x="635" y="35844"/>
                        <a:pt x="0" y="31924"/>
                        <a:pt x="0" y="27555"/>
                      </a:cubicBezTo>
                      <a:cubicBezTo>
                        <a:pt x="0" y="23598"/>
                        <a:pt x="568" y="19976"/>
                        <a:pt x="1699" y="16616"/>
                      </a:cubicBezTo>
                      <a:cubicBezTo>
                        <a:pt x="2835" y="13255"/>
                        <a:pt x="4501" y="10343"/>
                        <a:pt x="6693" y="7878"/>
                      </a:cubicBezTo>
                      <a:cubicBezTo>
                        <a:pt x="8889" y="5414"/>
                        <a:pt x="11612" y="3473"/>
                        <a:pt x="14854" y="2091"/>
                      </a:cubicBezTo>
                      <a:cubicBezTo>
                        <a:pt x="18092" y="710"/>
                        <a:pt x="21823" y="0"/>
                        <a:pt x="26040" y="0"/>
                      </a:cubicBezTo>
                      <a:cubicBezTo>
                        <a:pt x="30047" y="0"/>
                        <a:pt x="33562" y="635"/>
                        <a:pt x="36576" y="1942"/>
                      </a:cubicBezTo>
                      <a:cubicBezTo>
                        <a:pt x="39594" y="3211"/>
                        <a:pt x="42306" y="5078"/>
                        <a:pt x="44707" y="7468"/>
                      </a:cubicBezTo>
                      <a:lnTo>
                        <a:pt x="41312" y="1217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79" name="Google Shape;2079;p90"/>
                <p:cNvSpPr/>
                <p:nvPr/>
              </p:nvSpPr>
              <p:spPr>
                <a:xfrm>
                  <a:off x="5764737" y="5214798"/>
                  <a:ext cx="36550" cy="70866"/>
                </a:xfrm>
                <a:custGeom>
                  <a:rect b="b" l="l" r="r" t="t"/>
                  <a:pathLst>
                    <a:path extrusionOk="0" h="70866" w="36550">
                      <a:moveTo>
                        <a:pt x="22484" y="70867"/>
                      </a:moveTo>
                      <a:cubicBezTo>
                        <a:pt x="17846" y="70867"/>
                        <a:pt x="14275" y="69560"/>
                        <a:pt x="11765" y="66946"/>
                      </a:cubicBezTo>
                      <a:cubicBezTo>
                        <a:pt x="9255" y="64295"/>
                        <a:pt x="8004" y="60674"/>
                        <a:pt x="8004" y="56043"/>
                      </a:cubicBezTo>
                      <a:lnTo>
                        <a:pt x="8004" y="26062"/>
                      </a:lnTo>
                      <a:lnTo>
                        <a:pt x="2562" y="26062"/>
                      </a:lnTo>
                      <a:cubicBezTo>
                        <a:pt x="1864" y="26062"/>
                        <a:pt x="1262" y="25837"/>
                        <a:pt x="758" y="25389"/>
                      </a:cubicBezTo>
                      <a:cubicBezTo>
                        <a:pt x="250" y="24941"/>
                        <a:pt x="0" y="24269"/>
                        <a:pt x="0" y="23373"/>
                      </a:cubicBezTo>
                      <a:lnTo>
                        <a:pt x="0" y="18258"/>
                      </a:lnTo>
                      <a:lnTo>
                        <a:pt x="8628" y="16839"/>
                      </a:lnTo>
                      <a:lnTo>
                        <a:pt x="11347" y="2203"/>
                      </a:lnTo>
                      <a:cubicBezTo>
                        <a:pt x="11485" y="1493"/>
                        <a:pt x="11810" y="970"/>
                        <a:pt x="12314" y="560"/>
                      </a:cubicBezTo>
                      <a:cubicBezTo>
                        <a:pt x="12822" y="186"/>
                        <a:pt x="13453" y="0"/>
                        <a:pt x="14223" y="0"/>
                      </a:cubicBezTo>
                      <a:lnTo>
                        <a:pt x="20919" y="0"/>
                      </a:lnTo>
                      <a:lnTo>
                        <a:pt x="20919" y="16876"/>
                      </a:lnTo>
                      <a:lnTo>
                        <a:pt x="35034" y="16876"/>
                      </a:lnTo>
                      <a:lnTo>
                        <a:pt x="35034" y="26062"/>
                      </a:lnTo>
                      <a:lnTo>
                        <a:pt x="20919" y="26062"/>
                      </a:lnTo>
                      <a:lnTo>
                        <a:pt x="20919" y="55147"/>
                      </a:lnTo>
                      <a:cubicBezTo>
                        <a:pt x="20919" y="56828"/>
                        <a:pt x="21334" y="58135"/>
                        <a:pt x="22170" y="59068"/>
                      </a:cubicBezTo>
                      <a:cubicBezTo>
                        <a:pt x="23007" y="60001"/>
                        <a:pt x="24124" y="60487"/>
                        <a:pt x="25517" y="60487"/>
                      </a:cubicBezTo>
                      <a:cubicBezTo>
                        <a:pt x="26320" y="60487"/>
                        <a:pt x="26992" y="60375"/>
                        <a:pt x="27530" y="60188"/>
                      </a:cubicBezTo>
                      <a:cubicBezTo>
                        <a:pt x="28072" y="60001"/>
                        <a:pt x="28542" y="59777"/>
                        <a:pt x="28942" y="59591"/>
                      </a:cubicBezTo>
                      <a:cubicBezTo>
                        <a:pt x="29341" y="59367"/>
                        <a:pt x="29700" y="59180"/>
                        <a:pt x="30014" y="58993"/>
                      </a:cubicBezTo>
                      <a:cubicBezTo>
                        <a:pt x="30328" y="58807"/>
                        <a:pt x="30641" y="58695"/>
                        <a:pt x="30955" y="58695"/>
                      </a:cubicBezTo>
                      <a:cubicBezTo>
                        <a:pt x="31340" y="58695"/>
                        <a:pt x="31653" y="58807"/>
                        <a:pt x="31896" y="58993"/>
                      </a:cubicBezTo>
                      <a:cubicBezTo>
                        <a:pt x="32139" y="59180"/>
                        <a:pt x="32401" y="59479"/>
                        <a:pt x="32681" y="59852"/>
                      </a:cubicBezTo>
                      <a:lnTo>
                        <a:pt x="36550" y="66125"/>
                      </a:lnTo>
                      <a:cubicBezTo>
                        <a:pt x="34668" y="67693"/>
                        <a:pt x="32505" y="68888"/>
                        <a:pt x="30066" y="69672"/>
                      </a:cubicBezTo>
                      <a:cubicBezTo>
                        <a:pt x="27624" y="70494"/>
                        <a:pt x="25099" y="70867"/>
                        <a:pt x="22484"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0" name="Google Shape;2080;p90"/>
                <p:cNvSpPr/>
                <p:nvPr/>
              </p:nvSpPr>
              <p:spPr>
                <a:xfrm>
                  <a:off x="5808973" y="5231189"/>
                  <a:ext cx="46746" cy="54475"/>
                </a:xfrm>
                <a:custGeom>
                  <a:rect b="b" l="l" r="r" t="t"/>
                  <a:pathLst>
                    <a:path extrusionOk="0" h="54475" w="46746">
                      <a:moveTo>
                        <a:pt x="12915" y="0"/>
                      </a:moveTo>
                      <a:lnTo>
                        <a:pt x="12915" y="34089"/>
                      </a:lnTo>
                      <a:cubicBezTo>
                        <a:pt x="12915" y="37375"/>
                        <a:pt x="13674" y="39914"/>
                        <a:pt x="15190" y="41706"/>
                      </a:cubicBezTo>
                      <a:cubicBezTo>
                        <a:pt x="16706" y="43498"/>
                        <a:pt x="18981" y="44395"/>
                        <a:pt x="22014" y="44395"/>
                      </a:cubicBezTo>
                      <a:cubicBezTo>
                        <a:pt x="24243" y="44395"/>
                        <a:pt x="26335" y="43909"/>
                        <a:pt x="28288" y="42901"/>
                      </a:cubicBezTo>
                      <a:cubicBezTo>
                        <a:pt x="30238" y="41931"/>
                        <a:pt x="32087" y="40549"/>
                        <a:pt x="33831" y="38794"/>
                      </a:cubicBezTo>
                      <a:lnTo>
                        <a:pt x="33831" y="0"/>
                      </a:lnTo>
                      <a:lnTo>
                        <a:pt x="46746" y="0"/>
                      </a:lnTo>
                      <a:lnTo>
                        <a:pt x="46746" y="53654"/>
                      </a:lnTo>
                      <a:lnTo>
                        <a:pt x="38851" y="53654"/>
                      </a:lnTo>
                      <a:cubicBezTo>
                        <a:pt x="37177" y="53654"/>
                        <a:pt x="36079" y="52870"/>
                        <a:pt x="35557" y="51302"/>
                      </a:cubicBezTo>
                      <a:lnTo>
                        <a:pt x="34668" y="47008"/>
                      </a:lnTo>
                      <a:cubicBezTo>
                        <a:pt x="33551" y="48128"/>
                        <a:pt x="32401" y="49137"/>
                        <a:pt x="31216" y="50070"/>
                      </a:cubicBezTo>
                      <a:cubicBezTo>
                        <a:pt x="30033" y="51003"/>
                        <a:pt x="28766" y="51787"/>
                        <a:pt x="27426" y="52422"/>
                      </a:cubicBezTo>
                      <a:cubicBezTo>
                        <a:pt x="26081" y="53057"/>
                        <a:pt x="24636" y="53580"/>
                        <a:pt x="23086" y="53953"/>
                      </a:cubicBezTo>
                      <a:cubicBezTo>
                        <a:pt x="21532" y="54289"/>
                        <a:pt x="19870" y="54476"/>
                        <a:pt x="18092" y="54476"/>
                      </a:cubicBezTo>
                      <a:cubicBezTo>
                        <a:pt x="15164" y="54476"/>
                        <a:pt x="12576" y="53991"/>
                        <a:pt x="10327"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1" name="Google Shape;2081;p90"/>
                <p:cNvSpPr/>
                <p:nvPr/>
              </p:nvSpPr>
              <p:spPr>
                <a:xfrm>
                  <a:off x="5869524" y="5230219"/>
                  <a:ext cx="34197" cy="54624"/>
                </a:xfrm>
                <a:custGeom>
                  <a:rect b="b" l="l" r="r" t="t"/>
                  <a:pathLst>
                    <a:path extrusionOk="0" h="54624" w="34197">
                      <a:moveTo>
                        <a:pt x="0" y="54625"/>
                      </a:moveTo>
                      <a:lnTo>
                        <a:pt x="0" y="970"/>
                      </a:lnTo>
                      <a:lnTo>
                        <a:pt x="7582" y="970"/>
                      </a:lnTo>
                      <a:cubicBezTo>
                        <a:pt x="8904" y="970"/>
                        <a:pt x="9830" y="1232"/>
                        <a:pt x="10353" y="1717"/>
                      </a:cubicBezTo>
                      <a:cubicBezTo>
                        <a:pt x="10876" y="2203"/>
                        <a:pt x="11223" y="3061"/>
                        <a:pt x="11399" y="4219"/>
                      </a:cubicBezTo>
                      <a:lnTo>
                        <a:pt x="12183" y="10716"/>
                      </a:lnTo>
                      <a:cubicBezTo>
                        <a:pt x="14099" y="7393"/>
                        <a:pt x="16352" y="4779"/>
                        <a:pt x="18929" y="2875"/>
                      </a:cubicBezTo>
                      <a:cubicBezTo>
                        <a:pt x="21506"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09" y="13217"/>
                        <a:pt x="29196" y="13105"/>
                        <a:pt x="28289" y="12844"/>
                      </a:cubicBezTo>
                      <a:cubicBezTo>
                        <a:pt x="27381" y="12620"/>
                        <a:pt x="26178" y="12471"/>
                        <a:pt x="24681" y="12471"/>
                      </a:cubicBezTo>
                      <a:cubicBezTo>
                        <a:pt x="21995" y="12471"/>
                        <a:pt x="19694" y="13217"/>
                        <a:pt x="17778" y="14711"/>
                      </a:cubicBezTo>
                      <a:cubicBezTo>
                        <a:pt x="15862" y="16204"/>
                        <a:pt x="14238"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2" name="Google Shape;2082;p90"/>
                <p:cNvSpPr/>
                <p:nvPr/>
              </p:nvSpPr>
              <p:spPr>
                <a:xfrm>
                  <a:off x="5908632" y="5230368"/>
                  <a:ext cx="48994" cy="55259"/>
                </a:xfrm>
                <a:custGeom>
                  <a:rect b="b" l="l" r="r" t="t"/>
                  <a:pathLst>
                    <a:path extrusionOk="0" h="55259" w="48994">
                      <a:moveTo>
                        <a:pt x="25782" y="0"/>
                      </a:moveTo>
                      <a:cubicBezTo>
                        <a:pt x="29162" y="0"/>
                        <a:pt x="32274" y="523"/>
                        <a:pt x="35116" y="1606"/>
                      </a:cubicBezTo>
                      <a:cubicBezTo>
                        <a:pt x="37954" y="2688"/>
                        <a:pt x="40405" y="4294"/>
                        <a:pt x="42459" y="6348"/>
                      </a:cubicBezTo>
                      <a:cubicBezTo>
                        <a:pt x="44517" y="8438"/>
                        <a:pt x="46123" y="10978"/>
                        <a:pt x="47273" y="14002"/>
                      </a:cubicBezTo>
                      <a:cubicBezTo>
                        <a:pt x="48420" y="16989"/>
                        <a:pt x="48995" y="20424"/>
                        <a:pt x="48995" y="24307"/>
                      </a:cubicBezTo>
                      <a:cubicBezTo>
                        <a:pt x="48995" y="25278"/>
                        <a:pt x="48954" y="26099"/>
                        <a:pt x="48864" y="26734"/>
                      </a:cubicBezTo>
                      <a:cubicBezTo>
                        <a:pt x="48778" y="27369"/>
                        <a:pt x="48621" y="27891"/>
                        <a:pt x="48394" y="28265"/>
                      </a:cubicBezTo>
                      <a:cubicBezTo>
                        <a:pt x="48170" y="28638"/>
                        <a:pt x="47863" y="28899"/>
                        <a:pt x="47479" y="29049"/>
                      </a:cubicBezTo>
                      <a:cubicBezTo>
                        <a:pt x="47097" y="29198"/>
                        <a:pt x="46608" y="29273"/>
                        <a:pt x="46018" y="29273"/>
                      </a:cubicBezTo>
                      <a:lnTo>
                        <a:pt x="12867" y="29273"/>
                      </a:lnTo>
                      <a:cubicBezTo>
                        <a:pt x="13248" y="34799"/>
                        <a:pt x="14731" y="38831"/>
                        <a:pt x="17308" y="41407"/>
                      </a:cubicBezTo>
                      <a:cubicBezTo>
                        <a:pt x="19889" y="43984"/>
                        <a:pt x="23306" y="45291"/>
                        <a:pt x="27556" y="45291"/>
                      </a:cubicBezTo>
                      <a:cubicBezTo>
                        <a:pt x="29652" y="45291"/>
                        <a:pt x="31452" y="45029"/>
                        <a:pt x="32968" y="44544"/>
                      </a:cubicBezTo>
                      <a:cubicBezTo>
                        <a:pt x="34488" y="44059"/>
                        <a:pt x="35811" y="43498"/>
                        <a:pt x="36946" y="42901"/>
                      </a:cubicBezTo>
                      <a:cubicBezTo>
                        <a:pt x="38078" y="42341"/>
                        <a:pt x="39068" y="41781"/>
                        <a:pt x="39926" y="41296"/>
                      </a:cubicBezTo>
                      <a:cubicBezTo>
                        <a:pt x="40778" y="40810"/>
                        <a:pt x="41607" y="40549"/>
                        <a:pt x="42410" y="40549"/>
                      </a:cubicBezTo>
                      <a:cubicBezTo>
                        <a:pt x="42929" y="40549"/>
                        <a:pt x="43385" y="40661"/>
                        <a:pt x="43766" y="40885"/>
                      </a:cubicBezTo>
                      <a:cubicBezTo>
                        <a:pt x="44151" y="41071"/>
                        <a:pt x="44479" y="41370"/>
                        <a:pt x="44763" y="41781"/>
                      </a:cubicBezTo>
                      <a:lnTo>
                        <a:pt x="48524" y="46486"/>
                      </a:lnTo>
                      <a:cubicBezTo>
                        <a:pt x="47097" y="48128"/>
                        <a:pt x="45491" y="49547"/>
                        <a:pt x="43714" y="50667"/>
                      </a:cubicBezTo>
                      <a:cubicBezTo>
                        <a:pt x="41940" y="51825"/>
                        <a:pt x="40083" y="52721"/>
                        <a:pt x="38145" y="53393"/>
                      </a:cubicBezTo>
                      <a:cubicBezTo>
                        <a:pt x="36214" y="54065"/>
                        <a:pt x="34242" y="54550"/>
                        <a:pt x="32236" y="54849"/>
                      </a:cubicBezTo>
                      <a:cubicBezTo>
                        <a:pt x="30234" y="55110"/>
                        <a:pt x="28292" y="55260"/>
                        <a:pt x="26410" y="55260"/>
                      </a:cubicBezTo>
                      <a:cubicBezTo>
                        <a:pt x="22679"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5" y="3473"/>
                        <a:pt x="14981" y="2091"/>
                      </a:cubicBezTo>
                      <a:cubicBezTo>
                        <a:pt x="18174" y="710"/>
                        <a:pt x="21771" y="0"/>
                        <a:pt x="25782" y="0"/>
                      </a:cubicBezTo>
                      <a:close/>
                      <a:moveTo>
                        <a:pt x="26040" y="9260"/>
                      </a:moveTo>
                      <a:cubicBezTo>
                        <a:pt x="22275" y="9260"/>
                        <a:pt x="19332" y="10305"/>
                        <a:pt x="17207" y="12434"/>
                      </a:cubicBezTo>
                      <a:cubicBezTo>
                        <a:pt x="15078" y="14562"/>
                        <a:pt x="13719" y="17586"/>
                        <a:pt x="13128" y="21469"/>
                      </a:cubicBezTo>
                      <a:lnTo>
                        <a:pt x="37387" y="21469"/>
                      </a:lnTo>
                      <a:cubicBezTo>
                        <a:pt x="37387" y="19827"/>
                        <a:pt x="37163" y="18221"/>
                        <a:pt x="36707" y="16765"/>
                      </a:cubicBezTo>
                      <a:cubicBezTo>
                        <a:pt x="36255" y="15271"/>
                        <a:pt x="35560" y="13964"/>
                        <a:pt x="34619" y="12844"/>
                      </a:cubicBezTo>
                      <a:cubicBezTo>
                        <a:pt x="33678" y="11761"/>
                        <a:pt x="32494" y="10865"/>
                        <a:pt x="31064" y="10230"/>
                      </a:cubicBezTo>
                      <a:cubicBezTo>
                        <a:pt x="29633" y="9559"/>
                        <a:pt x="27960" y="9260"/>
                        <a:pt x="2604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3" name="Google Shape;2083;p90"/>
                <p:cNvSpPr/>
                <p:nvPr/>
              </p:nvSpPr>
              <p:spPr>
                <a:xfrm>
                  <a:off x="5964425" y="5207144"/>
                  <a:ext cx="49364" cy="78483"/>
                </a:xfrm>
                <a:custGeom>
                  <a:rect b="b" l="l" r="r" t="t"/>
                  <a:pathLst>
                    <a:path extrusionOk="0" h="78483" w="49364">
                      <a:moveTo>
                        <a:pt x="41465" y="77699"/>
                      </a:moveTo>
                      <a:cubicBezTo>
                        <a:pt x="39792" y="77699"/>
                        <a:pt x="38694" y="76916"/>
                        <a:pt x="38171" y="75348"/>
                      </a:cubicBezTo>
                      <a:lnTo>
                        <a:pt x="37125" y="70158"/>
                      </a:lnTo>
                      <a:cubicBezTo>
                        <a:pt x="36008" y="71427"/>
                        <a:pt x="34843" y="72547"/>
                        <a:pt x="33626" y="73555"/>
                      </a:cubicBezTo>
                      <a:cubicBezTo>
                        <a:pt x="32404" y="74563"/>
                        <a:pt x="31086" y="75459"/>
                        <a:pt x="29674" y="76169"/>
                      </a:cubicBezTo>
                      <a:cubicBezTo>
                        <a:pt x="28262" y="76916"/>
                        <a:pt x="26746" y="77476"/>
                        <a:pt x="25125" y="77886"/>
                      </a:cubicBezTo>
                      <a:cubicBezTo>
                        <a:pt x="23508" y="78260"/>
                        <a:pt x="21752" y="78484"/>
                        <a:pt x="19870" y="78484"/>
                      </a:cubicBezTo>
                      <a:cubicBezTo>
                        <a:pt x="16942" y="78484"/>
                        <a:pt x="14256" y="77849"/>
                        <a:pt x="11817" y="76654"/>
                      </a:cubicBezTo>
                      <a:cubicBezTo>
                        <a:pt x="9379" y="75422"/>
                        <a:pt x="7276" y="73667"/>
                        <a:pt x="5517" y="71352"/>
                      </a:cubicBezTo>
                      <a:cubicBezTo>
                        <a:pt x="3758" y="69037"/>
                        <a:pt x="2394" y="66162"/>
                        <a:pt x="1442" y="62727"/>
                      </a:cubicBezTo>
                      <a:cubicBezTo>
                        <a:pt x="482" y="59330"/>
                        <a:pt x="0" y="55446"/>
                        <a:pt x="0" y="51041"/>
                      </a:cubicBezTo>
                      <a:cubicBezTo>
                        <a:pt x="0" y="47045"/>
                        <a:pt x="542" y="43349"/>
                        <a:pt x="1621" y="39951"/>
                      </a:cubicBezTo>
                      <a:cubicBezTo>
                        <a:pt x="2700" y="36554"/>
                        <a:pt x="4250" y="33567"/>
                        <a:pt x="6275" y="31065"/>
                      </a:cubicBezTo>
                      <a:cubicBezTo>
                        <a:pt x="8295" y="28563"/>
                        <a:pt x="10719" y="26584"/>
                        <a:pt x="13547" y="25203"/>
                      </a:cubicBezTo>
                      <a:cubicBezTo>
                        <a:pt x="16370" y="23784"/>
                        <a:pt x="19538" y="23075"/>
                        <a:pt x="23063" y="23075"/>
                      </a:cubicBezTo>
                      <a:cubicBezTo>
                        <a:pt x="26059" y="23075"/>
                        <a:pt x="28621" y="23560"/>
                        <a:pt x="30746" y="24493"/>
                      </a:cubicBezTo>
                      <a:cubicBezTo>
                        <a:pt x="32875" y="25464"/>
                        <a:pt x="34772" y="26734"/>
                        <a:pt x="36449" y="28339"/>
                      </a:cubicBezTo>
                      <a:lnTo>
                        <a:pt x="36449" y="0"/>
                      </a:lnTo>
                      <a:lnTo>
                        <a:pt x="49365" y="0"/>
                      </a:lnTo>
                      <a:lnTo>
                        <a:pt x="49365" y="77699"/>
                      </a:lnTo>
                      <a:lnTo>
                        <a:pt x="41465" y="77699"/>
                      </a:lnTo>
                      <a:close/>
                      <a:moveTo>
                        <a:pt x="24262" y="68216"/>
                      </a:moveTo>
                      <a:cubicBezTo>
                        <a:pt x="26948" y="68216"/>
                        <a:pt x="29230" y="67693"/>
                        <a:pt x="31112" y="66573"/>
                      </a:cubicBezTo>
                      <a:cubicBezTo>
                        <a:pt x="32998" y="65453"/>
                        <a:pt x="34772" y="63847"/>
                        <a:pt x="36449" y="61794"/>
                      </a:cubicBezTo>
                      <a:lnTo>
                        <a:pt x="36449" y="37748"/>
                      </a:lnTo>
                      <a:cubicBezTo>
                        <a:pt x="34982" y="35994"/>
                        <a:pt x="33387" y="34724"/>
                        <a:pt x="31661" y="33977"/>
                      </a:cubicBezTo>
                      <a:cubicBezTo>
                        <a:pt x="29936" y="33268"/>
                        <a:pt x="28079" y="32894"/>
                        <a:pt x="26092" y="32894"/>
                      </a:cubicBezTo>
                      <a:cubicBezTo>
                        <a:pt x="24143" y="32894"/>
                        <a:pt x="22372" y="33268"/>
                        <a:pt x="20785" y="33977"/>
                      </a:cubicBezTo>
                      <a:cubicBezTo>
                        <a:pt x="19198" y="34724"/>
                        <a:pt x="17857" y="35844"/>
                        <a:pt x="16759" y="37300"/>
                      </a:cubicBezTo>
                      <a:cubicBezTo>
                        <a:pt x="15661" y="38794"/>
                        <a:pt x="14817" y="40661"/>
                        <a:pt x="14223" y="42976"/>
                      </a:cubicBezTo>
                      <a:cubicBezTo>
                        <a:pt x="13629" y="45253"/>
                        <a:pt x="13334" y="47941"/>
                        <a:pt x="13334" y="51041"/>
                      </a:cubicBezTo>
                      <a:cubicBezTo>
                        <a:pt x="13334" y="54177"/>
                        <a:pt x="13584" y="56828"/>
                        <a:pt x="14092" y="58994"/>
                      </a:cubicBezTo>
                      <a:cubicBezTo>
                        <a:pt x="14596" y="61196"/>
                        <a:pt x="15321" y="62951"/>
                        <a:pt x="16262" y="64333"/>
                      </a:cubicBezTo>
                      <a:cubicBezTo>
                        <a:pt x="17203" y="65714"/>
                        <a:pt x="18353" y="66722"/>
                        <a:pt x="19713" y="67320"/>
                      </a:cubicBezTo>
                      <a:cubicBezTo>
                        <a:pt x="21073" y="67917"/>
                        <a:pt x="22593" y="68216"/>
                        <a:pt x="24262" y="6821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4" name="Google Shape;2084;p90"/>
                <p:cNvSpPr/>
                <p:nvPr/>
              </p:nvSpPr>
              <p:spPr>
                <a:xfrm>
                  <a:off x="5661025" y="5332449"/>
                  <a:ext cx="67139" cy="75608"/>
                </a:xfrm>
                <a:custGeom>
                  <a:rect b="b" l="l" r="r" t="t"/>
                  <a:pathLst>
                    <a:path extrusionOk="0" h="75608" w="67139">
                      <a:moveTo>
                        <a:pt x="67139" y="37823"/>
                      </a:moveTo>
                      <a:cubicBezTo>
                        <a:pt x="67139" y="43349"/>
                        <a:pt x="66217" y="48427"/>
                        <a:pt x="64372" y="53057"/>
                      </a:cubicBezTo>
                      <a:cubicBezTo>
                        <a:pt x="62523" y="57724"/>
                        <a:pt x="59923" y="61682"/>
                        <a:pt x="56580"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0" y="10604"/>
                      </a:cubicBezTo>
                      <a:cubicBezTo>
                        <a:pt x="59923" y="13927"/>
                        <a:pt x="62523" y="17922"/>
                        <a:pt x="64372" y="22552"/>
                      </a:cubicBezTo>
                      <a:cubicBezTo>
                        <a:pt x="66217" y="27182"/>
                        <a:pt x="67139" y="32260"/>
                        <a:pt x="67139" y="37823"/>
                      </a:cubicBezTo>
                      <a:close/>
                      <a:moveTo>
                        <a:pt x="52760" y="37823"/>
                      </a:moveTo>
                      <a:cubicBezTo>
                        <a:pt x="52760" y="33679"/>
                        <a:pt x="52203" y="29945"/>
                        <a:pt x="51086" y="26659"/>
                      </a:cubicBezTo>
                      <a:cubicBezTo>
                        <a:pt x="49970" y="23373"/>
                        <a:pt x="48386" y="20573"/>
                        <a:pt x="46332" y="18296"/>
                      </a:cubicBezTo>
                      <a:cubicBezTo>
                        <a:pt x="44274" y="16018"/>
                        <a:pt x="41772" y="14263"/>
                        <a:pt x="38828" y="13031"/>
                      </a:cubicBezTo>
                      <a:cubicBezTo>
                        <a:pt x="35882" y="11799"/>
                        <a:pt x="32557" y="11201"/>
                        <a:pt x="28867" y="11201"/>
                      </a:cubicBezTo>
                      <a:lnTo>
                        <a:pt x="14170" y="11201"/>
                      </a:lnTo>
                      <a:lnTo>
                        <a:pt x="14170" y="64407"/>
                      </a:lnTo>
                      <a:lnTo>
                        <a:pt x="28867" y="64407"/>
                      </a:lnTo>
                      <a:cubicBezTo>
                        <a:pt x="32557" y="64407"/>
                        <a:pt x="35882" y="63810"/>
                        <a:pt x="38828" y="62578"/>
                      </a:cubicBezTo>
                      <a:cubicBezTo>
                        <a:pt x="41772" y="61383"/>
                        <a:pt x="44274" y="59629"/>
                        <a:pt x="46332" y="57351"/>
                      </a:cubicBezTo>
                      <a:cubicBezTo>
                        <a:pt x="48386" y="55036"/>
                        <a:pt x="49970" y="52273"/>
                        <a:pt x="51086" y="48987"/>
                      </a:cubicBezTo>
                      <a:cubicBezTo>
                        <a:pt x="52203" y="45664"/>
                        <a:pt x="52760" y="41968"/>
                        <a:pt x="52760" y="3782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5" name="Google Shape;2085;p90"/>
                <p:cNvSpPr/>
                <p:nvPr/>
              </p:nvSpPr>
              <p:spPr>
                <a:xfrm>
                  <a:off x="5735798" y="5353433"/>
                  <a:ext cx="44707" cy="55446"/>
                </a:xfrm>
                <a:custGeom>
                  <a:rect b="b" l="l" r="r" t="t"/>
                  <a:pathLst>
                    <a:path extrusionOk="0" h="55446" w="44707">
                      <a:moveTo>
                        <a:pt x="44707" y="54625"/>
                      </a:moveTo>
                      <a:lnTo>
                        <a:pt x="38903" y="54625"/>
                      </a:lnTo>
                      <a:cubicBezTo>
                        <a:pt x="37685" y="54625"/>
                        <a:pt x="36725" y="54438"/>
                        <a:pt x="36027" y="54065"/>
                      </a:cubicBezTo>
                      <a:cubicBezTo>
                        <a:pt x="35329" y="53691"/>
                        <a:pt x="34806" y="52945"/>
                        <a:pt x="34458"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0" y="47232"/>
                      </a:cubicBezTo>
                      <a:cubicBezTo>
                        <a:pt x="381" y="45402"/>
                        <a:pt x="0" y="43274"/>
                        <a:pt x="0" y="40885"/>
                      </a:cubicBezTo>
                      <a:cubicBezTo>
                        <a:pt x="0" y="38831"/>
                        <a:pt x="530" y="36852"/>
                        <a:pt x="1595" y="34873"/>
                      </a:cubicBezTo>
                      <a:cubicBezTo>
                        <a:pt x="2659" y="32894"/>
                        <a:pt x="4426" y="31102"/>
                        <a:pt x="6906" y="29534"/>
                      </a:cubicBezTo>
                      <a:cubicBezTo>
                        <a:pt x="9378" y="27929"/>
                        <a:pt x="12669" y="26621"/>
                        <a:pt x="16785" y="25576"/>
                      </a:cubicBezTo>
                      <a:cubicBezTo>
                        <a:pt x="20901" y="24531"/>
                        <a:pt x="26006" y="23970"/>
                        <a:pt x="32109" y="23970"/>
                      </a:cubicBezTo>
                      <a:lnTo>
                        <a:pt x="32109" y="20834"/>
                      </a:lnTo>
                      <a:cubicBezTo>
                        <a:pt x="32109" y="17213"/>
                        <a:pt x="31347" y="14524"/>
                        <a:pt x="29831" y="12807"/>
                      </a:cubicBezTo>
                      <a:cubicBezTo>
                        <a:pt x="28315" y="11052"/>
                        <a:pt x="26111" y="10193"/>
                        <a:pt x="23216" y="10193"/>
                      </a:cubicBezTo>
                      <a:cubicBezTo>
                        <a:pt x="21125" y="10193"/>
                        <a:pt x="19380" y="10417"/>
                        <a:pt x="17987" y="10902"/>
                      </a:cubicBezTo>
                      <a:cubicBezTo>
                        <a:pt x="16590" y="11425"/>
                        <a:pt x="15380" y="11948"/>
                        <a:pt x="14353" y="12583"/>
                      </a:cubicBezTo>
                      <a:cubicBezTo>
                        <a:pt x="13322" y="13180"/>
                        <a:pt x="12374" y="13740"/>
                        <a:pt x="11503" y="14225"/>
                      </a:cubicBezTo>
                      <a:cubicBezTo>
                        <a:pt x="10633" y="14711"/>
                        <a:pt x="9673" y="14935"/>
                        <a:pt x="8628"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3" y="14935"/>
                        <a:pt x="44707" y="17735"/>
                        <a:pt x="44707" y="20760"/>
                      </a:cubicBezTo>
                      <a:lnTo>
                        <a:pt x="44707" y="54625"/>
                      </a:lnTo>
                      <a:close/>
                      <a:moveTo>
                        <a:pt x="19608" y="46560"/>
                      </a:moveTo>
                      <a:cubicBezTo>
                        <a:pt x="20930" y="46560"/>
                        <a:pt x="22155" y="46448"/>
                        <a:pt x="23269" y="46224"/>
                      </a:cubicBezTo>
                      <a:cubicBezTo>
                        <a:pt x="24381" y="45962"/>
                        <a:pt x="25439" y="45627"/>
                        <a:pt x="26432" y="45141"/>
                      </a:cubicBezTo>
                      <a:cubicBezTo>
                        <a:pt x="27425" y="44656"/>
                        <a:pt x="28385" y="44058"/>
                        <a:pt x="29312" y="43349"/>
                      </a:cubicBezTo>
                      <a:cubicBezTo>
                        <a:pt x="30234" y="42639"/>
                        <a:pt x="31164" y="41818"/>
                        <a:pt x="32109" y="40847"/>
                      </a:cubicBezTo>
                      <a:lnTo>
                        <a:pt x="32109" y="31886"/>
                      </a:lnTo>
                      <a:cubicBezTo>
                        <a:pt x="28341" y="31886"/>
                        <a:pt x="25196" y="32110"/>
                        <a:pt x="22667" y="32596"/>
                      </a:cubicBezTo>
                      <a:cubicBezTo>
                        <a:pt x="20139" y="33081"/>
                        <a:pt x="18111" y="33678"/>
                        <a:pt x="16576" y="34425"/>
                      </a:cubicBezTo>
                      <a:cubicBezTo>
                        <a:pt x="15041" y="35134"/>
                        <a:pt x="13950" y="35993"/>
                        <a:pt x="13308"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6" name="Google Shape;2086;p90"/>
                <p:cNvSpPr/>
                <p:nvPr/>
              </p:nvSpPr>
              <p:spPr>
                <a:xfrm>
                  <a:off x="5788349" y="5338013"/>
                  <a:ext cx="36550" cy="70866"/>
                </a:xfrm>
                <a:custGeom>
                  <a:rect b="b" l="l" r="r" t="t"/>
                  <a:pathLst>
                    <a:path extrusionOk="0" h="70866" w="36550">
                      <a:moveTo>
                        <a:pt x="22488" y="70867"/>
                      </a:moveTo>
                      <a:cubicBezTo>
                        <a:pt x="17849" y="70867"/>
                        <a:pt x="14275" y="69560"/>
                        <a:pt x="11769" y="66946"/>
                      </a:cubicBezTo>
                      <a:cubicBezTo>
                        <a:pt x="9259" y="64295"/>
                        <a:pt x="8004" y="60674"/>
                        <a:pt x="8004" y="56043"/>
                      </a:cubicBezTo>
                      <a:lnTo>
                        <a:pt x="8004" y="26062"/>
                      </a:lnTo>
                      <a:lnTo>
                        <a:pt x="2566" y="26062"/>
                      </a:lnTo>
                      <a:cubicBezTo>
                        <a:pt x="1864" y="26062"/>
                        <a:pt x="1262" y="25837"/>
                        <a:pt x="758" y="25389"/>
                      </a:cubicBezTo>
                      <a:cubicBezTo>
                        <a:pt x="254" y="24941"/>
                        <a:pt x="0" y="24269"/>
                        <a:pt x="0" y="23373"/>
                      </a:cubicBezTo>
                      <a:lnTo>
                        <a:pt x="0" y="18258"/>
                      </a:lnTo>
                      <a:lnTo>
                        <a:pt x="8632"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3" y="60375"/>
                        <a:pt x="27530" y="60188"/>
                      </a:cubicBezTo>
                      <a:cubicBezTo>
                        <a:pt x="28072" y="60001"/>
                        <a:pt x="28542" y="59777"/>
                        <a:pt x="28942" y="59591"/>
                      </a:cubicBezTo>
                      <a:cubicBezTo>
                        <a:pt x="29346" y="59367"/>
                        <a:pt x="29700" y="59180"/>
                        <a:pt x="30014" y="58993"/>
                      </a:cubicBezTo>
                      <a:cubicBezTo>
                        <a:pt x="30328" y="58807"/>
                        <a:pt x="30642" y="58695"/>
                        <a:pt x="30955" y="58695"/>
                      </a:cubicBezTo>
                      <a:cubicBezTo>
                        <a:pt x="31340" y="58695"/>
                        <a:pt x="31654"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87" name="Google Shape;2087;p90"/>
                <p:cNvSpPr/>
                <p:nvPr/>
              </p:nvSpPr>
              <p:spPr>
                <a:xfrm>
                  <a:off x="5831017" y="5353433"/>
                  <a:ext cx="44707" cy="55446"/>
                </a:xfrm>
                <a:custGeom>
                  <a:rect b="b" l="l" r="r" t="t"/>
                  <a:pathLst>
                    <a:path extrusionOk="0" h="55446" w="44707">
                      <a:moveTo>
                        <a:pt x="44707" y="54625"/>
                      </a:moveTo>
                      <a:lnTo>
                        <a:pt x="38903" y="54625"/>
                      </a:lnTo>
                      <a:cubicBezTo>
                        <a:pt x="37686" y="54625"/>
                        <a:pt x="36726" y="54438"/>
                        <a:pt x="36031" y="54065"/>
                      </a:cubicBezTo>
                      <a:cubicBezTo>
                        <a:pt x="35329" y="53691"/>
                        <a:pt x="34806" y="52945"/>
                        <a:pt x="34462" y="51862"/>
                      </a:cubicBezTo>
                      <a:lnTo>
                        <a:pt x="33308" y="48016"/>
                      </a:lnTo>
                      <a:cubicBezTo>
                        <a:pt x="31952" y="49248"/>
                        <a:pt x="30615" y="50331"/>
                        <a:pt x="29312" y="51265"/>
                      </a:cubicBezTo>
                      <a:cubicBezTo>
                        <a:pt x="28001" y="52161"/>
                        <a:pt x="26652" y="52945"/>
                        <a:pt x="25259" y="53579"/>
                      </a:cubicBezTo>
                      <a:cubicBezTo>
                        <a:pt x="23863" y="54214"/>
                        <a:pt x="22380" y="54662"/>
                        <a:pt x="20811" y="54998"/>
                      </a:cubicBezTo>
                      <a:cubicBezTo>
                        <a:pt x="19243" y="55297"/>
                        <a:pt x="17502" y="55446"/>
                        <a:pt x="15582" y="55446"/>
                      </a:cubicBezTo>
                      <a:cubicBezTo>
                        <a:pt x="13315" y="55446"/>
                        <a:pt x="11227" y="55147"/>
                        <a:pt x="9307" y="54550"/>
                      </a:cubicBezTo>
                      <a:cubicBezTo>
                        <a:pt x="7391" y="53915"/>
                        <a:pt x="5744" y="53019"/>
                        <a:pt x="4366" y="51787"/>
                      </a:cubicBezTo>
                      <a:cubicBezTo>
                        <a:pt x="2992" y="50555"/>
                        <a:pt x="1920" y="49024"/>
                        <a:pt x="1154" y="47232"/>
                      </a:cubicBezTo>
                      <a:cubicBezTo>
                        <a:pt x="385" y="45402"/>
                        <a:pt x="0" y="43274"/>
                        <a:pt x="0" y="40885"/>
                      </a:cubicBezTo>
                      <a:cubicBezTo>
                        <a:pt x="0" y="38831"/>
                        <a:pt x="534" y="36852"/>
                        <a:pt x="1595" y="34873"/>
                      </a:cubicBezTo>
                      <a:cubicBezTo>
                        <a:pt x="2659" y="32894"/>
                        <a:pt x="4430" y="31102"/>
                        <a:pt x="6906" y="29534"/>
                      </a:cubicBezTo>
                      <a:cubicBezTo>
                        <a:pt x="9378" y="27929"/>
                        <a:pt x="12673"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1" y="10417"/>
                        <a:pt x="17988" y="10902"/>
                      </a:cubicBezTo>
                      <a:cubicBezTo>
                        <a:pt x="16591" y="11425"/>
                        <a:pt x="15381" y="11948"/>
                        <a:pt x="14353" y="12583"/>
                      </a:cubicBezTo>
                      <a:cubicBezTo>
                        <a:pt x="13323" y="13180"/>
                        <a:pt x="12378" y="13740"/>
                        <a:pt x="11504" y="14225"/>
                      </a:cubicBezTo>
                      <a:cubicBezTo>
                        <a:pt x="10634" y="14711"/>
                        <a:pt x="9674" y="14935"/>
                        <a:pt x="8632" y="14935"/>
                      </a:cubicBezTo>
                      <a:cubicBezTo>
                        <a:pt x="7758" y="14935"/>
                        <a:pt x="7007" y="14711"/>
                        <a:pt x="6379" y="14263"/>
                      </a:cubicBezTo>
                      <a:cubicBezTo>
                        <a:pt x="5752" y="13815"/>
                        <a:pt x="5248" y="13255"/>
                        <a:pt x="4863" y="12583"/>
                      </a:cubicBezTo>
                      <a:lnTo>
                        <a:pt x="2510" y="8475"/>
                      </a:lnTo>
                      <a:cubicBezTo>
                        <a:pt x="8680" y="2837"/>
                        <a:pt x="16120" y="0"/>
                        <a:pt x="24837" y="0"/>
                      </a:cubicBezTo>
                      <a:cubicBezTo>
                        <a:pt x="27975" y="0"/>
                        <a:pt x="30772" y="522"/>
                        <a:pt x="33233" y="1531"/>
                      </a:cubicBezTo>
                      <a:cubicBezTo>
                        <a:pt x="35691" y="2576"/>
                        <a:pt x="37772"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4" y="46560"/>
                        <a:pt x="22156" y="46448"/>
                        <a:pt x="23272" y="46224"/>
                      </a:cubicBezTo>
                      <a:cubicBezTo>
                        <a:pt x="24382" y="45962"/>
                        <a:pt x="25442" y="45627"/>
                        <a:pt x="26432" y="45141"/>
                      </a:cubicBezTo>
                      <a:cubicBezTo>
                        <a:pt x="27426" y="44656"/>
                        <a:pt x="28386" y="44058"/>
                        <a:pt x="29312" y="43349"/>
                      </a:cubicBezTo>
                      <a:cubicBezTo>
                        <a:pt x="30234" y="42639"/>
                        <a:pt x="31164" y="41818"/>
                        <a:pt x="32109" y="40847"/>
                      </a:cubicBezTo>
                      <a:lnTo>
                        <a:pt x="32109" y="31886"/>
                      </a:lnTo>
                      <a:cubicBezTo>
                        <a:pt x="28341" y="31886"/>
                        <a:pt x="25196" y="32110"/>
                        <a:pt x="22667" y="32596"/>
                      </a:cubicBezTo>
                      <a:cubicBezTo>
                        <a:pt x="20143" y="33081"/>
                        <a:pt x="18111" y="33678"/>
                        <a:pt x="16579" y="34425"/>
                      </a:cubicBezTo>
                      <a:cubicBezTo>
                        <a:pt x="15041" y="35134"/>
                        <a:pt x="13950" y="35993"/>
                        <a:pt x="13311"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088" name="Google Shape;2088;p90"/>
              <p:cNvSpPr/>
              <p:nvPr/>
            </p:nvSpPr>
            <p:spPr>
              <a:xfrm>
                <a:off x="5647165" y="4843658"/>
                <a:ext cx="232880" cy="261068"/>
              </a:xfrm>
              <a:custGeom>
                <a:rect b="b" l="l" r="r" t="t"/>
                <a:pathLst>
                  <a:path extrusionOk="0" h="261068" w="232880">
                    <a:moveTo>
                      <a:pt x="116440" y="0"/>
                    </a:moveTo>
                    <a:cubicBezTo>
                      <a:pt x="58556" y="0"/>
                      <a:pt x="0" y="17052"/>
                      <a:pt x="0" y="49685"/>
                    </a:cubicBezTo>
                    <a:lnTo>
                      <a:pt x="0" y="211372"/>
                    </a:lnTo>
                    <a:cubicBezTo>
                      <a:pt x="0" y="244005"/>
                      <a:pt x="58642" y="261069"/>
                      <a:pt x="116440" y="261069"/>
                    </a:cubicBezTo>
                    <a:cubicBezTo>
                      <a:pt x="174242" y="261069"/>
                      <a:pt x="232881" y="244005"/>
                      <a:pt x="232881" y="211372"/>
                    </a:cubicBezTo>
                    <a:lnTo>
                      <a:pt x="232881" y="49685"/>
                    </a:lnTo>
                    <a:cubicBezTo>
                      <a:pt x="232881" y="17052"/>
                      <a:pt x="174328" y="0"/>
                      <a:pt x="116440" y="0"/>
                    </a:cubicBezTo>
                    <a:close/>
                    <a:moveTo>
                      <a:pt x="37951" y="227315"/>
                    </a:moveTo>
                    <a:cubicBezTo>
                      <a:pt x="26641" y="222163"/>
                      <a:pt x="20105" y="216189"/>
                      <a:pt x="20105" y="211372"/>
                    </a:cubicBezTo>
                    <a:lnTo>
                      <a:pt x="20105" y="191733"/>
                    </a:lnTo>
                    <a:cubicBezTo>
                      <a:pt x="25543" y="195466"/>
                      <a:pt x="31422" y="198566"/>
                      <a:pt x="37614" y="200955"/>
                    </a:cubicBezTo>
                    <a:lnTo>
                      <a:pt x="37951" y="227315"/>
                    </a:lnTo>
                    <a:close/>
                    <a:moveTo>
                      <a:pt x="37951" y="192293"/>
                    </a:moveTo>
                    <a:cubicBezTo>
                      <a:pt x="31437" y="189717"/>
                      <a:pt x="25409" y="186095"/>
                      <a:pt x="20105" y="181614"/>
                    </a:cubicBezTo>
                    <a:lnTo>
                      <a:pt x="20105" y="154115"/>
                    </a:lnTo>
                    <a:cubicBezTo>
                      <a:pt x="25562" y="157826"/>
                      <a:pt x="31437" y="160929"/>
                      <a:pt x="37614" y="163319"/>
                    </a:cubicBezTo>
                    <a:lnTo>
                      <a:pt x="37951" y="192293"/>
                    </a:lnTo>
                    <a:close/>
                    <a:moveTo>
                      <a:pt x="37951" y="154604"/>
                    </a:moveTo>
                    <a:cubicBezTo>
                      <a:pt x="31444" y="152050"/>
                      <a:pt x="25413" y="148466"/>
                      <a:pt x="20105" y="144000"/>
                    </a:cubicBezTo>
                    <a:lnTo>
                      <a:pt x="20105" y="117158"/>
                    </a:lnTo>
                    <a:cubicBezTo>
                      <a:pt x="25663" y="120922"/>
                      <a:pt x="31653" y="124043"/>
                      <a:pt x="37951" y="126459"/>
                    </a:cubicBezTo>
                    <a:lnTo>
                      <a:pt x="37951" y="154604"/>
                    </a:lnTo>
                    <a:close/>
                    <a:moveTo>
                      <a:pt x="37951" y="117647"/>
                    </a:moveTo>
                    <a:cubicBezTo>
                      <a:pt x="31448" y="115120"/>
                      <a:pt x="25420" y="111561"/>
                      <a:pt x="20105" y="107122"/>
                    </a:cubicBezTo>
                    <a:lnTo>
                      <a:pt x="20105" y="78973"/>
                    </a:lnTo>
                    <a:cubicBezTo>
                      <a:pt x="24322" y="81504"/>
                      <a:pt x="28752" y="83689"/>
                      <a:pt x="33342" y="85499"/>
                    </a:cubicBezTo>
                    <a:lnTo>
                      <a:pt x="37614" y="87542"/>
                    </a:lnTo>
                    <a:lnTo>
                      <a:pt x="37951" y="117647"/>
                    </a:lnTo>
                    <a:close/>
                    <a:moveTo>
                      <a:pt x="75229" y="237919"/>
                    </a:moveTo>
                    <a:cubicBezTo>
                      <a:pt x="65246" y="236389"/>
                      <a:pt x="55430" y="233924"/>
                      <a:pt x="45906" y="230639"/>
                    </a:cubicBezTo>
                    <a:lnTo>
                      <a:pt x="45906" y="203979"/>
                    </a:lnTo>
                    <a:cubicBezTo>
                      <a:pt x="55482" y="206967"/>
                      <a:pt x="65287" y="209281"/>
                      <a:pt x="75229" y="210812"/>
                    </a:cubicBezTo>
                    <a:lnTo>
                      <a:pt x="75229" y="237919"/>
                    </a:lnTo>
                    <a:close/>
                    <a:moveTo>
                      <a:pt x="75229" y="202673"/>
                    </a:moveTo>
                    <a:cubicBezTo>
                      <a:pt x="65249" y="201105"/>
                      <a:pt x="55438" y="198677"/>
                      <a:pt x="45906" y="195392"/>
                    </a:cubicBezTo>
                    <a:lnTo>
                      <a:pt x="45906" y="166194"/>
                    </a:lnTo>
                    <a:cubicBezTo>
                      <a:pt x="55468" y="169293"/>
                      <a:pt x="65275" y="171645"/>
                      <a:pt x="75229" y="173213"/>
                    </a:cubicBezTo>
                    <a:lnTo>
                      <a:pt x="75229" y="202673"/>
                    </a:lnTo>
                    <a:close/>
                    <a:moveTo>
                      <a:pt x="75229" y="164962"/>
                    </a:moveTo>
                    <a:cubicBezTo>
                      <a:pt x="65260" y="163393"/>
                      <a:pt x="55453" y="161004"/>
                      <a:pt x="45906" y="157785"/>
                    </a:cubicBezTo>
                    <a:lnTo>
                      <a:pt x="45906" y="129151"/>
                    </a:lnTo>
                    <a:cubicBezTo>
                      <a:pt x="55475" y="132157"/>
                      <a:pt x="65283" y="134393"/>
                      <a:pt x="75229" y="135838"/>
                    </a:cubicBezTo>
                    <a:lnTo>
                      <a:pt x="75229" y="164962"/>
                    </a:lnTo>
                    <a:close/>
                    <a:moveTo>
                      <a:pt x="75229" y="127762"/>
                    </a:moveTo>
                    <a:cubicBezTo>
                      <a:pt x="65264" y="126216"/>
                      <a:pt x="55456" y="123842"/>
                      <a:pt x="45906" y="120664"/>
                    </a:cubicBezTo>
                    <a:lnTo>
                      <a:pt x="45906" y="90641"/>
                    </a:lnTo>
                    <a:cubicBezTo>
                      <a:pt x="55430" y="93990"/>
                      <a:pt x="65246" y="96503"/>
                      <a:pt x="75229" y="98146"/>
                    </a:cubicBezTo>
                    <a:lnTo>
                      <a:pt x="75229" y="127762"/>
                    </a:lnTo>
                    <a:close/>
                    <a:moveTo>
                      <a:pt x="112253" y="241093"/>
                    </a:moveTo>
                    <a:cubicBezTo>
                      <a:pt x="102479" y="240981"/>
                      <a:pt x="92716" y="240309"/>
                      <a:pt x="83016" y="239114"/>
                    </a:cubicBezTo>
                    <a:lnTo>
                      <a:pt x="83016" y="211970"/>
                    </a:lnTo>
                    <a:cubicBezTo>
                      <a:pt x="92712" y="213165"/>
                      <a:pt x="102475" y="213837"/>
                      <a:pt x="112253" y="213911"/>
                    </a:cubicBezTo>
                    <a:lnTo>
                      <a:pt x="112253" y="241093"/>
                    </a:lnTo>
                    <a:close/>
                    <a:moveTo>
                      <a:pt x="112253" y="205846"/>
                    </a:moveTo>
                    <a:cubicBezTo>
                      <a:pt x="102475" y="205772"/>
                      <a:pt x="92712" y="205100"/>
                      <a:pt x="83016" y="203867"/>
                    </a:cubicBezTo>
                    <a:lnTo>
                      <a:pt x="83016" y="174259"/>
                    </a:lnTo>
                    <a:cubicBezTo>
                      <a:pt x="92712" y="175491"/>
                      <a:pt x="102475" y="176126"/>
                      <a:pt x="112253" y="176237"/>
                    </a:cubicBezTo>
                    <a:lnTo>
                      <a:pt x="112253" y="205846"/>
                    </a:lnTo>
                    <a:close/>
                    <a:moveTo>
                      <a:pt x="112253" y="168247"/>
                    </a:moveTo>
                    <a:cubicBezTo>
                      <a:pt x="102475" y="168098"/>
                      <a:pt x="92716" y="167388"/>
                      <a:pt x="83016" y="166194"/>
                    </a:cubicBezTo>
                    <a:lnTo>
                      <a:pt x="83016" y="136984"/>
                    </a:lnTo>
                    <a:cubicBezTo>
                      <a:pt x="92720" y="138135"/>
                      <a:pt x="102479" y="138762"/>
                      <a:pt x="112253" y="138859"/>
                    </a:cubicBezTo>
                    <a:lnTo>
                      <a:pt x="112253" y="168247"/>
                    </a:lnTo>
                    <a:close/>
                    <a:moveTo>
                      <a:pt x="112253" y="130783"/>
                    </a:moveTo>
                    <a:cubicBezTo>
                      <a:pt x="102479" y="130686"/>
                      <a:pt x="92720" y="130058"/>
                      <a:pt x="83016" y="128905"/>
                    </a:cubicBezTo>
                    <a:lnTo>
                      <a:pt x="83016" y="99371"/>
                    </a:lnTo>
                    <a:cubicBezTo>
                      <a:pt x="92705" y="100688"/>
                      <a:pt x="102472" y="101398"/>
                      <a:pt x="112253" y="101491"/>
                    </a:cubicBezTo>
                    <a:lnTo>
                      <a:pt x="112253" y="130783"/>
                    </a:lnTo>
                    <a:close/>
                    <a:moveTo>
                      <a:pt x="149532" y="239114"/>
                    </a:moveTo>
                    <a:cubicBezTo>
                      <a:pt x="139828" y="240309"/>
                      <a:pt x="130069" y="240981"/>
                      <a:pt x="120295" y="241093"/>
                    </a:cubicBezTo>
                    <a:lnTo>
                      <a:pt x="120295" y="213911"/>
                    </a:lnTo>
                    <a:cubicBezTo>
                      <a:pt x="130073" y="213837"/>
                      <a:pt x="139836" y="213165"/>
                      <a:pt x="149532" y="211970"/>
                    </a:cubicBezTo>
                    <a:lnTo>
                      <a:pt x="149532" y="239114"/>
                    </a:lnTo>
                    <a:close/>
                    <a:moveTo>
                      <a:pt x="149532" y="203867"/>
                    </a:moveTo>
                    <a:cubicBezTo>
                      <a:pt x="139836" y="205100"/>
                      <a:pt x="130073" y="205772"/>
                      <a:pt x="120295" y="205846"/>
                    </a:cubicBezTo>
                    <a:lnTo>
                      <a:pt x="120295" y="176237"/>
                    </a:lnTo>
                    <a:cubicBezTo>
                      <a:pt x="130073" y="176126"/>
                      <a:pt x="139836" y="175491"/>
                      <a:pt x="149532" y="174259"/>
                    </a:cubicBezTo>
                    <a:lnTo>
                      <a:pt x="149532" y="203867"/>
                    </a:lnTo>
                    <a:close/>
                    <a:moveTo>
                      <a:pt x="149532" y="166194"/>
                    </a:moveTo>
                    <a:cubicBezTo>
                      <a:pt x="139832" y="167388"/>
                      <a:pt x="130073" y="168098"/>
                      <a:pt x="120295" y="168247"/>
                    </a:cubicBezTo>
                    <a:lnTo>
                      <a:pt x="120295" y="138859"/>
                    </a:lnTo>
                    <a:cubicBezTo>
                      <a:pt x="130069" y="138762"/>
                      <a:pt x="139828" y="138135"/>
                      <a:pt x="149532" y="136984"/>
                    </a:cubicBezTo>
                    <a:lnTo>
                      <a:pt x="149532" y="166194"/>
                    </a:lnTo>
                    <a:close/>
                    <a:moveTo>
                      <a:pt x="149532" y="128905"/>
                    </a:moveTo>
                    <a:cubicBezTo>
                      <a:pt x="139828" y="130058"/>
                      <a:pt x="130069" y="130686"/>
                      <a:pt x="120295" y="130783"/>
                    </a:cubicBezTo>
                    <a:lnTo>
                      <a:pt x="120295" y="101491"/>
                    </a:lnTo>
                    <a:cubicBezTo>
                      <a:pt x="130076" y="101398"/>
                      <a:pt x="139844" y="100688"/>
                      <a:pt x="149532" y="99371"/>
                    </a:cubicBezTo>
                    <a:lnTo>
                      <a:pt x="149532" y="128905"/>
                    </a:lnTo>
                    <a:close/>
                    <a:moveTo>
                      <a:pt x="186806" y="230639"/>
                    </a:moveTo>
                    <a:cubicBezTo>
                      <a:pt x="177286" y="233924"/>
                      <a:pt x="167471" y="236389"/>
                      <a:pt x="157487" y="237919"/>
                    </a:cubicBezTo>
                    <a:lnTo>
                      <a:pt x="157487" y="210812"/>
                    </a:lnTo>
                    <a:cubicBezTo>
                      <a:pt x="167430" y="209281"/>
                      <a:pt x="177234" y="206967"/>
                      <a:pt x="186806" y="203979"/>
                    </a:cubicBezTo>
                    <a:lnTo>
                      <a:pt x="186806" y="230639"/>
                    </a:lnTo>
                    <a:close/>
                    <a:moveTo>
                      <a:pt x="186806" y="195392"/>
                    </a:moveTo>
                    <a:cubicBezTo>
                      <a:pt x="177279" y="198677"/>
                      <a:pt x="167463" y="201105"/>
                      <a:pt x="157487" y="202673"/>
                    </a:cubicBezTo>
                    <a:lnTo>
                      <a:pt x="157487" y="173213"/>
                    </a:lnTo>
                    <a:cubicBezTo>
                      <a:pt x="167441" y="171645"/>
                      <a:pt x="177245" y="169293"/>
                      <a:pt x="186806" y="166194"/>
                    </a:cubicBezTo>
                    <a:lnTo>
                      <a:pt x="186806" y="195392"/>
                    </a:lnTo>
                    <a:close/>
                    <a:moveTo>
                      <a:pt x="186806" y="157785"/>
                    </a:moveTo>
                    <a:cubicBezTo>
                      <a:pt x="177264" y="161004"/>
                      <a:pt x="167456" y="163393"/>
                      <a:pt x="157487" y="164962"/>
                    </a:cubicBezTo>
                    <a:lnTo>
                      <a:pt x="157487" y="135838"/>
                    </a:lnTo>
                    <a:cubicBezTo>
                      <a:pt x="167430" y="134386"/>
                      <a:pt x="177238" y="132149"/>
                      <a:pt x="186806" y="129151"/>
                    </a:cubicBezTo>
                    <a:lnTo>
                      <a:pt x="186806" y="157785"/>
                    </a:lnTo>
                    <a:close/>
                    <a:moveTo>
                      <a:pt x="186806" y="120664"/>
                    </a:moveTo>
                    <a:cubicBezTo>
                      <a:pt x="177260" y="123842"/>
                      <a:pt x="167452" y="126216"/>
                      <a:pt x="157487" y="127762"/>
                    </a:cubicBezTo>
                    <a:lnTo>
                      <a:pt x="157487" y="98146"/>
                    </a:lnTo>
                    <a:cubicBezTo>
                      <a:pt x="167471" y="96503"/>
                      <a:pt x="177282" y="93990"/>
                      <a:pt x="186806" y="90641"/>
                    </a:cubicBezTo>
                    <a:lnTo>
                      <a:pt x="186806" y="120664"/>
                    </a:lnTo>
                    <a:close/>
                    <a:moveTo>
                      <a:pt x="211939" y="211372"/>
                    </a:moveTo>
                    <a:cubicBezTo>
                      <a:pt x="211939" y="216301"/>
                      <a:pt x="205739" y="222163"/>
                      <a:pt x="194430" y="227315"/>
                    </a:cubicBezTo>
                    <a:lnTo>
                      <a:pt x="194430" y="200955"/>
                    </a:lnTo>
                    <a:cubicBezTo>
                      <a:pt x="200925" y="198640"/>
                      <a:pt x="207087" y="195541"/>
                      <a:pt x="212776" y="191733"/>
                    </a:cubicBezTo>
                    <a:lnTo>
                      <a:pt x="211939" y="211372"/>
                    </a:lnTo>
                    <a:close/>
                    <a:moveTo>
                      <a:pt x="211939" y="181614"/>
                    </a:moveTo>
                    <a:cubicBezTo>
                      <a:pt x="206740" y="186095"/>
                      <a:pt x="200828" y="189679"/>
                      <a:pt x="194430" y="192293"/>
                    </a:cubicBezTo>
                    <a:lnTo>
                      <a:pt x="194430" y="163319"/>
                    </a:lnTo>
                    <a:cubicBezTo>
                      <a:pt x="200928" y="161004"/>
                      <a:pt x="207091" y="157882"/>
                      <a:pt x="212776" y="154033"/>
                    </a:cubicBezTo>
                    <a:lnTo>
                      <a:pt x="211939" y="181614"/>
                    </a:lnTo>
                    <a:close/>
                    <a:moveTo>
                      <a:pt x="211939" y="143918"/>
                    </a:moveTo>
                    <a:cubicBezTo>
                      <a:pt x="206762" y="148414"/>
                      <a:pt x="200842" y="152024"/>
                      <a:pt x="194430" y="154604"/>
                    </a:cubicBezTo>
                    <a:lnTo>
                      <a:pt x="194430" y="126459"/>
                    </a:lnTo>
                    <a:cubicBezTo>
                      <a:pt x="200895" y="124058"/>
                      <a:pt x="207054" y="120937"/>
                      <a:pt x="212776" y="117158"/>
                    </a:cubicBezTo>
                    <a:lnTo>
                      <a:pt x="211939" y="143918"/>
                    </a:lnTo>
                    <a:close/>
                    <a:moveTo>
                      <a:pt x="211939" y="107040"/>
                    </a:moveTo>
                    <a:cubicBezTo>
                      <a:pt x="206755" y="111505"/>
                      <a:pt x="200835" y="115090"/>
                      <a:pt x="194430" y="117647"/>
                    </a:cubicBezTo>
                    <a:lnTo>
                      <a:pt x="194430" y="87542"/>
                    </a:lnTo>
                    <a:lnTo>
                      <a:pt x="198620" y="85499"/>
                    </a:lnTo>
                    <a:cubicBezTo>
                      <a:pt x="203244" y="83707"/>
                      <a:pt x="207700" y="81523"/>
                      <a:pt x="211939" y="78973"/>
                    </a:cubicBezTo>
                    <a:lnTo>
                      <a:pt x="211939" y="107040"/>
                    </a:lnTo>
                    <a:close/>
                    <a:moveTo>
                      <a:pt x="116440" y="79466"/>
                    </a:moveTo>
                    <a:cubicBezTo>
                      <a:pt x="57802" y="79466"/>
                      <a:pt x="20105" y="61842"/>
                      <a:pt x="20105" y="49685"/>
                    </a:cubicBezTo>
                    <a:cubicBezTo>
                      <a:pt x="20105" y="37528"/>
                      <a:pt x="57802" y="19905"/>
                      <a:pt x="116440" y="19905"/>
                    </a:cubicBezTo>
                    <a:cubicBezTo>
                      <a:pt x="175079" y="19905"/>
                      <a:pt x="212776" y="37528"/>
                      <a:pt x="212776" y="49685"/>
                    </a:cubicBezTo>
                    <a:cubicBezTo>
                      <a:pt x="212776" y="61842"/>
                      <a:pt x="175079" y="79466"/>
                      <a:pt x="116440" y="79466"/>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089" name="Google Shape;2089;p90"/>
            <p:cNvGrpSpPr/>
            <p:nvPr/>
          </p:nvGrpSpPr>
          <p:grpSpPr>
            <a:xfrm>
              <a:off x="2745641" y="3785144"/>
              <a:ext cx="463616" cy="423916"/>
              <a:chOff x="3555604" y="4843658"/>
              <a:chExt cx="618154" cy="565221"/>
            </a:xfrm>
          </p:grpSpPr>
          <p:grpSp>
            <p:nvGrpSpPr>
              <p:cNvPr id="2090" name="Google Shape;2090;p90"/>
              <p:cNvGrpSpPr/>
              <p:nvPr/>
            </p:nvGrpSpPr>
            <p:grpSpPr>
              <a:xfrm>
                <a:off x="3555604" y="5207144"/>
                <a:ext cx="618154" cy="201735"/>
                <a:chOff x="3555604" y="5207144"/>
                <a:chExt cx="618154" cy="201735"/>
              </a:xfrm>
            </p:grpSpPr>
            <p:sp>
              <p:nvSpPr>
                <p:cNvPr id="2091" name="Google Shape;2091;p90"/>
                <p:cNvSpPr/>
                <p:nvPr/>
              </p:nvSpPr>
              <p:spPr>
                <a:xfrm>
                  <a:off x="3555604" y="5209235"/>
                  <a:ext cx="62694" cy="76430"/>
                </a:xfrm>
                <a:custGeom>
                  <a:rect b="b" l="l" r="r" t="t"/>
                  <a:pathLst>
                    <a:path extrusionOk="0" h="76430" w="62694">
                      <a:moveTo>
                        <a:pt x="31321" y="64258"/>
                      </a:moveTo>
                      <a:cubicBezTo>
                        <a:pt x="34040" y="64258"/>
                        <a:pt x="36472" y="63810"/>
                        <a:pt x="38616" y="62914"/>
                      </a:cubicBezTo>
                      <a:cubicBezTo>
                        <a:pt x="40759" y="61981"/>
                        <a:pt x="42571" y="60711"/>
                        <a:pt x="44054" y="59068"/>
                      </a:cubicBezTo>
                      <a:cubicBezTo>
                        <a:pt x="45536" y="57463"/>
                        <a:pt x="46668" y="55447"/>
                        <a:pt x="47452" y="53132"/>
                      </a:cubicBezTo>
                      <a:cubicBezTo>
                        <a:pt x="48237" y="50780"/>
                        <a:pt x="48629" y="48166"/>
                        <a:pt x="48629" y="45291"/>
                      </a:cubicBezTo>
                      <a:lnTo>
                        <a:pt x="48629" y="0"/>
                      </a:lnTo>
                      <a:lnTo>
                        <a:pt x="62695" y="0"/>
                      </a:lnTo>
                      <a:lnTo>
                        <a:pt x="62695" y="45291"/>
                      </a:lnTo>
                      <a:cubicBezTo>
                        <a:pt x="62695" y="49771"/>
                        <a:pt x="61970" y="53953"/>
                        <a:pt x="60525" y="57762"/>
                      </a:cubicBezTo>
                      <a:cubicBezTo>
                        <a:pt x="59079" y="61570"/>
                        <a:pt x="56995" y="64856"/>
                        <a:pt x="54276" y="67619"/>
                      </a:cubicBezTo>
                      <a:cubicBezTo>
                        <a:pt x="51557" y="70419"/>
                        <a:pt x="48263" y="72547"/>
                        <a:pt x="44394" y="74116"/>
                      </a:cubicBezTo>
                      <a:cubicBezTo>
                        <a:pt x="40524" y="75646"/>
                        <a:pt x="36165" y="76431"/>
                        <a:pt x="31321" y="76431"/>
                      </a:cubicBezTo>
                      <a:cubicBezTo>
                        <a:pt x="26477" y="76431"/>
                        <a:pt x="22118" y="75646"/>
                        <a:pt x="18249" y="74116"/>
                      </a:cubicBezTo>
                      <a:cubicBezTo>
                        <a:pt x="14380" y="72547"/>
                        <a:pt x="11097" y="70419"/>
                        <a:pt x="8392" y="67619"/>
                      </a:cubicBezTo>
                      <a:cubicBezTo>
                        <a:pt x="5692" y="64856"/>
                        <a:pt x="3619" y="61570"/>
                        <a:pt x="2170" y="57762"/>
                      </a:cubicBezTo>
                      <a:cubicBezTo>
                        <a:pt x="725" y="53953"/>
                        <a:pt x="0" y="49771"/>
                        <a:pt x="0" y="45291"/>
                      </a:cubicBezTo>
                      <a:lnTo>
                        <a:pt x="0" y="0"/>
                      </a:lnTo>
                      <a:lnTo>
                        <a:pt x="14066" y="0"/>
                      </a:lnTo>
                      <a:lnTo>
                        <a:pt x="14066" y="45254"/>
                      </a:lnTo>
                      <a:cubicBezTo>
                        <a:pt x="14066" y="48128"/>
                        <a:pt x="14458" y="50742"/>
                        <a:pt x="15242" y="53057"/>
                      </a:cubicBezTo>
                      <a:cubicBezTo>
                        <a:pt x="16027" y="55409"/>
                        <a:pt x="17151" y="57425"/>
                        <a:pt x="18615" y="59068"/>
                      </a:cubicBezTo>
                      <a:cubicBezTo>
                        <a:pt x="20079" y="60711"/>
                        <a:pt x="21883" y="61981"/>
                        <a:pt x="24027" y="62914"/>
                      </a:cubicBezTo>
                      <a:cubicBezTo>
                        <a:pt x="26171" y="63810"/>
                        <a:pt x="28602" y="64258"/>
                        <a:pt x="31321" y="6425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2" name="Google Shape;2092;p90"/>
                <p:cNvSpPr/>
                <p:nvPr/>
              </p:nvSpPr>
              <p:spPr>
                <a:xfrm>
                  <a:off x="3631894" y="5230368"/>
                  <a:ext cx="46746" cy="54475"/>
                </a:xfrm>
                <a:custGeom>
                  <a:rect b="b" l="l" r="r" t="t"/>
                  <a:pathLst>
                    <a:path extrusionOk="0" h="54475" w="46746">
                      <a:moveTo>
                        <a:pt x="0" y="54476"/>
                      </a:moveTo>
                      <a:lnTo>
                        <a:pt x="0" y="821"/>
                      </a:lnTo>
                      <a:lnTo>
                        <a:pt x="7896" y="821"/>
                      </a:lnTo>
                      <a:cubicBezTo>
                        <a:pt x="9569" y="821"/>
                        <a:pt x="10667" y="1606"/>
                        <a:pt x="11190" y="3174"/>
                      </a:cubicBezTo>
                      <a:lnTo>
                        <a:pt x="12079" y="7430"/>
                      </a:lnTo>
                      <a:cubicBezTo>
                        <a:pt x="13158" y="6310"/>
                        <a:pt x="14301" y="5302"/>
                        <a:pt x="15504" y="4406"/>
                      </a:cubicBezTo>
                      <a:cubicBezTo>
                        <a:pt x="16706" y="3473"/>
                        <a:pt x="17980" y="2688"/>
                        <a:pt x="19321" y="2054"/>
                      </a:cubicBezTo>
                      <a:cubicBezTo>
                        <a:pt x="20662" y="1381"/>
                        <a:pt x="22100" y="859"/>
                        <a:pt x="23635" y="523"/>
                      </a:cubicBezTo>
                      <a:cubicBezTo>
                        <a:pt x="25166" y="187"/>
                        <a:pt x="26843" y="0"/>
                        <a:pt x="28654" y="0"/>
                      </a:cubicBezTo>
                      <a:cubicBezTo>
                        <a:pt x="31583" y="0"/>
                        <a:pt x="34178" y="485"/>
                        <a:pt x="36445" y="1494"/>
                      </a:cubicBezTo>
                      <a:cubicBezTo>
                        <a:pt x="38709" y="2502"/>
                        <a:pt x="40602" y="3883"/>
                        <a:pt x="42119" y="5675"/>
                      </a:cubicBezTo>
                      <a:cubicBezTo>
                        <a:pt x="43635" y="7468"/>
                        <a:pt x="44786" y="9596"/>
                        <a:pt x="45570" y="12097"/>
                      </a:cubicBezTo>
                      <a:cubicBezTo>
                        <a:pt x="46354" y="14599"/>
                        <a:pt x="46746" y="17325"/>
                        <a:pt x="46746" y="20349"/>
                      </a:cubicBezTo>
                      <a:lnTo>
                        <a:pt x="46746" y="54476"/>
                      </a:lnTo>
                      <a:lnTo>
                        <a:pt x="33831" y="54476"/>
                      </a:lnTo>
                      <a:lnTo>
                        <a:pt x="33831" y="20349"/>
                      </a:lnTo>
                      <a:cubicBezTo>
                        <a:pt x="33831" y="17064"/>
                        <a:pt x="33073" y="14524"/>
                        <a:pt x="31556" y="12732"/>
                      </a:cubicBezTo>
                      <a:cubicBezTo>
                        <a:pt x="30040" y="10940"/>
                        <a:pt x="27765" y="10044"/>
                        <a:pt x="24733" y="10044"/>
                      </a:cubicBezTo>
                      <a:cubicBezTo>
                        <a:pt x="22503" y="10044"/>
                        <a:pt x="20411" y="10529"/>
                        <a:pt x="18458" y="11537"/>
                      </a:cubicBezTo>
                      <a:cubicBezTo>
                        <a:pt x="16505" y="12583"/>
                        <a:pt x="14656" y="13927"/>
                        <a:pt x="12915" y="15682"/>
                      </a:cubicBezTo>
                      <a:lnTo>
                        <a:pt x="12915" y="54476"/>
                      </a:lnTo>
                      <a:lnTo>
                        <a:pt x="0" y="544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3" name="Google Shape;2093;p90"/>
                <p:cNvSpPr/>
                <p:nvPr/>
              </p:nvSpPr>
              <p:spPr>
                <a:xfrm>
                  <a:off x="3686641" y="5230368"/>
                  <a:ext cx="40053" cy="55297"/>
                </a:xfrm>
                <a:custGeom>
                  <a:rect b="b" l="l" r="r" t="t"/>
                  <a:pathLst>
                    <a:path extrusionOk="0" h="55297" w="40053">
                      <a:moveTo>
                        <a:pt x="36550" y="11276"/>
                      </a:moveTo>
                      <a:cubicBezTo>
                        <a:pt x="36203" y="11836"/>
                        <a:pt x="35837" y="12247"/>
                        <a:pt x="35452" y="12471"/>
                      </a:cubicBezTo>
                      <a:cubicBezTo>
                        <a:pt x="35067" y="12695"/>
                        <a:pt x="34582" y="12807"/>
                        <a:pt x="33988" y="12807"/>
                      </a:cubicBezTo>
                      <a:cubicBezTo>
                        <a:pt x="33360" y="12807"/>
                        <a:pt x="32688" y="12620"/>
                        <a:pt x="31975" y="12284"/>
                      </a:cubicBezTo>
                      <a:cubicBezTo>
                        <a:pt x="31261" y="11948"/>
                        <a:pt x="30432" y="11537"/>
                        <a:pt x="29491" y="11127"/>
                      </a:cubicBezTo>
                      <a:cubicBezTo>
                        <a:pt x="28550" y="10679"/>
                        <a:pt x="27478" y="10268"/>
                        <a:pt x="26275" y="9932"/>
                      </a:cubicBezTo>
                      <a:cubicBezTo>
                        <a:pt x="25073" y="9596"/>
                        <a:pt x="23650" y="9409"/>
                        <a:pt x="22014" y="9409"/>
                      </a:cubicBezTo>
                      <a:cubicBezTo>
                        <a:pt x="19470" y="9409"/>
                        <a:pt x="17465" y="9969"/>
                        <a:pt x="16000" y="11052"/>
                      </a:cubicBezTo>
                      <a:cubicBezTo>
                        <a:pt x="14536" y="12097"/>
                        <a:pt x="13804" y="13516"/>
                        <a:pt x="13804" y="15271"/>
                      </a:cubicBezTo>
                      <a:cubicBezTo>
                        <a:pt x="13804" y="16429"/>
                        <a:pt x="14178" y="17399"/>
                        <a:pt x="14929" y="18183"/>
                      </a:cubicBezTo>
                      <a:cubicBezTo>
                        <a:pt x="15679" y="18968"/>
                        <a:pt x="16673" y="19640"/>
                        <a:pt x="17909" y="20237"/>
                      </a:cubicBezTo>
                      <a:cubicBezTo>
                        <a:pt x="19145" y="20835"/>
                        <a:pt x="20550" y="21357"/>
                        <a:pt x="22118" y="21842"/>
                      </a:cubicBezTo>
                      <a:cubicBezTo>
                        <a:pt x="23687" y="22290"/>
                        <a:pt x="25289" y="22813"/>
                        <a:pt x="26929" y="23373"/>
                      </a:cubicBezTo>
                      <a:cubicBezTo>
                        <a:pt x="28568" y="23934"/>
                        <a:pt x="30171" y="24568"/>
                        <a:pt x="31739" y="25278"/>
                      </a:cubicBezTo>
                      <a:cubicBezTo>
                        <a:pt x="33308" y="25987"/>
                        <a:pt x="34713" y="26883"/>
                        <a:pt x="35949" y="28003"/>
                      </a:cubicBezTo>
                      <a:cubicBezTo>
                        <a:pt x="37185" y="29086"/>
                        <a:pt x="38178" y="30393"/>
                        <a:pt x="38929" y="31924"/>
                      </a:cubicBezTo>
                      <a:cubicBezTo>
                        <a:pt x="39676" y="33492"/>
                        <a:pt x="40053" y="35322"/>
                        <a:pt x="40053" y="37487"/>
                      </a:cubicBezTo>
                      <a:cubicBezTo>
                        <a:pt x="40053" y="40063"/>
                        <a:pt x="39583" y="42453"/>
                        <a:pt x="38642" y="44619"/>
                      </a:cubicBezTo>
                      <a:cubicBezTo>
                        <a:pt x="37700" y="46784"/>
                        <a:pt x="36322" y="48688"/>
                        <a:pt x="34511" y="50257"/>
                      </a:cubicBezTo>
                      <a:cubicBezTo>
                        <a:pt x="32699" y="51862"/>
                        <a:pt x="30458" y="53094"/>
                        <a:pt x="27792" y="53991"/>
                      </a:cubicBezTo>
                      <a:cubicBezTo>
                        <a:pt x="25125" y="54849"/>
                        <a:pt x="22066" y="55297"/>
                        <a:pt x="18615" y="55297"/>
                      </a:cubicBezTo>
                      <a:cubicBezTo>
                        <a:pt x="16766" y="55297"/>
                        <a:pt x="14962" y="55148"/>
                        <a:pt x="13203" y="54812"/>
                      </a:cubicBezTo>
                      <a:cubicBezTo>
                        <a:pt x="11440" y="54476"/>
                        <a:pt x="9752" y="54027"/>
                        <a:pt x="8131" y="53430"/>
                      </a:cubicBezTo>
                      <a:cubicBezTo>
                        <a:pt x="6510" y="52833"/>
                        <a:pt x="5012" y="52124"/>
                        <a:pt x="3634" y="51339"/>
                      </a:cubicBezTo>
                      <a:cubicBezTo>
                        <a:pt x="2256" y="50518"/>
                        <a:pt x="1046" y="49659"/>
                        <a:pt x="0" y="48726"/>
                      </a:cubicBezTo>
                      <a:lnTo>
                        <a:pt x="2980" y="43797"/>
                      </a:lnTo>
                      <a:cubicBezTo>
                        <a:pt x="3365" y="43200"/>
                        <a:pt x="3817" y="42752"/>
                        <a:pt x="4340" y="42453"/>
                      </a:cubicBezTo>
                      <a:cubicBezTo>
                        <a:pt x="4863" y="42117"/>
                        <a:pt x="5524" y="41968"/>
                        <a:pt x="6327" y="41968"/>
                      </a:cubicBezTo>
                      <a:cubicBezTo>
                        <a:pt x="7130" y="41968"/>
                        <a:pt x="7888" y="42192"/>
                        <a:pt x="8602" y="42640"/>
                      </a:cubicBezTo>
                      <a:cubicBezTo>
                        <a:pt x="9315" y="43125"/>
                        <a:pt x="10144" y="43611"/>
                        <a:pt x="11085" y="44133"/>
                      </a:cubicBezTo>
                      <a:cubicBezTo>
                        <a:pt x="12026" y="44656"/>
                        <a:pt x="13132" y="45141"/>
                        <a:pt x="14406" y="45590"/>
                      </a:cubicBezTo>
                      <a:cubicBezTo>
                        <a:pt x="15679" y="46038"/>
                        <a:pt x="17289" y="46261"/>
                        <a:pt x="19242" y="46261"/>
                      </a:cubicBezTo>
                      <a:cubicBezTo>
                        <a:pt x="20774" y="46261"/>
                        <a:pt x="22092" y="46075"/>
                        <a:pt x="23190" y="45701"/>
                      </a:cubicBezTo>
                      <a:cubicBezTo>
                        <a:pt x="24288" y="45365"/>
                        <a:pt x="25192" y="44880"/>
                        <a:pt x="25909" y="44282"/>
                      </a:cubicBezTo>
                      <a:cubicBezTo>
                        <a:pt x="26623" y="43685"/>
                        <a:pt x="27146" y="43013"/>
                        <a:pt x="27478" y="42192"/>
                      </a:cubicBezTo>
                      <a:cubicBezTo>
                        <a:pt x="27810" y="41445"/>
                        <a:pt x="27975" y="40623"/>
                        <a:pt x="27975" y="39765"/>
                      </a:cubicBezTo>
                      <a:cubicBezTo>
                        <a:pt x="27975" y="38533"/>
                        <a:pt x="27601" y="37487"/>
                        <a:pt x="26850" y="36703"/>
                      </a:cubicBezTo>
                      <a:cubicBezTo>
                        <a:pt x="26100" y="35881"/>
                        <a:pt x="25106" y="35210"/>
                        <a:pt x="23870" y="34612"/>
                      </a:cubicBezTo>
                      <a:cubicBezTo>
                        <a:pt x="22630" y="34015"/>
                        <a:pt x="21222" y="33492"/>
                        <a:pt x="19635" y="33006"/>
                      </a:cubicBezTo>
                      <a:cubicBezTo>
                        <a:pt x="18047" y="32558"/>
                        <a:pt x="16426" y="32036"/>
                        <a:pt x="14772" y="31476"/>
                      </a:cubicBezTo>
                      <a:cubicBezTo>
                        <a:pt x="13117" y="30916"/>
                        <a:pt x="11496" y="30243"/>
                        <a:pt x="9909" y="29497"/>
                      </a:cubicBezTo>
                      <a:cubicBezTo>
                        <a:pt x="8321" y="28750"/>
                        <a:pt x="6910" y="27817"/>
                        <a:pt x="5673" y="26659"/>
                      </a:cubicBezTo>
                      <a:cubicBezTo>
                        <a:pt x="4433" y="25502"/>
                        <a:pt x="3444" y="24120"/>
                        <a:pt x="2693" y="22440"/>
                      </a:cubicBezTo>
                      <a:cubicBezTo>
                        <a:pt x="1942" y="20760"/>
                        <a:pt x="1569" y="18744"/>
                        <a:pt x="1569" y="16354"/>
                      </a:cubicBezTo>
                      <a:cubicBezTo>
                        <a:pt x="1569" y="14188"/>
                        <a:pt x="2002" y="12060"/>
                        <a:pt x="2876" y="10081"/>
                      </a:cubicBezTo>
                      <a:cubicBezTo>
                        <a:pt x="3746" y="8102"/>
                        <a:pt x="5027" y="6385"/>
                        <a:pt x="6719" y="4891"/>
                      </a:cubicBezTo>
                      <a:cubicBezTo>
                        <a:pt x="8407" y="3398"/>
                        <a:pt x="10518" y="2240"/>
                        <a:pt x="13046" y="1344"/>
                      </a:cubicBezTo>
                      <a:cubicBezTo>
                        <a:pt x="15575" y="448"/>
                        <a:pt x="18492" y="0"/>
                        <a:pt x="21805" y="0"/>
                      </a:cubicBezTo>
                      <a:cubicBezTo>
                        <a:pt x="25498" y="0"/>
                        <a:pt x="28864" y="598"/>
                        <a:pt x="31896" y="1830"/>
                      </a:cubicBezTo>
                      <a:cubicBezTo>
                        <a:pt x="34929" y="3062"/>
                        <a:pt x="37458" y="4667"/>
                        <a:pt x="39478" y="6646"/>
                      </a:cubicBezTo>
                      <a:lnTo>
                        <a:pt x="36550"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4" name="Google Shape;2094;p90"/>
                <p:cNvSpPr/>
                <p:nvPr/>
              </p:nvSpPr>
              <p:spPr>
                <a:xfrm>
                  <a:off x="3732185" y="5214798"/>
                  <a:ext cx="36550" cy="70866"/>
                </a:xfrm>
                <a:custGeom>
                  <a:rect b="b" l="l" r="r" t="t"/>
                  <a:pathLst>
                    <a:path extrusionOk="0" h="70866" w="36550">
                      <a:moveTo>
                        <a:pt x="22484" y="70867"/>
                      </a:moveTo>
                      <a:cubicBezTo>
                        <a:pt x="17849" y="70867"/>
                        <a:pt x="14275" y="69560"/>
                        <a:pt x="11765" y="66946"/>
                      </a:cubicBezTo>
                      <a:cubicBezTo>
                        <a:pt x="9255" y="64295"/>
                        <a:pt x="8000" y="60674"/>
                        <a:pt x="8000" y="56043"/>
                      </a:cubicBezTo>
                      <a:lnTo>
                        <a:pt x="8000" y="26062"/>
                      </a:lnTo>
                      <a:lnTo>
                        <a:pt x="2562" y="26062"/>
                      </a:lnTo>
                      <a:cubicBezTo>
                        <a:pt x="1864" y="26062"/>
                        <a:pt x="1262" y="25837"/>
                        <a:pt x="758" y="25389"/>
                      </a:cubicBezTo>
                      <a:cubicBezTo>
                        <a:pt x="254" y="24941"/>
                        <a:pt x="0" y="24269"/>
                        <a:pt x="0" y="23373"/>
                      </a:cubicBezTo>
                      <a:lnTo>
                        <a:pt x="0" y="18258"/>
                      </a:lnTo>
                      <a:lnTo>
                        <a:pt x="8628" y="16839"/>
                      </a:lnTo>
                      <a:lnTo>
                        <a:pt x="11347" y="2203"/>
                      </a:lnTo>
                      <a:cubicBezTo>
                        <a:pt x="11485" y="1493"/>
                        <a:pt x="11806" y="970"/>
                        <a:pt x="12314" y="560"/>
                      </a:cubicBezTo>
                      <a:cubicBezTo>
                        <a:pt x="12818" y="186"/>
                        <a:pt x="13453" y="0"/>
                        <a:pt x="14223" y="0"/>
                      </a:cubicBezTo>
                      <a:lnTo>
                        <a:pt x="20916" y="0"/>
                      </a:lnTo>
                      <a:lnTo>
                        <a:pt x="20916" y="16876"/>
                      </a:lnTo>
                      <a:lnTo>
                        <a:pt x="35034" y="16876"/>
                      </a:lnTo>
                      <a:lnTo>
                        <a:pt x="35034" y="26062"/>
                      </a:lnTo>
                      <a:lnTo>
                        <a:pt x="20916" y="26062"/>
                      </a:lnTo>
                      <a:lnTo>
                        <a:pt x="20916" y="55147"/>
                      </a:lnTo>
                      <a:cubicBezTo>
                        <a:pt x="20916" y="56828"/>
                        <a:pt x="21334" y="58135"/>
                        <a:pt x="22171" y="59068"/>
                      </a:cubicBezTo>
                      <a:cubicBezTo>
                        <a:pt x="23007" y="60001"/>
                        <a:pt x="24124" y="60487"/>
                        <a:pt x="25517" y="60487"/>
                      </a:cubicBezTo>
                      <a:cubicBezTo>
                        <a:pt x="26320" y="60487"/>
                        <a:pt x="26989" y="60375"/>
                        <a:pt x="27530" y="60188"/>
                      </a:cubicBezTo>
                      <a:cubicBezTo>
                        <a:pt x="28068" y="60001"/>
                        <a:pt x="28539"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401" y="59479"/>
                        <a:pt x="32681" y="59852"/>
                      </a:cubicBezTo>
                      <a:lnTo>
                        <a:pt x="36550" y="66125"/>
                      </a:lnTo>
                      <a:cubicBezTo>
                        <a:pt x="34668" y="67693"/>
                        <a:pt x="32505" y="68888"/>
                        <a:pt x="30066" y="69672"/>
                      </a:cubicBezTo>
                      <a:cubicBezTo>
                        <a:pt x="27624" y="70494"/>
                        <a:pt x="25095" y="70867"/>
                        <a:pt x="22484"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5" name="Google Shape;2095;p90"/>
                <p:cNvSpPr/>
                <p:nvPr/>
              </p:nvSpPr>
              <p:spPr>
                <a:xfrm>
                  <a:off x="3777516" y="5230219"/>
                  <a:ext cx="34200" cy="54624"/>
                </a:xfrm>
                <a:custGeom>
                  <a:rect b="b" l="l" r="r" t="t"/>
                  <a:pathLst>
                    <a:path extrusionOk="0" h="54624" w="34200">
                      <a:moveTo>
                        <a:pt x="0" y="54625"/>
                      </a:moveTo>
                      <a:lnTo>
                        <a:pt x="0" y="970"/>
                      </a:lnTo>
                      <a:lnTo>
                        <a:pt x="7586" y="970"/>
                      </a:lnTo>
                      <a:cubicBezTo>
                        <a:pt x="8908" y="970"/>
                        <a:pt x="9834" y="1232"/>
                        <a:pt x="10357" y="1717"/>
                      </a:cubicBezTo>
                      <a:cubicBezTo>
                        <a:pt x="10880" y="2203"/>
                        <a:pt x="11227" y="3061"/>
                        <a:pt x="11403" y="4219"/>
                      </a:cubicBezTo>
                      <a:lnTo>
                        <a:pt x="12187" y="10716"/>
                      </a:lnTo>
                      <a:cubicBezTo>
                        <a:pt x="14103" y="7393"/>
                        <a:pt x="16352" y="4779"/>
                        <a:pt x="18932" y="2875"/>
                      </a:cubicBezTo>
                      <a:cubicBezTo>
                        <a:pt x="21510" y="970"/>
                        <a:pt x="24404" y="0"/>
                        <a:pt x="27612" y="0"/>
                      </a:cubicBezTo>
                      <a:cubicBezTo>
                        <a:pt x="30261" y="0"/>
                        <a:pt x="32457" y="597"/>
                        <a:pt x="34201" y="1830"/>
                      </a:cubicBezTo>
                      <a:lnTo>
                        <a:pt x="32524" y="11500"/>
                      </a:lnTo>
                      <a:cubicBezTo>
                        <a:pt x="32423" y="12135"/>
                        <a:pt x="32195" y="12583"/>
                        <a:pt x="31848" y="12844"/>
                      </a:cubicBezTo>
                      <a:cubicBezTo>
                        <a:pt x="31497" y="13105"/>
                        <a:pt x="31026" y="13217"/>
                        <a:pt x="30436" y="13217"/>
                      </a:cubicBezTo>
                      <a:cubicBezTo>
                        <a:pt x="29913" y="13217"/>
                        <a:pt x="29200" y="13105"/>
                        <a:pt x="28292" y="12844"/>
                      </a:cubicBezTo>
                      <a:cubicBezTo>
                        <a:pt x="27381" y="12620"/>
                        <a:pt x="26182" y="12471"/>
                        <a:pt x="24684" y="12471"/>
                      </a:cubicBezTo>
                      <a:cubicBezTo>
                        <a:pt x="21999" y="12471"/>
                        <a:pt x="19698" y="13217"/>
                        <a:pt x="17782" y="14711"/>
                      </a:cubicBezTo>
                      <a:cubicBezTo>
                        <a:pt x="15862" y="16204"/>
                        <a:pt x="14241"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6" name="Google Shape;2096;p90"/>
                <p:cNvSpPr/>
                <p:nvPr/>
              </p:nvSpPr>
              <p:spPr>
                <a:xfrm>
                  <a:off x="3819138" y="5231189"/>
                  <a:ext cx="46750" cy="54475"/>
                </a:xfrm>
                <a:custGeom>
                  <a:rect b="b" l="l" r="r" t="t"/>
                  <a:pathLst>
                    <a:path extrusionOk="0" h="54475" w="46750">
                      <a:moveTo>
                        <a:pt x="12915" y="0"/>
                      </a:moveTo>
                      <a:lnTo>
                        <a:pt x="12915" y="34089"/>
                      </a:lnTo>
                      <a:cubicBezTo>
                        <a:pt x="12915" y="37375"/>
                        <a:pt x="13674" y="39914"/>
                        <a:pt x="15190" y="41706"/>
                      </a:cubicBezTo>
                      <a:cubicBezTo>
                        <a:pt x="16710" y="43498"/>
                        <a:pt x="18981" y="44395"/>
                        <a:pt x="22017" y="44395"/>
                      </a:cubicBezTo>
                      <a:cubicBezTo>
                        <a:pt x="24243" y="44395"/>
                        <a:pt x="26339" y="43909"/>
                        <a:pt x="28288" y="42901"/>
                      </a:cubicBezTo>
                      <a:cubicBezTo>
                        <a:pt x="30242" y="41931"/>
                        <a:pt x="32090" y="40549"/>
                        <a:pt x="33835" y="38794"/>
                      </a:cubicBezTo>
                      <a:lnTo>
                        <a:pt x="33835" y="0"/>
                      </a:lnTo>
                      <a:lnTo>
                        <a:pt x="46750" y="0"/>
                      </a:lnTo>
                      <a:lnTo>
                        <a:pt x="46750" y="53654"/>
                      </a:lnTo>
                      <a:lnTo>
                        <a:pt x="38851" y="53654"/>
                      </a:lnTo>
                      <a:cubicBezTo>
                        <a:pt x="37177" y="53654"/>
                        <a:pt x="36079" y="52870"/>
                        <a:pt x="35557" y="51302"/>
                      </a:cubicBezTo>
                      <a:lnTo>
                        <a:pt x="34668" y="47008"/>
                      </a:lnTo>
                      <a:cubicBezTo>
                        <a:pt x="33551" y="48128"/>
                        <a:pt x="32404" y="49137"/>
                        <a:pt x="31217" y="50070"/>
                      </a:cubicBezTo>
                      <a:cubicBezTo>
                        <a:pt x="30033" y="51003"/>
                        <a:pt x="28766" y="51787"/>
                        <a:pt x="27429" y="52422"/>
                      </a:cubicBezTo>
                      <a:cubicBezTo>
                        <a:pt x="26081" y="53057"/>
                        <a:pt x="24639" y="53580"/>
                        <a:pt x="23089" y="53953"/>
                      </a:cubicBezTo>
                      <a:cubicBezTo>
                        <a:pt x="21536" y="54289"/>
                        <a:pt x="19870" y="54476"/>
                        <a:pt x="18096" y="54476"/>
                      </a:cubicBezTo>
                      <a:cubicBezTo>
                        <a:pt x="15168" y="54476"/>
                        <a:pt x="12576" y="53991"/>
                        <a:pt x="10331"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7" name="Google Shape;2097;p90"/>
                <p:cNvSpPr/>
                <p:nvPr/>
              </p:nvSpPr>
              <p:spPr>
                <a:xfrm>
                  <a:off x="3876081" y="5230368"/>
                  <a:ext cx="45230" cy="55259"/>
                </a:xfrm>
                <a:custGeom>
                  <a:rect b="b" l="l" r="r" t="t"/>
                  <a:pathLst>
                    <a:path extrusionOk="0" h="55259" w="45230">
                      <a:moveTo>
                        <a:pt x="41312" y="12172"/>
                      </a:moveTo>
                      <a:cubicBezTo>
                        <a:pt x="40924" y="12658"/>
                        <a:pt x="40550" y="13068"/>
                        <a:pt x="40184" y="13330"/>
                      </a:cubicBezTo>
                      <a:cubicBezTo>
                        <a:pt x="39818" y="13591"/>
                        <a:pt x="39288" y="13740"/>
                        <a:pt x="38589" y="13740"/>
                      </a:cubicBezTo>
                      <a:cubicBezTo>
                        <a:pt x="37925" y="13740"/>
                        <a:pt x="37282" y="13554"/>
                        <a:pt x="36658" y="13143"/>
                      </a:cubicBezTo>
                      <a:cubicBezTo>
                        <a:pt x="36031" y="12732"/>
                        <a:pt x="35276" y="12284"/>
                        <a:pt x="34406" y="11799"/>
                      </a:cubicBezTo>
                      <a:cubicBezTo>
                        <a:pt x="33536" y="11276"/>
                        <a:pt x="32498" y="10828"/>
                        <a:pt x="31295" y="10417"/>
                      </a:cubicBezTo>
                      <a:cubicBezTo>
                        <a:pt x="30096" y="10044"/>
                        <a:pt x="28602" y="9820"/>
                        <a:pt x="26828" y="9820"/>
                      </a:cubicBezTo>
                      <a:cubicBezTo>
                        <a:pt x="24557" y="9820"/>
                        <a:pt x="22570" y="10230"/>
                        <a:pt x="20863" y="11052"/>
                      </a:cubicBezTo>
                      <a:cubicBezTo>
                        <a:pt x="19156" y="11874"/>
                        <a:pt x="17733" y="13068"/>
                        <a:pt x="16602" y="14599"/>
                      </a:cubicBezTo>
                      <a:cubicBezTo>
                        <a:pt x="15470" y="16130"/>
                        <a:pt x="14622" y="17960"/>
                        <a:pt x="14069" y="20162"/>
                      </a:cubicBezTo>
                      <a:cubicBezTo>
                        <a:pt x="13509" y="22328"/>
                        <a:pt x="13229" y="24792"/>
                        <a:pt x="13229" y="27555"/>
                      </a:cubicBezTo>
                      <a:cubicBezTo>
                        <a:pt x="13229" y="30393"/>
                        <a:pt x="13535" y="32969"/>
                        <a:pt x="14144" y="35172"/>
                      </a:cubicBezTo>
                      <a:cubicBezTo>
                        <a:pt x="14753" y="37412"/>
                        <a:pt x="15638" y="39279"/>
                        <a:pt x="16785" y="40810"/>
                      </a:cubicBezTo>
                      <a:cubicBezTo>
                        <a:pt x="17935" y="42304"/>
                        <a:pt x="19332" y="43461"/>
                        <a:pt x="20968" y="44245"/>
                      </a:cubicBezTo>
                      <a:cubicBezTo>
                        <a:pt x="22607" y="45029"/>
                        <a:pt x="24453" y="45440"/>
                        <a:pt x="26514" y="45440"/>
                      </a:cubicBezTo>
                      <a:cubicBezTo>
                        <a:pt x="28568" y="45440"/>
                        <a:pt x="30234" y="45178"/>
                        <a:pt x="31508" y="44656"/>
                      </a:cubicBezTo>
                      <a:cubicBezTo>
                        <a:pt x="32774" y="44171"/>
                        <a:pt x="33850" y="43611"/>
                        <a:pt x="34720" y="43013"/>
                      </a:cubicBezTo>
                      <a:cubicBezTo>
                        <a:pt x="35590" y="42378"/>
                        <a:pt x="36348" y="41818"/>
                        <a:pt x="36995" y="41333"/>
                      </a:cubicBezTo>
                      <a:cubicBezTo>
                        <a:pt x="37641" y="40810"/>
                        <a:pt x="38365" y="40549"/>
                        <a:pt x="39165" y="40549"/>
                      </a:cubicBezTo>
                      <a:cubicBezTo>
                        <a:pt x="40214" y="40549"/>
                        <a:pt x="40998" y="40959"/>
                        <a:pt x="41518" y="41781"/>
                      </a:cubicBezTo>
                      <a:lnTo>
                        <a:pt x="45230" y="46486"/>
                      </a:lnTo>
                      <a:cubicBezTo>
                        <a:pt x="43803" y="48128"/>
                        <a:pt x="42253" y="49547"/>
                        <a:pt x="40576" y="50667"/>
                      </a:cubicBezTo>
                      <a:cubicBezTo>
                        <a:pt x="38903" y="51825"/>
                        <a:pt x="37170" y="52721"/>
                        <a:pt x="35373" y="53393"/>
                      </a:cubicBezTo>
                      <a:cubicBezTo>
                        <a:pt x="33577" y="54065"/>
                        <a:pt x="31721" y="54550"/>
                        <a:pt x="29808" y="54849"/>
                      </a:cubicBezTo>
                      <a:cubicBezTo>
                        <a:pt x="27889" y="55110"/>
                        <a:pt x="25988" y="55260"/>
                        <a:pt x="24105" y="55260"/>
                      </a:cubicBezTo>
                      <a:cubicBezTo>
                        <a:pt x="20792" y="55260"/>
                        <a:pt x="17674" y="54625"/>
                        <a:pt x="14746" y="53393"/>
                      </a:cubicBezTo>
                      <a:cubicBezTo>
                        <a:pt x="11817" y="52161"/>
                        <a:pt x="9266" y="50368"/>
                        <a:pt x="7089" y="47979"/>
                      </a:cubicBezTo>
                      <a:cubicBezTo>
                        <a:pt x="4908" y="45627"/>
                        <a:pt x="3182" y="42715"/>
                        <a:pt x="1909" y="39279"/>
                      </a:cubicBezTo>
                      <a:cubicBezTo>
                        <a:pt x="635" y="35844"/>
                        <a:pt x="0" y="31924"/>
                        <a:pt x="0" y="27555"/>
                      </a:cubicBezTo>
                      <a:cubicBezTo>
                        <a:pt x="0" y="23598"/>
                        <a:pt x="564" y="19976"/>
                        <a:pt x="1699" y="16616"/>
                      </a:cubicBezTo>
                      <a:cubicBezTo>
                        <a:pt x="2835" y="13255"/>
                        <a:pt x="4497" y="10343"/>
                        <a:pt x="6693" y="7878"/>
                      </a:cubicBezTo>
                      <a:cubicBezTo>
                        <a:pt x="8889" y="5414"/>
                        <a:pt x="11608" y="3473"/>
                        <a:pt x="14854" y="2091"/>
                      </a:cubicBezTo>
                      <a:cubicBezTo>
                        <a:pt x="18092" y="710"/>
                        <a:pt x="21823" y="0"/>
                        <a:pt x="26040" y="0"/>
                      </a:cubicBezTo>
                      <a:cubicBezTo>
                        <a:pt x="30047" y="0"/>
                        <a:pt x="33558" y="635"/>
                        <a:pt x="36576" y="1942"/>
                      </a:cubicBezTo>
                      <a:cubicBezTo>
                        <a:pt x="39594" y="3211"/>
                        <a:pt x="42302" y="5078"/>
                        <a:pt x="44707" y="7468"/>
                      </a:cubicBezTo>
                      <a:lnTo>
                        <a:pt x="41312" y="1217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8" name="Google Shape;2098;p90"/>
                <p:cNvSpPr/>
                <p:nvPr/>
              </p:nvSpPr>
              <p:spPr>
                <a:xfrm>
                  <a:off x="3924709" y="5214798"/>
                  <a:ext cx="36550" cy="70866"/>
                </a:xfrm>
                <a:custGeom>
                  <a:rect b="b" l="l" r="r" t="t"/>
                  <a:pathLst>
                    <a:path extrusionOk="0" h="70866" w="36550">
                      <a:moveTo>
                        <a:pt x="22484" y="70867"/>
                      </a:moveTo>
                      <a:cubicBezTo>
                        <a:pt x="17846" y="70867"/>
                        <a:pt x="14275" y="69560"/>
                        <a:pt x="11765" y="66946"/>
                      </a:cubicBezTo>
                      <a:cubicBezTo>
                        <a:pt x="9255" y="64295"/>
                        <a:pt x="8000" y="60674"/>
                        <a:pt x="8000" y="56043"/>
                      </a:cubicBezTo>
                      <a:lnTo>
                        <a:pt x="8000" y="26062"/>
                      </a:lnTo>
                      <a:lnTo>
                        <a:pt x="2562" y="26062"/>
                      </a:lnTo>
                      <a:cubicBezTo>
                        <a:pt x="1864" y="26062"/>
                        <a:pt x="1259" y="25837"/>
                        <a:pt x="758" y="25389"/>
                      </a:cubicBezTo>
                      <a:cubicBezTo>
                        <a:pt x="250" y="24941"/>
                        <a:pt x="0" y="24269"/>
                        <a:pt x="0" y="23373"/>
                      </a:cubicBezTo>
                      <a:lnTo>
                        <a:pt x="0" y="18258"/>
                      </a:lnTo>
                      <a:lnTo>
                        <a:pt x="8628" y="16839"/>
                      </a:lnTo>
                      <a:lnTo>
                        <a:pt x="11347" y="2203"/>
                      </a:lnTo>
                      <a:cubicBezTo>
                        <a:pt x="11485" y="1493"/>
                        <a:pt x="11810" y="970"/>
                        <a:pt x="12310" y="560"/>
                      </a:cubicBezTo>
                      <a:cubicBezTo>
                        <a:pt x="12818" y="186"/>
                        <a:pt x="13453" y="0"/>
                        <a:pt x="14219" y="0"/>
                      </a:cubicBezTo>
                      <a:lnTo>
                        <a:pt x="20916" y="0"/>
                      </a:lnTo>
                      <a:lnTo>
                        <a:pt x="20916" y="16876"/>
                      </a:lnTo>
                      <a:lnTo>
                        <a:pt x="35030" y="16876"/>
                      </a:lnTo>
                      <a:lnTo>
                        <a:pt x="35030" y="26062"/>
                      </a:lnTo>
                      <a:lnTo>
                        <a:pt x="20916" y="26062"/>
                      </a:lnTo>
                      <a:lnTo>
                        <a:pt x="20916" y="55147"/>
                      </a:lnTo>
                      <a:cubicBezTo>
                        <a:pt x="20916" y="56828"/>
                        <a:pt x="21334" y="58135"/>
                        <a:pt x="22171" y="59068"/>
                      </a:cubicBezTo>
                      <a:cubicBezTo>
                        <a:pt x="23007" y="60001"/>
                        <a:pt x="24124" y="60487"/>
                        <a:pt x="25517" y="60487"/>
                      </a:cubicBezTo>
                      <a:cubicBezTo>
                        <a:pt x="26316" y="60487"/>
                        <a:pt x="26989" y="60375"/>
                        <a:pt x="27530" y="60188"/>
                      </a:cubicBezTo>
                      <a:cubicBezTo>
                        <a:pt x="28068" y="60001"/>
                        <a:pt x="28539"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397" y="59479"/>
                        <a:pt x="32681" y="59852"/>
                      </a:cubicBezTo>
                      <a:lnTo>
                        <a:pt x="36550" y="66125"/>
                      </a:lnTo>
                      <a:cubicBezTo>
                        <a:pt x="34668" y="67693"/>
                        <a:pt x="32505" y="68888"/>
                        <a:pt x="30063" y="69672"/>
                      </a:cubicBezTo>
                      <a:cubicBezTo>
                        <a:pt x="27624" y="70494"/>
                        <a:pt x="25095" y="70867"/>
                        <a:pt x="22484"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099" name="Google Shape;2099;p90"/>
                <p:cNvSpPr/>
                <p:nvPr/>
              </p:nvSpPr>
              <p:spPr>
                <a:xfrm>
                  <a:off x="3968942" y="5231189"/>
                  <a:ext cx="46750" cy="54475"/>
                </a:xfrm>
                <a:custGeom>
                  <a:rect b="b" l="l" r="r" t="t"/>
                  <a:pathLst>
                    <a:path extrusionOk="0" h="54475" w="46750">
                      <a:moveTo>
                        <a:pt x="12915" y="0"/>
                      </a:moveTo>
                      <a:lnTo>
                        <a:pt x="12915" y="34089"/>
                      </a:lnTo>
                      <a:cubicBezTo>
                        <a:pt x="12915" y="37375"/>
                        <a:pt x="13674"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83" y="52870"/>
                        <a:pt x="35560" y="51302"/>
                      </a:cubicBezTo>
                      <a:lnTo>
                        <a:pt x="34671" y="47008"/>
                      </a:lnTo>
                      <a:cubicBezTo>
                        <a:pt x="33555" y="48128"/>
                        <a:pt x="32404" y="49137"/>
                        <a:pt x="31220" y="50070"/>
                      </a:cubicBezTo>
                      <a:cubicBezTo>
                        <a:pt x="30033"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4" y="44805"/>
                        <a:pt x="1180" y="42341"/>
                      </a:cubicBezTo>
                      <a:cubicBezTo>
                        <a:pt x="396" y="39839"/>
                        <a:pt x="0" y="37114"/>
                        <a:pt x="0" y="34089"/>
                      </a:cubicBez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0" name="Google Shape;2100;p90"/>
                <p:cNvSpPr/>
                <p:nvPr/>
              </p:nvSpPr>
              <p:spPr>
                <a:xfrm>
                  <a:off x="4029493" y="5230219"/>
                  <a:ext cx="34200" cy="54624"/>
                </a:xfrm>
                <a:custGeom>
                  <a:rect b="b" l="l" r="r" t="t"/>
                  <a:pathLst>
                    <a:path extrusionOk="0" h="54624" w="34200">
                      <a:moveTo>
                        <a:pt x="0" y="54625"/>
                      </a:moveTo>
                      <a:lnTo>
                        <a:pt x="0" y="970"/>
                      </a:lnTo>
                      <a:lnTo>
                        <a:pt x="7586" y="970"/>
                      </a:lnTo>
                      <a:cubicBezTo>
                        <a:pt x="8908" y="970"/>
                        <a:pt x="9834" y="1232"/>
                        <a:pt x="10357" y="1717"/>
                      </a:cubicBezTo>
                      <a:cubicBezTo>
                        <a:pt x="10876" y="2203"/>
                        <a:pt x="11227" y="3061"/>
                        <a:pt x="11403" y="4219"/>
                      </a:cubicBezTo>
                      <a:lnTo>
                        <a:pt x="12187" y="10716"/>
                      </a:lnTo>
                      <a:cubicBezTo>
                        <a:pt x="14103" y="7393"/>
                        <a:pt x="16352" y="4779"/>
                        <a:pt x="18932" y="2875"/>
                      </a:cubicBezTo>
                      <a:cubicBezTo>
                        <a:pt x="21510" y="970"/>
                        <a:pt x="24400" y="0"/>
                        <a:pt x="27612" y="0"/>
                      </a:cubicBezTo>
                      <a:cubicBezTo>
                        <a:pt x="30261" y="0"/>
                        <a:pt x="32457" y="597"/>
                        <a:pt x="34201" y="1830"/>
                      </a:cubicBezTo>
                      <a:lnTo>
                        <a:pt x="32524" y="11500"/>
                      </a:lnTo>
                      <a:cubicBezTo>
                        <a:pt x="32423" y="12135"/>
                        <a:pt x="32191" y="12583"/>
                        <a:pt x="31848" y="12844"/>
                      </a:cubicBezTo>
                      <a:cubicBezTo>
                        <a:pt x="31497" y="13105"/>
                        <a:pt x="31026" y="13217"/>
                        <a:pt x="30436" y="13217"/>
                      </a:cubicBezTo>
                      <a:cubicBezTo>
                        <a:pt x="29913" y="13217"/>
                        <a:pt x="29200" y="13105"/>
                        <a:pt x="28288" y="12844"/>
                      </a:cubicBezTo>
                      <a:cubicBezTo>
                        <a:pt x="27381" y="12620"/>
                        <a:pt x="26182" y="12471"/>
                        <a:pt x="24684" y="12471"/>
                      </a:cubicBezTo>
                      <a:cubicBezTo>
                        <a:pt x="21999" y="12471"/>
                        <a:pt x="19698" y="13217"/>
                        <a:pt x="17782" y="14711"/>
                      </a:cubicBezTo>
                      <a:cubicBezTo>
                        <a:pt x="15862" y="16204"/>
                        <a:pt x="14241" y="18370"/>
                        <a:pt x="12915" y="21208"/>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1" name="Google Shape;2101;p90"/>
                <p:cNvSpPr/>
                <p:nvPr/>
              </p:nvSpPr>
              <p:spPr>
                <a:xfrm>
                  <a:off x="4068605" y="5230368"/>
                  <a:ext cx="48994" cy="55259"/>
                </a:xfrm>
                <a:custGeom>
                  <a:rect b="b" l="l" r="r" t="t"/>
                  <a:pathLst>
                    <a:path extrusionOk="0" h="55259" w="48994">
                      <a:moveTo>
                        <a:pt x="25779" y="0"/>
                      </a:moveTo>
                      <a:cubicBezTo>
                        <a:pt x="29162" y="0"/>
                        <a:pt x="32274" y="523"/>
                        <a:pt x="35112" y="1606"/>
                      </a:cubicBezTo>
                      <a:cubicBezTo>
                        <a:pt x="37954" y="2688"/>
                        <a:pt x="40401" y="4294"/>
                        <a:pt x="42459" y="6348"/>
                      </a:cubicBezTo>
                      <a:cubicBezTo>
                        <a:pt x="44517" y="8438"/>
                        <a:pt x="46123" y="10978"/>
                        <a:pt x="47269" y="14002"/>
                      </a:cubicBezTo>
                      <a:cubicBezTo>
                        <a:pt x="48420" y="16989"/>
                        <a:pt x="48995" y="20424"/>
                        <a:pt x="48995" y="24307"/>
                      </a:cubicBezTo>
                      <a:cubicBezTo>
                        <a:pt x="48995" y="25278"/>
                        <a:pt x="48950" y="26099"/>
                        <a:pt x="48864" y="26734"/>
                      </a:cubicBezTo>
                      <a:cubicBezTo>
                        <a:pt x="48778" y="27369"/>
                        <a:pt x="48621" y="27891"/>
                        <a:pt x="48394" y="28265"/>
                      </a:cubicBezTo>
                      <a:cubicBezTo>
                        <a:pt x="48166" y="28638"/>
                        <a:pt x="47859" y="28899"/>
                        <a:pt x="47479" y="29049"/>
                      </a:cubicBezTo>
                      <a:cubicBezTo>
                        <a:pt x="47094" y="29198"/>
                        <a:pt x="46605" y="29273"/>
                        <a:pt x="46014" y="29273"/>
                      </a:cubicBezTo>
                      <a:lnTo>
                        <a:pt x="12863" y="29273"/>
                      </a:lnTo>
                      <a:cubicBezTo>
                        <a:pt x="13248" y="34799"/>
                        <a:pt x="14727" y="38831"/>
                        <a:pt x="17308" y="41407"/>
                      </a:cubicBezTo>
                      <a:cubicBezTo>
                        <a:pt x="19888" y="43984"/>
                        <a:pt x="23302" y="45291"/>
                        <a:pt x="27556" y="45291"/>
                      </a:cubicBezTo>
                      <a:cubicBezTo>
                        <a:pt x="29648" y="45291"/>
                        <a:pt x="31452" y="45029"/>
                        <a:pt x="32968" y="44544"/>
                      </a:cubicBezTo>
                      <a:cubicBezTo>
                        <a:pt x="34485" y="44059"/>
                        <a:pt x="35810" y="43498"/>
                        <a:pt x="36946" y="42901"/>
                      </a:cubicBezTo>
                      <a:cubicBezTo>
                        <a:pt x="38074" y="42341"/>
                        <a:pt x="39067" y="41781"/>
                        <a:pt x="39923" y="41296"/>
                      </a:cubicBezTo>
                      <a:cubicBezTo>
                        <a:pt x="40778" y="40810"/>
                        <a:pt x="41607" y="40549"/>
                        <a:pt x="42406" y="40549"/>
                      </a:cubicBezTo>
                      <a:cubicBezTo>
                        <a:pt x="42929" y="40549"/>
                        <a:pt x="43381" y="40661"/>
                        <a:pt x="43766" y="40885"/>
                      </a:cubicBezTo>
                      <a:cubicBezTo>
                        <a:pt x="44147" y="41071"/>
                        <a:pt x="44479" y="41370"/>
                        <a:pt x="44759" y="41781"/>
                      </a:cubicBezTo>
                      <a:lnTo>
                        <a:pt x="48524" y="46486"/>
                      </a:lnTo>
                      <a:cubicBezTo>
                        <a:pt x="47094" y="48128"/>
                        <a:pt x="45491" y="49547"/>
                        <a:pt x="43714" y="50667"/>
                      </a:cubicBezTo>
                      <a:cubicBezTo>
                        <a:pt x="41936" y="51825"/>
                        <a:pt x="40080" y="52721"/>
                        <a:pt x="38145" y="53393"/>
                      </a:cubicBezTo>
                      <a:cubicBezTo>
                        <a:pt x="36210" y="54065"/>
                        <a:pt x="34242" y="54550"/>
                        <a:pt x="32236" y="54849"/>
                      </a:cubicBezTo>
                      <a:cubicBezTo>
                        <a:pt x="30234" y="55110"/>
                        <a:pt x="28288" y="55260"/>
                        <a:pt x="26406" y="55260"/>
                      </a:cubicBezTo>
                      <a:cubicBezTo>
                        <a:pt x="22675"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1" y="3473"/>
                        <a:pt x="14981" y="2091"/>
                      </a:cubicBezTo>
                      <a:cubicBezTo>
                        <a:pt x="18170" y="710"/>
                        <a:pt x="21771" y="0"/>
                        <a:pt x="25779" y="0"/>
                      </a:cubicBezTo>
                      <a:close/>
                      <a:moveTo>
                        <a:pt x="26040" y="9260"/>
                      </a:moveTo>
                      <a:cubicBezTo>
                        <a:pt x="22275" y="9260"/>
                        <a:pt x="19332" y="10305"/>
                        <a:pt x="17203" y="12434"/>
                      </a:cubicBezTo>
                      <a:cubicBezTo>
                        <a:pt x="15078" y="14562"/>
                        <a:pt x="13718" y="17586"/>
                        <a:pt x="13128" y="21469"/>
                      </a:cubicBezTo>
                      <a:lnTo>
                        <a:pt x="37387" y="21469"/>
                      </a:lnTo>
                      <a:cubicBezTo>
                        <a:pt x="37387" y="19827"/>
                        <a:pt x="37159" y="18221"/>
                        <a:pt x="36707" y="16765"/>
                      </a:cubicBezTo>
                      <a:cubicBezTo>
                        <a:pt x="36255" y="15271"/>
                        <a:pt x="35557" y="13964"/>
                        <a:pt x="34615" y="12844"/>
                      </a:cubicBezTo>
                      <a:cubicBezTo>
                        <a:pt x="33678" y="11761"/>
                        <a:pt x="32490" y="10865"/>
                        <a:pt x="31060" y="10230"/>
                      </a:cubicBezTo>
                      <a:cubicBezTo>
                        <a:pt x="29633" y="9559"/>
                        <a:pt x="27956" y="9260"/>
                        <a:pt x="2604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2" name="Google Shape;2102;p90"/>
                <p:cNvSpPr/>
                <p:nvPr/>
              </p:nvSpPr>
              <p:spPr>
                <a:xfrm>
                  <a:off x="4124394" y="5207144"/>
                  <a:ext cx="49364" cy="78483"/>
                </a:xfrm>
                <a:custGeom>
                  <a:rect b="b" l="l" r="r" t="t"/>
                  <a:pathLst>
                    <a:path extrusionOk="0" h="78483" w="49364">
                      <a:moveTo>
                        <a:pt x="41469" y="77699"/>
                      </a:moveTo>
                      <a:cubicBezTo>
                        <a:pt x="39796" y="77699"/>
                        <a:pt x="38698" y="76916"/>
                        <a:pt x="38175" y="75348"/>
                      </a:cubicBezTo>
                      <a:lnTo>
                        <a:pt x="37129" y="70158"/>
                      </a:lnTo>
                      <a:cubicBezTo>
                        <a:pt x="36012" y="71427"/>
                        <a:pt x="34847" y="72547"/>
                        <a:pt x="33626" y="73555"/>
                      </a:cubicBezTo>
                      <a:cubicBezTo>
                        <a:pt x="32404" y="74563"/>
                        <a:pt x="31090" y="75459"/>
                        <a:pt x="29678" y="76169"/>
                      </a:cubicBezTo>
                      <a:cubicBezTo>
                        <a:pt x="28266" y="76916"/>
                        <a:pt x="26750" y="77476"/>
                        <a:pt x="25129" y="77886"/>
                      </a:cubicBezTo>
                      <a:cubicBezTo>
                        <a:pt x="23508" y="78260"/>
                        <a:pt x="21756" y="78484"/>
                        <a:pt x="19874" y="78484"/>
                      </a:cubicBezTo>
                      <a:cubicBezTo>
                        <a:pt x="16945" y="78484"/>
                        <a:pt x="14260" y="77849"/>
                        <a:pt x="11821" y="76654"/>
                      </a:cubicBezTo>
                      <a:cubicBezTo>
                        <a:pt x="9378" y="75422"/>
                        <a:pt x="7279" y="73667"/>
                        <a:pt x="5520" y="71352"/>
                      </a:cubicBezTo>
                      <a:cubicBezTo>
                        <a:pt x="3757" y="69037"/>
                        <a:pt x="2398" y="66162"/>
                        <a:pt x="1442" y="62727"/>
                      </a:cubicBezTo>
                      <a:cubicBezTo>
                        <a:pt x="482" y="59330"/>
                        <a:pt x="0" y="55446"/>
                        <a:pt x="0" y="51041"/>
                      </a:cubicBezTo>
                      <a:cubicBezTo>
                        <a:pt x="0" y="47045"/>
                        <a:pt x="545" y="43349"/>
                        <a:pt x="1625" y="39951"/>
                      </a:cubicBezTo>
                      <a:cubicBezTo>
                        <a:pt x="2704" y="36554"/>
                        <a:pt x="4254" y="33567"/>
                        <a:pt x="6278" y="31065"/>
                      </a:cubicBezTo>
                      <a:cubicBezTo>
                        <a:pt x="8299" y="28563"/>
                        <a:pt x="10723" y="26584"/>
                        <a:pt x="13547" y="25203"/>
                      </a:cubicBezTo>
                      <a:cubicBezTo>
                        <a:pt x="16370" y="23784"/>
                        <a:pt x="19541" y="23075"/>
                        <a:pt x="23063" y="23075"/>
                      </a:cubicBezTo>
                      <a:cubicBezTo>
                        <a:pt x="26062" y="23075"/>
                        <a:pt x="28625" y="23560"/>
                        <a:pt x="30750" y="24493"/>
                      </a:cubicBezTo>
                      <a:cubicBezTo>
                        <a:pt x="32875" y="25464"/>
                        <a:pt x="34776" y="26734"/>
                        <a:pt x="36449" y="28339"/>
                      </a:cubicBezTo>
                      <a:lnTo>
                        <a:pt x="36449" y="0"/>
                      </a:lnTo>
                      <a:lnTo>
                        <a:pt x="49365" y="0"/>
                      </a:lnTo>
                      <a:lnTo>
                        <a:pt x="49365" y="77699"/>
                      </a:lnTo>
                      <a:lnTo>
                        <a:pt x="41469" y="77699"/>
                      </a:lnTo>
                      <a:close/>
                      <a:moveTo>
                        <a:pt x="24266" y="68216"/>
                      </a:moveTo>
                      <a:cubicBezTo>
                        <a:pt x="26948" y="68216"/>
                        <a:pt x="29233" y="67693"/>
                        <a:pt x="31116" y="66573"/>
                      </a:cubicBezTo>
                      <a:cubicBezTo>
                        <a:pt x="32998" y="65453"/>
                        <a:pt x="34776" y="63847"/>
                        <a:pt x="36449" y="61794"/>
                      </a:cubicBezTo>
                      <a:lnTo>
                        <a:pt x="36449" y="37748"/>
                      </a:lnTo>
                      <a:cubicBezTo>
                        <a:pt x="34985" y="35994"/>
                        <a:pt x="33390" y="34724"/>
                        <a:pt x="31665" y="33977"/>
                      </a:cubicBezTo>
                      <a:cubicBezTo>
                        <a:pt x="29939" y="33268"/>
                        <a:pt x="28083" y="32894"/>
                        <a:pt x="26096" y="32894"/>
                      </a:cubicBezTo>
                      <a:cubicBezTo>
                        <a:pt x="24143" y="32894"/>
                        <a:pt x="22376" y="33268"/>
                        <a:pt x="20789" y="33977"/>
                      </a:cubicBezTo>
                      <a:cubicBezTo>
                        <a:pt x="19201" y="34724"/>
                        <a:pt x="17861" y="35844"/>
                        <a:pt x="16762" y="37300"/>
                      </a:cubicBezTo>
                      <a:cubicBezTo>
                        <a:pt x="15664" y="38794"/>
                        <a:pt x="14817" y="40661"/>
                        <a:pt x="14226" y="42976"/>
                      </a:cubicBezTo>
                      <a:cubicBezTo>
                        <a:pt x="13633" y="45253"/>
                        <a:pt x="13338" y="47941"/>
                        <a:pt x="13338" y="51041"/>
                      </a:cubicBezTo>
                      <a:cubicBezTo>
                        <a:pt x="13338" y="54177"/>
                        <a:pt x="13588" y="56828"/>
                        <a:pt x="14096" y="58994"/>
                      </a:cubicBezTo>
                      <a:cubicBezTo>
                        <a:pt x="14600" y="61196"/>
                        <a:pt x="15325" y="62951"/>
                        <a:pt x="16266" y="64333"/>
                      </a:cubicBezTo>
                      <a:cubicBezTo>
                        <a:pt x="17207" y="65714"/>
                        <a:pt x="18357" y="66722"/>
                        <a:pt x="19717" y="67320"/>
                      </a:cubicBezTo>
                      <a:cubicBezTo>
                        <a:pt x="21076" y="67917"/>
                        <a:pt x="22593" y="68216"/>
                        <a:pt x="24266" y="6821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3" name="Google Shape;2103;p90"/>
                <p:cNvSpPr/>
                <p:nvPr/>
              </p:nvSpPr>
              <p:spPr>
                <a:xfrm>
                  <a:off x="3758404" y="5332449"/>
                  <a:ext cx="67139" cy="75608"/>
                </a:xfrm>
                <a:custGeom>
                  <a:rect b="b" l="l" r="r" t="t"/>
                  <a:pathLst>
                    <a:path extrusionOk="0" h="75608" w="67139">
                      <a:moveTo>
                        <a:pt x="67139" y="37823"/>
                      </a:moveTo>
                      <a:cubicBezTo>
                        <a:pt x="67139" y="43349"/>
                        <a:pt x="66217" y="48427"/>
                        <a:pt x="64372" y="53057"/>
                      </a:cubicBezTo>
                      <a:cubicBezTo>
                        <a:pt x="62519" y="57724"/>
                        <a:pt x="59923" y="61682"/>
                        <a:pt x="56581"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1" y="10604"/>
                      </a:cubicBezTo>
                      <a:cubicBezTo>
                        <a:pt x="59923" y="13927"/>
                        <a:pt x="62519" y="17922"/>
                        <a:pt x="64372" y="22552"/>
                      </a:cubicBezTo>
                      <a:cubicBezTo>
                        <a:pt x="66217" y="27182"/>
                        <a:pt x="67139" y="32260"/>
                        <a:pt x="67139" y="37823"/>
                      </a:cubicBezTo>
                      <a:close/>
                      <a:moveTo>
                        <a:pt x="52760" y="37823"/>
                      </a:moveTo>
                      <a:cubicBezTo>
                        <a:pt x="52760" y="33679"/>
                        <a:pt x="52203" y="29945"/>
                        <a:pt x="51086" y="26659"/>
                      </a:cubicBezTo>
                      <a:cubicBezTo>
                        <a:pt x="49970" y="23373"/>
                        <a:pt x="48386" y="20573"/>
                        <a:pt x="46332" y="18296"/>
                      </a:cubicBezTo>
                      <a:cubicBezTo>
                        <a:pt x="44274" y="16018"/>
                        <a:pt x="41772" y="14263"/>
                        <a:pt x="38828" y="13031"/>
                      </a:cubicBezTo>
                      <a:cubicBezTo>
                        <a:pt x="35882" y="11799"/>
                        <a:pt x="32557" y="11201"/>
                        <a:pt x="28867" y="11201"/>
                      </a:cubicBezTo>
                      <a:lnTo>
                        <a:pt x="14170" y="11201"/>
                      </a:lnTo>
                      <a:lnTo>
                        <a:pt x="14170" y="64407"/>
                      </a:lnTo>
                      <a:lnTo>
                        <a:pt x="28867" y="64407"/>
                      </a:lnTo>
                      <a:cubicBezTo>
                        <a:pt x="32557" y="64407"/>
                        <a:pt x="35882" y="63810"/>
                        <a:pt x="38828" y="62578"/>
                      </a:cubicBezTo>
                      <a:cubicBezTo>
                        <a:pt x="41772" y="61383"/>
                        <a:pt x="44274" y="59629"/>
                        <a:pt x="46332" y="57351"/>
                      </a:cubicBezTo>
                      <a:cubicBezTo>
                        <a:pt x="48386" y="55036"/>
                        <a:pt x="49970" y="52273"/>
                        <a:pt x="51086" y="48987"/>
                      </a:cubicBezTo>
                      <a:cubicBezTo>
                        <a:pt x="52203" y="45664"/>
                        <a:pt x="52760" y="41968"/>
                        <a:pt x="52760" y="3782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4" name="Google Shape;2104;p90"/>
                <p:cNvSpPr/>
                <p:nvPr/>
              </p:nvSpPr>
              <p:spPr>
                <a:xfrm>
                  <a:off x="3833177" y="5353433"/>
                  <a:ext cx="44703" cy="55446"/>
                </a:xfrm>
                <a:custGeom>
                  <a:rect b="b" l="l" r="r" t="t"/>
                  <a:pathLst>
                    <a:path extrusionOk="0" h="55446" w="44703">
                      <a:moveTo>
                        <a:pt x="44703" y="54625"/>
                      </a:moveTo>
                      <a:lnTo>
                        <a:pt x="38903" y="54625"/>
                      </a:lnTo>
                      <a:cubicBezTo>
                        <a:pt x="37685" y="54625"/>
                        <a:pt x="36726" y="54438"/>
                        <a:pt x="36027" y="54065"/>
                      </a:cubicBezTo>
                      <a:cubicBezTo>
                        <a:pt x="35329" y="53691"/>
                        <a:pt x="34806" y="52945"/>
                        <a:pt x="34458" y="51862"/>
                      </a:cubicBezTo>
                      <a:lnTo>
                        <a:pt x="33308" y="48016"/>
                      </a:lnTo>
                      <a:cubicBezTo>
                        <a:pt x="31949" y="49248"/>
                        <a:pt x="30615" y="50331"/>
                        <a:pt x="29308" y="51265"/>
                      </a:cubicBezTo>
                      <a:cubicBezTo>
                        <a:pt x="28001" y="52161"/>
                        <a:pt x="26652" y="52945"/>
                        <a:pt x="25256" y="53579"/>
                      </a:cubicBezTo>
                      <a:cubicBezTo>
                        <a:pt x="23859"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16" y="49024"/>
                        <a:pt x="1150" y="47232"/>
                      </a:cubicBezTo>
                      <a:cubicBezTo>
                        <a:pt x="381" y="45402"/>
                        <a:pt x="0" y="43274"/>
                        <a:pt x="0" y="40885"/>
                      </a:cubicBezTo>
                      <a:cubicBezTo>
                        <a:pt x="0" y="38831"/>
                        <a:pt x="530" y="36852"/>
                        <a:pt x="1595" y="34873"/>
                      </a:cubicBezTo>
                      <a:cubicBezTo>
                        <a:pt x="2659" y="32894"/>
                        <a:pt x="4426" y="31102"/>
                        <a:pt x="6902" y="29534"/>
                      </a:cubicBezTo>
                      <a:cubicBezTo>
                        <a:pt x="9378" y="27929"/>
                        <a:pt x="12669" y="26621"/>
                        <a:pt x="16785" y="25576"/>
                      </a:cubicBezTo>
                      <a:cubicBezTo>
                        <a:pt x="20897" y="24531"/>
                        <a:pt x="26006" y="23970"/>
                        <a:pt x="32105" y="23970"/>
                      </a:cubicBezTo>
                      <a:lnTo>
                        <a:pt x="32105" y="20834"/>
                      </a:lnTo>
                      <a:cubicBezTo>
                        <a:pt x="32105" y="17213"/>
                        <a:pt x="31347" y="14524"/>
                        <a:pt x="29831" y="12807"/>
                      </a:cubicBezTo>
                      <a:cubicBezTo>
                        <a:pt x="28315" y="11052"/>
                        <a:pt x="26111" y="10193"/>
                        <a:pt x="23216" y="10193"/>
                      </a:cubicBezTo>
                      <a:cubicBezTo>
                        <a:pt x="21125" y="10193"/>
                        <a:pt x="19381" y="10417"/>
                        <a:pt x="17987" y="10902"/>
                      </a:cubicBezTo>
                      <a:cubicBezTo>
                        <a:pt x="16591" y="11425"/>
                        <a:pt x="15380" y="11948"/>
                        <a:pt x="14353" y="12583"/>
                      </a:cubicBezTo>
                      <a:cubicBezTo>
                        <a:pt x="13322" y="13180"/>
                        <a:pt x="12374" y="13740"/>
                        <a:pt x="11504" y="14225"/>
                      </a:cubicBezTo>
                      <a:cubicBezTo>
                        <a:pt x="10630" y="14711"/>
                        <a:pt x="9673" y="14935"/>
                        <a:pt x="8628" y="14935"/>
                      </a:cubicBezTo>
                      <a:cubicBezTo>
                        <a:pt x="7757" y="14935"/>
                        <a:pt x="7007" y="14711"/>
                        <a:pt x="6379" y="14263"/>
                      </a:cubicBezTo>
                      <a:cubicBezTo>
                        <a:pt x="5752" y="13815"/>
                        <a:pt x="5248" y="13255"/>
                        <a:pt x="4863" y="12583"/>
                      </a:cubicBezTo>
                      <a:lnTo>
                        <a:pt x="2510" y="8475"/>
                      </a:lnTo>
                      <a:cubicBezTo>
                        <a:pt x="8680" y="2837"/>
                        <a:pt x="16120" y="0"/>
                        <a:pt x="24837" y="0"/>
                      </a:cubicBezTo>
                      <a:cubicBezTo>
                        <a:pt x="27975" y="0"/>
                        <a:pt x="30772" y="522"/>
                        <a:pt x="33230" y="1531"/>
                      </a:cubicBezTo>
                      <a:cubicBezTo>
                        <a:pt x="35687" y="2576"/>
                        <a:pt x="37771" y="3995"/>
                        <a:pt x="39478" y="5824"/>
                      </a:cubicBezTo>
                      <a:cubicBezTo>
                        <a:pt x="41185" y="7654"/>
                        <a:pt x="42485" y="9857"/>
                        <a:pt x="43374" y="12396"/>
                      </a:cubicBezTo>
                      <a:cubicBezTo>
                        <a:pt x="44263" y="14935"/>
                        <a:pt x="44703" y="17735"/>
                        <a:pt x="44703" y="20760"/>
                      </a:cubicBezTo>
                      <a:lnTo>
                        <a:pt x="44703" y="54625"/>
                      </a:lnTo>
                      <a:close/>
                      <a:moveTo>
                        <a:pt x="19608" y="46560"/>
                      </a:moveTo>
                      <a:cubicBezTo>
                        <a:pt x="20931" y="46560"/>
                        <a:pt x="22152" y="46448"/>
                        <a:pt x="23269" y="46224"/>
                      </a:cubicBezTo>
                      <a:cubicBezTo>
                        <a:pt x="24382" y="45962"/>
                        <a:pt x="25439" y="45627"/>
                        <a:pt x="26432" y="45141"/>
                      </a:cubicBezTo>
                      <a:cubicBezTo>
                        <a:pt x="27426" y="44656"/>
                        <a:pt x="28382" y="44058"/>
                        <a:pt x="29308" y="43349"/>
                      </a:cubicBezTo>
                      <a:cubicBezTo>
                        <a:pt x="30231" y="42639"/>
                        <a:pt x="31164" y="41818"/>
                        <a:pt x="32105" y="40847"/>
                      </a:cubicBezTo>
                      <a:lnTo>
                        <a:pt x="32105" y="31886"/>
                      </a:lnTo>
                      <a:cubicBezTo>
                        <a:pt x="28341" y="31886"/>
                        <a:pt x="25196" y="32110"/>
                        <a:pt x="22667" y="32596"/>
                      </a:cubicBezTo>
                      <a:cubicBezTo>
                        <a:pt x="20139" y="33081"/>
                        <a:pt x="18107" y="33678"/>
                        <a:pt x="16576" y="34425"/>
                      </a:cubicBezTo>
                      <a:cubicBezTo>
                        <a:pt x="15041" y="35134"/>
                        <a:pt x="13950" y="35993"/>
                        <a:pt x="13308" y="37001"/>
                      </a:cubicBezTo>
                      <a:cubicBezTo>
                        <a:pt x="12661" y="37972"/>
                        <a:pt x="12340" y="39055"/>
                        <a:pt x="12340" y="40212"/>
                      </a:cubicBezTo>
                      <a:cubicBezTo>
                        <a:pt x="12340" y="42490"/>
                        <a:pt x="13009" y="44096"/>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5" name="Google Shape;2105;p90"/>
                <p:cNvSpPr/>
                <p:nvPr/>
              </p:nvSpPr>
              <p:spPr>
                <a:xfrm>
                  <a:off x="3885728" y="5338013"/>
                  <a:ext cx="36550" cy="70866"/>
                </a:xfrm>
                <a:custGeom>
                  <a:rect b="b" l="l" r="r" t="t"/>
                  <a:pathLst>
                    <a:path extrusionOk="0" h="70866" w="36550">
                      <a:moveTo>
                        <a:pt x="22488" y="70867"/>
                      </a:moveTo>
                      <a:cubicBezTo>
                        <a:pt x="17846" y="70867"/>
                        <a:pt x="14275" y="69560"/>
                        <a:pt x="11765" y="66946"/>
                      </a:cubicBezTo>
                      <a:cubicBezTo>
                        <a:pt x="9259" y="64295"/>
                        <a:pt x="8004" y="60674"/>
                        <a:pt x="8004" y="56043"/>
                      </a:cubicBezTo>
                      <a:lnTo>
                        <a:pt x="8004" y="26062"/>
                      </a:lnTo>
                      <a:lnTo>
                        <a:pt x="2566"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4"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06" name="Google Shape;2106;p90"/>
                <p:cNvSpPr/>
                <p:nvPr/>
              </p:nvSpPr>
              <p:spPr>
                <a:xfrm>
                  <a:off x="3928396" y="5353433"/>
                  <a:ext cx="44707" cy="55446"/>
                </a:xfrm>
                <a:custGeom>
                  <a:rect b="b" l="l" r="r" t="t"/>
                  <a:pathLst>
                    <a:path extrusionOk="0" h="55446" w="44707">
                      <a:moveTo>
                        <a:pt x="44707" y="54625"/>
                      </a:moveTo>
                      <a:lnTo>
                        <a:pt x="38903" y="54625"/>
                      </a:lnTo>
                      <a:cubicBezTo>
                        <a:pt x="37685" y="54625"/>
                        <a:pt x="36726" y="54438"/>
                        <a:pt x="36027" y="54065"/>
                      </a:cubicBezTo>
                      <a:cubicBezTo>
                        <a:pt x="35329" y="53691"/>
                        <a:pt x="34806" y="52945"/>
                        <a:pt x="34459" y="51862"/>
                      </a:cubicBezTo>
                      <a:lnTo>
                        <a:pt x="33308" y="48016"/>
                      </a:lnTo>
                      <a:cubicBezTo>
                        <a:pt x="31952" y="49248"/>
                        <a:pt x="30615" y="50331"/>
                        <a:pt x="29312" y="51265"/>
                      </a:cubicBezTo>
                      <a:cubicBezTo>
                        <a:pt x="28001" y="52161"/>
                        <a:pt x="26653" y="52945"/>
                        <a:pt x="25259" y="53579"/>
                      </a:cubicBezTo>
                      <a:cubicBezTo>
                        <a:pt x="23863"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0" y="47232"/>
                      </a:cubicBezTo>
                      <a:cubicBezTo>
                        <a:pt x="381" y="45402"/>
                        <a:pt x="0" y="43274"/>
                        <a:pt x="0" y="40885"/>
                      </a:cubicBezTo>
                      <a:cubicBezTo>
                        <a:pt x="0" y="38831"/>
                        <a:pt x="530" y="36852"/>
                        <a:pt x="1595" y="34873"/>
                      </a:cubicBezTo>
                      <a:cubicBezTo>
                        <a:pt x="2659" y="32894"/>
                        <a:pt x="4426" y="31102"/>
                        <a:pt x="6906" y="29534"/>
                      </a:cubicBezTo>
                      <a:cubicBezTo>
                        <a:pt x="9378" y="27929"/>
                        <a:pt x="12669" y="26621"/>
                        <a:pt x="16785" y="25576"/>
                      </a:cubicBezTo>
                      <a:cubicBezTo>
                        <a:pt x="20901" y="24531"/>
                        <a:pt x="26006" y="23970"/>
                        <a:pt x="32109" y="23970"/>
                      </a:cubicBezTo>
                      <a:lnTo>
                        <a:pt x="32109" y="20834"/>
                      </a:lnTo>
                      <a:cubicBezTo>
                        <a:pt x="32109" y="17213"/>
                        <a:pt x="31347" y="14524"/>
                        <a:pt x="29831" y="12807"/>
                      </a:cubicBezTo>
                      <a:cubicBezTo>
                        <a:pt x="28315" y="11052"/>
                        <a:pt x="26111" y="10193"/>
                        <a:pt x="23216" y="10193"/>
                      </a:cubicBezTo>
                      <a:cubicBezTo>
                        <a:pt x="21125" y="10193"/>
                        <a:pt x="19381" y="10417"/>
                        <a:pt x="17987" y="10902"/>
                      </a:cubicBezTo>
                      <a:cubicBezTo>
                        <a:pt x="16591" y="11425"/>
                        <a:pt x="15381" y="11948"/>
                        <a:pt x="14353" y="12583"/>
                      </a:cubicBezTo>
                      <a:cubicBezTo>
                        <a:pt x="13323" y="13180"/>
                        <a:pt x="12374" y="13740"/>
                        <a:pt x="11504" y="14225"/>
                      </a:cubicBezTo>
                      <a:cubicBezTo>
                        <a:pt x="10633" y="14711"/>
                        <a:pt x="9673" y="14935"/>
                        <a:pt x="8628" y="14935"/>
                      </a:cubicBezTo>
                      <a:cubicBezTo>
                        <a:pt x="7757" y="14935"/>
                        <a:pt x="7007" y="14711"/>
                        <a:pt x="6379" y="14263"/>
                      </a:cubicBezTo>
                      <a:cubicBezTo>
                        <a:pt x="5752" y="13815"/>
                        <a:pt x="5248"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3" y="14935"/>
                        <a:pt x="44707" y="17735"/>
                        <a:pt x="44707" y="20760"/>
                      </a:cubicBezTo>
                      <a:lnTo>
                        <a:pt x="44707" y="54625"/>
                      </a:lnTo>
                      <a:close/>
                      <a:moveTo>
                        <a:pt x="19608" y="46560"/>
                      </a:moveTo>
                      <a:cubicBezTo>
                        <a:pt x="20931" y="46560"/>
                        <a:pt x="22156" y="46448"/>
                        <a:pt x="23269" y="46224"/>
                      </a:cubicBezTo>
                      <a:cubicBezTo>
                        <a:pt x="24382" y="45962"/>
                        <a:pt x="25439" y="45627"/>
                        <a:pt x="26432" y="45141"/>
                      </a:cubicBezTo>
                      <a:cubicBezTo>
                        <a:pt x="27426" y="44656"/>
                        <a:pt x="28386" y="44058"/>
                        <a:pt x="29312" y="43349"/>
                      </a:cubicBezTo>
                      <a:cubicBezTo>
                        <a:pt x="30234" y="42639"/>
                        <a:pt x="31164" y="41818"/>
                        <a:pt x="32109" y="40847"/>
                      </a:cubicBezTo>
                      <a:lnTo>
                        <a:pt x="32109" y="31886"/>
                      </a:lnTo>
                      <a:cubicBezTo>
                        <a:pt x="28341" y="31886"/>
                        <a:pt x="25196" y="32110"/>
                        <a:pt x="22667" y="32596"/>
                      </a:cubicBezTo>
                      <a:cubicBezTo>
                        <a:pt x="20139" y="33081"/>
                        <a:pt x="18111" y="33678"/>
                        <a:pt x="16576" y="34425"/>
                      </a:cubicBezTo>
                      <a:cubicBezTo>
                        <a:pt x="15041" y="35134"/>
                        <a:pt x="13950" y="35993"/>
                        <a:pt x="13308"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107" name="Google Shape;2107;p90"/>
              <p:cNvSpPr/>
              <p:nvPr/>
            </p:nvSpPr>
            <p:spPr>
              <a:xfrm>
                <a:off x="3748402" y="4843658"/>
                <a:ext cx="232876" cy="258193"/>
              </a:xfrm>
              <a:custGeom>
                <a:rect b="b" l="l" r="r" t="t"/>
                <a:pathLst>
                  <a:path extrusionOk="0" h="258193" w="232876">
                    <a:moveTo>
                      <a:pt x="116396" y="0"/>
                    </a:moveTo>
                    <a:cubicBezTo>
                      <a:pt x="58534" y="0"/>
                      <a:pt x="0" y="16862"/>
                      <a:pt x="0" y="49133"/>
                    </a:cubicBezTo>
                    <a:lnTo>
                      <a:pt x="0" y="209057"/>
                    </a:lnTo>
                    <a:cubicBezTo>
                      <a:pt x="0" y="241317"/>
                      <a:pt x="58616" y="258194"/>
                      <a:pt x="116396" y="258194"/>
                    </a:cubicBezTo>
                    <a:cubicBezTo>
                      <a:pt x="174179" y="258194"/>
                      <a:pt x="232877" y="241317"/>
                      <a:pt x="232877" y="209057"/>
                    </a:cubicBezTo>
                    <a:lnTo>
                      <a:pt x="232877" y="49133"/>
                    </a:lnTo>
                    <a:cubicBezTo>
                      <a:pt x="232877" y="16862"/>
                      <a:pt x="174261" y="0"/>
                      <a:pt x="116396" y="0"/>
                    </a:cubicBezTo>
                    <a:close/>
                    <a:moveTo>
                      <a:pt x="42302" y="202934"/>
                    </a:moveTo>
                    <a:cubicBezTo>
                      <a:pt x="42302" y="207004"/>
                      <a:pt x="38847" y="210327"/>
                      <a:pt x="34619" y="210327"/>
                    </a:cubicBezTo>
                    <a:lnTo>
                      <a:pt x="34526" y="210327"/>
                    </a:lnTo>
                    <a:cubicBezTo>
                      <a:pt x="30301" y="210327"/>
                      <a:pt x="26839" y="207004"/>
                      <a:pt x="26839" y="202934"/>
                    </a:cubicBezTo>
                    <a:lnTo>
                      <a:pt x="26839" y="124689"/>
                    </a:lnTo>
                    <a:cubicBezTo>
                      <a:pt x="26839" y="120619"/>
                      <a:pt x="30294" y="117285"/>
                      <a:pt x="34526" y="117285"/>
                    </a:cubicBezTo>
                    <a:lnTo>
                      <a:pt x="34619" y="117285"/>
                    </a:lnTo>
                    <a:cubicBezTo>
                      <a:pt x="38840" y="117285"/>
                      <a:pt x="42302" y="120616"/>
                      <a:pt x="42302" y="124689"/>
                    </a:cubicBezTo>
                    <a:lnTo>
                      <a:pt x="42302" y="202934"/>
                    </a:lnTo>
                    <a:close/>
                    <a:moveTo>
                      <a:pt x="65694" y="221117"/>
                    </a:moveTo>
                    <a:cubicBezTo>
                      <a:pt x="65694" y="225224"/>
                      <a:pt x="62213" y="228548"/>
                      <a:pt x="57962" y="228548"/>
                    </a:cubicBezTo>
                    <a:cubicBezTo>
                      <a:pt x="53716" y="228548"/>
                      <a:pt x="50235" y="225224"/>
                      <a:pt x="50235" y="221117"/>
                    </a:cubicBezTo>
                    <a:lnTo>
                      <a:pt x="50235" y="106495"/>
                    </a:lnTo>
                    <a:cubicBezTo>
                      <a:pt x="50235" y="102395"/>
                      <a:pt x="53716" y="99046"/>
                      <a:pt x="57962" y="99046"/>
                    </a:cubicBezTo>
                    <a:cubicBezTo>
                      <a:pt x="62213" y="99046"/>
                      <a:pt x="65694" y="102402"/>
                      <a:pt x="65694" y="106495"/>
                    </a:cubicBezTo>
                    <a:lnTo>
                      <a:pt x="65694" y="221117"/>
                    </a:lnTo>
                    <a:close/>
                    <a:moveTo>
                      <a:pt x="89082" y="202934"/>
                    </a:moveTo>
                    <a:cubicBezTo>
                      <a:pt x="89082" y="207004"/>
                      <a:pt x="85623" y="210327"/>
                      <a:pt x="81395" y="210327"/>
                    </a:cubicBezTo>
                    <a:lnTo>
                      <a:pt x="81302" y="210327"/>
                    </a:lnTo>
                    <a:cubicBezTo>
                      <a:pt x="77078" y="210327"/>
                      <a:pt x="73616" y="207004"/>
                      <a:pt x="73616" y="202934"/>
                    </a:cubicBezTo>
                    <a:lnTo>
                      <a:pt x="73616" y="124689"/>
                    </a:lnTo>
                    <a:cubicBezTo>
                      <a:pt x="73616" y="120619"/>
                      <a:pt x="77074" y="117285"/>
                      <a:pt x="81302" y="117285"/>
                    </a:cubicBezTo>
                    <a:lnTo>
                      <a:pt x="81395" y="117285"/>
                    </a:lnTo>
                    <a:cubicBezTo>
                      <a:pt x="85620" y="117285"/>
                      <a:pt x="89082" y="120616"/>
                      <a:pt x="89082" y="124689"/>
                    </a:cubicBezTo>
                    <a:lnTo>
                      <a:pt x="89082" y="202934"/>
                    </a:lnTo>
                    <a:close/>
                    <a:moveTo>
                      <a:pt x="112470" y="182361"/>
                    </a:moveTo>
                    <a:cubicBezTo>
                      <a:pt x="112470" y="186468"/>
                      <a:pt x="108989" y="189791"/>
                      <a:pt x="104739" y="189791"/>
                    </a:cubicBezTo>
                    <a:cubicBezTo>
                      <a:pt x="100492" y="189791"/>
                      <a:pt x="97011" y="186431"/>
                      <a:pt x="97011" y="182361"/>
                    </a:cubicBezTo>
                    <a:lnTo>
                      <a:pt x="97011" y="145262"/>
                    </a:lnTo>
                    <a:cubicBezTo>
                      <a:pt x="97011" y="141163"/>
                      <a:pt x="100492" y="137817"/>
                      <a:pt x="104739" y="137817"/>
                    </a:cubicBezTo>
                    <a:cubicBezTo>
                      <a:pt x="108989" y="137817"/>
                      <a:pt x="112470" y="141170"/>
                      <a:pt x="112470" y="145262"/>
                    </a:cubicBezTo>
                    <a:lnTo>
                      <a:pt x="112470" y="182361"/>
                    </a:lnTo>
                    <a:close/>
                    <a:moveTo>
                      <a:pt x="135858" y="191621"/>
                    </a:moveTo>
                    <a:cubicBezTo>
                      <a:pt x="135858" y="195728"/>
                      <a:pt x="132377" y="199088"/>
                      <a:pt x="128131" y="199088"/>
                    </a:cubicBezTo>
                    <a:cubicBezTo>
                      <a:pt x="123880" y="199088"/>
                      <a:pt x="120399" y="195728"/>
                      <a:pt x="120399" y="191621"/>
                    </a:cubicBezTo>
                    <a:lnTo>
                      <a:pt x="120399" y="135991"/>
                    </a:lnTo>
                    <a:cubicBezTo>
                      <a:pt x="120399" y="131895"/>
                      <a:pt x="123880" y="128546"/>
                      <a:pt x="128131" y="128546"/>
                    </a:cubicBezTo>
                    <a:cubicBezTo>
                      <a:pt x="132377" y="128546"/>
                      <a:pt x="135858" y="131899"/>
                      <a:pt x="135858" y="135991"/>
                    </a:cubicBezTo>
                    <a:lnTo>
                      <a:pt x="135858" y="191621"/>
                    </a:lnTo>
                    <a:close/>
                    <a:moveTo>
                      <a:pt x="159246" y="202934"/>
                    </a:moveTo>
                    <a:cubicBezTo>
                      <a:pt x="159246" y="207004"/>
                      <a:pt x="155792" y="210327"/>
                      <a:pt x="151564" y="210327"/>
                    </a:cubicBezTo>
                    <a:lnTo>
                      <a:pt x="151467" y="210327"/>
                    </a:lnTo>
                    <a:cubicBezTo>
                      <a:pt x="147246" y="210327"/>
                      <a:pt x="143784" y="207004"/>
                      <a:pt x="143784" y="202934"/>
                    </a:cubicBezTo>
                    <a:lnTo>
                      <a:pt x="143784" y="124697"/>
                    </a:lnTo>
                    <a:cubicBezTo>
                      <a:pt x="143784" y="120627"/>
                      <a:pt x="147239" y="117289"/>
                      <a:pt x="151467" y="117289"/>
                    </a:cubicBezTo>
                    <a:lnTo>
                      <a:pt x="151564" y="117289"/>
                    </a:lnTo>
                    <a:cubicBezTo>
                      <a:pt x="155784" y="117289"/>
                      <a:pt x="159246" y="120619"/>
                      <a:pt x="159246" y="124697"/>
                    </a:cubicBezTo>
                    <a:lnTo>
                      <a:pt x="159246" y="202934"/>
                    </a:lnTo>
                    <a:close/>
                    <a:moveTo>
                      <a:pt x="182635" y="221117"/>
                    </a:moveTo>
                    <a:cubicBezTo>
                      <a:pt x="182635" y="225224"/>
                      <a:pt x="179154" y="228585"/>
                      <a:pt x="174907" y="228585"/>
                    </a:cubicBezTo>
                    <a:cubicBezTo>
                      <a:pt x="170660" y="228585"/>
                      <a:pt x="167179" y="225224"/>
                      <a:pt x="167179" y="221117"/>
                    </a:cubicBezTo>
                    <a:lnTo>
                      <a:pt x="167179" y="106502"/>
                    </a:lnTo>
                    <a:cubicBezTo>
                      <a:pt x="167179" y="102402"/>
                      <a:pt x="170660" y="99053"/>
                      <a:pt x="174907" y="99053"/>
                    </a:cubicBezTo>
                    <a:cubicBezTo>
                      <a:pt x="179154" y="99053"/>
                      <a:pt x="182635" y="102406"/>
                      <a:pt x="182635" y="106502"/>
                    </a:cubicBezTo>
                    <a:lnTo>
                      <a:pt x="182635" y="221117"/>
                    </a:lnTo>
                    <a:close/>
                    <a:moveTo>
                      <a:pt x="206026" y="202934"/>
                    </a:moveTo>
                    <a:cubicBezTo>
                      <a:pt x="206026" y="207004"/>
                      <a:pt x="202568" y="210327"/>
                      <a:pt x="198340" y="210327"/>
                    </a:cubicBezTo>
                    <a:lnTo>
                      <a:pt x="198247" y="210327"/>
                    </a:lnTo>
                    <a:cubicBezTo>
                      <a:pt x="194022" y="210327"/>
                      <a:pt x="190560" y="207004"/>
                      <a:pt x="190560" y="202934"/>
                    </a:cubicBezTo>
                    <a:lnTo>
                      <a:pt x="190560" y="124697"/>
                    </a:lnTo>
                    <a:cubicBezTo>
                      <a:pt x="190560" y="120627"/>
                      <a:pt x="194015" y="117289"/>
                      <a:pt x="198247" y="117289"/>
                    </a:cubicBezTo>
                    <a:lnTo>
                      <a:pt x="198340" y="117289"/>
                    </a:lnTo>
                    <a:cubicBezTo>
                      <a:pt x="202560" y="117289"/>
                      <a:pt x="206026" y="120619"/>
                      <a:pt x="206026" y="124697"/>
                    </a:cubicBezTo>
                    <a:lnTo>
                      <a:pt x="206026" y="202934"/>
                    </a:lnTo>
                    <a:close/>
                    <a:moveTo>
                      <a:pt x="116384" y="78596"/>
                    </a:moveTo>
                    <a:cubicBezTo>
                      <a:pt x="57768" y="78596"/>
                      <a:pt x="20423" y="61170"/>
                      <a:pt x="20423" y="49144"/>
                    </a:cubicBezTo>
                    <a:cubicBezTo>
                      <a:pt x="20423" y="37121"/>
                      <a:pt x="57858" y="19696"/>
                      <a:pt x="116384" y="19696"/>
                    </a:cubicBezTo>
                    <a:cubicBezTo>
                      <a:pt x="174914" y="19696"/>
                      <a:pt x="212436" y="37121"/>
                      <a:pt x="212436" y="49144"/>
                    </a:cubicBezTo>
                    <a:cubicBezTo>
                      <a:pt x="212436" y="61170"/>
                      <a:pt x="175000" y="78596"/>
                      <a:pt x="116384" y="78596"/>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08" name="Google Shape;2108;p90"/>
            <p:cNvGrpSpPr/>
            <p:nvPr/>
          </p:nvGrpSpPr>
          <p:grpSpPr>
            <a:xfrm>
              <a:off x="4993946" y="4057758"/>
              <a:ext cx="255301" cy="151301"/>
              <a:chOff x="6520527" y="5207144"/>
              <a:chExt cx="340401" cy="201735"/>
            </a:xfrm>
          </p:grpSpPr>
          <p:sp>
            <p:nvSpPr>
              <p:cNvPr id="2109" name="Google Shape;2109;p90"/>
              <p:cNvSpPr/>
              <p:nvPr/>
            </p:nvSpPr>
            <p:spPr>
              <a:xfrm>
                <a:off x="6520527" y="5209235"/>
                <a:ext cx="14118" cy="75608"/>
              </a:xfrm>
              <a:custGeom>
                <a:rect b="b" l="l" r="r" t="t"/>
                <a:pathLst>
                  <a:path extrusionOk="0" h="75608" w="14118">
                    <a:moveTo>
                      <a:pt x="14118" y="75609"/>
                    </a:moveTo>
                    <a:lnTo>
                      <a:pt x="0" y="75609"/>
                    </a:lnTo>
                    <a:lnTo>
                      <a:pt x="0" y="0"/>
                    </a:lnTo>
                    <a:lnTo>
                      <a:pt x="14118" y="0"/>
                    </a:lnTo>
                    <a:lnTo>
                      <a:pt x="14118" y="7560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0" name="Google Shape;2110;p90"/>
              <p:cNvSpPr/>
              <p:nvPr/>
            </p:nvSpPr>
            <p:spPr>
              <a:xfrm>
                <a:off x="6547306" y="5230368"/>
                <a:ext cx="45230" cy="55259"/>
              </a:xfrm>
              <a:custGeom>
                <a:rect b="b" l="l" r="r" t="t"/>
                <a:pathLst>
                  <a:path extrusionOk="0" h="55259" w="45230">
                    <a:moveTo>
                      <a:pt x="41309" y="12172"/>
                    </a:moveTo>
                    <a:cubicBezTo>
                      <a:pt x="40935" y="12658"/>
                      <a:pt x="40561" y="13068"/>
                      <a:pt x="40188" y="13330"/>
                    </a:cubicBezTo>
                    <a:cubicBezTo>
                      <a:pt x="39815" y="13591"/>
                      <a:pt x="39292" y="13740"/>
                      <a:pt x="38582" y="13740"/>
                    </a:cubicBezTo>
                    <a:cubicBezTo>
                      <a:pt x="37947" y="13740"/>
                      <a:pt x="37312" y="13554"/>
                      <a:pt x="36677" y="13143"/>
                    </a:cubicBezTo>
                    <a:cubicBezTo>
                      <a:pt x="36042" y="12732"/>
                      <a:pt x="35295" y="12284"/>
                      <a:pt x="34399" y="11799"/>
                    </a:cubicBezTo>
                    <a:cubicBezTo>
                      <a:pt x="33540" y="11276"/>
                      <a:pt x="32494" y="10828"/>
                      <a:pt x="31299" y="10417"/>
                    </a:cubicBezTo>
                    <a:cubicBezTo>
                      <a:pt x="30104" y="10044"/>
                      <a:pt x="28610" y="9820"/>
                      <a:pt x="26854" y="9820"/>
                    </a:cubicBezTo>
                    <a:cubicBezTo>
                      <a:pt x="24576" y="9820"/>
                      <a:pt x="22597" y="10230"/>
                      <a:pt x="20878" y="11052"/>
                    </a:cubicBezTo>
                    <a:cubicBezTo>
                      <a:pt x="19160" y="11874"/>
                      <a:pt x="17741" y="13068"/>
                      <a:pt x="16620" y="14599"/>
                    </a:cubicBezTo>
                    <a:cubicBezTo>
                      <a:pt x="15463" y="16130"/>
                      <a:pt x="14641" y="17960"/>
                      <a:pt x="14081" y="20162"/>
                    </a:cubicBezTo>
                    <a:cubicBezTo>
                      <a:pt x="13520" y="22328"/>
                      <a:pt x="13222" y="24792"/>
                      <a:pt x="13222" y="27555"/>
                    </a:cubicBezTo>
                    <a:cubicBezTo>
                      <a:pt x="13222" y="30393"/>
                      <a:pt x="13558" y="32932"/>
                      <a:pt x="14156" y="35172"/>
                    </a:cubicBezTo>
                    <a:cubicBezTo>
                      <a:pt x="14753" y="37412"/>
                      <a:pt x="15650" y="39279"/>
                      <a:pt x="16807" y="40810"/>
                    </a:cubicBezTo>
                    <a:cubicBezTo>
                      <a:pt x="17928" y="42304"/>
                      <a:pt x="19347" y="43461"/>
                      <a:pt x="20990" y="44245"/>
                    </a:cubicBezTo>
                    <a:cubicBezTo>
                      <a:pt x="22634" y="45029"/>
                      <a:pt x="24464" y="45440"/>
                      <a:pt x="26518" y="45440"/>
                    </a:cubicBezTo>
                    <a:cubicBezTo>
                      <a:pt x="28572" y="45440"/>
                      <a:pt x="30253" y="45178"/>
                      <a:pt x="31523" y="44656"/>
                    </a:cubicBezTo>
                    <a:cubicBezTo>
                      <a:pt x="32793" y="44171"/>
                      <a:pt x="33876" y="43611"/>
                      <a:pt x="34735" y="42976"/>
                    </a:cubicBezTo>
                    <a:cubicBezTo>
                      <a:pt x="35594" y="42378"/>
                      <a:pt x="36378" y="41818"/>
                      <a:pt x="37013" y="41333"/>
                    </a:cubicBezTo>
                    <a:cubicBezTo>
                      <a:pt x="37648" y="40810"/>
                      <a:pt x="38358" y="40549"/>
                      <a:pt x="39179" y="40549"/>
                    </a:cubicBezTo>
                    <a:cubicBezTo>
                      <a:pt x="40225" y="40549"/>
                      <a:pt x="41010" y="40959"/>
                      <a:pt x="41532" y="41781"/>
                    </a:cubicBezTo>
                    <a:lnTo>
                      <a:pt x="45230" y="46486"/>
                    </a:lnTo>
                    <a:cubicBezTo>
                      <a:pt x="43811" y="48128"/>
                      <a:pt x="42280" y="49547"/>
                      <a:pt x="40599" y="50667"/>
                    </a:cubicBezTo>
                    <a:cubicBezTo>
                      <a:pt x="38918" y="51825"/>
                      <a:pt x="37162" y="52721"/>
                      <a:pt x="35370" y="53393"/>
                    </a:cubicBezTo>
                    <a:cubicBezTo>
                      <a:pt x="33577" y="54065"/>
                      <a:pt x="31747" y="54550"/>
                      <a:pt x="29805" y="54849"/>
                    </a:cubicBezTo>
                    <a:cubicBezTo>
                      <a:pt x="27900" y="55110"/>
                      <a:pt x="25995" y="55260"/>
                      <a:pt x="24128" y="55260"/>
                    </a:cubicBezTo>
                    <a:cubicBezTo>
                      <a:pt x="20804" y="55260"/>
                      <a:pt x="17704" y="54625"/>
                      <a:pt x="14753" y="53393"/>
                    </a:cubicBezTo>
                    <a:cubicBezTo>
                      <a:pt x="11840" y="52161"/>
                      <a:pt x="9263" y="50368"/>
                      <a:pt x="7096" y="47979"/>
                    </a:cubicBezTo>
                    <a:cubicBezTo>
                      <a:pt x="4930" y="45627"/>
                      <a:pt x="3175" y="42715"/>
                      <a:pt x="1905" y="39279"/>
                    </a:cubicBezTo>
                    <a:cubicBezTo>
                      <a:pt x="635" y="35844"/>
                      <a:pt x="0" y="31924"/>
                      <a:pt x="0" y="27555"/>
                    </a:cubicBezTo>
                    <a:cubicBezTo>
                      <a:pt x="0" y="23598"/>
                      <a:pt x="560" y="19976"/>
                      <a:pt x="1718" y="16616"/>
                    </a:cubicBezTo>
                    <a:cubicBezTo>
                      <a:pt x="2839" y="13255"/>
                      <a:pt x="4519" y="10305"/>
                      <a:pt x="6686" y="7878"/>
                    </a:cubicBezTo>
                    <a:cubicBezTo>
                      <a:pt x="8889" y="5414"/>
                      <a:pt x="11616" y="3473"/>
                      <a:pt x="14865" y="2091"/>
                    </a:cubicBezTo>
                    <a:cubicBezTo>
                      <a:pt x="18114" y="710"/>
                      <a:pt x="21849" y="0"/>
                      <a:pt x="26032" y="0"/>
                    </a:cubicBezTo>
                    <a:cubicBezTo>
                      <a:pt x="30066" y="0"/>
                      <a:pt x="33577" y="635"/>
                      <a:pt x="36603" y="1942"/>
                    </a:cubicBezTo>
                    <a:cubicBezTo>
                      <a:pt x="39590" y="3211"/>
                      <a:pt x="42317" y="5078"/>
                      <a:pt x="44707" y="7468"/>
                    </a:cubicBezTo>
                    <a:lnTo>
                      <a:pt x="41309" y="1217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1" name="Google Shape;2111;p90"/>
              <p:cNvSpPr/>
              <p:nvPr/>
            </p:nvSpPr>
            <p:spPr>
              <a:xfrm>
                <a:off x="6597205" y="5230368"/>
                <a:ext cx="49002" cy="55259"/>
              </a:xfrm>
              <a:custGeom>
                <a:rect b="b" l="l" r="r" t="t"/>
                <a:pathLst>
                  <a:path extrusionOk="0" h="55259" w="49002">
                    <a:moveTo>
                      <a:pt x="25771" y="0"/>
                    </a:moveTo>
                    <a:cubicBezTo>
                      <a:pt x="29170" y="0"/>
                      <a:pt x="32270" y="523"/>
                      <a:pt x="35108" y="1606"/>
                    </a:cubicBezTo>
                    <a:cubicBezTo>
                      <a:pt x="37947" y="2688"/>
                      <a:pt x="40412" y="4294"/>
                      <a:pt x="42466" y="6348"/>
                    </a:cubicBezTo>
                    <a:cubicBezTo>
                      <a:pt x="44521" y="8438"/>
                      <a:pt x="46126" y="10978"/>
                      <a:pt x="47247" y="14002"/>
                    </a:cubicBezTo>
                    <a:cubicBezTo>
                      <a:pt x="48405" y="16989"/>
                      <a:pt x="49002" y="20424"/>
                      <a:pt x="49002" y="24307"/>
                    </a:cubicBezTo>
                    <a:cubicBezTo>
                      <a:pt x="49002" y="25278"/>
                      <a:pt x="48928" y="26099"/>
                      <a:pt x="48853" y="26734"/>
                    </a:cubicBezTo>
                    <a:cubicBezTo>
                      <a:pt x="48778" y="27369"/>
                      <a:pt x="48629" y="27891"/>
                      <a:pt x="48405" y="28265"/>
                    </a:cubicBezTo>
                    <a:cubicBezTo>
                      <a:pt x="48143" y="28638"/>
                      <a:pt x="47845" y="28862"/>
                      <a:pt x="47471" y="29049"/>
                    </a:cubicBezTo>
                    <a:cubicBezTo>
                      <a:pt x="47097" y="29198"/>
                      <a:pt x="46612" y="29273"/>
                      <a:pt x="46015" y="29273"/>
                    </a:cubicBezTo>
                    <a:lnTo>
                      <a:pt x="12848" y="29273"/>
                    </a:lnTo>
                    <a:cubicBezTo>
                      <a:pt x="13259" y="34762"/>
                      <a:pt x="14716" y="38831"/>
                      <a:pt x="17293" y="41407"/>
                    </a:cubicBezTo>
                    <a:cubicBezTo>
                      <a:pt x="19870" y="43984"/>
                      <a:pt x="23306" y="45253"/>
                      <a:pt x="27564" y="45253"/>
                    </a:cubicBezTo>
                    <a:cubicBezTo>
                      <a:pt x="29656" y="45253"/>
                      <a:pt x="31448" y="45029"/>
                      <a:pt x="32980" y="44544"/>
                    </a:cubicBezTo>
                    <a:cubicBezTo>
                      <a:pt x="34473" y="44059"/>
                      <a:pt x="35818" y="43498"/>
                      <a:pt x="36939" y="42901"/>
                    </a:cubicBezTo>
                    <a:cubicBezTo>
                      <a:pt x="38059" y="42341"/>
                      <a:pt x="39068" y="41781"/>
                      <a:pt x="39927" y="41296"/>
                    </a:cubicBezTo>
                    <a:cubicBezTo>
                      <a:pt x="40786"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2" y="49547"/>
                      <a:pt x="43699" y="50667"/>
                    </a:cubicBezTo>
                    <a:cubicBezTo>
                      <a:pt x="41943" y="51825"/>
                      <a:pt x="40076" y="52721"/>
                      <a:pt x="38134" y="53393"/>
                    </a:cubicBezTo>
                    <a:cubicBezTo>
                      <a:pt x="36192" y="54065"/>
                      <a:pt x="34250" y="54550"/>
                      <a:pt x="32233" y="54849"/>
                    </a:cubicBezTo>
                    <a:cubicBezTo>
                      <a:pt x="30215"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5" y="16168"/>
                    </a:cubicBezTo>
                    <a:cubicBezTo>
                      <a:pt x="2951" y="12956"/>
                      <a:pt x="4669" y="10156"/>
                      <a:pt x="6872" y="7767"/>
                    </a:cubicBezTo>
                    <a:cubicBezTo>
                      <a:pt x="9076" y="5377"/>
                      <a:pt x="11803" y="3473"/>
                      <a:pt x="14977" y="2091"/>
                    </a:cubicBezTo>
                    <a:cubicBezTo>
                      <a:pt x="18152" y="710"/>
                      <a:pt x="21775" y="0"/>
                      <a:pt x="25771" y="0"/>
                    </a:cubicBezTo>
                    <a:close/>
                    <a:moveTo>
                      <a:pt x="26032" y="9260"/>
                    </a:moveTo>
                    <a:cubicBezTo>
                      <a:pt x="22261" y="9260"/>
                      <a:pt x="19310" y="10305"/>
                      <a:pt x="17181" y="12434"/>
                    </a:cubicBezTo>
                    <a:cubicBezTo>
                      <a:pt x="15089" y="14562"/>
                      <a:pt x="13707" y="17586"/>
                      <a:pt x="13110" y="21469"/>
                    </a:cubicBezTo>
                    <a:lnTo>
                      <a:pt x="37387" y="21469"/>
                    </a:lnTo>
                    <a:cubicBezTo>
                      <a:pt x="37387" y="19827"/>
                      <a:pt x="37163" y="18221"/>
                      <a:pt x="36715" y="16765"/>
                    </a:cubicBezTo>
                    <a:cubicBezTo>
                      <a:pt x="36267" y="15271"/>
                      <a:pt x="35557" y="13964"/>
                      <a:pt x="34623" y="12844"/>
                    </a:cubicBezTo>
                    <a:cubicBezTo>
                      <a:pt x="33652" y="11761"/>
                      <a:pt x="32494" y="10865"/>
                      <a:pt x="31038" y="10230"/>
                    </a:cubicBezTo>
                    <a:cubicBezTo>
                      <a:pt x="29618" y="9559"/>
                      <a:pt x="27937" y="9260"/>
                      <a:pt x="26032"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2" name="Google Shape;2112;p90"/>
              <p:cNvSpPr/>
              <p:nvPr/>
            </p:nvSpPr>
            <p:spPr>
              <a:xfrm>
                <a:off x="6656852" y="5207144"/>
                <a:ext cx="49376" cy="78483"/>
              </a:xfrm>
              <a:custGeom>
                <a:rect b="b" l="l" r="r" t="t"/>
                <a:pathLst>
                  <a:path extrusionOk="0" h="78483" w="49376">
                    <a:moveTo>
                      <a:pt x="0" y="77699"/>
                    </a:moveTo>
                    <a:lnTo>
                      <a:pt x="0" y="0"/>
                    </a:lnTo>
                    <a:lnTo>
                      <a:pt x="12923" y="0"/>
                    </a:lnTo>
                    <a:lnTo>
                      <a:pt x="12923" y="30654"/>
                    </a:lnTo>
                    <a:cubicBezTo>
                      <a:pt x="15052" y="28377"/>
                      <a:pt x="17442" y="26584"/>
                      <a:pt x="20131" y="25240"/>
                    </a:cubicBezTo>
                    <a:cubicBezTo>
                      <a:pt x="22821" y="23896"/>
                      <a:pt x="25958" y="23224"/>
                      <a:pt x="29543" y="23224"/>
                    </a:cubicBezTo>
                    <a:cubicBezTo>
                      <a:pt x="32494" y="23224"/>
                      <a:pt x="35146" y="23821"/>
                      <a:pt x="37574" y="25016"/>
                    </a:cubicBezTo>
                    <a:cubicBezTo>
                      <a:pt x="40001" y="26211"/>
                      <a:pt x="42093" y="27966"/>
                      <a:pt x="43849" y="30281"/>
                    </a:cubicBezTo>
                    <a:cubicBezTo>
                      <a:pt x="45604" y="32596"/>
                      <a:pt x="46986" y="35433"/>
                      <a:pt x="47920" y="38794"/>
                    </a:cubicBezTo>
                    <a:cubicBezTo>
                      <a:pt x="48891" y="42192"/>
                      <a:pt x="49376" y="46075"/>
                      <a:pt x="49376" y="50443"/>
                    </a:cubicBezTo>
                    <a:cubicBezTo>
                      <a:pt x="49376" y="54476"/>
                      <a:pt x="48816" y="58172"/>
                      <a:pt x="47733" y="61607"/>
                    </a:cubicBezTo>
                    <a:cubicBezTo>
                      <a:pt x="46650" y="65005"/>
                      <a:pt x="45118" y="67954"/>
                      <a:pt x="43101" y="70494"/>
                    </a:cubicBezTo>
                    <a:cubicBezTo>
                      <a:pt x="41122" y="72995"/>
                      <a:pt x="38694" y="74937"/>
                      <a:pt x="35856" y="76355"/>
                    </a:cubicBezTo>
                    <a:cubicBezTo>
                      <a:pt x="33017" y="77774"/>
                      <a:pt x="29843" y="78484"/>
                      <a:pt x="26294" y="78484"/>
                    </a:cubicBezTo>
                    <a:cubicBezTo>
                      <a:pt x="24688" y="78484"/>
                      <a:pt x="23157" y="78297"/>
                      <a:pt x="21812" y="77998"/>
                    </a:cubicBezTo>
                    <a:cubicBezTo>
                      <a:pt x="20468" y="77663"/>
                      <a:pt x="19198" y="77177"/>
                      <a:pt x="18115" y="76580"/>
                    </a:cubicBezTo>
                    <a:cubicBezTo>
                      <a:pt x="16994" y="75982"/>
                      <a:pt x="15948" y="75273"/>
                      <a:pt x="14977" y="74414"/>
                    </a:cubicBezTo>
                    <a:cubicBezTo>
                      <a:pt x="14043" y="73555"/>
                      <a:pt x="13110" y="72622"/>
                      <a:pt x="12251" y="71576"/>
                    </a:cubicBezTo>
                    <a:lnTo>
                      <a:pt x="11653" y="75198"/>
                    </a:lnTo>
                    <a:cubicBezTo>
                      <a:pt x="11467" y="76094"/>
                      <a:pt x="11093" y="76729"/>
                      <a:pt x="10608" y="77102"/>
                    </a:cubicBezTo>
                    <a:cubicBezTo>
                      <a:pt x="10085" y="77513"/>
                      <a:pt x="9412" y="77699"/>
                      <a:pt x="8516" y="77699"/>
                    </a:cubicBezTo>
                    <a:lnTo>
                      <a:pt x="0" y="77699"/>
                    </a:lnTo>
                    <a:close/>
                    <a:moveTo>
                      <a:pt x="25099" y="33268"/>
                    </a:moveTo>
                    <a:cubicBezTo>
                      <a:pt x="22410" y="33268"/>
                      <a:pt x="20131" y="33828"/>
                      <a:pt x="18227" y="34948"/>
                    </a:cubicBezTo>
                    <a:cubicBezTo>
                      <a:pt x="16322" y="36106"/>
                      <a:pt x="14566" y="37674"/>
                      <a:pt x="12923" y="39727"/>
                    </a:cubicBezTo>
                    <a:lnTo>
                      <a:pt x="12923" y="63773"/>
                    </a:lnTo>
                    <a:cubicBezTo>
                      <a:pt x="14380" y="65602"/>
                      <a:pt x="15986" y="66872"/>
                      <a:pt x="17704" y="67581"/>
                    </a:cubicBezTo>
                    <a:cubicBezTo>
                      <a:pt x="19422" y="68291"/>
                      <a:pt x="21289" y="68664"/>
                      <a:pt x="23343" y="68664"/>
                    </a:cubicBezTo>
                    <a:cubicBezTo>
                      <a:pt x="25286" y="68664"/>
                      <a:pt x="27041" y="68291"/>
                      <a:pt x="28610" y="67544"/>
                    </a:cubicBezTo>
                    <a:cubicBezTo>
                      <a:pt x="30179" y="66835"/>
                      <a:pt x="31523" y="65714"/>
                      <a:pt x="32606" y="64221"/>
                    </a:cubicBezTo>
                    <a:cubicBezTo>
                      <a:pt x="33727" y="62690"/>
                      <a:pt x="34548" y="60823"/>
                      <a:pt x="35146" y="58546"/>
                    </a:cubicBezTo>
                    <a:cubicBezTo>
                      <a:pt x="35744" y="56268"/>
                      <a:pt x="36042" y="53579"/>
                      <a:pt x="36042" y="50443"/>
                    </a:cubicBezTo>
                    <a:cubicBezTo>
                      <a:pt x="36042" y="47307"/>
                      <a:pt x="35781" y="44656"/>
                      <a:pt x="35295" y="42490"/>
                    </a:cubicBezTo>
                    <a:cubicBezTo>
                      <a:pt x="34772" y="40325"/>
                      <a:pt x="34063" y="38532"/>
                      <a:pt x="33092" y="37188"/>
                    </a:cubicBezTo>
                    <a:cubicBezTo>
                      <a:pt x="32158" y="35807"/>
                      <a:pt x="31038" y="34836"/>
                      <a:pt x="29693" y="34201"/>
                    </a:cubicBezTo>
                    <a:cubicBezTo>
                      <a:pt x="28348" y="33567"/>
                      <a:pt x="26817" y="33268"/>
                      <a:pt x="25099" y="3326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3" name="Google Shape;2113;p90"/>
              <p:cNvSpPr/>
              <p:nvPr/>
            </p:nvSpPr>
            <p:spPr>
              <a:xfrm>
                <a:off x="6712689" y="5230368"/>
                <a:ext cx="49002" cy="55259"/>
              </a:xfrm>
              <a:custGeom>
                <a:rect b="b" l="l" r="r" t="t"/>
                <a:pathLst>
                  <a:path extrusionOk="0" h="55259" w="49002">
                    <a:moveTo>
                      <a:pt x="25809" y="0"/>
                    </a:moveTo>
                    <a:cubicBezTo>
                      <a:pt x="29170" y="0"/>
                      <a:pt x="32270" y="523"/>
                      <a:pt x="35146" y="1606"/>
                    </a:cubicBezTo>
                    <a:cubicBezTo>
                      <a:pt x="37984" y="2688"/>
                      <a:pt x="40412" y="4294"/>
                      <a:pt x="42466" y="6348"/>
                    </a:cubicBezTo>
                    <a:cubicBezTo>
                      <a:pt x="44520" y="8438"/>
                      <a:pt x="46126" y="10978"/>
                      <a:pt x="47284" y="14002"/>
                    </a:cubicBezTo>
                    <a:cubicBezTo>
                      <a:pt x="48442" y="16989"/>
                      <a:pt x="49002" y="20424"/>
                      <a:pt x="49002" y="24307"/>
                    </a:cubicBezTo>
                    <a:cubicBezTo>
                      <a:pt x="49002" y="25278"/>
                      <a:pt x="48965" y="26099"/>
                      <a:pt x="48890" y="26734"/>
                    </a:cubicBezTo>
                    <a:cubicBezTo>
                      <a:pt x="48778" y="27369"/>
                      <a:pt x="48629" y="27891"/>
                      <a:pt x="48405" y="28265"/>
                    </a:cubicBezTo>
                    <a:cubicBezTo>
                      <a:pt x="48181" y="28638"/>
                      <a:pt x="47882" y="28862"/>
                      <a:pt x="47508" y="29049"/>
                    </a:cubicBezTo>
                    <a:cubicBezTo>
                      <a:pt x="47097" y="29198"/>
                      <a:pt x="46612" y="29273"/>
                      <a:pt x="46014" y="29273"/>
                    </a:cubicBezTo>
                    <a:lnTo>
                      <a:pt x="12885" y="29273"/>
                    </a:lnTo>
                    <a:cubicBezTo>
                      <a:pt x="13259" y="34762"/>
                      <a:pt x="14753" y="38831"/>
                      <a:pt x="17330" y="41407"/>
                    </a:cubicBezTo>
                    <a:cubicBezTo>
                      <a:pt x="19907" y="43984"/>
                      <a:pt x="23306" y="45253"/>
                      <a:pt x="27564" y="45253"/>
                    </a:cubicBezTo>
                    <a:cubicBezTo>
                      <a:pt x="29655" y="45253"/>
                      <a:pt x="31448" y="45029"/>
                      <a:pt x="32979" y="44544"/>
                    </a:cubicBezTo>
                    <a:cubicBezTo>
                      <a:pt x="34511" y="44059"/>
                      <a:pt x="35818" y="43498"/>
                      <a:pt x="36976" y="42901"/>
                    </a:cubicBezTo>
                    <a:cubicBezTo>
                      <a:pt x="38096" y="42341"/>
                      <a:pt x="39067" y="41781"/>
                      <a:pt x="39926" y="41296"/>
                    </a:cubicBezTo>
                    <a:cubicBezTo>
                      <a:pt x="40785" y="40810"/>
                      <a:pt x="41607" y="40549"/>
                      <a:pt x="42429" y="40549"/>
                    </a:cubicBezTo>
                    <a:cubicBezTo>
                      <a:pt x="42952" y="40549"/>
                      <a:pt x="43400" y="40661"/>
                      <a:pt x="43773" y="40885"/>
                    </a:cubicBezTo>
                    <a:cubicBezTo>
                      <a:pt x="44147" y="41071"/>
                      <a:pt x="44483" y="41370"/>
                      <a:pt x="44782" y="41781"/>
                    </a:cubicBezTo>
                    <a:lnTo>
                      <a:pt x="48554" y="46486"/>
                    </a:lnTo>
                    <a:cubicBezTo>
                      <a:pt x="47097" y="48128"/>
                      <a:pt x="45491" y="49547"/>
                      <a:pt x="43736" y="50667"/>
                    </a:cubicBezTo>
                    <a:cubicBezTo>
                      <a:pt x="41943" y="51825"/>
                      <a:pt x="40113" y="52721"/>
                      <a:pt x="38171" y="53393"/>
                    </a:cubicBezTo>
                    <a:cubicBezTo>
                      <a:pt x="36229" y="54065"/>
                      <a:pt x="34249" y="54550"/>
                      <a:pt x="32233" y="54849"/>
                    </a:cubicBezTo>
                    <a:cubicBezTo>
                      <a:pt x="30253" y="55110"/>
                      <a:pt x="28311" y="55260"/>
                      <a:pt x="26406" y="55260"/>
                    </a:cubicBezTo>
                    <a:cubicBezTo>
                      <a:pt x="22708" y="55260"/>
                      <a:pt x="19235" y="54625"/>
                      <a:pt x="16023" y="53393"/>
                    </a:cubicBezTo>
                    <a:cubicBezTo>
                      <a:pt x="12811" y="52161"/>
                      <a:pt x="10009" y="50331"/>
                      <a:pt x="7656" y="47905"/>
                    </a:cubicBezTo>
                    <a:cubicBezTo>
                      <a:pt x="5266" y="45477"/>
                      <a:pt x="3399" y="42490"/>
                      <a:pt x="2054" y="38906"/>
                    </a:cubicBezTo>
                    <a:cubicBezTo>
                      <a:pt x="709" y="35359"/>
                      <a:pt x="0" y="31214"/>
                      <a:pt x="0" y="26510"/>
                    </a:cubicBezTo>
                    <a:cubicBezTo>
                      <a:pt x="0" y="22851"/>
                      <a:pt x="598" y="19416"/>
                      <a:pt x="1793" y="16168"/>
                    </a:cubicBezTo>
                    <a:cubicBezTo>
                      <a:pt x="2988" y="12956"/>
                      <a:pt x="4669" y="10156"/>
                      <a:pt x="6872" y="7767"/>
                    </a:cubicBezTo>
                    <a:cubicBezTo>
                      <a:pt x="9113" y="5377"/>
                      <a:pt x="11803" y="3473"/>
                      <a:pt x="14977" y="2091"/>
                    </a:cubicBezTo>
                    <a:cubicBezTo>
                      <a:pt x="18189" y="710"/>
                      <a:pt x="21775" y="0"/>
                      <a:pt x="25809" y="0"/>
                    </a:cubicBezTo>
                    <a:close/>
                    <a:moveTo>
                      <a:pt x="26070" y="9260"/>
                    </a:moveTo>
                    <a:cubicBezTo>
                      <a:pt x="22297" y="9260"/>
                      <a:pt x="19347" y="10305"/>
                      <a:pt x="17218" y="12434"/>
                    </a:cubicBezTo>
                    <a:cubicBezTo>
                      <a:pt x="15089" y="14562"/>
                      <a:pt x="13744" y="17586"/>
                      <a:pt x="13147" y="21469"/>
                    </a:cubicBezTo>
                    <a:lnTo>
                      <a:pt x="37387" y="21469"/>
                    </a:lnTo>
                    <a:cubicBezTo>
                      <a:pt x="37387" y="19827"/>
                      <a:pt x="37162" y="18221"/>
                      <a:pt x="36714" y="16765"/>
                    </a:cubicBezTo>
                    <a:cubicBezTo>
                      <a:pt x="36266" y="15271"/>
                      <a:pt x="35557" y="13964"/>
                      <a:pt x="34623" y="12844"/>
                    </a:cubicBezTo>
                    <a:cubicBezTo>
                      <a:pt x="33689" y="11761"/>
                      <a:pt x="32494" y="10865"/>
                      <a:pt x="31074" y="10230"/>
                    </a:cubicBezTo>
                    <a:cubicBezTo>
                      <a:pt x="29655" y="9559"/>
                      <a:pt x="27975" y="9260"/>
                      <a:pt x="2607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4" name="Google Shape;2114;p90"/>
              <p:cNvSpPr/>
              <p:nvPr/>
            </p:nvSpPr>
            <p:spPr>
              <a:xfrm>
                <a:off x="6772224" y="5230219"/>
                <a:ext cx="34174" cy="54624"/>
              </a:xfrm>
              <a:custGeom>
                <a:rect b="b" l="l" r="r" t="t"/>
                <a:pathLst>
                  <a:path extrusionOk="0" h="54624" w="34174">
                    <a:moveTo>
                      <a:pt x="0" y="54625"/>
                    </a:moveTo>
                    <a:lnTo>
                      <a:pt x="0" y="970"/>
                    </a:lnTo>
                    <a:lnTo>
                      <a:pt x="7582" y="970"/>
                    </a:lnTo>
                    <a:cubicBezTo>
                      <a:pt x="8889" y="970"/>
                      <a:pt x="9823" y="1232"/>
                      <a:pt x="10346" y="1717"/>
                    </a:cubicBezTo>
                    <a:cubicBezTo>
                      <a:pt x="10869" y="2203"/>
                      <a:pt x="11205" y="3061"/>
                      <a:pt x="11392" y="4219"/>
                    </a:cubicBezTo>
                    <a:lnTo>
                      <a:pt x="12176" y="10716"/>
                    </a:lnTo>
                    <a:cubicBezTo>
                      <a:pt x="14081" y="7393"/>
                      <a:pt x="16322" y="4779"/>
                      <a:pt x="18899" y="2875"/>
                    </a:cubicBezTo>
                    <a:cubicBezTo>
                      <a:pt x="21476" y="970"/>
                      <a:pt x="24389" y="0"/>
                      <a:pt x="27601" y="0"/>
                    </a:cubicBezTo>
                    <a:cubicBezTo>
                      <a:pt x="30253" y="0"/>
                      <a:pt x="32457" y="597"/>
                      <a:pt x="34175" y="1830"/>
                    </a:cubicBezTo>
                    <a:lnTo>
                      <a:pt x="32494" y="11500"/>
                    </a:lnTo>
                    <a:cubicBezTo>
                      <a:pt x="32419" y="12135"/>
                      <a:pt x="32158" y="12545"/>
                      <a:pt x="31822" y="12807"/>
                    </a:cubicBezTo>
                    <a:cubicBezTo>
                      <a:pt x="31486" y="13105"/>
                      <a:pt x="31000" y="13217"/>
                      <a:pt x="30402" y="13217"/>
                    </a:cubicBezTo>
                    <a:cubicBezTo>
                      <a:pt x="29879" y="13217"/>
                      <a:pt x="29170" y="13105"/>
                      <a:pt x="28274" y="12844"/>
                    </a:cubicBezTo>
                    <a:cubicBezTo>
                      <a:pt x="27377" y="12620"/>
                      <a:pt x="26182" y="12471"/>
                      <a:pt x="24651" y="12471"/>
                    </a:cubicBezTo>
                    <a:cubicBezTo>
                      <a:pt x="21999" y="12471"/>
                      <a:pt x="19683" y="13217"/>
                      <a:pt x="17778" y="14711"/>
                    </a:cubicBezTo>
                    <a:cubicBezTo>
                      <a:pt x="15836" y="16204"/>
                      <a:pt x="14230" y="18370"/>
                      <a:pt x="12886" y="21208"/>
                    </a:cubicBezTo>
                    <a:lnTo>
                      <a:pt x="12886"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5" name="Google Shape;2115;p90"/>
              <p:cNvSpPr/>
              <p:nvPr/>
            </p:nvSpPr>
            <p:spPr>
              <a:xfrm>
                <a:off x="6809685" y="5230256"/>
                <a:ext cx="51243" cy="73443"/>
              </a:xfrm>
              <a:custGeom>
                <a:rect b="b" l="l" r="r" t="t"/>
                <a:pathLst>
                  <a:path extrusionOk="0" h="73443" w="51243">
                    <a:moveTo>
                      <a:pt x="23792" y="0"/>
                    </a:moveTo>
                    <a:cubicBezTo>
                      <a:pt x="26107" y="0"/>
                      <a:pt x="28274" y="262"/>
                      <a:pt x="30290" y="710"/>
                    </a:cubicBezTo>
                    <a:cubicBezTo>
                      <a:pt x="32307" y="1195"/>
                      <a:pt x="34175" y="1867"/>
                      <a:pt x="35818" y="2763"/>
                    </a:cubicBezTo>
                    <a:lnTo>
                      <a:pt x="51243" y="2763"/>
                    </a:lnTo>
                    <a:lnTo>
                      <a:pt x="51243" y="7580"/>
                    </a:lnTo>
                    <a:cubicBezTo>
                      <a:pt x="51243" y="8401"/>
                      <a:pt x="51057" y="8999"/>
                      <a:pt x="50646" y="9484"/>
                    </a:cubicBezTo>
                    <a:cubicBezTo>
                      <a:pt x="50198" y="9932"/>
                      <a:pt x="49488" y="10231"/>
                      <a:pt x="48479" y="10417"/>
                    </a:cubicBezTo>
                    <a:lnTo>
                      <a:pt x="43662" y="11313"/>
                    </a:lnTo>
                    <a:cubicBezTo>
                      <a:pt x="44035" y="12209"/>
                      <a:pt x="44296" y="13180"/>
                      <a:pt x="44483" y="14188"/>
                    </a:cubicBezTo>
                    <a:cubicBezTo>
                      <a:pt x="44670" y="15197"/>
                      <a:pt x="44782" y="16242"/>
                      <a:pt x="44782" y="17362"/>
                    </a:cubicBezTo>
                    <a:cubicBezTo>
                      <a:pt x="44782" y="20013"/>
                      <a:pt x="44259" y="22403"/>
                      <a:pt x="43176" y="24568"/>
                    </a:cubicBezTo>
                    <a:cubicBezTo>
                      <a:pt x="42130" y="26697"/>
                      <a:pt x="40636" y="28526"/>
                      <a:pt x="38769" y="30020"/>
                    </a:cubicBezTo>
                    <a:cubicBezTo>
                      <a:pt x="36939" y="31513"/>
                      <a:pt x="34698" y="32670"/>
                      <a:pt x="32158" y="33492"/>
                    </a:cubicBezTo>
                    <a:cubicBezTo>
                      <a:pt x="29581" y="34314"/>
                      <a:pt x="26817" y="34724"/>
                      <a:pt x="23792" y="34724"/>
                    </a:cubicBezTo>
                    <a:cubicBezTo>
                      <a:pt x="21775" y="34724"/>
                      <a:pt x="19795" y="34537"/>
                      <a:pt x="17890" y="34127"/>
                    </a:cubicBezTo>
                    <a:cubicBezTo>
                      <a:pt x="16209" y="35172"/>
                      <a:pt x="15388" y="36293"/>
                      <a:pt x="15388" y="37562"/>
                    </a:cubicBezTo>
                    <a:cubicBezTo>
                      <a:pt x="15388" y="38645"/>
                      <a:pt x="15873" y="39466"/>
                      <a:pt x="16882" y="39952"/>
                    </a:cubicBezTo>
                    <a:cubicBezTo>
                      <a:pt x="17853" y="40474"/>
                      <a:pt x="19160" y="40810"/>
                      <a:pt x="20804" y="41035"/>
                    </a:cubicBezTo>
                    <a:cubicBezTo>
                      <a:pt x="22410" y="41258"/>
                      <a:pt x="24240" y="41370"/>
                      <a:pt x="26331" y="41370"/>
                    </a:cubicBezTo>
                    <a:cubicBezTo>
                      <a:pt x="28385" y="41370"/>
                      <a:pt x="30477" y="41445"/>
                      <a:pt x="32643" y="41632"/>
                    </a:cubicBezTo>
                    <a:cubicBezTo>
                      <a:pt x="34810" y="41781"/>
                      <a:pt x="36901" y="42117"/>
                      <a:pt x="38956" y="42528"/>
                    </a:cubicBezTo>
                    <a:cubicBezTo>
                      <a:pt x="41010" y="42976"/>
                      <a:pt x="42877" y="43648"/>
                      <a:pt x="44483" y="44619"/>
                    </a:cubicBezTo>
                    <a:cubicBezTo>
                      <a:pt x="46089" y="45552"/>
                      <a:pt x="47397" y="46822"/>
                      <a:pt x="48405" y="48465"/>
                    </a:cubicBezTo>
                    <a:cubicBezTo>
                      <a:pt x="49413" y="50070"/>
                      <a:pt x="49899" y="52161"/>
                      <a:pt x="49899" y="54737"/>
                    </a:cubicBezTo>
                    <a:cubicBezTo>
                      <a:pt x="49899" y="57089"/>
                      <a:pt x="49301" y="59404"/>
                      <a:pt x="48143" y="61645"/>
                    </a:cubicBezTo>
                    <a:cubicBezTo>
                      <a:pt x="46985" y="63885"/>
                      <a:pt x="45267" y="65901"/>
                      <a:pt x="43064" y="67619"/>
                    </a:cubicBezTo>
                    <a:cubicBezTo>
                      <a:pt x="40860" y="69374"/>
                      <a:pt x="38134" y="70793"/>
                      <a:pt x="34959" y="71838"/>
                    </a:cubicBezTo>
                    <a:cubicBezTo>
                      <a:pt x="31747" y="72921"/>
                      <a:pt x="28087" y="73443"/>
                      <a:pt x="23978" y="73443"/>
                    </a:cubicBezTo>
                    <a:cubicBezTo>
                      <a:pt x="19870" y="73443"/>
                      <a:pt x="16359" y="73070"/>
                      <a:pt x="13334" y="72286"/>
                    </a:cubicBezTo>
                    <a:cubicBezTo>
                      <a:pt x="10346" y="71502"/>
                      <a:pt x="7881" y="70456"/>
                      <a:pt x="5901" y="69149"/>
                    </a:cubicBezTo>
                    <a:cubicBezTo>
                      <a:pt x="3922" y="67843"/>
                      <a:pt x="2465" y="66312"/>
                      <a:pt x="1494" y="64632"/>
                    </a:cubicBezTo>
                    <a:cubicBezTo>
                      <a:pt x="486" y="62914"/>
                      <a:pt x="0" y="61122"/>
                      <a:pt x="0" y="59292"/>
                    </a:cubicBezTo>
                    <a:cubicBezTo>
                      <a:pt x="0" y="56791"/>
                      <a:pt x="784" y="54662"/>
                      <a:pt x="2316" y="52945"/>
                    </a:cubicBezTo>
                    <a:cubicBezTo>
                      <a:pt x="3847" y="51265"/>
                      <a:pt x="5976" y="49884"/>
                      <a:pt x="8702" y="48875"/>
                    </a:cubicBezTo>
                    <a:cubicBezTo>
                      <a:pt x="7358" y="48166"/>
                      <a:pt x="6312" y="47157"/>
                      <a:pt x="5490" y="45963"/>
                    </a:cubicBezTo>
                    <a:cubicBezTo>
                      <a:pt x="4706" y="44731"/>
                      <a:pt x="4295" y="43163"/>
                      <a:pt x="4295" y="41184"/>
                    </a:cubicBezTo>
                    <a:cubicBezTo>
                      <a:pt x="4295" y="40400"/>
                      <a:pt x="4445" y="39578"/>
                      <a:pt x="4706" y="38719"/>
                    </a:cubicBezTo>
                    <a:cubicBezTo>
                      <a:pt x="5005" y="37860"/>
                      <a:pt x="5415" y="37002"/>
                      <a:pt x="6013" y="36180"/>
                    </a:cubicBezTo>
                    <a:cubicBezTo>
                      <a:pt x="6574" y="35359"/>
                      <a:pt x="7283" y="34537"/>
                      <a:pt x="8180" y="33791"/>
                    </a:cubicBezTo>
                    <a:cubicBezTo>
                      <a:pt x="9039" y="33044"/>
                      <a:pt x="10084" y="32372"/>
                      <a:pt x="11242" y="31774"/>
                    </a:cubicBezTo>
                    <a:cubicBezTo>
                      <a:pt x="8553" y="30318"/>
                      <a:pt x="6387" y="28377"/>
                      <a:pt x="4856" y="25950"/>
                    </a:cubicBezTo>
                    <a:cubicBezTo>
                      <a:pt x="3287" y="23486"/>
                      <a:pt x="2540" y="20648"/>
                      <a:pt x="2540" y="17362"/>
                    </a:cubicBezTo>
                    <a:cubicBezTo>
                      <a:pt x="2540" y="14711"/>
                      <a:pt x="3063" y="12322"/>
                      <a:pt x="4108" y="10194"/>
                    </a:cubicBezTo>
                    <a:cubicBezTo>
                      <a:pt x="5192" y="8028"/>
                      <a:pt x="6648" y="6198"/>
                      <a:pt x="8553" y="4667"/>
                    </a:cubicBezTo>
                    <a:cubicBezTo>
                      <a:pt x="10458" y="3174"/>
                      <a:pt x="12699" y="2016"/>
                      <a:pt x="15313" y="1195"/>
                    </a:cubicBezTo>
                    <a:cubicBezTo>
                      <a:pt x="17890" y="411"/>
                      <a:pt x="20729" y="0"/>
                      <a:pt x="23792" y="0"/>
                    </a:cubicBezTo>
                    <a:close/>
                    <a:moveTo>
                      <a:pt x="37984" y="56828"/>
                    </a:moveTo>
                    <a:cubicBezTo>
                      <a:pt x="37984" y="55783"/>
                      <a:pt x="37648" y="54887"/>
                      <a:pt x="37051" y="54214"/>
                    </a:cubicBezTo>
                    <a:cubicBezTo>
                      <a:pt x="36416" y="53543"/>
                      <a:pt x="35557" y="53020"/>
                      <a:pt x="34473" y="52646"/>
                    </a:cubicBezTo>
                    <a:cubicBezTo>
                      <a:pt x="33391" y="52273"/>
                      <a:pt x="32120" y="51974"/>
                      <a:pt x="30664" y="51825"/>
                    </a:cubicBezTo>
                    <a:cubicBezTo>
                      <a:pt x="29244" y="51638"/>
                      <a:pt x="27713" y="51564"/>
                      <a:pt x="26070" y="51564"/>
                    </a:cubicBezTo>
                    <a:lnTo>
                      <a:pt x="21065" y="51564"/>
                    </a:lnTo>
                    <a:cubicBezTo>
                      <a:pt x="19347" y="51564"/>
                      <a:pt x="17666" y="51339"/>
                      <a:pt x="16060" y="50966"/>
                    </a:cubicBezTo>
                    <a:cubicBezTo>
                      <a:pt x="14604" y="51787"/>
                      <a:pt x="13408" y="52721"/>
                      <a:pt x="12549" y="53804"/>
                    </a:cubicBezTo>
                    <a:cubicBezTo>
                      <a:pt x="11653" y="54924"/>
                      <a:pt x="11205" y="56193"/>
                      <a:pt x="11205" y="57612"/>
                    </a:cubicBezTo>
                    <a:cubicBezTo>
                      <a:pt x="11205" y="58546"/>
                      <a:pt x="11429" y="59442"/>
                      <a:pt x="11915" y="60263"/>
                    </a:cubicBezTo>
                    <a:cubicBezTo>
                      <a:pt x="12363" y="61085"/>
                      <a:pt x="13147" y="61794"/>
                      <a:pt x="14156" y="62354"/>
                    </a:cubicBezTo>
                    <a:cubicBezTo>
                      <a:pt x="15201" y="62952"/>
                      <a:pt x="16509" y="63437"/>
                      <a:pt x="18152" y="63773"/>
                    </a:cubicBezTo>
                    <a:cubicBezTo>
                      <a:pt x="19795" y="64072"/>
                      <a:pt x="21812" y="64258"/>
                      <a:pt x="24165" y="64258"/>
                    </a:cubicBezTo>
                    <a:cubicBezTo>
                      <a:pt x="26555" y="64258"/>
                      <a:pt x="28647" y="64072"/>
                      <a:pt x="30402" y="63698"/>
                    </a:cubicBezTo>
                    <a:cubicBezTo>
                      <a:pt x="32120" y="63325"/>
                      <a:pt x="33577" y="62802"/>
                      <a:pt x="34698" y="62130"/>
                    </a:cubicBezTo>
                    <a:cubicBezTo>
                      <a:pt x="35855" y="61495"/>
                      <a:pt x="36677" y="60711"/>
                      <a:pt x="37200" y="59778"/>
                    </a:cubicBezTo>
                    <a:cubicBezTo>
                      <a:pt x="37723" y="58882"/>
                      <a:pt x="37984" y="57911"/>
                      <a:pt x="37984" y="56828"/>
                    </a:cubicBezTo>
                    <a:close/>
                    <a:moveTo>
                      <a:pt x="23792" y="26473"/>
                    </a:moveTo>
                    <a:cubicBezTo>
                      <a:pt x="25398" y="26473"/>
                      <a:pt x="26817" y="26248"/>
                      <a:pt x="27975" y="25800"/>
                    </a:cubicBezTo>
                    <a:cubicBezTo>
                      <a:pt x="29170" y="25352"/>
                      <a:pt x="30141" y="24755"/>
                      <a:pt x="30925" y="24008"/>
                    </a:cubicBezTo>
                    <a:cubicBezTo>
                      <a:pt x="31710" y="23224"/>
                      <a:pt x="32307" y="22328"/>
                      <a:pt x="32718" y="21245"/>
                    </a:cubicBezTo>
                    <a:cubicBezTo>
                      <a:pt x="33129" y="20162"/>
                      <a:pt x="33316" y="18968"/>
                      <a:pt x="33316" y="17661"/>
                    </a:cubicBezTo>
                    <a:cubicBezTo>
                      <a:pt x="33316" y="15010"/>
                      <a:pt x="32531" y="12919"/>
                      <a:pt x="30925" y="11388"/>
                    </a:cubicBezTo>
                    <a:cubicBezTo>
                      <a:pt x="29357" y="9820"/>
                      <a:pt x="26966" y="9036"/>
                      <a:pt x="23792" y="9036"/>
                    </a:cubicBezTo>
                    <a:cubicBezTo>
                      <a:pt x="20617" y="9036"/>
                      <a:pt x="18264" y="9820"/>
                      <a:pt x="16658" y="11388"/>
                    </a:cubicBezTo>
                    <a:cubicBezTo>
                      <a:pt x="15089" y="12919"/>
                      <a:pt x="14268" y="15010"/>
                      <a:pt x="14268" y="17661"/>
                    </a:cubicBezTo>
                    <a:cubicBezTo>
                      <a:pt x="14268" y="18930"/>
                      <a:pt x="14492" y="20088"/>
                      <a:pt x="14902" y="21171"/>
                    </a:cubicBezTo>
                    <a:cubicBezTo>
                      <a:pt x="15276" y="22254"/>
                      <a:pt x="15873" y="23187"/>
                      <a:pt x="16658" y="23971"/>
                    </a:cubicBezTo>
                    <a:cubicBezTo>
                      <a:pt x="17442" y="24755"/>
                      <a:pt x="18451" y="25352"/>
                      <a:pt x="19646" y="25800"/>
                    </a:cubicBezTo>
                    <a:cubicBezTo>
                      <a:pt x="20841" y="26248"/>
                      <a:pt x="22223" y="26473"/>
                      <a:pt x="23792" y="2647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6" name="Google Shape;2116;p90"/>
              <p:cNvSpPr/>
              <p:nvPr/>
            </p:nvSpPr>
            <p:spPr>
              <a:xfrm>
                <a:off x="6541032" y="5332449"/>
                <a:ext cx="59684" cy="75608"/>
              </a:xfrm>
              <a:custGeom>
                <a:rect b="b" l="l" r="r" t="t"/>
                <a:pathLst>
                  <a:path extrusionOk="0" h="75608" w="59684">
                    <a:moveTo>
                      <a:pt x="59684" y="0"/>
                    </a:moveTo>
                    <a:lnTo>
                      <a:pt x="59684" y="11575"/>
                    </a:lnTo>
                    <a:lnTo>
                      <a:pt x="36938" y="11575"/>
                    </a:lnTo>
                    <a:lnTo>
                      <a:pt x="36938" y="75609"/>
                    </a:lnTo>
                    <a:lnTo>
                      <a:pt x="22858" y="75609"/>
                    </a:lnTo>
                    <a:lnTo>
                      <a:pt x="22858" y="11575"/>
                    </a:lnTo>
                    <a:lnTo>
                      <a:pt x="0" y="11575"/>
                    </a:lnTo>
                    <a:lnTo>
                      <a:pt x="0" y="0"/>
                    </a:lnTo>
                    <a:lnTo>
                      <a:pt x="59684"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7" name="Google Shape;2117;p90"/>
              <p:cNvSpPr/>
              <p:nvPr/>
            </p:nvSpPr>
            <p:spPr>
              <a:xfrm>
                <a:off x="6593470" y="5353433"/>
                <a:ext cx="44707" cy="55446"/>
              </a:xfrm>
              <a:custGeom>
                <a:rect b="b" l="l" r="r" t="t"/>
                <a:pathLst>
                  <a:path extrusionOk="0" h="55446" w="44707">
                    <a:moveTo>
                      <a:pt x="44707" y="54625"/>
                    </a:moveTo>
                    <a:lnTo>
                      <a:pt x="38918" y="54625"/>
                    </a:lnTo>
                    <a:cubicBezTo>
                      <a:pt x="37685" y="54625"/>
                      <a:pt x="36752" y="54438"/>
                      <a:pt x="36042" y="54065"/>
                    </a:cubicBezTo>
                    <a:cubicBezTo>
                      <a:pt x="35333" y="53691"/>
                      <a:pt x="34810" y="52945"/>
                      <a:pt x="34473" y="51862"/>
                    </a:cubicBezTo>
                    <a:lnTo>
                      <a:pt x="33316" y="48016"/>
                    </a:lnTo>
                    <a:cubicBezTo>
                      <a:pt x="31971" y="49248"/>
                      <a:pt x="30627"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48" y="11052"/>
                      <a:pt x="26145" y="10193"/>
                      <a:pt x="23231" y="10193"/>
                    </a:cubicBezTo>
                    <a:cubicBezTo>
                      <a:pt x="21140" y="10193"/>
                      <a:pt x="19385" y="10417"/>
                      <a:pt x="18003" y="10902"/>
                    </a:cubicBezTo>
                    <a:cubicBezTo>
                      <a:pt x="16621" y="11388"/>
                      <a:pt x="15388" y="11948"/>
                      <a:pt x="14379" y="12545"/>
                    </a:cubicBezTo>
                    <a:cubicBezTo>
                      <a:pt x="13334" y="13180"/>
                      <a:pt x="12400" y="13703"/>
                      <a:pt x="11504" y="14225"/>
                    </a:cubicBezTo>
                    <a:cubicBezTo>
                      <a:pt x="10644" y="14711"/>
                      <a:pt x="9673" y="14935"/>
                      <a:pt x="8628" y="14935"/>
                    </a:cubicBezTo>
                    <a:cubicBezTo>
                      <a:pt x="7769" y="14935"/>
                      <a:pt x="7022" y="14711"/>
                      <a:pt x="6387" y="14263"/>
                    </a:cubicBezTo>
                    <a:cubicBezTo>
                      <a:pt x="5752" y="13815"/>
                      <a:pt x="5266" y="13255"/>
                      <a:pt x="4893" y="12583"/>
                    </a:cubicBezTo>
                    <a:lnTo>
                      <a:pt x="2540" y="8475"/>
                    </a:lnTo>
                    <a:cubicBezTo>
                      <a:pt x="8703"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96" y="14935"/>
                      <a:pt x="44707" y="17698"/>
                      <a:pt x="44707" y="20760"/>
                    </a:cubicBezTo>
                    <a:lnTo>
                      <a:pt x="44707" y="54625"/>
                    </a:lnTo>
                    <a:close/>
                    <a:moveTo>
                      <a:pt x="19608" y="46560"/>
                    </a:moveTo>
                    <a:cubicBezTo>
                      <a:pt x="20953" y="46560"/>
                      <a:pt x="22186" y="46448"/>
                      <a:pt x="23269" y="46224"/>
                    </a:cubicBezTo>
                    <a:cubicBezTo>
                      <a:pt x="24389" y="45962"/>
                      <a:pt x="25473" y="45627"/>
                      <a:pt x="26444"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724" y="46075"/>
                      <a:pt x="1748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8" name="Google Shape;2118;p90"/>
              <p:cNvSpPr/>
              <p:nvPr/>
            </p:nvSpPr>
            <p:spPr>
              <a:xfrm>
                <a:off x="6651063" y="5330358"/>
                <a:ext cx="49338" cy="78483"/>
              </a:xfrm>
              <a:custGeom>
                <a:rect b="b" l="l" r="r" t="t"/>
                <a:pathLst>
                  <a:path extrusionOk="0" h="78483" w="49338">
                    <a:moveTo>
                      <a:pt x="0" y="77699"/>
                    </a:moveTo>
                    <a:lnTo>
                      <a:pt x="0" y="0"/>
                    </a:lnTo>
                    <a:lnTo>
                      <a:pt x="12923" y="0"/>
                    </a:lnTo>
                    <a:lnTo>
                      <a:pt x="12923" y="30654"/>
                    </a:lnTo>
                    <a:cubicBezTo>
                      <a:pt x="15052" y="28377"/>
                      <a:pt x="17442" y="26584"/>
                      <a:pt x="20131" y="25240"/>
                    </a:cubicBezTo>
                    <a:cubicBezTo>
                      <a:pt x="22820" y="23896"/>
                      <a:pt x="25958" y="23224"/>
                      <a:pt x="29543" y="23224"/>
                    </a:cubicBezTo>
                    <a:cubicBezTo>
                      <a:pt x="32456" y="23224"/>
                      <a:pt x="35146" y="23821"/>
                      <a:pt x="37573" y="25016"/>
                    </a:cubicBezTo>
                    <a:cubicBezTo>
                      <a:pt x="40001" y="26211"/>
                      <a:pt x="42093" y="27966"/>
                      <a:pt x="43848" y="30281"/>
                    </a:cubicBezTo>
                    <a:cubicBezTo>
                      <a:pt x="45603" y="32596"/>
                      <a:pt x="46948" y="35433"/>
                      <a:pt x="47919" y="38794"/>
                    </a:cubicBezTo>
                    <a:cubicBezTo>
                      <a:pt x="48890" y="42192"/>
                      <a:pt x="49338" y="46075"/>
                      <a:pt x="49338" y="50443"/>
                    </a:cubicBezTo>
                    <a:cubicBezTo>
                      <a:pt x="49338" y="54476"/>
                      <a:pt x="48815" y="58172"/>
                      <a:pt x="47733" y="61607"/>
                    </a:cubicBezTo>
                    <a:cubicBezTo>
                      <a:pt x="46649" y="65005"/>
                      <a:pt x="45118" y="67954"/>
                      <a:pt x="43101" y="70494"/>
                    </a:cubicBezTo>
                    <a:cubicBezTo>
                      <a:pt x="41084" y="72995"/>
                      <a:pt x="38694" y="74937"/>
                      <a:pt x="35855" y="76355"/>
                    </a:cubicBezTo>
                    <a:cubicBezTo>
                      <a:pt x="32979" y="77774"/>
                      <a:pt x="29805" y="78484"/>
                      <a:pt x="26294" y="78484"/>
                    </a:cubicBezTo>
                    <a:cubicBezTo>
                      <a:pt x="24650" y="78484"/>
                      <a:pt x="23156" y="78297"/>
                      <a:pt x="21812" y="77998"/>
                    </a:cubicBezTo>
                    <a:cubicBezTo>
                      <a:pt x="20430" y="77663"/>
                      <a:pt x="19198" y="77177"/>
                      <a:pt x="18077" y="76580"/>
                    </a:cubicBezTo>
                    <a:cubicBezTo>
                      <a:pt x="16957" y="75982"/>
                      <a:pt x="15948" y="75273"/>
                      <a:pt x="14977" y="74414"/>
                    </a:cubicBezTo>
                    <a:cubicBezTo>
                      <a:pt x="14006" y="73555"/>
                      <a:pt x="13110" y="72622"/>
                      <a:pt x="12213" y="71576"/>
                    </a:cubicBezTo>
                    <a:lnTo>
                      <a:pt x="11653" y="75198"/>
                    </a:lnTo>
                    <a:cubicBezTo>
                      <a:pt x="11429" y="76094"/>
                      <a:pt x="11093" y="76729"/>
                      <a:pt x="10570" y="77102"/>
                    </a:cubicBezTo>
                    <a:cubicBezTo>
                      <a:pt x="10084" y="77513"/>
                      <a:pt x="9375" y="77699"/>
                      <a:pt x="8516" y="77699"/>
                    </a:cubicBezTo>
                    <a:lnTo>
                      <a:pt x="0" y="77699"/>
                    </a:lnTo>
                    <a:close/>
                    <a:moveTo>
                      <a:pt x="25099" y="33268"/>
                    </a:moveTo>
                    <a:cubicBezTo>
                      <a:pt x="22410" y="33268"/>
                      <a:pt x="20131" y="33828"/>
                      <a:pt x="18227" y="34948"/>
                    </a:cubicBezTo>
                    <a:cubicBezTo>
                      <a:pt x="16322" y="36106"/>
                      <a:pt x="14529" y="37674"/>
                      <a:pt x="12923" y="39727"/>
                    </a:cubicBezTo>
                    <a:lnTo>
                      <a:pt x="12923" y="63773"/>
                    </a:lnTo>
                    <a:cubicBezTo>
                      <a:pt x="14379" y="65602"/>
                      <a:pt x="15986" y="66872"/>
                      <a:pt x="17704" y="67581"/>
                    </a:cubicBezTo>
                    <a:cubicBezTo>
                      <a:pt x="19421" y="68291"/>
                      <a:pt x="21289" y="68664"/>
                      <a:pt x="23306" y="68664"/>
                    </a:cubicBezTo>
                    <a:cubicBezTo>
                      <a:pt x="25248" y="68664"/>
                      <a:pt x="27041" y="68291"/>
                      <a:pt x="28610" y="67544"/>
                    </a:cubicBezTo>
                    <a:cubicBezTo>
                      <a:pt x="30178" y="66835"/>
                      <a:pt x="31485" y="65714"/>
                      <a:pt x="32606" y="64221"/>
                    </a:cubicBezTo>
                    <a:cubicBezTo>
                      <a:pt x="33689" y="62690"/>
                      <a:pt x="34548" y="60823"/>
                      <a:pt x="35146" y="58546"/>
                    </a:cubicBezTo>
                    <a:cubicBezTo>
                      <a:pt x="35743" y="56268"/>
                      <a:pt x="36005" y="53579"/>
                      <a:pt x="36005" y="50443"/>
                    </a:cubicBezTo>
                    <a:cubicBezTo>
                      <a:pt x="36005" y="47307"/>
                      <a:pt x="35781" y="44656"/>
                      <a:pt x="35258" y="42490"/>
                    </a:cubicBezTo>
                    <a:cubicBezTo>
                      <a:pt x="34772" y="40325"/>
                      <a:pt x="34025" y="38532"/>
                      <a:pt x="33091" y="37188"/>
                    </a:cubicBezTo>
                    <a:cubicBezTo>
                      <a:pt x="32158" y="35807"/>
                      <a:pt x="31000" y="34836"/>
                      <a:pt x="29655" y="34201"/>
                    </a:cubicBezTo>
                    <a:cubicBezTo>
                      <a:pt x="28311" y="33567"/>
                      <a:pt x="26817" y="33268"/>
                      <a:pt x="25099" y="3326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19" name="Google Shape;2119;p90"/>
              <p:cNvSpPr/>
              <p:nvPr/>
            </p:nvSpPr>
            <p:spPr>
              <a:xfrm>
                <a:off x="6711345" y="5330358"/>
                <a:ext cx="12922" cy="77699"/>
              </a:xfrm>
              <a:custGeom>
                <a:rect b="b" l="l" r="r" t="t"/>
                <a:pathLst>
                  <a:path extrusionOk="0" h="77699" w="12922">
                    <a:moveTo>
                      <a:pt x="12923" y="0"/>
                    </a:moveTo>
                    <a:lnTo>
                      <a:pt x="12923" y="77699"/>
                    </a:lnTo>
                    <a:lnTo>
                      <a:pt x="0" y="77699"/>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0" name="Google Shape;2120;p90"/>
              <p:cNvSpPr/>
              <p:nvPr/>
            </p:nvSpPr>
            <p:spPr>
              <a:xfrm>
                <a:off x="6735248" y="5353582"/>
                <a:ext cx="49002" cy="55259"/>
              </a:xfrm>
              <a:custGeom>
                <a:rect b="b" l="l" r="r" t="t"/>
                <a:pathLst>
                  <a:path extrusionOk="0" h="55259" w="49002">
                    <a:moveTo>
                      <a:pt x="25771" y="0"/>
                    </a:moveTo>
                    <a:cubicBezTo>
                      <a:pt x="29170" y="0"/>
                      <a:pt x="32269" y="523"/>
                      <a:pt x="35108" y="1606"/>
                    </a:cubicBezTo>
                    <a:cubicBezTo>
                      <a:pt x="37947" y="2688"/>
                      <a:pt x="40412" y="4294"/>
                      <a:pt x="42466" y="6348"/>
                    </a:cubicBezTo>
                    <a:cubicBezTo>
                      <a:pt x="44520" y="8438"/>
                      <a:pt x="46126" y="10978"/>
                      <a:pt x="47247" y="14002"/>
                    </a:cubicBezTo>
                    <a:cubicBezTo>
                      <a:pt x="48405" y="16989"/>
                      <a:pt x="49002" y="20424"/>
                      <a:pt x="49002" y="24307"/>
                    </a:cubicBezTo>
                    <a:cubicBezTo>
                      <a:pt x="49002" y="25278"/>
                      <a:pt x="48928" y="26099"/>
                      <a:pt x="48853" y="26734"/>
                    </a:cubicBezTo>
                    <a:cubicBezTo>
                      <a:pt x="48778" y="27369"/>
                      <a:pt x="48628" y="27891"/>
                      <a:pt x="48405" y="28265"/>
                    </a:cubicBezTo>
                    <a:cubicBezTo>
                      <a:pt x="48143" y="28638"/>
                      <a:pt x="47844" y="28862"/>
                      <a:pt x="47471" y="29049"/>
                    </a:cubicBezTo>
                    <a:cubicBezTo>
                      <a:pt x="47097" y="29198"/>
                      <a:pt x="46612" y="29273"/>
                      <a:pt x="46014" y="29273"/>
                    </a:cubicBezTo>
                    <a:lnTo>
                      <a:pt x="12848" y="29273"/>
                    </a:lnTo>
                    <a:cubicBezTo>
                      <a:pt x="13221" y="34762"/>
                      <a:pt x="14715" y="38831"/>
                      <a:pt x="17292" y="41407"/>
                    </a:cubicBezTo>
                    <a:cubicBezTo>
                      <a:pt x="19870" y="43984"/>
                      <a:pt x="23306" y="45253"/>
                      <a:pt x="27563" y="45253"/>
                    </a:cubicBezTo>
                    <a:cubicBezTo>
                      <a:pt x="29655" y="45253"/>
                      <a:pt x="31448" y="45029"/>
                      <a:pt x="32979" y="44544"/>
                    </a:cubicBezTo>
                    <a:cubicBezTo>
                      <a:pt x="34473" y="44059"/>
                      <a:pt x="35818" y="43498"/>
                      <a:pt x="36938" y="42901"/>
                    </a:cubicBezTo>
                    <a:cubicBezTo>
                      <a:pt x="38059" y="42341"/>
                      <a:pt x="39067" y="41781"/>
                      <a:pt x="39926" y="41296"/>
                    </a:cubicBezTo>
                    <a:cubicBezTo>
                      <a:pt x="40785"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1" y="49547"/>
                      <a:pt x="43699" y="50667"/>
                    </a:cubicBezTo>
                    <a:cubicBezTo>
                      <a:pt x="41943" y="51825"/>
                      <a:pt x="40076" y="52721"/>
                      <a:pt x="38134" y="53393"/>
                    </a:cubicBezTo>
                    <a:cubicBezTo>
                      <a:pt x="36191" y="54065"/>
                      <a:pt x="34249" y="54550"/>
                      <a:pt x="32232" y="54849"/>
                    </a:cubicBezTo>
                    <a:cubicBezTo>
                      <a:pt x="30215" y="55110"/>
                      <a:pt x="28273" y="55260"/>
                      <a:pt x="26406" y="55260"/>
                    </a:cubicBezTo>
                    <a:cubicBezTo>
                      <a:pt x="22671" y="55260"/>
                      <a:pt x="19197" y="54625"/>
                      <a:pt x="15985" y="53393"/>
                    </a:cubicBezTo>
                    <a:cubicBezTo>
                      <a:pt x="12773" y="52161"/>
                      <a:pt x="10009" y="50331"/>
                      <a:pt x="7619" y="47905"/>
                    </a:cubicBezTo>
                    <a:cubicBezTo>
                      <a:pt x="5266" y="45477"/>
                      <a:pt x="3398" y="42490"/>
                      <a:pt x="2017" y="38906"/>
                    </a:cubicBezTo>
                    <a:cubicBezTo>
                      <a:pt x="672" y="35359"/>
                      <a:pt x="0" y="31214"/>
                      <a:pt x="0" y="26510"/>
                    </a:cubicBezTo>
                    <a:cubicBezTo>
                      <a:pt x="0" y="22851"/>
                      <a:pt x="597" y="19416"/>
                      <a:pt x="1755" y="16168"/>
                    </a:cubicBezTo>
                    <a:cubicBezTo>
                      <a:pt x="2950" y="12956"/>
                      <a:pt x="4669" y="10156"/>
                      <a:pt x="6872" y="7767"/>
                    </a:cubicBezTo>
                    <a:cubicBezTo>
                      <a:pt x="9076" y="5377"/>
                      <a:pt x="11802" y="3473"/>
                      <a:pt x="14977" y="2091"/>
                    </a:cubicBezTo>
                    <a:cubicBezTo>
                      <a:pt x="18152" y="710"/>
                      <a:pt x="21775" y="0"/>
                      <a:pt x="25771" y="0"/>
                    </a:cubicBezTo>
                    <a:close/>
                    <a:moveTo>
                      <a:pt x="26032" y="9260"/>
                    </a:moveTo>
                    <a:cubicBezTo>
                      <a:pt x="22260" y="9260"/>
                      <a:pt x="19309" y="10305"/>
                      <a:pt x="17181" y="12434"/>
                    </a:cubicBezTo>
                    <a:cubicBezTo>
                      <a:pt x="15089" y="14562"/>
                      <a:pt x="13707" y="17586"/>
                      <a:pt x="13109" y="21469"/>
                    </a:cubicBezTo>
                    <a:lnTo>
                      <a:pt x="37386" y="21469"/>
                    </a:lnTo>
                    <a:cubicBezTo>
                      <a:pt x="37386" y="19827"/>
                      <a:pt x="37162" y="18221"/>
                      <a:pt x="36714" y="16765"/>
                    </a:cubicBezTo>
                    <a:cubicBezTo>
                      <a:pt x="36266" y="15271"/>
                      <a:pt x="35556" y="13964"/>
                      <a:pt x="34622" y="12844"/>
                    </a:cubicBezTo>
                    <a:cubicBezTo>
                      <a:pt x="33651" y="11761"/>
                      <a:pt x="32494" y="10865"/>
                      <a:pt x="31037" y="10230"/>
                    </a:cubicBezTo>
                    <a:cubicBezTo>
                      <a:pt x="29618" y="9559"/>
                      <a:pt x="27937" y="9260"/>
                      <a:pt x="26032"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1" name="Google Shape;2121;p90"/>
              <p:cNvSpPr/>
              <p:nvPr/>
            </p:nvSpPr>
            <p:spPr>
              <a:xfrm>
                <a:off x="6790040" y="5353582"/>
                <a:ext cx="40038" cy="55297"/>
              </a:xfrm>
              <a:custGeom>
                <a:rect b="b" l="l" r="r" t="t"/>
                <a:pathLst>
                  <a:path extrusionOk="0" h="55297" w="40038">
                    <a:moveTo>
                      <a:pt x="36565" y="11276"/>
                    </a:moveTo>
                    <a:cubicBezTo>
                      <a:pt x="36192"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94" y="9932"/>
                    </a:cubicBezTo>
                    <a:cubicBezTo>
                      <a:pt x="25061" y="9596"/>
                      <a:pt x="23642" y="9409"/>
                      <a:pt x="21999" y="9409"/>
                    </a:cubicBezTo>
                    <a:cubicBezTo>
                      <a:pt x="19459" y="9409"/>
                      <a:pt x="17480" y="9932"/>
                      <a:pt x="15986" y="11015"/>
                    </a:cubicBezTo>
                    <a:cubicBezTo>
                      <a:pt x="14529" y="12097"/>
                      <a:pt x="13820" y="13516"/>
                      <a:pt x="13820" y="15271"/>
                    </a:cubicBezTo>
                    <a:cubicBezTo>
                      <a:pt x="13820" y="16429"/>
                      <a:pt x="14193"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9" y="24568"/>
                      <a:pt x="31747" y="25278"/>
                    </a:cubicBezTo>
                    <a:cubicBezTo>
                      <a:pt x="33316" y="25987"/>
                      <a:pt x="34698" y="26883"/>
                      <a:pt x="35930" y="28003"/>
                    </a:cubicBezTo>
                    <a:cubicBezTo>
                      <a:pt x="37200" y="29086"/>
                      <a:pt x="38171" y="30393"/>
                      <a:pt x="38918" y="31924"/>
                    </a:cubicBezTo>
                    <a:cubicBezTo>
                      <a:pt x="39665" y="33492"/>
                      <a:pt x="40038" y="35322"/>
                      <a:pt x="40038" y="37487"/>
                    </a:cubicBezTo>
                    <a:cubicBezTo>
                      <a:pt x="40038" y="40063"/>
                      <a:pt x="39590" y="42453"/>
                      <a:pt x="38656" y="44619"/>
                    </a:cubicBezTo>
                    <a:cubicBezTo>
                      <a:pt x="37685" y="46784"/>
                      <a:pt x="36341" y="48688"/>
                      <a:pt x="34511" y="50257"/>
                    </a:cubicBezTo>
                    <a:cubicBezTo>
                      <a:pt x="32681" y="51862"/>
                      <a:pt x="30477" y="53094"/>
                      <a:pt x="27788" y="53991"/>
                    </a:cubicBezTo>
                    <a:cubicBezTo>
                      <a:pt x="25136" y="54849"/>
                      <a:pt x="22074" y="55297"/>
                      <a:pt x="18600" y="55297"/>
                    </a:cubicBezTo>
                    <a:cubicBezTo>
                      <a:pt x="16770" y="55297"/>
                      <a:pt x="14977" y="55148"/>
                      <a:pt x="13222"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6" y="42117"/>
                      <a:pt x="5528" y="41968"/>
                      <a:pt x="6312" y="41968"/>
                    </a:cubicBezTo>
                    <a:cubicBezTo>
                      <a:pt x="7134" y="41968"/>
                      <a:pt x="7881" y="42192"/>
                      <a:pt x="8591" y="42640"/>
                    </a:cubicBezTo>
                    <a:cubicBezTo>
                      <a:pt x="9300" y="43125"/>
                      <a:pt x="10159" y="43611"/>
                      <a:pt x="11093" y="44133"/>
                    </a:cubicBezTo>
                    <a:cubicBezTo>
                      <a:pt x="12026" y="44656"/>
                      <a:pt x="13147" y="45141"/>
                      <a:pt x="14417" y="45590"/>
                    </a:cubicBezTo>
                    <a:cubicBezTo>
                      <a:pt x="15687" y="46038"/>
                      <a:pt x="17293" y="46261"/>
                      <a:pt x="19235" y="46261"/>
                    </a:cubicBezTo>
                    <a:cubicBezTo>
                      <a:pt x="20766" y="46261"/>
                      <a:pt x="22111" y="46075"/>
                      <a:pt x="23194" y="45701"/>
                    </a:cubicBezTo>
                    <a:cubicBezTo>
                      <a:pt x="24277" y="45328"/>
                      <a:pt x="25211" y="44880"/>
                      <a:pt x="25921" y="44282"/>
                    </a:cubicBezTo>
                    <a:cubicBezTo>
                      <a:pt x="26630" y="43685"/>
                      <a:pt x="27153" y="42976"/>
                      <a:pt x="27489" y="42192"/>
                    </a:cubicBezTo>
                    <a:cubicBezTo>
                      <a:pt x="27826"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90" y="31476"/>
                    </a:cubicBezTo>
                    <a:cubicBezTo>
                      <a:pt x="13110" y="30916"/>
                      <a:pt x="11504"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3" y="2203"/>
                      <a:pt x="13035" y="1344"/>
                    </a:cubicBezTo>
                    <a:cubicBezTo>
                      <a:pt x="15575" y="448"/>
                      <a:pt x="18488" y="0"/>
                      <a:pt x="21812" y="0"/>
                    </a:cubicBezTo>
                    <a:cubicBezTo>
                      <a:pt x="25510" y="0"/>
                      <a:pt x="28871" y="598"/>
                      <a:pt x="31896" y="1830"/>
                    </a:cubicBezTo>
                    <a:cubicBezTo>
                      <a:pt x="34922" y="3062"/>
                      <a:pt x="37462" y="4667"/>
                      <a:pt x="39479" y="6646"/>
                    </a:cubicBezTo>
                    <a:lnTo>
                      <a:pt x="36565"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22" name="Google Shape;2122;p90"/>
            <p:cNvGrpSpPr/>
            <p:nvPr/>
          </p:nvGrpSpPr>
          <p:grpSpPr>
            <a:xfrm>
              <a:off x="5024478" y="3785144"/>
              <a:ext cx="227626" cy="215600"/>
              <a:chOff x="6561237" y="4843658"/>
              <a:chExt cx="303501" cy="287466"/>
            </a:xfrm>
          </p:grpSpPr>
          <p:sp>
            <p:nvSpPr>
              <p:cNvPr id="2123" name="Google Shape;2123;p90"/>
              <p:cNvSpPr/>
              <p:nvPr/>
            </p:nvSpPr>
            <p:spPr>
              <a:xfrm>
                <a:off x="6561237" y="4843658"/>
                <a:ext cx="235338" cy="235268"/>
              </a:xfrm>
              <a:custGeom>
                <a:rect b="b" l="l" r="r" t="t"/>
                <a:pathLst>
                  <a:path extrusionOk="0" h="235268" w="235338">
                    <a:moveTo>
                      <a:pt x="132628" y="235268"/>
                    </a:moveTo>
                    <a:lnTo>
                      <a:pt x="29282" y="235268"/>
                    </a:lnTo>
                    <a:cubicBezTo>
                      <a:pt x="13147" y="235268"/>
                      <a:pt x="0" y="222126"/>
                      <a:pt x="0" y="205996"/>
                    </a:cubicBezTo>
                    <a:lnTo>
                      <a:pt x="0" y="29273"/>
                    </a:lnTo>
                    <a:cubicBezTo>
                      <a:pt x="0" y="13124"/>
                      <a:pt x="13147" y="0"/>
                      <a:pt x="29282" y="0"/>
                    </a:cubicBezTo>
                    <a:lnTo>
                      <a:pt x="206057" y="0"/>
                    </a:lnTo>
                    <a:cubicBezTo>
                      <a:pt x="222191" y="0"/>
                      <a:pt x="235338" y="13124"/>
                      <a:pt x="235338" y="29273"/>
                    </a:cubicBezTo>
                    <a:lnTo>
                      <a:pt x="235338" y="94237"/>
                    </a:lnTo>
                    <a:cubicBezTo>
                      <a:pt x="235338" y="98531"/>
                      <a:pt x="231865" y="102025"/>
                      <a:pt x="227532" y="102025"/>
                    </a:cubicBezTo>
                    <a:cubicBezTo>
                      <a:pt x="223237" y="102025"/>
                      <a:pt x="219764" y="98531"/>
                      <a:pt x="219764" y="94237"/>
                    </a:cubicBezTo>
                    <a:lnTo>
                      <a:pt x="219764" y="29239"/>
                    </a:lnTo>
                    <a:cubicBezTo>
                      <a:pt x="219764" y="21674"/>
                      <a:pt x="213601" y="15510"/>
                      <a:pt x="206019" y="15510"/>
                    </a:cubicBezTo>
                    <a:lnTo>
                      <a:pt x="29245" y="15510"/>
                    </a:lnTo>
                    <a:cubicBezTo>
                      <a:pt x="21700" y="15510"/>
                      <a:pt x="15500" y="21674"/>
                      <a:pt x="15500" y="29239"/>
                    </a:cubicBezTo>
                    <a:lnTo>
                      <a:pt x="15500" y="205958"/>
                    </a:lnTo>
                    <a:cubicBezTo>
                      <a:pt x="15500" y="213538"/>
                      <a:pt x="21700" y="219699"/>
                      <a:pt x="29245" y="219699"/>
                    </a:cubicBezTo>
                    <a:lnTo>
                      <a:pt x="132628" y="219699"/>
                    </a:lnTo>
                    <a:cubicBezTo>
                      <a:pt x="136885" y="219699"/>
                      <a:pt x="140397" y="223171"/>
                      <a:pt x="140397" y="227465"/>
                    </a:cubicBezTo>
                    <a:cubicBezTo>
                      <a:pt x="140433" y="231759"/>
                      <a:pt x="136923" y="235268"/>
                      <a:pt x="132628" y="235268"/>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4" name="Google Shape;2124;p90"/>
              <p:cNvSpPr/>
              <p:nvPr/>
            </p:nvSpPr>
            <p:spPr>
              <a:xfrm>
                <a:off x="6673734" y="5024189"/>
                <a:ext cx="191004" cy="10379"/>
              </a:xfrm>
              <a:custGeom>
                <a:rect b="b" l="l" r="r" t="t"/>
                <a:pathLst>
                  <a:path extrusionOk="0" h="10379" w="191004">
                    <a:moveTo>
                      <a:pt x="185813" y="10380"/>
                    </a:moveTo>
                    <a:lnTo>
                      <a:pt x="5154" y="10380"/>
                    </a:lnTo>
                    <a:cubicBezTo>
                      <a:pt x="2316" y="10380"/>
                      <a:pt x="0" y="8028"/>
                      <a:pt x="0" y="5190"/>
                    </a:cubicBezTo>
                    <a:cubicBezTo>
                      <a:pt x="0" y="2315"/>
                      <a:pt x="2316" y="0"/>
                      <a:pt x="5154" y="0"/>
                    </a:cubicBezTo>
                    <a:lnTo>
                      <a:pt x="185813" y="0"/>
                    </a:lnTo>
                    <a:cubicBezTo>
                      <a:pt x="188689" y="0"/>
                      <a:pt x="191005" y="2315"/>
                      <a:pt x="191005" y="5190"/>
                    </a:cubicBezTo>
                    <a:cubicBezTo>
                      <a:pt x="191005" y="8028"/>
                      <a:pt x="188689" y="10380"/>
                      <a:pt x="185813" y="1038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5" name="Google Shape;2125;p90"/>
              <p:cNvSpPr/>
              <p:nvPr/>
            </p:nvSpPr>
            <p:spPr>
              <a:xfrm>
                <a:off x="6702304" y="4950288"/>
                <a:ext cx="135182" cy="80622"/>
              </a:xfrm>
              <a:custGeom>
                <a:rect b="b" l="l" r="r" t="t"/>
                <a:pathLst>
                  <a:path extrusionOk="0" h="80622" w="135182">
                    <a:moveTo>
                      <a:pt x="129978" y="80622"/>
                    </a:moveTo>
                    <a:cubicBezTo>
                      <a:pt x="128186" y="80622"/>
                      <a:pt x="126430" y="79689"/>
                      <a:pt x="125496" y="78008"/>
                    </a:cubicBezTo>
                    <a:lnTo>
                      <a:pt x="107830" y="47425"/>
                    </a:lnTo>
                    <a:lnTo>
                      <a:pt x="92778" y="45454"/>
                    </a:lnTo>
                    <a:cubicBezTo>
                      <a:pt x="91284" y="45263"/>
                      <a:pt x="89903" y="44404"/>
                      <a:pt x="89081" y="43135"/>
                    </a:cubicBezTo>
                    <a:lnTo>
                      <a:pt x="69920" y="13418"/>
                    </a:lnTo>
                    <a:lnTo>
                      <a:pt x="54047" y="29275"/>
                    </a:lnTo>
                    <a:lnTo>
                      <a:pt x="46129" y="52160"/>
                    </a:lnTo>
                    <a:cubicBezTo>
                      <a:pt x="45606" y="53701"/>
                      <a:pt x="44373" y="54896"/>
                      <a:pt x="42842" y="55419"/>
                    </a:cubicBezTo>
                    <a:lnTo>
                      <a:pt x="20022" y="62700"/>
                    </a:lnTo>
                    <a:lnTo>
                      <a:pt x="9489" y="78307"/>
                    </a:lnTo>
                    <a:cubicBezTo>
                      <a:pt x="7883" y="80697"/>
                      <a:pt x="4634" y="81331"/>
                      <a:pt x="2281" y="79726"/>
                    </a:cubicBezTo>
                    <a:cubicBezTo>
                      <a:pt x="-110" y="78120"/>
                      <a:pt x="-707" y="74872"/>
                      <a:pt x="899" y="72520"/>
                    </a:cubicBezTo>
                    <a:lnTo>
                      <a:pt x="12440" y="55419"/>
                    </a:lnTo>
                    <a:cubicBezTo>
                      <a:pt x="13075" y="54486"/>
                      <a:pt x="14046" y="53739"/>
                      <a:pt x="15129" y="53403"/>
                    </a:cubicBezTo>
                    <a:lnTo>
                      <a:pt x="37165" y="46346"/>
                    </a:lnTo>
                    <a:lnTo>
                      <a:pt x="44635" y="24765"/>
                    </a:lnTo>
                    <a:cubicBezTo>
                      <a:pt x="44896" y="24033"/>
                      <a:pt x="45307" y="23365"/>
                      <a:pt x="45868" y="22794"/>
                    </a:cubicBezTo>
                    <a:lnTo>
                      <a:pt x="67156" y="1530"/>
                    </a:lnTo>
                    <a:cubicBezTo>
                      <a:pt x="68277" y="417"/>
                      <a:pt x="69809" y="-154"/>
                      <a:pt x="71377" y="36"/>
                    </a:cubicBezTo>
                    <a:cubicBezTo>
                      <a:pt x="72946" y="193"/>
                      <a:pt x="74328" y="1052"/>
                      <a:pt x="75187" y="2388"/>
                    </a:cubicBezTo>
                    <a:lnTo>
                      <a:pt x="96513" y="35473"/>
                    </a:lnTo>
                    <a:lnTo>
                      <a:pt x="111714" y="37478"/>
                    </a:lnTo>
                    <a:cubicBezTo>
                      <a:pt x="113320" y="37699"/>
                      <a:pt x="114739" y="38621"/>
                      <a:pt x="115524" y="40021"/>
                    </a:cubicBezTo>
                    <a:lnTo>
                      <a:pt x="134497" y="72819"/>
                    </a:lnTo>
                    <a:cubicBezTo>
                      <a:pt x="135917" y="75283"/>
                      <a:pt x="135058" y="78494"/>
                      <a:pt x="132593" y="79913"/>
                    </a:cubicBezTo>
                    <a:cubicBezTo>
                      <a:pt x="131771" y="80398"/>
                      <a:pt x="130875" y="80622"/>
                      <a:pt x="129978" y="80622"/>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6" name="Google Shape;2126;p90"/>
              <p:cNvSpPr/>
              <p:nvPr/>
            </p:nvSpPr>
            <p:spPr>
              <a:xfrm>
                <a:off x="6706040" y="5038115"/>
                <a:ext cx="125025" cy="93009"/>
              </a:xfrm>
              <a:custGeom>
                <a:rect b="b" l="l" r="r" t="t"/>
                <a:pathLst>
                  <a:path extrusionOk="0" h="93009" w="125025">
                    <a:moveTo>
                      <a:pt x="74476" y="93010"/>
                    </a:moveTo>
                    <a:cubicBezTo>
                      <a:pt x="73430" y="93010"/>
                      <a:pt x="72421" y="92711"/>
                      <a:pt x="71563" y="92114"/>
                    </a:cubicBezTo>
                    <a:lnTo>
                      <a:pt x="43364" y="72735"/>
                    </a:lnTo>
                    <a:cubicBezTo>
                      <a:pt x="42430" y="72064"/>
                      <a:pt x="41720" y="71205"/>
                      <a:pt x="41384" y="70122"/>
                    </a:cubicBezTo>
                    <a:lnTo>
                      <a:pt x="29993" y="36817"/>
                    </a:lnTo>
                    <a:lnTo>
                      <a:pt x="9488" y="24869"/>
                    </a:lnTo>
                    <a:cubicBezTo>
                      <a:pt x="8554" y="24346"/>
                      <a:pt x="7844" y="23524"/>
                      <a:pt x="7396" y="22554"/>
                    </a:cubicBezTo>
                    <a:lnTo>
                      <a:pt x="449" y="7320"/>
                    </a:lnTo>
                    <a:cubicBezTo>
                      <a:pt x="-708" y="4744"/>
                      <a:pt x="449" y="1645"/>
                      <a:pt x="3027" y="487"/>
                    </a:cubicBezTo>
                    <a:cubicBezTo>
                      <a:pt x="5641" y="-745"/>
                      <a:pt x="8741" y="450"/>
                      <a:pt x="9899" y="3063"/>
                    </a:cubicBezTo>
                    <a:lnTo>
                      <a:pt x="16173" y="16766"/>
                    </a:lnTo>
                    <a:lnTo>
                      <a:pt x="36940" y="28901"/>
                    </a:lnTo>
                    <a:cubicBezTo>
                      <a:pt x="38023" y="29536"/>
                      <a:pt x="38807" y="30507"/>
                      <a:pt x="39218" y="31701"/>
                    </a:cubicBezTo>
                    <a:lnTo>
                      <a:pt x="50684" y="65193"/>
                    </a:lnTo>
                    <a:lnTo>
                      <a:pt x="72160" y="79979"/>
                    </a:lnTo>
                    <a:lnTo>
                      <a:pt x="86801" y="44583"/>
                    </a:lnTo>
                    <a:cubicBezTo>
                      <a:pt x="87622" y="42642"/>
                      <a:pt x="89527" y="41372"/>
                      <a:pt x="91619" y="41372"/>
                    </a:cubicBezTo>
                    <a:lnTo>
                      <a:pt x="97109" y="41372"/>
                    </a:lnTo>
                    <a:lnTo>
                      <a:pt x="115149" y="3026"/>
                    </a:lnTo>
                    <a:cubicBezTo>
                      <a:pt x="116344" y="412"/>
                      <a:pt x="119444" y="-708"/>
                      <a:pt x="122059" y="525"/>
                    </a:cubicBezTo>
                    <a:cubicBezTo>
                      <a:pt x="124636" y="1757"/>
                      <a:pt x="125756" y="4818"/>
                      <a:pt x="124524" y="7432"/>
                    </a:cubicBezTo>
                    <a:lnTo>
                      <a:pt x="105102" y="48802"/>
                    </a:lnTo>
                    <a:cubicBezTo>
                      <a:pt x="104243" y="50594"/>
                      <a:pt x="102413" y="51789"/>
                      <a:pt x="100396" y="51789"/>
                    </a:cubicBezTo>
                    <a:lnTo>
                      <a:pt x="95092" y="51789"/>
                    </a:lnTo>
                    <a:lnTo>
                      <a:pt x="79294" y="89911"/>
                    </a:lnTo>
                    <a:cubicBezTo>
                      <a:pt x="78696" y="91367"/>
                      <a:pt x="77501" y="92450"/>
                      <a:pt x="76007" y="92898"/>
                    </a:cubicBezTo>
                    <a:cubicBezTo>
                      <a:pt x="75447" y="92973"/>
                      <a:pt x="74998" y="93010"/>
                      <a:pt x="74476" y="9301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7" name="Google Shape;2127;p90"/>
              <p:cNvSpPr/>
              <p:nvPr/>
            </p:nvSpPr>
            <p:spPr>
              <a:xfrm>
                <a:off x="6765349" y="4955938"/>
                <a:ext cx="37623" cy="74972"/>
              </a:xfrm>
              <a:custGeom>
                <a:rect b="b" l="l" r="r" t="t"/>
                <a:pathLst>
                  <a:path extrusionOk="0" h="74972" w="37623">
                    <a:moveTo>
                      <a:pt x="32385" y="74972"/>
                    </a:moveTo>
                    <a:cubicBezTo>
                      <a:pt x="30629" y="74972"/>
                      <a:pt x="28874" y="74039"/>
                      <a:pt x="27903" y="72396"/>
                    </a:cubicBezTo>
                    <a:lnTo>
                      <a:pt x="20956" y="60448"/>
                    </a:lnTo>
                    <a:lnTo>
                      <a:pt x="5456" y="31063"/>
                    </a:lnTo>
                    <a:cubicBezTo>
                      <a:pt x="5232" y="30619"/>
                      <a:pt x="5045" y="30174"/>
                      <a:pt x="4970" y="29697"/>
                    </a:cubicBezTo>
                    <a:lnTo>
                      <a:pt x="115" y="6241"/>
                    </a:lnTo>
                    <a:cubicBezTo>
                      <a:pt x="-483" y="3444"/>
                      <a:pt x="1310" y="711"/>
                      <a:pt x="4111" y="107"/>
                    </a:cubicBezTo>
                    <a:cubicBezTo>
                      <a:pt x="6912" y="-465"/>
                      <a:pt x="9639" y="1316"/>
                      <a:pt x="10236" y="4143"/>
                    </a:cubicBezTo>
                    <a:lnTo>
                      <a:pt x="14980" y="26900"/>
                    </a:lnTo>
                    <a:lnTo>
                      <a:pt x="30032" y="55407"/>
                    </a:lnTo>
                    <a:lnTo>
                      <a:pt x="36904" y="67169"/>
                    </a:lnTo>
                    <a:cubicBezTo>
                      <a:pt x="38361" y="69633"/>
                      <a:pt x="37539" y="72807"/>
                      <a:pt x="35037" y="74263"/>
                    </a:cubicBezTo>
                    <a:cubicBezTo>
                      <a:pt x="34178" y="74711"/>
                      <a:pt x="33281" y="74972"/>
                      <a:pt x="32385" y="74972"/>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8" name="Google Shape;2128;p90"/>
              <p:cNvSpPr/>
              <p:nvPr/>
            </p:nvSpPr>
            <p:spPr>
              <a:xfrm>
                <a:off x="6653976" y="4876523"/>
                <a:ext cx="49861" cy="49834"/>
              </a:xfrm>
              <a:custGeom>
                <a:rect b="b" l="l" r="r" t="t"/>
                <a:pathLst>
                  <a:path extrusionOk="0" h="49834" w="49861">
                    <a:moveTo>
                      <a:pt x="38619" y="49835"/>
                    </a:moveTo>
                    <a:lnTo>
                      <a:pt x="11242" y="49835"/>
                    </a:lnTo>
                    <a:cubicBezTo>
                      <a:pt x="5042" y="49835"/>
                      <a:pt x="0" y="44813"/>
                      <a:pt x="0" y="38615"/>
                    </a:cubicBezTo>
                    <a:lnTo>
                      <a:pt x="0" y="11220"/>
                    </a:lnTo>
                    <a:cubicBezTo>
                      <a:pt x="0" y="5022"/>
                      <a:pt x="5042" y="0"/>
                      <a:pt x="11242" y="0"/>
                    </a:cubicBezTo>
                    <a:lnTo>
                      <a:pt x="38619" y="0"/>
                    </a:lnTo>
                    <a:cubicBezTo>
                      <a:pt x="44819" y="0"/>
                      <a:pt x="49861" y="5022"/>
                      <a:pt x="49861" y="11220"/>
                    </a:cubicBezTo>
                    <a:lnTo>
                      <a:pt x="49861" y="38615"/>
                    </a:lnTo>
                    <a:cubicBezTo>
                      <a:pt x="49861" y="44813"/>
                      <a:pt x="44819" y="49835"/>
                      <a:pt x="38619" y="49835"/>
                    </a:cubicBezTo>
                    <a:close/>
                    <a:moveTo>
                      <a:pt x="11242" y="10328"/>
                    </a:moveTo>
                    <a:cubicBezTo>
                      <a:pt x="10757" y="10328"/>
                      <a:pt x="10383" y="10708"/>
                      <a:pt x="10383" y="11186"/>
                    </a:cubicBezTo>
                    <a:lnTo>
                      <a:pt x="10383" y="38585"/>
                    </a:lnTo>
                    <a:cubicBezTo>
                      <a:pt x="10383" y="39063"/>
                      <a:pt x="10757" y="39444"/>
                      <a:pt x="11242" y="39444"/>
                    </a:cubicBezTo>
                    <a:lnTo>
                      <a:pt x="38619" y="39444"/>
                    </a:lnTo>
                    <a:cubicBezTo>
                      <a:pt x="39105" y="39444"/>
                      <a:pt x="39478" y="39063"/>
                      <a:pt x="39478" y="38585"/>
                    </a:cubicBezTo>
                    <a:lnTo>
                      <a:pt x="39478" y="11186"/>
                    </a:lnTo>
                    <a:cubicBezTo>
                      <a:pt x="39478" y="10708"/>
                      <a:pt x="39105" y="10328"/>
                      <a:pt x="38619" y="10328"/>
                    </a:cubicBezTo>
                    <a:lnTo>
                      <a:pt x="11242" y="1032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29" name="Google Shape;2129;p90"/>
              <p:cNvSpPr/>
              <p:nvPr/>
            </p:nvSpPr>
            <p:spPr>
              <a:xfrm>
                <a:off x="6653976" y="4935927"/>
                <a:ext cx="49861" cy="49834"/>
              </a:xfrm>
              <a:custGeom>
                <a:rect b="b" l="l" r="r" t="t"/>
                <a:pathLst>
                  <a:path extrusionOk="0" h="49834" w="49861">
                    <a:moveTo>
                      <a:pt x="38619" y="49835"/>
                    </a:moveTo>
                    <a:lnTo>
                      <a:pt x="11242" y="49835"/>
                    </a:lnTo>
                    <a:cubicBezTo>
                      <a:pt x="5042" y="49835"/>
                      <a:pt x="0" y="44812"/>
                      <a:pt x="0" y="38615"/>
                    </a:cubicBezTo>
                    <a:lnTo>
                      <a:pt x="0" y="11220"/>
                    </a:lnTo>
                    <a:cubicBezTo>
                      <a:pt x="0" y="5022"/>
                      <a:pt x="5042" y="0"/>
                      <a:pt x="11242" y="0"/>
                    </a:cubicBezTo>
                    <a:lnTo>
                      <a:pt x="38619" y="0"/>
                    </a:lnTo>
                    <a:cubicBezTo>
                      <a:pt x="44819" y="0"/>
                      <a:pt x="49861" y="5022"/>
                      <a:pt x="49861" y="11220"/>
                    </a:cubicBezTo>
                    <a:lnTo>
                      <a:pt x="49861" y="38615"/>
                    </a:lnTo>
                    <a:cubicBezTo>
                      <a:pt x="49861" y="44812"/>
                      <a:pt x="44819" y="49835"/>
                      <a:pt x="38619" y="49835"/>
                    </a:cubicBezTo>
                    <a:close/>
                    <a:moveTo>
                      <a:pt x="11242" y="10361"/>
                    </a:moveTo>
                    <a:cubicBezTo>
                      <a:pt x="10757" y="10361"/>
                      <a:pt x="10383" y="10742"/>
                      <a:pt x="10383" y="11220"/>
                    </a:cubicBezTo>
                    <a:lnTo>
                      <a:pt x="10383" y="38615"/>
                    </a:lnTo>
                    <a:cubicBezTo>
                      <a:pt x="10383" y="39092"/>
                      <a:pt x="10757" y="39473"/>
                      <a:pt x="11242" y="39473"/>
                    </a:cubicBezTo>
                    <a:lnTo>
                      <a:pt x="38619" y="39473"/>
                    </a:lnTo>
                    <a:cubicBezTo>
                      <a:pt x="39105" y="39473"/>
                      <a:pt x="39478" y="39092"/>
                      <a:pt x="39478" y="38615"/>
                    </a:cubicBezTo>
                    <a:lnTo>
                      <a:pt x="39478" y="11220"/>
                    </a:lnTo>
                    <a:cubicBezTo>
                      <a:pt x="39478" y="10742"/>
                      <a:pt x="39105" y="10361"/>
                      <a:pt x="38619" y="10361"/>
                    </a:cubicBezTo>
                    <a:lnTo>
                      <a:pt x="11242" y="10361"/>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0" name="Google Shape;2130;p90"/>
              <p:cNvSpPr/>
              <p:nvPr/>
            </p:nvSpPr>
            <p:spPr>
              <a:xfrm>
                <a:off x="6713773" y="4876523"/>
                <a:ext cx="49861" cy="49834"/>
              </a:xfrm>
              <a:custGeom>
                <a:rect b="b" l="l" r="r" t="t"/>
                <a:pathLst>
                  <a:path extrusionOk="0" h="49834" w="49861">
                    <a:moveTo>
                      <a:pt x="38656" y="49835"/>
                    </a:moveTo>
                    <a:lnTo>
                      <a:pt x="11242" y="49835"/>
                    </a:lnTo>
                    <a:cubicBezTo>
                      <a:pt x="5042" y="49835"/>
                      <a:pt x="0" y="44813"/>
                      <a:pt x="0" y="38615"/>
                    </a:cubicBezTo>
                    <a:lnTo>
                      <a:pt x="0" y="11220"/>
                    </a:lnTo>
                    <a:cubicBezTo>
                      <a:pt x="0" y="5022"/>
                      <a:pt x="5042" y="0"/>
                      <a:pt x="11242" y="0"/>
                    </a:cubicBezTo>
                    <a:lnTo>
                      <a:pt x="38656" y="0"/>
                    </a:lnTo>
                    <a:cubicBezTo>
                      <a:pt x="44856" y="0"/>
                      <a:pt x="49861" y="5022"/>
                      <a:pt x="49861" y="11220"/>
                    </a:cubicBezTo>
                    <a:lnTo>
                      <a:pt x="49861" y="38615"/>
                    </a:lnTo>
                    <a:cubicBezTo>
                      <a:pt x="49861" y="44813"/>
                      <a:pt x="44819" y="49835"/>
                      <a:pt x="38656" y="49835"/>
                    </a:cubicBezTo>
                    <a:close/>
                    <a:moveTo>
                      <a:pt x="11205" y="10328"/>
                    </a:moveTo>
                    <a:cubicBezTo>
                      <a:pt x="10719" y="10328"/>
                      <a:pt x="10345" y="10708"/>
                      <a:pt x="10345" y="11186"/>
                    </a:cubicBezTo>
                    <a:lnTo>
                      <a:pt x="10345" y="38585"/>
                    </a:lnTo>
                    <a:cubicBezTo>
                      <a:pt x="10345" y="39063"/>
                      <a:pt x="10719" y="39444"/>
                      <a:pt x="11205" y="39444"/>
                    </a:cubicBezTo>
                    <a:lnTo>
                      <a:pt x="38619" y="39444"/>
                    </a:lnTo>
                    <a:cubicBezTo>
                      <a:pt x="39105" y="39444"/>
                      <a:pt x="39478" y="39063"/>
                      <a:pt x="39478" y="38585"/>
                    </a:cubicBezTo>
                    <a:lnTo>
                      <a:pt x="39478" y="11186"/>
                    </a:lnTo>
                    <a:cubicBezTo>
                      <a:pt x="39478" y="10708"/>
                      <a:pt x="39105" y="10328"/>
                      <a:pt x="38619" y="10328"/>
                    </a:cubicBezTo>
                    <a:lnTo>
                      <a:pt x="11205" y="1032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1" name="Google Shape;2131;p90"/>
              <p:cNvSpPr/>
              <p:nvPr/>
            </p:nvSpPr>
            <p:spPr>
              <a:xfrm>
                <a:off x="6594217" y="4876523"/>
                <a:ext cx="49861" cy="49834"/>
              </a:xfrm>
              <a:custGeom>
                <a:rect b="b" l="l" r="r" t="t"/>
                <a:pathLst>
                  <a:path extrusionOk="0" h="49834" w="49861">
                    <a:moveTo>
                      <a:pt x="38619" y="49835"/>
                    </a:moveTo>
                    <a:lnTo>
                      <a:pt x="11205" y="49835"/>
                    </a:lnTo>
                    <a:cubicBezTo>
                      <a:pt x="5005" y="49835"/>
                      <a:pt x="0" y="44813"/>
                      <a:pt x="0" y="38615"/>
                    </a:cubicBezTo>
                    <a:lnTo>
                      <a:pt x="0" y="11220"/>
                    </a:lnTo>
                    <a:cubicBezTo>
                      <a:pt x="0" y="5022"/>
                      <a:pt x="5005" y="0"/>
                      <a:pt x="11205" y="0"/>
                    </a:cubicBezTo>
                    <a:lnTo>
                      <a:pt x="38619" y="0"/>
                    </a:lnTo>
                    <a:cubicBezTo>
                      <a:pt x="44819" y="0"/>
                      <a:pt x="49861" y="5022"/>
                      <a:pt x="49861" y="11220"/>
                    </a:cubicBezTo>
                    <a:lnTo>
                      <a:pt x="49861" y="38615"/>
                    </a:lnTo>
                    <a:cubicBezTo>
                      <a:pt x="49861" y="44813"/>
                      <a:pt x="44819" y="49835"/>
                      <a:pt x="38619" y="49835"/>
                    </a:cubicBezTo>
                    <a:close/>
                    <a:moveTo>
                      <a:pt x="11167" y="10328"/>
                    </a:moveTo>
                    <a:cubicBezTo>
                      <a:pt x="10719" y="10328"/>
                      <a:pt x="10308" y="10708"/>
                      <a:pt x="10308" y="11186"/>
                    </a:cubicBezTo>
                    <a:lnTo>
                      <a:pt x="10308" y="38585"/>
                    </a:lnTo>
                    <a:cubicBezTo>
                      <a:pt x="10308" y="39063"/>
                      <a:pt x="10719" y="39444"/>
                      <a:pt x="11167" y="39444"/>
                    </a:cubicBezTo>
                    <a:lnTo>
                      <a:pt x="38582" y="39444"/>
                    </a:lnTo>
                    <a:cubicBezTo>
                      <a:pt x="39067" y="39444"/>
                      <a:pt x="39441" y="39063"/>
                      <a:pt x="39441" y="38585"/>
                    </a:cubicBezTo>
                    <a:lnTo>
                      <a:pt x="39441" y="11186"/>
                    </a:lnTo>
                    <a:cubicBezTo>
                      <a:pt x="39441" y="10708"/>
                      <a:pt x="39067" y="10328"/>
                      <a:pt x="38582" y="10328"/>
                    </a:cubicBezTo>
                    <a:lnTo>
                      <a:pt x="11167" y="1032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2" name="Google Shape;2132;p90"/>
              <p:cNvSpPr/>
              <p:nvPr/>
            </p:nvSpPr>
            <p:spPr>
              <a:xfrm>
                <a:off x="6594217" y="4935927"/>
                <a:ext cx="49861" cy="49834"/>
              </a:xfrm>
              <a:custGeom>
                <a:rect b="b" l="l" r="r" t="t"/>
                <a:pathLst>
                  <a:path extrusionOk="0" h="49834" w="49861">
                    <a:moveTo>
                      <a:pt x="38619" y="49835"/>
                    </a:moveTo>
                    <a:lnTo>
                      <a:pt x="11205" y="49835"/>
                    </a:lnTo>
                    <a:cubicBezTo>
                      <a:pt x="5005" y="49835"/>
                      <a:pt x="0" y="44812"/>
                      <a:pt x="0" y="38615"/>
                    </a:cubicBezTo>
                    <a:lnTo>
                      <a:pt x="0" y="11220"/>
                    </a:lnTo>
                    <a:cubicBezTo>
                      <a:pt x="0" y="5022"/>
                      <a:pt x="5005" y="0"/>
                      <a:pt x="11205" y="0"/>
                    </a:cubicBezTo>
                    <a:lnTo>
                      <a:pt x="38619" y="0"/>
                    </a:lnTo>
                    <a:cubicBezTo>
                      <a:pt x="44819" y="0"/>
                      <a:pt x="49861" y="5022"/>
                      <a:pt x="49861" y="11220"/>
                    </a:cubicBezTo>
                    <a:lnTo>
                      <a:pt x="49861" y="38615"/>
                    </a:lnTo>
                    <a:cubicBezTo>
                      <a:pt x="49861" y="44812"/>
                      <a:pt x="44819" y="49835"/>
                      <a:pt x="38619" y="49835"/>
                    </a:cubicBezTo>
                    <a:close/>
                    <a:moveTo>
                      <a:pt x="11167" y="10361"/>
                    </a:moveTo>
                    <a:cubicBezTo>
                      <a:pt x="10719" y="10361"/>
                      <a:pt x="10308" y="10742"/>
                      <a:pt x="10308" y="11220"/>
                    </a:cubicBezTo>
                    <a:lnTo>
                      <a:pt x="10308" y="38615"/>
                    </a:lnTo>
                    <a:cubicBezTo>
                      <a:pt x="10308" y="39092"/>
                      <a:pt x="10719" y="39473"/>
                      <a:pt x="11167" y="39473"/>
                    </a:cubicBezTo>
                    <a:lnTo>
                      <a:pt x="38582" y="39473"/>
                    </a:lnTo>
                    <a:cubicBezTo>
                      <a:pt x="39067" y="39473"/>
                      <a:pt x="39441" y="39092"/>
                      <a:pt x="39441" y="38615"/>
                    </a:cubicBezTo>
                    <a:lnTo>
                      <a:pt x="39441" y="11220"/>
                    </a:lnTo>
                    <a:cubicBezTo>
                      <a:pt x="39441" y="10742"/>
                      <a:pt x="39067" y="10361"/>
                      <a:pt x="38582" y="10361"/>
                    </a:cubicBezTo>
                    <a:lnTo>
                      <a:pt x="11167" y="10361"/>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3" name="Google Shape;2133;p90"/>
              <p:cNvSpPr/>
              <p:nvPr/>
            </p:nvSpPr>
            <p:spPr>
              <a:xfrm>
                <a:off x="6594217" y="4995903"/>
                <a:ext cx="49861" cy="49830"/>
              </a:xfrm>
              <a:custGeom>
                <a:rect b="b" l="l" r="r" t="t"/>
                <a:pathLst>
                  <a:path extrusionOk="0" h="49830" w="49861">
                    <a:moveTo>
                      <a:pt x="38619" y="49831"/>
                    </a:moveTo>
                    <a:lnTo>
                      <a:pt x="11205" y="49831"/>
                    </a:lnTo>
                    <a:cubicBezTo>
                      <a:pt x="5005" y="49831"/>
                      <a:pt x="0" y="44828"/>
                      <a:pt x="0" y="38630"/>
                    </a:cubicBezTo>
                    <a:lnTo>
                      <a:pt x="0" y="11224"/>
                    </a:lnTo>
                    <a:cubicBezTo>
                      <a:pt x="0" y="5022"/>
                      <a:pt x="5005" y="0"/>
                      <a:pt x="11205" y="0"/>
                    </a:cubicBezTo>
                    <a:lnTo>
                      <a:pt x="38619" y="0"/>
                    </a:lnTo>
                    <a:cubicBezTo>
                      <a:pt x="44819" y="0"/>
                      <a:pt x="49861" y="5022"/>
                      <a:pt x="49861" y="11224"/>
                    </a:cubicBezTo>
                    <a:lnTo>
                      <a:pt x="49861" y="38630"/>
                    </a:lnTo>
                    <a:cubicBezTo>
                      <a:pt x="49861" y="44828"/>
                      <a:pt x="44819" y="49831"/>
                      <a:pt x="38619" y="49831"/>
                    </a:cubicBezTo>
                    <a:close/>
                    <a:moveTo>
                      <a:pt x="11167" y="10365"/>
                    </a:moveTo>
                    <a:cubicBezTo>
                      <a:pt x="10719" y="10365"/>
                      <a:pt x="10308" y="10738"/>
                      <a:pt x="10308" y="11224"/>
                    </a:cubicBezTo>
                    <a:lnTo>
                      <a:pt x="10308" y="38630"/>
                    </a:lnTo>
                    <a:cubicBezTo>
                      <a:pt x="10308" y="39078"/>
                      <a:pt x="10719" y="39488"/>
                      <a:pt x="11167" y="39488"/>
                    </a:cubicBezTo>
                    <a:lnTo>
                      <a:pt x="38582" y="39488"/>
                    </a:lnTo>
                    <a:cubicBezTo>
                      <a:pt x="39067" y="39488"/>
                      <a:pt x="39441" y="39078"/>
                      <a:pt x="39441" y="38630"/>
                    </a:cubicBezTo>
                    <a:lnTo>
                      <a:pt x="39441" y="11224"/>
                    </a:lnTo>
                    <a:cubicBezTo>
                      <a:pt x="39441" y="10738"/>
                      <a:pt x="39067" y="10365"/>
                      <a:pt x="38582" y="10365"/>
                    </a:cubicBezTo>
                    <a:lnTo>
                      <a:pt x="11167" y="10365"/>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134" name="Google Shape;2134;p90"/>
            <p:cNvSpPr/>
            <p:nvPr/>
          </p:nvSpPr>
          <p:spPr>
            <a:xfrm>
              <a:off x="2963423" y="3663467"/>
              <a:ext cx="4300766" cy="102475"/>
            </a:xfrm>
            <a:custGeom>
              <a:rect b="b" l="l" r="r" t="t"/>
              <a:pathLst>
                <a:path extrusionOk="0" h="136633" w="5734354">
                  <a:moveTo>
                    <a:pt x="5731329" y="136633"/>
                  </a:moveTo>
                  <a:cubicBezTo>
                    <a:pt x="5729649" y="136633"/>
                    <a:pt x="5728304" y="135271"/>
                    <a:pt x="5728304" y="133598"/>
                  </a:cubicBezTo>
                  <a:cubicBezTo>
                    <a:pt x="5728304" y="99273"/>
                    <a:pt x="5690320" y="71345"/>
                    <a:pt x="5643670" y="71345"/>
                  </a:cubicBezTo>
                  <a:lnTo>
                    <a:pt x="2954853" y="71345"/>
                  </a:lnTo>
                  <a:cubicBezTo>
                    <a:pt x="2912910" y="71345"/>
                    <a:pt x="2877503" y="49775"/>
                    <a:pt x="2867194" y="20581"/>
                  </a:cubicBezTo>
                  <a:cubicBezTo>
                    <a:pt x="2856886" y="49775"/>
                    <a:pt x="2821479" y="71345"/>
                    <a:pt x="2779535" y="71345"/>
                  </a:cubicBezTo>
                  <a:lnTo>
                    <a:pt x="90699" y="71345"/>
                  </a:lnTo>
                  <a:cubicBezTo>
                    <a:pt x="68260" y="71345"/>
                    <a:pt x="46328" y="78099"/>
                    <a:pt x="30522" y="89868"/>
                  </a:cubicBezTo>
                  <a:cubicBezTo>
                    <a:pt x="14753" y="101615"/>
                    <a:pt x="6066" y="117143"/>
                    <a:pt x="6066" y="133598"/>
                  </a:cubicBezTo>
                  <a:cubicBezTo>
                    <a:pt x="6066" y="135271"/>
                    <a:pt x="4710" y="136633"/>
                    <a:pt x="3033" y="136633"/>
                  </a:cubicBezTo>
                  <a:cubicBezTo>
                    <a:pt x="1360" y="136633"/>
                    <a:pt x="0" y="135271"/>
                    <a:pt x="0" y="133598"/>
                  </a:cubicBezTo>
                  <a:cubicBezTo>
                    <a:pt x="0" y="115448"/>
                    <a:pt x="9804" y="97739"/>
                    <a:pt x="26899" y="85003"/>
                  </a:cubicBezTo>
                  <a:cubicBezTo>
                    <a:pt x="43975" y="72286"/>
                    <a:pt x="66635" y="65285"/>
                    <a:pt x="90699" y="65285"/>
                  </a:cubicBezTo>
                  <a:lnTo>
                    <a:pt x="2779535" y="65285"/>
                  </a:lnTo>
                  <a:cubicBezTo>
                    <a:pt x="2826185" y="65285"/>
                    <a:pt x="2864169" y="37360"/>
                    <a:pt x="2864169" y="3032"/>
                  </a:cubicBezTo>
                  <a:cubicBezTo>
                    <a:pt x="2864169" y="1359"/>
                    <a:pt x="2865513" y="0"/>
                    <a:pt x="2867194" y="0"/>
                  </a:cubicBezTo>
                  <a:cubicBezTo>
                    <a:pt x="2868875" y="0"/>
                    <a:pt x="2870219" y="1359"/>
                    <a:pt x="2870219" y="3032"/>
                  </a:cubicBezTo>
                  <a:cubicBezTo>
                    <a:pt x="2870219" y="37360"/>
                    <a:pt x="2908204" y="65285"/>
                    <a:pt x="2954853" y="65285"/>
                  </a:cubicBezTo>
                  <a:lnTo>
                    <a:pt x="5643670" y="65285"/>
                  </a:lnTo>
                  <a:cubicBezTo>
                    <a:pt x="5693681" y="65285"/>
                    <a:pt x="5734355" y="95928"/>
                    <a:pt x="5734355" y="133598"/>
                  </a:cubicBezTo>
                  <a:cubicBezTo>
                    <a:pt x="5734355" y="135271"/>
                    <a:pt x="5733010" y="136633"/>
                    <a:pt x="5731329" y="136633"/>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135" name="Google Shape;2135;p90"/>
            <p:cNvGrpSpPr/>
            <p:nvPr/>
          </p:nvGrpSpPr>
          <p:grpSpPr>
            <a:xfrm>
              <a:off x="3300333" y="4415360"/>
              <a:ext cx="178929" cy="106944"/>
              <a:chOff x="4295194" y="5683946"/>
              <a:chExt cx="238572" cy="142592"/>
            </a:xfrm>
          </p:grpSpPr>
          <p:sp>
            <p:nvSpPr>
              <p:cNvPr id="2136" name="Google Shape;2136;p90"/>
              <p:cNvSpPr/>
              <p:nvPr/>
            </p:nvSpPr>
            <p:spPr>
              <a:xfrm>
                <a:off x="4305060" y="5683946"/>
                <a:ext cx="218837" cy="74563"/>
              </a:xfrm>
              <a:custGeom>
                <a:rect b="b" l="l" r="r" t="t"/>
                <a:pathLst>
                  <a:path extrusionOk="0" h="74563" w="218837">
                    <a:moveTo>
                      <a:pt x="57365" y="51787"/>
                    </a:moveTo>
                    <a:cubicBezTo>
                      <a:pt x="57365" y="54700"/>
                      <a:pt x="57682" y="57089"/>
                      <a:pt x="58239" y="58844"/>
                    </a:cubicBezTo>
                    <a:cubicBezTo>
                      <a:pt x="58874" y="60599"/>
                      <a:pt x="59665" y="62503"/>
                      <a:pt x="60779" y="64557"/>
                    </a:cubicBezTo>
                    <a:cubicBezTo>
                      <a:pt x="61175" y="65192"/>
                      <a:pt x="61335" y="65826"/>
                      <a:pt x="61335" y="66386"/>
                    </a:cubicBezTo>
                    <a:cubicBezTo>
                      <a:pt x="61335" y="67170"/>
                      <a:pt x="60857" y="67955"/>
                      <a:pt x="59826" y="68739"/>
                    </a:cubicBezTo>
                    <a:lnTo>
                      <a:pt x="54829" y="72099"/>
                    </a:lnTo>
                    <a:cubicBezTo>
                      <a:pt x="54112" y="72547"/>
                      <a:pt x="53398" y="72808"/>
                      <a:pt x="52763" y="72808"/>
                    </a:cubicBezTo>
                    <a:cubicBezTo>
                      <a:pt x="51972" y="72808"/>
                      <a:pt x="51176" y="72398"/>
                      <a:pt x="50384" y="71689"/>
                    </a:cubicBezTo>
                    <a:cubicBezTo>
                      <a:pt x="49271" y="70494"/>
                      <a:pt x="48319" y="69224"/>
                      <a:pt x="47527" y="67955"/>
                    </a:cubicBezTo>
                    <a:cubicBezTo>
                      <a:pt x="46735" y="66611"/>
                      <a:pt x="45940" y="65117"/>
                      <a:pt x="45066" y="63288"/>
                    </a:cubicBezTo>
                    <a:cubicBezTo>
                      <a:pt x="38877" y="70568"/>
                      <a:pt x="31101" y="74227"/>
                      <a:pt x="21741" y="74227"/>
                    </a:cubicBezTo>
                    <a:cubicBezTo>
                      <a:pt x="15074" y="74227"/>
                      <a:pt x="9759" y="72323"/>
                      <a:pt x="5871" y="68515"/>
                    </a:cubicBezTo>
                    <a:cubicBezTo>
                      <a:pt x="1983" y="64706"/>
                      <a:pt x="0" y="59629"/>
                      <a:pt x="0" y="53281"/>
                    </a:cubicBezTo>
                    <a:cubicBezTo>
                      <a:pt x="0" y="46560"/>
                      <a:pt x="2379" y="41071"/>
                      <a:pt x="7220" y="36964"/>
                    </a:cubicBezTo>
                    <a:cubicBezTo>
                      <a:pt x="12060" y="32820"/>
                      <a:pt x="18488" y="30766"/>
                      <a:pt x="26660" y="30766"/>
                    </a:cubicBezTo>
                    <a:cubicBezTo>
                      <a:pt x="29357" y="30766"/>
                      <a:pt x="32135" y="30990"/>
                      <a:pt x="35071" y="31401"/>
                    </a:cubicBezTo>
                    <a:cubicBezTo>
                      <a:pt x="38007" y="31774"/>
                      <a:pt x="41021" y="32409"/>
                      <a:pt x="44196" y="33156"/>
                    </a:cubicBezTo>
                    <a:lnTo>
                      <a:pt x="44196" y="27331"/>
                    </a:lnTo>
                    <a:cubicBezTo>
                      <a:pt x="44196" y="21320"/>
                      <a:pt x="42926" y="17101"/>
                      <a:pt x="40464" y="14674"/>
                    </a:cubicBezTo>
                    <a:cubicBezTo>
                      <a:pt x="37925" y="12209"/>
                      <a:pt x="33641" y="11015"/>
                      <a:pt x="27530" y="11015"/>
                    </a:cubicBezTo>
                    <a:cubicBezTo>
                      <a:pt x="24755" y="11015"/>
                      <a:pt x="21898" y="11313"/>
                      <a:pt x="18962" y="12023"/>
                    </a:cubicBezTo>
                    <a:cubicBezTo>
                      <a:pt x="16027" y="12770"/>
                      <a:pt x="13169" y="13628"/>
                      <a:pt x="10394" y="14749"/>
                    </a:cubicBezTo>
                    <a:cubicBezTo>
                      <a:pt x="9124" y="15309"/>
                      <a:pt x="8172" y="15607"/>
                      <a:pt x="7616" y="15757"/>
                    </a:cubicBezTo>
                    <a:cubicBezTo>
                      <a:pt x="7059" y="15943"/>
                      <a:pt x="6663" y="16018"/>
                      <a:pt x="6346" y="16018"/>
                    </a:cubicBezTo>
                    <a:cubicBezTo>
                      <a:pt x="5236" y="16018"/>
                      <a:pt x="4680" y="15197"/>
                      <a:pt x="4680" y="13554"/>
                    </a:cubicBezTo>
                    <a:lnTo>
                      <a:pt x="4680" y="9671"/>
                    </a:lnTo>
                    <a:cubicBezTo>
                      <a:pt x="4680" y="8401"/>
                      <a:pt x="4841" y="7430"/>
                      <a:pt x="5236" y="6870"/>
                    </a:cubicBezTo>
                    <a:cubicBezTo>
                      <a:pt x="5632" y="6348"/>
                      <a:pt x="6346" y="5788"/>
                      <a:pt x="7459" y="5227"/>
                    </a:cubicBezTo>
                    <a:cubicBezTo>
                      <a:pt x="10234" y="3809"/>
                      <a:pt x="13565" y="2614"/>
                      <a:pt x="17453" y="1643"/>
                    </a:cubicBezTo>
                    <a:cubicBezTo>
                      <a:pt x="21341" y="635"/>
                      <a:pt x="25469" y="149"/>
                      <a:pt x="29831" y="149"/>
                    </a:cubicBezTo>
                    <a:cubicBezTo>
                      <a:pt x="39277" y="149"/>
                      <a:pt x="46179" y="2278"/>
                      <a:pt x="50623" y="6571"/>
                    </a:cubicBezTo>
                    <a:cubicBezTo>
                      <a:pt x="54986" y="10865"/>
                      <a:pt x="57208" y="17362"/>
                      <a:pt x="57208" y="26062"/>
                    </a:cubicBezTo>
                    <a:lnTo>
                      <a:pt x="57208" y="51787"/>
                    </a:lnTo>
                    <a:lnTo>
                      <a:pt x="57365" y="51787"/>
                    </a:lnTo>
                    <a:close/>
                    <a:moveTo>
                      <a:pt x="25151" y="63848"/>
                    </a:moveTo>
                    <a:cubicBezTo>
                      <a:pt x="27769" y="63848"/>
                      <a:pt x="30466" y="63362"/>
                      <a:pt x="33323" y="62392"/>
                    </a:cubicBezTo>
                    <a:cubicBezTo>
                      <a:pt x="36180" y="61458"/>
                      <a:pt x="38720" y="59703"/>
                      <a:pt x="40860" y="57351"/>
                    </a:cubicBezTo>
                    <a:cubicBezTo>
                      <a:pt x="42130" y="55820"/>
                      <a:pt x="43083" y="54177"/>
                      <a:pt x="43561" y="52273"/>
                    </a:cubicBezTo>
                    <a:cubicBezTo>
                      <a:pt x="44035" y="50368"/>
                      <a:pt x="44352" y="48054"/>
                      <a:pt x="44352" y="45365"/>
                    </a:cubicBezTo>
                    <a:lnTo>
                      <a:pt x="44352" y="42042"/>
                    </a:lnTo>
                    <a:cubicBezTo>
                      <a:pt x="42052" y="41482"/>
                      <a:pt x="39594" y="40997"/>
                      <a:pt x="37054" y="40661"/>
                    </a:cubicBezTo>
                    <a:cubicBezTo>
                      <a:pt x="34515" y="40362"/>
                      <a:pt x="32053" y="40213"/>
                      <a:pt x="29596" y="40213"/>
                    </a:cubicBezTo>
                    <a:cubicBezTo>
                      <a:pt x="24277" y="40213"/>
                      <a:pt x="20389" y="41221"/>
                      <a:pt x="17771" y="43386"/>
                    </a:cubicBezTo>
                    <a:cubicBezTo>
                      <a:pt x="15153" y="45515"/>
                      <a:pt x="13883" y="48539"/>
                      <a:pt x="13883" y="52497"/>
                    </a:cubicBezTo>
                    <a:cubicBezTo>
                      <a:pt x="13883" y="56231"/>
                      <a:pt x="14835" y="58994"/>
                      <a:pt x="16818" y="60898"/>
                    </a:cubicBezTo>
                    <a:cubicBezTo>
                      <a:pt x="18723" y="62877"/>
                      <a:pt x="21502" y="63848"/>
                      <a:pt x="25151" y="63848"/>
                    </a:cubicBezTo>
                    <a:close/>
                    <a:moveTo>
                      <a:pt x="88865" y="72398"/>
                    </a:moveTo>
                    <a:cubicBezTo>
                      <a:pt x="87439" y="72398"/>
                      <a:pt x="86486" y="72174"/>
                      <a:pt x="85851" y="71614"/>
                    </a:cubicBezTo>
                    <a:cubicBezTo>
                      <a:pt x="85216" y="71128"/>
                      <a:pt x="84660" y="70008"/>
                      <a:pt x="84185" y="68515"/>
                    </a:cubicBezTo>
                    <a:lnTo>
                      <a:pt x="65541" y="7206"/>
                    </a:lnTo>
                    <a:cubicBezTo>
                      <a:pt x="65063" y="5601"/>
                      <a:pt x="64824" y="4593"/>
                      <a:pt x="64824" y="4033"/>
                    </a:cubicBezTo>
                    <a:cubicBezTo>
                      <a:pt x="64824" y="2763"/>
                      <a:pt x="65458" y="2054"/>
                      <a:pt x="66728" y="2054"/>
                    </a:cubicBezTo>
                    <a:lnTo>
                      <a:pt x="74504" y="2054"/>
                    </a:lnTo>
                    <a:cubicBezTo>
                      <a:pt x="76013" y="2054"/>
                      <a:pt x="77044" y="2278"/>
                      <a:pt x="77601" y="2838"/>
                    </a:cubicBezTo>
                    <a:cubicBezTo>
                      <a:pt x="78236" y="3323"/>
                      <a:pt x="78710" y="4443"/>
                      <a:pt x="79188" y="5937"/>
                    </a:cubicBezTo>
                    <a:lnTo>
                      <a:pt x="92518" y="58434"/>
                    </a:lnTo>
                    <a:lnTo>
                      <a:pt x="104896" y="5937"/>
                    </a:lnTo>
                    <a:cubicBezTo>
                      <a:pt x="105291" y="4331"/>
                      <a:pt x="105766" y="3323"/>
                      <a:pt x="106401" y="2838"/>
                    </a:cubicBezTo>
                    <a:cubicBezTo>
                      <a:pt x="107036" y="2352"/>
                      <a:pt x="108149" y="2054"/>
                      <a:pt x="109576" y="2054"/>
                    </a:cubicBezTo>
                    <a:lnTo>
                      <a:pt x="115925" y="2054"/>
                    </a:lnTo>
                    <a:cubicBezTo>
                      <a:pt x="117430" y="2054"/>
                      <a:pt x="118465" y="2278"/>
                      <a:pt x="119100" y="2838"/>
                    </a:cubicBezTo>
                    <a:cubicBezTo>
                      <a:pt x="119731" y="3323"/>
                      <a:pt x="120287" y="4443"/>
                      <a:pt x="120605" y="5937"/>
                    </a:cubicBezTo>
                    <a:lnTo>
                      <a:pt x="133143" y="59068"/>
                    </a:lnTo>
                    <a:lnTo>
                      <a:pt x="146869" y="5937"/>
                    </a:lnTo>
                    <a:cubicBezTo>
                      <a:pt x="147347" y="4331"/>
                      <a:pt x="147900" y="3323"/>
                      <a:pt x="148456" y="2838"/>
                    </a:cubicBezTo>
                    <a:cubicBezTo>
                      <a:pt x="149091" y="2352"/>
                      <a:pt x="150122" y="2054"/>
                      <a:pt x="151553" y="2054"/>
                    </a:cubicBezTo>
                    <a:lnTo>
                      <a:pt x="158929" y="2054"/>
                    </a:lnTo>
                    <a:cubicBezTo>
                      <a:pt x="160199" y="2054"/>
                      <a:pt x="160912" y="2689"/>
                      <a:pt x="160912" y="4033"/>
                    </a:cubicBezTo>
                    <a:cubicBezTo>
                      <a:pt x="160912" y="4443"/>
                      <a:pt x="160834" y="4817"/>
                      <a:pt x="160755" y="5302"/>
                    </a:cubicBezTo>
                    <a:cubicBezTo>
                      <a:pt x="160677" y="5788"/>
                      <a:pt x="160516" y="6422"/>
                      <a:pt x="160199" y="7281"/>
                    </a:cubicBezTo>
                    <a:lnTo>
                      <a:pt x="141076" y="68589"/>
                    </a:lnTo>
                    <a:cubicBezTo>
                      <a:pt x="140602" y="70195"/>
                      <a:pt x="140045" y="71203"/>
                      <a:pt x="139410" y="71689"/>
                    </a:cubicBezTo>
                    <a:cubicBezTo>
                      <a:pt x="138775" y="72174"/>
                      <a:pt x="137744" y="72473"/>
                      <a:pt x="136396" y="72473"/>
                    </a:cubicBezTo>
                    <a:lnTo>
                      <a:pt x="129572" y="72473"/>
                    </a:lnTo>
                    <a:cubicBezTo>
                      <a:pt x="128064" y="72473"/>
                      <a:pt x="127033" y="72249"/>
                      <a:pt x="126398" y="71689"/>
                    </a:cubicBezTo>
                    <a:cubicBezTo>
                      <a:pt x="125763" y="71128"/>
                      <a:pt x="125206" y="70120"/>
                      <a:pt x="124889" y="68515"/>
                    </a:cubicBezTo>
                    <a:lnTo>
                      <a:pt x="112593" y="17362"/>
                    </a:lnTo>
                    <a:lnTo>
                      <a:pt x="100373" y="68440"/>
                    </a:lnTo>
                    <a:cubicBezTo>
                      <a:pt x="99977" y="70008"/>
                      <a:pt x="99499" y="71054"/>
                      <a:pt x="98864" y="71614"/>
                    </a:cubicBezTo>
                    <a:cubicBezTo>
                      <a:pt x="98229" y="72174"/>
                      <a:pt x="97119" y="72398"/>
                      <a:pt x="95689" y="72398"/>
                    </a:cubicBezTo>
                    <a:lnTo>
                      <a:pt x="88865" y="72398"/>
                    </a:lnTo>
                    <a:close/>
                    <a:moveTo>
                      <a:pt x="190829" y="74564"/>
                    </a:moveTo>
                    <a:cubicBezTo>
                      <a:pt x="186702" y="74564"/>
                      <a:pt x="182575" y="74078"/>
                      <a:pt x="178608" y="73107"/>
                    </a:cubicBezTo>
                    <a:cubicBezTo>
                      <a:pt x="174642" y="72174"/>
                      <a:pt x="171546" y="71128"/>
                      <a:pt x="169484" y="69934"/>
                    </a:cubicBezTo>
                    <a:cubicBezTo>
                      <a:pt x="168214" y="69224"/>
                      <a:pt x="167340" y="68440"/>
                      <a:pt x="167023" y="67731"/>
                    </a:cubicBezTo>
                    <a:cubicBezTo>
                      <a:pt x="166705" y="67021"/>
                      <a:pt x="166548" y="66200"/>
                      <a:pt x="166548" y="65490"/>
                    </a:cubicBezTo>
                    <a:lnTo>
                      <a:pt x="166548" y="61458"/>
                    </a:lnTo>
                    <a:cubicBezTo>
                      <a:pt x="166548" y="59778"/>
                      <a:pt x="167183" y="58994"/>
                      <a:pt x="168371" y="58994"/>
                    </a:cubicBezTo>
                    <a:cubicBezTo>
                      <a:pt x="168849" y="58994"/>
                      <a:pt x="169323" y="59068"/>
                      <a:pt x="169801" y="59255"/>
                    </a:cubicBezTo>
                    <a:cubicBezTo>
                      <a:pt x="170276" y="59404"/>
                      <a:pt x="170989" y="59703"/>
                      <a:pt x="171785" y="60039"/>
                    </a:cubicBezTo>
                    <a:cubicBezTo>
                      <a:pt x="174481" y="61234"/>
                      <a:pt x="177417" y="62167"/>
                      <a:pt x="180513" y="62802"/>
                    </a:cubicBezTo>
                    <a:cubicBezTo>
                      <a:pt x="183688" y="63437"/>
                      <a:pt x="186781" y="63773"/>
                      <a:pt x="189955" y="63773"/>
                    </a:cubicBezTo>
                    <a:cubicBezTo>
                      <a:pt x="194952" y="63773"/>
                      <a:pt x="198840" y="62877"/>
                      <a:pt x="201541" y="61122"/>
                    </a:cubicBezTo>
                    <a:cubicBezTo>
                      <a:pt x="204237" y="59404"/>
                      <a:pt x="205664" y="56866"/>
                      <a:pt x="205664" y="53617"/>
                    </a:cubicBezTo>
                    <a:cubicBezTo>
                      <a:pt x="205664" y="51377"/>
                      <a:pt x="204951" y="49547"/>
                      <a:pt x="203524" y="48054"/>
                    </a:cubicBezTo>
                    <a:cubicBezTo>
                      <a:pt x="202094" y="46560"/>
                      <a:pt x="199397" y="45179"/>
                      <a:pt x="195509" y="43909"/>
                    </a:cubicBezTo>
                    <a:lnTo>
                      <a:pt x="184002" y="40362"/>
                    </a:lnTo>
                    <a:cubicBezTo>
                      <a:pt x="178213" y="38533"/>
                      <a:pt x="173925" y="35845"/>
                      <a:pt x="171307" y="32260"/>
                    </a:cubicBezTo>
                    <a:cubicBezTo>
                      <a:pt x="168688" y="28788"/>
                      <a:pt x="167340" y="24904"/>
                      <a:pt x="167340" y="20760"/>
                    </a:cubicBezTo>
                    <a:cubicBezTo>
                      <a:pt x="167340" y="17437"/>
                      <a:pt x="168053" y="14487"/>
                      <a:pt x="169484" y="11948"/>
                    </a:cubicBezTo>
                    <a:cubicBezTo>
                      <a:pt x="170911" y="9409"/>
                      <a:pt x="172816" y="7206"/>
                      <a:pt x="175195" y="5452"/>
                    </a:cubicBezTo>
                    <a:cubicBezTo>
                      <a:pt x="177577" y="3622"/>
                      <a:pt x="180274" y="2278"/>
                      <a:pt x="183449" y="1344"/>
                    </a:cubicBezTo>
                    <a:cubicBezTo>
                      <a:pt x="186623" y="374"/>
                      <a:pt x="189955" y="0"/>
                      <a:pt x="193447" y="0"/>
                    </a:cubicBezTo>
                    <a:cubicBezTo>
                      <a:pt x="195191" y="0"/>
                      <a:pt x="197018" y="75"/>
                      <a:pt x="198762" y="299"/>
                    </a:cubicBezTo>
                    <a:cubicBezTo>
                      <a:pt x="200588" y="523"/>
                      <a:pt x="202254" y="859"/>
                      <a:pt x="203920" y="1158"/>
                    </a:cubicBezTo>
                    <a:cubicBezTo>
                      <a:pt x="205507" y="1568"/>
                      <a:pt x="207013" y="1979"/>
                      <a:pt x="208443" y="2427"/>
                    </a:cubicBezTo>
                    <a:cubicBezTo>
                      <a:pt x="209870" y="2912"/>
                      <a:pt x="210983" y="3398"/>
                      <a:pt x="211775" y="3883"/>
                    </a:cubicBezTo>
                    <a:cubicBezTo>
                      <a:pt x="212884" y="4518"/>
                      <a:pt x="213679" y="5153"/>
                      <a:pt x="214154" y="5862"/>
                    </a:cubicBezTo>
                    <a:cubicBezTo>
                      <a:pt x="214632" y="6497"/>
                      <a:pt x="214871" y="7356"/>
                      <a:pt x="214871" y="8476"/>
                    </a:cubicBezTo>
                    <a:lnTo>
                      <a:pt x="214871" y="12209"/>
                    </a:lnTo>
                    <a:cubicBezTo>
                      <a:pt x="214871" y="13853"/>
                      <a:pt x="214236" y="14749"/>
                      <a:pt x="213045" y="14749"/>
                    </a:cubicBezTo>
                    <a:cubicBezTo>
                      <a:pt x="212410" y="14749"/>
                      <a:pt x="211379" y="14412"/>
                      <a:pt x="210030" y="13778"/>
                    </a:cubicBezTo>
                    <a:cubicBezTo>
                      <a:pt x="205507" y="11724"/>
                      <a:pt x="200428" y="10679"/>
                      <a:pt x="194796" y="10679"/>
                    </a:cubicBezTo>
                    <a:cubicBezTo>
                      <a:pt x="190273" y="10679"/>
                      <a:pt x="186702" y="11388"/>
                      <a:pt x="184241" y="12919"/>
                    </a:cubicBezTo>
                    <a:cubicBezTo>
                      <a:pt x="181783" y="14412"/>
                      <a:pt x="180513" y="16728"/>
                      <a:pt x="180513" y="19976"/>
                    </a:cubicBezTo>
                    <a:cubicBezTo>
                      <a:pt x="180513" y="22179"/>
                      <a:pt x="181305" y="24083"/>
                      <a:pt x="182892" y="25614"/>
                    </a:cubicBezTo>
                    <a:cubicBezTo>
                      <a:pt x="184480" y="27107"/>
                      <a:pt x="187415" y="28601"/>
                      <a:pt x="191621" y="29982"/>
                    </a:cubicBezTo>
                    <a:lnTo>
                      <a:pt x="202889" y="33530"/>
                    </a:lnTo>
                    <a:cubicBezTo>
                      <a:pt x="208600" y="35359"/>
                      <a:pt x="212727" y="37898"/>
                      <a:pt x="215188" y="41146"/>
                    </a:cubicBezTo>
                    <a:cubicBezTo>
                      <a:pt x="217646" y="44395"/>
                      <a:pt x="218837" y="48128"/>
                      <a:pt x="218837" y="52273"/>
                    </a:cubicBezTo>
                    <a:cubicBezTo>
                      <a:pt x="218837" y="55671"/>
                      <a:pt x="218124" y="58769"/>
                      <a:pt x="216772" y="61458"/>
                    </a:cubicBezTo>
                    <a:cubicBezTo>
                      <a:pt x="215345" y="64146"/>
                      <a:pt x="213440" y="66536"/>
                      <a:pt x="210983" y="68440"/>
                    </a:cubicBezTo>
                    <a:cubicBezTo>
                      <a:pt x="208521" y="70419"/>
                      <a:pt x="205586" y="71838"/>
                      <a:pt x="202172" y="72883"/>
                    </a:cubicBezTo>
                    <a:cubicBezTo>
                      <a:pt x="198601" y="74004"/>
                      <a:pt x="194874" y="74564"/>
                      <a:pt x="190829" y="74564"/>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7" name="Google Shape;2137;p90"/>
              <p:cNvSpPr/>
              <p:nvPr/>
            </p:nvSpPr>
            <p:spPr>
              <a:xfrm>
                <a:off x="4295194" y="5777564"/>
                <a:ext cx="217584" cy="48974"/>
              </a:xfrm>
              <a:custGeom>
                <a:rect b="b" l="l" r="r" t="t"/>
                <a:pathLst>
                  <a:path extrusionOk="0" h="48974" w="217584">
                    <a:moveTo>
                      <a:pt x="215691" y="19478"/>
                    </a:moveTo>
                    <a:cubicBezTo>
                      <a:pt x="189584" y="38744"/>
                      <a:pt x="151655" y="48975"/>
                      <a:pt x="119046" y="48975"/>
                    </a:cubicBezTo>
                    <a:cubicBezTo>
                      <a:pt x="73341" y="48975"/>
                      <a:pt x="32160" y="32098"/>
                      <a:pt x="1055" y="4020"/>
                    </a:cubicBezTo>
                    <a:cubicBezTo>
                      <a:pt x="-1402" y="1780"/>
                      <a:pt x="820" y="-1208"/>
                      <a:pt x="3756" y="510"/>
                    </a:cubicBezTo>
                    <a:cubicBezTo>
                      <a:pt x="37396" y="20038"/>
                      <a:pt x="78895" y="31837"/>
                      <a:pt x="121825" y="31837"/>
                    </a:cubicBezTo>
                    <a:cubicBezTo>
                      <a:pt x="150785" y="31837"/>
                      <a:pt x="182603" y="25825"/>
                      <a:pt x="211881" y="13466"/>
                    </a:cubicBezTo>
                    <a:cubicBezTo>
                      <a:pt x="216244" y="11450"/>
                      <a:pt x="219975" y="16304"/>
                      <a:pt x="215691" y="19478"/>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38" name="Google Shape;2138;p90"/>
              <p:cNvSpPr/>
              <p:nvPr/>
            </p:nvSpPr>
            <p:spPr>
              <a:xfrm>
                <a:off x="4489053" y="5772846"/>
                <a:ext cx="44713" cy="44024"/>
              </a:xfrm>
              <a:custGeom>
                <a:rect b="b" l="l" r="r" t="t"/>
                <a:pathLst>
                  <a:path extrusionOk="0" h="44024" w="44713">
                    <a:moveTo>
                      <a:pt x="32701" y="11838"/>
                    </a:moveTo>
                    <a:cubicBezTo>
                      <a:pt x="29370" y="7544"/>
                      <a:pt x="10643" y="9746"/>
                      <a:pt x="2153" y="10792"/>
                    </a:cubicBezTo>
                    <a:cubicBezTo>
                      <a:pt x="-387" y="11091"/>
                      <a:pt x="-783" y="8888"/>
                      <a:pt x="1518" y="7207"/>
                    </a:cubicBezTo>
                    <a:cubicBezTo>
                      <a:pt x="16436" y="-3247"/>
                      <a:pt x="40956" y="-223"/>
                      <a:pt x="43809" y="3250"/>
                    </a:cubicBezTo>
                    <a:cubicBezTo>
                      <a:pt x="46666" y="6834"/>
                      <a:pt x="43017" y="31328"/>
                      <a:pt x="29052" y="43089"/>
                    </a:cubicBezTo>
                    <a:cubicBezTo>
                      <a:pt x="26908" y="44881"/>
                      <a:pt x="24847" y="43948"/>
                      <a:pt x="25799" y="41558"/>
                    </a:cubicBezTo>
                    <a:cubicBezTo>
                      <a:pt x="28974" y="33717"/>
                      <a:pt x="36033" y="16019"/>
                      <a:pt x="32701" y="11838"/>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39" name="Google Shape;2139;p90"/>
            <p:cNvGrpSpPr/>
            <p:nvPr/>
          </p:nvGrpSpPr>
          <p:grpSpPr>
            <a:xfrm>
              <a:off x="6505147" y="4426198"/>
              <a:ext cx="560941" cy="87856"/>
              <a:chOff x="8568279" y="5698397"/>
              <a:chExt cx="747921" cy="117141"/>
            </a:xfrm>
          </p:grpSpPr>
          <p:grpSp>
            <p:nvGrpSpPr>
              <p:cNvPr id="2140" name="Google Shape;2140;p90"/>
              <p:cNvGrpSpPr/>
              <p:nvPr/>
            </p:nvGrpSpPr>
            <p:grpSpPr>
              <a:xfrm>
                <a:off x="8568279" y="5698397"/>
                <a:ext cx="138642" cy="111564"/>
                <a:chOff x="8568279" y="5698397"/>
                <a:chExt cx="138642" cy="111564"/>
              </a:xfrm>
            </p:grpSpPr>
            <p:sp>
              <p:nvSpPr>
                <p:cNvPr id="2141" name="Google Shape;2141;p90"/>
                <p:cNvSpPr/>
                <p:nvPr/>
              </p:nvSpPr>
              <p:spPr>
                <a:xfrm>
                  <a:off x="8584975" y="5698397"/>
                  <a:ext cx="88144" cy="39987"/>
                </a:xfrm>
                <a:custGeom>
                  <a:rect b="b" l="l" r="r" t="t"/>
                  <a:pathLst>
                    <a:path extrusionOk="0" h="39987" w="88144">
                      <a:moveTo>
                        <a:pt x="71262" y="30728"/>
                      </a:moveTo>
                      <a:lnTo>
                        <a:pt x="75483" y="30728"/>
                      </a:lnTo>
                      <a:lnTo>
                        <a:pt x="87547" y="18667"/>
                      </a:lnTo>
                      <a:lnTo>
                        <a:pt x="88144" y="13552"/>
                      </a:lnTo>
                      <a:cubicBezTo>
                        <a:pt x="65697" y="-6237"/>
                        <a:pt x="31485" y="-4109"/>
                        <a:pt x="11690" y="18331"/>
                      </a:cubicBezTo>
                      <a:cubicBezTo>
                        <a:pt x="6162" y="24567"/>
                        <a:pt x="2203" y="31960"/>
                        <a:pt x="0" y="39987"/>
                      </a:cubicBezTo>
                      <a:cubicBezTo>
                        <a:pt x="1345" y="39427"/>
                        <a:pt x="2838" y="39352"/>
                        <a:pt x="4257" y="39726"/>
                      </a:cubicBezTo>
                      <a:lnTo>
                        <a:pt x="28348" y="35768"/>
                      </a:lnTo>
                      <a:cubicBezTo>
                        <a:pt x="28348" y="35768"/>
                        <a:pt x="29580" y="33714"/>
                        <a:pt x="30215" y="33864"/>
                      </a:cubicBezTo>
                      <a:cubicBezTo>
                        <a:pt x="40935" y="22065"/>
                        <a:pt x="58974" y="20721"/>
                        <a:pt x="71337" y="30728"/>
                      </a:cubicBezTo>
                      <a:lnTo>
                        <a:pt x="71262" y="3072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2" name="Google Shape;2142;p90"/>
                <p:cNvSpPr/>
                <p:nvPr/>
              </p:nvSpPr>
              <p:spPr>
                <a:xfrm>
                  <a:off x="8634351" y="5711987"/>
                  <a:ext cx="72570" cy="97974"/>
                </a:xfrm>
                <a:custGeom>
                  <a:rect b="b" l="l" r="r" t="t"/>
                  <a:pathLst>
                    <a:path extrusionOk="0" h="97974" w="72570">
                      <a:moveTo>
                        <a:pt x="55352" y="26398"/>
                      </a:moveTo>
                      <a:cubicBezTo>
                        <a:pt x="52550" y="16205"/>
                        <a:pt x="46873" y="7020"/>
                        <a:pt x="38955" y="0"/>
                      </a:cubicBezTo>
                      <a:lnTo>
                        <a:pt x="22073" y="16914"/>
                      </a:lnTo>
                      <a:cubicBezTo>
                        <a:pt x="29207" y="22776"/>
                        <a:pt x="33278" y="31551"/>
                        <a:pt x="33091" y="40773"/>
                      </a:cubicBezTo>
                      <a:lnTo>
                        <a:pt x="33091" y="43760"/>
                      </a:lnTo>
                      <a:cubicBezTo>
                        <a:pt x="41420" y="43760"/>
                        <a:pt x="48143" y="50518"/>
                        <a:pt x="48143" y="58807"/>
                      </a:cubicBezTo>
                      <a:cubicBezTo>
                        <a:pt x="48143" y="67133"/>
                        <a:pt x="41420" y="73854"/>
                        <a:pt x="33091" y="73854"/>
                      </a:cubicBezTo>
                      <a:lnTo>
                        <a:pt x="2988" y="73854"/>
                      </a:lnTo>
                      <a:lnTo>
                        <a:pt x="0" y="76916"/>
                      </a:lnTo>
                      <a:lnTo>
                        <a:pt x="0" y="94950"/>
                      </a:lnTo>
                      <a:lnTo>
                        <a:pt x="2988" y="97974"/>
                      </a:lnTo>
                      <a:lnTo>
                        <a:pt x="33091" y="97974"/>
                      </a:lnTo>
                      <a:cubicBezTo>
                        <a:pt x="54717" y="98124"/>
                        <a:pt x="72383" y="80724"/>
                        <a:pt x="72570" y="59106"/>
                      </a:cubicBezTo>
                      <a:cubicBezTo>
                        <a:pt x="72644" y="46038"/>
                        <a:pt x="66183" y="33753"/>
                        <a:pt x="55352" y="26398"/>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3" name="Google Shape;2143;p90"/>
                <p:cNvSpPr/>
                <p:nvPr/>
              </p:nvSpPr>
              <p:spPr>
                <a:xfrm>
                  <a:off x="8583556" y="5784347"/>
                  <a:ext cx="53745" cy="25427"/>
                </a:xfrm>
                <a:custGeom>
                  <a:rect b="b" l="l" r="r" t="t"/>
                  <a:pathLst>
                    <a:path extrusionOk="0" h="25427" w="53745">
                      <a:moveTo>
                        <a:pt x="23642" y="25427"/>
                      </a:moveTo>
                      <a:lnTo>
                        <a:pt x="53745" y="25427"/>
                      </a:lnTo>
                      <a:lnTo>
                        <a:pt x="53745" y="1344"/>
                      </a:lnTo>
                      <a:lnTo>
                        <a:pt x="23642" y="1344"/>
                      </a:lnTo>
                      <a:cubicBezTo>
                        <a:pt x="21476" y="1344"/>
                        <a:pt x="19384" y="859"/>
                        <a:pt x="17404" y="0"/>
                      </a:cubicBezTo>
                      <a:lnTo>
                        <a:pt x="13184" y="1307"/>
                      </a:lnTo>
                      <a:lnTo>
                        <a:pt x="1045" y="13330"/>
                      </a:lnTo>
                      <a:lnTo>
                        <a:pt x="0" y="17586"/>
                      </a:lnTo>
                      <a:cubicBezTo>
                        <a:pt x="6797" y="22702"/>
                        <a:pt x="15089" y="25465"/>
                        <a:pt x="23642" y="25427"/>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4" name="Google Shape;2144;p90"/>
                <p:cNvSpPr/>
                <p:nvPr/>
              </p:nvSpPr>
              <p:spPr>
                <a:xfrm>
                  <a:off x="8568279" y="5731626"/>
                  <a:ext cx="70105" cy="70157"/>
                </a:xfrm>
                <a:custGeom>
                  <a:rect b="b" l="l" r="r" t="t"/>
                  <a:pathLst>
                    <a:path extrusionOk="0" h="70157" w="70105">
                      <a:moveTo>
                        <a:pt x="38919" y="0"/>
                      </a:moveTo>
                      <a:cubicBezTo>
                        <a:pt x="17294" y="112"/>
                        <a:pt x="-148" y="17736"/>
                        <a:pt x="1" y="39354"/>
                      </a:cubicBezTo>
                      <a:cubicBezTo>
                        <a:pt x="38" y="51452"/>
                        <a:pt x="5678" y="62802"/>
                        <a:pt x="15277" y="70158"/>
                      </a:cubicBezTo>
                      <a:lnTo>
                        <a:pt x="32719" y="52721"/>
                      </a:lnTo>
                      <a:cubicBezTo>
                        <a:pt x="25174" y="49286"/>
                        <a:pt x="21776" y="40362"/>
                        <a:pt x="25212" y="32783"/>
                      </a:cubicBezTo>
                      <a:cubicBezTo>
                        <a:pt x="28648" y="25203"/>
                        <a:pt x="37537" y="21843"/>
                        <a:pt x="45119" y="25278"/>
                      </a:cubicBezTo>
                      <a:cubicBezTo>
                        <a:pt x="48480" y="26771"/>
                        <a:pt x="51132" y="29460"/>
                        <a:pt x="52663" y="32783"/>
                      </a:cubicBezTo>
                      <a:lnTo>
                        <a:pt x="70106" y="15346"/>
                      </a:lnTo>
                      <a:cubicBezTo>
                        <a:pt x="62673" y="5638"/>
                        <a:pt x="51132" y="-37"/>
                        <a:pt x="38919"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45" name="Google Shape;2145;p90"/>
              <p:cNvGrpSpPr/>
              <p:nvPr/>
            </p:nvGrpSpPr>
            <p:grpSpPr>
              <a:xfrm>
                <a:off x="8747443" y="5714708"/>
                <a:ext cx="568757" cy="100830"/>
                <a:chOff x="8747443" y="5714708"/>
                <a:chExt cx="568757" cy="100830"/>
              </a:xfrm>
            </p:grpSpPr>
            <p:sp>
              <p:nvSpPr>
                <p:cNvPr id="2146" name="Google Shape;2146;p90"/>
                <p:cNvSpPr/>
                <p:nvPr/>
              </p:nvSpPr>
              <p:spPr>
                <a:xfrm>
                  <a:off x="8747443" y="5714708"/>
                  <a:ext cx="308881" cy="100830"/>
                </a:xfrm>
                <a:custGeom>
                  <a:rect b="b" l="l" r="r" t="t"/>
                  <a:pathLst>
                    <a:path extrusionOk="0" h="100830" w="308881">
                      <a:moveTo>
                        <a:pt x="39630" y="78264"/>
                      </a:moveTo>
                      <a:cubicBezTo>
                        <a:pt x="29172" y="78376"/>
                        <a:pt x="19088" y="74231"/>
                        <a:pt x="11729" y="66801"/>
                      </a:cubicBezTo>
                      <a:cubicBezTo>
                        <a:pt x="4111" y="59633"/>
                        <a:pt x="-110" y="49663"/>
                        <a:pt x="2" y="39246"/>
                      </a:cubicBezTo>
                      <a:cubicBezTo>
                        <a:pt x="-110" y="28792"/>
                        <a:pt x="4148" y="18822"/>
                        <a:pt x="11729" y="11653"/>
                      </a:cubicBezTo>
                      <a:cubicBezTo>
                        <a:pt x="19050" y="4149"/>
                        <a:pt x="29134" y="-70"/>
                        <a:pt x="39630" y="4"/>
                      </a:cubicBezTo>
                      <a:cubicBezTo>
                        <a:pt x="49639" y="-145"/>
                        <a:pt x="59276" y="3738"/>
                        <a:pt x="66409" y="10795"/>
                      </a:cubicBezTo>
                      <a:lnTo>
                        <a:pt x="58864" y="18449"/>
                      </a:lnTo>
                      <a:cubicBezTo>
                        <a:pt x="53710" y="13446"/>
                        <a:pt x="46801" y="10720"/>
                        <a:pt x="39630" y="10832"/>
                      </a:cubicBezTo>
                      <a:cubicBezTo>
                        <a:pt x="32123" y="10720"/>
                        <a:pt x="24914" y="13782"/>
                        <a:pt x="19760" y="19271"/>
                      </a:cubicBezTo>
                      <a:cubicBezTo>
                        <a:pt x="14419" y="24573"/>
                        <a:pt x="11468" y="31816"/>
                        <a:pt x="11580" y="39358"/>
                      </a:cubicBezTo>
                      <a:cubicBezTo>
                        <a:pt x="11543" y="46788"/>
                        <a:pt x="14493" y="53957"/>
                        <a:pt x="19760" y="59185"/>
                      </a:cubicBezTo>
                      <a:cubicBezTo>
                        <a:pt x="30628" y="70012"/>
                        <a:pt x="48182" y="70237"/>
                        <a:pt x="59350" y="59633"/>
                      </a:cubicBezTo>
                      <a:cubicBezTo>
                        <a:pt x="62637" y="56011"/>
                        <a:pt x="64691" y="51381"/>
                        <a:pt x="65139" y="46490"/>
                      </a:cubicBezTo>
                      <a:lnTo>
                        <a:pt x="39741" y="46490"/>
                      </a:lnTo>
                      <a:lnTo>
                        <a:pt x="39741" y="35662"/>
                      </a:lnTo>
                      <a:lnTo>
                        <a:pt x="75672" y="35662"/>
                      </a:lnTo>
                      <a:cubicBezTo>
                        <a:pt x="76008" y="37865"/>
                        <a:pt x="76157" y="40068"/>
                        <a:pt x="76083" y="42271"/>
                      </a:cubicBezTo>
                      <a:cubicBezTo>
                        <a:pt x="76531" y="51493"/>
                        <a:pt x="73207" y="60529"/>
                        <a:pt x="66820" y="67212"/>
                      </a:cubicBezTo>
                      <a:cubicBezTo>
                        <a:pt x="59724" y="74605"/>
                        <a:pt x="49863" y="78600"/>
                        <a:pt x="39630" y="78264"/>
                      </a:cubicBezTo>
                      <a:close/>
                      <a:moveTo>
                        <a:pt x="123105" y="71058"/>
                      </a:moveTo>
                      <a:cubicBezTo>
                        <a:pt x="113096" y="80654"/>
                        <a:pt x="97297" y="80654"/>
                        <a:pt x="87288" y="71058"/>
                      </a:cubicBezTo>
                      <a:cubicBezTo>
                        <a:pt x="82432" y="66353"/>
                        <a:pt x="79780" y="59857"/>
                        <a:pt x="79967" y="53099"/>
                      </a:cubicBezTo>
                      <a:cubicBezTo>
                        <a:pt x="79780" y="46340"/>
                        <a:pt x="82432" y="39844"/>
                        <a:pt x="87288" y="35139"/>
                      </a:cubicBezTo>
                      <a:cubicBezTo>
                        <a:pt x="97297" y="25543"/>
                        <a:pt x="113096" y="25543"/>
                        <a:pt x="123105" y="35139"/>
                      </a:cubicBezTo>
                      <a:cubicBezTo>
                        <a:pt x="127961" y="39844"/>
                        <a:pt x="130613" y="46340"/>
                        <a:pt x="130426" y="53099"/>
                      </a:cubicBezTo>
                      <a:cubicBezTo>
                        <a:pt x="130613" y="59857"/>
                        <a:pt x="127924" y="66353"/>
                        <a:pt x="123068" y="71058"/>
                      </a:cubicBezTo>
                      <a:lnTo>
                        <a:pt x="123105" y="71058"/>
                      </a:lnTo>
                      <a:close/>
                      <a:moveTo>
                        <a:pt x="95206" y="64001"/>
                      </a:moveTo>
                      <a:cubicBezTo>
                        <a:pt x="100360" y="69527"/>
                        <a:pt x="109025" y="69826"/>
                        <a:pt x="114552" y="64636"/>
                      </a:cubicBezTo>
                      <a:cubicBezTo>
                        <a:pt x="114777" y="64449"/>
                        <a:pt x="115001" y="64225"/>
                        <a:pt x="115187" y="64001"/>
                      </a:cubicBezTo>
                      <a:cubicBezTo>
                        <a:pt x="118026" y="61089"/>
                        <a:pt x="119557" y="57168"/>
                        <a:pt x="119445" y="53099"/>
                      </a:cubicBezTo>
                      <a:cubicBezTo>
                        <a:pt x="119557" y="49029"/>
                        <a:pt x="118026" y="45071"/>
                        <a:pt x="115187" y="42159"/>
                      </a:cubicBezTo>
                      <a:cubicBezTo>
                        <a:pt x="109884" y="36595"/>
                        <a:pt x="101069" y="36408"/>
                        <a:pt x="95542" y="41748"/>
                      </a:cubicBezTo>
                      <a:cubicBezTo>
                        <a:pt x="95392" y="41860"/>
                        <a:pt x="95243" y="42009"/>
                        <a:pt x="95131" y="42159"/>
                      </a:cubicBezTo>
                      <a:cubicBezTo>
                        <a:pt x="92292" y="45071"/>
                        <a:pt x="90761" y="49029"/>
                        <a:pt x="90873" y="53099"/>
                      </a:cubicBezTo>
                      <a:cubicBezTo>
                        <a:pt x="90761" y="57168"/>
                        <a:pt x="92330" y="61089"/>
                        <a:pt x="95168" y="64001"/>
                      </a:cubicBezTo>
                      <a:lnTo>
                        <a:pt x="95206" y="64001"/>
                      </a:lnTo>
                      <a:close/>
                      <a:moveTo>
                        <a:pt x="178158" y="71058"/>
                      </a:moveTo>
                      <a:cubicBezTo>
                        <a:pt x="168149" y="80654"/>
                        <a:pt x="152350" y="80654"/>
                        <a:pt x="142341" y="71058"/>
                      </a:cubicBezTo>
                      <a:cubicBezTo>
                        <a:pt x="137485" y="66353"/>
                        <a:pt x="134833" y="59857"/>
                        <a:pt x="135020" y="53099"/>
                      </a:cubicBezTo>
                      <a:cubicBezTo>
                        <a:pt x="134833" y="46340"/>
                        <a:pt x="137485" y="39844"/>
                        <a:pt x="142341" y="35139"/>
                      </a:cubicBezTo>
                      <a:cubicBezTo>
                        <a:pt x="152350" y="25543"/>
                        <a:pt x="168149" y="25543"/>
                        <a:pt x="178158" y="35139"/>
                      </a:cubicBezTo>
                      <a:cubicBezTo>
                        <a:pt x="183014" y="39844"/>
                        <a:pt x="185666" y="46340"/>
                        <a:pt x="185479" y="53099"/>
                      </a:cubicBezTo>
                      <a:cubicBezTo>
                        <a:pt x="185666" y="59857"/>
                        <a:pt x="183014" y="66353"/>
                        <a:pt x="178158" y="71058"/>
                      </a:cubicBezTo>
                      <a:close/>
                      <a:moveTo>
                        <a:pt x="150259" y="64001"/>
                      </a:moveTo>
                      <a:cubicBezTo>
                        <a:pt x="155413" y="69527"/>
                        <a:pt x="164115" y="69826"/>
                        <a:pt x="169605" y="64636"/>
                      </a:cubicBezTo>
                      <a:cubicBezTo>
                        <a:pt x="169830" y="64449"/>
                        <a:pt x="170053" y="64225"/>
                        <a:pt x="170240" y="64001"/>
                      </a:cubicBezTo>
                      <a:cubicBezTo>
                        <a:pt x="173079" y="61089"/>
                        <a:pt x="174610" y="57168"/>
                        <a:pt x="174498" y="53099"/>
                      </a:cubicBezTo>
                      <a:cubicBezTo>
                        <a:pt x="174610" y="49029"/>
                        <a:pt x="173079" y="45071"/>
                        <a:pt x="170240" y="42159"/>
                      </a:cubicBezTo>
                      <a:cubicBezTo>
                        <a:pt x="164937" y="36595"/>
                        <a:pt x="156122" y="36408"/>
                        <a:pt x="150595" y="41748"/>
                      </a:cubicBezTo>
                      <a:cubicBezTo>
                        <a:pt x="150445" y="41860"/>
                        <a:pt x="150296" y="42009"/>
                        <a:pt x="150184" y="42159"/>
                      </a:cubicBezTo>
                      <a:cubicBezTo>
                        <a:pt x="147345" y="45071"/>
                        <a:pt x="145814" y="49029"/>
                        <a:pt x="145926" y="53099"/>
                      </a:cubicBezTo>
                      <a:cubicBezTo>
                        <a:pt x="145851" y="57168"/>
                        <a:pt x="147383" y="61089"/>
                        <a:pt x="150221" y="64001"/>
                      </a:cubicBezTo>
                      <a:lnTo>
                        <a:pt x="150259" y="64001"/>
                      </a:lnTo>
                      <a:close/>
                      <a:moveTo>
                        <a:pt x="214350" y="100816"/>
                      </a:moveTo>
                      <a:cubicBezTo>
                        <a:pt x="209308" y="100965"/>
                        <a:pt x="204340" y="99397"/>
                        <a:pt x="200269" y="96336"/>
                      </a:cubicBezTo>
                      <a:cubicBezTo>
                        <a:pt x="196684" y="93647"/>
                        <a:pt x="193882" y="90063"/>
                        <a:pt x="192090" y="85956"/>
                      </a:cubicBezTo>
                      <a:lnTo>
                        <a:pt x="201726" y="81923"/>
                      </a:lnTo>
                      <a:cubicBezTo>
                        <a:pt x="202772" y="84388"/>
                        <a:pt x="204415" y="86553"/>
                        <a:pt x="206506" y="88233"/>
                      </a:cubicBezTo>
                      <a:cubicBezTo>
                        <a:pt x="208747" y="90026"/>
                        <a:pt x="211549" y="90959"/>
                        <a:pt x="214387" y="90884"/>
                      </a:cubicBezTo>
                      <a:cubicBezTo>
                        <a:pt x="218085" y="91108"/>
                        <a:pt x="221670" y="89727"/>
                        <a:pt x="224247" y="87076"/>
                      </a:cubicBezTo>
                      <a:cubicBezTo>
                        <a:pt x="226787" y="84014"/>
                        <a:pt x="228057" y="80056"/>
                        <a:pt x="227758" y="76098"/>
                      </a:cubicBezTo>
                      <a:lnTo>
                        <a:pt x="227758" y="72439"/>
                      </a:lnTo>
                      <a:lnTo>
                        <a:pt x="227385" y="72439"/>
                      </a:lnTo>
                      <a:cubicBezTo>
                        <a:pt x="224135" y="76323"/>
                        <a:pt x="219205" y="78451"/>
                        <a:pt x="214163" y="78152"/>
                      </a:cubicBezTo>
                      <a:cubicBezTo>
                        <a:pt x="207739" y="78189"/>
                        <a:pt x="201614" y="75501"/>
                        <a:pt x="197244" y="70797"/>
                      </a:cubicBezTo>
                      <a:cubicBezTo>
                        <a:pt x="192500" y="66129"/>
                        <a:pt x="189886" y="59744"/>
                        <a:pt x="189998" y="53099"/>
                      </a:cubicBezTo>
                      <a:cubicBezTo>
                        <a:pt x="189886" y="46415"/>
                        <a:pt x="192500" y="39956"/>
                        <a:pt x="197244" y="35251"/>
                      </a:cubicBezTo>
                      <a:cubicBezTo>
                        <a:pt x="201577" y="30509"/>
                        <a:pt x="207739" y="27858"/>
                        <a:pt x="214163" y="27858"/>
                      </a:cubicBezTo>
                      <a:cubicBezTo>
                        <a:pt x="216852" y="27858"/>
                        <a:pt x="219504" y="28455"/>
                        <a:pt x="221932" y="29576"/>
                      </a:cubicBezTo>
                      <a:cubicBezTo>
                        <a:pt x="224024" y="30509"/>
                        <a:pt x="225928" y="31891"/>
                        <a:pt x="227422" y="33608"/>
                      </a:cubicBezTo>
                      <a:lnTo>
                        <a:pt x="227796" y="33608"/>
                      </a:lnTo>
                      <a:lnTo>
                        <a:pt x="227796" y="29576"/>
                      </a:lnTo>
                      <a:lnTo>
                        <a:pt x="238291" y="29576"/>
                      </a:lnTo>
                      <a:lnTo>
                        <a:pt x="238291" y="74605"/>
                      </a:lnTo>
                      <a:cubicBezTo>
                        <a:pt x="238851" y="81811"/>
                        <a:pt x="236423" y="88905"/>
                        <a:pt x="231568" y="94282"/>
                      </a:cubicBezTo>
                      <a:cubicBezTo>
                        <a:pt x="226936" y="98688"/>
                        <a:pt x="220737" y="101040"/>
                        <a:pt x="214350" y="100816"/>
                      </a:cubicBezTo>
                      <a:close/>
                      <a:moveTo>
                        <a:pt x="215134" y="68370"/>
                      </a:moveTo>
                      <a:cubicBezTo>
                        <a:pt x="218795" y="68444"/>
                        <a:pt x="222268" y="66876"/>
                        <a:pt x="224696" y="64113"/>
                      </a:cubicBezTo>
                      <a:cubicBezTo>
                        <a:pt x="227273" y="61126"/>
                        <a:pt x="228655" y="57280"/>
                        <a:pt x="228543" y="53322"/>
                      </a:cubicBezTo>
                      <a:cubicBezTo>
                        <a:pt x="228692" y="49290"/>
                        <a:pt x="227310" y="45332"/>
                        <a:pt x="224696" y="42271"/>
                      </a:cubicBezTo>
                      <a:cubicBezTo>
                        <a:pt x="222268" y="39508"/>
                        <a:pt x="218795" y="37977"/>
                        <a:pt x="215134" y="38051"/>
                      </a:cubicBezTo>
                      <a:cubicBezTo>
                        <a:pt x="211362" y="37977"/>
                        <a:pt x="207776" y="39508"/>
                        <a:pt x="205237" y="42271"/>
                      </a:cubicBezTo>
                      <a:cubicBezTo>
                        <a:pt x="202435" y="45220"/>
                        <a:pt x="200904" y="49141"/>
                        <a:pt x="201016" y="53210"/>
                      </a:cubicBezTo>
                      <a:cubicBezTo>
                        <a:pt x="200904" y="57243"/>
                        <a:pt x="202435" y="61126"/>
                        <a:pt x="205237" y="64038"/>
                      </a:cubicBezTo>
                      <a:cubicBezTo>
                        <a:pt x="207739" y="66839"/>
                        <a:pt x="211362" y="68407"/>
                        <a:pt x="215134" y="68370"/>
                      </a:cubicBezTo>
                      <a:close/>
                      <a:moveTo>
                        <a:pt x="256928" y="2842"/>
                      </a:moveTo>
                      <a:lnTo>
                        <a:pt x="256928" y="76733"/>
                      </a:lnTo>
                      <a:lnTo>
                        <a:pt x="245910" y="76733"/>
                      </a:lnTo>
                      <a:lnTo>
                        <a:pt x="245910" y="2842"/>
                      </a:lnTo>
                      <a:lnTo>
                        <a:pt x="256928" y="2842"/>
                      </a:lnTo>
                      <a:close/>
                      <a:moveTo>
                        <a:pt x="287218" y="78264"/>
                      </a:moveTo>
                      <a:cubicBezTo>
                        <a:pt x="280533" y="78413"/>
                        <a:pt x="274071" y="75800"/>
                        <a:pt x="269403" y="71020"/>
                      </a:cubicBezTo>
                      <a:cubicBezTo>
                        <a:pt x="264697" y="66279"/>
                        <a:pt x="262082" y="59782"/>
                        <a:pt x="262269" y="53099"/>
                      </a:cubicBezTo>
                      <a:cubicBezTo>
                        <a:pt x="262008" y="46378"/>
                        <a:pt x="264510" y="39844"/>
                        <a:pt x="269179" y="34990"/>
                      </a:cubicBezTo>
                      <a:cubicBezTo>
                        <a:pt x="273549" y="30360"/>
                        <a:pt x="279711" y="27821"/>
                        <a:pt x="286098" y="27933"/>
                      </a:cubicBezTo>
                      <a:cubicBezTo>
                        <a:pt x="288974" y="27896"/>
                        <a:pt x="291850" y="28455"/>
                        <a:pt x="294539" y="29576"/>
                      </a:cubicBezTo>
                      <a:cubicBezTo>
                        <a:pt x="296966" y="30547"/>
                        <a:pt x="299133" y="32003"/>
                        <a:pt x="301000" y="33832"/>
                      </a:cubicBezTo>
                      <a:cubicBezTo>
                        <a:pt x="302606" y="35363"/>
                        <a:pt x="304026" y="37081"/>
                        <a:pt x="305221" y="38948"/>
                      </a:cubicBezTo>
                      <a:cubicBezTo>
                        <a:pt x="306229" y="40516"/>
                        <a:pt x="307051" y="42159"/>
                        <a:pt x="307723" y="43876"/>
                      </a:cubicBezTo>
                      <a:lnTo>
                        <a:pt x="308881" y="46751"/>
                      </a:lnTo>
                      <a:lnTo>
                        <a:pt x="275042" y="60678"/>
                      </a:lnTo>
                      <a:cubicBezTo>
                        <a:pt x="277134" y="65457"/>
                        <a:pt x="281990" y="68482"/>
                        <a:pt x="287218" y="68258"/>
                      </a:cubicBezTo>
                      <a:cubicBezTo>
                        <a:pt x="292298" y="68295"/>
                        <a:pt x="297004" y="65644"/>
                        <a:pt x="299619" y="61313"/>
                      </a:cubicBezTo>
                      <a:lnTo>
                        <a:pt x="308060" y="66988"/>
                      </a:lnTo>
                      <a:cubicBezTo>
                        <a:pt x="305893" y="70087"/>
                        <a:pt x="303167" y="72701"/>
                        <a:pt x="299955" y="74679"/>
                      </a:cubicBezTo>
                      <a:cubicBezTo>
                        <a:pt x="296145" y="77107"/>
                        <a:pt x="291738" y="78339"/>
                        <a:pt x="287218" y="78264"/>
                      </a:cubicBezTo>
                      <a:close/>
                      <a:moveTo>
                        <a:pt x="273101" y="52352"/>
                      </a:moveTo>
                      <a:lnTo>
                        <a:pt x="295585" y="42980"/>
                      </a:lnTo>
                      <a:cubicBezTo>
                        <a:pt x="294913" y="41337"/>
                        <a:pt x="293680" y="39993"/>
                        <a:pt x="292074" y="39134"/>
                      </a:cubicBezTo>
                      <a:cubicBezTo>
                        <a:pt x="290319" y="38164"/>
                        <a:pt x="288302" y="37641"/>
                        <a:pt x="286285" y="37678"/>
                      </a:cubicBezTo>
                      <a:cubicBezTo>
                        <a:pt x="282849" y="37753"/>
                        <a:pt x="279599" y="39209"/>
                        <a:pt x="277209" y="41673"/>
                      </a:cubicBezTo>
                      <a:cubicBezTo>
                        <a:pt x="274296" y="44436"/>
                        <a:pt x="272802" y="48357"/>
                        <a:pt x="273101" y="52352"/>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7" name="Google Shape;2147;p90"/>
                <p:cNvSpPr/>
                <p:nvPr/>
              </p:nvSpPr>
              <p:spPr>
                <a:xfrm>
                  <a:off x="9078668" y="5721667"/>
                  <a:ext cx="62737" cy="71309"/>
                </a:xfrm>
                <a:custGeom>
                  <a:rect b="b" l="l" r="r" t="t"/>
                  <a:pathLst>
                    <a:path extrusionOk="0" h="71309" w="62737">
                      <a:moveTo>
                        <a:pt x="35435" y="71306"/>
                      </a:moveTo>
                      <a:cubicBezTo>
                        <a:pt x="16200" y="71604"/>
                        <a:pt x="327" y="56296"/>
                        <a:pt x="28" y="37067"/>
                      </a:cubicBezTo>
                      <a:cubicBezTo>
                        <a:pt x="-9" y="36581"/>
                        <a:pt x="-9" y="36133"/>
                        <a:pt x="28" y="35648"/>
                      </a:cubicBezTo>
                      <a:cubicBezTo>
                        <a:pt x="-420" y="16419"/>
                        <a:pt x="14818" y="476"/>
                        <a:pt x="34053" y="28"/>
                      </a:cubicBezTo>
                      <a:cubicBezTo>
                        <a:pt x="34501" y="-9"/>
                        <a:pt x="34987" y="-9"/>
                        <a:pt x="35435" y="28"/>
                      </a:cubicBezTo>
                      <a:cubicBezTo>
                        <a:pt x="45072" y="-271"/>
                        <a:pt x="54297" y="3836"/>
                        <a:pt x="60534" y="11192"/>
                      </a:cubicBezTo>
                      <a:lnTo>
                        <a:pt x="54446" y="17091"/>
                      </a:lnTo>
                      <a:cubicBezTo>
                        <a:pt x="49889" y="11341"/>
                        <a:pt x="42830" y="8130"/>
                        <a:pt x="35510" y="8429"/>
                      </a:cubicBezTo>
                      <a:cubicBezTo>
                        <a:pt x="28451" y="8280"/>
                        <a:pt x="21653" y="11005"/>
                        <a:pt x="16686" y="15971"/>
                      </a:cubicBezTo>
                      <a:cubicBezTo>
                        <a:pt x="11494" y="21161"/>
                        <a:pt x="8730" y="28293"/>
                        <a:pt x="9029" y="35648"/>
                      </a:cubicBezTo>
                      <a:cubicBezTo>
                        <a:pt x="8730" y="43003"/>
                        <a:pt x="11494" y="50135"/>
                        <a:pt x="16686" y="55362"/>
                      </a:cubicBezTo>
                      <a:cubicBezTo>
                        <a:pt x="21653" y="60328"/>
                        <a:pt x="28451" y="63017"/>
                        <a:pt x="35510" y="62867"/>
                      </a:cubicBezTo>
                      <a:cubicBezTo>
                        <a:pt x="43689" y="62979"/>
                        <a:pt x="51458" y="59320"/>
                        <a:pt x="56650" y="52973"/>
                      </a:cubicBezTo>
                      <a:lnTo>
                        <a:pt x="62738" y="59059"/>
                      </a:lnTo>
                      <a:cubicBezTo>
                        <a:pt x="59526" y="62867"/>
                        <a:pt x="55529" y="65929"/>
                        <a:pt x="51010" y="67983"/>
                      </a:cubicBezTo>
                      <a:cubicBezTo>
                        <a:pt x="46154" y="70260"/>
                        <a:pt x="40814" y="71380"/>
                        <a:pt x="35435" y="71306"/>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8" name="Google Shape;2148;p90"/>
                <p:cNvSpPr/>
                <p:nvPr/>
              </p:nvSpPr>
              <p:spPr>
                <a:xfrm>
                  <a:off x="9149025" y="5723150"/>
                  <a:ext cx="8740" cy="68290"/>
                </a:xfrm>
                <a:custGeom>
                  <a:rect b="b" l="l" r="r" t="t"/>
                  <a:pathLst>
                    <a:path extrusionOk="0" h="68290" w="8740">
                      <a:moveTo>
                        <a:pt x="8740" y="68291"/>
                      </a:moveTo>
                      <a:lnTo>
                        <a:pt x="0" y="68291"/>
                      </a:lnTo>
                      <a:lnTo>
                        <a:pt x="0" y="0"/>
                      </a:lnTo>
                      <a:lnTo>
                        <a:pt x="8740" y="0"/>
                      </a:lnTo>
                      <a:lnTo>
                        <a:pt x="8740" y="68291"/>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49" name="Google Shape;2149;p90"/>
                <p:cNvSpPr/>
                <p:nvPr/>
              </p:nvSpPr>
              <p:spPr>
                <a:xfrm>
                  <a:off x="9165262" y="5743219"/>
                  <a:ext cx="48088" cy="49734"/>
                </a:xfrm>
                <a:custGeom>
                  <a:rect b="b" l="l" r="r" t="t"/>
                  <a:pathLst>
                    <a:path extrusionOk="0" h="49734" w="48088">
                      <a:moveTo>
                        <a:pt x="6807" y="7113"/>
                      </a:moveTo>
                      <a:cubicBezTo>
                        <a:pt x="16332" y="-2371"/>
                        <a:pt x="31757" y="-2371"/>
                        <a:pt x="41281" y="7113"/>
                      </a:cubicBezTo>
                      <a:cubicBezTo>
                        <a:pt x="45837" y="11892"/>
                        <a:pt x="48265" y="18314"/>
                        <a:pt x="48079" y="24886"/>
                      </a:cubicBezTo>
                      <a:cubicBezTo>
                        <a:pt x="48265" y="31457"/>
                        <a:pt x="45837" y="37842"/>
                        <a:pt x="41281" y="42621"/>
                      </a:cubicBezTo>
                      <a:cubicBezTo>
                        <a:pt x="31757" y="52105"/>
                        <a:pt x="16332" y="52105"/>
                        <a:pt x="6807" y="42621"/>
                      </a:cubicBezTo>
                      <a:cubicBezTo>
                        <a:pt x="2251" y="37842"/>
                        <a:pt x="-177" y="31457"/>
                        <a:pt x="10" y="24886"/>
                      </a:cubicBezTo>
                      <a:cubicBezTo>
                        <a:pt x="-177" y="18314"/>
                        <a:pt x="2251" y="11892"/>
                        <a:pt x="6807" y="7113"/>
                      </a:cubicBezTo>
                      <a:close/>
                      <a:moveTo>
                        <a:pt x="13306" y="37133"/>
                      </a:moveTo>
                      <a:cubicBezTo>
                        <a:pt x="18909" y="43069"/>
                        <a:pt x="28246" y="43331"/>
                        <a:pt x="34184" y="37730"/>
                      </a:cubicBezTo>
                      <a:cubicBezTo>
                        <a:pt x="34371" y="37543"/>
                        <a:pt x="34558" y="37319"/>
                        <a:pt x="34745" y="37133"/>
                      </a:cubicBezTo>
                      <a:cubicBezTo>
                        <a:pt x="37845" y="33809"/>
                        <a:pt x="39451" y="29403"/>
                        <a:pt x="39264" y="24886"/>
                      </a:cubicBezTo>
                      <a:cubicBezTo>
                        <a:pt x="39451" y="20368"/>
                        <a:pt x="37845" y="15925"/>
                        <a:pt x="34745" y="12601"/>
                      </a:cubicBezTo>
                      <a:cubicBezTo>
                        <a:pt x="29142" y="6702"/>
                        <a:pt x="19805" y="6441"/>
                        <a:pt x="13867" y="12042"/>
                      </a:cubicBezTo>
                      <a:cubicBezTo>
                        <a:pt x="13680" y="12228"/>
                        <a:pt x="13493" y="12415"/>
                        <a:pt x="13306" y="12601"/>
                      </a:cubicBezTo>
                      <a:cubicBezTo>
                        <a:pt x="10206" y="15925"/>
                        <a:pt x="8600" y="20368"/>
                        <a:pt x="8787" y="24886"/>
                      </a:cubicBezTo>
                      <a:cubicBezTo>
                        <a:pt x="8600" y="29403"/>
                        <a:pt x="10244" y="33809"/>
                        <a:pt x="13344" y="37095"/>
                      </a:cubicBezTo>
                      <a:lnTo>
                        <a:pt x="13306" y="3713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0" name="Google Shape;2150;p90"/>
                <p:cNvSpPr/>
                <p:nvPr/>
              </p:nvSpPr>
              <p:spPr>
                <a:xfrm>
                  <a:off x="9220439" y="5744769"/>
                  <a:ext cx="41381" cy="48389"/>
                </a:xfrm>
                <a:custGeom>
                  <a:rect b="b" l="l" r="r" t="t"/>
                  <a:pathLst>
                    <a:path extrusionOk="0" h="48389" w="41381">
                      <a:moveTo>
                        <a:pt x="41381" y="46672"/>
                      </a:moveTo>
                      <a:lnTo>
                        <a:pt x="32940" y="46672"/>
                      </a:lnTo>
                      <a:lnTo>
                        <a:pt x="32940" y="40213"/>
                      </a:lnTo>
                      <a:lnTo>
                        <a:pt x="32679" y="40213"/>
                      </a:lnTo>
                      <a:cubicBezTo>
                        <a:pt x="31185" y="42640"/>
                        <a:pt x="29056" y="44656"/>
                        <a:pt x="26516" y="46037"/>
                      </a:cubicBezTo>
                      <a:cubicBezTo>
                        <a:pt x="23864" y="47568"/>
                        <a:pt x="20876" y="48352"/>
                        <a:pt x="17851" y="48352"/>
                      </a:cubicBezTo>
                      <a:cubicBezTo>
                        <a:pt x="12846" y="48688"/>
                        <a:pt x="7953" y="46747"/>
                        <a:pt x="4555" y="43013"/>
                      </a:cubicBezTo>
                      <a:cubicBezTo>
                        <a:pt x="1343" y="38981"/>
                        <a:pt x="-263" y="33902"/>
                        <a:pt x="35" y="28750"/>
                      </a:cubicBezTo>
                      <a:lnTo>
                        <a:pt x="35" y="0"/>
                      </a:lnTo>
                      <a:lnTo>
                        <a:pt x="8775" y="0"/>
                      </a:lnTo>
                      <a:lnTo>
                        <a:pt x="8775" y="27145"/>
                      </a:lnTo>
                      <a:cubicBezTo>
                        <a:pt x="8775" y="35844"/>
                        <a:pt x="12622" y="40213"/>
                        <a:pt x="20316" y="40213"/>
                      </a:cubicBezTo>
                      <a:cubicBezTo>
                        <a:pt x="23789" y="40287"/>
                        <a:pt x="27114" y="38719"/>
                        <a:pt x="29205" y="35956"/>
                      </a:cubicBezTo>
                      <a:cubicBezTo>
                        <a:pt x="31484" y="33081"/>
                        <a:pt x="32679" y="29534"/>
                        <a:pt x="32641" y="25875"/>
                      </a:cubicBezTo>
                      <a:lnTo>
                        <a:pt x="32641" y="0"/>
                      </a:lnTo>
                      <a:lnTo>
                        <a:pt x="41381" y="0"/>
                      </a:lnTo>
                      <a:lnTo>
                        <a:pt x="41381" y="4667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1" name="Google Shape;2151;p90"/>
                <p:cNvSpPr/>
                <p:nvPr/>
              </p:nvSpPr>
              <p:spPr>
                <a:xfrm>
                  <a:off x="9269354" y="5723150"/>
                  <a:ext cx="46846" cy="69822"/>
                </a:xfrm>
                <a:custGeom>
                  <a:rect b="b" l="l" r="r" t="t"/>
                  <a:pathLst>
                    <a:path extrusionOk="0" h="69822" w="46846">
                      <a:moveTo>
                        <a:pt x="22196" y="69822"/>
                      </a:moveTo>
                      <a:cubicBezTo>
                        <a:pt x="16182" y="69822"/>
                        <a:pt x="10468" y="67208"/>
                        <a:pt x="6546" y="62653"/>
                      </a:cubicBezTo>
                      <a:cubicBezTo>
                        <a:pt x="2176" y="57836"/>
                        <a:pt x="-177" y="51489"/>
                        <a:pt x="10" y="44955"/>
                      </a:cubicBezTo>
                      <a:cubicBezTo>
                        <a:pt x="-177" y="38421"/>
                        <a:pt x="2176" y="32073"/>
                        <a:pt x="6546" y="27219"/>
                      </a:cubicBezTo>
                      <a:cubicBezTo>
                        <a:pt x="10468" y="22664"/>
                        <a:pt x="16182" y="20088"/>
                        <a:pt x="22196" y="20088"/>
                      </a:cubicBezTo>
                      <a:cubicBezTo>
                        <a:pt x="25520" y="20050"/>
                        <a:pt x="28807" y="20835"/>
                        <a:pt x="31757" y="22365"/>
                      </a:cubicBezTo>
                      <a:cubicBezTo>
                        <a:pt x="34334" y="23672"/>
                        <a:pt x="36538" y="25651"/>
                        <a:pt x="38107" y="28078"/>
                      </a:cubicBezTo>
                      <a:lnTo>
                        <a:pt x="38480" y="28078"/>
                      </a:lnTo>
                      <a:lnTo>
                        <a:pt x="38107" y="21619"/>
                      </a:lnTo>
                      <a:lnTo>
                        <a:pt x="38107" y="0"/>
                      </a:lnTo>
                      <a:lnTo>
                        <a:pt x="46846" y="0"/>
                      </a:lnTo>
                      <a:lnTo>
                        <a:pt x="46846" y="68291"/>
                      </a:lnTo>
                      <a:lnTo>
                        <a:pt x="38405" y="68291"/>
                      </a:lnTo>
                      <a:lnTo>
                        <a:pt x="38405" y="61831"/>
                      </a:lnTo>
                      <a:lnTo>
                        <a:pt x="38032" y="61831"/>
                      </a:lnTo>
                      <a:cubicBezTo>
                        <a:pt x="36463" y="64258"/>
                        <a:pt x="34259" y="66237"/>
                        <a:pt x="31683" y="67507"/>
                      </a:cubicBezTo>
                      <a:cubicBezTo>
                        <a:pt x="28769" y="69075"/>
                        <a:pt x="25520" y="69859"/>
                        <a:pt x="22196" y="69822"/>
                      </a:cubicBezTo>
                      <a:close/>
                      <a:moveTo>
                        <a:pt x="23652" y="61831"/>
                      </a:moveTo>
                      <a:cubicBezTo>
                        <a:pt x="27649" y="61869"/>
                        <a:pt x="31496" y="60226"/>
                        <a:pt x="34185" y="57239"/>
                      </a:cubicBezTo>
                      <a:cubicBezTo>
                        <a:pt x="37135" y="53878"/>
                        <a:pt x="38667" y="49435"/>
                        <a:pt x="38405" y="44955"/>
                      </a:cubicBezTo>
                      <a:cubicBezTo>
                        <a:pt x="38667" y="40437"/>
                        <a:pt x="37135" y="36031"/>
                        <a:pt x="34185" y="32633"/>
                      </a:cubicBezTo>
                      <a:cubicBezTo>
                        <a:pt x="28844" y="26809"/>
                        <a:pt x="19805" y="26398"/>
                        <a:pt x="13979" y="31700"/>
                      </a:cubicBezTo>
                      <a:cubicBezTo>
                        <a:pt x="13642" y="31999"/>
                        <a:pt x="13344" y="32297"/>
                        <a:pt x="13045" y="32633"/>
                      </a:cubicBezTo>
                      <a:cubicBezTo>
                        <a:pt x="10057" y="35994"/>
                        <a:pt x="8526" y="40437"/>
                        <a:pt x="8787" y="44917"/>
                      </a:cubicBezTo>
                      <a:cubicBezTo>
                        <a:pt x="8526" y="49398"/>
                        <a:pt x="10057" y="53804"/>
                        <a:pt x="13045" y="57164"/>
                      </a:cubicBezTo>
                      <a:cubicBezTo>
                        <a:pt x="15734" y="60188"/>
                        <a:pt x="19581" y="61869"/>
                        <a:pt x="23652" y="61831"/>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152" name="Google Shape;2152;p90"/>
            <p:cNvGrpSpPr/>
            <p:nvPr/>
          </p:nvGrpSpPr>
          <p:grpSpPr>
            <a:xfrm>
              <a:off x="4970016" y="3375487"/>
              <a:ext cx="928531" cy="220190"/>
              <a:chOff x="6521438" y="4297449"/>
              <a:chExt cx="1238041" cy="293587"/>
            </a:xfrm>
          </p:grpSpPr>
          <p:grpSp>
            <p:nvGrpSpPr>
              <p:cNvPr id="2153" name="Google Shape;2153;p90"/>
              <p:cNvGrpSpPr/>
              <p:nvPr/>
            </p:nvGrpSpPr>
            <p:grpSpPr>
              <a:xfrm>
                <a:off x="7023212" y="4424547"/>
                <a:ext cx="736267" cy="78517"/>
                <a:chOff x="7023212" y="4424547"/>
                <a:chExt cx="736267" cy="78517"/>
              </a:xfrm>
            </p:grpSpPr>
            <p:sp>
              <p:nvSpPr>
                <p:cNvPr id="2154" name="Google Shape;2154;p90"/>
                <p:cNvSpPr/>
                <p:nvPr/>
              </p:nvSpPr>
              <p:spPr>
                <a:xfrm>
                  <a:off x="7023212" y="4426638"/>
                  <a:ext cx="67154" cy="75590"/>
                </a:xfrm>
                <a:custGeom>
                  <a:rect b="b" l="l" r="r" t="t"/>
                  <a:pathLst>
                    <a:path extrusionOk="0" h="75590" w="67154">
                      <a:moveTo>
                        <a:pt x="67154" y="37797"/>
                      </a:moveTo>
                      <a:cubicBezTo>
                        <a:pt x="67154" y="43334"/>
                        <a:pt x="66220" y="48423"/>
                        <a:pt x="64353" y="53057"/>
                      </a:cubicBezTo>
                      <a:cubicBezTo>
                        <a:pt x="62523" y="57694"/>
                        <a:pt x="59908" y="61682"/>
                        <a:pt x="56584" y="65027"/>
                      </a:cubicBezTo>
                      <a:cubicBezTo>
                        <a:pt x="53223" y="68376"/>
                        <a:pt x="49189" y="70971"/>
                        <a:pt x="44483" y="72816"/>
                      </a:cubicBezTo>
                      <a:cubicBezTo>
                        <a:pt x="39777" y="74668"/>
                        <a:pt x="34586" y="75590"/>
                        <a:pt x="28871" y="75590"/>
                      </a:cubicBezTo>
                      <a:lnTo>
                        <a:pt x="0" y="75590"/>
                      </a:lnTo>
                      <a:lnTo>
                        <a:pt x="0" y="0"/>
                      </a:lnTo>
                      <a:lnTo>
                        <a:pt x="28871" y="0"/>
                      </a:lnTo>
                      <a:cubicBezTo>
                        <a:pt x="34586" y="0"/>
                        <a:pt x="39777" y="933"/>
                        <a:pt x="44483" y="2796"/>
                      </a:cubicBezTo>
                      <a:cubicBezTo>
                        <a:pt x="49189" y="4663"/>
                        <a:pt x="53223" y="7258"/>
                        <a:pt x="56584" y="10585"/>
                      </a:cubicBezTo>
                      <a:cubicBezTo>
                        <a:pt x="59908" y="13916"/>
                        <a:pt x="62523" y="17896"/>
                        <a:pt x="64353" y="22533"/>
                      </a:cubicBezTo>
                      <a:cubicBezTo>
                        <a:pt x="66220" y="27167"/>
                        <a:pt x="67154" y="32256"/>
                        <a:pt x="67154" y="37797"/>
                      </a:cubicBezTo>
                      <a:close/>
                      <a:moveTo>
                        <a:pt x="52775" y="37797"/>
                      </a:moveTo>
                      <a:cubicBezTo>
                        <a:pt x="52775" y="33649"/>
                        <a:pt x="52214" y="29930"/>
                        <a:pt x="51094" y="26633"/>
                      </a:cubicBezTo>
                      <a:cubicBezTo>
                        <a:pt x="49973" y="23340"/>
                        <a:pt x="48367" y="20551"/>
                        <a:pt x="46313" y="18269"/>
                      </a:cubicBezTo>
                      <a:cubicBezTo>
                        <a:pt x="44259" y="15988"/>
                        <a:pt x="41756" y="14237"/>
                        <a:pt x="38806" y="13020"/>
                      </a:cubicBezTo>
                      <a:cubicBezTo>
                        <a:pt x="35893" y="11802"/>
                        <a:pt x="32569" y="11190"/>
                        <a:pt x="28871" y="11190"/>
                      </a:cubicBezTo>
                      <a:lnTo>
                        <a:pt x="14155" y="11190"/>
                      </a:lnTo>
                      <a:lnTo>
                        <a:pt x="14155" y="64404"/>
                      </a:lnTo>
                      <a:lnTo>
                        <a:pt x="28871" y="64404"/>
                      </a:lnTo>
                      <a:cubicBezTo>
                        <a:pt x="32569" y="64404"/>
                        <a:pt x="35893" y="63791"/>
                        <a:pt x="38806" y="62570"/>
                      </a:cubicBezTo>
                      <a:cubicBezTo>
                        <a:pt x="41756" y="61353"/>
                        <a:pt x="44259" y="59602"/>
                        <a:pt x="46313" y="57321"/>
                      </a:cubicBezTo>
                      <a:cubicBezTo>
                        <a:pt x="48367" y="55039"/>
                        <a:pt x="49973" y="52250"/>
                        <a:pt x="51094" y="48957"/>
                      </a:cubicBezTo>
                      <a:cubicBezTo>
                        <a:pt x="52214" y="45660"/>
                        <a:pt x="52775" y="41941"/>
                        <a:pt x="52775" y="3779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5" name="Google Shape;2155;p90"/>
                <p:cNvSpPr/>
                <p:nvPr/>
              </p:nvSpPr>
              <p:spPr>
                <a:xfrm>
                  <a:off x="7097985" y="4447603"/>
                  <a:ext cx="44707" cy="55461"/>
                </a:xfrm>
                <a:custGeom>
                  <a:rect b="b" l="l" r="r" t="t"/>
                  <a:pathLst>
                    <a:path extrusionOk="0" h="55461" w="44707">
                      <a:moveTo>
                        <a:pt x="44707" y="54625"/>
                      </a:moveTo>
                      <a:lnTo>
                        <a:pt x="38918" y="54625"/>
                      </a:lnTo>
                      <a:cubicBezTo>
                        <a:pt x="37685" y="54625"/>
                        <a:pt x="36714" y="54442"/>
                        <a:pt x="36042" y="54076"/>
                      </a:cubicBezTo>
                      <a:cubicBezTo>
                        <a:pt x="35332" y="53706"/>
                        <a:pt x="34809" y="52967"/>
                        <a:pt x="34473" y="51851"/>
                      </a:cubicBezTo>
                      <a:lnTo>
                        <a:pt x="33315" y="48039"/>
                      </a:lnTo>
                      <a:cubicBezTo>
                        <a:pt x="31933" y="49256"/>
                        <a:pt x="30626" y="50327"/>
                        <a:pt x="29319" y="51253"/>
                      </a:cubicBezTo>
                      <a:cubicBezTo>
                        <a:pt x="28012" y="52172"/>
                        <a:pt x="26630" y="52948"/>
                        <a:pt x="25248" y="53579"/>
                      </a:cubicBezTo>
                      <a:cubicBezTo>
                        <a:pt x="23866" y="54207"/>
                        <a:pt x="22372" y="54674"/>
                        <a:pt x="20803" y="54987"/>
                      </a:cubicBezTo>
                      <a:cubicBezTo>
                        <a:pt x="19235" y="55301"/>
                        <a:pt x="17517" y="55461"/>
                        <a:pt x="15574" y="55461"/>
                      </a:cubicBezTo>
                      <a:cubicBezTo>
                        <a:pt x="13334" y="55461"/>
                        <a:pt x="11242" y="55155"/>
                        <a:pt x="9300" y="54543"/>
                      </a:cubicBezTo>
                      <a:cubicBezTo>
                        <a:pt x="7395" y="53930"/>
                        <a:pt x="5751" y="53012"/>
                        <a:pt x="4370" y="51787"/>
                      </a:cubicBezTo>
                      <a:cubicBezTo>
                        <a:pt x="2988" y="50566"/>
                        <a:pt x="1904" y="49043"/>
                        <a:pt x="1158" y="47225"/>
                      </a:cubicBezTo>
                      <a:cubicBezTo>
                        <a:pt x="373" y="45406"/>
                        <a:pt x="0" y="43289"/>
                        <a:pt x="0" y="40881"/>
                      </a:cubicBezTo>
                      <a:cubicBezTo>
                        <a:pt x="0" y="38850"/>
                        <a:pt x="522" y="36852"/>
                        <a:pt x="1606" y="34877"/>
                      </a:cubicBezTo>
                      <a:cubicBezTo>
                        <a:pt x="2652" y="32898"/>
                        <a:pt x="4444" y="31117"/>
                        <a:pt x="6910" y="29523"/>
                      </a:cubicBezTo>
                      <a:cubicBezTo>
                        <a:pt x="9374" y="27932"/>
                        <a:pt x="12661" y="26614"/>
                        <a:pt x="16770" y="25565"/>
                      </a:cubicBezTo>
                      <a:cubicBezTo>
                        <a:pt x="20878" y="24516"/>
                        <a:pt x="25995" y="23989"/>
                        <a:pt x="32120" y="23989"/>
                      </a:cubicBezTo>
                      <a:lnTo>
                        <a:pt x="32120" y="20831"/>
                      </a:lnTo>
                      <a:cubicBezTo>
                        <a:pt x="32120" y="17213"/>
                        <a:pt x="31336" y="14536"/>
                        <a:pt x="29842" y="12799"/>
                      </a:cubicBezTo>
                      <a:cubicBezTo>
                        <a:pt x="28311" y="11059"/>
                        <a:pt x="26107" y="10189"/>
                        <a:pt x="23231" y="10189"/>
                      </a:cubicBezTo>
                      <a:cubicBezTo>
                        <a:pt x="21139" y="10189"/>
                        <a:pt x="19384" y="10439"/>
                        <a:pt x="18002" y="10921"/>
                      </a:cubicBezTo>
                      <a:cubicBezTo>
                        <a:pt x="16583" y="11410"/>
                        <a:pt x="15388" y="11963"/>
                        <a:pt x="14342" y="12568"/>
                      </a:cubicBezTo>
                      <a:cubicBezTo>
                        <a:pt x="13334" y="13180"/>
                        <a:pt x="12362" y="13725"/>
                        <a:pt x="11503" y="14214"/>
                      </a:cubicBezTo>
                      <a:cubicBezTo>
                        <a:pt x="10644" y="14704"/>
                        <a:pt x="9673" y="14950"/>
                        <a:pt x="8627" y="14950"/>
                      </a:cubicBezTo>
                      <a:cubicBezTo>
                        <a:pt x="7769" y="14950"/>
                        <a:pt x="7022" y="14722"/>
                        <a:pt x="6387" y="14267"/>
                      </a:cubicBezTo>
                      <a:cubicBezTo>
                        <a:pt x="5751" y="13815"/>
                        <a:pt x="5229" y="13258"/>
                        <a:pt x="4855" y="12598"/>
                      </a:cubicBezTo>
                      <a:lnTo>
                        <a:pt x="2502" y="8468"/>
                      </a:lnTo>
                      <a:cubicBezTo>
                        <a:pt x="8665" y="2823"/>
                        <a:pt x="16135" y="0"/>
                        <a:pt x="24837" y="0"/>
                      </a:cubicBezTo>
                      <a:cubicBezTo>
                        <a:pt x="27975" y="0"/>
                        <a:pt x="30776" y="511"/>
                        <a:pt x="33241" y="1542"/>
                      </a:cubicBezTo>
                      <a:cubicBezTo>
                        <a:pt x="35668" y="2569"/>
                        <a:pt x="37760" y="3999"/>
                        <a:pt x="39478" y="5828"/>
                      </a:cubicBezTo>
                      <a:cubicBezTo>
                        <a:pt x="41196" y="7654"/>
                        <a:pt x="42466" y="9842"/>
                        <a:pt x="43363" y="12385"/>
                      </a:cubicBezTo>
                      <a:cubicBezTo>
                        <a:pt x="44259" y="14931"/>
                        <a:pt x="44707" y="17720"/>
                        <a:pt x="44707" y="20749"/>
                      </a:cubicBezTo>
                      <a:lnTo>
                        <a:pt x="44707" y="54625"/>
                      </a:lnTo>
                      <a:close/>
                      <a:moveTo>
                        <a:pt x="19608" y="46571"/>
                      </a:moveTo>
                      <a:cubicBezTo>
                        <a:pt x="20916" y="46571"/>
                        <a:pt x="22148" y="46455"/>
                        <a:pt x="23269" y="46217"/>
                      </a:cubicBezTo>
                      <a:cubicBezTo>
                        <a:pt x="24389" y="45974"/>
                        <a:pt x="25435" y="45615"/>
                        <a:pt x="26443" y="45134"/>
                      </a:cubicBezTo>
                      <a:cubicBezTo>
                        <a:pt x="27414" y="44656"/>
                        <a:pt x="28385" y="44058"/>
                        <a:pt x="29319" y="43357"/>
                      </a:cubicBezTo>
                      <a:cubicBezTo>
                        <a:pt x="30215" y="42658"/>
                        <a:pt x="31149" y="41822"/>
                        <a:pt x="32120" y="40862"/>
                      </a:cubicBezTo>
                      <a:lnTo>
                        <a:pt x="32120" y="31886"/>
                      </a:lnTo>
                      <a:cubicBezTo>
                        <a:pt x="28348" y="31886"/>
                        <a:pt x="25211" y="32121"/>
                        <a:pt x="22671" y="32592"/>
                      </a:cubicBezTo>
                      <a:cubicBezTo>
                        <a:pt x="20131" y="33066"/>
                        <a:pt x="18114" y="33675"/>
                        <a:pt x="16583" y="34414"/>
                      </a:cubicBezTo>
                      <a:cubicBezTo>
                        <a:pt x="15051" y="35150"/>
                        <a:pt x="13969" y="36008"/>
                        <a:pt x="13296" y="36990"/>
                      </a:cubicBezTo>
                      <a:cubicBezTo>
                        <a:pt x="12661" y="37976"/>
                        <a:pt x="12325" y="39048"/>
                        <a:pt x="12325" y="40201"/>
                      </a:cubicBezTo>
                      <a:cubicBezTo>
                        <a:pt x="12325" y="42486"/>
                        <a:pt x="12998" y="44114"/>
                        <a:pt x="14342" y="45100"/>
                      </a:cubicBezTo>
                      <a:cubicBezTo>
                        <a:pt x="15687" y="46082"/>
                        <a:pt x="17442" y="46571"/>
                        <a:pt x="19608" y="46571"/>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6" name="Google Shape;2156;p90"/>
                <p:cNvSpPr/>
                <p:nvPr/>
              </p:nvSpPr>
              <p:spPr>
                <a:xfrm>
                  <a:off x="7150536" y="4432182"/>
                  <a:ext cx="36565" cy="70881"/>
                </a:xfrm>
                <a:custGeom>
                  <a:rect b="b" l="l" r="r" t="t"/>
                  <a:pathLst>
                    <a:path extrusionOk="0" h="70881" w="36565">
                      <a:moveTo>
                        <a:pt x="22484" y="70882"/>
                      </a:moveTo>
                      <a:cubicBezTo>
                        <a:pt x="17853" y="70882"/>
                        <a:pt x="14267" y="69564"/>
                        <a:pt x="11765" y="66935"/>
                      </a:cubicBezTo>
                      <a:cubicBezTo>
                        <a:pt x="9263" y="64303"/>
                        <a:pt x="7993" y="60670"/>
                        <a:pt x="7993" y="56036"/>
                      </a:cubicBezTo>
                      <a:lnTo>
                        <a:pt x="7993" y="26084"/>
                      </a:lnTo>
                      <a:lnTo>
                        <a:pt x="2577" y="26084"/>
                      </a:lnTo>
                      <a:cubicBezTo>
                        <a:pt x="1867" y="26084"/>
                        <a:pt x="1270" y="25860"/>
                        <a:pt x="747" y="25405"/>
                      </a:cubicBezTo>
                      <a:cubicBezTo>
                        <a:pt x="261" y="24949"/>
                        <a:pt x="0" y="24269"/>
                        <a:pt x="0" y="23366"/>
                      </a:cubicBezTo>
                      <a:lnTo>
                        <a:pt x="0" y="18243"/>
                      </a:lnTo>
                      <a:lnTo>
                        <a:pt x="8628" y="16832"/>
                      </a:lnTo>
                      <a:lnTo>
                        <a:pt x="11354" y="2196"/>
                      </a:lnTo>
                      <a:cubicBezTo>
                        <a:pt x="11503" y="1497"/>
                        <a:pt x="11803" y="956"/>
                        <a:pt x="12325" y="575"/>
                      </a:cubicBezTo>
                      <a:cubicBezTo>
                        <a:pt x="12811" y="190"/>
                        <a:pt x="13446" y="0"/>
                        <a:pt x="14230" y="0"/>
                      </a:cubicBezTo>
                      <a:lnTo>
                        <a:pt x="20916" y="0"/>
                      </a:lnTo>
                      <a:lnTo>
                        <a:pt x="20916" y="16880"/>
                      </a:lnTo>
                      <a:lnTo>
                        <a:pt x="35034" y="16880"/>
                      </a:lnTo>
                      <a:lnTo>
                        <a:pt x="35034" y="26084"/>
                      </a:lnTo>
                      <a:lnTo>
                        <a:pt x="20916" y="26084"/>
                      </a:lnTo>
                      <a:lnTo>
                        <a:pt x="20916" y="55144"/>
                      </a:lnTo>
                      <a:cubicBezTo>
                        <a:pt x="20916" y="56821"/>
                        <a:pt x="21326" y="58127"/>
                        <a:pt x="22185" y="59068"/>
                      </a:cubicBezTo>
                      <a:cubicBezTo>
                        <a:pt x="23007" y="60009"/>
                        <a:pt x="24128" y="60476"/>
                        <a:pt x="25509" y="60476"/>
                      </a:cubicBezTo>
                      <a:cubicBezTo>
                        <a:pt x="26331" y="60476"/>
                        <a:pt x="27004" y="60382"/>
                        <a:pt x="27526" y="60192"/>
                      </a:cubicBezTo>
                      <a:cubicBezTo>
                        <a:pt x="28087" y="59998"/>
                        <a:pt x="28535" y="59796"/>
                        <a:pt x="28946" y="59591"/>
                      </a:cubicBezTo>
                      <a:cubicBezTo>
                        <a:pt x="29357" y="59382"/>
                        <a:pt x="29693" y="59176"/>
                        <a:pt x="30029" y="58990"/>
                      </a:cubicBezTo>
                      <a:cubicBezTo>
                        <a:pt x="30328" y="58799"/>
                        <a:pt x="30626" y="58702"/>
                        <a:pt x="30963" y="58702"/>
                      </a:cubicBezTo>
                      <a:cubicBezTo>
                        <a:pt x="31336" y="58702"/>
                        <a:pt x="31635" y="58799"/>
                        <a:pt x="31896" y="58990"/>
                      </a:cubicBezTo>
                      <a:cubicBezTo>
                        <a:pt x="32158" y="59176"/>
                        <a:pt x="32382" y="59471"/>
                        <a:pt x="32681" y="59849"/>
                      </a:cubicBezTo>
                      <a:lnTo>
                        <a:pt x="36565" y="66125"/>
                      </a:lnTo>
                      <a:cubicBezTo>
                        <a:pt x="34660" y="67693"/>
                        <a:pt x="32494" y="68877"/>
                        <a:pt x="30066" y="69680"/>
                      </a:cubicBezTo>
                      <a:cubicBezTo>
                        <a:pt x="27639" y="70482"/>
                        <a:pt x="25099" y="70882"/>
                        <a:pt x="22484" y="7088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7" name="Google Shape;2157;p90"/>
                <p:cNvSpPr/>
                <p:nvPr/>
              </p:nvSpPr>
              <p:spPr>
                <a:xfrm>
                  <a:off x="7193189" y="4447603"/>
                  <a:ext cx="44707" cy="55461"/>
                </a:xfrm>
                <a:custGeom>
                  <a:rect b="b" l="l" r="r" t="t"/>
                  <a:pathLst>
                    <a:path extrusionOk="0" h="55461" w="44707">
                      <a:moveTo>
                        <a:pt x="44707" y="54625"/>
                      </a:moveTo>
                      <a:lnTo>
                        <a:pt x="38918" y="54625"/>
                      </a:lnTo>
                      <a:cubicBezTo>
                        <a:pt x="37685" y="54625"/>
                        <a:pt x="36752" y="54442"/>
                        <a:pt x="36042" y="54076"/>
                      </a:cubicBezTo>
                      <a:cubicBezTo>
                        <a:pt x="35332" y="53706"/>
                        <a:pt x="34809" y="52967"/>
                        <a:pt x="34473" y="51851"/>
                      </a:cubicBezTo>
                      <a:lnTo>
                        <a:pt x="33315" y="48039"/>
                      </a:lnTo>
                      <a:cubicBezTo>
                        <a:pt x="31971" y="49256"/>
                        <a:pt x="30626" y="50327"/>
                        <a:pt x="29319" y="51253"/>
                      </a:cubicBezTo>
                      <a:cubicBezTo>
                        <a:pt x="28012" y="52172"/>
                        <a:pt x="26667" y="52948"/>
                        <a:pt x="25285" y="53579"/>
                      </a:cubicBezTo>
                      <a:cubicBezTo>
                        <a:pt x="23866" y="54207"/>
                        <a:pt x="22410" y="54674"/>
                        <a:pt x="20841" y="54987"/>
                      </a:cubicBezTo>
                      <a:cubicBezTo>
                        <a:pt x="19272" y="55301"/>
                        <a:pt x="17517" y="55461"/>
                        <a:pt x="15612" y="55461"/>
                      </a:cubicBezTo>
                      <a:cubicBezTo>
                        <a:pt x="13334" y="55461"/>
                        <a:pt x="11242" y="55155"/>
                        <a:pt x="9337" y="54543"/>
                      </a:cubicBezTo>
                      <a:cubicBezTo>
                        <a:pt x="7395" y="53930"/>
                        <a:pt x="5751" y="53012"/>
                        <a:pt x="4370" y="51787"/>
                      </a:cubicBezTo>
                      <a:cubicBezTo>
                        <a:pt x="2988" y="50566"/>
                        <a:pt x="1942" y="49043"/>
                        <a:pt x="1158" y="47225"/>
                      </a:cubicBezTo>
                      <a:cubicBezTo>
                        <a:pt x="411" y="45406"/>
                        <a:pt x="0" y="43289"/>
                        <a:pt x="0" y="40881"/>
                      </a:cubicBezTo>
                      <a:cubicBezTo>
                        <a:pt x="0" y="38850"/>
                        <a:pt x="560" y="36852"/>
                        <a:pt x="1606" y="34877"/>
                      </a:cubicBezTo>
                      <a:cubicBezTo>
                        <a:pt x="2689" y="32898"/>
                        <a:pt x="4444" y="31117"/>
                        <a:pt x="6910" y="29523"/>
                      </a:cubicBezTo>
                      <a:cubicBezTo>
                        <a:pt x="9375" y="27932"/>
                        <a:pt x="12698" y="26614"/>
                        <a:pt x="16807" y="25565"/>
                      </a:cubicBezTo>
                      <a:cubicBezTo>
                        <a:pt x="20916" y="24516"/>
                        <a:pt x="26032" y="23989"/>
                        <a:pt x="32120" y="23989"/>
                      </a:cubicBezTo>
                      <a:lnTo>
                        <a:pt x="32120" y="20831"/>
                      </a:lnTo>
                      <a:cubicBezTo>
                        <a:pt x="32120" y="17213"/>
                        <a:pt x="31373" y="14536"/>
                        <a:pt x="29842" y="12799"/>
                      </a:cubicBezTo>
                      <a:cubicBezTo>
                        <a:pt x="28311" y="11059"/>
                        <a:pt x="26145" y="10189"/>
                        <a:pt x="23231" y="10189"/>
                      </a:cubicBezTo>
                      <a:cubicBezTo>
                        <a:pt x="21139" y="10189"/>
                        <a:pt x="19384" y="10439"/>
                        <a:pt x="18002" y="10921"/>
                      </a:cubicBezTo>
                      <a:cubicBezTo>
                        <a:pt x="16620" y="11410"/>
                        <a:pt x="15388" y="11963"/>
                        <a:pt x="14379" y="12568"/>
                      </a:cubicBezTo>
                      <a:cubicBezTo>
                        <a:pt x="13334" y="13180"/>
                        <a:pt x="12400" y="13725"/>
                        <a:pt x="11503" y="14214"/>
                      </a:cubicBezTo>
                      <a:cubicBezTo>
                        <a:pt x="10644" y="14704"/>
                        <a:pt x="9673" y="14950"/>
                        <a:pt x="8627" y="14950"/>
                      </a:cubicBezTo>
                      <a:cubicBezTo>
                        <a:pt x="7769" y="14950"/>
                        <a:pt x="7022" y="14722"/>
                        <a:pt x="6387" y="14267"/>
                      </a:cubicBezTo>
                      <a:cubicBezTo>
                        <a:pt x="5751" y="13815"/>
                        <a:pt x="5266" y="13258"/>
                        <a:pt x="4893" y="12598"/>
                      </a:cubicBezTo>
                      <a:lnTo>
                        <a:pt x="2540" y="8468"/>
                      </a:lnTo>
                      <a:cubicBezTo>
                        <a:pt x="8702" y="2823"/>
                        <a:pt x="16135" y="0"/>
                        <a:pt x="24837" y="0"/>
                      </a:cubicBezTo>
                      <a:cubicBezTo>
                        <a:pt x="27975" y="0"/>
                        <a:pt x="30776" y="511"/>
                        <a:pt x="33241" y="1542"/>
                      </a:cubicBezTo>
                      <a:cubicBezTo>
                        <a:pt x="35706" y="2569"/>
                        <a:pt x="37798" y="3999"/>
                        <a:pt x="39478" y="5828"/>
                      </a:cubicBezTo>
                      <a:cubicBezTo>
                        <a:pt x="41196" y="7654"/>
                        <a:pt x="42504" y="9842"/>
                        <a:pt x="43400" y="12385"/>
                      </a:cubicBezTo>
                      <a:cubicBezTo>
                        <a:pt x="44296" y="14931"/>
                        <a:pt x="44707" y="17720"/>
                        <a:pt x="44707" y="20749"/>
                      </a:cubicBezTo>
                      <a:lnTo>
                        <a:pt x="44707" y="54625"/>
                      </a:lnTo>
                      <a:close/>
                      <a:moveTo>
                        <a:pt x="19608" y="46571"/>
                      </a:moveTo>
                      <a:cubicBezTo>
                        <a:pt x="20953" y="46571"/>
                        <a:pt x="22185" y="46455"/>
                        <a:pt x="23269" y="46217"/>
                      </a:cubicBezTo>
                      <a:cubicBezTo>
                        <a:pt x="24389" y="45974"/>
                        <a:pt x="25472" y="45615"/>
                        <a:pt x="26443" y="45134"/>
                      </a:cubicBezTo>
                      <a:cubicBezTo>
                        <a:pt x="27452" y="44656"/>
                        <a:pt x="28385" y="44058"/>
                        <a:pt x="29319" y="43357"/>
                      </a:cubicBezTo>
                      <a:cubicBezTo>
                        <a:pt x="30253" y="42658"/>
                        <a:pt x="31187" y="41822"/>
                        <a:pt x="32120" y="40862"/>
                      </a:cubicBezTo>
                      <a:lnTo>
                        <a:pt x="32120" y="31886"/>
                      </a:lnTo>
                      <a:cubicBezTo>
                        <a:pt x="28348" y="31886"/>
                        <a:pt x="25211" y="32121"/>
                        <a:pt x="22671" y="32592"/>
                      </a:cubicBezTo>
                      <a:cubicBezTo>
                        <a:pt x="20168" y="33066"/>
                        <a:pt x="18114" y="33675"/>
                        <a:pt x="16583" y="34414"/>
                      </a:cubicBezTo>
                      <a:cubicBezTo>
                        <a:pt x="15051" y="35150"/>
                        <a:pt x="13969" y="36008"/>
                        <a:pt x="13334" y="36990"/>
                      </a:cubicBezTo>
                      <a:cubicBezTo>
                        <a:pt x="12661" y="37976"/>
                        <a:pt x="12362" y="39048"/>
                        <a:pt x="12362" y="40201"/>
                      </a:cubicBezTo>
                      <a:cubicBezTo>
                        <a:pt x="12362" y="42486"/>
                        <a:pt x="13035" y="44114"/>
                        <a:pt x="14379" y="45100"/>
                      </a:cubicBezTo>
                      <a:cubicBezTo>
                        <a:pt x="15724" y="46082"/>
                        <a:pt x="17479" y="46571"/>
                        <a:pt x="19608" y="46571"/>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8" name="Google Shape;2158;p90"/>
                <p:cNvSpPr/>
                <p:nvPr/>
              </p:nvSpPr>
              <p:spPr>
                <a:xfrm>
                  <a:off x="7271548" y="4426638"/>
                  <a:ext cx="44333" cy="75590"/>
                </a:xfrm>
                <a:custGeom>
                  <a:rect b="b" l="l" r="r" t="t"/>
                  <a:pathLst>
                    <a:path extrusionOk="0" h="75590" w="44333">
                      <a:moveTo>
                        <a:pt x="14043" y="63985"/>
                      </a:moveTo>
                      <a:lnTo>
                        <a:pt x="44334" y="63985"/>
                      </a:lnTo>
                      <a:lnTo>
                        <a:pt x="44334" y="75590"/>
                      </a:lnTo>
                      <a:lnTo>
                        <a:pt x="0" y="75590"/>
                      </a:lnTo>
                      <a:lnTo>
                        <a:pt x="0" y="0"/>
                      </a:lnTo>
                      <a:lnTo>
                        <a:pt x="14043" y="0"/>
                      </a:lnTo>
                      <a:lnTo>
                        <a:pt x="14043" y="6398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59" name="Google Shape;2159;p90"/>
                <p:cNvSpPr/>
                <p:nvPr/>
              </p:nvSpPr>
              <p:spPr>
                <a:xfrm>
                  <a:off x="7322193" y="4447603"/>
                  <a:ext cx="44707" cy="55461"/>
                </a:xfrm>
                <a:custGeom>
                  <a:rect b="b" l="l" r="r" t="t"/>
                  <a:pathLst>
                    <a:path extrusionOk="0" h="55461" w="44707">
                      <a:moveTo>
                        <a:pt x="44708" y="54625"/>
                      </a:moveTo>
                      <a:lnTo>
                        <a:pt x="38918" y="54625"/>
                      </a:lnTo>
                      <a:cubicBezTo>
                        <a:pt x="37686" y="54625"/>
                        <a:pt x="36715" y="54442"/>
                        <a:pt x="36042" y="54076"/>
                      </a:cubicBezTo>
                      <a:cubicBezTo>
                        <a:pt x="35333" y="53706"/>
                        <a:pt x="34810" y="52967"/>
                        <a:pt x="34473" y="51851"/>
                      </a:cubicBezTo>
                      <a:lnTo>
                        <a:pt x="33316" y="48039"/>
                      </a:lnTo>
                      <a:cubicBezTo>
                        <a:pt x="31971" y="49256"/>
                        <a:pt x="30627" y="50327"/>
                        <a:pt x="29320" y="51253"/>
                      </a:cubicBezTo>
                      <a:cubicBezTo>
                        <a:pt x="28012" y="52172"/>
                        <a:pt x="26667" y="52948"/>
                        <a:pt x="25248" y="53579"/>
                      </a:cubicBezTo>
                      <a:cubicBezTo>
                        <a:pt x="23866" y="54207"/>
                        <a:pt x="22372" y="54674"/>
                        <a:pt x="20804" y="54987"/>
                      </a:cubicBezTo>
                      <a:cubicBezTo>
                        <a:pt x="19235" y="55301"/>
                        <a:pt x="17517" y="55461"/>
                        <a:pt x="15575" y="55461"/>
                      </a:cubicBezTo>
                      <a:cubicBezTo>
                        <a:pt x="13334" y="55461"/>
                        <a:pt x="11242" y="55155"/>
                        <a:pt x="9300" y="54543"/>
                      </a:cubicBezTo>
                      <a:cubicBezTo>
                        <a:pt x="7395" y="53930"/>
                        <a:pt x="5752" y="53012"/>
                        <a:pt x="4370" y="51787"/>
                      </a:cubicBezTo>
                      <a:cubicBezTo>
                        <a:pt x="2988" y="50566"/>
                        <a:pt x="1942" y="49043"/>
                        <a:pt x="1158" y="47225"/>
                      </a:cubicBezTo>
                      <a:cubicBezTo>
                        <a:pt x="374" y="45406"/>
                        <a:pt x="0" y="43289"/>
                        <a:pt x="0" y="40881"/>
                      </a:cubicBezTo>
                      <a:cubicBezTo>
                        <a:pt x="0" y="38850"/>
                        <a:pt x="523" y="36852"/>
                        <a:pt x="1606" y="34877"/>
                      </a:cubicBezTo>
                      <a:cubicBezTo>
                        <a:pt x="2652" y="32898"/>
                        <a:pt x="4445" y="31117"/>
                        <a:pt x="6910" y="29523"/>
                      </a:cubicBezTo>
                      <a:cubicBezTo>
                        <a:pt x="9375" y="27932"/>
                        <a:pt x="12661" y="26614"/>
                        <a:pt x="16807" y="25565"/>
                      </a:cubicBezTo>
                      <a:cubicBezTo>
                        <a:pt x="20916" y="24516"/>
                        <a:pt x="25995" y="23989"/>
                        <a:pt x="32121" y="23989"/>
                      </a:cubicBezTo>
                      <a:lnTo>
                        <a:pt x="32121" y="20831"/>
                      </a:lnTo>
                      <a:cubicBezTo>
                        <a:pt x="32121" y="17213"/>
                        <a:pt x="31374" y="14536"/>
                        <a:pt x="29842" y="12799"/>
                      </a:cubicBezTo>
                      <a:cubicBezTo>
                        <a:pt x="28311" y="11059"/>
                        <a:pt x="26107" y="10189"/>
                        <a:pt x="23232" y="10189"/>
                      </a:cubicBezTo>
                      <a:cubicBezTo>
                        <a:pt x="21140" y="10189"/>
                        <a:pt x="19385" y="10439"/>
                        <a:pt x="18003" y="10921"/>
                      </a:cubicBezTo>
                      <a:cubicBezTo>
                        <a:pt x="16583" y="11410"/>
                        <a:pt x="15388" y="11963"/>
                        <a:pt x="14342" y="12568"/>
                      </a:cubicBezTo>
                      <a:cubicBezTo>
                        <a:pt x="13334" y="13180"/>
                        <a:pt x="12400" y="13725"/>
                        <a:pt x="11504" y="14214"/>
                      </a:cubicBezTo>
                      <a:cubicBezTo>
                        <a:pt x="10645" y="14704"/>
                        <a:pt x="9674" y="14950"/>
                        <a:pt x="8628" y="14950"/>
                      </a:cubicBezTo>
                      <a:cubicBezTo>
                        <a:pt x="7769" y="14950"/>
                        <a:pt x="7022" y="14722"/>
                        <a:pt x="6387" y="14267"/>
                      </a:cubicBezTo>
                      <a:cubicBezTo>
                        <a:pt x="5752" y="13815"/>
                        <a:pt x="5266" y="13258"/>
                        <a:pt x="4856" y="12598"/>
                      </a:cubicBezTo>
                      <a:lnTo>
                        <a:pt x="2503" y="8468"/>
                      </a:lnTo>
                      <a:cubicBezTo>
                        <a:pt x="8703" y="2823"/>
                        <a:pt x="16135" y="0"/>
                        <a:pt x="24837" y="0"/>
                      </a:cubicBezTo>
                      <a:cubicBezTo>
                        <a:pt x="27975" y="0"/>
                        <a:pt x="30776" y="511"/>
                        <a:pt x="33241" y="1542"/>
                      </a:cubicBezTo>
                      <a:cubicBezTo>
                        <a:pt x="35706" y="2569"/>
                        <a:pt x="37798" y="3999"/>
                        <a:pt x="39479" y="5828"/>
                      </a:cubicBezTo>
                      <a:cubicBezTo>
                        <a:pt x="41196" y="7654"/>
                        <a:pt x="42504" y="9842"/>
                        <a:pt x="43400" y="12385"/>
                      </a:cubicBezTo>
                      <a:cubicBezTo>
                        <a:pt x="44259" y="14931"/>
                        <a:pt x="44708" y="17720"/>
                        <a:pt x="44708" y="20749"/>
                      </a:cubicBezTo>
                      <a:lnTo>
                        <a:pt x="44708" y="54625"/>
                      </a:lnTo>
                      <a:close/>
                      <a:moveTo>
                        <a:pt x="19608" y="46571"/>
                      </a:moveTo>
                      <a:cubicBezTo>
                        <a:pt x="20953" y="46571"/>
                        <a:pt x="22148" y="46455"/>
                        <a:pt x="23269" y="46217"/>
                      </a:cubicBezTo>
                      <a:cubicBezTo>
                        <a:pt x="24389" y="45974"/>
                        <a:pt x="25435" y="45615"/>
                        <a:pt x="26444" y="45134"/>
                      </a:cubicBezTo>
                      <a:cubicBezTo>
                        <a:pt x="27415" y="44656"/>
                        <a:pt x="28386" y="44058"/>
                        <a:pt x="29320" y="43357"/>
                      </a:cubicBezTo>
                      <a:cubicBezTo>
                        <a:pt x="30253" y="42658"/>
                        <a:pt x="31187" y="41822"/>
                        <a:pt x="32121" y="40862"/>
                      </a:cubicBezTo>
                      <a:lnTo>
                        <a:pt x="32121" y="31886"/>
                      </a:lnTo>
                      <a:cubicBezTo>
                        <a:pt x="28348" y="31886"/>
                        <a:pt x="25211" y="32121"/>
                        <a:pt x="22671" y="32592"/>
                      </a:cubicBezTo>
                      <a:cubicBezTo>
                        <a:pt x="20131" y="33066"/>
                        <a:pt x="18115" y="33675"/>
                        <a:pt x="16583" y="34414"/>
                      </a:cubicBezTo>
                      <a:cubicBezTo>
                        <a:pt x="15052" y="35150"/>
                        <a:pt x="13969" y="36008"/>
                        <a:pt x="13334" y="36990"/>
                      </a:cubicBezTo>
                      <a:cubicBezTo>
                        <a:pt x="12661" y="37976"/>
                        <a:pt x="12363" y="39048"/>
                        <a:pt x="12363" y="40201"/>
                      </a:cubicBezTo>
                      <a:cubicBezTo>
                        <a:pt x="12363" y="42486"/>
                        <a:pt x="13035" y="44114"/>
                        <a:pt x="14342" y="45100"/>
                      </a:cubicBezTo>
                      <a:cubicBezTo>
                        <a:pt x="15687" y="46082"/>
                        <a:pt x="17442" y="46571"/>
                        <a:pt x="19608" y="46571"/>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0" name="Google Shape;2160;p90"/>
                <p:cNvSpPr/>
                <p:nvPr/>
              </p:nvSpPr>
              <p:spPr>
                <a:xfrm>
                  <a:off x="7379786" y="4424547"/>
                  <a:ext cx="49487" cy="77680"/>
                </a:xfrm>
                <a:custGeom>
                  <a:rect b="b" l="l" r="r" t="t"/>
                  <a:pathLst>
                    <a:path extrusionOk="0" h="77680" w="49487">
                      <a:moveTo>
                        <a:pt x="12885" y="0"/>
                      </a:moveTo>
                      <a:lnTo>
                        <a:pt x="12885" y="44484"/>
                      </a:lnTo>
                      <a:lnTo>
                        <a:pt x="15313" y="44484"/>
                      </a:lnTo>
                      <a:cubicBezTo>
                        <a:pt x="16172" y="44484"/>
                        <a:pt x="16845" y="44368"/>
                        <a:pt x="17330" y="44118"/>
                      </a:cubicBezTo>
                      <a:cubicBezTo>
                        <a:pt x="17853" y="43879"/>
                        <a:pt x="18339" y="43424"/>
                        <a:pt x="18899" y="42763"/>
                      </a:cubicBezTo>
                      <a:lnTo>
                        <a:pt x="32233" y="26297"/>
                      </a:lnTo>
                      <a:cubicBezTo>
                        <a:pt x="32830" y="25595"/>
                        <a:pt x="33465" y="25050"/>
                        <a:pt x="34137" y="24646"/>
                      </a:cubicBezTo>
                      <a:cubicBezTo>
                        <a:pt x="34809" y="24247"/>
                        <a:pt x="35669" y="24049"/>
                        <a:pt x="36752" y="24049"/>
                      </a:cubicBezTo>
                      <a:lnTo>
                        <a:pt x="48554" y="24049"/>
                      </a:lnTo>
                      <a:lnTo>
                        <a:pt x="31896" y="43965"/>
                      </a:lnTo>
                      <a:cubicBezTo>
                        <a:pt x="31299" y="44697"/>
                        <a:pt x="30664" y="45365"/>
                        <a:pt x="30066" y="45974"/>
                      </a:cubicBezTo>
                      <a:cubicBezTo>
                        <a:pt x="29431" y="46582"/>
                        <a:pt x="28759" y="47116"/>
                        <a:pt x="28012" y="47568"/>
                      </a:cubicBezTo>
                      <a:cubicBezTo>
                        <a:pt x="28759" y="48095"/>
                        <a:pt x="29394" y="48703"/>
                        <a:pt x="29954" y="49398"/>
                      </a:cubicBezTo>
                      <a:cubicBezTo>
                        <a:pt x="30515" y="50100"/>
                        <a:pt x="31074" y="50846"/>
                        <a:pt x="31635" y="51645"/>
                      </a:cubicBezTo>
                      <a:lnTo>
                        <a:pt x="49488" y="77681"/>
                      </a:lnTo>
                      <a:lnTo>
                        <a:pt x="37835" y="77681"/>
                      </a:lnTo>
                      <a:cubicBezTo>
                        <a:pt x="36826" y="77681"/>
                        <a:pt x="35967" y="77506"/>
                        <a:pt x="35295" y="77154"/>
                      </a:cubicBezTo>
                      <a:cubicBezTo>
                        <a:pt x="34586" y="76807"/>
                        <a:pt x="33950" y="76214"/>
                        <a:pt x="33390" y="75377"/>
                      </a:cubicBezTo>
                      <a:lnTo>
                        <a:pt x="19758" y="55043"/>
                      </a:lnTo>
                      <a:cubicBezTo>
                        <a:pt x="19235" y="54244"/>
                        <a:pt x="18712" y="53725"/>
                        <a:pt x="18189" y="53475"/>
                      </a:cubicBezTo>
                      <a:cubicBezTo>
                        <a:pt x="17666" y="53236"/>
                        <a:pt x="16882" y="53113"/>
                        <a:pt x="15836" y="53113"/>
                      </a:cubicBezTo>
                      <a:lnTo>
                        <a:pt x="12885" y="53113"/>
                      </a:lnTo>
                      <a:lnTo>
                        <a:pt x="12885" y="77681"/>
                      </a:lnTo>
                      <a:lnTo>
                        <a:pt x="0" y="77681"/>
                      </a:lnTo>
                      <a:lnTo>
                        <a:pt x="0" y="0"/>
                      </a:lnTo>
                      <a:lnTo>
                        <a:pt x="1288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1" name="Google Shape;2161;p90"/>
                <p:cNvSpPr/>
                <p:nvPr/>
              </p:nvSpPr>
              <p:spPr>
                <a:xfrm>
                  <a:off x="7430544" y="4447759"/>
                  <a:ext cx="49002" cy="55252"/>
                </a:xfrm>
                <a:custGeom>
                  <a:rect b="b" l="l" r="r" t="t"/>
                  <a:pathLst>
                    <a:path extrusionOk="0" h="55252" w="49002">
                      <a:moveTo>
                        <a:pt x="25771" y="0"/>
                      </a:moveTo>
                      <a:cubicBezTo>
                        <a:pt x="29170" y="0"/>
                        <a:pt x="32270" y="538"/>
                        <a:pt x="35108" y="1617"/>
                      </a:cubicBezTo>
                      <a:cubicBezTo>
                        <a:pt x="37947" y="2696"/>
                        <a:pt x="40412" y="4275"/>
                        <a:pt x="42466" y="6351"/>
                      </a:cubicBezTo>
                      <a:cubicBezTo>
                        <a:pt x="44521" y="8423"/>
                        <a:pt x="46126" y="10966"/>
                        <a:pt x="47284" y="13983"/>
                      </a:cubicBezTo>
                      <a:cubicBezTo>
                        <a:pt x="48405" y="16996"/>
                        <a:pt x="49002" y="20439"/>
                        <a:pt x="49002" y="24303"/>
                      </a:cubicBezTo>
                      <a:cubicBezTo>
                        <a:pt x="49002" y="25281"/>
                        <a:pt x="48965" y="26091"/>
                        <a:pt x="48853" y="26738"/>
                      </a:cubicBezTo>
                      <a:cubicBezTo>
                        <a:pt x="48778" y="27383"/>
                        <a:pt x="48629" y="27884"/>
                        <a:pt x="48405" y="28250"/>
                      </a:cubicBezTo>
                      <a:cubicBezTo>
                        <a:pt x="48181" y="28619"/>
                        <a:pt x="47882" y="28877"/>
                        <a:pt x="47471" y="29037"/>
                      </a:cubicBezTo>
                      <a:cubicBezTo>
                        <a:pt x="47097" y="29191"/>
                        <a:pt x="46612" y="29273"/>
                        <a:pt x="46015" y="29273"/>
                      </a:cubicBezTo>
                      <a:lnTo>
                        <a:pt x="12886" y="29273"/>
                      </a:lnTo>
                      <a:cubicBezTo>
                        <a:pt x="13259" y="34776"/>
                        <a:pt x="14716" y="38820"/>
                        <a:pt x="17293" y="41400"/>
                      </a:cubicBezTo>
                      <a:cubicBezTo>
                        <a:pt x="19907" y="43980"/>
                        <a:pt x="23306" y="45268"/>
                        <a:pt x="27564" y="45268"/>
                      </a:cubicBezTo>
                      <a:cubicBezTo>
                        <a:pt x="29656" y="45268"/>
                        <a:pt x="31448" y="45022"/>
                        <a:pt x="32980" y="44533"/>
                      </a:cubicBezTo>
                      <a:cubicBezTo>
                        <a:pt x="34473" y="44047"/>
                        <a:pt x="35818" y="43506"/>
                        <a:pt x="36939" y="42916"/>
                      </a:cubicBezTo>
                      <a:cubicBezTo>
                        <a:pt x="38097" y="42326"/>
                        <a:pt x="39068" y="41785"/>
                        <a:pt x="39927" y="41295"/>
                      </a:cubicBezTo>
                      <a:cubicBezTo>
                        <a:pt x="40786" y="40806"/>
                        <a:pt x="41607" y="40560"/>
                        <a:pt x="42429" y="40560"/>
                      </a:cubicBezTo>
                      <a:cubicBezTo>
                        <a:pt x="42914" y="40560"/>
                        <a:pt x="43400" y="40668"/>
                        <a:pt x="43773" y="40873"/>
                      </a:cubicBezTo>
                      <a:cubicBezTo>
                        <a:pt x="44147" y="41086"/>
                        <a:pt x="44483" y="41385"/>
                        <a:pt x="44782" y="41762"/>
                      </a:cubicBezTo>
                      <a:lnTo>
                        <a:pt x="48517" y="46467"/>
                      </a:lnTo>
                      <a:cubicBezTo>
                        <a:pt x="47097" y="48143"/>
                        <a:pt x="45492" y="49543"/>
                        <a:pt x="43699" y="50675"/>
                      </a:cubicBezTo>
                      <a:cubicBezTo>
                        <a:pt x="41943" y="51814"/>
                        <a:pt x="40076" y="52717"/>
                        <a:pt x="38134" y="53393"/>
                      </a:cubicBezTo>
                      <a:cubicBezTo>
                        <a:pt x="36229" y="54072"/>
                        <a:pt x="34250" y="54554"/>
                        <a:pt x="32233" y="54830"/>
                      </a:cubicBezTo>
                      <a:cubicBezTo>
                        <a:pt x="30253" y="55107"/>
                        <a:pt x="28274" y="55252"/>
                        <a:pt x="26406" y="55252"/>
                      </a:cubicBezTo>
                      <a:cubicBezTo>
                        <a:pt x="22671" y="55252"/>
                        <a:pt x="19198" y="54633"/>
                        <a:pt x="15986" y="53393"/>
                      </a:cubicBezTo>
                      <a:cubicBezTo>
                        <a:pt x="12811" y="52157"/>
                        <a:pt x="10010" y="50327"/>
                        <a:pt x="7619" y="47908"/>
                      </a:cubicBezTo>
                      <a:cubicBezTo>
                        <a:pt x="5266" y="45481"/>
                        <a:pt x="3399" y="42490"/>
                        <a:pt x="2054" y="38917"/>
                      </a:cubicBezTo>
                      <a:cubicBezTo>
                        <a:pt x="672" y="35347"/>
                        <a:pt x="0" y="31203"/>
                        <a:pt x="0" y="26498"/>
                      </a:cubicBezTo>
                      <a:cubicBezTo>
                        <a:pt x="0" y="22839"/>
                        <a:pt x="598" y="19401"/>
                        <a:pt x="1793" y="16178"/>
                      </a:cubicBezTo>
                      <a:cubicBezTo>
                        <a:pt x="2951" y="12952"/>
                        <a:pt x="4669" y="10148"/>
                        <a:pt x="6873" y="7762"/>
                      </a:cubicBezTo>
                      <a:cubicBezTo>
                        <a:pt x="9076" y="5373"/>
                        <a:pt x="11803" y="3484"/>
                        <a:pt x="14977" y="2091"/>
                      </a:cubicBezTo>
                      <a:cubicBezTo>
                        <a:pt x="18189" y="694"/>
                        <a:pt x="21775" y="0"/>
                        <a:pt x="25771" y="0"/>
                      </a:cubicBezTo>
                      <a:close/>
                      <a:moveTo>
                        <a:pt x="26032" y="9252"/>
                      </a:moveTo>
                      <a:cubicBezTo>
                        <a:pt x="22261" y="9252"/>
                        <a:pt x="19347" y="10313"/>
                        <a:pt x="17218" y="12441"/>
                      </a:cubicBezTo>
                      <a:cubicBezTo>
                        <a:pt x="15089" y="14565"/>
                        <a:pt x="13707" y="17582"/>
                        <a:pt x="13147" y="21484"/>
                      </a:cubicBezTo>
                      <a:lnTo>
                        <a:pt x="37387" y="21484"/>
                      </a:lnTo>
                      <a:cubicBezTo>
                        <a:pt x="37387" y="19808"/>
                        <a:pt x="37163" y="18232"/>
                        <a:pt x="36715" y="16750"/>
                      </a:cubicBezTo>
                      <a:cubicBezTo>
                        <a:pt x="36267" y="15271"/>
                        <a:pt x="35557" y="13972"/>
                        <a:pt x="34623" y="12855"/>
                      </a:cubicBezTo>
                      <a:cubicBezTo>
                        <a:pt x="33689" y="11743"/>
                        <a:pt x="32494" y="10865"/>
                        <a:pt x="31075" y="10215"/>
                      </a:cubicBezTo>
                      <a:cubicBezTo>
                        <a:pt x="29618" y="9573"/>
                        <a:pt x="27975" y="9252"/>
                        <a:pt x="26032" y="925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2" name="Google Shape;2162;p90"/>
                <p:cNvSpPr/>
                <p:nvPr/>
              </p:nvSpPr>
              <p:spPr>
                <a:xfrm>
                  <a:off x="7490041" y="4424547"/>
                  <a:ext cx="46761" cy="77680"/>
                </a:xfrm>
                <a:custGeom>
                  <a:rect b="b" l="l" r="r" t="t"/>
                  <a:pathLst>
                    <a:path extrusionOk="0" h="77680" w="46761">
                      <a:moveTo>
                        <a:pt x="0" y="77681"/>
                      </a:moveTo>
                      <a:lnTo>
                        <a:pt x="0" y="0"/>
                      </a:lnTo>
                      <a:lnTo>
                        <a:pt x="12923" y="0"/>
                      </a:lnTo>
                      <a:lnTo>
                        <a:pt x="12923" y="29848"/>
                      </a:lnTo>
                      <a:cubicBezTo>
                        <a:pt x="15015" y="27865"/>
                        <a:pt x="17330" y="26259"/>
                        <a:pt x="19832" y="25042"/>
                      </a:cubicBezTo>
                      <a:cubicBezTo>
                        <a:pt x="22335" y="23821"/>
                        <a:pt x="25286" y="23213"/>
                        <a:pt x="28647" y="23213"/>
                      </a:cubicBezTo>
                      <a:cubicBezTo>
                        <a:pt x="31597" y="23213"/>
                        <a:pt x="34175" y="23709"/>
                        <a:pt x="36453" y="24699"/>
                      </a:cubicBezTo>
                      <a:cubicBezTo>
                        <a:pt x="38731" y="25696"/>
                        <a:pt x="40599" y="27088"/>
                        <a:pt x="42130" y="28884"/>
                      </a:cubicBezTo>
                      <a:cubicBezTo>
                        <a:pt x="43661" y="30680"/>
                        <a:pt x="44782" y="32823"/>
                        <a:pt x="45566" y="35310"/>
                      </a:cubicBezTo>
                      <a:cubicBezTo>
                        <a:pt x="46351" y="37804"/>
                        <a:pt x="46761" y="40545"/>
                        <a:pt x="46761" y="43543"/>
                      </a:cubicBezTo>
                      <a:lnTo>
                        <a:pt x="46761" y="77681"/>
                      </a:lnTo>
                      <a:lnTo>
                        <a:pt x="33838" y="77681"/>
                      </a:lnTo>
                      <a:lnTo>
                        <a:pt x="33838" y="43543"/>
                      </a:lnTo>
                      <a:cubicBezTo>
                        <a:pt x="33838" y="40269"/>
                        <a:pt x="33091" y="37733"/>
                        <a:pt x="31560" y="35938"/>
                      </a:cubicBezTo>
                      <a:cubicBezTo>
                        <a:pt x="30066" y="34141"/>
                        <a:pt x="27788" y="33245"/>
                        <a:pt x="24725" y="33245"/>
                      </a:cubicBezTo>
                      <a:cubicBezTo>
                        <a:pt x="22522" y="33245"/>
                        <a:pt x="20430" y="33753"/>
                        <a:pt x="18450" y="34761"/>
                      </a:cubicBezTo>
                      <a:cubicBezTo>
                        <a:pt x="16508" y="35777"/>
                        <a:pt x="14678" y="37151"/>
                        <a:pt x="12923" y="38891"/>
                      </a:cubicBezTo>
                      <a:lnTo>
                        <a:pt x="12923" y="77681"/>
                      </a:lnTo>
                      <a:lnTo>
                        <a:pt x="0" y="77681"/>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3" name="Google Shape;2163;p90"/>
                <p:cNvSpPr/>
                <p:nvPr/>
              </p:nvSpPr>
              <p:spPr>
                <a:xfrm>
                  <a:off x="7545804" y="4447759"/>
                  <a:ext cx="53073" cy="55252"/>
                </a:xfrm>
                <a:custGeom>
                  <a:rect b="b" l="l" r="r" t="t"/>
                  <a:pathLst>
                    <a:path extrusionOk="0" h="55252" w="53073">
                      <a:moveTo>
                        <a:pt x="26593" y="0"/>
                      </a:moveTo>
                      <a:cubicBezTo>
                        <a:pt x="30627" y="0"/>
                        <a:pt x="34250" y="646"/>
                        <a:pt x="37499" y="1930"/>
                      </a:cubicBezTo>
                      <a:cubicBezTo>
                        <a:pt x="40748" y="3222"/>
                        <a:pt x="43549" y="5052"/>
                        <a:pt x="45828" y="7423"/>
                      </a:cubicBezTo>
                      <a:cubicBezTo>
                        <a:pt x="48143" y="9794"/>
                        <a:pt x="49936" y="12684"/>
                        <a:pt x="51169" y="16100"/>
                      </a:cubicBezTo>
                      <a:cubicBezTo>
                        <a:pt x="52439" y="19513"/>
                        <a:pt x="53074" y="23329"/>
                        <a:pt x="53074" y="27548"/>
                      </a:cubicBezTo>
                      <a:cubicBezTo>
                        <a:pt x="53074" y="31797"/>
                        <a:pt x="52439" y="35631"/>
                        <a:pt x="51169" y="39048"/>
                      </a:cubicBezTo>
                      <a:cubicBezTo>
                        <a:pt x="49936" y="42464"/>
                        <a:pt x="48143" y="45373"/>
                        <a:pt x="45828" y="47777"/>
                      </a:cubicBezTo>
                      <a:cubicBezTo>
                        <a:pt x="43549" y="50178"/>
                        <a:pt x="40748" y="52026"/>
                        <a:pt x="37499" y="53314"/>
                      </a:cubicBezTo>
                      <a:cubicBezTo>
                        <a:pt x="34250" y="54606"/>
                        <a:pt x="30627" y="55252"/>
                        <a:pt x="26593" y="55252"/>
                      </a:cubicBezTo>
                      <a:cubicBezTo>
                        <a:pt x="22597" y="55252"/>
                        <a:pt x="18936" y="54606"/>
                        <a:pt x="15687" y="53314"/>
                      </a:cubicBezTo>
                      <a:cubicBezTo>
                        <a:pt x="12400" y="52026"/>
                        <a:pt x="9599" y="50178"/>
                        <a:pt x="7283" y="47777"/>
                      </a:cubicBezTo>
                      <a:cubicBezTo>
                        <a:pt x="4968" y="45373"/>
                        <a:pt x="3175" y="42464"/>
                        <a:pt x="1905" y="39048"/>
                      </a:cubicBezTo>
                      <a:cubicBezTo>
                        <a:pt x="635" y="35631"/>
                        <a:pt x="0" y="31797"/>
                        <a:pt x="0" y="27548"/>
                      </a:cubicBezTo>
                      <a:cubicBezTo>
                        <a:pt x="0" y="23329"/>
                        <a:pt x="635" y="19513"/>
                        <a:pt x="1905" y="16100"/>
                      </a:cubicBezTo>
                      <a:cubicBezTo>
                        <a:pt x="3175" y="12684"/>
                        <a:pt x="4968" y="9794"/>
                        <a:pt x="7283" y="7423"/>
                      </a:cubicBezTo>
                      <a:cubicBezTo>
                        <a:pt x="9599" y="5052"/>
                        <a:pt x="12400" y="3222"/>
                        <a:pt x="15687" y="1930"/>
                      </a:cubicBezTo>
                      <a:cubicBezTo>
                        <a:pt x="18936" y="646"/>
                        <a:pt x="22597" y="0"/>
                        <a:pt x="26593" y="0"/>
                      </a:cubicBezTo>
                      <a:close/>
                      <a:moveTo>
                        <a:pt x="26593" y="45317"/>
                      </a:moveTo>
                      <a:cubicBezTo>
                        <a:pt x="31075" y="45317"/>
                        <a:pt x="34362" y="43819"/>
                        <a:pt x="36528" y="40821"/>
                      </a:cubicBezTo>
                      <a:cubicBezTo>
                        <a:pt x="38657" y="37827"/>
                        <a:pt x="39740" y="33436"/>
                        <a:pt x="39740" y="27652"/>
                      </a:cubicBezTo>
                      <a:cubicBezTo>
                        <a:pt x="39740" y="21869"/>
                        <a:pt x="38657" y="17455"/>
                        <a:pt x="36528" y="14423"/>
                      </a:cubicBezTo>
                      <a:cubicBezTo>
                        <a:pt x="34362" y="11392"/>
                        <a:pt x="31075" y="9880"/>
                        <a:pt x="26593" y="9880"/>
                      </a:cubicBezTo>
                      <a:cubicBezTo>
                        <a:pt x="22074" y="9880"/>
                        <a:pt x="18712" y="11403"/>
                        <a:pt x="16546" y="14453"/>
                      </a:cubicBezTo>
                      <a:cubicBezTo>
                        <a:pt x="14417" y="17500"/>
                        <a:pt x="13334" y="21899"/>
                        <a:pt x="13334" y="27652"/>
                      </a:cubicBezTo>
                      <a:cubicBezTo>
                        <a:pt x="13334" y="33399"/>
                        <a:pt x="14417" y="37782"/>
                        <a:pt x="16546" y="40795"/>
                      </a:cubicBezTo>
                      <a:cubicBezTo>
                        <a:pt x="18712" y="43812"/>
                        <a:pt x="22074" y="45317"/>
                        <a:pt x="26593" y="4531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4" name="Google Shape;2164;p90"/>
                <p:cNvSpPr/>
                <p:nvPr/>
              </p:nvSpPr>
              <p:spPr>
                <a:xfrm>
                  <a:off x="7607841" y="4448596"/>
                  <a:ext cx="46761" cy="54468"/>
                </a:xfrm>
                <a:custGeom>
                  <a:rect b="b" l="l" r="r" t="t"/>
                  <a:pathLst>
                    <a:path extrusionOk="0" h="54468" w="46761">
                      <a:moveTo>
                        <a:pt x="12923" y="0"/>
                      </a:moveTo>
                      <a:lnTo>
                        <a:pt x="12923" y="34078"/>
                      </a:lnTo>
                      <a:cubicBezTo>
                        <a:pt x="12923" y="37356"/>
                        <a:pt x="13707" y="39892"/>
                        <a:pt x="15201" y="41684"/>
                      </a:cubicBezTo>
                      <a:cubicBezTo>
                        <a:pt x="16733" y="43480"/>
                        <a:pt x="19011" y="44376"/>
                        <a:pt x="22036" y="44376"/>
                      </a:cubicBezTo>
                      <a:cubicBezTo>
                        <a:pt x="24277" y="44376"/>
                        <a:pt x="26369" y="43879"/>
                        <a:pt x="28311" y="42890"/>
                      </a:cubicBezTo>
                      <a:cubicBezTo>
                        <a:pt x="30253" y="41897"/>
                        <a:pt x="32121" y="40526"/>
                        <a:pt x="33839" y="38782"/>
                      </a:cubicBezTo>
                      <a:lnTo>
                        <a:pt x="33839" y="0"/>
                      </a:lnTo>
                      <a:lnTo>
                        <a:pt x="46761" y="0"/>
                      </a:lnTo>
                      <a:lnTo>
                        <a:pt x="46761" y="53632"/>
                      </a:lnTo>
                      <a:lnTo>
                        <a:pt x="38881" y="53632"/>
                      </a:lnTo>
                      <a:cubicBezTo>
                        <a:pt x="37200" y="53632"/>
                        <a:pt x="36080" y="52848"/>
                        <a:pt x="35557" y="51280"/>
                      </a:cubicBezTo>
                      <a:lnTo>
                        <a:pt x="34698" y="46993"/>
                      </a:lnTo>
                      <a:cubicBezTo>
                        <a:pt x="33577" y="48110"/>
                        <a:pt x="32419" y="49129"/>
                        <a:pt x="31224" y="50051"/>
                      </a:cubicBezTo>
                      <a:cubicBezTo>
                        <a:pt x="30066" y="50977"/>
                        <a:pt x="28797" y="51757"/>
                        <a:pt x="27452" y="52400"/>
                      </a:cubicBezTo>
                      <a:cubicBezTo>
                        <a:pt x="26108" y="53046"/>
                        <a:pt x="24651" y="53550"/>
                        <a:pt x="23119" y="53919"/>
                      </a:cubicBezTo>
                      <a:cubicBezTo>
                        <a:pt x="21551" y="54281"/>
                        <a:pt x="19870" y="54468"/>
                        <a:pt x="18115" y="54468"/>
                      </a:cubicBezTo>
                      <a:cubicBezTo>
                        <a:pt x="15164" y="54468"/>
                        <a:pt x="12587" y="53968"/>
                        <a:pt x="10346" y="52978"/>
                      </a:cubicBezTo>
                      <a:cubicBezTo>
                        <a:pt x="8105" y="51981"/>
                        <a:pt x="6200" y="50581"/>
                        <a:pt x="4669" y="48771"/>
                      </a:cubicBezTo>
                      <a:cubicBezTo>
                        <a:pt x="3138" y="46956"/>
                        <a:pt x="1980" y="44805"/>
                        <a:pt x="1195" y="42311"/>
                      </a:cubicBezTo>
                      <a:cubicBezTo>
                        <a:pt x="411" y="39821"/>
                        <a:pt x="0" y="37076"/>
                        <a:pt x="0" y="34078"/>
                      </a:cubicBez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5" name="Google Shape;2165;p90"/>
                <p:cNvSpPr/>
                <p:nvPr/>
              </p:nvSpPr>
              <p:spPr>
                <a:xfrm>
                  <a:off x="7663716" y="4447759"/>
                  <a:ext cx="40038" cy="55304"/>
                </a:xfrm>
                <a:custGeom>
                  <a:rect b="b" l="l" r="r" t="t"/>
                  <a:pathLst>
                    <a:path extrusionOk="0" h="55304" w="40038">
                      <a:moveTo>
                        <a:pt x="36528" y="11287"/>
                      </a:moveTo>
                      <a:cubicBezTo>
                        <a:pt x="36191" y="11851"/>
                        <a:pt x="35818" y="12239"/>
                        <a:pt x="35444" y="12467"/>
                      </a:cubicBezTo>
                      <a:cubicBezTo>
                        <a:pt x="35071" y="12695"/>
                        <a:pt x="34586" y="12803"/>
                        <a:pt x="33988" y="12803"/>
                      </a:cubicBezTo>
                      <a:cubicBezTo>
                        <a:pt x="33353" y="12803"/>
                        <a:pt x="32681" y="12631"/>
                        <a:pt x="31971" y="12284"/>
                      </a:cubicBezTo>
                      <a:cubicBezTo>
                        <a:pt x="31261" y="11937"/>
                        <a:pt x="30402" y="11545"/>
                        <a:pt x="29469" y="11104"/>
                      </a:cubicBezTo>
                      <a:cubicBezTo>
                        <a:pt x="28535" y="10671"/>
                        <a:pt x="27452" y="10283"/>
                        <a:pt x="26257" y="9932"/>
                      </a:cubicBezTo>
                      <a:cubicBezTo>
                        <a:pt x="25061" y="9581"/>
                        <a:pt x="23642" y="9405"/>
                        <a:pt x="21999" y="9405"/>
                      </a:cubicBezTo>
                      <a:cubicBezTo>
                        <a:pt x="19459" y="9405"/>
                        <a:pt x="17442" y="9947"/>
                        <a:pt x="15986" y="11029"/>
                      </a:cubicBezTo>
                      <a:cubicBezTo>
                        <a:pt x="14529" y="12109"/>
                        <a:pt x="13782" y="13520"/>
                        <a:pt x="13782" y="15264"/>
                      </a:cubicBezTo>
                      <a:cubicBezTo>
                        <a:pt x="13782" y="16414"/>
                        <a:pt x="14155" y="17377"/>
                        <a:pt x="14902" y="18165"/>
                      </a:cubicBezTo>
                      <a:cubicBezTo>
                        <a:pt x="15649" y="18945"/>
                        <a:pt x="16658" y="19636"/>
                        <a:pt x="17890" y="20229"/>
                      </a:cubicBezTo>
                      <a:cubicBezTo>
                        <a:pt x="19123" y="20819"/>
                        <a:pt x="20542" y="21350"/>
                        <a:pt x="22111" y="21820"/>
                      </a:cubicBezTo>
                      <a:cubicBezTo>
                        <a:pt x="23679" y="22290"/>
                        <a:pt x="25286" y="22810"/>
                        <a:pt x="26929" y="23366"/>
                      </a:cubicBezTo>
                      <a:cubicBezTo>
                        <a:pt x="28535" y="23922"/>
                        <a:pt x="30141" y="24561"/>
                        <a:pt x="31710" y="25274"/>
                      </a:cubicBezTo>
                      <a:cubicBezTo>
                        <a:pt x="33278" y="25991"/>
                        <a:pt x="34697" y="26894"/>
                        <a:pt x="35930" y="27992"/>
                      </a:cubicBezTo>
                      <a:cubicBezTo>
                        <a:pt x="37162" y="29090"/>
                        <a:pt x="38171" y="30400"/>
                        <a:pt x="38918" y="31935"/>
                      </a:cubicBezTo>
                      <a:cubicBezTo>
                        <a:pt x="39665" y="33473"/>
                        <a:pt x="40038" y="35318"/>
                        <a:pt x="40038" y="37479"/>
                      </a:cubicBezTo>
                      <a:cubicBezTo>
                        <a:pt x="40038" y="40056"/>
                        <a:pt x="39553" y="42434"/>
                        <a:pt x="38619" y="44615"/>
                      </a:cubicBezTo>
                      <a:cubicBezTo>
                        <a:pt x="37685" y="46792"/>
                        <a:pt x="36303" y="48673"/>
                        <a:pt x="34511" y="50260"/>
                      </a:cubicBezTo>
                      <a:cubicBezTo>
                        <a:pt x="32681" y="51843"/>
                        <a:pt x="30440" y="53083"/>
                        <a:pt x="27788" y="53972"/>
                      </a:cubicBezTo>
                      <a:cubicBezTo>
                        <a:pt x="25099" y="54860"/>
                        <a:pt x="22036" y="55305"/>
                        <a:pt x="18600" y="55305"/>
                      </a:cubicBezTo>
                      <a:cubicBezTo>
                        <a:pt x="16770" y="55305"/>
                        <a:pt x="14940" y="55136"/>
                        <a:pt x="13184" y="54804"/>
                      </a:cubicBezTo>
                      <a:cubicBezTo>
                        <a:pt x="11429" y="54476"/>
                        <a:pt x="9748" y="54016"/>
                        <a:pt x="8105" y="53423"/>
                      </a:cubicBezTo>
                      <a:cubicBezTo>
                        <a:pt x="6499" y="52829"/>
                        <a:pt x="5005" y="52135"/>
                        <a:pt x="3623" y="51332"/>
                      </a:cubicBezTo>
                      <a:cubicBezTo>
                        <a:pt x="2241" y="50529"/>
                        <a:pt x="1046" y="49659"/>
                        <a:pt x="0" y="48718"/>
                      </a:cubicBezTo>
                      <a:lnTo>
                        <a:pt x="2950" y="43805"/>
                      </a:lnTo>
                      <a:cubicBezTo>
                        <a:pt x="3362" y="43211"/>
                        <a:pt x="3810" y="42755"/>
                        <a:pt x="4333" y="42442"/>
                      </a:cubicBezTo>
                      <a:cubicBezTo>
                        <a:pt x="4855" y="42128"/>
                        <a:pt x="5528" y="41975"/>
                        <a:pt x="6312" y="41975"/>
                      </a:cubicBezTo>
                      <a:cubicBezTo>
                        <a:pt x="7134" y="41975"/>
                        <a:pt x="7881" y="42199"/>
                        <a:pt x="8590" y="42655"/>
                      </a:cubicBezTo>
                      <a:cubicBezTo>
                        <a:pt x="9300" y="43106"/>
                        <a:pt x="10122" y="43592"/>
                        <a:pt x="11055" y="44118"/>
                      </a:cubicBezTo>
                      <a:cubicBezTo>
                        <a:pt x="12026" y="44641"/>
                        <a:pt x="13110" y="45130"/>
                        <a:pt x="14379" y="45582"/>
                      </a:cubicBezTo>
                      <a:cubicBezTo>
                        <a:pt x="15649" y="46034"/>
                        <a:pt x="17293" y="46258"/>
                        <a:pt x="19235" y="46258"/>
                      </a:cubicBezTo>
                      <a:cubicBezTo>
                        <a:pt x="20766" y="46258"/>
                        <a:pt x="22074" y="46078"/>
                        <a:pt x="23194" y="45709"/>
                      </a:cubicBezTo>
                      <a:cubicBezTo>
                        <a:pt x="24277" y="45343"/>
                        <a:pt x="25173" y="44865"/>
                        <a:pt x="25883" y="44271"/>
                      </a:cubicBezTo>
                      <a:cubicBezTo>
                        <a:pt x="26593" y="43681"/>
                        <a:pt x="27153" y="42991"/>
                        <a:pt x="27452" y="42207"/>
                      </a:cubicBezTo>
                      <a:cubicBezTo>
                        <a:pt x="27788" y="41422"/>
                        <a:pt x="27975" y="40616"/>
                        <a:pt x="27975" y="39780"/>
                      </a:cubicBezTo>
                      <a:cubicBezTo>
                        <a:pt x="27975" y="38525"/>
                        <a:pt x="27601" y="37498"/>
                        <a:pt x="26854" y="36695"/>
                      </a:cubicBezTo>
                      <a:cubicBezTo>
                        <a:pt x="26070" y="35893"/>
                        <a:pt x="25099" y="35194"/>
                        <a:pt x="23866" y="34601"/>
                      </a:cubicBezTo>
                      <a:cubicBezTo>
                        <a:pt x="22633" y="34011"/>
                        <a:pt x="21214" y="33481"/>
                        <a:pt x="19608" y="33010"/>
                      </a:cubicBezTo>
                      <a:cubicBezTo>
                        <a:pt x="18040" y="32540"/>
                        <a:pt x="16396" y="32024"/>
                        <a:pt x="14753" y="31464"/>
                      </a:cubicBezTo>
                      <a:cubicBezTo>
                        <a:pt x="13110" y="30912"/>
                        <a:pt x="11466" y="30255"/>
                        <a:pt x="9898" y="29504"/>
                      </a:cubicBezTo>
                      <a:cubicBezTo>
                        <a:pt x="8329" y="28757"/>
                        <a:pt x="6910" y="27805"/>
                        <a:pt x="5677" y="26655"/>
                      </a:cubicBezTo>
                      <a:cubicBezTo>
                        <a:pt x="4407" y="25509"/>
                        <a:pt x="3436" y="24098"/>
                        <a:pt x="2689" y="22425"/>
                      </a:cubicBezTo>
                      <a:cubicBezTo>
                        <a:pt x="1942" y="20752"/>
                        <a:pt x="1568" y="18729"/>
                        <a:pt x="1568" y="16361"/>
                      </a:cubicBezTo>
                      <a:cubicBezTo>
                        <a:pt x="1568" y="14166"/>
                        <a:pt x="1980" y="12075"/>
                        <a:pt x="2876" y="10085"/>
                      </a:cubicBezTo>
                      <a:cubicBezTo>
                        <a:pt x="3735" y="8102"/>
                        <a:pt x="5005" y="6366"/>
                        <a:pt x="6723" y="4884"/>
                      </a:cubicBezTo>
                      <a:cubicBezTo>
                        <a:pt x="8404" y="3405"/>
                        <a:pt x="10495" y="2218"/>
                        <a:pt x="13035" y="1333"/>
                      </a:cubicBezTo>
                      <a:cubicBezTo>
                        <a:pt x="15574" y="444"/>
                        <a:pt x="18488" y="0"/>
                        <a:pt x="21775" y="0"/>
                      </a:cubicBezTo>
                      <a:cubicBezTo>
                        <a:pt x="25472" y="0"/>
                        <a:pt x="28871" y="608"/>
                        <a:pt x="31896" y="1830"/>
                      </a:cubicBezTo>
                      <a:cubicBezTo>
                        <a:pt x="34922" y="3047"/>
                        <a:pt x="37424" y="4652"/>
                        <a:pt x="39478" y="6635"/>
                      </a:cubicBezTo>
                      <a:lnTo>
                        <a:pt x="36528" y="1128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6" name="Google Shape;2166;p90"/>
                <p:cNvSpPr/>
                <p:nvPr/>
              </p:nvSpPr>
              <p:spPr>
                <a:xfrm>
                  <a:off x="7710515" y="4447759"/>
                  <a:ext cx="48964" cy="55252"/>
                </a:xfrm>
                <a:custGeom>
                  <a:rect b="b" l="l" r="r" t="t"/>
                  <a:pathLst>
                    <a:path extrusionOk="0" h="55252" w="48964">
                      <a:moveTo>
                        <a:pt x="25771" y="0"/>
                      </a:moveTo>
                      <a:cubicBezTo>
                        <a:pt x="29132" y="0"/>
                        <a:pt x="32269" y="538"/>
                        <a:pt x="35108" y="1617"/>
                      </a:cubicBezTo>
                      <a:cubicBezTo>
                        <a:pt x="37947" y="2696"/>
                        <a:pt x="40374" y="4275"/>
                        <a:pt x="42429" y="6351"/>
                      </a:cubicBezTo>
                      <a:cubicBezTo>
                        <a:pt x="44520" y="8423"/>
                        <a:pt x="46126" y="10966"/>
                        <a:pt x="47247" y="13983"/>
                      </a:cubicBezTo>
                      <a:cubicBezTo>
                        <a:pt x="48405" y="16996"/>
                        <a:pt x="48965" y="20439"/>
                        <a:pt x="48965" y="24303"/>
                      </a:cubicBezTo>
                      <a:cubicBezTo>
                        <a:pt x="48965" y="25281"/>
                        <a:pt x="48928" y="26091"/>
                        <a:pt x="48853" y="26738"/>
                      </a:cubicBezTo>
                      <a:cubicBezTo>
                        <a:pt x="48778" y="27383"/>
                        <a:pt x="48591" y="27884"/>
                        <a:pt x="48367" y="28250"/>
                      </a:cubicBezTo>
                      <a:cubicBezTo>
                        <a:pt x="48143" y="28619"/>
                        <a:pt x="47844" y="28877"/>
                        <a:pt x="47471" y="29037"/>
                      </a:cubicBezTo>
                      <a:cubicBezTo>
                        <a:pt x="47097" y="29191"/>
                        <a:pt x="46612" y="29273"/>
                        <a:pt x="46014" y="29273"/>
                      </a:cubicBezTo>
                      <a:lnTo>
                        <a:pt x="12848" y="29273"/>
                      </a:lnTo>
                      <a:cubicBezTo>
                        <a:pt x="13221" y="34776"/>
                        <a:pt x="14715" y="38820"/>
                        <a:pt x="17293" y="41400"/>
                      </a:cubicBezTo>
                      <a:cubicBezTo>
                        <a:pt x="19870" y="43980"/>
                        <a:pt x="23306" y="45268"/>
                        <a:pt x="27526" y="45268"/>
                      </a:cubicBezTo>
                      <a:cubicBezTo>
                        <a:pt x="29655" y="45268"/>
                        <a:pt x="31448" y="45022"/>
                        <a:pt x="32942" y="44533"/>
                      </a:cubicBezTo>
                      <a:cubicBezTo>
                        <a:pt x="34473" y="44047"/>
                        <a:pt x="35781" y="43506"/>
                        <a:pt x="36938" y="42916"/>
                      </a:cubicBezTo>
                      <a:cubicBezTo>
                        <a:pt x="38059" y="42326"/>
                        <a:pt x="39067" y="41785"/>
                        <a:pt x="39926" y="41295"/>
                      </a:cubicBezTo>
                      <a:cubicBezTo>
                        <a:pt x="40748" y="40806"/>
                        <a:pt x="41607" y="40560"/>
                        <a:pt x="42391" y="40560"/>
                      </a:cubicBezTo>
                      <a:cubicBezTo>
                        <a:pt x="42914" y="40560"/>
                        <a:pt x="43363" y="40668"/>
                        <a:pt x="43736" y="40873"/>
                      </a:cubicBezTo>
                      <a:cubicBezTo>
                        <a:pt x="44147" y="41086"/>
                        <a:pt x="44483" y="41385"/>
                        <a:pt x="44744" y="41762"/>
                      </a:cubicBezTo>
                      <a:lnTo>
                        <a:pt x="48517" y="46467"/>
                      </a:lnTo>
                      <a:cubicBezTo>
                        <a:pt x="47097" y="48143"/>
                        <a:pt x="45491" y="49543"/>
                        <a:pt x="43699" y="50675"/>
                      </a:cubicBezTo>
                      <a:cubicBezTo>
                        <a:pt x="41943" y="51814"/>
                        <a:pt x="40076" y="52717"/>
                        <a:pt x="38134" y="53393"/>
                      </a:cubicBezTo>
                      <a:cubicBezTo>
                        <a:pt x="36191" y="54072"/>
                        <a:pt x="34212" y="54554"/>
                        <a:pt x="32233" y="54830"/>
                      </a:cubicBezTo>
                      <a:cubicBezTo>
                        <a:pt x="30215" y="55107"/>
                        <a:pt x="28273" y="55252"/>
                        <a:pt x="26406" y="55252"/>
                      </a:cubicBezTo>
                      <a:cubicBezTo>
                        <a:pt x="22671" y="55252"/>
                        <a:pt x="19197" y="54633"/>
                        <a:pt x="15985" y="53393"/>
                      </a:cubicBezTo>
                      <a:cubicBezTo>
                        <a:pt x="12773" y="52157"/>
                        <a:pt x="10009" y="50327"/>
                        <a:pt x="7619" y="47908"/>
                      </a:cubicBezTo>
                      <a:cubicBezTo>
                        <a:pt x="5266" y="45481"/>
                        <a:pt x="3398" y="42490"/>
                        <a:pt x="2017" y="38917"/>
                      </a:cubicBezTo>
                      <a:cubicBezTo>
                        <a:pt x="672" y="35347"/>
                        <a:pt x="0" y="31203"/>
                        <a:pt x="0" y="26498"/>
                      </a:cubicBezTo>
                      <a:cubicBezTo>
                        <a:pt x="0" y="22839"/>
                        <a:pt x="597" y="19401"/>
                        <a:pt x="1755" y="16178"/>
                      </a:cubicBezTo>
                      <a:cubicBezTo>
                        <a:pt x="2950" y="12952"/>
                        <a:pt x="4631" y="10148"/>
                        <a:pt x="6872" y="7762"/>
                      </a:cubicBezTo>
                      <a:cubicBezTo>
                        <a:pt x="9076" y="5373"/>
                        <a:pt x="11765" y="3484"/>
                        <a:pt x="14977" y="2091"/>
                      </a:cubicBezTo>
                      <a:cubicBezTo>
                        <a:pt x="18152" y="694"/>
                        <a:pt x="21775" y="0"/>
                        <a:pt x="25771" y="0"/>
                      </a:cubicBezTo>
                      <a:close/>
                      <a:moveTo>
                        <a:pt x="26032" y="9252"/>
                      </a:moveTo>
                      <a:cubicBezTo>
                        <a:pt x="22260" y="9252"/>
                        <a:pt x="19309" y="10313"/>
                        <a:pt x="17181" y="12441"/>
                      </a:cubicBezTo>
                      <a:cubicBezTo>
                        <a:pt x="15051" y="14565"/>
                        <a:pt x="13707" y="17582"/>
                        <a:pt x="13109" y="21484"/>
                      </a:cubicBezTo>
                      <a:lnTo>
                        <a:pt x="37386" y="21484"/>
                      </a:lnTo>
                      <a:cubicBezTo>
                        <a:pt x="37386" y="19808"/>
                        <a:pt x="37162" y="18232"/>
                        <a:pt x="36677" y="16750"/>
                      </a:cubicBezTo>
                      <a:cubicBezTo>
                        <a:pt x="36229" y="15271"/>
                        <a:pt x="35556" y="13972"/>
                        <a:pt x="34622" y="12855"/>
                      </a:cubicBezTo>
                      <a:cubicBezTo>
                        <a:pt x="33651" y="11743"/>
                        <a:pt x="32494" y="10865"/>
                        <a:pt x="31037" y="10215"/>
                      </a:cubicBezTo>
                      <a:cubicBezTo>
                        <a:pt x="29618" y="9573"/>
                        <a:pt x="27937" y="9252"/>
                        <a:pt x="26032" y="925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67" name="Google Shape;2167;p90"/>
              <p:cNvGrpSpPr/>
              <p:nvPr/>
            </p:nvGrpSpPr>
            <p:grpSpPr>
              <a:xfrm>
                <a:off x="6521438" y="4297449"/>
                <a:ext cx="390494" cy="293587"/>
                <a:chOff x="6521438" y="4297449"/>
                <a:chExt cx="390494" cy="293587"/>
              </a:xfrm>
            </p:grpSpPr>
            <p:sp>
              <p:nvSpPr>
                <p:cNvPr id="2168" name="Google Shape;2168;p90"/>
                <p:cNvSpPr/>
                <p:nvPr/>
              </p:nvSpPr>
              <p:spPr>
                <a:xfrm>
                  <a:off x="6639485" y="4297449"/>
                  <a:ext cx="154663" cy="186169"/>
                </a:xfrm>
                <a:custGeom>
                  <a:rect b="b" l="l" r="r" t="t"/>
                  <a:pathLst>
                    <a:path extrusionOk="0" h="186169" w="154663">
                      <a:moveTo>
                        <a:pt x="129789" y="10104"/>
                      </a:moveTo>
                      <a:cubicBezTo>
                        <a:pt x="112944" y="3062"/>
                        <a:pt x="95278" y="-284"/>
                        <a:pt x="77350" y="19"/>
                      </a:cubicBezTo>
                      <a:cubicBezTo>
                        <a:pt x="59273" y="-284"/>
                        <a:pt x="41682" y="3065"/>
                        <a:pt x="24800" y="10145"/>
                      </a:cubicBezTo>
                      <a:cubicBezTo>
                        <a:pt x="8814" y="17579"/>
                        <a:pt x="0" y="28074"/>
                        <a:pt x="0" y="39686"/>
                      </a:cubicBezTo>
                      <a:lnTo>
                        <a:pt x="0" y="145617"/>
                      </a:lnTo>
                      <a:cubicBezTo>
                        <a:pt x="0" y="157681"/>
                        <a:pt x="8515" y="168229"/>
                        <a:pt x="24800" y="176178"/>
                      </a:cubicBezTo>
                      <a:cubicBezTo>
                        <a:pt x="40599" y="182813"/>
                        <a:pt x="57144" y="186170"/>
                        <a:pt x="73877" y="186170"/>
                      </a:cubicBezTo>
                      <a:cubicBezTo>
                        <a:pt x="74997" y="186170"/>
                        <a:pt x="76118" y="186155"/>
                        <a:pt x="77238" y="186125"/>
                      </a:cubicBezTo>
                      <a:cubicBezTo>
                        <a:pt x="95390" y="186513"/>
                        <a:pt x="113019" y="183070"/>
                        <a:pt x="129938" y="175861"/>
                      </a:cubicBezTo>
                      <a:cubicBezTo>
                        <a:pt x="145662" y="168550"/>
                        <a:pt x="154663" y="157423"/>
                        <a:pt x="154663" y="145341"/>
                      </a:cubicBezTo>
                      <a:lnTo>
                        <a:pt x="154663" y="39686"/>
                      </a:lnTo>
                      <a:cubicBezTo>
                        <a:pt x="154663" y="28104"/>
                        <a:pt x="145849" y="17609"/>
                        <a:pt x="129789" y="10104"/>
                      </a:cubicBezTo>
                      <a:close/>
                      <a:moveTo>
                        <a:pt x="13856" y="135424"/>
                      </a:moveTo>
                      <a:cubicBezTo>
                        <a:pt x="17367" y="137851"/>
                        <a:pt x="21102" y="139871"/>
                        <a:pt x="24986" y="141469"/>
                      </a:cubicBezTo>
                      <a:cubicBezTo>
                        <a:pt x="41868" y="148007"/>
                        <a:pt x="59535" y="151139"/>
                        <a:pt x="77238" y="150762"/>
                      </a:cubicBezTo>
                      <a:cubicBezTo>
                        <a:pt x="95129" y="151102"/>
                        <a:pt x="112795" y="148010"/>
                        <a:pt x="129714" y="141454"/>
                      </a:cubicBezTo>
                      <a:cubicBezTo>
                        <a:pt x="133598" y="139867"/>
                        <a:pt x="137296" y="137843"/>
                        <a:pt x="140807" y="135424"/>
                      </a:cubicBezTo>
                      <a:lnTo>
                        <a:pt x="140807" y="145617"/>
                      </a:lnTo>
                      <a:cubicBezTo>
                        <a:pt x="140807" y="157968"/>
                        <a:pt x="114737" y="171724"/>
                        <a:pt x="77313" y="171724"/>
                      </a:cubicBezTo>
                      <a:lnTo>
                        <a:pt x="74736" y="171724"/>
                      </a:lnTo>
                      <a:lnTo>
                        <a:pt x="74736" y="171843"/>
                      </a:lnTo>
                      <a:cubicBezTo>
                        <a:pt x="38731" y="171231"/>
                        <a:pt x="13856" y="157823"/>
                        <a:pt x="13856" y="145755"/>
                      </a:cubicBezTo>
                      <a:lnTo>
                        <a:pt x="13856" y="135424"/>
                      </a:lnTo>
                      <a:close/>
                      <a:moveTo>
                        <a:pt x="124635" y="127770"/>
                      </a:moveTo>
                      <a:cubicBezTo>
                        <a:pt x="109396" y="133647"/>
                        <a:pt x="93411" y="136402"/>
                        <a:pt x="77238" y="136088"/>
                      </a:cubicBezTo>
                      <a:cubicBezTo>
                        <a:pt x="61103" y="136454"/>
                        <a:pt x="45230" y="133643"/>
                        <a:pt x="30103" y="127803"/>
                      </a:cubicBezTo>
                      <a:cubicBezTo>
                        <a:pt x="20243" y="123606"/>
                        <a:pt x="13856" y="117924"/>
                        <a:pt x="13856" y="113324"/>
                      </a:cubicBezTo>
                      <a:lnTo>
                        <a:pt x="13856" y="99684"/>
                      </a:lnTo>
                      <a:cubicBezTo>
                        <a:pt x="17367" y="102093"/>
                        <a:pt x="21139" y="104086"/>
                        <a:pt x="25099" y="105636"/>
                      </a:cubicBezTo>
                      <a:cubicBezTo>
                        <a:pt x="41943" y="112002"/>
                        <a:pt x="59497" y="115019"/>
                        <a:pt x="77238" y="114709"/>
                      </a:cubicBezTo>
                      <a:cubicBezTo>
                        <a:pt x="95054" y="115030"/>
                        <a:pt x="112683" y="112002"/>
                        <a:pt x="129602" y="105621"/>
                      </a:cubicBezTo>
                      <a:cubicBezTo>
                        <a:pt x="133524" y="104079"/>
                        <a:pt x="137296" y="102093"/>
                        <a:pt x="140807" y="99684"/>
                      </a:cubicBezTo>
                      <a:lnTo>
                        <a:pt x="140807" y="113324"/>
                      </a:lnTo>
                      <a:cubicBezTo>
                        <a:pt x="140807" y="117924"/>
                        <a:pt x="134420" y="123606"/>
                        <a:pt x="124635" y="127770"/>
                      </a:cubicBezTo>
                      <a:close/>
                      <a:moveTo>
                        <a:pt x="124672" y="91914"/>
                      </a:moveTo>
                      <a:cubicBezTo>
                        <a:pt x="109359" y="97608"/>
                        <a:pt x="93448" y="100326"/>
                        <a:pt x="77313" y="99964"/>
                      </a:cubicBezTo>
                      <a:cubicBezTo>
                        <a:pt x="38582" y="99964"/>
                        <a:pt x="13856" y="86810"/>
                        <a:pt x="13856" y="77756"/>
                      </a:cubicBezTo>
                      <a:lnTo>
                        <a:pt x="13856" y="63560"/>
                      </a:lnTo>
                      <a:cubicBezTo>
                        <a:pt x="17330" y="66024"/>
                        <a:pt x="20990" y="68078"/>
                        <a:pt x="24874" y="69687"/>
                      </a:cubicBezTo>
                      <a:cubicBezTo>
                        <a:pt x="41682" y="76789"/>
                        <a:pt x="59311" y="80160"/>
                        <a:pt x="77238" y="79839"/>
                      </a:cubicBezTo>
                      <a:cubicBezTo>
                        <a:pt x="95353" y="80287"/>
                        <a:pt x="112982" y="76793"/>
                        <a:pt x="129789" y="69695"/>
                      </a:cubicBezTo>
                      <a:cubicBezTo>
                        <a:pt x="133673" y="68078"/>
                        <a:pt x="137371" y="66021"/>
                        <a:pt x="140807" y="63560"/>
                      </a:cubicBezTo>
                      <a:lnTo>
                        <a:pt x="140807" y="77756"/>
                      </a:lnTo>
                      <a:cubicBezTo>
                        <a:pt x="140807" y="82251"/>
                        <a:pt x="134420" y="87822"/>
                        <a:pt x="124672" y="91914"/>
                      </a:cubicBezTo>
                      <a:close/>
                      <a:moveTo>
                        <a:pt x="124448" y="56249"/>
                      </a:moveTo>
                      <a:cubicBezTo>
                        <a:pt x="109359" y="62563"/>
                        <a:pt x="93522" y="65617"/>
                        <a:pt x="77313" y="65236"/>
                      </a:cubicBezTo>
                      <a:cubicBezTo>
                        <a:pt x="37984" y="65236"/>
                        <a:pt x="13856" y="50514"/>
                        <a:pt x="13856" y="39963"/>
                      </a:cubicBezTo>
                      <a:cubicBezTo>
                        <a:pt x="13856" y="34534"/>
                        <a:pt x="20019" y="28444"/>
                        <a:pt x="30290" y="23661"/>
                      </a:cubicBezTo>
                      <a:cubicBezTo>
                        <a:pt x="45342" y="17366"/>
                        <a:pt x="61178" y="14301"/>
                        <a:pt x="77313" y="14692"/>
                      </a:cubicBezTo>
                      <a:cubicBezTo>
                        <a:pt x="116642" y="14692"/>
                        <a:pt x="140807" y="29407"/>
                        <a:pt x="140807" y="39963"/>
                      </a:cubicBezTo>
                      <a:cubicBezTo>
                        <a:pt x="140807" y="45560"/>
                        <a:pt x="134794" y="51504"/>
                        <a:pt x="124448" y="56249"/>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69" name="Google Shape;2169;p90"/>
                <p:cNvSpPr/>
                <p:nvPr/>
              </p:nvSpPr>
              <p:spPr>
                <a:xfrm>
                  <a:off x="6521438" y="4498673"/>
                  <a:ext cx="390494" cy="34688"/>
                </a:xfrm>
                <a:custGeom>
                  <a:rect b="b" l="l" r="r" t="t"/>
                  <a:pathLst>
                    <a:path extrusionOk="0" h="34688" w="390494">
                      <a:moveTo>
                        <a:pt x="383787" y="34623"/>
                      </a:moveTo>
                      <a:cubicBezTo>
                        <a:pt x="366906" y="34649"/>
                        <a:pt x="350435" y="28967"/>
                        <a:pt x="336839" y="18404"/>
                      </a:cubicBezTo>
                      <a:cubicBezTo>
                        <a:pt x="308939" y="40037"/>
                        <a:pt x="270955" y="40037"/>
                        <a:pt x="243018" y="18404"/>
                      </a:cubicBezTo>
                      <a:cubicBezTo>
                        <a:pt x="215118" y="40015"/>
                        <a:pt x="177171" y="40015"/>
                        <a:pt x="149271" y="18404"/>
                      </a:cubicBezTo>
                      <a:cubicBezTo>
                        <a:pt x="121371" y="40037"/>
                        <a:pt x="83349" y="40037"/>
                        <a:pt x="55449" y="18404"/>
                      </a:cubicBezTo>
                      <a:cubicBezTo>
                        <a:pt x="41892" y="28967"/>
                        <a:pt x="25495" y="34649"/>
                        <a:pt x="8651" y="34623"/>
                      </a:cubicBezTo>
                      <a:cubicBezTo>
                        <a:pt x="4430" y="35187"/>
                        <a:pt x="583" y="32039"/>
                        <a:pt x="60" y="27596"/>
                      </a:cubicBezTo>
                      <a:cubicBezTo>
                        <a:pt x="-463" y="23153"/>
                        <a:pt x="2488" y="19095"/>
                        <a:pt x="6708" y="18531"/>
                      </a:cubicBezTo>
                      <a:cubicBezTo>
                        <a:pt x="7343" y="18445"/>
                        <a:pt x="7978" y="18445"/>
                        <a:pt x="8651" y="18531"/>
                      </a:cubicBezTo>
                      <a:cubicBezTo>
                        <a:pt x="24001" y="18516"/>
                        <a:pt x="38866" y="12617"/>
                        <a:pt x="50444" y="1927"/>
                      </a:cubicBezTo>
                      <a:cubicBezTo>
                        <a:pt x="53358" y="-642"/>
                        <a:pt x="57616" y="-642"/>
                        <a:pt x="60566" y="1927"/>
                      </a:cubicBezTo>
                      <a:cubicBezTo>
                        <a:pt x="84544" y="24057"/>
                        <a:pt x="120325" y="24057"/>
                        <a:pt x="144303" y="1927"/>
                      </a:cubicBezTo>
                      <a:cubicBezTo>
                        <a:pt x="147179" y="-624"/>
                        <a:pt x="151400" y="-624"/>
                        <a:pt x="154276" y="1927"/>
                      </a:cubicBezTo>
                      <a:cubicBezTo>
                        <a:pt x="178254" y="24057"/>
                        <a:pt x="214035" y="24057"/>
                        <a:pt x="238013" y="1927"/>
                      </a:cubicBezTo>
                      <a:cubicBezTo>
                        <a:pt x="240963" y="-642"/>
                        <a:pt x="245184" y="-642"/>
                        <a:pt x="248135" y="1927"/>
                      </a:cubicBezTo>
                      <a:cubicBezTo>
                        <a:pt x="272113" y="24057"/>
                        <a:pt x="307894" y="24057"/>
                        <a:pt x="331872" y="1927"/>
                      </a:cubicBezTo>
                      <a:cubicBezTo>
                        <a:pt x="334748" y="-624"/>
                        <a:pt x="338968" y="-624"/>
                        <a:pt x="341844" y="1927"/>
                      </a:cubicBezTo>
                      <a:cubicBezTo>
                        <a:pt x="353460" y="12646"/>
                        <a:pt x="368362" y="18546"/>
                        <a:pt x="383787" y="18531"/>
                      </a:cubicBezTo>
                      <a:cubicBezTo>
                        <a:pt x="387970" y="19095"/>
                        <a:pt x="390958" y="23153"/>
                        <a:pt x="390436" y="27596"/>
                      </a:cubicBezTo>
                      <a:cubicBezTo>
                        <a:pt x="389987" y="31267"/>
                        <a:pt x="387261" y="34157"/>
                        <a:pt x="383787" y="34623"/>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0" name="Google Shape;2170;p90"/>
                <p:cNvSpPr/>
                <p:nvPr/>
              </p:nvSpPr>
              <p:spPr>
                <a:xfrm>
                  <a:off x="6521438" y="4556239"/>
                  <a:ext cx="390494" cy="34797"/>
                </a:xfrm>
                <a:custGeom>
                  <a:rect b="b" l="l" r="r" t="t"/>
                  <a:pathLst>
                    <a:path extrusionOk="0" h="34797" w="390494">
                      <a:moveTo>
                        <a:pt x="383787" y="34732"/>
                      </a:moveTo>
                      <a:cubicBezTo>
                        <a:pt x="366868" y="34714"/>
                        <a:pt x="350435" y="28986"/>
                        <a:pt x="336839" y="18386"/>
                      </a:cubicBezTo>
                      <a:cubicBezTo>
                        <a:pt x="308977" y="40184"/>
                        <a:pt x="270880" y="40184"/>
                        <a:pt x="243018" y="18386"/>
                      </a:cubicBezTo>
                      <a:cubicBezTo>
                        <a:pt x="215155" y="40165"/>
                        <a:pt x="177133" y="40165"/>
                        <a:pt x="149271" y="18386"/>
                      </a:cubicBezTo>
                      <a:cubicBezTo>
                        <a:pt x="121408" y="40184"/>
                        <a:pt x="83312" y="40184"/>
                        <a:pt x="55449" y="18386"/>
                      </a:cubicBezTo>
                      <a:cubicBezTo>
                        <a:pt x="41892" y="28982"/>
                        <a:pt x="25495" y="34714"/>
                        <a:pt x="8651" y="34732"/>
                      </a:cubicBezTo>
                      <a:cubicBezTo>
                        <a:pt x="4430" y="35296"/>
                        <a:pt x="583" y="32149"/>
                        <a:pt x="60" y="27705"/>
                      </a:cubicBezTo>
                      <a:cubicBezTo>
                        <a:pt x="-463" y="23262"/>
                        <a:pt x="2488" y="19204"/>
                        <a:pt x="6708" y="18644"/>
                      </a:cubicBezTo>
                      <a:cubicBezTo>
                        <a:pt x="7343" y="18554"/>
                        <a:pt x="7978" y="18554"/>
                        <a:pt x="8651" y="18644"/>
                      </a:cubicBezTo>
                      <a:cubicBezTo>
                        <a:pt x="24001" y="18625"/>
                        <a:pt x="38866" y="12725"/>
                        <a:pt x="50444" y="2036"/>
                      </a:cubicBezTo>
                      <a:cubicBezTo>
                        <a:pt x="53320" y="-641"/>
                        <a:pt x="57653" y="-641"/>
                        <a:pt x="60566" y="2036"/>
                      </a:cubicBezTo>
                      <a:cubicBezTo>
                        <a:pt x="84544" y="24169"/>
                        <a:pt x="120325" y="24169"/>
                        <a:pt x="144303" y="2036"/>
                      </a:cubicBezTo>
                      <a:cubicBezTo>
                        <a:pt x="147104" y="-679"/>
                        <a:pt x="151437" y="-679"/>
                        <a:pt x="154276" y="2036"/>
                      </a:cubicBezTo>
                      <a:cubicBezTo>
                        <a:pt x="178254" y="24169"/>
                        <a:pt x="214035" y="24169"/>
                        <a:pt x="238013" y="2036"/>
                      </a:cubicBezTo>
                      <a:cubicBezTo>
                        <a:pt x="240889" y="-641"/>
                        <a:pt x="245221" y="-641"/>
                        <a:pt x="248135" y="2036"/>
                      </a:cubicBezTo>
                      <a:cubicBezTo>
                        <a:pt x="272113" y="24169"/>
                        <a:pt x="307894" y="24169"/>
                        <a:pt x="331872" y="2036"/>
                      </a:cubicBezTo>
                      <a:cubicBezTo>
                        <a:pt x="334711" y="-679"/>
                        <a:pt x="339005" y="-679"/>
                        <a:pt x="341844" y="2036"/>
                      </a:cubicBezTo>
                      <a:cubicBezTo>
                        <a:pt x="353460" y="12755"/>
                        <a:pt x="368362" y="18655"/>
                        <a:pt x="383787" y="18644"/>
                      </a:cubicBezTo>
                      <a:cubicBezTo>
                        <a:pt x="387970" y="19204"/>
                        <a:pt x="390958" y="23262"/>
                        <a:pt x="390436" y="27705"/>
                      </a:cubicBezTo>
                      <a:cubicBezTo>
                        <a:pt x="389987" y="31376"/>
                        <a:pt x="387261" y="34269"/>
                        <a:pt x="383787" y="34732"/>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1" name="Google Shape;2171;p90"/>
                <p:cNvSpPr/>
                <p:nvPr/>
              </p:nvSpPr>
              <p:spPr>
                <a:xfrm>
                  <a:off x="6521438" y="4435353"/>
                  <a:ext cx="107066" cy="34767"/>
                </a:xfrm>
                <a:custGeom>
                  <a:rect b="b" l="l" r="r" t="t"/>
                  <a:pathLst>
                    <a:path extrusionOk="0" h="34767" w="107066">
                      <a:moveTo>
                        <a:pt x="104676" y="18410"/>
                      </a:moveTo>
                      <a:cubicBezTo>
                        <a:pt x="103891" y="18470"/>
                        <a:pt x="103145" y="18608"/>
                        <a:pt x="102360" y="18612"/>
                      </a:cubicBezTo>
                      <a:cubicBezTo>
                        <a:pt x="86972" y="18593"/>
                        <a:pt x="72144" y="12694"/>
                        <a:pt x="60566" y="2008"/>
                      </a:cubicBezTo>
                      <a:cubicBezTo>
                        <a:pt x="57653" y="-669"/>
                        <a:pt x="53320" y="-669"/>
                        <a:pt x="50444" y="2008"/>
                      </a:cubicBezTo>
                      <a:cubicBezTo>
                        <a:pt x="38866" y="12694"/>
                        <a:pt x="24001" y="18593"/>
                        <a:pt x="8651" y="18612"/>
                      </a:cubicBezTo>
                      <a:cubicBezTo>
                        <a:pt x="4430" y="18048"/>
                        <a:pt x="583" y="21196"/>
                        <a:pt x="60" y="25639"/>
                      </a:cubicBezTo>
                      <a:cubicBezTo>
                        <a:pt x="-463" y="30082"/>
                        <a:pt x="2488" y="34141"/>
                        <a:pt x="6708" y="34701"/>
                      </a:cubicBezTo>
                      <a:cubicBezTo>
                        <a:pt x="7343" y="34790"/>
                        <a:pt x="7978" y="34790"/>
                        <a:pt x="8651" y="34701"/>
                      </a:cubicBezTo>
                      <a:cubicBezTo>
                        <a:pt x="25495" y="34686"/>
                        <a:pt x="41892" y="28955"/>
                        <a:pt x="55449" y="18354"/>
                      </a:cubicBezTo>
                      <a:cubicBezTo>
                        <a:pt x="69007" y="28955"/>
                        <a:pt x="85478" y="34686"/>
                        <a:pt x="102360" y="34701"/>
                      </a:cubicBezTo>
                      <a:cubicBezTo>
                        <a:pt x="103966" y="34690"/>
                        <a:pt x="105535" y="34540"/>
                        <a:pt x="107066" y="34369"/>
                      </a:cubicBezTo>
                      <a:cubicBezTo>
                        <a:pt x="105684" y="29376"/>
                        <a:pt x="104975" y="23529"/>
                        <a:pt x="104676" y="1841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2" name="Google Shape;2172;p90"/>
                <p:cNvSpPr/>
                <p:nvPr/>
              </p:nvSpPr>
              <p:spPr>
                <a:xfrm>
                  <a:off x="6805353" y="4435353"/>
                  <a:ext cx="106579" cy="34767"/>
                </a:xfrm>
                <a:custGeom>
                  <a:rect b="b" l="l" r="r" t="t"/>
                  <a:pathLst>
                    <a:path extrusionOk="0" h="34767" w="106579">
                      <a:moveTo>
                        <a:pt x="106520" y="25639"/>
                      </a:moveTo>
                      <a:cubicBezTo>
                        <a:pt x="105997" y="21196"/>
                        <a:pt x="102151" y="18048"/>
                        <a:pt x="97930" y="18612"/>
                      </a:cubicBezTo>
                      <a:cubicBezTo>
                        <a:pt x="82542" y="18593"/>
                        <a:pt x="67714" y="12694"/>
                        <a:pt x="56136" y="2008"/>
                      </a:cubicBezTo>
                      <a:cubicBezTo>
                        <a:pt x="53223" y="-669"/>
                        <a:pt x="48891" y="-669"/>
                        <a:pt x="46015" y="2008"/>
                      </a:cubicBezTo>
                      <a:cubicBezTo>
                        <a:pt x="34436" y="12694"/>
                        <a:pt x="19571" y="18593"/>
                        <a:pt x="4220" y="18612"/>
                      </a:cubicBezTo>
                      <a:cubicBezTo>
                        <a:pt x="4109" y="18612"/>
                        <a:pt x="4034" y="18590"/>
                        <a:pt x="3959" y="18590"/>
                      </a:cubicBezTo>
                      <a:cubicBezTo>
                        <a:pt x="3212" y="23428"/>
                        <a:pt x="1980" y="29279"/>
                        <a:pt x="0" y="34402"/>
                      </a:cubicBezTo>
                      <a:cubicBezTo>
                        <a:pt x="1382" y="34544"/>
                        <a:pt x="2764" y="34690"/>
                        <a:pt x="4220" y="34701"/>
                      </a:cubicBezTo>
                      <a:cubicBezTo>
                        <a:pt x="21102" y="34686"/>
                        <a:pt x="37536" y="28955"/>
                        <a:pt x="51132" y="18354"/>
                      </a:cubicBezTo>
                      <a:cubicBezTo>
                        <a:pt x="64689" y="28955"/>
                        <a:pt x="81086" y="34686"/>
                        <a:pt x="97930" y="34701"/>
                      </a:cubicBezTo>
                      <a:cubicBezTo>
                        <a:pt x="98565" y="34790"/>
                        <a:pt x="99237" y="34790"/>
                        <a:pt x="99872" y="34701"/>
                      </a:cubicBezTo>
                      <a:cubicBezTo>
                        <a:pt x="104055" y="34141"/>
                        <a:pt x="107043" y="30082"/>
                        <a:pt x="106520" y="25639"/>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173" name="Google Shape;2173;p90"/>
            <p:cNvGrpSpPr/>
            <p:nvPr/>
          </p:nvGrpSpPr>
          <p:grpSpPr>
            <a:xfrm>
              <a:off x="3506717" y="2892666"/>
              <a:ext cx="364203" cy="288834"/>
              <a:chOff x="4570372" y="3653688"/>
              <a:chExt cx="485604" cy="385112"/>
            </a:xfrm>
          </p:grpSpPr>
          <p:grpSp>
            <p:nvGrpSpPr>
              <p:cNvPr id="2174" name="Google Shape;2174;p90"/>
              <p:cNvGrpSpPr/>
              <p:nvPr/>
            </p:nvGrpSpPr>
            <p:grpSpPr>
              <a:xfrm>
                <a:off x="4570372" y="3956157"/>
                <a:ext cx="485604" cy="82643"/>
                <a:chOff x="4570372" y="3956157"/>
                <a:chExt cx="485604" cy="82643"/>
              </a:xfrm>
            </p:grpSpPr>
            <p:sp>
              <p:nvSpPr>
                <p:cNvPr id="2175" name="Google Shape;2175;p90"/>
                <p:cNvSpPr/>
                <p:nvPr/>
              </p:nvSpPr>
              <p:spPr>
                <a:xfrm>
                  <a:off x="4570372" y="3958248"/>
                  <a:ext cx="36079" cy="76426"/>
                </a:xfrm>
                <a:custGeom>
                  <a:rect b="b" l="l" r="r" t="t"/>
                  <a:pathLst>
                    <a:path extrusionOk="0" h="76426" w="36079">
                      <a:moveTo>
                        <a:pt x="36079" y="48722"/>
                      </a:moveTo>
                      <a:cubicBezTo>
                        <a:pt x="36079" y="52975"/>
                        <a:pt x="35553" y="56802"/>
                        <a:pt x="34511" y="60218"/>
                      </a:cubicBezTo>
                      <a:cubicBezTo>
                        <a:pt x="33465" y="63634"/>
                        <a:pt x="31904" y="66543"/>
                        <a:pt x="29827" y="68951"/>
                      </a:cubicBezTo>
                      <a:cubicBezTo>
                        <a:pt x="27754" y="71356"/>
                        <a:pt x="25166" y="73204"/>
                        <a:pt x="22066" y="74489"/>
                      </a:cubicBezTo>
                      <a:cubicBezTo>
                        <a:pt x="18962" y="75777"/>
                        <a:pt x="15354" y="76426"/>
                        <a:pt x="11238" y="76426"/>
                      </a:cubicBezTo>
                      <a:cubicBezTo>
                        <a:pt x="9360" y="76426"/>
                        <a:pt x="7507" y="76311"/>
                        <a:pt x="5696" y="76083"/>
                      </a:cubicBezTo>
                      <a:cubicBezTo>
                        <a:pt x="3884" y="75859"/>
                        <a:pt x="1987" y="75501"/>
                        <a:pt x="0" y="75011"/>
                      </a:cubicBezTo>
                      <a:lnTo>
                        <a:pt x="728" y="66648"/>
                      </a:lnTo>
                      <a:cubicBezTo>
                        <a:pt x="803" y="65882"/>
                        <a:pt x="1087" y="65263"/>
                        <a:pt x="1591" y="64796"/>
                      </a:cubicBezTo>
                      <a:cubicBezTo>
                        <a:pt x="2095" y="64322"/>
                        <a:pt x="2838" y="64086"/>
                        <a:pt x="3813" y="64086"/>
                      </a:cubicBezTo>
                      <a:cubicBezTo>
                        <a:pt x="4407" y="64086"/>
                        <a:pt x="5180" y="64210"/>
                        <a:pt x="6140" y="64452"/>
                      </a:cubicBezTo>
                      <a:cubicBezTo>
                        <a:pt x="7100" y="64699"/>
                        <a:pt x="8310" y="64822"/>
                        <a:pt x="9778" y="64822"/>
                      </a:cubicBezTo>
                      <a:cubicBezTo>
                        <a:pt x="11761" y="64822"/>
                        <a:pt x="13524" y="64531"/>
                        <a:pt x="15059" y="63956"/>
                      </a:cubicBezTo>
                      <a:cubicBezTo>
                        <a:pt x="16590" y="63381"/>
                        <a:pt x="17872" y="62470"/>
                        <a:pt x="18899" y="61215"/>
                      </a:cubicBezTo>
                      <a:cubicBezTo>
                        <a:pt x="19930" y="59961"/>
                        <a:pt x="20706" y="58329"/>
                        <a:pt x="21226" y="56324"/>
                      </a:cubicBezTo>
                      <a:cubicBezTo>
                        <a:pt x="21752" y="54323"/>
                        <a:pt x="22010" y="51892"/>
                        <a:pt x="22010" y="49036"/>
                      </a:cubicBezTo>
                      <a:lnTo>
                        <a:pt x="22010" y="0"/>
                      </a:lnTo>
                      <a:lnTo>
                        <a:pt x="36079" y="0"/>
                      </a:lnTo>
                      <a:lnTo>
                        <a:pt x="36079" y="4872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6" name="Google Shape;2176;p90"/>
                <p:cNvSpPr/>
                <p:nvPr/>
              </p:nvSpPr>
              <p:spPr>
                <a:xfrm>
                  <a:off x="4618321" y="3979209"/>
                  <a:ext cx="44703" cy="55465"/>
                </a:xfrm>
                <a:custGeom>
                  <a:rect b="b" l="l" r="r" t="t"/>
                  <a:pathLst>
                    <a:path extrusionOk="0" h="55465" w="44703">
                      <a:moveTo>
                        <a:pt x="44703" y="54625"/>
                      </a:moveTo>
                      <a:lnTo>
                        <a:pt x="38903" y="54625"/>
                      </a:lnTo>
                      <a:cubicBezTo>
                        <a:pt x="37682" y="54625"/>
                        <a:pt x="36726" y="54446"/>
                        <a:pt x="36027" y="54080"/>
                      </a:cubicBezTo>
                      <a:cubicBezTo>
                        <a:pt x="35329" y="53710"/>
                        <a:pt x="34806" y="52971"/>
                        <a:pt x="34459" y="51855"/>
                      </a:cubicBezTo>
                      <a:lnTo>
                        <a:pt x="33308" y="48042"/>
                      </a:lnTo>
                      <a:cubicBezTo>
                        <a:pt x="31949" y="49260"/>
                        <a:pt x="30615" y="50331"/>
                        <a:pt x="29308" y="51257"/>
                      </a:cubicBezTo>
                      <a:cubicBezTo>
                        <a:pt x="28001" y="52176"/>
                        <a:pt x="26649" y="52952"/>
                        <a:pt x="25256" y="53583"/>
                      </a:cubicBezTo>
                      <a:cubicBezTo>
                        <a:pt x="23859" y="54210"/>
                        <a:pt x="22380" y="54677"/>
                        <a:pt x="20811" y="54991"/>
                      </a:cubicBezTo>
                      <a:cubicBezTo>
                        <a:pt x="19243" y="55304"/>
                        <a:pt x="17498" y="55465"/>
                        <a:pt x="15578" y="55465"/>
                      </a:cubicBezTo>
                      <a:cubicBezTo>
                        <a:pt x="13315" y="55465"/>
                        <a:pt x="11223" y="55159"/>
                        <a:pt x="9307" y="54547"/>
                      </a:cubicBezTo>
                      <a:cubicBezTo>
                        <a:pt x="7388" y="53934"/>
                        <a:pt x="5744" y="53016"/>
                        <a:pt x="4366" y="51791"/>
                      </a:cubicBezTo>
                      <a:cubicBezTo>
                        <a:pt x="2988" y="50566"/>
                        <a:pt x="1916" y="49047"/>
                        <a:pt x="1151" y="47228"/>
                      </a:cubicBezTo>
                      <a:cubicBezTo>
                        <a:pt x="381" y="45410"/>
                        <a:pt x="0" y="43293"/>
                        <a:pt x="0" y="40885"/>
                      </a:cubicBezTo>
                      <a:cubicBezTo>
                        <a:pt x="0" y="38854"/>
                        <a:pt x="530" y="36856"/>
                        <a:pt x="1591" y="34877"/>
                      </a:cubicBezTo>
                      <a:cubicBezTo>
                        <a:pt x="2659" y="32902"/>
                        <a:pt x="4426" y="31117"/>
                        <a:pt x="6902" y="29526"/>
                      </a:cubicBezTo>
                      <a:cubicBezTo>
                        <a:pt x="9375" y="27936"/>
                        <a:pt x="12669" y="26614"/>
                        <a:pt x="16785" y="25569"/>
                      </a:cubicBezTo>
                      <a:cubicBezTo>
                        <a:pt x="20897" y="24519"/>
                        <a:pt x="26006" y="23993"/>
                        <a:pt x="32106" y="23993"/>
                      </a:cubicBezTo>
                      <a:lnTo>
                        <a:pt x="32106" y="20834"/>
                      </a:lnTo>
                      <a:cubicBezTo>
                        <a:pt x="32106" y="17216"/>
                        <a:pt x="31347" y="14539"/>
                        <a:pt x="29831" y="12803"/>
                      </a:cubicBezTo>
                      <a:cubicBezTo>
                        <a:pt x="28315" y="11059"/>
                        <a:pt x="26111" y="10193"/>
                        <a:pt x="23213" y="10193"/>
                      </a:cubicBezTo>
                      <a:cubicBezTo>
                        <a:pt x="21125" y="10193"/>
                        <a:pt x="19381" y="10439"/>
                        <a:pt x="17988" y="10925"/>
                      </a:cubicBezTo>
                      <a:cubicBezTo>
                        <a:pt x="16591" y="11414"/>
                        <a:pt x="15381" y="11967"/>
                        <a:pt x="14350" y="12572"/>
                      </a:cubicBezTo>
                      <a:cubicBezTo>
                        <a:pt x="13323" y="13184"/>
                        <a:pt x="12374" y="13729"/>
                        <a:pt x="11504" y="14218"/>
                      </a:cubicBezTo>
                      <a:cubicBezTo>
                        <a:pt x="10630" y="14707"/>
                        <a:pt x="9670" y="14950"/>
                        <a:pt x="8628" y="14950"/>
                      </a:cubicBezTo>
                      <a:cubicBezTo>
                        <a:pt x="7758" y="14950"/>
                        <a:pt x="7007" y="14726"/>
                        <a:pt x="6379" y="14270"/>
                      </a:cubicBezTo>
                      <a:cubicBezTo>
                        <a:pt x="5752" y="13819"/>
                        <a:pt x="5248" y="13262"/>
                        <a:pt x="4859" y="12598"/>
                      </a:cubicBezTo>
                      <a:lnTo>
                        <a:pt x="2506" y="8472"/>
                      </a:lnTo>
                      <a:cubicBezTo>
                        <a:pt x="8680" y="2823"/>
                        <a:pt x="16120" y="0"/>
                        <a:pt x="24837" y="0"/>
                      </a:cubicBezTo>
                      <a:cubicBezTo>
                        <a:pt x="27975" y="0"/>
                        <a:pt x="30772" y="515"/>
                        <a:pt x="33230" y="1546"/>
                      </a:cubicBezTo>
                      <a:cubicBezTo>
                        <a:pt x="35687" y="2572"/>
                        <a:pt x="37772" y="4002"/>
                        <a:pt x="39478" y="5832"/>
                      </a:cubicBezTo>
                      <a:cubicBezTo>
                        <a:pt x="41185" y="7658"/>
                        <a:pt x="42485" y="9846"/>
                        <a:pt x="43374" y="12389"/>
                      </a:cubicBezTo>
                      <a:cubicBezTo>
                        <a:pt x="44263" y="14931"/>
                        <a:pt x="44703" y="17724"/>
                        <a:pt x="44703" y="20752"/>
                      </a:cubicBezTo>
                      <a:lnTo>
                        <a:pt x="44703" y="54625"/>
                      </a:lnTo>
                      <a:close/>
                      <a:moveTo>
                        <a:pt x="19608" y="46575"/>
                      </a:moveTo>
                      <a:cubicBezTo>
                        <a:pt x="20931" y="46575"/>
                        <a:pt x="22152" y="46459"/>
                        <a:pt x="23269" y="46217"/>
                      </a:cubicBezTo>
                      <a:cubicBezTo>
                        <a:pt x="24382" y="45977"/>
                        <a:pt x="25439" y="45615"/>
                        <a:pt x="26432" y="45134"/>
                      </a:cubicBezTo>
                      <a:cubicBezTo>
                        <a:pt x="27422" y="44656"/>
                        <a:pt x="28382" y="44062"/>
                        <a:pt x="29308" y="43360"/>
                      </a:cubicBezTo>
                      <a:cubicBezTo>
                        <a:pt x="30231" y="42658"/>
                        <a:pt x="31161" y="41826"/>
                        <a:pt x="32106" y="40866"/>
                      </a:cubicBezTo>
                      <a:lnTo>
                        <a:pt x="32106" y="31886"/>
                      </a:lnTo>
                      <a:cubicBezTo>
                        <a:pt x="28341" y="31886"/>
                        <a:pt x="25196" y="32125"/>
                        <a:pt x="22667" y="32596"/>
                      </a:cubicBezTo>
                      <a:cubicBezTo>
                        <a:pt x="20139" y="33070"/>
                        <a:pt x="18107" y="33678"/>
                        <a:pt x="16576" y="34414"/>
                      </a:cubicBezTo>
                      <a:cubicBezTo>
                        <a:pt x="15041" y="35153"/>
                        <a:pt x="13950" y="36012"/>
                        <a:pt x="13308" y="36994"/>
                      </a:cubicBezTo>
                      <a:cubicBezTo>
                        <a:pt x="12661" y="37976"/>
                        <a:pt x="12340" y="39048"/>
                        <a:pt x="12340" y="40205"/>
                      </a:cubicBezTo>
                      <a:cubicBezTo>
                        <a:pt x="12340" y="42486"/>
                        <a:pt x="13009" y="44118"/>
                        <a:pt x="14350" y="45104"/>
                      </a:cubicBezTo>
                      <a:cubicBezTo>
                        <a:pt x="15694" y="46086"/>
                        <a:pt x="17446"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7" name="Google Shape;2177;p90"/>
                <p:cNvSpPr/>
                <p:nvPr/>
              </p:nvSpPr>
              <p:spPr>
                <a:xfrm>
                  <a:off x="4667681" y="3980206"/>
                  <a:ext cx="54328" cy="53628"/>
                </a:xfrm>
                <a:custGeom>
                  <a:rect b="b" l="l" r="r" t="t"/>
                  <a:pathLst>
                    <a:path extrusionOk="0" h="53628" w="54328">
                      <a:moveTo>
                        <a:pt x="33047" y="53628"/>
                      </a:moveTo>
                      <a:lnTo>
                        <a:pt x="21334" y="53628"/>
                      </a:lnTo>
                      <a:lnTo>
                        <a:pt x="0" y="0"/>
                      </a:lnTo>
                      <a:lnTo>
                        <a:pt x="10723" y="0"/>
                      </a:lnTo>
                      <a:cubicBezTo>
                        <a:pt x="11661" y="0"/>
                        <a:pt x="12452" y="228"/>
                        <a:pt x="13098" y="680"/>
                      </a:cubicBezTo>
                      <a:cubicBezTo>
                        <a:pt x="13745" y="1131"/>
                        <a:pt x="14185" y="1706"/>
                        <a:pt x="14432" y="2401"/>
                      </a:cubicBezTo>
                      <a:lnTo>
                        <a:pt x="24785" y="31046"/>
                      </a:lnTo>
                      <a:cubicBezTo>
                        <a:pt x="25375" y="32723"/>
                        <a:pt x="25876" y="34358"/>
                        <a:pt x="26279" y="35960"/>
                      </a:cubicBezTo>
                      <a:cubicBezTo>
                        <a:pt x="26675" y="37566"/>
                        <a:pt x="27034" y="39167"/>
                        <a:pt x="27347" y="40773"/>
                      </a:cubicBezTo>
                      <a:cubicBezTo>
                        <a:pt x="27661" y="39167"/>
                        <a:pt x="28016" y="37566"/>
                        <a:pt x="28419" y="35960"/>
                      </a:cubicBezTo>
                      <a:cubicBezTo>
                        <a:pt x="28819" y="34358"/>
                        <a:pt x="29334" y="32723"/>
                        <a:pt x="29962" y="31046"/>
                      </a:cubicBezTo>
                      <a:lnTo>
                        <a:pt x="40576" y="2401"/>
                      </a:lnTo>
                      <a:cubicBezTo>
                        <a:pt x="40819" y="1706"/>
                        <a:pt x="41256" y="1131"/>
                        <a:pt x="41884" y="680"/>
                      </a:cubicBezTo>
                      <a:cubicBezTo>
                        <a:pt x="42511" y="228"/>
                        <a:pt x="43258" y="0"/>
                        <a:pt x="44132" y="0"/>
                      </a:cubicBezTo>
                      <a:lnTo>
                        <a:pt x="54328" y="0"/>
                      </a:lnTo>
                      <a:lnTo>
                        <a:pt x="33047" y="5362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8" name="Google Shape;2178;p90"/>
                <p:cNvSpPr/>
                <p:nvPr/>
              </p:nvSpPr>
              <p:spPr>
                <a:xfrm>
                  <a:off x="4726974" y="3979209"/>
                  <a:ext cx="44707" cy="55465"/>
                </a:xfrm>
                <a:custGeom>
                  <a:rect b="b" l="l" r="r" t="t"/>
                  <a:pathLst>
                    <a:path extrusionOk="0" h="55465" w="44707">
                      <a:moveTo>
                        <a:pt x="44707" y="54625"/>
                      </a:moveTo>
                      <a:lnTo>
                        <a:pt x="38903" y="54625"/>
                      </a:lnTo>
                      <a:cubicBezTo>
                        <a:pt x="37686" y="54625"/>
                        <a:pt x="36726" y="54446"/>
                        <a:pt x="36031" y="54080"/>
                      </a:cubicBezTo>
                      <a:cubicBezTo>
                        <a:pt x="35329" y="53710"/>
                        <a:pt x="34810" y="52971"/>
                        <a:pt x="34462" y="51855"/>
                      </a:cubicBezTo>
                      <a:lnTo>
                        <a:pt x="33308" y="48042"/>
                      </a:lnTo>
                      <a:cubicBezTo>
                        <a:pt x="31952" y="49260"/>
                        <a:pt x="30619" y="50331"/>
                        <a:pt x="29312" y="51257"/>
                      </a:cubicBezTo>
                      <a:cubicBezTo>
                        <a:pt x="28001" y="52176"/>
                        <a:pt x="26652" y="52952"/>
                        <a:pt x="25259" y="53583"/>
                      </a:cubicBezTo>
                      <a:cubicBezTo>
                        <a:pt x="23863" y="54210"/>
                        <a:pt x="22384" y="54677"/>
                        <a:pt x="20815" y="54991"/>
                      </a:cubicBezTo>
                      <a:cubicBezTo>
                        <a:pt x="19246" y="55304"/>
                        <a:pt x="17502" y="55465"/>
                        <a:pt x="15582" y="55465"/>
                      </a:cubicBezTo>
                      <a:cubicBezTo>
                        <a:pt x="13319" y="55465"/>
                        <a:pt x="11227" y="55159"/>
                        <a:pt x="9311" y="54547"/>
                      </a:cubicBezTo>
                      <a:cubicBezTo>
                        <a:pt x="7391" y="53934"/>
                        <a:pt x="5744" y="53016"/>
                        <a:pt x="4366" y="51791"/>
                      </a:cubicBezTo>
                      <a:cubicBezTo>
                        <a:pt x="2992" y="50566"/>
                        <a:pt x="1920" y="49047"/>
                        <a:pt x="1154" y="47228"/>
                      </a:cubicBezTo>
                      <a:cubicBezTo>
                        <a:pt x="385" y="45410"/>
                        <a:pt x="0" y="43293"/>
                        <a:pt x="0" y="40885"/>
                      </a:cubicBezTo>
                      <a:cubicBezTo>
                        <a:pt x="0" y="38854"/>
                        <a:pt x="534" y="36856"/>
                        <a:pt x="1595" y="34877"/>
                      </a:cubicBezTo>
                      <a:cubicBezTo>
                        <a:pt x="2659" y="32902"/>
                        <a:pt x="4430" y="31117"/>
                        <a:pt x="6906" y="29526"/>
                      </a:cubicBezTo>
                      <a:cubicBezTo>
                        <a:pt x="9378" y="27936"/>
                        <a:pt x="12673" y="26614"/>
                        <a:pt x="16789" y="25569"/>
                      </a:cubicBezTo>
                      <a:cubicBezTo>
                        <a:pt x="20901" y="24519"/>
                        <a:pt x="26006" y="23993"/>
                        <a:pt x="32109" y="23993"/>
                      </a:cubicBezTo>
                      <a:lnTo>
                        <a:pt x="32109" y="20834"/>
                      </a:lnTo>
                      <a:cubicBezTo>
                        <a:pt x="32109" y="17216"/>
                        <a:pt x="31351" y="14539"/>
                        <a:pt x="29835" y="12803"/>
                      </a:cubicBezTo>
                      <a:cubicBezTo>
                        <a:pt x="28315" y="11059"/>
                        <a:pt x="26115" y="10193"/>
                        <a:pt x="23216" y="10193"/>
                      </a:cubicBezTo>
                      <a:cubicBezTo>
                        <a:pt x="21129" y="10193"/>
                        <a:pt x="19384" y="10439"/>
                        <a:pt x="17991" y="10925"/>
                      </a:cubicBezTo>
                      <a:cubicBezTo>
                        <a:pt x="16594" y="11414"/>
                        <a:pt x="15384" y="11967"/>
                        <a:pt x="14353" y="12572"/>
                      </a:cubicBezTo>
                      <a:cubicBezTo>
                        <a:pt x="13326" y="13184"/>
                        <a:pt x="12378" y="13729"/>
                        <a:pt x="11504" y="14218"/>
                      </a:cubicBezTo>
                      <a:cubicBezTo>
                        <a:pt x="10633" y="14707"/>
                        <a:pt x="9674" y="14950"/>
                        <a:pt x="8632" y="14950"/>
                      </a:cubicBezTo>
                      <a:cubicBezTo>
                        <a:pt x="7761" y="14950"/>
                        <a:pt x="7007" y="14726"/>
                        <a:pt x="6379" y="14270"/>
                      </a:cubicBezTo>
                      <a:cubicBezTo>
                        <a:pt x="5752" y="13819"/>
                        <a:pt x="5251" y="13262"/>
                        <a:pt x="4863" y="12598"/>
                      </a:cubicBezTo>
                      <a:lnTo>
                        <a:pt x="2510" y="8472"/>
                      </a:lnTo>
                      <a:cubicBezTo>
                        <a:pt x="8684" y="2823"/>
                        <a:pt x="16124" y="0"/>
                        <a:pt x="24841" y="0"/>
                      </a:cubicBezTo>
                      <a:cubicBezTo>
                        <a:pt x="27979" y="0"/>
                        <a:pt x="30776" y="515"/>
                        <a:pt x="33233" y="1546"/>
                      </a:cubicBezTo>
                      <a:cubicBezTo>
                        <a:pt x="35691" y="2572"/>
                        <a:pt x="37775" y="4002"/>
                        <a:pt x="39482" y="5832"/>
                      </a:cubicBezTo>
                      <a:cubicBezTo>
                        <a:pt x="41189" y="7658"/>
                        <a:pt x="42485" y="9846"/>
                        <a:pt x="43378" y="12389"/>
                      </a:cubicBezTo>
                      <a:cubicBezTo>
                        <a:pt x="44266" y="14931"/>
                        <a:pt x="44707" y="17724"/>
                        <a:pt x="44707" y="20752"/>
                      </a:cubicBezTo>
                      <a:lnTo>
                        <a:pt x="44707" y="54625"/>
                      </a:lnTo>
                      <a:close/>
                      <a:moveTo>
                        <a:pt x="19608" y="46575"/>
                      </a:moveTo>
                      <a:cubicBezTo>
                        <a:pt x="20934" y="46575"/>
                        <a:pt x="22156" y="46459"/>
                        <a:pt x="23272" y="46217"/>
                      </a:cubicBezTo>
                      <a:cubicBezTo>
                        <a:pt x="24385" y="45977"/>
                        <a:pt x="25442" y="45615"/>
                        <a:pt x="26436" y="45134"/>
                      </a:cubicBezTo>
                      <a:cubicBezTo>
                        <a:pt x="27426" y="44656"/>
                        <a:pt x="28386" y="44062"/>
                        <a:pt x="29312" y="43360"/>
                      </a:cubicBezTo>
                      <a:cubicBezTo>
                        <a:pt x="30234" y="42658"/>
                        <a:pt x="31164" y="41826"/>
                        <a:pt x="32109" y="40866"/>
                      </a:cubicBezTo>
                      <a:lnTo>
                        <a:pt x="32109" y="31886"/>
                      </a:lnTo>
                      <a:cubicBezTo>
                        <a:pt x="28341" y="31886"/>
                        <a:pt x="25200" y="32125"/>
                        <a:pt x="22671" y="32596"/>
                      </a:cubicBezTo>
                      <a:cubicBezTo>
                        <a:pt x="20143" y="33070"/>
                        <a:pt x="18111" y="33678"/>
                        <a:pt x="16579" y="34414"/>
                      </a:cubicBezTo>
                      <a:cubicBezTo>
                        <a:pt x="15044" y="35153"/>
                        <a:pt x="13954" y="36012"/>
                        <a:pt x="13311" y="36994"/>
                      </a:cubicBezTo>
                      <a:cubicBezTo>
                        <a:pt x="12665" y="37976"/>
                        <a:pt x="12344" y="39048"/>
                        <a:pt x="12344" y="40205"/>
                      </a:cubicBezTo>
                      <a:cubicBezTo>
                        <a:pt x="12344" y="42486"/>
                        <a:pt x="13013" y="44118"/>
                        <a:pt x="14353" y="45104"/>
                      </a:cubicBezTo>
                      <a:cubicBezTo>
                        <a:pt x="15698" y="46086"/>
                        <a:pt x="17450"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79" name="Google Shape;2179;p90"/>
                <p:cNvSpPr/>
                <p:nvPr/>
              </p:nvSpPr>
              <p:spPr>
                <a:xfrm>
                  <a:off x="4776547" y="3956157"/>
                  <a:ext cx="42615" cy="82643"/>
                </a:xfrm>
                <a:custGeom>
                  <a:rect b="b" l="l" r="r" t="t"/>
                  <a:pathLst>
                    <a:path extrusionOk="0" h="82643" w="42615">
                      <a:moveTo>
                        <a:pt x="12340" y="77834"/>
                      </a:moveTo>
                      <a:cubicBezTo>
                        <a:pt x="12027" y="78637"/>
                        <a:pt x="11623" y="79335"/>
                        <a:pt x="11138" y="79925"/>
                      </a:cubicBezTo>
                      <a:cubicBezTo>
                        <a:pt x="10648" y="80519"/>
                        <a:pt x="10092" y="81015"/>
                        <a:pt x="9464" y="81415"/>
                      </a:cubicBezTo>
                      <a:cubicBezTo>
                        <a:pt x="8837" y="81818"/>
                        <a:pt x="8172" y="82121"/>
                        <a:pt x="7477" y="82330"/>
                      </a:cubicBezTo>
                      <a:cubicBezTo>
                        <a:pt x="6779" y="82539"/>
                        <a:pt x="6099" y="82643"/>
                        <a:pt x="5438" y="82643"/>
                      </a:cubicBezTo>
                      <a:lnTo>
                        <a:pt x="0" y="82643"/>
                      </a:lnTo>
                      <a:lnTo>
                        <a:pt x="30537" y="4548"/>
                      </a:lnTo>
                      <a:cubicBezTo>
                        <a:pt x="31131" y="3084"/>
                        <a:pt x="31982" y="1960"/>
                        <a:pt x="33099" y="1180"/>
                      </a:cubicBezTo>
                      <a:cubicBezTo>
                        <a:pt x="34212" y="392"/>
                        <a:pt x="35553" y="0"/>
                        <a:pt x="37125" y="0"/>
                      </a:cubicBezTo>
                      <a:lnTo>
                        <a:pt x="42616" y="0"/>
                      </a:lnTo>
                      <a:lnTo>
                        <a:pt x="12340" y="77834"/>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0" name="Google Shape;2180;p90"/>
                <p:cNvSpPr/>
                <p:nvPr/>
              </p:nvSpPr>
              <p:spPr>
                <a:xfrm>
                  <a:off x="4819843" y="3957415"/>
                  <a:ext cx="51082" cy="77259"/>
                </a:xfrm>
                <a:custGeom>
                  <a:rect b="b" l="l" r="r" t="t"/>
                  <a:pathLst>
                    <a:path extrusionOk="0" h="77259" w="51082">
                      <a:moveTo>
                        <a:pt x="46272" y="14580"/>
                      </a:moveTo>
                      <a:cubicBezTo>
                        <a:pt x="45891" y="15350"/>
                        <a:pt x="45447" y="15887"/>
                        <a:pt x="44943" y="16201"/>
                      </a:cubicBezTo>
                      <a:cubicBezTo>
                        <a:pt x="44435" y="16515"/>
                        <a:pt x="43833" y="16671"/>
                        <a:pt x="43135" y="16671"/>
                      </a:cubicBezTo>
                      <a:cubicBezTo>
                        <a:pt x="42440" y="16671"/>
                        <a:pt x="41656" y="16402"/>
                        <a:pt x="40786" y="15865"/>
                      </a:cubicBezTo>
                      <a:cubicBezTo>
                        <a:pt x="39912" y="15323"/>
                        <a:pt x="38884" y="14722"/>
                        <a:pt x="37697" y="14058"/>
                      </a:cubicBezTo>
                      <a:cubicBezTo>
                        <a:pt x="36513" y="13397"/>
                        <a:pt x="35127" y="12796"/>
                        <a:pt x="33544" y="12254"/>
                      </a:cubicBezTo>
                      <a:cubicBezTo>
                        <a:pt x="31956" y="11713"/>
                        <a:pt x="30081" y="11444"/>
                        <a:pt x="27922" y="11444"/>
                      </a:cubicBezTo>
                      <a:cubicBezTo>
                        <a:pt x="25969" y="11444"/>
                        <a:pt x="24270" y="11679"/>
                        <a:pt x="22824" y="12150"/>
                      </a:cubicBezTo>
                      <a:cubicBezTo>
                        <a:pt x="21375" y="12620"/>
                        <a:pt x="20158" y="13274"/>
                        <a:pt x="19164" y="14114"/>
                      </a:cubicBezTo>
                      <a:cubicBezTo>
                        <a:pt x="18171" y="14946"/>
                        <a:pt x="17431" y="15951"/>
                        <a:pt x="16942" y="17119"/>
                      </a:cubicBezTo>
                      <a:cubicBezTo>
                        <a:pt x="16452" y="18284"/>
                        <a:pt x="16210" y="19569"/>
                        <a:pt x="16210" y="20961"/>
                      </a:cubicBezTo>
                      <a:cubicBezTo>
                        <a:pt x="16210" y="22735"/>
                        <a:pt x="16703" y="24221"/>
                        <a:pt x="17700" y="25401"/>
                      </a:cubicBezTo>
                      <a:cubicBezTo>
                        <a:pt x="18693" y="26588"/>
                        <a:pt x="20008" y="27596"/>
                        <a:pt x="21648" y="28436"/>
                      </a:cubicBezTo>
                      <a:cubicBezTo>
                        <a:pt x="23284" y="29269"/>
                        <a:pt x="25151" y="30020"/>
                        <a:pt x="27243" y="30681"/>
                      </a:cubicBezTo>
                      <a:cubicBezTo>
                        <a:pt x="29334" y="31345"/>
                        <a:pt x="31467" y="32051"/>
                        <a:pt x="33644" y="32797"/>
                      </a:cubicBezTo>
                      <a:cubicBezTo>
                        <a:pt x="35822" y="33548"/>
                        <a:pt x="37962" y="34418"/>
                        <a:pt x="40050" y="35415"/>
                      </a:cubicBezTo>
                      <a:cubicBezTo>
                        <a:pt x="42145" y="36408"/>
                        <a:pt x="44009" y="37659"/>
                        <a:pt x="45645" y="39179"/>
                      </a:cubicBezTo>
                      <a:cubicBezTo>
                        <a:pt x="47288" y="40694"/>
                        <a:pt x="48599" y="42546"/>
                        <a:pt x="49596" y="44742"/>
                      </a:cubicBezTo>
                      <a:cubicBezTo>
                        <a:pt x="50590" y="46937"/>
                        <a:pt x="51083" y="49607"/>
                        <a:pt x="51083" y="52743"/>
                      </a:cubicBezTo>
                      <a:cubicBezTo>
                        <a:pt x="51083" y="56156"/>
                        <a:pt x="50500" y="59356"/>
                        <a:pt x="49335" y="62332"/>
                      </a:cubicBezTo>
                      <a:cubicBezTo>
                        <a:pt x="48166" y="65315"/>
                        <a:pt x="46459" y="67910"/>
                        <a:pt x="44211" y="70120"/>
                      </a:cubicBezTo>
                      <a:cubicBezTo>
                        <a:pt x="41962" y="72338"/>
                        <a:pt x="39217" y="74078"/>
                        <a:pt x="35975" y="75347"/>
                      </a:cubicBezTo>
                      <a:cubicBezTo>
                        <a:pt x="32729" y="76621"/>
                        <a:pt x="29021" y="77259"/>
                        <a:pt x="24837" y="77259"/>
                      </a:cubicBezTo>
                      <a:cubicBezTo>
                        <a:pt x="22432" y="77259"/>
                        <a:pt x="20060" y="77020"/>
                        <a:pt x="17726" y="76550"/>
                      </a:cubicBezTo>
                      <a:cubicBezTo>
                        <a:pt x="15392" y="76083"/>
                        <a:pt x="13151" y="75411"/>
                        <a:pt x="11007" y="74537"/>
                      </a:cubicBezTo>
                      <a:cubicBezTo>
                        <a:pt x="8863" y="73667"/>
                        <a:pt x="6857" y="72622"/>
                        <a:pt x="4994" y="71405"/>
                      </a:cubicBezTo>
                      <a:cubicBezTo>
                        <a:pt x="3130" y="70184"/>
                        <a:pt x="1464" y="68821"/>
                        <a:pt x="0" y="67327"/>
                      </a:cubicBezTo>
                      <a:lnTo>
                        <a:pt x="4075" y="60581"/>
                      </a:lnTo>
                      <a:cubicBezTo>
                        <a:pt x="4460" y="60091"/>
                        <a:pt x="4923" y="59684"/>
                        <a:pt x="5464" y="59356"/>
                      </a:cubicBezTo>
                      <a:cubicBezTo>
                        <a:pt x="6002" y="59020"/>
                        <a:pt x="6603" y="58855"/>
                        <a:pt x="7268" y="58855"/>
                      </a:cubicBezTo>
                      <a:cubicBezTo>
                        <a:pt x="8138" y="58855"/>
                        <a:pt x="9080" y="59214"/>
                        <a:pt x="10092" y="59927"/>
                      </a:cubicBezTo>
                      <a:cubicBezTo>
                        <a:pt x="11100" y="60644"/>
                        <a:pt x="12296" y="61436"/>
                        <a:pt x="13674" y="62309"/>
                      </a:cubicBezTo>
                      <a:cubicBezTo>
                        <a:pt x="15048" y="63176"/>
                        <a:pt x="16673" y="63971"/>
                        <a:pt x="18537" y="64688"/>
                      </a:cubicBezTo>
                      <a:cubicBezTo>
                        <a:pt x="20400" y="65401"/>
                        <a:pt x="22641" y="65759"/>
                        <a:pt x="25252" y="65759"/>
                      </a:cubicBezTo>
                      <a:cubicBezTo>
                        <a:pt x="29263" y="65759"/>
                        <a:pt x="32367" y="64807"/>
                        <a:pt x="34563" y="62907"/>
                      </a:cubicBezTo>
                      <a:cubicBezTo>
                        <a:pt x="36756" y="61010"/>
                        <a:pt x="37854" y="58284"/>
                        <a:pt x="37854" y="54726"/>
                      </a:cubicBezTo>
                      <a:cubicBezTo>
                        <a:pt x="37854" y="52743"/>
                        <a:pt x="37361" y="51123"/>
                        <a:pt x="36367" y="49868"/>
                      </a:cubicBezTo>
                      <a:cubicBezTo>
                        <a:pt x="35370" y="48610"/>
                        <a:pt x="34059" y="47557"/>
                        <a:pt x="32416" y="46702"/>
                      </a:cubicBezTo>
                      <a:cubicBezTo>
                        <a:pt x="30780" y="45851"/>
                        <a:pt x="28916" y="45126"/>
                        <a:pt x="26821" y="44533"/>
                      </a:cubicBezTo>
                      <a:cubicBezTo>
                        <a:pt x="24733" y="43939"/>
                        <a:pt x="22604" y="43297"/>
                        <a:pt x="20441" y="42599"/>
                      </a:cubicBezTo>
                      <a:cubicBezTo>
                        <a:pt x="18283" y="41904"/>
                        <a:pt x="16158" y="41068"/>
                        <a:pt x="14062" y="40089"/>
                      </a:cubicBezTo>
                      <a:cubicBezTo>
                        <a:pt x="11974" y="39115"/>
                        <a:pt x="10111" y="37842"/>
                        <a:pt x="8471" y="36274"/>
                      </a:cubicBezTo>
                      <a:cubicBezTo>
                        <a:pt x="6831" y="34706"/>
                        <a:pt x="5517" y="32745"/>
                        <a:pt x="4523" y="30393"/>
                      </a:cubicBezTo>
                      <a:cubicBezTo>
                        <a:pt x="3530" y="28041"/>
                        <a:pt x="3033" y="25140"/>
                        <a:pt x="3033" y="21690"/>
                      </a:cubicBezTo>
                      <a:cubicBezTo>
                        <a:pt x="3033" y="18941"/>
                        <a:pt x="3582" y="16257"/>
                        <a:pt x="4680" y="13640"/>
                      </a:cubicBezTo>
                      <a:cubicBezTo>
                        <a:pt x="5778" y="11030"/>
                        <a:pt x="7380" y="8711"/>
                        <a:pt x="9491" y="6691"/>
                      </a:cubicBezTo>
                      <a:cubicBezTo>
                        <a:pt x="11597" y="4671"/>
                        <a:pt x="14185" y="3047"/>
                        <a:pt x="17255" y="1826"/>
                      </a:cubicBezTo>
                      <a:cubicBezTo>
                        <a:pt x="20322" y="609"/>
                        <a:pt x="23825" y="0"/>
                        <a:pt x="27766" y="0"/>
                      </a:cubicBezTo>
                      <a:cubicBezTo>
                        <a:pt x="32229" y="0"/>
                        <a:pt x="36341" y="695"/>
                        <a:pt x="40106" y="2087"/>
                      </a:cubicBezTo>
                      <a:cubicBezTo>
                        <a:pt x="43871" y="3480"/>
                        <a:pt x="47075" y="5436"/>
                        <a:pt x="49727" y="7942"/>
                      </a:cubicBezTo>
                      <a:lnTo>
                        <a:pt x="46272" y="1458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1" name="Google Shape;2181;p90"/>
                <p:cNvSpPr/>
                <p:nvPr/>
              </p:nvSpPr>
              <p:spPr>
                <a:xfrm>
                  <a:off x="4877361" y="3979366"/>
                  <a:ext cx="45230" cy="55252"/>
                </a:xfrm>
                <a:custGeom>
                  <a:rect b="b" l="l" r="r" t="t"/>
                  <a:pathLst>
                    <a:path extrusionOk="0" h="55252" w="45230">
                      <a:moveTo>
                        <a:pt x="41312" y="12179"/>
                      </a:moveTo>
                      <a:cubicBezTo>
                        <a:pt x="40924" y="12669"/>
                        <a:pt x="40550" y="13053"/>
                        <a:pt x="40184" y="13333"/>
                      </a:cubicBezTo>
                      <a:cubicBezTo>
                        <a:pt x="39818" y="13609"/>
                        <a:pt x="39288" y="13748"/>
                        <a:pt x="38589" y="13748"/>
                      </a:cubicBezTo>
                      <a:cubicBezTo>
                        <a:pt x="37925" y="13748"/>
                        <a:pt x="37282" y="13550"/>
                        <a:pt x="36658" y="13150"/>
                      </a:cubicBezTo>
                      <a:cubicBezTo>
                        <a:pt x="36031" y="12751"/>
                        <a:pt x="35276" y="12295"/>
                        <a:pt x="34406" y="11787"/>
                      </a:cubicBezTo>
                      <a:cubicBezTo>
                        <a:pt x="33536" y="11283"/>
                        <a:pt x="32498" y="10832"/>
                        <a:pt x="31295" y="10428"/>
                      </a:cubicBezTo>
                      <a:cubicBezTo>
                        <a:pt x="30096" y="10029"/>
                        <a:pt x="28602" y="9827"/>
                        <a:pt x="26828" y="9827"/>
                      </a:cubicBezTo>
                      <a:cubicBezTo>
                        <a:pt x="24557" y="9827"/>
                        <a:pt x="22570" y="10242"/>
                        <a:pt x="20863" y="11056"/>
                      </a:cubicBezTo>
                      <a:cubicBezTo>
                        <a:pt x="19157" y="11873"/>
                        <a:pt x="17733" y="13053"/>
                        <a:pt x="16602" y="14588"/>
                      </a:cubicBezTo>
                      <a:cubicBezTo>
                        <a:pt x="15470" y="16119"/>
                        <a:pt x="14622" y="17974"/>
                        <a:pt x="14070" y="20151"/>
                      </a:cubicBezTo>
                      <a:cubicBezTo>
                        <a:pt x="13509" y="22332"/>
                        <a:pt x="13229" y="24796"/>
                        <a:pt x="13229" y="27548"/>
                      </a:cubicBezTo>
                      <a:cubicBezTo>
                        <a:pt x="13229" y="30404"/>
                        <a:pt x="13535" y="32951"/>
                        <a:pt x="14144" y="35180"/>
                      </a:cubicBezTo>
                      <a:cubicBezTo>
                        <a:pt x="14753" y="37412"/>
                        <a:pt x="15638" y="39287"/>
                        <a:pt x="16785" y="40799"/>
                      </a:cubicBezTo>
                      <a:cubicBezTo>
                        <a:pt x="17935" y="42315"/>
                        <a:pt x="19332" y="43465"/>
                        <a:pt x="20968" y="44253"/>
                      </a:cubicBezTo>
                      <a:cubicBezTo>
                        <a:pt x="22607" y="45033"/>
                        <a:pt x="24453" y="45425"/>
                        <a:pt x="26514" y="45425"/>
                      </a:cubicBezTo>
                      <a:cubicBezTo>
                        <a:pt x="28565" y="45425"/>
                        <a:pt x="30234" y="45171"/>
                        <a:pt x="31508" y="44667"/>
                      </a:cubicBezTo>
                      <a:cubicBezTo>
                        <a:pt x="32774" y="44167"/>
                        <a:pt x="33850" y="43603"/>
                        <a:pt x="34720" y="42994"/>
                      </a:cubicBezTo>
                      <a:cubicBezTo>
                        <a:pt x="35590" y="42386"/>
                        <a:pt x="36348" y="41829"/>
                        <a:pt x="36995" y="41322"/>
                      </a:cubicBezTo>
                      <a:cubicBezTo>
                        <a:pt x="37641" y="40818"/>
                        <a:pt x="38365" y="40564"/>
                        <a:pt x="39165" y="40564"/>
                      </a:cubicBezTo>
                      <a:cubicBezTo>
                        <a:pt x="40214" y="40564"/>
                        <a:pt x="40998" y="40963"/>
                        <a:pt x="41518" y="41766"/>
                      </a:cubicBezTo>
                      <a:lnTo>
                        <a:pt x="45230" y="46470"/>
                      </a:lnTo>
                      <a:cubicBezTo>
                        <a:pt x="43803" y="48147"/>
                        <a:pt x="42253" y="49547"/>
                        <a:pt x="40576" y="50678"/>
                      </a:cubicBezTo>
                      <a:cubicBezTo>
                        <a:pt x="38903" y="51814"/>
                        <a:pt x="37170" y="52721"/>
                        <a:pt x="35374" y="53396"/>
                      </a:cubicBezTo>
                      <a:cubicBezTo>
                        <a:pt x="33577" y="54076"/>
                        <a:pt x="31721" y="54558"/>
                        <a:pt x="29809" y="54834"/>
                      </a:cubicBezTo>
                      <a:cubicBezTo>
                        <a:pt x="27889" y="55110"/>
                        <a:pt x="25988" y="55252"/>
                        <a:pt x="24105" y="55252"/>
                      </a:cubicBezTo>
                      <a:cubicBezTo>
                        <a:pt x="20792" y="55252"/>
                        <a:pt x="17674" y="54633"/>
                        <a:pt x="14746" y="53396"/>
                      </a:cubicBezTo>
                      <a:cubicBezTo>
                        <a:pt x="11817" y="52161"/>
                        <a:pt x="9266" y="50357"/>
                        <a:pt x="7089" y="47986"/>
                      </a:cubicBezTo>
                      <a:cubicBezTo>
                        <a:pt x="4908" y="45615"/>
                        <a:pt x="3182" y="42718"/>
                        <a:pt x="1909" y="39287"/>
                      </a:cubicBezTo>
                      <a:cubicBezTo>
                        <a:pt x="635" y="35852"/>
                        <a:pt x="0" y="31939"/>
                        <a:pt x="0" y="27548"/>
                      </a:cubicBezTo>
                      <a:cubicBezTo>
                        <a:pt x="0" y="23612"/>
                        <a:pt x="564" y="19961"/>
                        <a:pt x="1699" y="16600"/>
                      </a:cubicBezTo>
                      <a:cubicBezTo>
                        <a:pt x="2835" y="13236"/>
                        <a:pt x="4497" y="10324"/>
                        <a:pt x="6693" y="7871"/>
                      </a:cubicBezTo>
                      <a:cubicBezTo>
                        <a:pt x="8889" y="5414"/>
                        <a:pt x="11608" y="3487"/>
                        <a:pt x="14854" y="2095"/>
                      </a:cubicBezTo>
                      <a:cubicBezTo>
                        <a:pt x="18092" y="698"/>
                        <a:pt x="21823" y="0"/>
                        <a:pt x="26040" y="0"/>
                      </a:cubicBezTo>
                      <a:cubicBezTo>
                        <a:pt x="30047" y="0"/>
                        <a:pt x="33558" y="646"/>
                        <a:pt x="36576" y="1934"/>
                      </a:cubicBezTo>
                      <a:cubicBezTo>
                        <a:pt x="39594" y="3226"/>
                        <a:pt x="42302" y="5070"/>
                        <a:pt x="44707" y="7475"/>
                      </a:cubicBezTo>
                      <a:lnTo>
                        <a:pt x="41312" y="1217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2" name="Google Shape;2182;p90"/>
                <p:cNvSpPr/>
                <p:nvPr/>
              </p:nvSpPr>
              <p:spPr>
                <a:xfrm>
                  <a:off x="4928182" y="3979209"/>
                  <a:ext cx="44707" cy="55465"/>
                </a:xfrm>
                <a:custGeom>
                  <a:rect b="b" l="l" r="r" t="t"/>
                  <a:pathLst>
                    <a:path extrusionOk="0" h="55465" w="44707">
                      <a:moveTo>
                        <a:pt x="44707" y="54625"/>
                      </a:moveTo>
                      <a:lnTo>
                        <a:pt x="38903" y="54625"/>
                      </a:lnTo>
                      <a:cubicBezTo>
                        <a:pt x="37686" y="54625"/>
                        <a:pt x="36726" y="54446"/>
                        <a:pt x="36031" y="54080"/>
                      </a:cubicBezTo>
                      <a:cubicBezTo>
                        <a:pt x="35329" y="53710"/>
                        <a:pt x="34810" y="52971"/>
                        <a:pt x="34462" y="51855"/>
                      </a:cubicBezTo>
                      <a:lnTo>
                        <a:pt x="33308" y="48042"/>
                      </a:lnTo>
                      <a:cubicBezTo>
                        <a:pt x="31952" y="49260"/>
                        <a:pt x="30619" y="50331"/>
                        <a:pt x="29312" y="51257"/>
                      </a:cubicBezTo>
                      <a:cubicBezTo>
                        <a:pt x="28004" y="52176"/>
                        <a:pt x="26652" y="52952"/>
                        <a:pt x="25259" y="53583"/>
                      </a:cubicBezTo>
                      <a:cubicBezTo>
                        <a:pt x="23862" y="54210"/>
                        <a:pt x="22383" y="54677"/>
                        <a:pt x="20815" y="54991"/>
                      </a:cubicBezTo>
                      <a:cubicBezTo>
                        <a:pt x="19246" y="55304"/>
                        <a:pt x="17502" y="55465"/>
                        <a:pt x="15582" y="55465"/>
                      </a:cubicBezTo>
                      <a:cubicBezTo>
                        <a:pt x="13319" y="55465"/>
                        <a:pt x="11227" y="55159"/>
                        <a:pt x="9311" y="54547"/>
                      </a:cubicBezTo>
                      <a:cubicBezTo>
                        <a:pt x="7391" y="53934"/>
                        <a:pt x="5748" y="53016"/>
                        <a:pt x="4366" y="51791"/>
                      </a:cubicBezTo>
                      <a:cubicBezTo>
                        <a:pt x="2992" y="50566"/>
                        <a:pt x="1920" y="49047"/>
                        <a:pt x="1154" y="47228"/>
                      </a:cubicBezTo>
                      <a:cubicBezTo>
                        <a:pt x="385" y="45410"/>
                        <a:pt x="0" y="43293"/>
                        <a:pt x="0" y="40885"/>
                      </a:cubicBezTo>
                      <a:cubicBezTo>
                        <a:pt x="0" y="38854"/>
                        <a:pt x="534" y="36856"/>
                        <a:pt x="1595" y="34877"/>
                      </a:cubicBezTo>
                      <a:cubicBezTo>
                        <a:pt x="2659" y="32902"/>
                        <a:pt x="4430" y="31117"/>
                        <a:pt x="6906" y="29526"/>
                      </a:cubicBezTo>
                      <a:cubicBezTo>
                        <a:pt x="9378" y="27936"/>
                        <a:pt x="12673" y="26614"/>
                        <a:pt x="16789" y="25569"/>
                      </a:cubicBezTo>
                      <a:cubicBezTo>
                        <a:pt x="20901" y="24519"/>
                        <a:pt x="26006" y="23993"/>
                        <a:pt x="32109" y="23993"/>
                      </a:cubicBezTo>
                      <a:lnTo>
                        <a:pt x="32109" y="20834"/>
                      </a:lnTo>
                      <a:cubicBezTo>
                        <a:pt x="32109" y="17216"/>
                        <a:pt x="31351" y="14539"/>
                        <a:pt x="29835" y="12803"/>
                      </a:cubicBezTo>
                      <a:cubicBezTo>
                        <a:pt x="28318" y="11059"/>
                        <a:pt x="26115" y="10193"/>
                        <a:pt x="23216" y="10193"/>
                      </a:cubicBezTo>
                      <a:cubicBezTo>
                        <a:pt x="21128" y="10193"/>
                        <a:pt x="19384" y="10439"/>
                        <a:pt x="17991" y="10925"/>
                      </a:cubicBezTo>
                      <a:cubicBezTo>
                        <a:pt x="16594" y="11414"/>
                        <a:pt x="15384" y="11967"/>
                        <a:pt x="14353" y="12572"/>
                      </a:cubicBezTo>
                      <a:cubicBezTo>
                        <a:pt x="13326" y="13184"/>
                        <a:pt x="12378" y="13729"/>
                        <a:pt x="11507" y="14218"/>
                      </a:cubicBezTo>
                      <a:cubicBezTo>
                        <a:pt x="10633" y="14707"/>
                        <a:pt x="9674" y="14950"/>
                        <a:pt x="8632" y="14950"/>
                      </a:cubicBezTo>
                      <a:cubicBezTo>
                        <a:pt x="7761" y="14950"/>
                        <a:pt x="7007" y="14726"/>
                        <a:pt x="6379" y="14270"/>
                      </a:cubicBezTo>
                      <a:cubicBezTo>
                        <a:pt x="5756" y="13819"/>
                        <a:pt x="5251" y="13262"/>
                        <a:pt x="4863" y="12598"/>
                      </a:cubicBezTo>
                      <a:lnTo>
                        <a:pt x="2510" y="8472"/>
                      </a:lnTo>
                      <a:cubicBezTo>
                        <a:pt x="8684" y="2823"/>
                        <a:pt x="16124" y="0"/>
                        <a:pt x="24841" y="0"/>
                      </a:cubicBezTo>
                      <a:cubicBezTo>
                        <a:pt x="27979" y="0"/>
                        <a:pt x="30776" y="515"/>
                        <a:pt x="33233" y="1546"/>
                      </a:cubicBezTo>
                      <a:cubicBezTo>
                        <a:pt x="35691" y="2572"/>
                        <a:pt x="37775" y="4002"/>
                        <a:pt x="39482" y="5832"/>
                      </a:cubicBezTo>
                      <a:cubicBezTo>
                        <a:pt x="41189" y="7658"/>
                        <a:pt x="42485" y="9846"/>
                        <a:pt x="43378" y="12389"/>
                      </a:cubicBezTo>
                      <a:cubicBezTo>
                        <a:pt x="44266" y="14931"/>
                        <a:pt x="44707" y="17724"/>
                        <a:pt x="44707" y="20752"/>
                      </a:cubicBezTo>
                      <a:lnTo>
                        <a:pt x="44707" y="54625"/>
                      </a:lnTo>
                      <a:close/>
                      <a:moveTo>
                        <a:pt x="19608" y="46575"/>
                      </a:moveTo>
                      <a:cubicBezTo>
                        <a:pt x="20934" y="46575"/>
                        <a:pt x="22156" y="46459"/>
                        <a:pt x="23272" y="46217"/>
                      </a:cubicBezTo>
                      <a:cubicBezTo>
                        <a:pt x="24385" y="45977"/>
                        <a:pt x="25442" y="45615"/>
                        <a:pt x="26436" y="45134"/>
                      </a:cubicBezTo>
                      <a:cubicBezTo>
                        <a:pt x="27426" y="44656"/>
                        <a:pt x="28385" y="44062"/>
                        <a:pt x="29312" y="43360"/>
                      </a:cubicBezTo>
                      <a:cubicBezTo>
                        <a:pt x="30234" y="42658"/>
                        <a:pt x="31164" y="41826"/>
                        <a:pt x="32109" y="40866"/>
                      </a:cubicBezTo>
                      <a:lnTo>
                        <a:pt x="32109" y="31886"/>
                      </a:lnTo>
                      <a:cubicBezTo>
                        <a:pt x="28341" y="31886"/>
                        <a:pt x="25200" y="32125"/>
                        <a:pt x="22671" y="32596"/>
                      </a:cubicBezTo>
                      <a:cubicBezTo>
                        <a:pt x="20143" y="33070"/>
                        <a:pt x="18111" y="33678"/>
                        <a:pt x="16579" y="34414"/>
                      </a:cubicBezTo>
                      <a:cubicBezTo>
                        <a:pt x="15044" y="35153"/>
                        <a:pt x="13954" y="36012"/>
                        <a:pt x="13311" y="36994"/>
                      </a:cubicBezTo>
                      <a:cubicBezTo>
                        <a:pt x="12665" y="37976"/>
                        <a:pt x="12344" y="39048"/>
                        <a:pt x="12344" y="40205"/>
                      </a:cubicBezTo>
                      <a:cubicBezTo>
                        <a:pt x="12344" y="42486"/>
                        <a:pt x="13013" y="44118"/>
                        <a:pt x="14353" y="45104"/>
                      </a:cubicBezTo>
                      <a:cubicBezTo>
                        <a:pt x="15698" y="46086"/>
                        <a:pt x="17450"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3" name="Google Shape;2183;p90"/>
                <p:cNvSpPr/>
                <p:nvPr/>
              </p:nvSpPr>
              <p:spPr>
                <a:xfrm>
                  <a:off x="4986436" y="3956157"/>
                  <a:ext cx="12915" cy="77677"/>
                </a:xfrm>
                <a:custGeom>
                  <a:rect b="b" l="l" r="r" t="t"/>
                  <a:pathLst>
                    <a:path extrusionOk="0" h="77677" w="12915">
                      <a:moveTo>
                        <a:pt x="12915" y="0"/>
                      </a:moveTo>
                      <a:lnTo>
                        <a:pt x="12915" y="77677"/>
                      </a:lnTo>
                      <a:lnTo>
                        <a:pt x="0" y="77677"/>
                      </a:ln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4" name="Google Shape;2184;p90"/>
                <p:cNvSpPr/>
                <p:nvPr/>
              </p:nvSpPr>
              <p:spPr>
                <a:xfrm>
                  <a:off x="5011273" y="3979209"/>
                  <a:ext cx="44703" cy="55465"/>
                </a:xfrm>
                <a:custGeom>
                  <a:rect b="b" l="l" r="r" t="t"/>
                  <a:pathLst>
                    <a:path extrusionOk="0" h="55465" w="44703">
                      <a:moveTo>
                        <a:pt x="44703" y="54625"/>
                      </a:moveTo>
                      <a:lnTo>
                        <a:pt x="38903" y="54625"/>
                      </a:lnTo>
                      <a:cubicBezTo>
                        <a:pt x="37682" y="54625"/>
                        <a:pt x="36726" y="54446"/>
                        <a:pt x="36027" y="54080"/>
                      </a:cubicBezTo>
                      <a:cubicBezTo>
                        <a:pt x="35329" y="53710"/>
                        <a:pt x="34806" y="52971"/>
                        <a:pt x="34459" y="51855"/>
                      </a:cubicBezTo>
                      <a:lnTo>
                        <a:pt x="33308" y="48042"/>
                      </a:lnTo>
                      <a:cubicBezTo>
                        <a:pt x="31949" y="49260"/>
                        <a:pt x="30615" y="50331"/>
                        <a:pt x="29308" y="51257"/>
                      </a:cubicBezTo>
                      <a:cubicBezTo>
                        <a:pt x="28001" y="52176"/>
                        <a:pt x="26649" y="52952"/>
                        <a:pt x="25256" y="53583"/>
                      </a:cubicBezTo>
                      <a:cubicBezTo>
                        <a:pt x="23859" y="54210"/>
                        <a:pt x="22380" y="54677"/>
                        <a:pt x="20811" y="54991"/>
                      </a:cubicBezTo>
                      <a:cubicBezTo>
                        <a:pt x="19242" y="55304"/>
                        <a:pt x="17498" y="55465"/>
                        <a:pt x="15578" y="55465"/>
                      </a:cubicBezTo>
                      <a:cubicBezTo>
                        <a:pt x="13315" y="55465"/>
                        <a:pt x="11223" y="55159"/>
                        <a:pt x="9307" y="54547"/>
                      </a:cubicBezTo>
                      <a:cubicBezTo>
                        <a:pt x="7388" y="53934"/>
                        <a:pt x="5744" y="53016"/>
                        <a:pt x="4366" y="51791"/>
                      </a:cubicBezTo>
                      <a:cubicBezTo>
                        <a:pt x="2988" y="50566"/>
                        <a:pt x="1916" y="49047"/>
                        <a:pt x="1150" y="47228"/>
                      </a:cubicBezTo>
                      <a:cubicBezTo>
                        <a:pt x="381" y="45410"/>
                        <a:pt x="0" y="43293"/>
                        <a:pt x="0" y="40885"/>
                      </a:cubicBezTo>
                      <a:cubicBezTo>
                        <a:pt x="0" y="38854"/>
                        <a:pt x="530" y="36856"/>
                        <a:pt x="1591" y="34877"/>
                      </a:cubicBezTo>
                      <a:cubicBezTo>
                        <a:pt x="2656" y="32902"/>
                        <a:pt x="4426" y="31117"/>
                        <a:pt x="6902" y="29526"/>
                      </a:cubicBezTo>
                      <a:cubicBezTo>
                        <a:pt x="9375" y="27936"/>
                        <a:pt x="12669" y="26614"/>
                        <a:pt x="16785" y="25569"/>
                      </a:cubicBezTo>
                      <a:cubicBezTo>
                        <a:pt x="20897" y="24519"/>
                        <a:pt x="26003" y="23993"/>
                        <a:pt x="32106" y="23993"/>
                      </a:cubicBezTo>
                      <a:lnTo>
                        <a:pt x="32106" y="20834"/>
                      </a:lnTo>
                      <a:cubicBezTo>
                        <a:pt x="32106" y="17216"/>
                        <a:pt x="31347" y="14539"/>
                        <a:pt x="29831" y="12803"/>
                      </a:cubicBezTo>
                      <a:cubicBezTo>
                        <a:pt x="28315" y="11059"/>
                        <a:pt x="26111" y="10193"/>
                        <a:pt x="23212" y="10193"/>
                      </a:cubicBezTo>
                      <a:cubicBezTo>
                        <a:pt x="21125" y="10193"/>
                        <a:pt x="19381" y="10439"/>
                        <a:pt x="17987" y="10925"/>
                      </a:cubicBezTo>
                      <a:cubicBezTo>
                        <a:pt x="16591" y="11414"/>
                        <a:pt x="15380" y="11967"/>
                        <a:pt x="14350" y="12572"/>
                      </a:cubicBezTo>
                      <a:cubicBezTo>
                        <a:pt x="13323" y="13184"/>
                        <a:pt x="12374" y="13729"/>
                        <a:pt x="11504" y="14218"/>
                      </a:cubicBezTo>
                      <a:cubicBezTo>
                        <a:pt x="10630" y="14707"/>
                        <a:pt x="9670" y="14950"/>
                        <a:pt x="8628" y="14950"/>
                      </a:cubicBezTo>
                      <a:cubicBezTo>
                        <a:pt x="7758" y="14950"/>
                        <a:pt x="7007" y="14726"/>
                        <a:pt x="6379" y="14270"/>
                      </a:cubicBezTo>
                      <a:cubicBezTo>
                        <a:pt x="5752" y="13819"/>
                        <a:pt x="5247" y="13262"/>
                        <a:pt x="4859" y="12598"/>
                      </a:cubicBezTo>
                      <a:lnTo>
                        <a:pt x="2506" y="8472"/>
                      </a:lnTo>
                      <a:cubicBezTo>
                        <a:pt x="8680" y="2823"/>
                        <a:pt x="16120" y="0"/>
                        <a:pt x="24837" y="0"/>
                      </a:cubicBezTo>
                      <a:cubicBezTo>
                        <a:pt x="27975" y="0"/>
                        <a:pt x="30772" y="515"/>
                        <a:pt x="33230" y="1546"/>
                      </a:cubicBezTo>
                      <a:cubicBezTo>
                        <a:pt x="35687" y="2572"/>
                        <a:pt x="37771" y="4002"/>
                        <a:pt x="39478" y="5832"/>
                      </a:cubicBezTo>
                      <a:cubicBezTo>
                        <a:pt x="41185" y="7658"/>
                        <a:pt x="42485" y="9846"/>
                        <a:pt x="43374" y="12389"/>
                      </a:cubicBezTo>
                      <a:cubicBezTo>
                        <a:pt x="44263" y="14931"/>
                        <a:pt x="44703" y="17724"/>
                        <a:pt x="44703" y="20752"/>
                      </a:cubicBezTo>
                      <a:lnTo>
                        <a:pt x="44703" y="54625"/>
                      </a:lnTo>
                      <a:close/>
                      <a:moveTo>
                        <a:pt x="19608" y="46575"/>
                      </a:moveTo>
                      <a:cubicBezTo>
                        <a:pt x="20931" y="46575"/>
                        <a:pt x="22152" y="46459"/>
                        <a:pt x="23269" y="46217"/>
                      </a:cubicBezTo>
                      <a:cubicBezTo>
                        <a:pt x="24382" y="45977"/>
                        <a:pt x="25439" y="45615"/>
                        <a:pt x="26432" y="45134"/>
                      </a:cubicBezTo>
                      <a:cubicBezTo>
                        <a:pt x="27422" y="44656"/>
                        <a:pt x="28382" y="44062"/>
                        <a:pt x="29308" y="43360"/>
                      </a:cubicBezTo>
                      <a:cubicBezTo>
                        <a:pt x="30231" y="42658"/>
                        <a:pt x="31161" y="41826"/>
                        <a:pt x="32106" y="40866"/>
                      </a:cubicBezTo>
                      <a:lnTo>
                        <a:pt x="32106" y="31886"/>
                      </a:lnTo>
                      <a:cubicBezTo>
                        <a:pt x="28337" y="31886"/>
                        <a:pt x="25196" y="32125"/>
                        <a:pt x="22667" y="32596"/>
                      </a:cubicBezTo>
                      <a:cubicBezTo>
                        <a:pt x="20139" y="33070"/>
                        <a:pt x="18107" y="33678"/>
                        <a:pt x="16576" y="34414"/>
                      </a:cubicBezTo>
                      <a:cubicBezTo>
                        <a:pt x="15041" y="35153"/>
                        <a:pt x="13950" y="36012"/>
                        <a:pt x="13308" y="36994"/>
                      </a:cubicBezTo>
                      <a:cubicBezTo>
                        <a:pt x="12661" y="37976"/>
                        <a:pt x="12340" y="39048"/>
                        <a:pt x="12340" y="40205"/>
                      </a:cubicBezTo>
                      <a:cubicBezTo>
                        <a:pt x="12340" y="42486"/>
                        <a:pt x="13009" y="44118"/>
                        <a:pt x="14350" y="45104"/>
                      </a:cubicBezTo>
                      <a:cubicBezTo>
                        <a:pt x="15694" y="46086"/>
                        <a:pt x="17446"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185" name="Google Shape;2185;p90"/>
              <p:cNvGrpSpPr/>
              <p:nvPr/>
            </p:nvGrpSpPr>
            <p:grpSpPr>
              <a:xfrm>
                <a:off x="4639143" y="3653688"/>
                <a:ext cx="351875" cy="226807"/>
                <a:chOff x="4639143" y="3653688"/>
                <a:chExt cx="351875" cy="226807"/>
              </a:xfrm>
            </p:grpSpPr>
            <p:sp>
              <p:nvSpPr>
                <p:cNvPr id="2186" name="Google Shape;2186;p90"/>
                <p:cNvSpPr/>
                <p:nvPr/>
              </p:nvSpPr>
              <p:spPr>
                <a:xfrm>
                  <a:off x="4639143" y="3653688"/>
                  <a:ext cx="174540" cy="226807"/>
                </a:xfrm>
                <a:custGeom>
                  <a:rect b="b" l="l" r="r" t="t"/>
                  <a:pathLst>
                    <a:path extrusionOk="0" h="226807" w="174540">
                      <a:moveTo>
                        <a:pt x="101452" y="0"/>
                      </a:moveTo>
                      <a:cubicBezTo>
                        <a:pt x="113691" y="28866"/>
                        <a:pt x="57578" y="46553"/>
                        <a:pt x="52360" y="70613"/>
                      </a:cubicBezTo>
                      <a:cubicBezTo>
                        <a:pt x="47591" y="92698"/>
                        <a:pt x="85601" y="118600"/>
                        <a:pt x="85635" y="118600"/>
                      </a:cubicBezTo>
                      <a:cubicBezTo>
                        <a:pt x="79838" y="109467"/>
                        <a:pt x="75610" y="101764"/>
                        <a:pt x="69817" y="87520"/>
                      </a:cubicBezTo>
                      <a:cubicBezTo>
                        <a:pt x="59998" y="63459"/>
                        <a:pt x="129643" y="41747"/>
                        <a:pt x="101452" y="0"/>
                      </a:cubicBezTo>
                      <a:close/>
                      <a:moveTo>
                        <a:pt x="138544" y="40078"/>
                      </a:moveTo>
                      <a:cubicBezTo>
                        <a:pt x="138544" y="40078"/>
                        <a:pt x="89485" y="43181"/>
                        <a:pt x="86998" y="75251"/>
                      </a:cubicBezTo>
                      <a:cubicBezTo>
                        <a:pt x="85874" y="89528"/>
                        <a:pt x="99951" y="97026"/>
                        <a:pt x="100362" y="107421"/>
                      </a:cubicBezTo>
                      <a:cubicBezTo>
                        <a:pt x="100701" y="115907"/>
                        <a:pt x="91906" y="122960"/>
                        <a:pt x="91906" y="122960"/>
                      </a:cubicBezTo>
                      <a:cubicBezTo>
                        <a:pt x="91906" y="122960"/>
                        <a:pt x="107689" y="120097"/>
                        <a:pt x="112634" y="107148"/>
                      </a:cubicBezTo>
                      <a:cubicBezTo>
                        <a:pt x="118087" y="92766"/>
                        <a:pt x="101997" y="82953"/>
                        <a:pt x="103633" y="71431"/>
                      </a:cubicBezTo>
                      <a:cubicBezTo>
                        <a:pt x="105202" y="60424"/>
                        <a:pt x="138544" y="40078"/>
                        <a:pt x="138544" y="40078"/>
                      </a:cubicBezTo>
                      <a:close/>
                      <a:moveTo>
                        <a:pt x="150540" y="113962"/>
                      </a:moveTo>
                      <a:cubicBezTo>
                        <a:pt x="145393" y="113727"/>
                        <a:pt x="139601" y="115635"/>
                        <a:pt x="134450" y="119417"/>
                      </a:cubicBezTo>
                      <a:cubicBezTo>
                        <a:pt x="144609" y="117166"/>
                        <a:pt x="153270" y="123539"/>
                        <a:pt x="153270" y="130869"/>
                      </a:cubicBezTo>
                      <a:cubicBezTo>
                        <a:pt x="153270" y="147294"/>
                        <a:pt x="129815" y="162766"/>
                        <a:pt x="129815" y="162766"/>
                      </a:cubicBezTo>
                      <a:cubicBezTo>
                        <a:pt x="129815" y="162766"/>
                        <a:pt x="166089" y="158711"/>
                        <a:pt x="166089" y="131686"/>
                      </a:cubicBezTo>
                      <a:cubicBezTo>
                        <a:pt x="166089" y="120541"/>
                        <a:pt x="159097" y="114373"/>
                        <a:pt x="150540" y="113962"/>
                      </a:cubicBezTo>
                      <a:close/>
                      <a:moveTo>
                        <a:pt x="54272" y="114235"/>
                      </a:moveTo>
                      <a:cubicBezTo>
                        <a:pt x="41622" y="114679"/>
                        <a:pt x="16363" y="116759"/>
                        <a:pt x="16363" y="126504"/>
                      </a:cubicBezTo>
                      <a:cubicBezTo>
                        <a:pt x="16363" y="140069"/>
                        <a:pt x="75203" y="141125"/>
                        <a:pt x="117270" y="132777"/>
                      </a:cubicBezTo>
                      <a:cubicBezTo>
                        <a:pt x="117270" y="132777"/>
                        <a:pt x="128725" y="124801"/>
                        <a:pt x="131724" y="121870"/>
                      </a:cubicBezTo>
                      <a:cubicBezTo>
                        <a:pt x="104145" y="127594"/>
                        <a:pt x="41181" y="128483"/>
                        <a:pt x="41181" y="123506"/>
                      </a:cubicBezTo>
                      <a:cubicBezTo>
                        <a:pt x="41181" y="118939"/>
                        <a:pt x="61361" y="114235"/>
                        <a:pt x="61361" y="114235"/>
                      </a:cubicBezTo>
                      <a:cubicBezTo>
                        <a:pt x="61361" y="114235"/>
                        <a:pt x="58497" y="114100"/>
                        <a:pt x="54272" y="114235"/>
                      </a:cubicBezTo>
                      <a:close/>
                      <a:moveTo>
                        <a:pt x="50451" y="139318"/>
                      </a:moveTo>
                      <a:cubicBezTo>
                        <a:pt x="43531" y="139318"/>
                        <a:pt x="33271" y="144702"/>
                        <a:pt x="33271" y="149952"/>
                      </a:cubicBezTo>
                      <a:cubicBezTo>
                        <a:pt x="33271" y="160518"/>
                        <a:pt x="85362" y="168628"/>
                        <a:pt x="123817" y="153223"/>
                      </a:cubicBezTo>
                      <a:lnTo>
                        <a:pt x="110453" y="145046"/>
                      </a:lnTo>
                      <a:cubicBezTo>
                        <a:pt x="84372" y="153566"/>
                        <a:pt x="36203" y="150736"/>
                        <a:pt x="50451" y="139318"/>
                      </a:cubicBezTo>
                      <a:close/>
                      <a:moveTo>
                        <a:pt x="56999" y="163039"/>
                      </a:moveTo>
                      <a:cubicBezTo>
                        <a:pt x="47553" y="163039"/>
                        <a:pt x="41454" y="169001"/>
                        <a:pt x="41454" y="173400"/>
                      </a:cubicBezTo>
                      <a:cubicBezTo>
                        <a:pt x="41454" y="186927"/>
                        <a:pt x="97874" y="188257"/>
                        <a:pt x="120269" y="174490"/>
                      </a:cubicBezTo>
                      <a:lnTo>
                        <a:pt x="106087" y="165219"/>
                      </a:lnTo>
                      <a:cubicBezTo>
                        <a:pt x="89384" y="172411"/>
                        <a:pt x="47351" y="173467"/>
                        <a:pt x="56999" y="163039"/>
                      </a:cubicBezTo>
                      <a:close/>
                      <a:moveTo>
                        <a:pt x="25364" y="175308"/>
                      </a:moveTo>
                      <a:cubicBezTo>
                        <a:pt x="9954" y="175002"/>
                        <a:pt x="0" y="181988"/>
                        <a:pt x="0" y="187850"/>
                      </a:cubicBezTo>
                      <a:cubicBezTo>
                        <a:pt x="0" y="219030"/>
                        <a:pt x="157906" y="217533"/>
                        <a:pt x="157906" y="185669"/>
                      </a:cubicBezTo>
                      <a:cubicBezTo>
                        <a:pt x="157906" y="180386"/>
                        <a:pt x="151668" y="177862"/>
                        <a:pt x="149450" y="176671"/>
                      </a:cubicBezTo>
                      <a:cubicBezTo>
                        <a:pt x="162339" y="207138"/>
                        <a:pt x="20453" y="204752"/>
                        <a:pt x="20453" y="186759"/>
                      </a:cubicBezTo>
                      <a:cubicBezTo>
                        <a:pt x="20453" y="182667"/>
                        <a:pt x="30951" y="178579"/>
                        <a:pt x="40636" y="180487"/>
                      </a:cubicBezTo>
                      <a:lnTo>
                        <a:pt x="32453" y="175853"/>
                      </a:lnTo>
                      <a:cubicBezTo>
                        <a:pt x="30033" y="175480"/>
                        <a:pt x="27579" y="175341"/>
                        <a:pt x="25364" y="175308"/>
                      </a:cubicBezTo>
                      <a:close/>
                      <a:moveTo>
                        <a:pt x="174541" y="196299"/>
                      </a:moveTo>
                      <a:cubicBezTo>
                        <a:pt x="150540" y="219508"/>
                        <a:pt x="89792" y="227823"/>
                        <a:pt x="28636" y="213478"/>
                      </a:cubicBezTo>
                      <a:cubicBezTo>
                        <a:pt x="89792" y="239036"/>
                        <a:pt x="174235" y="224825"/>
                        <a:pt x="174541" y="19629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87" name="Google Shape;2187;p90"/>
                <p:cNvSpPr/>
                <p:nvPr/>
              </p:nvSpPr>
              <p:spPr>
                <a:xfrm>
                  <a:off x="4867646" y="3665912"/>
                  <a:ext cx="123372" cy="204408"/>
                </a:xfrm>
                <a:custGeom>
                  <a:rect b="b" l="l" r="r" t="t"/>
                  <a:pathLst>
                    <a:path extrusionOk="0" h="204408" w="123372">
                      <a:moveTo>
                        <a:pt x="123373" y="0"/>
                      </a:moveTo>
                      <a:cubicBezTo>
                        <a:pt x="123373" y="16238"/>
                        <a:pt x="44984" y="28739"/>
                        <a:pt x="0" y="31677"/>
                      </a:cubicBezTo>
                      <a:lnTo>
                        <a:pt x="0" y="77853"/>
                      </a:lnTo>
                      <a:cubicBezTo>
                        <a:pt x="19000" y="79092"/>
                        <a:pt x="43945" y="82135"/>
                        <a:pt x="66441" y="86366"/>
                      </a:cubicBezTo>
                      <a:cubicBezTo>
                        <a:pt x="43949" y="90592"/>
                        <a:pt x="19000" y="93561"/>
                        <a:pt x="0" y="94800"/>
                      </a:cubicBezTo>
                      <a:lnTo>
                        <a:pt x="0" y="140976"/>
                      </a:lnTo>
                      <a:cubicBezTo>
                        <a:pt x="18977" y="142219"/>
                        <a:pt x="43889" y="145191"/>
                        <a:pt x="66366" y="149414"/>
                      </a:cubicBezTo>
                      <a:cubicBezTo>
                        <a:pt x="43889" y="153637"/>
                        <a:pt x="18977" y="156609"/>
                        <a:pt x="0" y="157852"/>
                      </a:cubicBezTo>
                      <a:lnTo>
                        <a:pt x="0" y="204409"/>
                      </a:lnTo>
                      <a:lnTo>
                        <a:pt x="22328" y="201187"/>
                      </a:lnTo>
                      <a:cubicBezTo>
                        <a:pt x="63905" y="194929"/>
                        <a:pt x="109781" y="183096"/>
                        <a:pt x="123373" y="172731"/>
                      </a:cubicBezTo>
                      <a:lnTo>
                        <a:pt x="123373" y="126097"/>
                      </a:lnTo>
                      <a:cubicBezTo>
                        <a:pt x="123373" y="123192"/>
                        <a:pt x="118046" y="120040"/>
                        <a:pt x="109486" y="116818"/>
                      </a:cubicBezTo>
                      <a:cubicBezTo>
                        <a:pt x="115488" y="114388"/>
                        <a:pt x="120287" y="111961"/>
                        <a:pt x="123373" y="109608"/>
                      </a:cubicBezTo>
                      <a:lnTo>
                        <a:pt x="123373" y="63048"/>
                      </a:lnTo>
                      <a:cubicBezTo>
                        <a:pt x="123373" y="60158"/>
                        <a:pt x="118114" y="56973"/>
                        <a:pt x="109639" y="53766"/>
                      </a:cubicBezTo>
                      <a:cubicBezTo>
                        <a:pt x="115581" y="51358"/>
                        <a:pt x="120302" y="48897"/>
                        <a:pt x="123373" y="46556"/>
                      </a:cubicBezTo>
                      <a:lnTo>
                        <a:pt x="123373" y="0"/>
                      </a:lnTo>
                      <a:lnTo>
                        <a:pt x="123373" y="0"/>
                      </a:lnTo>
                      <a:close/>
                      <a:moveTo>
                        <a:pt x="109508" y="121784"/>
                      </a:moveTo>
                      <a:cubicBezTo>
                        <a:pt x="115656" y="124222"/>
                        <a:pt x="117867" y="125876"/>
                        <a:pt x="118599" y="126571"/>
                      </a:cubicBezTo>
                      <a:cubicBezTo>
                        <a:pt x="118106" y="127557"/>
                        <a:pt x="116212" y="129595"/>
                        <a:pt x="110872" y="132183"/>
                      </a:cubicBezTo>
                      <a:cubicBezTo>
                        <a:pt x="110013" y="132593"/>
                        <a:pt x="109071" y="133008"/>
                        <a:pt x="108265" y="133355"/>
                      </a:cubicBezTo>
                      <a:lnTo>
                        <a:pt x="108268" y="133370"/>
                      </a:lnTo>
                      <a:cubicBezTo>
                        <a:pt x="99032" y="137343"/>
                        <a:pt x="84656" y="141237"/>
                        <a:pt x="66362" y="144709"/>
                      </a:cubicBezTo>
                      <a:cubicBezTo>
                        <a:pt x="57391" y="143041"/>
                        <a:pt x="47740" y="141514"/>
                        <a:pt x="38025" y="140210"/>
                      </a:cubicBezTo>
                      <a:cubicBezTo>
                        <a:pt x="65343" y="135319"/>
                        <a:pt x="92331" y="128479"/>
                        <a:pt x="109508" y="121784"/>
                      </a:cubicBezTo>
                      <a:close/>
                      <a:moveTo>
                        <a:pt x="109662" y="58736"/>
                      </a:moveTo>
                      <a:cubicBezTo>
                        <a:pt x="115716" y="61159"/>
                        <a:pt x="117886" y="62813"/>
                        <a:pt x="118603" y="63508"/>
                      </a:cubicBezTo>
                      <a:cubicBezTo>
                        <a:pt x="118233" y="64254"/>
                        <a:pt x="117042" y="65655"/>
                        <a:pt x="114028" y="67465"/>
                      </a:cubicBezTo>
                      <a:lnTo>
                        <a:pt x="114013" y="67439"/>
                      </a:lnTo>
                      <a:cubicBezTo>
                        <a:pt x="113430" y="67790"/>
                        <a:pt x="112728" y="68190"/>
                        <a:pt x="112052" y="68556"/>
                      </a:cubicBezTo>
                      <a:cubicBezTo>
                        <a:pt x="103245" y="73144"/>
                        <a:pt x="87539" y="77673"/>
                        <a:pt x="66594" y="81657"/>
                      </a:cubicBezTo>
                      <a:cubicBezTo>
                        <a:pt x="57563" y="79974"/>
                        <a:pt x="47893" y="78439"/>
                        <a:pt x="38182" y="77125"/>
                      </a:cubicBezTo>
                      <a:cubicBezTo>
                        <a:pt x="65645" y="72267"/>
                        <a:pt x="92365" y="65501"/>
                        <a:pt x="109662" y="58736"/>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sp>
          <p:nvSpPr>
            <p:cNvPr id="2188" name="Google Shape;2188;p90"/>
            <p:cNvSpPr/>
            <p:nvPr/>
          </p:nvSpPr>
          <p:spPr>
            <a:xfrm>
              <a:off x="4897762" y="4283744"/>
              <a:ext cx="437634" cy="103354"/>
            </a:xfrm>
            <a:custGeom>
              <a:rect b="b" l="l" r="r" t="t"/>
              <a:pathLst>
                <a:path extrusionOk="0" h="137806" w="583512">
                  <a:moveTo>
                    <a:pt x="514588" y="0"/>
                  </a:moveTo>
                  <a:cubicBezTo>
                    <a:pt x="552654" y="0"/>
                    <a:pt x="583513" y="30849"/>
                    <a:pt x="583513" y="68903"/>
                  </a:cubicBezTo>
                  <a:lnTo>
                    <a:pt x="583513" y="68903"/>
                  </a:lnTo>
                  <a:cubicBezTo>
                    <a:pt x="583513" y="106957"/>
                    <a:pt x="552654" y="137806"/>
                    <a:pt x="514588" y="137806"/>
                  </a:cubicBezTo>
                  <a:lnTo>
                    <a:pt x="68924" y="137806"/>
                  </a:lnTo>
                  <a:cubicBezTo>
                    <a:pt x="30858" y="137806"/>
                    <a:pt x="0" y="106957"/>
                    <a:pt x="0" y="68903"/>
                  </a:cubicBezTo>
                  <a:lnTo>
                    <a:pt x="0" y="68903"/>
                  </a:lnTo>
                  <a:cubicBezTo>
                    <a:pt x="0" y="30849"/>
                    <a:pt x="30858" y="0"/>
                    <a:pt x="68924" y="0"/>
                  </a:cubicBezTo>
                  <a:close/>
                </a:path>
              </a:pathLst>
            </a:custGeom>
            <a:solidFill>
              <a:srgbClr val="29557C"/>
            </a:solidFill>
            <a:ln cap="flat" cmpd="sng" w="16725">
              <a:solidFill>
                <a:srgbClr val="29557C"/>
              </a:solidFill>
              <a:prstDash val="solid"/>
              <a:miter lim="8000"/>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189" name="Google Shape;2189;p90"/>
            <p:cNvGrpSpPr/>
            <p:nvPr/>
          </p:nvGrpSpPr>
          <p:grpSpPr>
            <a:xfrm>
              <a:off x="4972778" y="4305783"/>
              <a:ext cx="278719" cy="62055"/>
              <a:chOff x="6525121" y="5537844"/>
              <a:chExt cx="371625" cy="82740"/>
            </a:xfrm>
          </p:grpSpPr>
          <p:sp>
            <p:nvSpPr>
              <p:cNvPr id="2190" name="Google Shape;2190;p90"/>
              <p:cNvSpPr/>
              <p:nvPr/>
            </p:nvSpPr>
            <p:spPr>
              <a:xfrm>
                <a:off x="6525121" y="5538889"/>
                <a:ext cx="43810" cy="66236"/>
              </a:xfrm>
              <a:custGeom>
                <a:rect b="b" l="l" r="r" t="t"/>
                <a:pathLst>
                  <a:path extrusionOk="0" h="66236" w="43810">
                    <a:moveTo>
                      <a:pt x="39665" y="12508"/>
                    </a:moveTo>
                    <a:cubicBezTo>
                      <a:pt x="39329" y="13180"/>
                      <a:pt x="38955" y="13628"/>
                      <a:pt x="38544" y="13927"/>
                    </a:cubicBezTo>
                    <a:cubicBezTo>
                      <a:pt x="38096" y="14188"/>
                      <a:pt x="37573" y="14301"/>
                      <a:pt x="36975" y="14301"/>
                    </a:cubicBezTo>
                    <a:cubicBezTo>
                      <a:pt x="36378" y="14301"/>
                      <a:pt x="35706" y="14076"/>
                      <a:pt x="34959" y="13628"/>
                    </a:cubicBezTo>
                    <a:cubicBezTo>
                      <a:pt x="34212" y="13143"/>
                      <a:pt x="33353" y="12658"/>
                      <a:pt x="32307" y="12060"/>
                    </a:cubicBezTo>
                    <a:cubicBezTo>
                      <a:pt x="31299" y="11500"/>
                      <a:pt x="30103" y="10978"/>
                      <a:pt x="28759" y="10529"/>
                    </a:cubicBezTo>
                    <a:cubicBezTo>
                      <a:pt x="27414" y="10081"/>
                      <a:pt x="25808" y="9820"/>
                      <a:pt x="23941" y="9820"/>
                    </a:cubicBezTo>
                    <a:cubicBezTo>
                      <a:pt x="22260" y="9820"/>
                      <a:pt x="20803" y="10044"/>
                      <a:pt x="19571" y="10455"/>
                    </a:cubicBezTo>
                    <a:cubicBezTo>
                      <a:pt x="18338" y="10828"/>
                      <a:pt x="17293" y="11388"/>
                      <a:pt x="16433" y="12135"/>
                    </a:cubicBezTo>
                    <a:cubicBezTo>
                      <a:pt x="15574" y="12844"/>
                      <a:pt x="14940" y="13703"/>
                      <a:pt x="14528" y="14711"/>
                    </a:cubicBezTo>
                    <a:cubicBezTo>
                      <a:pt x="14118" y="15682"/>
                      <a:pt x="13894" y="16802"/>
                      <a:pt x="13894" y="17997"/>
                    </a:cubicBezTo>
                    <a:cubicBezTo>
                      <a:pt x="13894" y="19528"/>
                      <a:pt x="14342" y="20797"/>
                      <a:pt x="15164" y="21805"/>
                    </a:cubicBezTo>
                    <a:cubicBezTo>
                      <a:pt x="16023" y="22813"/>
                      <a:pt x="17143" y="23672"/>
                      <a:pt x="18563" y="24382"/>
                    </a:cubicBezTo>
                    <a:cubicBezTo>
                      <a:pt x="19982" y="25128"/>
                      <a:pt x="21550" y="25763"/>
                      <a:pt x="23343" y="26323"/>
                    </a:cubicBezTo>
                    <a:cubicBezTo>
                      <a:pt x="25136" y="26883"/>
                      <a:pt x="26966" y="27480"/>
                      <a:pt x="28834" y="28153"/>
                    </a:cubicBezTo>
                    <a:cubicBezTo>
                      <a:pt x="30701" y="28787"/>
                      <a:pt x="32531" y="29534"/>
                      <a:pt x="34324" y="30393"/>
                    </a:cubicBezTo>
                    <a:cubicBezTo>
                      <a:pt x="36117" y="31214"/>
                      <a:pt x="37723" y="32297"/>
                      <a:pt x="39142" y="33604"/>
                    </a:cubicBezTo>
                    <a:cubicBezTo>
                      <a:pt x="40524" y="34911"/>
                      <a:pt x="41682" y="36479"/>
                      <a:pt x="42504" y="38383"/>
                    </a:cubicBezTo>
                    <a:cubicBezTo>
                      <a:pt x="43363" y="40250"/>
                      <a:pt x="43811" y="42528"/>
                      <a:pt x="43811" y="45216"/>
                    </a:cubicBezTo>
                    <a:cubicBezTo>
                      <a:pt x="43811" y="48166"/>
                      <a:pt x="43288" y="50891"/>
                      <a:pt x="42279" y="53468"/>
                    </a:cubicBezTo>
                    <a:cubicBezTo>
                      <a:pt x="41308" y="56007"/>
                      <a:pt x="39814" y="58209"/>
                      <a:pt x="37909" y="60114"/>
                    </a:cubicBezTo>
                    <a:cubicBezTo>
                      <a:pt x="35967" y="62018"/>
                      <a:pt x="33614" y="63511"/>
                      <a:pt x="30851" y="64594"/>
                    </a:cubicBezTo>
                    <a:cubicBezTo>
                      <a:pt x="28049" y="65677"/>
                      <a:pt x="24874" y="66237"/>
                      <a:pt x="21289" y="66237"/>
                    </a:cubicBezTo>
                    <a:cubicBezTo>
                      <a:pt x="19235" y="66237"/>
                      <a:pt x="17218" y="66051"/>
                      <a:pt x="15201" y="65640"/>
                    </a:cubicBezTo>
                    <a:cubicBezTo>
                      <a:pt x="13184" y="65229"/>
                      <a:pt x="11279" y="64669"/>
                      <a:pt x="9449" y="63922"/>
                    </a:cubicBezTo>
                    <a:cubicBezTo>
                      <a:pt x="7619" y="63176"/>
                      <a:pt x="5901" y="62279"/>
                      <a:pt x="4295" y="61234"/>
                    </a:cubicBezTo>
                    <a:cubicBezTo>
                      <a:pt x="2689" y="60188"/>
                      <a:pt x="1270" y="59031"/>
                      <a:pt x="0" y="57724"/>
                    </a:cubicBezTo>
                    <a:lnTo>
                      <a:pt x="3511" y="51937"/>
                    </a:lnTo>
                    <a:cubicBezTo>
                      <a:pt x="3847" y="51526"/>
                      <a:pt x="4220" y="51190"/>
                      <a:pt x="4706" y="50891"/>
                    </a:cubicBezTo>
                    <a:cubicBezTo>
                      <a:pt x="5154" y="50630"/>
                      <a:pt x="5677" y="50481"/>
                      <a:pt x="6237" y="50481"/>
                    </a:cubicBezTo>
                    <a:cubicBezTo>
                      <a:pt x="6984" y="50481"/>
                      <a:pt x="7806" y="50779"/>
                      <a:pt x="8665" y="51377"/>
                    </a:cubicBezTo>
                    <a:cubicBezTo>
                      <a:pt x="9524" y="52012"/>
                      <a:pt x="10532" y="52683"/>
                      <a:pt x="11727" y="53430"/>
                    </a:cubicBezTo>
                    <a:cubicBezTo>
                      <a:pt x="12923" y="54177"/>
                      <a:pt x="14305" y="54849"/>
                      <a:pt x="15911" y="55484"/>
                    </a:cubicBezTo>
                    <a:cubicBezTo>
                      <a:pt x="17479" y="56081"/>
                      <a:pt x="19421" y="56380"/>
                      <a:pt x="21662" y="56380"/>
                    </a:cubicBezTo>
                    <a:cubicBezTo>
                      <a:pt x="25099" y="56380"/>
                      <a:pt x="27750" y="55558"/>
                      <a:pt x="29618" y="53953"/>
                    </a:cubicBezTo>
                    <a:cubicBezTo>
                      <a:pt x="31523" y="52310"/>
                      <a:pt x="32456" y="49995"/>
                      <a:pt x="32456" y="46934"/>
                    </a:cubicBezTo>
                    <a:cubicBezTo>
                      <a:pt x="32456" y="45216"/>
                      <a:pt x="32046" y="43834"/>
                      <a:pt x="31187" y="42752"/>
                    </a:cubicBezTo>
                    <a:cubicBezTo>
                      <a:pt x="30328" y="41706"/>
                      <a:pt x="29207" y="40773"/>
                      <a:pt x="27788" y="40063"/>
                    </a:cubicBezTo>
                    <a:cubicBezTo>
                      <a:pt x="26406" y="39317"/>
                      <a:pt x="24800" y="38719"/>
                      <a:pt x="23007" y="38196"/>
                    </a:cubicBezTo>
                    <a:cubicBezTo>
                      <a:pt x="21214" y="37674"/>
                      <a:pt x="19384" y="37151"/>
                      <a:pt x="17517" y="36554"/>
                    </a:cubicBezTo>
                    <a:cubicBezTo>
                      <a:pt x="15687" y="35956"/>
                      <a:pt x="13856" y="35210"/>
                      <a:pt x="12064" y="34388"/>
                    </a:cubicBezTo>
                    <a:cubicBezTo>
                      <a:pt x="10271" y="33567"/>
                      <a:pt x="8665" y="32447"/>
                      <a:pt x="7283" y="31103"/>
                    </a:cubicBezTo>
                    <a:cubicBezTo>
                      <a:pt x="5864" y="29758"/>
                      <a:pt x="4743" y="28078"/>
                      <a:pt x="3884" y="26062"/>
                    </a:cubicBezTo>
                    <a:cubicBezTo>
                      <a:pt x="3025" y="24046"/>
                      <a:pt x="2614" y="21581"/>
                      <a:pt x="2614" y="18631"/>
                    </a:cubicBezTo>
                    <a:cubicBezTo>
                      <a:pt x="2614" y="16242"/>
                      <a:pt x="3062" y="13964"/>
                      <a:pt x="4034" y="11724"/>
                    </a:cubicBezTo>
                    <a:cubicBezTo>
                      <a:pt x="4967" y="9484"/>
                      <a:pt x="6349" y="7468"/>
                      <a:pt x="8142" y="5750"/>
                    </a:cubicBezTo>
                    <a:cubicBezTo>
                      <a:pt x="9935" y="4033"/>
                      <a:pt x="12176" y="2651"/>
                      <a:pt x="14790" y="1568"/>
                    </a:cubicBezTo>
                    <a:cubicBezTo>
                      <a:pt x="17442" y="560"/>
                      <a:pt x="20430" y="0"/>
                      <a:pt x="23792" y="0"/>
                    </a:cubicBezTo>
                    <a:cubicBezTo>
                      <a:pt x="27638" y="0"/>
                      <a:pt x="31149" y="635"/>
                      <a:pt x="34399" y="1830"/>
                    </a:cubicBezTo>
                    <a:cubicBezTo>
                      <a:pt x="37611" y="3025"/>
                      <a:pt x="40374" y="4667"/>
                      <a:pt x="42615" y="6833"/>
                    </a:cubicBezTo>
                    <a:lnTo>
                      <a:pt x="39665" y="1250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1" name="Google Shape;2191;p90"/>
              <p:cNvSpPr/>
              <p:nvPr/>
            </p:nvSpPr>
            <p:spPr>
              <a:xfrm>
                <a:off x="6577522" y="5557745"/>
                <a:ext cx="40076" cy="46672"/>
              </a:xfrm>
              <a:custGeom>
                <a:rect b="b" l="l" r="r" t="t"/>
                <a:pathLst>
                  <a:path extrusionOk="0" h="46672" w="40076">
                    <a:moveTo>
                      <a:pt x="0" y="46672"/>
                    </a:moveTo>
                    <a:lnTo>
                      <a:pt x="0" y="709"/>
                    </a:lnTo>
                    <a:lnTo>
                      <a:pt x="6760" y="709"/>
                    </a:lnTo>
                    <a:cubicBezTo>
                      <a:pt x="8217" y="709"/>
                      <a:pt x="9151" y="1381"/>
                      <a:pt x="9599" y="2726"/>
                    </a:cubicBezTo>
                    <a:lnTo>
                      <a:pt x="10346" y="6347"/>
                    </a:lnTo>
                    <a:cubicBezTo>
                      <a:pt x="11280" y="5376"/>
                      <a:pt x="12251" y="4518"/>
                      <a:pt x="13297" y="3734"/>
                    </a:cubicBezTo>
                    <a:cubicBezTo>
                      <a:pt x="14305" y="2949"/>
                      <a:pt x="15425" y="2315"/>
                      <a:pt x="16546" y="1717"/>
                    </a:cubicBezTo>
                    <a:cubicBezTo>
                      <a:pt x="17704" y="1157"/>
                      <a:pt x="18936" y="747"/>
                      <a:pt x="20244" y="448"/>
                    </a:cubicBezTo>
                    <a:cubicBezTo>
                      <a:pt x="21588" y="149"/>
                      <a:pt x="23007" y="0"/>
                      <a:pt x="24576" y="0"/>
                    </a:cubicBezTo>
                    <a:cubicBezTo>
                      <a:pt x="27078" y="0"/>
                      <a:pt x="29282" y="411"/>
                      <a:pt x="31224" y="1269"/>
                    </a:cubicBezTo>
                    <a:cubicBezTo>
                      <a:pt x="33166" y="2128"/>
                      <a:pt x="34810" y="3323"/>
                      <a:pt x="36117" y="4854"/>
                    </a:cubicBezTo>
                    <a:cubicBezTo>
                      <a:pt x="37387" y="6385"/>
                      <a:pt x="38395" y="8214"/>
                      <a:pt x="39068" y="10343"/>
                    </a:cubicBezTo>
                    <a:cubicBezTo>
                      <a:pt x="39740" y="12508"/>
                      <a:pt x="40076" y="14860"/>
                      <a:pt x="40076" y="17399"/>
                    </a:cubicBezTo>
                    <a:lnTo>
                      <a:pt x="40076" y="46672"/>
                    </a:lnTo>
                    <a:lnTo>
                      <a:pt x="28983" y="46672"/>
                    </a:lnTo>
                    <a:lnTo>
                      <a:pt x="28983" y="17399"/>
                    </a:lnTo>
                    <a:cubicBezTo>
                      <a:pt x="28983" y="14599"/>
                      <a:pt x="28348" y="12433"/>
                      <a:pt x="27041" y="10902"/>
                    </a:cubicBezTo>
                    <a:cubicBezTo>
                      <a:pt x="25734" y="9372"/>
                      <a:pt x="23792" y="8587"/>
                      <a:pt x="21215" y="8587"/>
                    </a:cubicBezTo>
                    <a:cubicBezTo>
                      <a:pt x="19272" y="8587"/>
                      <a:pt x="17480" y="9035"/>
                      <a:pt x="15836" y="9895"/>
                    </a:cubicBezTo>
                    <a:cubicBezTo>
                      <a:pt x="14156" y="10753"/>
                      <a:pt x="12549" y="11948"/>
                      <a:pt x="11056" y="13441"/>
                    </a:cubicBezTo>
                    <a:lnTo>
                      <a:pt x="11056" y="46672"/>
                    </a:lnTo>
                    <a:lnTo>
                      <a:pt x="0" y="4667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2" name="Google Shape;2192;p90"/>
              <p:cNvSpPr/>
              <p:nvPr/>
            </p:nvSpPr>
            <p:spPr>
              <a:xfrm>
                <a:off x="6625292" y="5557745"/>
                <a:ext cx="45491" cy="47343"/>
              </a:xfrm>
              <a:custGeom>
                <a:rect b="b" l="l" r="r" t="t"/>
                <a:pathLst>
                  <a:path extrusionOk="0" h="47343" w="45491">
                    <a:moveTo>
                      <a:pt x="22820" y="0"/>
                    </a:moveTo>
                    <a:cubicBezTo>
                      <a:pt x="26257" y="0"/>
                      <a:pt x="29357" y="523"/>
                      <a:pt x="32158" y="1643"/>
                    </a:cubicBezTo>
                    <a:cubicBezTo>
                      <a:pt x="34959" y="2763"/>
                      <a:pt x="37349" y="4331"/>
                      <a:pt x="39329" y="6347"/>
                    </a:cubicBezTo>
                    <a:cubicBezTo>
                      <a:pt x="41271" y="8364"/>
                      <a:pt x="42802" y="10865"/>
                      <a:pt x="43885" y="13777"/>
                    </a:cubicBezTo>
                    <a:cubicBezTo>
                      <a:pt x="44969" y="16727"/>
                      <a:pt x="45492" y="19976"/>
                      <a:pt x="45492" y="23597"/>
                    </a:cubicBezTo>
                    <a:cubicBezTo>
                      <a:pt x="45492" y="27219"/>
                      <a:pt x="44969" y="30542"/>
                      <a:pt x="43885" y="33454"/>
                    </a:cubicBezTo>
                    <a:cubicBezTo>
                      <a:pt x="42802" y="36367"/>
                      <a:pt x="41271" y="38868"/>
                      <a:pt x="39329" y="40922"/>
                    </a:cubicBezTo>
                    <a:cubicBezTo>
                      <a:pt x="37349" y="43013"/>
                      <a:pt x="34959" y="44581"/>
                      <a:pt x="32158" y="45701"/>
                    </a:cubicBezTo>
                    <a:cubicBezTo>
                      <a:pt x="29357" y="46784"/>
                      <a:pt x="26257" y="47344"/>
                      <a:pt x="22820" y="47344"/>
                    </a:cubicBezTo>
                    <a:cubicBezTo>
                      <a:pt x="19385" y="47344"/>
                      <a:pt x="16247" y="46784"/>
                      <a:pt x="13446" y="45701"/>
                    </a:cubicBezTo>
                    <a:cubicBezTo>
                      <a:pt x="10644" y="44581"/>
                      <a:pt x="8254" y="43013"/>
                      <a:pt x="6275" y="40922"/>
                    </a:cubicBezTo>
                    <a:cubicBezTo>
                      <a:pt x="4258" y="38868"/>
                      <a:pt x="2726" y="36367"/>
                      <a:pt x="1644" y="33454"/>
                    </a:cubicBezTo>
                    <a:cubicBezTo>
                      <a:pt x="560" y="30542"/>
                      <a:pt x="0" y="27219"/>
                      <a:pt x="0" y="23597"/>
                    </a:cubicBezTo>
                    <a:cubicBezTo>
                      <a:pt x="0" y="19976"/>
                      <a:pt x="560" y="16727"/>
                      <a:pt x="1644" y="13777"/>
                    </a:cubicBezTo>
                    <a:cubicBezTo>
                      <a:pt x="2726" y="10865"/>
                      <a:pt x="4258" y="8364"/>
                      <a:pt x="6275" y="6347"/>
                    </a:cubicBezTo>
                    <a:cubicBezTo>
                      <a:pt x="8254" y="4331"/>
                      <a:pt x="10644" y="2763"/>
                      <a:pt x="13446" y="1643"/>
                    </a:cubicBezTo>
                    <a:cubicBezTo>
                      <a:pt x="16247" y="523"/>
                      <a:pt x="19385" y="0"/>
                      <a:pt x="22820" y="0"/>
                    </a:cubicBezTo>
                    <a:close/>
                    <a:moveTo>
                      <a:pt x="22820" y="38831"/>
                    </a:moveTo>
                    <a:cubicBezTo>
                      <a:pt x="26630" y="38831"/>
                      <a:pt x="29469" y="37561"/>
                      <a:pt x="31299" y="34985"/>
                    </a:cubicBezTo>
                    <a:cubicBezTo>
                      <a:pt x="33166" y="32409"/>
                      <a:pt x="34063" y="28638"/>
                      <a:pt x="34063" y="23672"/>
                    </a:cubicBezTo>
                    <a:cubicBezTo>
                      <a:pt x="34063" y="18744"/>
                      <a:pt x="33166" y="14935"/>
                      <a:pt x="31299" y="12359"/>
                    </a:cubicBezTo>
                    <a:cubicBezTo>
                      <a:pt x="29469" y="9745"/>
                      <a:pt x="26630" y="8438"/>
                      <a:pt x="22820" y="8438"/>
                    </a:cubicBezTo>
                    <a:cubicBezTo>
                      <a:pt x="18936" y="8438"/>
                      <a:pt x="16060" y="9745"/>
                      <a:pt x="14230" y="12359"/>
                    </a:cubicBezTo>
                    <a:cubicBezTo>
                      <a:pt x="12363" y="14972"/>
                      <a:pt x="11429" y="18744"/>
                      <a:pt x="11429" y="23672"/>
                    </a:cubicBezTo>
                    <a:cubicBezTo>
                      <a:pt x="11429" y="28600"/>
                      <a:pt x="12363" y="32371"/>
                      <a:pt x="14230" y="34948"/>
                    </a:cubicBezTo>
                    <a:cubicBezTo>
                      <a:pt x="16060" y="37524"/>
                      <a:pt x="18936" y="38831"/>
                      <a:pt x="22820" y="38831"/>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3" name="Google Shape;2193;p90"/>
              <p:cNvSpPr/>
              <p:nvPr/>
            </p:nvSpPr>
            <p:spPr>
              <a:xfrm>
                <a:off x="6673846" y="5558342"/>
                <a:ext cx="70254" cy="46075"/>
              </a:xfrm>
              <a:custGeom>
                <a:rect b="b" l="l" r="r" t="t"/>
                <a:pathLst>
                  <a:path extrusionOk="0" h="46075" w="70254">
                    <a:moveTo>
                      <a:pt x="0" y="112"/>
                    </a:moveTo>
                    <a:lnTo>
                      <a:pt x="8777" y="112"/>
                    </a:lnTo>
                    <a:cubicBezTo>
                      <a:pt x="9599" y="112"/>
                      <a:pt x="10308" y="299"/>
                      <a:pt x="10869" y="672"/>
                    </a:cubicBezTo>
                    <a:cubicBezTo>
                      <a:pt x="11466" y="1083"/>
                      <a:pt x="11803" y="1568"/>
                      <a:pt x="11952" y="2166"/>
                    </a:cubicBezTo>
                    <a:lnTo>
                      <a:pt x="18525" y="26734"/>
                    </a:lnTo>
                    <a:cubicBezTo>
                      <a:pt x="18899" y="28078"/>
                      <a:pt x="19198" y="29385"/>
                      <a:pt x="19421" y="30655"/>
                    </a:cubicBezTo>
                    <a:cubicBezTo>
                      <a:pt x="19646" y="31924"/>
                      <a:pt x="19870" y="33231"/>
                      <a:pt x="20057" y="34500"/>
                    </a:cubicBezTo>
                    <a:cubicBezTo>
                      <a:pt x="20393" y="33231"/>
                      <a:pt x="20729" y="31924"/>
                      <a:pt x="21102" y="30655"/>
                    </a:cubicBezTo>
                    <a:cubicBezTo>
                      <a:pt x="21476" y="29385"/>
                      <a:pt x="21887" y="28078"/>
                      <a:pt x="22297" y="26734"/>
                    </a:cubicBezTo>
                    <a:lnTo>
                      <a:pt x="29917" y="2054"/>
                    </a:lnTo>
                    <a:cubicBezTo>
                      <a:pt x="30104" y="1494"/>
                      <a:pt x="30477" y="971"/>
                      <a:pt x="31000" y="598"/>
                    </a:cubicBezTo>
                    <a:cubicBezTo>
                      <a:pt x="31523" y="224"/>
                      <a:pt x="32158" y="0"/>
                      <a:pt x="32868" y="0"/>
                    </a:cubicBezTo>
                    <a:lnTo>
                      <a:pt x="37760" y="0"/>
                    </a:lnTo>
                    <a:cubicBezTo>
                      <a:pt x="38582" y="0"/>
                      <a:pt x="39254" y="224"/>
                      <a:pt x="39777" y="598"/>
                    </a:cubicBezTo>
                    <a:cubicBezTo>
                      <a:pt x="40337" y="971"/>
                      <a:pt x="40674" y="1494"/>
                      <a:pt x="40860" y="2054"/>
                    </a:cubicBezTo>
                    <a:lnTo>
                      <a:pt x="48405" y="27182"/>
                    </a:lnTo>
                    <a:cubicBezTo>
                      <a:pt x="48778" y="28452"/>
                      <a:pt x="49114" y="29684"/>
                      <a:pt x="49451" y="30916"/>
                    </a:cubicBezTo>
                    <a:cubicBezTo>
                      <a:pt x="49749" y="32111"/>
                      <a:pt x="50048" y="33343"/>
                      <a:pt x="50347" y="34575"/>
                    </a:cubicBezTo>
                    <a:cubicBezTo>
                      <a:pt x="50571" y="33268"/>
                      <a:pt x="50795" y="31999"/>
                      <a:pt x="51057" y="30692"/>
                    </a:cubicBezTo>
                    <a:cubicBezTo>
                      <a:pt x="51318" y="29422"/>
                      <a:pt x="51617" y="28078"/>
                      <a:pt x="52028" y="26734"/>
                    </a:cubicBezTo>
                    <a:lnTo>
                      <a:pt x="58825" y="2166"/>
                    </a:lnTo>
                    <a:cubicBezTo>
                      <a:pt x="58975" y="1568"/>
                      <a:pt x="59348" y="1083"/>
                      <a:pt x="59909" y="672"/>
                    </a:cubicBezTo>
                    <a:cubicBezTo>
                      <a:pt x="60469" y="299"/>
                      <a:pt x="61141" y="112"/>
                      <a:pt x="61888" y="112"/>
                    </a:cubicBezTo>
                    <a:lnTo>
                      <a:pt x="70254" y="112"/>
                    </a:lnTo>
                    <a:lnTo>
                      <a:pt x="55688" y="46075"/>
                    </a:lnTo>
                    <a:lnTo>
                      <a:pt x="46799" y="46075"/>
                    </a:lnTo>
                    <a:cubicBezTo>
                      <a:pt x="45828" y="46075"/>
                      <a:pt x="45118" y="45403"/>
                      <a:pt x="44707" y="44096"/>
                    </a:cubicBezTo>
                    <a:lnTo>
                      <a:pt x="36416" y="17549"/>
                    </a:lnTo>
                    <a:cubicBezTo>
                      <a:pt x="36154" y="16653"/>
                      <a:pt x="35893" y="15794"/>
                      <a:pt x="35669" y="14898"/>
                    </a:cubicBezTo>
                    <a:cubicBezTo>
                      <a:pt x="35444" y="14039"/>
                      <a:pt x="35258" y="13143"/>
                      <a:pt x="35108" y="12284"/>
                    </a:cubicBezTo>
                    <a:cubicBezTo>
                      <a:pt x="34959" y="13180"/>
                      <a:pt x="34735" y="14076"/>
                      <a:pt x="34548" y="14972"/>
                    </a:cubicBezTo>
                    <a:cubicBezTo>
                      <a:pt x="34324" y="15832"/>
                      <a:pt x="34100" y="16728"/>
                      <a:pt x="33839" y="17624"/>
                    </a:cubicBezTo>
                    <a:lnTo>
                      <a:pt x="25435" y="44096"/>
                    </a:lnTo>
                    <a:cubicBezTo>
                      <a:pt x="25024" y="45403"/>
                      <a:pt x="24202" y="46075"/>
                      <a:pt x="23007" y="46075"/>
                    </a:cubicBezTo>
                    <a:lnTo>
                      <a:pt x="14566" y="46075"/>
                    </a:lnTo>
                    <a:lnTo>
                      <a:pt x="0" y="11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4" name="Google Shape;2194;p90"/>
              <p:cNvSpPr/>
              <p:nvPr/>
            </p:nvSpPr>
            <p:spPr>
              <a:xfrm>
                <a:off x="6745855" y="5557633"/>
                <a:ext cx="43922" cy="62951"/>
              </a:xfrm>
              <a:custGeom>
                <a:rect b="b" l="l" r="r" t="t"/>
                <a:pathLst>
                  <a:path extrusionOk="0" h="62951" w="43922">
                    <a:moveTo>
                      <a:pt x="20393" y="0"/>
                    </a:moveTo>
                    <a:cubicBezTo>
                      <a:pt x="22372" y="0"/>
                      <a:pt x="24202" y="224"/>
                      <a:pt x="25958" y="598"/>
                    </a:cubicBezTo>
                    <a:cubicBezTo>
                      <a:pt x="27676" y="1008"/>
                      <a:pt x="29282" y="1606"/>
                      <a:pt x="30701" y="2390"/>
                    </a:cubicBezTo>
                    <a:lnTo>
                      <a:pt x="43923" y="2390"/>
                    </a:lnTo>
                    <a:lnTo>
                      <a:pt x="43923" y="6497"/>
                    </a:lnTo>
                    <a:cubicBezTo>
                      <a:pt x="43923" y="7206"/>
                      <a:pt x="43736" y="7729"/>
                      <a:pt x="43400" y="8102"/>
                    </a:cubicBezTo>
                    <a:cubicBezTo>
                      <a:pt x="43027" y="8513"/>
                      <a:pt x="42429" y="8774"/>
                      <a:pt x="41532" y="8924"/>
                    </a:cubicBezTo>
                    <a:lnTo>
                      <a:pt x="37424" y="9670"/>
                    </a:lnTo>
                    <a:cubicBezTo>
                      <a:pt x="37723" y="10455"/>
                      <a:pt x="37947" y="11276"/>
                      <a:pt x="38134" y="12135"/>
                    </a:cubicBezTo>
                    <a:cubicBezTo>
                      <a:pt x="38283" y="12993"/>
                      <a:pt x="38358" y="13927"/>
                      <a:pt x="38358" y="14860"/>
                    </a:cubicBezTo>
                    <a:cubicBezTo>
                      <a:pt x="38358" y="17138"/>
                      <a:pt x="37910" y="19192"/>
                      <a:pt x="37013" y="21059"/>
                    </a:cubicBezTo>
                    <a:cubicBezTo>
                      <a:pt x="36080" y="22888"/>
                      <a:pt x="34847" y="24456"/>
                      <a:pt x="33241" y="25726"/>
                    </a:cubicBezTo>
                    <a:cubicBezTo>
                      <a:pt x="31635" y="26995"/>
                      <a:pt x="29730" y="28003"/>
                      <a:pt x="27526" y="28712"/>
                    </a:cubicBezTo>
                    <a:cubicBezTo>
                      <a:pt x="25360" y="29422"/>
                      <a:pt x="22970" y="29758"/>
                      <a:pt x="20393" y="29758"/>
                    </a:cubicBezTo>
                    <a:cubicBezTo>
                      <a:pt x="18675" y="29758"/>
                      <a:pt x="16956" y="29609"/>
                      <a:pt x="15313" y="29273"/>
                    </a:cubicBezTo>
                    <a:cubicBezTo>
                      <a:pt x="13894" y="30131"/>
                      <a:pt x="13184" y="31102"/>
                      <a:pt x="13184" y="32185"/>
                    </a:cubicBezTo>
                    <a:cubicBezTo>
                      <a:pt x="13184" y="33118"/>
                      <a:pt x="13595" y="33828"/>
                      <a:pt x="14454" y="34239"/>
                    </a:cubicBezTo>
                    <a:cubicBezTo>
                      <a:pt x="15313" y="34687"/>
                      <a:pt x="16434" y="34985"/>
                      <a:pt x="17816" y="35172"/>
                    </a:cubicBezTo>
                    <a:cubicBezTo>
                      <a:pt x="19198" y="35359"/>
                      <a:pt x="20766" y="35433"/>
                      <a:pt x="22559" y="35433"/>
                    </a:cubicBezTo>
                    <a:cubicBezTo>
                      <a:pt x="24314" y="35433"/>
                      <a:pt x="26107" y="35508"/>
                      <a:pt x="27975" y="35658"/>
                    </a:cubicBezTo>
                    <a:cubicBezTo>
                      <a:pt x="29805" y="35807"/>
                      <a:pt x="31635" y="36068"/>
                      <a:pt x="33390" y="36442"/>
                    </a:cubicBezTo>
                    <a:cubicBezTo>
                      <a:pt x="35146" y="36815"/>
                      <a:pt x="36714" y="37412"/>
                      <a:pt x="38134" y="38234"/>
                    </a:cubicBezTo>
                    <a:cubicBezTo>
                      <a:pt x="39515" y="39055"/>
                      <a:pt x="40636" y="40138"/>
                      <a:pt x="41495" y="41519"/>
                    </a:cubicBezTo>
                    <a:cubicBezTo>
                      <a:pt x="42317" y="42938"/>
                      <a:pt x="42765" y="44730"/>
                      <a:pt x="42765" y="46896"/>
                    </a:cubicBezTo>
                    <a:cubicBezTo>
                      <a:pt x="42765" y="48950"/>
                      <a:pt x="42242" y="50929"/>
                      <a:pt x="41271" y="52833"/>
                    </a:cubicBezTo>
                    <a:cubicBezTo>
                      <a:pt x="40263" y="54775"/>
                      <a:pt x="38806" y="56455"/>
                      <a:pt x="36901" y="57986"/>
                    </a:cubicBezTo>
                    <a:cubicBezTo>
                      <a:pt x="34996" y="59479"/>
                      <a:pt x="32681" y="60674"/>
                      <a:pt x="29954" y="61570"/>
                    </a:cubicBezTo>
                    <a:cubicBezTo>
                      <a:pt x="27190" y="62503"/>
                      <a:pt x="24053" y="62951"/>
                      <a:pt x="20542" y="62951"/>
                    </a:cubicBezTo>
                    <a:cubicBezTo>
                      <a:pt x="17031" y="62951"/>
                      <a:pt x="14006" y="62615"/>
                      <a:pt x="11429" y="61943"/>
                    </a:cubicBezTo>
                    <a:cubicBezTo>
                      <a:pt x="8852" y="61271"/>
                      <a:pt x="6723" y="60375"/>
                      <a:pt x="5042" y="59255"/>
                    </a:cubicBezTo>
                    <a:cubicBezTo>
                      <a:pt x="3362" y="58135"/>
                      <a:pt x="2091" y="56865"/>
                      <a:pt x="1270" y="55372"/>
                    </a:cubicBezTo>
                    <a:cubicBezTo>
                      <a:pt x="411" y="53915"/>
                      <a:pt x="0" y="52385"/>
                      <a:pt x="0" y="50817"/>
                    </a:cubicBezTo>
                    <a:cubicBezTo>
                      <a:pt x="0" y="48651"/>
                      <a:pt x="672" y="46859"/>
                      <a:pt x="1980" y="45403"/>
                    </a:cubicBezTo>
                    <a:cubicBezTo>
                      <a:pt x="3287" y="43947"/>
                      <a:pt x="5117" y="42751"/>
                      <a:pt x="7432" y="41893"/>
                    </a:cubicBezTo>
                    <a:cubicBezTo>
                      <a:pt x="6312" y="41258"/>
                      <a:pt x="5378" y="40437"/>
                      <a:pt x="4706" y="39391"/>
                    </a:cubicBezTo>
                    <a:cubicBezTo>
                      <a:pt x="4034" y="38346"/>
                      <a:pt x="3660" y="36964"/>
                      <a:pt x="3660" y="35321"/>
                    </a:cubicBezTo>
                    <a:cubicBezTo>
                      <a:pt x="3660" y="34612"/>
                      <a:pt x="3810" y="33902"/>
                      <a:pt x="4034" y="33193"/>
                    </a:cubicBezTo>
                    <a:cubicBezTo>
                      <a:pt x="4258" y="32446"/>
                      <a:pt x="4631" y="31737"/>
                      <a:pt x="5117" y="31028"/>
                    </a:cubicBezTo>
                    <a:cubicBezTo>
                      <a:pt x="5640" y="30281"/>
                      <a:pt x="6237" y="29609"/>
                      <a:pt x="6984" y="28974"/>
                    </a:cubicBezTo>
                    <a:cubicBezTo>
                      <a:pt x="7731" y="28339"/>
                      <a:pt x="8627" y="27742"/>
                      <a:pt x="9636" y="27257"/>
                    </a:cubicBezTo>
                    <a:cubicBezTo>
                      <a:pt x="7320" y="25987"/>
                      <a:pt x="5490" y="24307"/>
                      <a:pt x="4146" y="22216"/>
                    </a:cubicBezTo>
                    <a:cubicBezTo>
                      <a:pt x="2801" y="20125"/>
                      <a:pt x="2166" y="17698"/>
                      <a:pt x="2166" y="14860"/>
                    </a:cubicBezTo>
                    <a:cubicBezTo>
                      <a:pt x="2166" y="12620"/>
                      <a:pt x="2614" y="10566"/>
                      <a:pt x="3511" y="8737"/>
                    </a:cubicBezTo>
                    <a:cubicBezTo>
                      <a:pt x="4444" y="6870"/>
                      <a:pt x="5715" y="5302"/>
                      <a:pt x="7320" y="3995"/>
                    </a:cubicBezTo>
                    <a:cubicBezTo>
                      <a:pt x="8964" y="2726"/>
                      <a:pt x="10869" y="1717"/>
                      <a:pt x="13110" y="1046"/>
                    </a:cubicBezTo>
                    <a:cubicBezTo>
                      <a:pt x="15351" y="336"/>
                      <a:pt x="17778" y="0"/>
                      <a:pt x="20393" y="0"/>
                    </a:cubicBezTo>
                    <a:close/>
                    <a:moveTo>
                      <a:pt x="32531" y="48726"/>
                    </a:moveTo>
                    <a:cubicBezTo>
                      <a:pt x="32531" y="47792"/>
                      <a:pt x="32270" y="47045"/>
                      <a:pt x="31747" y="46485"/>
                    </a:cubicBezTo>
                    <a:cubicBezTo>
                      <a:pt x="31187" y="45888"/>
                      <a:pt x="30477" y="45440"/>
                      <a:pt x="29543" y="45104"/>
                    </a:cubicBezTo>
                    <a:cubicBezTo>
                      <a:pt x="28610" y="44805"/>
                      <a:pt x="27526" y="44581"/>
                      <a:pt x="26294" y="44432"/>
                    </a:cubicBezTo>
                    <a:cubicBezTo>
                      <a:pt x="25061" y="44245"/>
                      <a:pt x="23717" y="44170"/>
                      <a:pt x="22335" y="44170"/>
                    </a:cubicBezTo>
                    <a:lnTo>
                      <a:pt x="18040" y="44170"/>
                    </a:lnTo>
                    <a:cubicBezTo>
                      <a:pt x="16546" y="44170"/>
                      <a:pt x="15126" y="44021"/>
                      <a:pt x="13744" y="43685"/>
                    </a:cubicBezTo>
                    <a:cubicBezTo>
                      <a:pt x="12512" y="44395"/>
                      <a:pt x="11503" y="45178"/>
                      <a:pt x="10719" y="46149"/>
                    </a:cubicBezTo>
                    <a:cubicBezTo>
                      <a:pt x="9972" y="47083"/>
                      <a:pt x="9599" y="48166"/>
                      <a:pt x="9599" y="49398"/>
                    </a:cubicBezTo>
                    <a:cubicBezTo>
                      <a:pt x="9599" y="50182"/>
                      <a:pt x="9786" y="50929"/>
                      <a:pt x="10196" y="51638"/>
                    </a:cubicBezTo>
                    <a:cubicBezTo>
                      <a:pt x="10607" y="52347"/>
                      <a:pt x="11242" y="52945"/>
                      <a:pt x="12139" y="53467"/>
                    </a:cubicBezTo>
                    <a:cubicBezTo>
                      <a:pt x="12998" y="53953"/>
                      <a:pt x="14155" y="54364"/>
                      <a:pt x="15537" y="54662"/>
                    </a:cubicBezTo>
                    <a:cubicBezTo>
                      <a:pt x="16956" y="54924"/>
                      <a:pt x="18675" y="55073"/>
                      <a:pt x="20691" y="55073"/>
                    </a:cubicBezTo>
                    <a:cubicBezTo>
                      <a:pt x="22783" y="55073"/>
                      <a:pt x="24538" y="54924"/>
                      <a:pt x="26032" y="54588"/>
                    </a:cubicBezTo>
                    <a:cubicBezTo>
                      <a:pt x="27526" y="54252"/>
                      <a:pt x="28759" y="53841"/>
                      <a:pt x="29730" y="53281"/>
                    </a:cubicBezTo>
                    <a:cubicBezTo>
                      <a:pt x="30701" y="52683"/>
                      <a:pt x="31411" y="52012"/>
                      <a:pt x="31859" y="51265"/>
                    </a:cubicBezTo>
                    <a:cubicBezTo>
                      <a:pt x="32307" y="50481"/>
                      <a:pt x="32531" y="49622"/>
                      <a:pt x="32531" y="48726"/>
                    </a:cubicBezTo>
                    <a:close/>
                    <a:moveTo>
                      <a:pt x="20393" y="22664"/>
                    </a:moveTo>
                    <a:cubicBezTo>
                      <a:pt x="21775" y="22664"/>
                      <a:pt x="22970" y="22477"/>
                      <a:pt x="23978" y="22104"/>
                    </a:cubicBezTo>
                    <a:cubicBezTo>
                      <a:pt x="24986" y="21730"/>
                      <a:pt x="25845" y="21245"/>
                      <a:pt x="26518" y="20573"/>
                    </a:cubicBezTo>
                    <a:cubicBezTo>
                      <a:pt x="27190" y="19901"/>
                      <a:pt x="27676" y="19117"/>
                      <a:pt x="28049" y="18183"/>
                    </a:cubicBezTo>
                    <a:cubicBezTo>
                      <a:pt x="28385" y="17287"/>
                      <a:pt x="28535" y="16242"/>
                      <a:pt x="28535" y="15159"/>
                    </a:cubicBezTo>
                    <a:cubicBezTo>
                      <a:pt x="28535" y="12881"/>
                      <a:pt x="27862" y="11089"/>
                      <a:pt x="26518" y="9745"/>
                    </a:cubicBezTo>
                    <a:cubicBezTo>
                      <a:pt x="25136" y="8438"/>
                      <a:pt x="23119" y="7766"/>
                      <a:pt x="20393" y="7766"/>
                    </a:cubicBezTo>
                    <a:cubicBezTo>
                      <a:pt x="17666" y="7766"/>
                      <a:pt x="15649" y="8438"/>
                      <a:pt x="14267" y="9745"/>
                    </a:cubicBezTo>
                    <a:cubicBezTo>
                      <a:pt x="12923" y="11089"/>
                      <a:pt x="12251" y="12881"/>
                      <a:pt x="12251" y="15159"/>
                    </a:cubicBezTo>
                    <a:cubicBezTo>
                      <a:pt x="12251" y="16242"/>
                      <a:pt x="12400" y="17213"/>
                      <a:pt x="12736" y="18146"/>
                    </a:cubicBezTo>
                    <a:cubicBezTo>
                      <a:pt x="13110" y="19079"/>
                      <a:pt x="13595" y="19863"/>
                      <a:pt x="14267" y="20536"/>
                    </a:cubicBezTo>
                    <a:cubicBezTo>
                      <a:pt x="14940" y="21208"/>
                      <a:pt x="15799" y="21730"/>
                      <a:pt x="16845" y="22104"/>
                    </a:cubicBezTo>
                    <a:cubicBezTo>
                      <a:pt x="17853" y="22477"/>
                      <a:pt x="19048" y="22664"/>
                      <a:pt x="20393" y="22664"/>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5" name="Google Shape;2195;p90"/>
              <p:cNvSpPr/>
              <p:nvPr/>
            </p:nvSpPr>
            <p:spPr>
              <a:xfrm>
                <a:off x="6796725" y="5557595"/>
                <a:ext cx="29319" cy="46821"/>
              </a:xfrm>
              <a:custGeom>
                <a:rect b="b" l="l" r="r" t="t"/>
                <a:pathLst>
                  <a:path extrusionOk="0" h="46821" w="29319">
                    <a:moveTo>
                      <a:pt x="0" y="46822"/>
                    </a:moveTo>
                    <a:lnTo>
                      <a:pt x="0" y="859"/>
                    </a:lnTo>
                    <a:lnTo>
                      <a:pt x="6499" y="859"/>
                    </a:lnTo>
                    <a:cubicBezTo>
                      <a:pt x="7619" y="859"/>
                      <a:pt x="8441" y="1046"/>
                      <a:pt x="8889" y="1494"/>
                    </a:cubicBezTo>
                    <a:cubicBezTo>
                      <a:pt x="9337" y="1904"/>
                      <a:pt x="9636" y="2613"/>
                      <a:pt x="9786" y="3622"/>
                    </a:cubicBezTo>
                    <a:lnTo>
                      <a:pt x="10458" y="9185"/>
                    </a:lnTo>
                    <a:cubicBezTo>
                      <a:pt x="12101" y="6347"/>
                      <a:pt x="14006" y="4107"/>
                      <a:pt x="16209" y="2464"/>
                    </a:cubicBezTo>
                    <a:cubicBezTo>
                      <a:pt x="18450" y="821"/>
                      <a:pt x="20916" y="0"/>
                      <a:pt x="23679" y="0"/>
                    </a:cubicBezTo>
                    <a:cubicBezTo>
                      <a:pt x="25920" y="0"/>
                      <a:pt x="27825" y="523"/>
                      <a:pt x="29319" y="1568"/>
                    </a:cubicBezTo>
                    <a:lnTo>
                      <a:pt x="27862" y="9857"/>
                    </a:lnTo>
                    <a:cubicBezTo>
                      <a:pt x="27788" y="10380"/>
                      <a:pt x="27601" y="10791"/>
                      <a:pt x="27302" y="11014"/>
                    </a:cubicBezTo>
                    <a:cubicBezTo>
                      <a:pt x="27004" y="11201"/>
                      <a:pt x="26593" y="11351"/>
                      <a:pt x="26070" y="11351"/>
                    </a:cubicBezTo>
                    <a:cubicBezTo>
                      <a:pt x="25622" y="11351"/>
                      <a:pt x="25024" y="11239"/>
                      <a:pt x="24240" y="11014"/>
                    </a:cubicBezTo>
                    <a:cubicBezTo>
                      <a:pt x="23456" y="10828"/>
                      <a:pt x="22447" y="10716"/>
                      <a:pt x="21140" y="10716"/>
                    </a:cubicBezTo>
                    <a:cubicBezTo>
                      <a:pt x="18861" y="10716"/>
                      <a:pt x="16882" y="11351"/>
                      <a:pt x="15238" y="12620"/>
                    </a:cubicBezTo>
                    <a:cubicBezTo>
                      <a:pt x="13595" y="13890"/>
                      <a:pt x="12213" y="15756"/>
                      <a:pt x="11055" y="18183"/>
                    </a:cubicBezTo>
                    <a:lnTo>
                      <a:pt x="11055" y="46822"/>
                    </a:lnTo>
                    <a:lnTo>
                      <a:pt x="0" y="4682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6" name="Google Shape;2196;p90"/>
              <p:cNvSpPr/>
              <p:nvPr/>
            </p:nvSpPr>
            <p:spPr>
              <a:xfrm>
                <a:off x="6832618" y="5537956"/>
                <a:ext cx="14155" cy="66461"/>
              </a:xfrm>
              <a:custGeom>
                <a:rect b="b" l="l" r="r" t="t"/>
                <a:pathLst>
                  <a:path extrusionOk="0" h="66461" w="14155">
                    <a:moveTo>
                      <a:pt x="14156" y="7094"/>
                    </a:moveTo>
                    <a:cubicBezTo>
                      <a:pt x="14156" y="8065"/>
                      <a:pt x="13969" y="8961"/>
                      <a:pt x="13595" y="9782"/>
                    </a:cubicBezTo>
                    <a:cubicBezTo>
                      <a:pt x="13184" y="10604"/>
                      <a:pt x="12699" y="11351"/>
                      <a:pt x="12026" y="11985"/>
                    </a:cubicBezTo>
                    <a:cubicBezTo>
                      <a:pt x="11392" y="12620"/>
                      <a:pt x="10644" y="13106"/>
                      <a:pt x="9786" y="13479"/>
                    </a:cubicBezTo>
                    <a:cubicBezTo>
                      <a:pt x="8927" y="13852"/>
                      <a:pt x="7993" y="14039"/>
                      <a:pt x="6984" y="14039"/>
                    </a:cubicBezTo>
                    <a:cubicBezTo>
                      <a:pt x="6051" y="14039"/>
                      <a:pt x="5154" y="13852"/>
                      <a:pt x="4295" y="13479"/>
                    </a:cubicBezTo>
                    <a:cubicBezTo>
                      <a:pt x="3436" y="13106"/>
                      <a:pt x="2689" y="12620"/>
                      <a:pt x="2054" y="11985"/>
                    </a:cubicBezTo>
                    <a:cubicBezTo>
                      <a:pt x="1457" y="11351"/>
                      <a:pt x="934" y="10604"/>
                      <a:pt x="560" y="9782"/>
                    </a:cubicBezTo>
                    <a:cubicBezTo>
                      <a:pt x="187" y="8961"/>
                      <a:pt x="0" y="8065"/>
                      <a:pt x="0" y="7094"/>
                    </a:cubicBezTo>
                    <a:cubicBezTo>
                      <a:pt x="0" y="6123"/>
                      <a:pt x="187" y="5190"/>
                      <a:pt x="560" y="4331"/>
                    </a:cubicBezTo>
                    <a:cubicBezTo>
                      <a:pt x="934" y="3435"/>
                      <a:pt x="1457" y="2688"/>
                      <a:pt x="2054" y="2091"/>
                    </a:cubicBezTo>
                    <a:cubicBezTo>
                      <a:pt x="2689" y="1456"/>
                      <a:pt x="3436" y="933"/>
                      <a:pt x="4295" y="560"/>
                    </a:cubicBezTo>
                    <a:cubicBezTo>
                      <a:pt x="5154" y="187"/>
                      <a:pt x="6051" y="0"/>
                      <a:pt x="6984" y="0"/>
                    </a:cubicBezTo>
                    <a:cubicBezTo>
                      <a:pt x="7993" y="0"/>
                      <a:pt x="8927" y="187"/>
                      <a:pt x="9786" y="560"/>
                    </a:cubicBezTo>
                    <a:cubicBezTo>
                      <a:pt x="10644" y="933"/>
                      <a:pt x="11392" y="1456"/>
                      <a:pt x="12026" y="2091"/>
                    </a:cubicBezTo>
                    <a:cubicBezTo>
                      <a:pt x="12699" y="2688"/>
                      <a:pt x="13184" y="3435"/>
                      <a:pt x="13595" y="4331"/>
                    </a:cubicBezTo>
                    <a:cubicBezTo>
                      <a:pt x="13969" y="5190"/>
                      <a:pt x="14156" y="6123"/>
                      <a:pt x="14156" y="7094"/>
                    </a:cubicBezTo>
                    <a:close/>
                    <a:moveTo>
                      <a:pt x="12512" y="20498"/>
                    </a:moveTo>
                    <a:lnTo>
                      <a:pt x="12512" y="66461"/>
                    </a:lnTo>
                    <a:lnTo>
                      <a:pt x="1457" y="66461"/>
                    </a:lnTo>
                    <a:lnTo>
                      <a:pt x="1457" y="20498"/>
                    </a:lnTo>
                    <a:lnTo>
                      <a:pt x="12512" y="2049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7" name="Google Shape;2197;p90"/>
              <p:cNvSpPr/>
              <p:nvPr/>
            </p:nvSpPr>
            <p:spPr>
              <a:xfrm>
                <a:off x="6854467" y="5537844"/>
                <a:ext cx="42279" cy="67245"/>
              </a:xfrm>
              <a:custGeom>
                <a:rect b="b" l="l" r="r" t="t"/>
                <a:pathLst>
                  <a:path extrusionOk="0" h="67245" w="42279">
                    <a:moveTo>
                      <a:pt x="35519" y="66573"/>
                    </a:moveTo>
                    <a:cubicBezTo>
                      <a:pt x="34100" y="66573"/>
                      <a:pt x="33166" y="65901"/>
                      <a:pt x="32718" y="64557"/>
                    </a:cubicBezTo>
                    <a:lnTo>
                      <a:pt x="31822" y="60114"/>
                    </a:lnTo>
                    <a:cubicBezTo>
                      <a:pt x="30851" y="61196"/>
                      <a:pt x="29842" y="62167"/>
                      <a:pt x="28796" y="63026"/>
                    </a:cubicBezTo>
                    <a:cubicBezTo>
                      <a:pt x="27751" y="63885"/>
                      <a:pt x="26630" y="64632"/>
                      <a:pt x="25435" y="65267"/>
                    </a:cubicBezTo>
                    <a:cubicBezTo>
                      <a:pt x="24202" y="65901"/>
                      <a:pt x="22895" y="66386"/>
                      <a:pt x="21513" y="66722"/>
                    </a:cubicBezTo>
                    <a:cubicBezTo>
                      <a:pt x="20131" y="67059"/>
                      <a:pt x="18637" y="67245"/>
                      <a:pt x="17032" y="67245"/>
                    </a:cubicBezTo>
                    <a:cubicBezTo>
                      <a:pt x="14492" y="67245"/>
                      <a:pt x="12213" y="66722"/>
                      <a:pt x="10122" y="65677"/>
                    </a:cubicBezTo>
                    <a:cubicBezTo>
                      <a:pt x="8030" y="64632"/>
                      <a:pt x="6238" y="63101"/>
                      <a:pt x="4706" y="61122"/>
                    </a:cubicBezTo>
                    <a:cubicBezTo>
                      <a:pt x="3212" y="59143"/>
                      <a:pt x="2054" y="56679"/>
                      <a:pt x="1233" y="53766"/>
                    </a:cubicBezTo>
                    <a:cubicBezTo>
                      <a:pt x="411" y="50817"/>
                      <a:pt x="0" y="47494"/>
                      <a:pt x="0" y="43723"/>
                    </a:cubicBezTo>
                    <a:cubicBezTo>
                      <a:pt x="0" y="40325"/>
                      <a:pt x="448" y="37151"/>
                      <a:pt x="1382" y="34239"/>
                    </a:cubicBezTo>
                    <a:cubicBezTo>
                      <a:pt x="2316" y="31289"/>
                      <a:pt x="3623" y="28750"/>
                      <a:pt x="5379" y="26584"/>
                    </a:cubicBezTo>
                    <a:cubicBezTo>
                      <a:pt x="7096" y="24456"/>
                      <a:pt x="9188" y="22776"/>
                      <a:pt x="11578" y="21581"/>
                    </a:cubicBezTo>
                    <a:cubicBezTo>
                      <a:pt x="14006" y="20349"/>
                      <a:pt x="16732" y="19752"/>
                      <a:pt x="19758" y="19752"/>
                    </a:cubicBezTo>
                    <a:cubicBezTo>
                      <a:pt x="22335" y="19752"/>
                      <a:pt x="24501" y="20162"/>
                      <a:pt x="26331" y="20984"/>
                    </a:cubicBezTo>
                    <a:cubicBezTo>
                      <a:pt x="28162" y="21806"/>
                      <a:pt x="29805" y="22888"/>
                      <a:pt x="31224" y="24269"/>
                    </a:cubicBezTo>
                    <a:lnTo>
                      <a:pt x="31224" y="0"/>
                    </a:lnTo>
                    <a:lnTo>
                      <a:pt x="42280" y="0"/>
                    </a:lnTo>
                    <a:lnTo>
                      <a:pt x="42280" y="66573"/>
                    </a:lnTo>
                    <a:lnTo>
                      <a:pt x="35519" y="66573"/>
                    </a:lnTo>
                    <a:close/>
                    <a:moveTo>
                      <a:pt x="20766" y="58471"/>
                    </a:moveTo>
                    <a:cubicBezTo>
                      <a:pt x="23082" y="58471"/>
                      <a:pt x="25024" y="57986"/>
                      <a:pt x="26667" y="57015"/>
                    </a:cubicBezTo>
                    <a:cubicBezTo>
                      <a:pt x="28274" y="56081"/>
                      <a:pt x="29805" y="54700"/>
                      <a:pt x="31224" y="52945"/>
                    </a:cubicBezTo>
                    <a:lnTo>
                      <a:pt x="31224" y="32335"/>
                    </a:lnTo>
                    <a:cubicBezTo>
                      <a:pt x="29954" y="30804"/>
                      <a:pt x="28610" y="29758"/>
                      <a:pt x="27116" y="29124"/>
                    </a:cubicBezTo>
                    <a:cubicBezTo>
                      <a:pt x="25659" y="28489"/>
                      <a:pt x="24053" y="28153"/>
                      <a:pt x="22335" y="28153"/>
                    </a:cubicBezTo>
                    <a:cubicBezTo>
                      <a:pt x="20692" y="28153"/>
                      <a:pt x="19160" y="28489"/>
                      <a:pt x="17816" y="29124"/>
                    </a:cubicBezTo>
                    <a:cubicBezTo>
                      <a:pt x="16434" y="29758"/>
                      <a:pt x="15276" y="30692"/>
                      <a:pt x="14342" y="31961"/>
                    </a:cubicBezTo>
                    <a:cubicBezTo>
                      <a:pt x="13408" y="33231"/>
                      <a:pt x="12699" y="34836"/>
                      <a:pt x="12176" y="36815"/>
                    </a:cubicBezTo>
                    <a:cubicBezTo>
                      <a:pt x="11653" y="38757"/>
                      <a:pt x="11429" y="41071"/>
                      <a:pt x="11429" y="43723"/>
                    </a:cubicBezTo>
                    <a:cubicBezTo>
                      <a:pt x="11429" y="46411"/>
                      <a:pt x="11616" y="48688"/>
                      <a:pt x="12064" y="50555"/>
                    </a:cubicBezTo>
                    <a:cubicBezTo>
                      <a:pt x="12512" y="52422"/>
                      <a:pt x="13110" y="53953"/>
                      <a:pt x="13931" y="55110"/>
                    </a:cubicBezTo>
                    <a:cubicBezTo>
                      <a:pt x="14716" y="56305"/>
                      <a:pt x="15724" y="57164"/>
                      <a:pt x="16882" y="57687"/>
                    </a:cubicBezTo>
                    <a:cubicBezTo>
                      <a:pt x="18040" y="58210"/>
                      <a:pt x="19347" y="58471"/>
                      <a:pt x="20766" y="58471"/>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198" name="Google Shape;2198;p90"/>
            <p:cNvSpPr/>
            <p:nvPr/>
          </p:nvSpPr>
          <p:spPr>
            <a:xfrm>
              <a:off x="2649151" y="2463614"/>
              <a:ext cx="737766" cy="308324"/>
            </a:xfrm>
            <a:custGeom>
              <a:rect b="b" l="l" r="r" t="t"/>
              <a:pathLst>
                <a:path extrusionOk="0" h="411098" w="983688">
                  <a:moveTo>
                    <a:pt x="975356" y="43050"/>
                  </a:moveTo>
                  <a:cubicBezTo>
                    <a:pt x="979957" y="43050"/>
                    <a:pt x="983689" y="46814"/>
                    <a:pt x="983689" y="51459"/>
                  </a:cubicBezTo>
                  <a:cubicBezTo>
                    <a:pt x="983689" y="56100"/>
                    <a:pt x="979957" y="59867"/>
                    <a:pt x="975356" y="59867"/>
                  </a:cubicBezTo>
                  <a:cubicBezTo>
                    <a:pt x="970754" y="59867"/>
                    <a:pt x="967023" y="56100"/>
                    <a:pt x="967023" y="51459"/>
                  </a:cubicBezTo>
                  <a:cubicBezTo>
                    <a:pt x="967023" y="46814"/>
                    <a:pt x="970754" y="43050"/>
                    <a:pt x="975356" y="43050"/>
                  </a:cubicBezTo>
                  <a:close/>
                  <a:moveTo>
                    <a:pt x="928340" y="51459"/>
                  </a:moveTo>
                  <a:cubicBezTo>
                    <a:pt x="928340" y="56100"/>
                    <a:pt x="932072" y="59867"/>
                    <a:pt x="936673" y="59867"/>
                  </a:cubicBezTo>
                  <a:cubicBezTo>
                    <a:pt x="941278" y="59867"/>
                    <a:pt x="945006" y="56100"/>
                    <a:pt x="945006" y="51459"/>
                  </a:cubicBezTo>
                  <a:cubicBezTo>
                    <a:pt x="945006" y="46814"/>
                    <a:pt x="941278" y="43050"/>
                    <a:pt x="936673" y="43050"/>
                  </a:cubicBezTo>
                  <a:cubicBezTo>
                    <a:pt x="932072" y="43050"/>
                    <a:pt x="928340" y="46814"/>
                    <a:pt x="928340" y="51459"/>
                  </a:cubicBezTo>
                  <a:close/>
                  <a:moveTo>
                    <a:pt x="889662" y="51459"/>
                  </a:moveTo>
                  <a:cubicBezTo>
                    <a:pt x="889662" y="56100"/>
                    <a:pt x="893393" y="59867"/>
                    <a:pt x="897994" y="59867"/>
                  </a:cubicBezTo>
                  <a:cubicBezTo>
                    <a:pt x="902596" y="59867"/>
                    <a:pt x="906327" y="56100"/>
                    <a:pt x="906327" y="51459"/>
                  </a:cubicBezTo>
                  <a:cubicBezTo>
                    <a:pt x="906327" y="46814"/>
                    <a:pt x="902596" y="43050"/>
                    <a:pt x="897994" y="43050"/>
                  </a:cubicBezTo>
                  <a:cubicBezTo>
                    <a:pt x="893393" y="43050"/>
                    <a:pt x="889662" y="46814"/>
                    <a:pt x="889662" y="51459"/>
                  </a:cubicBezTo>
                  <a:close/>
                  <a:moveTo>
                    <a:pt x="850979" y="51459"/>
                  </a:moveTo>
                  <a:cubicBezTo>
                    <a:pt x="850979" y="56100"/>
                    <a:pt x="854710" y="59867"/>
                    <a:pt x="859311" y="59867"/>
                  </a:cubicBezTo>
                  <a:cubicBezTo>
                    <a:pt x="863917" y="59867"/>
                    <a:pt x="867644" y="56100"/>
                    <a:pt x="867644" y="51459"/>
                  </a:cubicBezTo>
                  <a:cubicBezTo>
                    <a:pt x="867644" y="46814"/>
                    <a:pt x="863917" y="43050"/>
                    <a:pt x="859311" y="43050"/>
                  </a:cubicBezTo>
                  <a:cubicBezTo>
                    <a:pt x="854710" y="43050"/>
                    <a:pt x="850979" y="46814"/>
                    <a:pt x="850979" y="51459"/>
                  </a:cubicBezTo>
                  <a:close/>
                  <a:moveTo>
                    <a:pt x="812300" y="51459"/>
                  </a:moveTo>
                  <a:cubicBezTo>
                    <a:pt x="812300" y="56100"/>
                    <a:pt x="816031" y="59867"/>
                    <a:pt x="820633" y="59867"/>
                  </a:cubicBezTo>
                  <a:cubicBezTo>
                    <a:pt x="825234" y="59867"/>
                    <a:pt x="828965" y="56100"/>
                    <a:pt x="828965" y="51459"/>
                  </a:cubicBezTo>
                  <a:cubicBezTo>
                    <a:pt x="828965" y="46814"/>
                    <a:pt x="825234" y="43050"/>
                    <a:pt x="820633" y="43050"/>
                  </a:cubicBezTo>
                  <a:cubicBezTo>
                    <a:pt x="816031" y="43050"/>
                    <a:pt x="812300" y="46814"/>
                    <a:pt x="812300" y="51459"/>
                  </a:cubicBezTo>
                  <a:close/>
                  <a:moveTo>
                    <a:pt x="773617" y="51459"/>
                  </a:moveTo>
                  <a:cubicBezTo>
                    <a:pt x="773617" y="56100"/>
                    <a:pt x="777348" y="59867"/>
                    <a:pt x="781950" y="59867"/>
                  </a:cubicBezTo>
                  <a:cubicBezTo>
                    <a:pt x="786555" y="59867"/>
                    <a:pt x="790282" y="56100"/>
                    <a:pt x="790282" y="51459"/>
                  </a:cubicBezTo>
                  <a:cubicBezTo>
                    <a:pt x="790282" y="46814"/>
                    <a:pt x="786555" y="43050"/>
                    <a:pt x="781950" y="43050"/>
                  </a:cubicBezTo>
                  <a:cubicBezTo>
                    <a:pt x="777348" y="43050"/>
                    <a:pt x="773617" y="46814"/>
                    <a:pt x="773617" y="51459"/>
                  </a:cubicBezTo>
                  <a:close/>
                  <a:moveTo>
                    <a:pt x="734938" y="51459"/>
                  </a:moveTo>
                  <a:cubicBezTo>
                    <a:pt x="734938" y="56100"/>
                    <a:pt x="738669" y="59867"/>
                    <a:pt x="743271" y="59867"/>
                  </a:cubicBezTo>
                  <a:cubicBezTo>
                    <a:pt x="747872" y="59867"/>
                    <a:pt x="751603" y="56100"/>
                    <a:pt x="751603" y="51459"/>
                  </a:cubicBezTo>
                  <a:cubicBezTo>
                    <a:pt x="751603" y="46814"/>
                    <a:pt x="747872" y="43050"/>
                    <a:pt x="743271" y="43050"/>
                  </a:cubicBezTo>
                  <a:cubicBezTo>
                    <a:pt x="738669" y="43050"/>
                    <a:pt x="734938" y="46814"/>
                    <a:pt x="734938" y="51459"/>
                  </a:cubicBezTo>
                  <a:close/>
                  <a:moveTo>
                    <a:pt x="696255" y="51459"/>
                  </a:moveTo>
                  <a:cubicBezTo>
                    <a:pt x="696255" y="56100"/>
                    <a:pt x="699987" y="59867"/>
                    <a:pt x="704588" y="59867"/>
                  </a:cubicBezTo>
                  <a:cubicBezTo>
                    <a:pt x="709190" y="59867"/>
                    <a:pt x="712921" y="56100"/>
                    <a:pt x="712921" y="51459"/>
                  </a:cubicBezTo>
                  <a:cubicBezTo>
                    <a:pt x="712921" y="46814"/>
                    <a:pt x="709190" y="43050"/>
                    <a:pt x="704588" y="43050"/>
                  </a:cubicBezTo>
                  <a:cubicBezTo>
                    <a:pt x="699987" y="43050"/>
                    <a:pt x="696255" y="46814"/>
                    <a:pt x="696255" y="51459"/>
                  </a:cubicBezTo>
                  <a:close/>
                  <a:moveTo>
                    <a:pt x="657576" y="51459"/>
                  </a:moveTo>
                  <a:cubicBezTo>
                    <a:pt x="657576" y="56100"/>
                    <a:pt x="661308" y="59867"/>
                    <a:pt x="665909" y="59867"/>
                  </a:cubicBezTo>
                  <a:cubicBezTo>
                    <a:pt x="670510" y="59867"/>
                    <a:pt x="674242" y="56100"/>
                    <a:pt x="674242" y="51459"/>
                  </a:cubicBezTo>
                  <a:cubicBezTo>
                    <a:pt x="674242" y="46814"/>
                    <a:pt x="670510" y="43050"/>
                    <a:pt x="665909" y="43050"/>
                  </a:cubicBezTo>
                  <a:cubicBezTo>
                    <a:pt x="661308" y="43050"/>
                    <a:pt x="657576" y="46814"/>
                    <a:pt x="657576" y="51459"/>
                  </a:cubicBezTo>
                  <a:close/>
                  <a:moveTo>
                    <a:pt x="618894" y="51459"/>
                  </a:moveTo>
                  <a:cubicBezTo>
                    <a:pt x="618894" y="56100"/>
                    <a:pt x="622625" y="59867"/>
                    <a:pt x="627226" y="59867"/>
                  </a:cubicBezTo>
                  <a:cubicBezTo>
                    <a:pt x="631828" y="59867"/>
                    <a:pt x="635559" y="56100"/>
                    <a:pt x="635559" y="51459"/>
                  </a:cubicBezTo>
                  <a:cubicBezTo>
                    <a:pt x="635559" y="46814"/>
                    <a:pt x="631828" y="43050"/>
                    <a:pt x="627226" y="43050"/>
                  </a:cubicBezTo>
                  <a:cubicBezTo>
                    <a:pt x="622625" y="43050"/>
                    <a:pt x="618894" y="46814"/>
                    <a:pt x="618894" y="51459"/>
                  </a:cubicBezTo>
                  <a:close/>
                  <a:moveTo>
                    <a:pt x="580215" y="51459"/>
                  </a:moveTo>
                  <a:cubicBezTo>
                    <a:pt x="580215" y="56100"/>
                    <a:pt x="583946" y="59867"/>
                    <a:pt x="588547" y="59867"/>
                  </a:cubicBezTo>
                  <a:cubicBezTo>
                    <a:pt x="593149" y="59867"/>
                    <a:pt x="596880" y="56100"/>
                    <a:pt x="596880" y="51459"/>
                  </a:cubicBezTo>
                  <a:cubicBezTo>
                    <a:pt x="596880" y="46814"/>
                    <a:pt x="593149" y="43050"/>
                    <a:pt x="588547" y="43050"/>
                  </a:cubicBezTo>
                  <a:cubicBezTo>
                    <a:pt x="583946" y="43050"/>
                    <a:pt x="580215" y="46814"/>
                    <a:pt x="580215" y="51459"/>
                  </a:cubicBezTo>
                  <a:close/>
                  <a:moveTo>
                    <a:pt x="541532" y="51459"/>
                  </a:moveTo>
                  <a:cubicBezTo>
                    <a:pt x="541532" y="56100"/>
                    <a:pt x="545263" y="59867"/>
                    <a:pt x="549865" y="59867"/>
                  </a:cubicBezTo>
                  <a:cubicBezTo>
                    <a:pt x="554466" y="59867"/>
                    <a:pt x="558197" y="56100"/>
                    <a:pt x="558197" y="51459"/>
                  </a:cubicBezTo>
                  <a:cubicBezTo>
                    <a:pt x="558197" y="46814"/>
                    <a:pt x="554466" y="43050"/>
                    <a:pt x="549865" y="43050"/>
                  </a:cubicBezTo>
                  <a:cubicBezTo>
                    <a:pt x="545263" y="43050"/>
                    <a:pt x="541532" y="46814"/>
                    <a:pt x="541532" y="51459"/>
                  </a:cubicBezTo>
                  <a:close/>
                  <a:moveTo>
                    <a:pt x="502853" y="51459"/>
                  </a:moveTo>
                  <a:cubicBezTo>
                    <a:pt x="502853" y="56100"/>
                    <a:pt x="506580" y="59867"/>
                    <a:pt x="511186" y="59867"/>
                  </a:cubicBezTo>
                  <a:cubicBezTo>
                    <a:pt x="515787" y="59867"/>
                    <a:pt x="519518" y="56100"/>
                    <a:pt x="519518" y="51459"/>
                  </a:cubicBezTo>
                  <a:cubicBezTo>
                    <a:pt x="519518" y="46814"/>
                    <a:pt x="515787" y="43050"/>
                    <a:pt x="511186" y="43050"/>
                  </a:cubicBezTo>
                  <a:cubicBezTo>
                    <a:pt x="506580" y="43050"/>
                    <a:pt x="502853" y="46814"/>
                    <a:pt x="502853" y="51459"/>
                  </a:cubicBezTo>
                  <a:close/>
                  <a:moveTo>
                    <a:pt x="464170" y="51459"/>
                  </a:moveTo>
                  <a:cubicBezTo>
                    <a:pt x="464170" y="56100"/>
                    <a:pt x="467902" y="59867"/>
                    <a:pt x="472503" y="59867"/>
                  </a:cubicBezTo>
                  <a:cubicBezTo>
                    <a:pt x="477104" y="59867"/>
                    <a:pt x="480836" y="56100"/>
                    <a:pt x="480836" y="51459"/>
                  </a:cubicBezTo>
                  <a:cubicBezTo>
                    <a:pt x="480836" y="46814"/>
                    <a:pt x="477104" y="43050"/>
                    <a:pt x="472503" y="43050"/>
                  </a:cubicBezTo>
                  <a:cubicBezTo>
                    <a:pt x="467902" y="43050"/>
                    <a:pt x="464170" y="46814"/>
                    <a:pt x="464170" y="51459"/>
                  </a:cubicBezTo>
                  <a:close/>
                  <a:moveTo>
                    <a:pt x="425491" y="51459"/>
                  </a:moveTo>
                  <a:cubicBezTo>
                    <a:pt x="425491" y="56100"/>
                    <a:pt x="429219" y="59867"/>
                    <a:pt x="433824" y="59867"/>
                  </a:cubicBezTo>
                  <a:cubicBezTo>
                    <a:pt x="438425" y="59867"/>
                    <a:pt x="442157" y="56100"/>
                    <a:pt x="442157" y="51459"/>
                  </a:cubicBezTo>
                  <a:cubicBezTo>
                    <a:pt x="442157" y="46814"/>
                    <a:pt x="438425" y="43050"/>
                    <a:pt x="433824" y="43050"/>
                  </a:cubicBezTo>
                  <a:cubicBezTo>
                    <a:pt x="429219" y="43050"/>
                    <a:pt x="425491" y="46814"/>
                    <a:pt x="425491" y="51459"/>
                  </a:cubicBezTo>
                  <a:close/>
                  <a:moveTo>
                    <a:pt x="386809" y="51459"/>
                  </a:moveTo>
                  <a:cubicBezTo>
                    <a:pt x="386809" y="56100"/>
                    <a:pt x="390540" y="59867"/>
                    <a:pt x="395141" y="59867"/>
                  </a:cubicBezTo>
                  <a:cubicBezTo>
                    <a:pt x="399743" y="59867"/>
                    <a:pt x="403474" y="56100"/>
                    <a:pt x="403474" y="51459"/>
                  </a:cubicBezTo>
                  <a:cubicBezTo>
                    <a:pt x="403474" y="46814"/>
                    <a:pt x="399743" y="43050"/>
                    <a:pt x="395141" y="43050"/>
                  </a:cubicBezTo>
                  <a:cubicBezTo>
                    <a:pt x="390540" y="43050"/>
                    <a:pt x="386809" y="46814"/>
                    <a:pt x="386809" y="51459"/>
                  </a:cubicBezTo>
                  <a:close/>
                  <a:moveTo>
                    <a:pt x="348126" y="51459"/>
                  </a:moveTo>
                  <a:cubicBezTo>
                    <a:pt x="348126" y="56100"/>
                    <a:pt x="351857" y="59867"/>
                    <a:pt x="356458" y="59867"/>
                  </a:cubicBezTo>
                  <a:cubicBezTo>
                    <a:pt x="361064" y="59867"/>
                    <a:pt x="364791" y="56100"/>
                    <a:pt x="364791" y="51459"/>
                  </a:cubicBezTo>
                  <a:cubicBezTo>
                    <a:pt x="364791" y="46814"/>
                    <a:pt x="361064" y="43050"/>
                    <a:pt x="356458" y="43050"/>
                  </a:cubicBezTo>
                  <a:cubicBezTo>
                    <a:pt x="351857" y="43050"/>
                    <a:pt x="348126" y="46814"/>
                    <a:pt x="348126" y="51459"/>
                  </a:cubicBezTo>
                  <a:close/>
                  <a:moveTo>
                    <a:pt x="309447" y="51459"/>
                  </a:moveTo>
                  <a:cubicBezTo>
                    <a:pt x="309447" y="56100"/>
                    <a:pt x="313178" y="59867"/>
                    <a:pt x="317780" y="59867"/>
                  </a:cubicBezTo>
                  <a:cubicBezTo>
                    <a:pt x="322381" y="59867"/>
                    <a:pt x="326112" y="56100"/>
                    <a:pt x="326112" y="51459"/>
                  </a:cubicBezTo>
                  <a:cubicBezTo>
                    <a:pt x="326112" y="46814"/>
                    <a:pt x="322381" y="43050"/>
                    <a:pt x="317780" y="43050"/>
                  </a:cubicBezTo>
                  <a:cubicBezTo>
                    <a:pt x="313178" y="43050"/>
                    <a:pt x="309447" y="46814"/>
                    <a:pt x="309447" y="51459"/>
                  </a:cubicBezTo>
                  <a:close/>
                  <a:moveTo>
                    <a:pt x="270764" y="51459"/>
                  </a:moveTo>
                  <a:cubicBezTo>
                    <a:pt x="270764" y="56100"/>
                    <a:pt x="274495" y="59867"/>
                    <a:pt x="279097" y="59867"/>
                  </a:cubicBezTo>
                  <a:cubicBezTo>
                    <a:pt x="283702" y="59867"/>
                    <a:pt x="287429" y="56100"/>
                    <a:pt x="287429" y="51459"/>
                  </a:cubicBezTo>
                  <a:cubicBezTo>
                    <a:pt x="287429" y="46814"/>
                    <a:pt x="283702" y="43050"/>
                    <a:pt x="279097" y="43050"/>
                  </a:cubicBezTo>
                  <a:cubicBezTo>
                    <a:pt x="274495" y="43050"/>
                    <a:pt x="270764" y="46814"/>
                    <a:pt x="270764" y="51459"/>
                  </a:cubicBezTo>
                  <a:close/>
                  <a:moveTo>
                    <a:pt x="232085" y="51459"/>
                  </a:moveTo>
                  <a:cubicBezTo>
                    <a:pt x="232085" y="56100"/>
                    <a:pt x="235816" y="59867"/>
                    <a:pt x="240418" y="59867"/>
                  </a:cubicBezTo>
                  <a:cubicBezTo>
                    <a:pt x="245019" y="59867"/>
                    <a:pt x="248750" y="56100"/>
                    <a:pt x="248750" y="51459"/>
                  </a:cubicBezTo>
                  <a:cubicBezTo>
                    <a:pt x="248750" y="46814"/>
                    <a:pt x="245019" y="43050"/>
                    <a:pt x="240418" y="43050"/>
                  </a:cubicBezTo>
                  <a:cubicBezTo>
                    <a:pt x="235816" y="43050"/>
                    <a:pt x="232085" y="46814"/>
                    <a:pt x="232085" y="51459"/>
                  </a:cubicBezTo>
                  <a:close/>
                  <a:moveTo>
                    <a:pt x="193402" y="51459"/>
                  </a:moveTo>
                  <a:cubicBezTo>
                    <a:pt x="193402" y="56100"/>
                    <a:pt x="197134" y="59867"/>
                    <a:pt x="201735" y="59867"/>
                  </a:cubicBezTo>
                  <a:cubicBezTo>
                    <a:pt x="206340" y="59867"/>
                    <a:pt x="210068" y="56100"/>
                    <a:pt x="210068" y="51459"/>
                  </a:cubicBezTo>
                  <a:cubicBezTo>
                    <a:pt x="210068" y="46814"/>
                    <a:pt x="206340" y="43050"/>
                    <a:pt x="201735" y="43050"/>
                  </a:cubicBezTo>
                  <a:cubicBezTo>
                    <a:pt x="197134" y="43050"/>
                    <a:pt x="193402" y="46814"/>
                    <a:pt x="193402" y="51459"/>
                  </a:cubicBezTo>
                  <a:close/>
                  <a:moveTo>
                    <a:pt x="154723" y="51459"/>
                  </a:moveTo>
                  <a:cubicBezTo>
                    <a:pt x="154723" y="56100"/>
                    <a:pt x="158455" y="59867"/>
                    <a:pt x="163056" y="59867"/>
                  </a:cubicBezTo>
                  <a:cubicBezTo>
                    <a:pt x="167658" y="59867"/>
                    <a:pt x="171389" y="56100"/>
                    <a:pt x="171389" y="51459"/>
                  </a:cubicBezTo>
                  <a:cubicBezTo>
                    <a:pt x="171389" y="46814"/>
                    <a:pt x="167658" y="43050"/>
                    <a:pt x="163056" y="43050"/>
                  </a:cubicBezTo>
                  <a:cubicBezTo>
                    <a:pt x="158455" y="43050"/>
                    <a:pt x="154723" y="46814"/>
                    <a:pt x="154723" y="51459"/>
                  </a:cubicBezTo>
                  <a:close/>
                  <a:moveTo>
                    <a:pt x="116041" y="51459"/>
                  </a:moveTo>
                  <a:cubicBezTo>
                    <a:pt x="116041" y="56100"/>
                    <a:pt x="119772" y="59867"/>
                    <a:pt x="124373" y="59867"/>
                  </a:cubicBezTo>
                  <a:cubicBezTo>
                    <a:pt x="128975" y="59867"/>
                    <a:pt x="132706" y="56100"/>
                    <a:pt x="132706" y="51459"/>
                  </a:cubicBezTo>
                  <a:cubicBezTo>
                    <a:pt x="132706" y="46814"/>
                    <a:pt x="128975" y="43050"/>
                    <a:pt x="124373" y="43050"/>
                  </a:cubicBezTo>
                  <a:cubicBezTo>
                    <a:pt x="119772" y="43050"/>
                    <a:pt x="116041" y="46814"/>
                    <a:pt x="116041" y="51459"/>
                  </a:cubicBezTo>
                  <a:close/>
                  <a:moveTo>
                    <a:pt x="77362" y="51459"/>
                  </a:moveTo>
                  <a:cubicBezTo>
                    <a:pt x="77362" y="56100"/>
                    <a:pt x="81093" y="59867"/>
                    <a:pt x="85694" y="59867"/>
                  </a:cubicBezTo>
                  <a:cubicBezTo>
                    <a:pt x="90296" y="59867"/>
                    <a:pt x="94027" y="56100"/>
                    <a:pt x="94027" y="51459"/>
                  </a:cubicBezTo>
                  <a:cubicBezTo>
                    <a:pt x="94027" y="46814"/>
                    <a:pt x="90296" y="43050"/>
                    <a:pt x="85694" y="43050"/>
                  </a:cubicBezTo>
                  <a:cubicBezTo>
                    <a:pt x="81093" y="43050"/>
                    <a:pt x="77362" y="46814"/>
                    <a:pt x="77362" y="51459"/>
                  </a:cubicBezTo>
                  <a:close/>
                  <a:moveTo>
                    <a:pt x="38679" y="51459"/>
                  </a:moveTo>
                  <a:cubicBezTo>
                    <a:pt x="38679" y="56100"/>
                    <a:pt x="42410" y="59867"/>
                    <a:pt x="47012" y="59867"/>
                  </a:cubicBezTo>
                  <a:cubicBezTo>
                    <a:pt x="51613" y="59867"/>
                    <a:pt x="55344" y="56100"/>
                    <a:pt x="55344" y="51459"/>
                  </a:cubicBezTo>
                  <a:cubicBezTo>
                    <a:pt x="55344" y="46814"/>
                    <a:pt x="51613" y="43050"/>
                    <a:pt x="47012" y="43050"/>
                  </a:cubicBezTo>
                  <a:cubicBezTo>
                    <a:pt x="42410" y="43050"/>
                    <a:pt x="38679" y="46814"/>
                    <a:pt x="38679" y="51459"/>
                  </a:cubicBezTo>
                  <a:close/>
                  <a:moveTo>
                    <a:pt x="0" y="51459"/>
                  </a:moveTo>
                  <a:cubicBezTo>
                    <a:pt x="0" y="56100"/>
                    <a:pt x="3731" y="59867"/>
                    <a:pt x="8333" y="59867"/>
                  </a:cubicBezTo>
                  <a:cubicBezTo>
                    <a:pt x="12934" y="59867"/>
                    <a:pt x="16665" y="56100"/>
                    <a:pt x="16665" y="51459"/>
                  </a:cubicBezTo>
                  <a:cubicBezTo>
                    <a:pt x="16665" y="46814"/>
                    <a:pt x="12934" y="43050"/>
                    <a:pt x="8333" y="43050"/>
                  </a:cubicBezTo>
                  <a:cubicBezTo>
                    <a:pt x="3731" y="43050"/>
                    <a:pt x="0" y="46814"/>
                    <a:pt x="0" y="51459"/>
                  </a:cubicBezTo>
                  <a:close/>
                  <a:moveTo>
                    <a:pt x="967023" y="95484"/>
                  </a:moveTo>
                  <a:cubicBezTo>
                    <a:pt x="967023" y="100128"/>
                    <a:pt x="970754" y="103892"/>
                    <a:pt x="975356" y="103892"/>
                  </a:cubicBezTo>
                  <a:cubicBezTo>
                    <a:pt x="979957" y="103892"/>
                    <a:pt x="983689" y="100128"/>
                    <a:pt x="983689" y="95484"/>
                  </a:cubicBezTo>
                  <a:cubicBezTo>
                    <a:pt x="983689" y="90839"/>
                    <a:pt x="979957" y="87075"/>
                    <a:pt x="975356" y="87075"/>
                  </a:cubicBezTo>
                  <a:cubicBezTo>
                    <a:pt x="970754" y="87075"/>
                    <a:pt x="967023" y="90839"/>
                    <a:pt x="967023" y="95484"/>
                  </a:cubicBezTo>
                  <a:close/>
                  <a:moveTo>
                    <a:pt x="928340" y="95484"/>
                  </a:moveTo>
                  <a:cubicBezTo>
                    <a:pt x="928340" y="100128"/>
                    <a:pt x="932072" y="103892"/>
                    <a:pt x="936673" y="103892"/>
                  </a:cubicBezTo>
                  <a:cubicBezTo>
                    <a:pt x="941278" y="103892"/>
                    <a:pt x="945006" y="100128"/>
                    <a:pt x="945006" y="95484"/>
                  </a:cubicBezTo>
                  <a:cubicBezTo>
                    <a:pt x="945006" y="90839"/>
                    <a:pt x="941278" y="87075"/>
                    <a:pt x="936673" y="87075"/>
                  </a:cubicBezTo>
                  <a:cubicBezTo>
                    <a:pt x="932072" y="87075"/>
                    <a:pt x="928340" y="90839"/>
                    <a:pt x="928340" y="95484"/>
                  </a:cubicBezTo>
                  <a:close/>
                  <a:moveTo>
                    <a:pt x="889662" y="95484"/>
                  </a:moveTo>
                  <a:cubicBezTo>
                    <a:pt x="889662" y="100128"/>
                    <a:pt x="893393" y="103892"/>
                    <a:pt x="897994" y="103892"/>
                  </a:cubicBezTo>
                  <a:cubicBezTo>
                    <a:pt x="902596" y="103892"/>
                    <a:pt x="906327" y="100128"/>
                    <a:pt x="906327" y="95484"/>
                  </a:cubicBezTo>
                  <a:cubicBezTo>
                    <a:pt x="906327" y="90839"/>
                    <a:pt x="902596" y="87075"/>
                    <a:pt x="897994" y="87075"/>
                  </a:cubicBezTo>
                  <a:cubicBezTo>
                    <a:pt x="893393" y="87075"/>
                    <a:pt x="889662" y="90839"/>
                    <a:pt x="889662" y="95484"/>
                  </a:cubicBezTo>
                  <a:close/>
                  <a:moveTo>
                    <a:pt x="850979" y="95484"/>
                  </a:moveTo>
                  <a:cubicBezTo>
                    <a:pt x="850979" y="100128"/>
                    <a:pt x="854710" y="103892"/>
                    <a:pt x="859311" y="103892"/>
                  </a:cubicBezTo>
                  <a:cubicBezTo>
                    <a:pt x="863917" y="103892"/>
                    <a:pt x="867644" y="100128"/>
                    <a:pt x="867644" y="95484"/>
                  </a:cubicBezTo>
                  <a:cubicBezTo>
                    <a:pt x="867644" y="90839"/>
                    <a:pt x="863917" y="87075"/>
                    <a:pt x="859311" y="87075"/>
                  </a:cubicBezTo>
                  <a:cubicBezTo>
                    <a:pt x="854710" y="87075"/>
                    <a:pt x="850979" y="90839"/>
                    <a:pt x="850979" y="95484"/>
                  </a:cubicBezTo>
                  <a:close/>
                  <a:moveTo>
                    <a:pt x="812300" y="95484"/>
                  </a:moveTo>
                  <a:cubicBezTo>
                    <a:pt x="812300" y="100128"/>
                    <a:pt x="816031" y="103892"/>
                    <a:pt x="820633" y="103892"/>
                  </a:cubicBezTo>
                  <a:cubicBezTo>
                    <a:pt x="825234" y="103892"/>
                    <a:pt x="828965" y="100128"/>
                    <a:pt x="828965" y="95484"/>
                  </a:cubicBezTo>
                  <a:cubicBezTo>
                    <a:pt x="828965" y="90839"/>
                    <a:pt x="825234" y="87075"/>
                    <a:pt x="820633" y="87075"/>
                  </a:cubicBezTo>
                  <a:cubicBezTo>
                    <a:pt x="816031" y="87075"/>
                    <a:pt x="812300" y="90839"/>
                    <a:pt x="812300" y="95484"/>
                  </a:cubicBezTo>
                  <a:close/>
                  <a:moveTo>
                    <a:pt x="773617" y="95484"/>
                  </a:moveTo>
                  <a:cubicBezTo>
                    <a:pt x="773617" y="100128"/>
                    <a:pt x="777348" y="103892"/>
                    <a:pt x="781950" y="103892"/>
                  </a:cubicBezTo>
                  <a:cubicBezTo>
                    <a:pt x="786555" y="103892"/>
                    <a:pt x="790282" y="100128"/>
                    <a:pt x="790282" y="95484"/>
                  </a:cubicBezTo>
                  <a:cubicBezTo>
                    <a:pt x="790282" y="90839"/>
                    <a:pt x="786555" y="87075"/>
                    <a:pt x="781950" y="87075"/>
                  </a:cubicBezTo>
                  <a:cubicBezTo>
                    <a:pt x="777348" y="87075"/>
                    <a:pt x="773617" y="90839"/>
                    <a:pt x="773617" y="95484"/>
                  </a:cubicBezTo>
                  <a:close/>
                  <a:moveTo>
                    <a:pt x="734938" y="95484"/>
                  </a:moveTo>
                  <a:cubicBezTo>
                    <a:pt x="734938" y="100128"/>
                    <a:pt x="738669" y="103892"/>
                    <a:pt x="743271" y="103892"/>
                  </a:cubicBezTo>
                  <a:cubicBezTo>
                    <a:pt x="747872" y="103892"/>
                    <a:pt x="751603" y="100128"/>
                    <a:pt x="751603" y="95484"/>
                  </a:cubicBezTo>
                  <a:cubicBezTo>
                    <a:pt x="751603" y="90839"/>
                    <a:pt x="747872" y="87075"/>
                    <a:pt x="743271" y="87075"/>
                  </a:cubicBezTo>
                  <a:cubicBezTo>
                    <a:pt x="738669" y="87075"/>
                    <a:pt x="734938" y="90839"/>
                    <a:pt x="734938" y="95484"/>
                  </a:cubicBezTo>
                  <a:close/>
                  <a:moveTo>
                    <a:pt x="696255" y="95484"/>
                  </a:moveTo>
                  <a:cubicBezTo>
                    <a:pt x="696255" y="100128"/>
                    <a:pt x="699987" y="103892"/>
                    <a:pt x="704588" y="103892"/>
                  </a:cubicBezTo>
                  <a:cubicBezTo>
                    <a:pt x="709190" y="103892"/>
                    <a:pt x="712921" y="100128"/>
                    <a:pt x="712921" y="95484"/>
                  </a:cubicBezTo>
                  <a:cubicBezTo>
                    <a:pt x="712921" y="90839"/>
                    <a:pt x="709190" y="87075"/>
                    <a:pt x="704588" y="87075"/>
                  </a:cubicBezTo>
                  <a:cubicBezTo>
                    <a:pt x="699987" y="87075"/>
                    <a:pt x="696255" y="90839"/>
                    <a:pt x="696255" y="95484"/>
                  </a:cubicBezTo>
                  <a:close/>
                  <a:moveTo>
                    <a:pt x="657576" y="95484"/>
                  </a:moveTo>
                  <a:cubicBezTo>
                    <a:pt x="657576" y="100128"/>
                    <a:pt x="661308" y="103892"/>
                    <a:pt x="665909" y="103892"/>
                  </a:cubicBezTo>
                  <a:cubicBezTo>
                    <a:pt x="670510" y="103892"/>
                    <a:pt x="674242" y="100128"/>
                    <a:pt x="674242" y="95484"/>
                  </a:cubicBezTo>
                  <a:cubicBezTo>
                    <a:pt x="674242" y="90839"/>
                    <a:pt x="670510" y="87075"/>
                    <a:pt x="665909" y="87075"/>
                  </a:cubicBezTo>
                  <a:cubicBezTo>
                    <a:pt x="661308" y="87075"/>
                    <a:pt x="657576" y="90839"/>
                    <a:pt x="657576" y="95484"/>
                  </a:cubicBezTo>
                  <a:close/>
                  <a:moveTo>
                    <a:pt x="618894" y="95484"/>
                  </a:moveTo>
                  <a:cubicBezTo>
                    <a:pt x="618894" y="100128"/>
                    <a:pt x="622625" y="103892"/>
                    <a:pt x="627226" y="103892"/>
                  </a:cubicBezTo>
                  <a:cubicBezTo>
                    <a:pt x="631828" y="103892"/>
                    <a:pt x="635559" y="100128"/>
                    <a:pt x="635559" y="95484"/>
                  </a:cubicBezTo>
                  <a:cubicBezTo>
                    <a:pt x="635559" y="90839"/>
                    <a:pt x="631828" y="87075"/>
                    <a:pt x="627226" y="87075"/>
                  </a:cubicBezTo>
                  <a:cubicBezTo>
                    <a:pt x="622625" y="87075"/>
                    <a:pt x="618894" y="90839"/>
                    <a:pt x="618894" y="95484"/>
                  </a:cubicBezTo>
                  <a:close/>
                  <a:moveTo>
                    <a:pt x="580215" y="95484"/>
                  </a:moveTo>
                  <a:cubicBezTo>
                    <a:pt x="580215" y="100128"/>
                    <a:pt x="583946" y="103892"/>
                    <a:pt x="588547" y="103892"/>
                  </a:cubicBezTo>
                  <a:cubicBezTo>
                    <a:pt x="593149" y="103892"/>
                    <a:pt x="596880" y="100128"/>
                    <a:pt x="596880" y="95484"/>
                  </a:cubicBezTo>
                  <a:cubicBezTo>
                    <a:pt x="596880" y="90839"/>
                    <a:pt x="593149" y="87075"/>
                    <a:pt x="588547" y="87075"/>
                  </a:cubicBezTo>
                  <a:cubicBezTo>
                    <a:pt x="583946" y="87075"/>
                    <a:pt x="580215" y="90839"/>
                    <a:pt x="580215" y="95484"/>
                  </a:cubicBezTo>
                  <a:close/>
                  <a:moveTo>
                    <a:pt x="541532" y="95484"/>
                  </a:moveTo>
                  <a:cubicBezTo>
                    <a:pt x="541532" y="100128"/>
                    <a:pt x="545263" y="103892"/>
                    <a:pt x="549865" y="103892"/>
                  </a:cubicBezTo>
                  <a:cubicBezTo>
                    <a:pt x="554466" y="103892"/>
                    <a:pt x="558197" y="100128"/>
                    <a:pt x="558197" y="95484"/>
                  </a:cubicBezTo>
                  <a:cubicBezTo>
                    <a:pt x="558197" y="90839"/>
                    <a:pt x="554466" y="87075"/>
                    <a:pt x="549865" y="87075"/>
                  </a:cubicBezTo>
                  <a:cubicBezTo>
                    <a:pt x="545263" y="87075"/>
                    <a:pt x="541532" y="90839"/>
                    <a:pt x="541532" y="95484"/>
                  </a:cubicBezTo>
                  <a:close/>
                  <a:moveTo>
                    <a:pt x="502853" y="95484"/>
                  </a:moveTo>
                  <a:cubicBezTo>
                    <a:pt x="502853" y="100128"/>
                    <a:pt x="506580" y="103892"/>
                    <a:pt x="511186" y="103892"/>
                  </a:cubicBezTo>
                  <a:cubicBezTo>
                    <a:pt x="515787" y="103892"/>
                    <a:pt x="519518" y="100128"/>
                    <a:pt x="519518" y="95484"/>
                  </a:cubicBezTo>
                  <a:cubicBezTo>
                    <a:pt x="519518" y="90839"/>
                    <a:pt x="515787" y="87075"/>
                    <a:pt x="511186" y="87075"/>
                  </a:cubicBezTo>
                  <a:cubicBezTo>
                    <a:pt x="506580" y="87075"/>
                    <a:pt x="502853" y="90839"/>
                    <a:pt x="502853" y="95484"/>
                  </a:cubicBezTo>
                  <a:close/>
                  <a:moveTo>
                    <a:pt x="464170" y="95484"/>
                  </a:moveTo>
                  <a:cubicBezTo>
                    <a:pt x="464170" y="100128"/>
                    <a:pt x="467902" y="103892"/>
                    <a:pt x="472503" y="103892"/>
                  </a:cubicBezTo>
                  <a:cubicBezTo>
                    <a:pt x="477104" y="103892"/>
                    <a:pt x="480836" y="100128"/>
                    <a:pt x="480836" y="95484"/>
                  </a:cubicBezTo>
                  <a:cubicBezTo>
                    <a:pt x="480836" y="90839"/>
                    <a:pt x="477104" y="87075"/>
                    <a:pt x="472503" y="87075"/>
                  </a:cubicBezTo>
                  <a:cubicBezTo>
                    <a:pt x="467902" y="87075"/>
                    <a:pt x="464170" y="90839"/>
                    <a:pt x="464170" y="95484"/>
                  </a:cubicBezTo>
                  <a:close/>
                  <a:moveTo>
                    <a:pt x="425491" y="95484"/>
                  </a:moveTo>
                  <a:cubicBezTo>
                    <a:pt x="425491" y="100128"/>
                    <a:pt x="429219" y="103892"/>
                    <a:pt x="433824" y="103892"/>
                  </a:cubicBezTo>
                  <a:cubicBezTo>
                    <a:pt x="438425" y="103892"/>
                    <a:pt x="442157" y="100128"/>
                    <a:pt x="442157" y="95484"/>
                  </a:cubicBezTo>
                  <a:cubicBezTo>
                    <a:pt x="442157" y="90839"/>
                    <a:pt x="438425" y="87075"/>
                    <a:pt x="433824" y="87075"/>
                  </a:cubicBezTo>
                  <a:cubicBezTo>
                    <a:pt x="429219" y="87075"/>
                    <a:pt x="425491" y="90839"/>
                    <a:pt x="425491" y="95484"/>
                  </a:cubicBezTo>
                  <a:close/>
                  <a:moveTo>
                    <a:pt x="386809" y="95484"/>
                  </a:moveTo>
                  <a:cubicBezTo>
                    <a:pt x="386809" y="100128"/>
                    <a:pt x="390540" y="103892"/>
                    <a:pt x="395141" y="103892"/>
                  </a:cubicBezTo>
                  <a:cubicBezTo>
                    <a:pt x="399743" y="103892"/>
                    <a:pt x="403474" y="100128"/>
                    <a:pt x="403474" y="95484"/>
                  </a:cubicBezTo>
                  <a:cubicBezTo>
                    <a:pt x="403474" y="90839"/>
                    <a:pt x="399743" y="87075"/>
                    <a:pt x="395141" y="87075"/>
                  </a:cubicBezTo>
                  <a:cubicBezTo>
                    <a:pt x="390540" y="87075"/>
                    <a:pt x="386809" y="90839"/>
                    <a:pt x="386809" y="95484"/>
                  </a:cubicBezTo>
                  <a:close/>
                  <a:moveTo>
                    <a:pt x="348126" y="95484"/>
                  </a:moveTo>
                  <a:cubicBezTo>
                    <a:pt x="348126" y="100128"/>
                    <a:pt x="351857" y="103892"/>
                    <a:pt x="356458" y="103892"/>
                  </a:cubicBezTo>
                  <a:cubicBezTo>
                    <a:pt x="361064" y="103892"/>
                    <a:pt x="364791" y="100128"/>
                    <a:pt x="364791" y="95484"/>
                  </a:cubicBezTo>
                  <a:cubicBezTo>
                    <a:pt x="364791" y="90839"/>
                    <a:pt x="361064" y="87075"/>
                    <a:pt x="356458" y="87075"/>
                  </a:cubicBezTo>
                  <a:cubicBezTo>
                    <a:pt x="351857" y="87075"/>
                    <a:pt x="348126" y="90839"/>
                    <a:pt x="348126" y="95484"/>
                  </a:cubicBezTo>
                  <a:close/>
                  <a:moveTo>
                    <a:pt x="309447" y="95484"/>
                  </a:moveTo>
                  <a:cubicBezTo>
                    <a:pt x="309447" y="100128"/>
                    <a:pt x="313178" y="103892"/>
                    <a:pt x="317780" y="103892"/>
                  </a:cubicBezTo>
                  <a:cubicBezTo>
                    <a:pt x="322381" y="103892"/>
                    <a:pt x="326112" y="100128"/>
                    <a:pt x="326112" y="95484"/>
                  </a:cubicBezTo>
                  <a:cubicBezTo>
                    <a:pt x="326112" y="90839"/>
                    <a:pt x="322381" y="87075"/>
                    <a:pt x="317780" y="87075"/>
                  </a:cubicBezTo>
                  <a:cubicBezTo>
                    <a:pt x="313178" y="87075"/>
                    <a:pt x="309447" y="90839"/>
                    <a:pt x="309447" y="95484"/>
                  </a:cubicBezTo>
                  <a:close/>
                  <a:moveTo>
                    <a:pt x="270764" y="95484"/>
                  </a:moveTo>
                  <a:cubicBezTo>
                    <a:pt x="270764" y="100128"/>
                    <a:pt x="274495" y="103892"/>
                    <a:pt x="279097" y="103892"/>
                  </a:cubicBezTo>
                  <a:cubicBezTo>
                    <a:pt x="283702" y="103892"/>
                    <a:pt x="287429" y="100128"/>
                    <a:pt x="287429" y="95484"/>
                  </a:cubicBezTo>
                  <a:cubicBezTo>
                    <a:pt x="287429" y="90839"/>
                    <a:pt x="283702" y="87075"/>
                    <a:pt x="279097" y="87075"/>
                  </a:cubicBezTo>
                  <a:cubicBezTo>
                    <a:pt x="274495" y="87075"/>
                    <a:pt x="270764" y="90839"/>
                    <a:pt x="270764" y="95484"/>
                  </a:cubicBezTo>
                  <a:close/>
                  <a:moveTo>
                    <a:pt x="232085" y="95484"/>
                  </a:moveTo>
                  <a:cubicBezTo>
                    <a:pt x="232085" y="100128"/>
                    <a:pt x="235816" y="103892"/>
                    <a:pt x="240418" y="103892"/>
                  </a:cubicBezTo>
                  <a:cubicBezTo>
                    <a:pt x="245019" y="103892"/>
                    <a:pt x="248750" y="100128"/>
                    <a:pt x="248750" y="95484"/>
                  </a:cubicBezTo>
                  <a:cubicBezTo>
                    <a:pt x="248750" y="90839"/>
                    <a:pt x="245019" y="87075"/>
                    <a:pt x="240418" y="87075"/>
                  </a:cubicBezTo>
                  <a:cubicBezTo>
                    <a:pt x="235816" y="87075"/>
                    <a:pt x="232085" y="90839"/>
                    <a:pt x="232085" y="95484"/>
                  </a:cubicBezTo>
                  <a:close/>
                  <a:moveTo>
                    <a:pt x="193402" y="95484"/>
                  </a:moveTo>
                  <a:cubicBezTo>
                    <a:pt x="193402" y="100128"/>
                    <a:pt x="197134" y="103892"/>
                    <a:pt x="201735" y="103892"/>
                  </a:cubicBezTo>
                  <a:cubicBezTo>
                    <a:pt x="206340" y="103892"/>
                    <a:pt x="210068" y="100128"/>
                    <a:pt x="210068" y="95484"/>
                  </a:cubicBezTo>
                  <a:cubicBezTo>
                    <a:pt x="210068" y="90839"/>
                    <a:pt x="206340" y="87075"/>
                    <a:pt x="201735" y="87075"/>
                  </a:cubicBezTo>
                  <a:cubicBezTo>
                    <a:pt x="197134" y="87075"/>
                    <a:pt x="193402" y="90839"/>
                    <a:pt x="193402" y="95484"/>
                  </a:cubicBezTo>
                  <a:close/>
                  <a:moveTo>
                    <a:pt x="154723" y="95484"/>
                  </a:moveTo>
                  <a:cubicBezTo>
                    <a:pt x="154723" y="100128"/>
                    <a:pt x="158455" y="103892"/>
                    <a:pt x="163056" y="103892"/>
                  </a:cubicBezTo>
                  <a:cubicBezTo>
                    <a:pt x="167658" y="103892"/>
                    <a:pt x="171389" y="100128"/>
                    <a:pt x="171389" y="95484"/>
                  </a:cubicBezTo>
                  <a:cubicBezTo>
                    <a:pt x="171389" y="90839"/>
                    <a:pt x="167658" y="87075"/>
                    <a:pt x="163056" y="87075"/>
                  </a:cubicBezTo>
                  <a:cubicBezTo>
                    <a:pt x="158455" y="87075"/>
                    <a:pt x="154723" y="90839"/>
                    <a:pt x="154723" y="95484"/>
                  </a:cubicBezTo>
                  <a:close/>
                  <a:moveTo>
                    <a:pt x="116041" y="95484"/>
                  </a:moveTo>
                  <a:cubicBezTo>
                    <a:pt x="116041" y="100128"/>
                    <a:pt x="119772" y="103892"/>
                    <a:pt x="124373" y="103892"/>
                  </a:cubicBezTo>
                  <a:cubicBezTo>
                    <a:pt x="128975" y="103892"/>
                    <a:pt x="132706" y="100128"/>
                    <a:pt x="132706" y="95484"/>
                  </a:cubicBezTo>
                  <a:cubicBezTo>
                    <a:pt x="132706" y="90839"/>
                    <a:pt x="128975" y="87075"/>
                    <a:pt x="124373" y="87075"/>
                  </a:cubicBezTo>
                  <a:cubicBezTo>
                    <a:pt x="119772" y="87075"/>
                    <a:pt x="116041" y="90839"/>
                    <a:pt x="116041" y="95484"/>
                  </a:cubicBezTo>
                  <a:close/>
                  <a:moveTo>
                    <a:pt x="77362" y="95484"/>
                  </a:moveTo>
                  <a:cubicBezTo>
                    <a:pt x="77362" y="100128"/>
                    <a:pt x="81093" y="103892"/>
                    <a:pt x="85694" y="103892"/>
                  </a:cubicBezTo>
                  <a:cubicBezTo>
                    <a:pt x="90296" y="103892"/>
                    <a:pt x="94027" y="100128"/>
                    <a:pt x="94027" y="95484"/>
                  </a:cubicBezTo>
                  <a:cubicBezTo>
                    <a:pt x="94027" y="90839"/>
                    <a:pt x="90296" y="87075"/>
                    <a:pt x="85694" y="87075"/>
                  </a:cubicBezTo>
                  <a:cubicBezTo>
                    <a:pt x="81093" y="87075"/>
                    <a:pt x="77362" y="90839"/>
                    <a:pt x="77362" y="95484"/>
                  </a:cubicBezTo>
                  <a:close/>
                  <a:moveTo>
                    <a:pt x="38679" y="95484"/>
                  </a:moveTo>
                  <a:cubicBezTo>
                    <a:pt x="38679" y="100128"/>
                    <a:pt x="42410" y="103892"/>
                    <a:pt x="47012" y="103892"/>
                  </a:cubicBezTo>
                  <a:cubicBezTo>
                    <a:pt x="51613" y="103892"/>
                    <a:pt x="55344" y="100128"/>
                    <a:pt x="55344" y="95484"/>
                  </a:cubicBezTo>
                  <a:cubicBezTo>
                    <a:pt x="55344" y="90839"/>
                    <a:pt x="51613" y="87075"/>
                    <a:pt x="47012" y="87075"/>
                  </a:cubicBezTo>
                  <a:cubicBezTo>
                    <a:pt x="42410" y="87075"/>
                    <a:pt x="38679" y="90839"/>
                    <a:pt x="38679" y="95484"/>
                  </a:cubicBezTo>
                  <a:close/>
                  <a:moveTo>
                    <a:pt x="0" y="95484"/>
                  </a:moveTo>
                  <a:cubicBezTo>
                    <a:pt x="0" y="100128"/>
                    <a:pt x="3731" y="103892"/>
                    <a:pt x="8333" y="103892"/>
                  </a:cubicBezTo>
                  <a:cubicBezTo>
                    <a:pt x="12934" y="103892"/>
                    <a:pt x="16665" y="100128"/>
                    <a:pt x="16665" y="95484"/>
                  </a:cubicBezTo>
                  <a:cubicBezTo>
                    <a:pt x="16665" y="90839"/>
                    <a:pt x="12934" y="87075"/>
                    <a:pt x="8333" y="87075"/>
                  </a:cubicBezTo>
                  <a:cubicBezTo>
                    <a:pt x="3731" y="87075"/>
                    <a:pt x="0" y="90839"/>
                    <a:pt x="0" y="95484"/>
                  </a:cubicBezTo>
                  <a:close/>
                  <a:moveTo>
                    <a:pt x="967023" y="139512"/>
                  </a:moveTo>
                  <a:cubicBezTo>
                    <a:pt x="967023" y="144153"/>
                    <a:pt x="970754" y="147921"/>
                    <a:pt x="975356" y="147921"/>
                  </a:cubicBezTo>
                  <a:cubicBezTo>
                    <a:pt x="979957" y="147921"/>
                    <a:pt x="983689" y="144153"/>
                    <a:pt x="983689" y="139512"/>
                  </a:cubicBezTo>
                  <a:cubicBezTo>
                    <a:pt x="983689" y="134867"/>
                    <a:pt x="979957" y="131100"/>
                    <a:pt x="975356" y="131100"/>
                  </a:cubicBezTo>
                  <a:cubicBezTo>
                    <a:pt x="970754" y="131100"/>
                    <a:pt x="967023" y="134867"/>
                    <a:pt x="967023" y="139512"/>
                  </a:cubicBezTo>
                  <a:close/>
                  <a:moveTo>
                    <a:pt x="928340" y="139512"/>
                  </a:moveTo>
                  <a:cubicBezTo>
                    <a:pt x="928340" y="144153"/>
                    <a:pt x="932072" y="147921"/>
                    <a:pt x="936673" y="147921"/>
                  </a:cubicBezTo>
                  <a:cubicBezTo>
                    <a:pt x="941278" y="147921"/>
                    <a:pt x="945006" y="144153"/>
                    <a:pt x="945006" y="139512"/>
                  </a:cubicBezTo>
                  <a:cubicBezTo>
                    <a:pt x="945006" y="134867"/>
                    <a:pt x="941278" y="131100"/>
                    <a:pt x="936673" y="131100"/>
                  </a:cubicBezTo>
                  <a:cubicBezTo>
                    <a:pt x="932072" y="131100"/>
                    <a:pt x="928340" y="134867"/>
                    <a:pt x="928340" y="139512"/>
                  </a:cubicBezTo>
                  <a:close/>
                  <a:moveTo>
                    <a:pt x="889662" y="139512"/>
                  </a:moveTo>
                  <a:cubicBezTo>
                    <a:pt x="889662" y="144153"/>
                    <a:pt x="893393" y="147921"/>
                    <a:pt x="897994" y="147921"/>
                  </a:cubicBezTo>
                  <a:cubicBezTo>
                    <a:pt x="902596" y="147921"/>
                    <a:pt x="906327" y="144153"/>
                    <a:pt x="906327" y="139512"/>
                  </a:cubicBezTo>
                  <a:cubicBezTo>
                    <a:pt x="906327" y="134867"/>
                    <a:pt x="902596" y="131100"/>
                    <a:pt x="897994" y="131100"/>
                  </a:cubicBezTo>
                  <a:cubicBezTo>
                    <a:pt x="893393" y="131100"/>
                    <a:pt x="889662" y="134867"/>
                    <a:pt x="889662" y="139512"/>
                  </a:cubicBezTo>
                  <a:close/>
                  <a:moveTo>
                    <a:pt x="850979" y="139512"/>
                  </a:moveTo>
                  <a:cubicBezTo>
                    <a:pt x="850979" y="144153"/>
                    <a:pt x="854710" y="147921"/>
                    <a:pt x="859311" y="147921"/>
                  </a:cubicBezTo>
                  <a:cubicBezTo>
                    <a:pt x="863917" y="147921"/>
                    <a:pt x="867644" y="144153"/>
                    <a:pt x="867644" y="139512"/>
                  </a:cubicBezTo>
                  <a:cubicBezTo>
                    <a:pt x="867644" y="134867"/>
                    <a:pt x="863917" y="131100"/>
                    <a:pt x="859311" y="131100"/>
                  </a:cubicBezTo>
                  <a:cubicBezTo>
                    <a:pt x="854710" y="131100"/>
                    <a:pt x="850979" y="134867"/>
                    <a:pt x="850979" y="139512"/>
                  </a:cubicBezTo>
                  <a:close/>
                  <a:moveTo>
                    <a:pt x="812300" y="139512"/>
                  </a:moveTo>
                  <a:cubicBezTo>
                    <a:pt x="812300" y="144153"/>
                    <a:pt x="816031" y="147921"/>
                    <a:pt x="820633" y="147921"/>
                  </a:cubicBezTo>
                  <a:cubicBezTo>
                    <a:pt x="825234" y="147921"/>
                    <a:pt x="828965" y="144153"/>
                    <a:pt x="828965" y="139512"/>
                  </a:cubicBezTo>
                  <a:cubicBezTo>
                    <a:pt x="828965" y="134867"/>
                    <a:pt x="825234" y="131100"/>
                    <a:pt x="820633" y="131100"/>
                  </a:cubicBezTo>
                  <a:cubicBezTo>
                    <a:pt x="816031" y="131100"/>
                    <a:pt x="812300" y="134867"/>
                    <a:pt x="812300" y="139512"/>
                  </a:cubicBezTo>
                  <a:close/>
                  <a:moveTo>
                    <a:pt x="773617" y="139512"/>
                  </a:moveTo>
                  <a:cubicBezTo>
                    <a:pt x="773617" y="144153"/>
                    <a:pt x="777348" y="147921"/>
                    <a:pt x="781950" y="147921"/>
                  </a:cubicBezTo>
                  <a:cubicBezTo>
                    <a:pt x="786555" y="147921"/>
                    <a:pt x="790282" y="144153"/>
                    <a:pt x="790282" y="139512"/>
                  </a:cubicBezTo>
                  <a:cubicBezTo>
                    <a:pt x="790282" y="134867"/>
                    <a:pt x="786555" y="131100"/>
                    <a:pt x="781950" y="131100"/>
                  </a:cubicBezTo>
                  <a:cubicBezTo>
                    <a:pt x="777348" y="131100"/>
                    <a:pt x="773617" y="134867"/>
                    <a:pt x="773617" y="139512"/>
                  </a:cubicBezTo>
                  <a:close/>
                  <a:moveTo>
                    <a:pt x="734938" y="139512"/>
                  </a:moveTo>
                  <a:cubicBezTo>
                    <a:pt x="734938" y="144153"/>
                    <a:pt x="738669" y="147921"/>
                    <a:pt x="743271" y="147921"/>
                  </a:cubicBezTo>
                  <a:cubicBezTo>
                    <a:pt x="747872" y="147921"/>
                    <a:pt x="751603" y="144153"/>
                    <a:pt x="751603" y="139512"/>
                  </a:cubicBezTo>
                  <a:cubicBezTo>
                    <a:pt x="751603" y="134867"/>
                    <a:pt x="747872" y="131100"/>
                    <a:pt x="743271" y="131100"/>
                  </a:cubicBezTo>
                  <a:cubicBezTo>
                    <a:pt x="738669" y="131100"/>
                    <a:pt x="734938" y="134867"/>
                    <a:pt x="734938" y="139512"/>
                  </a:cubicBezTo>
                  <a:close/>
                  <a:moveTo>
                    <a:pt x="696255" y="139512"/>
                  </a:moveTo>
                  <a:cubicBezTo>
                    <a:pt x="696255" y="144153"/>
                    <a:pt x="699987" y="147921"/>
                    <a:pt x="704588" y="147921"/>
                  </a:cubicBezTo>
                  <a:cubicBezTo>
                    <a:pt x="709190" y="147921"/>
                    <a:pt x="712921" y="144153"/>
                    <a:pt x="712921" y="139512"/>
                  </a:cubicBezTo>
                  <a:cubicBezTo>
                    <a:pt x="712921" y="134867"/>
                    <a:pt x="709190" y="131100"/>
                    <a:pt x="704588" y="131100"/>
                  </a:cubicBezTo>
                  <a:cubicBezTo>
                    <a:pt x="699987" y="131100"/>
                    <a:pt x="696255" y="134867"/>
                    <a:pt x="696255" y="139512"/>
                  </a:cubicBezTo>
                  <a:close/>
                  <a:moveTo>
                    <a:pt x="657576" y="139512"/>
                  </a:moveTo>
                  <a:cubicBezTo>
                    <a:pt x="657576" y="144153"/>
                    <a:pt x="661308" y="147921"/>
                    <a:pt x="665909" y="147921"/>
                  </a:cubicBezTo>
                  <a:cubicBezTo>
                    <a:pt x="670510" y="147921"/>
                    <a:pt x="674242" y="144153"/>
                    <a:pt x="674242" y="139512"/>
                  </a:cubicBezTo>
                  <a:cubicBezTo>
                    <a:pt x="674242" y="134867"/>
                    <a:pt x="670510" y="131100"/>
                    <a:pt x="665909" y="131100"/>
                  </a:cubicBezTo>
                  <a:cubicBezTo>
                    <a:pt x="661308" y="131100"/>
                    <a:pt x="657576" y="134867"/>
                    <a:pt x="657576" y="139512"/>
                  </a:cubicBezTo>
                  <a:close/>
                  <a:moveTo>
                    <a:pt x="618894" y="139512"/>
                  </a:moveTo>
                  <a:cubicBezTo>
                    <a:pt x="618894" y="144153"/>
                    <a:pt x="622625" y="147921"/>
                    <a:pt x="627226" y="147921"/>
                  </a:cubicBezTo>
                  <a:cubicBezTo>
                    <a:pt x="631828" y="147921"/>
                    <a:pt x="635559" y="144153"/>
                    <a:pt x="635559" y="139512"/>
                  </a:cubicBezTo>
                  <a:cubicBezTo>
                    <a:pt x="635559" y="134867"/>
                    <a:pt x="631828" y="131100"/>
                    <a:pt x="627226" y="131100"/>
                  </a:cubicBezTo>
                  <a:cubicBezTo>
                    <a:pt x="622625" y="131100"/>
                    <a:pt x="618894" y="134867"/>
                    <a:pt x="618894" y="139512"/>
                  </a:cubicBezTo>
                  <a:close/>
                  <a:moveTo>
                    <a:pt x="580215" y="139512"/>
                  </a:moveTo>
                  <a:cubicBezTo>
                    <a:pt x="580215" y="144153"/>
                    <a:pt x="583946" y="147921"/>
                    <a:pt x="588547" y="147921"/>
                  </a:cubicBezTo>
                  <a:cubicBezTo>
                    <a:pt x="593149" y="147921"/>
                    <a:pt x="596880" y="144153"/>
                    <a:pt x="596880" y="139512"/>
                  </a:cubicBezTo>
                  <a:cubicBezTo>
                    <a:pt x="596880" y="134867"/>
                    <a:pt x="593149" y="131100"/>
                    <a:pt x="588547" y="131100"/>
                  </a:cubicBezTo>
                  <a:cubicBezTo>
                    <a:pt x="583946" y="131100"/>
                    <a:pt x="580215" y="134867"/>
                    <a:pt x="580215" y="139512"/>
                  </a:cubicBezTo>
                  <a:close/>
                  <a:moveTo>
                    <a:pt x="541532" y="139512"/>
                  </a:moveTo>
                  <a:cubicBezTo>
                    <a:pt x="541532" y="144153"/>
                    <a:pt x="545263" y="147921"/>
                    <a:pt x="549865" y="147921"/>
                  </a:cubicBezTo>
                  <a:cubicBezTo>
                    <a:pt x="554466" y="147921"/>
                    <a:pt x="558197" y="144153"/>
                    <a:pt x="558197" y="139512"/>
                  </a:cubicBezTo>
                  <a:cubicBezTo>
                    <a:pt x="558197" y="134867"/>
                    <a:pt x="554466" y="131100"/>
                    <a:pt x="549865" y="131100"/>
                  </a:cubicBezTo>
                  <a:cubicBezTo>
                    <a:pt x="545263" y="131100"/>
                    <a:pt x="541532" y="134867"/>
                    <a:pt x="541532" y="139512"/>
                  </a:cubicBezTo>
                  <a:close/>
                  <a:moveTo>
                    <a:pt x="502853" y="139512"/>
                  </a:moveTo>
                  <a:cubicBezTo>
                    <a:pt x="502853" y="144153"/>
                    <a:pt x="506580" y="147921"/>
                    <a:pt x="511186" y="147921"/>
                  </a:cubicBezTo>
                  <a:cubicBezTo>
                    <a:pt x="515787" y="147921"/>
                    <a:pt x="519518" y="144153"/>
                    <a:pt x="519518" y="139512"/>
                  </a:cubicBezTo>
                  <a:cubicBezTo>
                    <a:pt x="519518" y="134867"/>
                    <a:pt x="515787" y="131100"/>
                    <a:pt x="511186" y="131100"/>
                  </a:cubicBezTo>
                  <a:cubicBezTo>
                    <a:pt x="506580" y="131100"/>
                    <a:pt x="502853" y="134867"/>
                    <a:pt x="502853" y="139512"/>
                  </a:cubicBezTo>
                  <a:close/>
                  <a:moveTo>
                    <a:pt x="464170" y="139512"/>
                  </a:moveTo>
                  <a:cubicBezTo>
                    <a:pt x="464170" y="144153"/>
                    <a:pt x="467902" y="147921"/>
                    <a:pt x="472503" y="147921"/>
                  </a:cubicBezTo>
                  <a:cubicBezTo>
                    <a:pt x="477104" y="147921"/>
                    <a:pt x="480836" y="144153"/>
                    <a:pt x="480836" y="139512"/>
                  </a:cubicBezTo>
                  <a:cubicBezTo>
                    <a:pt x="480836" y="134867"/>
                    <a:pt x="477104" y="131100"/>
                    <a:pt x="472503" y="131100"/>
                  </a:cubicBezTo>
                  <a:cubicBezTo>
                    <a:pt x="467902" y="131100"/>
                    <a:pt x="464170" y="134867"/>
                    <a:pt x="464170" y="139512"/>
                  </a:cubicBezTo>
                  <a:close/>
                  <a:moveTo>
                    <a:pt x="425491" y="139512"/>
                  </a:moveTo>
                  <a:cubicBezTo>
                    <a:pt x="425491" y="144153"/>
                    <a:pt x="429219" y="147921"/>
                    <a:pt x="433824" y="147921"/>
                  </a:cubicBezTo>
                  <a:cubicBezTo>
                    <a:pt x="438425" y="147921"/>
                    <a:pt x="442157" y="144153"/>
                    <a:pt x="442157" y="139512"/>
                  </a:cubicBezTo>
                  <a:cubicBezTo>
                    <a:pt x="442157" y="134867"/>
                    <a:pt x="438425" y="131100"/>
                    <a:pt x="433824" y="131100"/>
                  </a:cubicBezTo>
                  <a:cubicBezTo>
                    <a:pt x="429219" y="131100"/>
                    <a:pt x="425491" y="134867"/>
                    <a:pt x="425491" y="139512"/>
                  </a:cubicBezTo>
                  <a:close/>
                  <a:moveTo>
                    <a:pt x="386809" y="139512"/>
                  </a:moveTo>
                  <a:cubicBezTo>
                    <a:pt x="386809" y="144153"/>
                    <a:pt x="390540" y="147921"/>
                    <a:pt x="395141" y="147921"/>
                  </a:cubicBezTo>
                  <a:cubicBezTo>
                    <a:pt x="399743" y="147921"/>
                    <a:pt x="403474" y="144153"/>
                    <a:pt x="403474" y="139512"/>
                  </a:cubicBezTo>
                  <a:cubicBezTo>
                    <a:pt x="403474" y="134867"/>
                    <a:pt x="399743" y="131100"/>
                    <a:pt x="395141" y="131100"/>
                  </a:cubicBezTo>
                  <a:cubicBezTo>
                    <a:pt x="390540" y="131100"/>
                    <a:pt x="386809" y="134867"/>
                    <a:pt x="386809" y="139512"/>
                  </a:cubicBezTo>
                  <a:close/>
                  <a:moveTo>
                    <a:pt x="348126" y="139512"/>
                  </a:moveTo>
                  <a:cubicBezTo>
                    <a:pt x="348126" y="144153"/>
                    <a:pt x="351857" y="147921"/>
                    <a:pt x="356458" y="147921"/>
                  </a:cubicBezTo>
                  <a:cubicBezTo>
                    <a:pt x="361064" y="147921"/>
                    <a:pt x="364791" y="144153"/>
                    <a:pt x="364791" y="139512"/>
                  </a:cubicBezTo>
                  <a:cubicBezTo>
                    <a:pt x="364791" y="134867"/>
                    <a:pt x="361064" y="131100"/>
                    <a:pt x="356458" y="131100"/>
                  </a:cubicBezTo>
                  <a:cubicBezTo>
                    <a:pt x="351857" y="131100"/>
                    <a:pt x="348126" y="134867"/>
                    <a:pt x="348126" y="139512"/>
                  </a:cubicBezTo>
                  <a:close/>
                  <a:moveTo>
                    <a:pt x="309447" y="139512"/>
                  </a:moveTo>
                  <a:cubicBezTo>
                    <a:pt x="309447" y="144153"/>
                    <a:pt x="313178" y="147921"/>
                    <a:pt x="317780" y="147921"/>
                  </a:cubicBezTo>
                  <a:cubicBezTo>
                    <a:pt x="322381" y="147921"/>
                    <a:pt x="326112" y="144153"/>
                    <a:pt x="326112" y="139512"/>
                  </a:cubicBezTo>
                  <a:cubicBezTo>
                    <a:pt x="326112" y="134867"/>
                    <a:pt x="322381" y="131100"/>
                    <a:pt x="317780" y="131100"/>
                  </a:cubicBezTo>
                  <a:cubicBezTo>
                    <a:pt x="313178" y="131100"/>
                    <a:pt x="309447" y="134867"/>
                    <a:pt x="309447" y="139512"/>
                  </a:cubicBezTo>
                  <a:close/>
                  <a:moveTo>
                    <a:pt x="270764" y="139512"/>
                  </a:moveTo>
                  <a:cubicBezTo>
                    <a:pt x="270764" y="144153"/>
                    <a:pt x="274495" y="147921"/>
                    <a:pt x="279097" y="147921"/>
                  </a:cubicBezTo>
                  <a:cubicBezTo>
                    <a:pt x="283702" y="147921"/>
                    <a:pt x="287429" y="144153"/>
                    <a:pt x="287429" y="139512"/>
                  </a:cubicBezTo>
                  <a:cubicBezTo>
                    <a:pt x="287429" y="134867"/>
                    <a:pt x="283702" y="131100"/>
                    <a:pt x="279097" y="131100"/>
                  </a:cubicBezTo>
                  <a:cubicBezTo>
                    <a:pt x="274495" y="131100"/>
                    <a:pt x="270764" y="134867"/>
                    <a:pt x="270764" y="139512"/>
                  </a:cubicBezTo>
                  <a:close/>
                  <a:moveTo>
                    <a:pt x="232085" y="139512"/>
                  </a:moveTo>
                  <a:cubicBezTo>
                    <a:pt x="232085" y="144153"/>
                    <a:pt x="235816" y="147921"/>
                    <a:pt x="240418" y="147921"/>
                  </a:cubicBezTo>
                  <a:cubicBezTo>
                    <a:pt x="245019" y="147921"/>
                    <a:pt x="248750" y="144153"/>
                    <a:pt x="248750" y="139512"/>
                  </a:cubicBezTo>
                  <a:cubicBezTo>
                    <a:pt x="248750" y="134867"/>
                    <a:pt x="245019" y="131100"/>
                    <a:pt x="240418" y="131100"/>
                  </a:cubicBezTo>
                  <a:cubicBezTo>
                    <a:pt x="235816" y="131100"/>
                    <a:pt x="232085" y="134867"/>
                    <a:pt x="232085" y="139512"/>
                  </a:cubicBezTo>
                  <a:close/>
                  <a:moveTo>
                    <a:pt x="193402" y="139512"/>
                  </a:moveTo>
                  <a:cubicBezTo>
                    <a:pt x="193402" y="144153"/>
                    <a:pt x="197134" y="147921"/>
                    <a:pt x="201735" y="147921"/>
                  </a:cubicBezTo>
                  <a:cubicBezTo>
                    <a:pt x="206340" y="147921"/>
                    <a:pt x="210068" y="144153"/>
                    <a:pt x="210068" y="139512"/>
                  </a:cubicBezTo>
                  <a:cubicBezTo>
                    <a:pt x="210068" y="134867"/>
                    <a:pt x="206340" y="131100"/>
                    <a:pt x="201735" y="131100"/>
                  </a:cubicBezTo>
                  <a:cubicBezTo>
                    <a:pt x="197134" y="131100"/>
                    <a:pt x="193402" y="134867"/>
                    <a:pt x="193402" y="139512"/>
                  </a:cubicBezTo>
                  <a:close/>
                  <a:moveTo>
                    <a:pt x="154723" y="139512"/>
                  </a:moveTo>
                  <a:cubicBezTo>
                    <a:pt x="154723" y="144153"/>
                    <a:pt x="158455" y="147921"/>
                    <a:pt x="163056" y="147921"/>
                  </a:cubicBezTo>
                  <a:cubicBezTo>
                    <a:pt x="167658" y="147921"/>
                    <a:pt x="171389" y="144153"/>
                    <a:pt x="171389" y="139512"/>
                  </a:cubicBezTo>
                  <a:cubicBezTo>
                    <a:pt x="171389" y="134867"/>
                    <a:pt x="167658" y="131100"/>
                    <a:pt x="163056" y="131100"/>
                  </a:cubicBezTo>
                  <a:cubicBezTo>
                    <a:pt x="158455" y="131100"/>
                    <a:pt x="154723" y="134867"/>
                    <a:pt x="154723" y="139512"/>
                  </a:cubicBezTo>
                  <a:close/>
                  <a:moveTo>
                    <a:pt x="116041" y="139512"/>
                  </a:moveTo>
                  <a:cubicBezTo>
                    <a:pt x="116041" y="144153"/>
                    <a:pt x="119772" y="147921"/>
                    <a:pt x="124373" y="147921"/>
                  </a:cubicBezTo>
                  <a:cubicBezTo>
                    <a:pt x="128975" y="147921"/>
                    <a:pt x="132706" y="144153"/>
                    <a:pt x="132706" y="139512"/>
                  </a:cubicBezTo>
                  <a:cubicBezTo>
                    <a:pt x="132706" y="134867"/>
                    <a:pt x="128975" y="131100"/>
                    <a:pt x="124373" y="131100"/>
                  </a:cubicBezTo>
                  <a:cubicBezTo>
                    <a:pt x="119772" y="131100"/>
                    <a:pt x="116041" y="134867"/>
                    <a:pt x="116041" y="139512"/>
                  </a:cubicBezTo>
                  <a:close/>
                  <a:moveTo>
                    <a:pt x="77362" y="139512"/>
                  </a:moveTo>
                  <a:cubicBezTo>
                    <a:pt x="77362" y="144153"/>
                    <a:pt x="81093" y="147921"/>
                    <a:pt x="85694" y="147921"/>
                  </a:cubicBezTo>
                  <a:cubicBezTo>
                    <a:pt x="90296" y="147921"/>
                    <a:pt x="94027" y="144153"/>
                    <a:pt x="94027" y="139512"/>
                  </a:cubicBezTo>
                  <a:cubicBezTo>
                    <a:pt x="94027" y="134867"/>
                    <a:pt x="90296" y="131100"/>
                    <a:pt x="85694" y="131100"/>
                  </a:cubicBezTo>
                  <a:cubicBezTo>
                    <a:pt x="81093" y="131100"/>
                    <a:pt x="77362" y="134867"/>
                    <a:pt x="77362" y="139512"/>
                  </a:cubicBezTo>
                  <a:close/>
                  <a:moveTo>
                    <a:pt x="38679" y="139512"/>
                  </a:moveTo>
                  <a:cubicBezTo>
                    <a:pt x="38679" y="144153"/>
                    <a:pt x="42410" y="147921"/>
                    <a:pt x="47012" y="147921"/>
                  </a:cubicBezTo>
                  <a:cubicBezTo>
                    <a:pt x="51613" y="147921"/>
                    <a:pt x="55344" y="144153"/>
                    <a:pt x="55344" y="139512"/>
                  </a:cubicBezTo>
                  <a:cubicBezTo>
                    <a:pt x="55344" y="134867"/>
                    <a:pt x="51613" y="131100"/>
                    <a:pt x="47012" y="131100"/>
                  </a:cubicBezTo>
                  <a:cubicBezTo>
                    <a:pt x="42410" y="131100"/>
                    <a:pt x="38679" y="134867"/>
                    <a:pt x="38679" y="139512"/>
                  </a:cubicBezTo>
                  <a:close/>
                  <a:moveTo>
                    <a:pt x="0" y="139512"/>
                  </a:moveTo>
                  <a:cubicBezTo>
                    <a:pt x="0" y="144153"/>
                    <a:pt x="3731" y="147921"/>
                    <a:pt x="8333" y="147921"/>
                  </a:cubicBezTo>
                  <a:cubicBezTo>
                    <a:pt x="12934" y="147921"/>
                    <a:pt x="16665" y="144153"/>
                    <a:pt x="16665" y="139512"/>
                  </a:cubicBezTo>
                  <a:cubicBezTo>
                    <a:pt x="16665" y="134867"/>
                    <a:pt x="12934" y="131100"/>
                    <a:pt x="8333" y="131100"/>
                  </a:cubicBezTo>
                  <a:cubicBezTo>
                    <a:pt x="3731" y="131100"/>
                    <a:pt x="0" y="134867"/>
                    <a:pt x="0" y="139512"/>
                  </a:cubicBezTo>
                  <a:close/>
                  <a:moveTo>
                    <a:pt x="967023" y="183537"/>
                  </a:moveTo>
                  <a:cubicBezTo>
                    <a:pt x="967023" y="188182"/>
                    <a:pt x="970754" y="191946"/>
                    <a:pt x="975356" y="191946"/>
                  </a:cubicBezTo>
                  <a:cubicBezTo>
                    <a:pt x="979957" y="191946"/>
                    <a:pt x="983689" y="188182"/>
                    <a:pt x="983689" y="183537"/>
                  </a:cubicBezTo>
                  <a:cubicBezTo>
                    <a:pt x="983689" y="178892"/>
                    <a:pt x="979957" y="175129"/>
                    <a:pt x="975356" y="175129"/>
                  </a:cubicBezTo>
                  <a:cubicBezTo>
                    <a:pt x="970754" y="175129"/>
                    <a:pt x="967023" y="178892"/>
                    <a:pt x="967023" y="183537"/>
                  </a:cubicBezTo>
                  <a:close/>
                  <a:moveTo>
                    <a:pt x="928340" y="183537"/>
                  </a:moveTo>
                  <a:cubicBezTo>
                    <a:pt x="928340" y="188182"/>
                    <a:pt x="932072" y="191946"/>
                    <a:pt x="936673" y="191946"/>
                  </a:cubicBezTo>
                  <a:cubicBezTo>
                    <a:pt x="941278" y="191946"/>
                    <a:pt x="945006" y="188182"/>
                    <a:pt x="945006" y="183537"/>
                  </a:cubicBezTo>
                  <a:cubicBezTo>
                    <a:pt x="945006" y="178892"/>
                    <a:pt x="941278" y="175129"/>
                    <a:pt x="936673" y="175129"/>
                  </a:cubicBezTo>
                  <a:cubicBezTo>
                    <a:pt x="932072" y="175129"/>
                    <a:pt x="928340" y="178892"/>
                    <a:pt x="928340" y="183537"/>
                  </a:cubicBezTo>
                  <a:close/>
                  <a:moveTo>
                    <a:pt x="889662" y="183537"/>
                  </a:moveTo>
                  <a:cubicBezTo>
                    <a:pt x="889662" y="188182"/>
                    <a:pt x="893393" y="191946"/>
                    <a:pt x="897994" y="191946"/>
                  </a:cubicBezTo>
                  <a:cubicBezTo>
                    <a:pt x="902596" y="191946"/>
                    <a:pt x="906327" y="188182"/>
                    <a:pt x="906327" y="183537"/>
                  </a:cubicBezTo>
                  <a:cubicBezTo>
                    <a:pt x="906327" y="178892"/>
                    <a:pt x="902596" y="175129"/>
                    <a:pt x="897994" y="175129"/>
                  </a:cubicBezTo>
                  <a:cubicBezTo>
                    <a:pt x="893393" y="175129"/>
                    <a:pt x="889662" y="178892"/>
                    <a:pt x="889662" y="183537"/>
                  </a:cubicBezTo>
                  <a:close/>
                  <a:moveTo>
                    <a:pt x="850979" y="183537"/>
                  </a:moveTo>
                  <a:cubicBezTo>
                    <a:pt x="850979" y="188182"/>
                    <a:pt x="854710" y="191946"/>
                    <a:pt x="859311" y="191946"/>
                  </a:cubicBezTo>
                  <a:cubicBezTo>
                    <a:pt x="863917" y="191946"/>
                    <a:pt x="867644" y="188182"/>
                    <a:pt x="867644" y="183537"/>
                  </a:cubicBezTo>
                  <a:cubicBezTo>
                    <a:pt x="867644" y="178892"/>
                    <a:pt x="863917" y="175129"/>
                    <a:pt x="859311" y="175129"/>
                  </a:cubicBezTo>
                  <a:cubicBezTo>
                    <a:pt x="854710" y="175129"/>
                    <a:pt x="850979" y="178892"/>
                    <a:pt x="850979" y="183537"/>
                  </a:cubicBezTo>
                  <a:close/>
                  <a:moveTo>
                    <a:pt x="812300" y="183537"/>
                  </a:moveTo>
                  <a:cubicBezTo>
                    <a:pt x="812300" y="188182"/>
                    <a:pt x="816031" y="191946"/>
                    <a:pt x="820633" y="191946"/>
                  </a:cubicBezTo>
                  <a:cubicBezTo>
                    <a:pt x="825234" y="191946"/>
                    <a:pt x="828965" y="188182"/>
                    <a:pt x="828965" y="183537"/>
                  </a:cubicBezTo>
                  <a:cubicBezTo>
                    <a:pt x="828965" y="178892"/>
                    <a:pt x="825234" y="175129"/>
                    <a:pt x="820633" y="175129"/>
                  </a:cubicBezTo>
                  <a:cubicBezTo>
                    <a:pt x="816031" y="175129"/>
                    <a:pt x="812300" y="178892"/>
                    <a:pt x="812300" y="183537"/>
                  </a:cubicBezTo>
                  <a:close/>
                  <a:moveTo>
                    <a:pt x="773617" y="183537"/>
                  </a:moveTo>
                  <a:cubicBezTo>
                    <a:pt x="773617" y="188182"/>
                    <a:pt x="777348" y="191946"/>
                    <a:pt x="781950" y="191946"/>
                  </a:cubicBezTo>
                  <a:cubicBezTo>
                    <a:pt x="786555" y="191946"/>
                    <a:pt x="790282" y="188182"/>
                    <a:pt x="790282" y="183537"/>
                  </a:cubicBezTo>
                  <a:cubicBezTo>
                    <a:pt x="790282" y="178892"/>
                    <a:pt x="786555" y="175129"/>
                    <a:pt x="781950" y="175129"/>
                  </a:cubicBezTo>
                  <a:cubicBezTo>
                    <a:pt x="777348" y="175129"/>
                    <a:pt x="773617" y="178892"/>
                    <a:pt x="773617" y="183537"/>
                  </a:cubicBezTo>
                  <a:close/>
                  <a:moveTo>
                    <a:pt x="734938" y="183537"/>
                  </a:moveTo>
                  <a:cubicBezTo>
                    <a:pt x="734938" y="188182"/>
                    <a:pt x="738669" y="191946"/>
                    <a:pt x="743271" y="191946"/>
                  </a:cubicBezTo>
                  <a:cubicBezTo>
                    <a:pt x="747872" y="191946"/>
                    <a:pt x="751603" y="188182"/>
                    <a:pt x="751603" y="183537"/>
                  </a:cubicBezTo>
                  <a:cubicBezTo>
                    <a:pt x="751603" y="178892"/>
                    <a:pt x="747872" y="175129"/>
                    <a:pt x="743271" y="175129"/>
                  </a:cubicBezTo>
                  <a:cubicBezTo>
                    <a:pt x="738669" y="175129"/>
                    <a:pt x="734938" y="178892"/>
                    <a:pt x="734938" y="183537"/>
                  </a:cubicBezTo>
                  <a:close/>
                  <a:moveTo>
                    <a:pt x="696255" y="183537"/>
                  </a:moveTo>
                  <a:cubicBezTo>
                    <a:pt x="696255" y="188182"/>
                    <a:pt x="699987" y="191946"/>
                    <a:pt x="704588" y="191946"/>
                  </a:cubicBezTo>
                  <a:cubicBezTo>
                    <a:pt x="709190" y="191946"/>
                    <a:pt x="712921" y="188182"/>
                    <a:pt x="712921" y="183537"/>
                  </a:cubicBezTo>
                  <a:cubicBezTo>
                    <a:pt x="712921" y="178892"/>
                    <a:pt x="709190" y="175129"/>
                    <a:pt x="704588" y="175129"/>
                  </a:cubicBezTo>
                  <a:cubicBezTo>
                    <a:pt x="699987" y="175129"/>
                    <a:pt x="696255" y="178892"/>
                    <a:pt x="696255" y="183537"/>
                  </a:cubicBezTo>
                  <a:close/>
                  <a:moveTo>
                    <a:pt x="657576" y="183537"/>
                  </a:moveTo>
                  <a:cubicBezTo>
                    <a:pt x="657576" y="188182"/>
                    <a:pt x="661308" y="191946"/>
                    <a:pt x="665909" y="191946"/>
                  </a:cubicBezTo>
                  <a:cubicBezTo>
                    <a:pt x="670510" y="191946"/>
                    <a:pt x="674242" y="188182"/>
                    <a:pt x="674242" y="183537"/>
                  </a:cubicBezTo>
                  <a:cubicBezTo>
                    <a:pt x="674242" y="178892"/>
                    <a:pt x="670510" y="175129"/>
                    <a:pt x="665909" y="175129"/>
                  </a:cubicBezTo>
                  <a:cubicBezTo>
                    <a:pt x="661308" y="175129"/>
                    <a:pt x="657576" y="178892"/>
                    <a:pt x="657576" y="183537"/>
                  </a:cubicBezTo>
                  <a:close/>
                  <a:moveTo>
                    <a:pt x="618894" y="183537"/>
                  </a:moveTo>
                  <a:cubicBezTo>
                    <a:pt x="618894" y="188182"/>
                    <a:pt x="622625" y="191946"/>
                    <a:pt x="627226" y="191946"/>
                  </a:cubicBezTo>
                  <a:cubicBezTo>
                    <a:pt x="631828" y="191946"/>
                    <a:pt x="635559" y="188182"/>
                    <a:pt x="635559" y="183537"/>
                  </a:cubicBezTo>
                  <a:cubicBezTo>
                    <a:pt x="635559" y="178892"/>
                    <a:pt x="631828" y="175129"/>
                    <a:pt x="627226" y="175129"/>
                  </a:cubicBezTo>
                  <a:cubicBezTo>
                    <a:pt x="622625" y="175129"/>
                    <a:pt x="618894" y="178892"/>
                    <a:pt x="618894" y="183537"/>
                  </a:cubicBezTo>
                  <a:close/>
                  <a:moveTo>
                    <a:pt x="580215" y="183537"/>
                  </a:moveTo>
                  <a:cubicBezTo>
                    <a:pt x="580215" y="188182"/>
                    <a:pt x="583946" y="191946"/>
                    <a:pt x="588547" y="191946"/>
                  </a:cubicBezTo>
                  <a:cubicBezTo>
                    <a:pt x="593149" y="191946"/>
                    <a:pt x="596880" y="188182"/>
                    <a:pt x="596880" y="183537"/>
                  </a:cubicBezTo>
                  <a:cubicBezTo>
                    <a:pt x="596880" y="178892"/>
                    <a:pt x="593149" y="175129"/>
                    <a:pt x="588547" y="175129"/>
                  </a:cubicBezTo>
                  <a:cubicBezTo>
                    <a:pt x="583946" y="175129"/>
                    <a:pt x="580215" y="178892"/>
                    <a:pt x="580215" y="183537"/>
                  </a:cubicBezTo>
                  <a:close/>
                  <a:moveTo>
                    <a:pt x="541532" y="183537"/>
                  </a:moveTo>
                  <a:cubicBezTo>
                    <a:pt x="541532" y="188182"/>
                    <a:pt x="545263" y="191946"/>
                    <a:pt x="549865" y="191946"/>
                  </a:cubicBezTo>
                  <a:cubicBezTo>
                    <a:pt x="554466" y="191946"/>
                    <a:pt x="558197" y="188182"/>
                    <a:pt x="558197" y="183537"/>
                  </a:cubicBezTo>
                  <a:cubicBezTo>
                    <a:pt x="558197" y="178892"/>
                    <a:pt x="554466" y="175129"/>
                    <a:pt x="549865" y="175129"/>
                  </a:cubicBezTo>
                  <a:cubicBezTo>
                    <a:pt x="545263" y="175129"/>
                    <a:pt x="541532" y="178892"/>
                    <a:pt x="541532" y="183537"/>
                  </a:cubicBezTo>
                  <a:close/>
                  <a:moveTo>
                    <a:pt x="502853" y="183537"/>
                  </a:moveTo>
                  <a:cubicBezTo>
                    <a:pt x="502853" y="188182"/>
                    <a:pt x="506580" y="191946"/>
                    <a:pt x="511186" y="191946"/>
                  </a:cubicBezTo>
                  <a:cubicBezTo>
                    <a:pt x="515787" y="191946"/>
                    <a:pt x="519518" y="188182"/>
                    <a:pt x="519518" y="183537"/>
                  </a:cubicBezTo>
                  <a:cubicBezTo>
                    <a:pt x="519518" y="178892"/>
                    <a:pt x="515787" y="175129"/>
                    <a:pt x="511186" y="175129"/>
                  </a:cubicBezTo>
                  <a:cubicBezTo>
                    <a:pt x="506580" y="175129"/>
                    <a:pt x="502853" y="178892"/>
                    <a:pt x="502853" y="183537"/>
                  </a:cubicBezTo>
                  <a:close/>
                  <a:moveTo>
                    <a:pt x="464170" y="183537"/>
                  </a:moveTo>
                  <a:cubicBezTo>
                    <a:pt x="464170" y="188182"/>
                    <a:pt x="467902" y="191946"/>
                    <a:pt x="472503" y="191946"/>
                  </a:cubicBezTo>
                  <a:cubicBezTo>
                    <a:pt x="477104" y="191946"/>
                    <a:pt x="480836" y="188182"/>
                    <a:pt x="480836" y="183537"/>
                  </a:cubicBezTo>
                  <a:cubicBezTo>
                    <a:pt x="480836" y="178892"/>
                    <a:pt x="477104" y="175129"/>
                    <a:pt x="472503" y="175129"/>
                  </a:cubicBezTo>
                  <a:cubicBezTo>
                    <a:pt x="467902" y="175129"/>
                    <a:pt x="464170" y="178892"/>
                    <a:pt x="464170" y="183537"/>
                  </a:cubicBezTo>
                  <a:close/>
                  <a:moveTo>
                    <a:pt x="425491" y="183537"/>
                  </a:moveTo>
                  <a:cubicBezTo>
                    <a:pt x="425491" y="188182"/>
                    <a:pt x="429219" y="191946"/>
                    <a:pt x="433824" y="191946"/>
                  </a:cubicBezTo>
                  <a:cubicBezTo>
                    <a:pt x="438425" y="191946"/>
                    <a:pt x="442157" y="188182"/>
                    <a:pt x="442157" y="183537"/>
                  </a:cubicBezTo>
                  <a:cubicBezTo>
                    <a:pt x="442157" y="178892"/>
                    <a:pt x="438425" y="175129"/>
                    <a:pt x="433824" y="175129"/>
                  </a:cubicBezTo>
                  <a:cubicBezTo>
                    <a:pt x="429219" y="175129"/>
                    <a:pt x="425491" y="178892"/>
                    <a:pt x="425491" y="183537"/>
                  </a:cubicBezTo>
                  <a:close/>
                  <a:moveTo>
                    <a:pt x="386809" y="183537"/>
                  </a:moveTo>
                  <a:cubicBezTo>
                    <a:pt x="386809" y="188182"/>
                    <a:pt x="390540" y="191946"/>
                    <a:pt x="395141" y="191946"/>
                  </a:cubicBezTo>
                  <a:cubicBezTo>
                    <a:pt x="399743" y="191946"/>
                    <a:pt x="403474" y="188182"/>
                    <a:pt x="403474" y="183537"/>
                  </a:cubicBezTo>
                  <a:cubicBezTo>
                    <a:pt x="403474" y="178892"/>
                    <a:pt x="399743" y="175129"/>
                    <a:pt x="395141" y="175129"/>
                  </a:cubicBezTo>
                  <a:cubicBezTo>
                    <a:pt x="390540" y="175129"/>
                    <a:pt x="386809" y="178892"/>
                    <a:pt x="386809" y="183537"/>
                  </a:cubicBezTo>
                  <a:close/>
                  <a:moveTo>
                    <a:pt x="348126" y="183537"/>
                  </a:moveTo>
                  <a:cubicBezTo>
                    <a:pt x="348126" y="188182"/>
                    <a:pt x="351857" y="191946"/>
                    <a:pt x="356458" y="191946"/>
                  </a:cubicBezTo>
                  <a:cubicBezTo>
                    <a:pt x="361064" y="191946"/>
                    <a:pt x="364791" y="188182"/>
                    <a:pt x="364791" y="183537"/>
                  </a:cubicBezTo>
                  <a:cubicBezTo>
                    <a:pt x="364791" y="178892"/>
                    <a:pt x="361064" y="175129"/>
                    <a:pt x="356458" y="175129"/>
                  </a:cubicBezTo>
                  <a:cubicBezTo>
                    <a:pt x="351857" y="175129"/>
                    <a:pt x="348126" y="178892"/>
                    <a:pt x="348126" y="183537"/>
                  </a:cubicBezTo>
                  <a:close/>
                  <a:moveTo>
                    <a:pt x="309447" y="183537"/>
                  </a:moveTo>
                  <a:cubicBezTo>
                    <a:pt x="309447" y="188182"/>
                    <a:pt x="313178" y="191946"/>
                    <a:pt x="317780" y="191946"/>
                  </a:cubicBezTo>
                  <a:cubicBezTo>
                    <a:pt x="322381" y="191946"/>
                    <a:pt x="326112" y="188182"/>
                    <a:pt x="326112" y="183537"/>
                  </a:cubicBezTo>
                  <a:cubicBezTo>
                    <a:pt x="326112" y="178892"/>
                    <a:pt x="322381" y="175129"/>
                    <a:pt x="317780" y="175129"/>
                  </a:cubicBezTo>
                  <a:cubicBezTo>
                    <a:pt x="313178" y="175129"/>
                    <a:pt x="309447" y="178892"/>
                    <a:pt x="309447" y="183537"/>
                  </a:cubicBezTo>
                  <a:close/>
                  <a:moveTo>
                    <a:pt x="270764" y="183537"/>
                  </a:moveTo>
                  <a:cubicBezTo>
                    <a:pt x="270764" y="188182"/>
                    <a:pt x="274495" y="191946"/>
                    <a:pt x="279097" y="191946"/>
                  </a:cubicBezTo>
                  <a:cubicBezTo>
                    <a:pt x="283702" y="191946"/>
                    <a:pt x="287429" y="188182"/>
                    <a:pt x="287429" y="183537"/>
                  </a:cubicBezTo>
                  <a:cubicBezTo>
                    <a:pt x="287429" y="178892"/>
                    <a:pt x="283702" y="175129"/>
                    <a:pt x="279097" y="175129"/>
                  </a:cubicBezTo>
                  <a:cubicBezTo>
                    <a:pt x="274495" y="175129"/>
                    <a:pt x="270764" y="178892"/>
                    <a:pt x="270764" y="183537"/>
                  </a:cubicBezTo>
                  <a:close/>
                  <a:moveTo>
                    <a:pt x="232085" y="183537"/>
                  </a:moveTo>
                  <a:cubicBezTo>
                    <a:pt x="232085" y="188182"/>
                    <a:pt x="235816" y="191946"/>
                    <a:pt x="240418" y="191946"/>
                  </a:cubicBezTo>
                  <a:cubicBezTo>
                    <a:pt x="245019" y="191946"/>
                    <a:pt x="248750" y="188182"/>
                    <a:pt x="248750" y="183537"/>
                  </a:cubicBezTo>
                  <a:cubicBezTo>
                    <a:pt x="248750" y="178892"/>
                    <a:pt x="245019" y="175129"/>
                    <a:pt x="240418" y="175129"/>
                  </a:cubicBezTo>
                  <a:cubicBezTo>
                    <a:pt x="235816" y="175129"/>
                    <a:pt x="232085" y="178892"/>
                    <a:pt x="232085" y="183537"/>
                  </a:cubicBezTo>
                  <a:close/>
                  <a:moveTo>
                    <a:pt x="193402" y="183537"/>
                  </a:moveTo>
                  <a:cubicBezTo>
                    <a:pt x="193402" y="188182"/>
                    <a:pt x="197134" y="191946"/>
                    <a:pt x="201735" y="191946"/>
                  </a:cubicBezTo>
                  <a:cubicBezTo>
                    <a:pt x="206340" y="191946"/>
                    <a:pt x="210068" y="188182"/>
                    <a:pt x="210068" y="183537"/>
                  </a:cubicBezTo>
                  <a:cubicBezTo>
                    <a:pt x="210068" y="178892"/>
                    <a:pt x="206340" y="175129"/>
                    <a:pt x="201735" y="175129"/>
                  </a:cubicBezTo>
                  <a:cubicBezTo>
                    <a:pt x="197134" y="175129"/>
                    <a:pt x="193402" y="178892"/>
                    <a:pt x="193402" y="183537"/>
                  </a:cubicBezTo>
                  <a:close/>
                  <a:moveTo>
                    <a:pt x="154723" y="183537"/>
                  </a:moveTo>
                  <a:cubicBezTo>
                    <a:pt x="154723" y="188182"/>
                    <a:pt x="158455" y="191946"/>
                    <a:pt x="163056" y="191946"/>
                  </a:cubicBezTo>
                  <a:cubicBezTo>
                    <a:pt x="167658" y="191946"/>
                    <a:pt x="171389" y="188182"/>
                    <a:pt x="171389" y="183537"/>
                  </a:cubicBezTo>
                  <a:cubicBezTo>
                    <a:pt x="171389" y="178892"/>
                    <a:pt x="167658" y="175129"/>
                    <a:pt x="163056" y="175129"/>
                  </a:cubicBezTo>
                  <a:cubicBezTo>
                    <a:pt x="158455" y="175129"/>
                    <a:pt x="154723" y="178892"/>
                    <a:pt x="154723" y="183537"/>
                  </a:cubicBezTo>
                  <a:close/>
                  <a:moveTo>
                    <a:pt x="116041" y="183537"/>
                  </a:moveTo>
                  <a:cubicBezTo>
                    <a:pt x="116041" y="188182"/>
                    <a:pt x="119772" y="191946"/>
                    <a:pt x="124373" y="191946"/>
                  </a:cubicBezTo>
                  <a:cubicBezTo>
                    <a:pt x="128975" y="191946"/>
                    <a:pt x="132706" y="188182"/>
                    <a:pt x="132706" y="183537"/>
                  </a:cubicBezTo>
                  <a:cubicBezTo>
                    <a:pt x="132706" y="178892"/>
                    <a:pt x="128975" y="175129"/>
                    <a:pt x="124373" y="175129"/>
                  </a:cubicBezTo>
                  <a:cubicBezTo>
                    <a:pt x="119772" y="175129"/>
                    <a:pt x="116041" y="178892"/>
                    <a:pt x="116041" y="183537"/>
                  </a:cubicBezTo>
                  <a:close/>
                  <a:moveTo>
                    <a:pt x="77362" y="183537"/>
                  </a:moveTo>
                  <a:cubicBezTo>
                    <a:pt x="77362" y="188182"/>
                    <a:pt x="81093" y="191946"/>
                    <a:pt x="85694" y="191946"/>
                  </a:cubicBezTo>
                  <a:cubicBezTo>
                    <a:pt x="90296" y="191946"/>
                    <a:pt x="94027" y="188182"/>
                    <a:pt x="94027" y="183537"/>
                  </a:cubicBezTo>
                  <a:cubicBezTo>
                    <a:pt x="94027" y="178892"/>
                    <a:pt x="90296" y="175129"/>
                    <a:pt x="85694" y="175129"/>
                  </a:cubicBezTo>
                  <a:cubicBezTo>
                    <a:pt x="81093" y="175129"/>
                    <a:pt x="77362" y="178892"/>
                    <a:pt x="77362" y="183537"/>
                  </a:cubicBezTo>
                  <a:close/>
                  <a:moveTo>
                    <a:pt x="38679" y="183537"/>
                  </a:moveTo>
                  <a:cubicBezTo>
                    <a:pt x="38679" y="188182"/>
                    <a:pt x="42410" y="191946"/>
                    <a:pt x="47012" y="191946"/>
                  </a:cubicBezTo>
                  <a:cubicBezTo>
                    <a:pt x="51613" y="191946"/>
                    <a:pt x="55344" y="188182"/>
                    <a:pt x="55344" y="183537"/>
                  </a:cubicBezTo>
                  <a:cubicBezTo>
                    <a:pt x="55344" y="178892"/>
                    <a:pt x="51613" y="175129"/>
                    <a:pt x="47012" y="175129"/>
                  </a:cubicBezTo>
                  <a:cubicBezTo>
                    <a:pt x="42410" y="175129"/>
                    <a:pt x="38679" y="178892"/>
                    <a:pt x="38679" y="183537"/>
                  </a:cubicBezTo>
                  <a:close/>
                  <a:moveTo>
                    <a:pt x="0" y="183537"/>
                  </a:moveTo>
                  <a:cubicBezTo>
                    <a:pt x="0" y="188182"/>
                    <a:pt x="3731" y="191946"/>
                    <a:pt x="8333" y="191946"/>
                  </a:cubicBezTo>
                  <a:cubicBezTo>
                    <a:pt x="12934" y="191946"/>
                    <a:pt x="16665" y="188182"/>
                    <a:pt x="16665" y="183537"/>
                  </a:cubicBezTo>
                  <a:cubicBezTo>
                    <a:pt x="16665" y="178892"/>
                    <a:pt x="12934" y="175129"/>
                    <a:pt x="8333" y="175129"/>
                  </a:cubicBezTo>
                  <a:cubicBezTo>
                    <a:pt x="3731" y="175129"/>
                    <a:pt x="0" y="178892"/>
                    <a:pt x="0" y="183537"/>
                  </a:cubicBezTo>
                  <a:close/>
                  <a:moveTo>
                    <a:pt x="967023" y="227562"/>
                  </a:moveTo>
                  <a:cubicBezTo>
                    <a:pt x="967023" y="232207"/>
                    <a:pt x="970754" y="235970"/>
                    <a:pt x="975356" y="235970"/>
                  </a:cubicBezTo>
                  <a:cubicBezTo>
                    <a:pt x="979957" y="235970"/>
                    <a:pt x="983689" y="232207"/>
                    <a:pt x="983689" y="227562"/>
                  </a:cubicBezTo>
                  <a:cubicBezTo>
                    <a:pt x="983689" y="222921"/>
                    <a:pt x="979957" y="219153"/>
                    <a:pt x="975356" y="219153"/>
                  </a:cubicBezTo>
                  <a:cubicBezTo>
                    <a:pt x="970754" y="219153"/>
                    <a:pt x="967023" y="222921"/>
                    <a:pt x="967023" y="227562"/>
                  </a:cubicBezTo>
                  <a:close/>
                  <a:moveTo>
                    <a:pt x="928340" y="227562"/>
                  </a:moveTo>
                  <a:cubicBezTo>
                    <a:pt x="928340" y="232207"/>
                    <a:pt x="932072" y="235970"/>
                    <a:pt x="936673" y="235970"/>
                  </a:cubicBezTo>
                  <a:cubicBezTo>
                    <a:pt x="941278" y="235970"/>
                    <a:pt x="945006" y="232207"/>
                    <a:pt x="945006" y="227562"/>
                  </a:cubicBezTo>
                  <a:cubicBezTo>
                    <a:pt x="945006" y="222921"/>
                    <a:pt x="941278" y="219153"/>
                    <a:pt x="936673" y="219153"/>
                  </a:cubicBezTo>
                  <a:cubicBezTo>
                    <a:pt x="932072" y="219153"/>
                    <a:pt x="928340" y="222921"/>
                    <a:pt x="928340" y="227562"/>
                  </a:cubicBezTo>
                  <a:close/>
                  <a:moveTo>
                    <a:pt x="889662" y="227562"/>
                  </a:moveTo>
                  <a:cubicBezTo>
                    <a:pt x="889662" y="232207"/>
                    <a:pt x="893393" y="235970"/>
                    <a:pt x="897994" y="235970"/>
                  </a:cubicBezTo>
                  <a:cubicBezTo>
                    <a:pt x="902596" y="235970"/>
                    <a:pt x="906327" y="232207"/>
                    <a:pt x="906327" y="227562"/>
                  </a:cubicBezTo>
                  <a:cubicBezTo>
                    <a:pt x="906327" y="222921"/>
                    <a:pt x="902596" y="219153"/>
                    <a:pt x="897994" y="219153"/>
                  </a:cubicBezTo>
                  <a:cubicBezTo>
                    <a:pt x="893393" y="219153"/>
                    <a:pt x="889662" y="222921"/>
                    <a:pt x="889662" y="227562"/>
                  </a:cubicBezTo>
                  <a:close/>
                  <a:moveTo>
                    <a:pt x="850979" y="227562"/>
                  </a:moveTo>
                  <a:cubicBezTo>
                    <a:pt x="850979" y="232207"/>
                    <a:pt x="854710" y="235970"/>
                    <a:pt x="859311" y="235970"/>
                  </a:cubicBezTo>
                  <a:cubicBezTo>
                    <a:pt x="863917" y="235970"/>
                    <a:pt x="867644" y="232207"/>
                    <a:pt x="867644" y="227562"/>
                  </a:cubicBezTo>
                  <a:cubicBezTo>
                    <a:pt x="867644" y="222917"/>
                    <a:pt x="863917" y="219153"/>
                    <a:pt x="859311" y="219153"/>
                  </a:cubicBezTo>
                  <a:cubicBezTo>
                    <a:pt x="854710" y="219153"/>
                    <a:pt x="850979" y="222921"/>
                    <a:pt x="850979" y="227562"/>
                  </a:cubicBezTo>
                  <a:close/>
                  <a:moveTo>
                    <a:pt x="812300" y="227562"/>
                  </a:moveTo>
                  <a:cubicBezTo>
                    <a:pt x="812300" y="232207"/>
                    <a:pt x="816031" y="235970"/>
                    <a:pt x="820633" y="235970"/>
                  </a:cubicBezTo>
                  <a:cubicBezTo>
                    <a:pt x="825234" y="235970"/>
                    <a:pt x="828965" y="232207"/>
                    <a:pt x="828965" y="227562"/>
                  </a:cubicBezTo>
                  <a:cubicBezTo>
                    <a:pt x="828965" y="222917"/>
                    <a:pt x="825234" y="219153"/>
                    <a:pt x="820633" y="219153"/>
                  </a:cubicBezTo>
                  <a:cubicBezTo>
                    <a:pt x="816031" y="219153"/>
                    <a:pt x="812300" y="222921"/>
                    <a:pt x="812300" y="227562"/>
                  </a:cubicBezTo>
                  <a:close/>
                  <a:moveTo>
                    <a:pt x="773617" y="227562"/>
                  </a:moveTo>
                  <a:cubicBezTo>
                    <a:pt x="773617" y="232207"/>
                    <a:pt x="777348" y="235970"/>
                    <a:pt x="781950" y="235970"/>
                  </a:cubicBezTo>
                  <a:cubicBezTo>
                    <a:pt x="786555" y="235970"/>
                    <a:pt x="790282" y="232207"/>
                    <a:pt x="790282" y="227562"/>
                  </a:cubicBezTo>
                  <a:cubicBezTo>
                    <a:pt x="790282" y="222921"/>
                    <a:pt x="786555" y="219153"/>
                    <a:pt x="781950" y="219153"/>
                  </a:cubicBezTo>
                  <a:cubicBezTo>
                    <a:pt x="777348" y="219153"/>
                    <a:pt x="773617" y="222921"/>
                    <a:pt x="773617" y="227562"/>
                  </a:cubicBezTo>
                  <a:close/>
                  <a:moveTo>
                    <a:pt x="734938" y="227562"/>
                  </a:moveTo>
                  <a:cubicBezTo>
                    <a:pt x="734938" y="232207"/>
                    <a:pt x="738669" y="235970"/>
                    <a:pt x="743271" y="235970"/>
                  </a:cubicBezTo>
                  <a:cubicBezTo>
                    <a:pt x="747872" y="235970"/>
                    <a:pt x="751603" y="232207"/>
                    <a:pt x="751603" y="227562"/>
                  </a:cubicBezTo>
                  <a:cubicBezTo>
                    <a:pt x="751603" y="222921"/>
                    <a:pt x="747872" y="219153"/>
                    <a:pt x="743271" y="219153"/>
                  </a:cubicBezTo>
                  <a:cubicBezTo>
                    <a:pt x="738669" y="219153"/>
                    <a:pt x="734938" y="222921"/>
                    <a:pt x="734938" y="227562"/>
                  </a:cubicBezTo>
                  <a:close/>
                  <a:moveTo>
                    <a:pt x="696255" y="227562"/>
                  </a:moveTo>
                  <a:cubicBezTo>
                    <a:pt x="696255" y="232207"/>
                    <a:pt x="699987" y="235970"/>
                    <a:pt x="704588" y="235970"/>
                  </a:cubicBezTo>
                  <a:cubicBezTo>
                    <a:pt x="709190" y="235970"/>
                    <a:pt x="712921" y="232207"/>
                    <a:pt x="712921" y="227562"/>
                  </a:cubicBezTo>
                  <a:cubicBezTo>
                    <a:pt x="712921" y="222921"/>
                    <a:pt x="709190" y="219153"/>
                    <a:pt x="704588" y="219153"/>
                  </a:cubicBezTo>
                  <a:cubicBezTo>
                    <a:pt x="699987" y="219153"/>
                    <a:pt x="696255" y="222921"/>
                    <a:pt x="696255" y="227562"/>
                  </a:cubicBezTo>
                  <a:close/>
                  <a:moveTo>
                    <a:pt x="657576" y="227562"/>
                  </a:moveTo>
                  <a:cubicBezTo>
                    <a:pt x="657576" y="232207"/>
                    <a:pt x="661308" y="235970"/>
                    <a:pt x="665909" y="235970"/>
                  </a:cubicBezTo>
                  <a:cubicBezTo>
                    <a:pt x="670510" y="235970"/>
                    <a:pt x="674242" y="232207"/>
                    <a:pt x="674242" y="227562"/>
                  </a:cubicBezTo>
                  <a:cubicBezTo>
                    <a:pt x="674242" y="222917"/>
                    <a:pt x="670510" y="219153"/>
                    <a:pt x="665909" y="219153"/>
                  </a:cubicBezTo>
                  <a:cubicBezTo>
                    <a:pt x="661308" y="219153"/>
                    <a:pt x="657576" y="222921"/>
                    <a:pt x="657576" y="227562"/>
                  </a:cubicBezTo>
                  <a:close/>
                  <a:moveTo>
                    <a:pt x="618894" y="227562"/>
                  </a:moveTo>
                  <a:cubicBezTo>
                    <a:pt x="618894" y="232207"/>
                    <a:pt x="622625" y="235970"/>
                    <a:pt x="627226" y="235970"/>
                  </a:cubicBezTo>
                  <a:cubicBezTo>
                    <a:pt x="631828" y="235970"/>
                    <a:pt x="635559" y="232207"/>
                    <a:pt x="635559" y="227562"/>
                  </a:cubicBezTo>
                  <a:cubicBezTo>
                    <a:pt x="635559" y="222917"/>
                    <a:pt x="631828" y="219153"/>
                    <a:pt x="627226" y="219153"/>
                  </a:cubicBezTo>
                  <a:cubicBezTo>
                    <a:pt x="622625" y="219153"/>
                    <a:pt x="618894" y="222921"/>
                    <a:pt x="618894" y="227562"/>
                  </a:cubicBezTo>
                  <a:close/>
                  <a:moveTo>
                    <a:pt x="580215" y="227562"/>
                  </a:moveTo>
                  <a:cubicBezTo>
                    <a:pt x="580215" y="232207"/>
                    <a:pt x="583946" y="235970"/>
                    <a:pt x="588547" y="235970"/>
                  </a:cubicBezTo>
                  <a:cubicBezTo>
                    <a:pt x="593149" y="235970"/>
                    <a:pt x="596880" y="232207"/>
                    <a:pt x="596880" y="227562"/>
                  </a:cubicBezTo>
                  <a:cubicBezTo>
                    <a:pt x="596880" y="222921"/>
                    <a:pt x="593149" y="219153"/>
                    <a:pt x="588547" y="219153"/>
                  </a:cubicBezTo>
                  <a:cubicBezTo>
                    <a:pt x="583946" y="219153"/>
                    <a:pt x="580215" y="222921"/>
                    <a:pt x="580215" y="227562"/>
                  </a:cubicBezTo>
                  <a:close/>
                  <a:moveTo>
                    <a:pt x="541532" y="227562"/>
                  </a:moveTo>
                  <a:cubicBezTo>
                    <a:pt x="541532" y="232207"/>
                    <a:pt x="545263" y="235970"/>
                    <a:pt x="549865" y="235970"/>
                  </a:cubicBezTo>
                  <a:cubicBezTo>
                    <a:pt x="554466" y="235970"/>
                    <a:pt x="558197" y="232207"/>
                    <a:pt x="558197" y="227562"/>
                  </a:cubicBezTo>
                  <a:cubicBezTo>
                    <a:pt x="558197" y="222917"/>
                    <a:pt x="554466" y="219153"/>
                    <a:pt x="549865" y="219153"/>
                  </a:cubicBezTo>
                  <a:cubicBezTo>
                    <a:pt x="545263" y="219153"/>
                    <a:pt x="541532" y="222921"/>
                    <a:pt x="541532" y="227562"/>
                  </a:cubicBezTo>
                  <a:close/>
                  <a:moveTo>
                    <a:pt x="502853" y="227562"/>
                  </a:moveTo>
                  <a:cubicBezTo>
                    <a:pt x="502853" y="232207"/>
                    <a:pt x="506580" y="235970"/>
                    <a:pt x="511186" y="235970"/>
                  </a:cubicBezTo>
                  <a:cubicBezTo>
                    <a:pt x="515787" y="235970"/>
                    <a:pt x="519518" y="232207"/>
                    <a:pt x="519518" y="227562"/>
                  </a:cubicBezTo>
                  <a:cubicBezTo>
                    <a:pt x="519518" y="222921"/>
                    <a:pt x="515787" y="219153"/>
                    <a:pt x="511186" y="219153"/>
                  </a:cubicBezTo>
                  <a:cubicBezTo>
                    <a:pt x="506580" y="219153"/>
                    <a:pt x="502853" y="222921"/>
                    <a:pt x="502853" y="227562"/>
                  </a:cubicBezTo>
                  <a:close/>
                  <a:moveTo>
                    <a:pt x="464170" y="227562"/>
                  </a:moveTo>
                  <a:cubicBezTo>
                    <a:pt x="464170" y="232207"/>
                    <a:pt x="467902" y="235970"/>
                    <a:pt x="472503" y="235970"/>
                  </a:cubicBezTo>
                  <a:cubicBezTo>
                    <a:pt x="477104" y="235970"/>
                    <a:pt x="480836" y="232207"/>
                    <a:pt x="480836" y="227562"/>
                  </a:cubicBezTo>
                  <a:cubicBezTo>
                    <a:pt x="480836" y="222921"/>
                    <a:pt x="477104" y="219153"/>
                    <a:pt x="472503" y="219153"/>
                  </a:cubicBezTo>
                  <a:cubicBezTo>
                    <a:pt x="467902" y="219153"/>
                    <a:pt x="464170" y="222921"/>
                    <a:pt x="464170" y="227562"/>
                  </a:cubicBezTo>
                  <a:close/>
                  <a:moveTo>
                    <a:pt x="425491" y="227562"/>
                  </a:moveTo>
                  <a:cubicBezTo>
                    <a:pt x="425491" y="232207"/>
                    <a:pt x="429219" y="235970"/>
                    <a:pt x="433824" y="235970"/>
                  </a:cubicBezTo>
                  <a:cubicBezTo>
                    <a:pt x="438425" y="235970"/>
                    <a:pt x="442157" y="232207"/>
                    <a:pt x="442157" y="227562"/>
                  </a:cubicBezTo>
                  <a:cubicBezTo>
                    <a:pt x="442157" y="222921"/>
                    <a:pt x="438425" y="219153"/>
                    <a:pt x="433824" y="219153"/>
                  </a:cubicBezTo>
                  <a:cubicBezTo>
                    <a:pt x="429219" y="219153"/>
                    <a:pt x="425491" y="222921"/>
                    <a:pt x="425491" y="227562"/>
                  </a:cubicBezTo>
                  <a:close/>
                  <a:moveTo>
                    <a:pt x="386809" y="227562"/>
                  </a:moveTo>
                  <a:cubicBezTo>
                    <a:pt x="386809" y="232207"/>
                    <a:pt x="390540" y="235970"/>
                    <a:pt x="395141" y="235970"/>
                  </a:cubicBezTo>
                  <a:cubicBezTo>
                    <a:pt x="399743" y="235970"/>
                    <a:pt x="403474" y="232207"/>
                    <a:pt x="403474" y="227562"/>
                  </a:cubicBezTo>
                  <a:cubicBezTo>
                    <a:pt x="403474" y="222917"/>
                    <a:pt x="399743" y="219153"/>
                    <a:pt x="395141" y="219153"/>
                  </a:cubicBezTo>
                  <a:cubicBezTo>
                    <a:pt x="390540" y="219153"/>
                    <a:pt x="386809" y="222921"/>
                    <a:pt x="386809" y="227562"/>
                  </a:cubicBezTo>
                  <a:close/>
                  <a:moveTo>
                    <a:pt x="348126" y="227562"/>
                  </a:moveTo>
                  <a:cubicBezTo>
                    <a:pt x="348126" y="232207"/>
                    <a:pt x="351857" y="235970"/>
                    <a:pt x="356458" y="235970"/>
                  </a:cubicBezTo>
                  <a:cubicBezTo>
                    <a:pt x="361064" y="235970"/>
                    <a:pt x="364791" y="232207"/>
                    <a:pt x="364791" y="227562"/>
                  </a:cubicBezTo>
                  <a:cubicBezTo>
                    <a:pt x="364791" y="222921"/>
                    <a:pt x="361064" y="219153"/>
                    <a:pt x="356458" y="219153"/>
                  </a:cubicBezTo>
                  <a:cubicBezTo>
                    <a:pt x="351857" y="219153"/>
                    <a:pt x="348126" y="222921"/>
                    <a:pt x="348126" y="227562"/>
                  </a:cubicBezTo>
                  <a:close/>
                  <a:moveTo>
                    <a:pt x="309447" y="227562"/>
                  </a:moveTo>
                  <a:cubicBezTo>
                    <a:pt x="309447" y="232207"/>
                    <a:pt x="313178" y="235970"/>
                    <a:pt x="317780" y="235970"/>
                  </a:cubicBezTo>
                  <a:cubicBezTo>
                    <a:pt x="322381" y="235970"/>
                    <a:pt x="326112" y="232207"/>
                    <a:pt x="326112" y="227562"/>
                  </a:cubicBezTo>
                  <a:cubicBezTo>
                    <a:pt x="326112" y="222917"/>
                    <a:pt x="322381" y="219153"/>
                    <a:pt x="317780" y="219153"/>
                  </a:cubicBezTo>
                  <a:cubicBezTo>
                    <a:pt x="313178" y="219153"/>
                    <a:pt x="309447" y="222921"/>
                    <a:pt x="309447" y="227562"/>
                  </a:cubicBezTo>
                  <a:close/>
                  <a:moveTo>
                    <a:pt x="270764" y="227562"/>
                  </a:moveTo>
                  <a:cubicBezTo>
                    <a:pt x="270764" y="232207"/>
                    <a:pt x="274495" y="235970"/>
                    <a:pt x="279097" y="235970"/>
                  </a:cubicBezTo>
                  <a:cubicBezTo>
                    <a:pt x="283702" y="235970"/>
                    <a:pt x="287429" y="232207"/>
                    <a:pt x="287429" y="227562"/>
                  </a:cubicBezTo>
                  <a:cubicBezTo>
                    <a:pt x="287429" y="222921"/>
                    <a:pt x="283702" y="219153"/>
                    <a:pt x="279097" y="219153"/>
                  </a:cubicBezTo>
                  <a:cubicBezTo>
                    <a:pt x="274495" y="219153"/>
                    <a:pt x="270764" y="222921"/>
                    <a:pt x="270764" y="227562"/>
                  </a:cubicBezTo>
                  <a:close/>
                  <a:moveTo>
                    <a:pt x="232085" y="227562"/>
                  </a:moveTo>
                  <a:cubicBezTo>
                    <a:pt x="232085" y="232207"/>
                    <a:pt x="235816" y="235970"/>
                    <a:pt x="240418" y="235970"/>
                  </a:cubicBezTo>
                  <a:cubicBezTo>
                    <a:pt x="245019" y="235970"/>
                    <a:pt x="248750" y="232207"/>
                    <a:pt x="248750" y="227562"/>
                  </a:cubicBezTo>
                  <a:cubicBezTo>
                    <a:pt x="248750" y="222917"/>
                    <a:pt x="245019" y="219153"/>
                    <a:pt x="240418" y="219153"/>
                  </a:cubicBezTo>
                  <a:cubicBezTo>
                    <a:pt x="235816" y="219153"/>
                    <a:pt x="232085" y="222921"/>
                    <a:pt x="232085" y="227562"/>
                  </a:cubicBezTo>
                  <a:close/>
                  <a:moveTo>
                    <a:pt x="193402" y="227562"/>
                  </a:moveTo>
                  <a:cubicBezTo>
                    <a:pt x="193402" y="232207"/>
                    <a:pt x="197134" y="235970"/>
                    <a:pt x="201735" y="235970"/>
                  </a:cubicBezTo>
                  <a:cubicBezTo>
                    <a:pt x="206340" y="235970"/>
                    <a:pt x="210068" y="232207"/>
                    <a:pt x="210068" y="227562"/>
                  </a:cubicBezTo>
                  <a:cubicBezTo>
                    <a:pt x="210068" y="222917"/>
                    <a:pt x="206340" y="219153"/>
                    <a:pt x="201735" y="219153"/>
                  </a:cubicBezTo>
                  <a:cubicBezTo>
                    <a:pt x="197134" y="219153"/>
                    <a:pt x="193402" y="222921"/>
                    <a:pt x="193402" y="227562"/>
                  </a:cubicBezTo>
                  <a:close/>
                  <a:moveTo>
                    <a:pt x="154723" y="227562"/>
                  </a:moveTo>
                  <a:cubicBezTo>
                    <a:pt x="154723" y="232207"/>
                    <a:pt x="158455" y="235970"/>
                    <a:pt x="163056" y="235970"/>
                  </a:cubicBezTo>
                  <a:cubicBezTo>
                    <a:pt x="167658" y="235970"/>
                    <a:pt x="171389" y="232207"/>
                    <a:pt x="171389" y="227562"/>
                  </a:cubicBezTo>
                  <a:cubicBezTo>
                    <a:pt x="171389" y="222917"/>
                    <a:pt x="167658" y="219153"/>
                    <a:pt x="163056" y="219153"/>
                  </a:cubicBezTo>
                  <a:cubicBezTo>
                    <a:pt x="158455" y="219153"/>
                    <a:pt x="154723" y="222921"/>
                    <a:pt x="154723" y="227562"/>
                  </a:cubicBezTo>
                  <a:close/>
                  <a:moveTo>
                    <a:pt x="116041" y="227562"/>
                  </a:moveTo>
                  <a:cubicBezTo>
                    <a:pt x="116041" y="232207"/>
                    <a:pt x="119772" y="235970"/>
                    <a:pt x="124373" y="235970"/>
                  </a:cubicBezTo>
                  <a:cubicBezTo>
                    <a:pt x="128975" y="235970"/>
                    <a:pt x="132706" y="232207"/>
                    <a:pt x="132706" y="227562"/>
                  </a:cubicBezTo>
                  <a:cubicBezTo>
                    <a:pt x="132706" y="222917"/>
                    <a:pt x="128975" y="219153"/>
                    <a:pt x="124373" y="219153"/>
                  </a:cubicBezTo>
                  <a:cubicBezTo>
                    <a:pt x="119772" y="219153"/>
                    <a:pt x="116041" y="222921"/>
                    <a:pt x="116041" y="227562"/>
                  </a:cubicBezTo>
                  <a:close/>
                  <a:moveTo>
                    <a:pt x="77362" y="227562"/>
                  </a:moveTo>
                  <a:cubicBezTo>
                    <a:pt x="77362" y="232207"/>
                    <a:pt x="81093" y="235970"/>
                    <a:pt x="85694" y="235970"/>
                  </a:cubicBezTo>
                  <a:cubicBezTo>
                    <a:pt x="90296" y="235970"/>
                    <a:pt x="94027" y="232207"/>
                    <a:pt x="94027" y="227562"/>
                  </a:cubicBezTo>
                  <a:cubicBezTo>
                    <a:pt x="94027" y="222917"/>
                    <a:pt x="90296" y="219153"/>
                    <a:pt x="85694" y="219153"/>
                  </a:cubicBezTo>
                  <a:cubicBezTo>
                    <a:pt x="81093" y="219153"/>
                    <a:pt x="77362" y="222921"/>
                    <a:pt x="77362" y="227562"/>
                  </a:cubicBezTo>
                  <a:close/>
                  <a:moveTo>
                    <a:pt x="38679" y="227562"/>
                  </a:moveTo>
                  <a:cubicBezTo>
                    <a:pt x="38679" y="232207"/>
                    <a:pt x="42410" y="235970"/>
                    <a:pt x="47012" y="235970"/>
                  </a:cubicBezTo>
                  <a:cubicBezTo>
                    <a:pt x="51613" y="235970"/>
                    <a:pt x="55344" y="232207"/>
                    <a:pt x="55344" y="227562"/>
                  </a:cubicBezTo>
                  <a:cubicBezTo>
                    <a:pt x="55344" y="222921"/>
                    <a:pt x="51613" y="219153"/>
                    <a:pt x="47012" y="219153"/>
                  </a:cubicBezTo>
                  <a:cubicBezTo>
                    <a:pt x="42410" y="219153"/>
                    <a:pt x="38679" y="222921"/>
                    <a:pt x="38679" y="227562"/>
                  </a:cubicBezTo>
                  <a:close/>
                  <a:moveTo>
                    <a:pt x="0" y="227562"/>
                  </a:moveTo>
                  <a:cubicBezTo>
                    <a:pt x="0" y="232207"/>
                    <a:pt x="3731" y="235970"/>
                    <a:pt x="8333" y="235970"/>
                  </a:cubicBezTo>
                  <a:cubicBezTo>
                    <a:pt x="12934" y="235970"/>
                    <a:pt x="16665" y="232207"/>
                    <a:pt x="16665" y="227562"/>
                  </a:cubicBezTo>
                  <a:cubicBezTo>
                    <a:pt x="16665" y="222921"/>
                    <a:pt x="12934" y="219153"/>
                    <a:pt x="8333" y="219153"/>
                  </a:cubicBezTo>
                  <a:cubicBezTo>
                    <a:pt x="3731" y="219153"/>
                    <a:pt x="0" y="222921"/>
                    <a:pt x="0" y="227562"/>
                  </a:cubicBezTo>
                  <a:close/>
                  <a:moveTo>
                    <a:pt x="967023" y="271591"/>
                  </a:moveTo>
                  <a:cubicBezTo>
                    <a:pt x="967023" y="276235"/>
                    <a:pt x="970754" y="279999"/>
                    <a:pt x="975356" y="279999"/>
                  </a:cubicBezTo>
                  <a:cubicBezTo>
                    <a:pt x="979957" y="279999"/>
                    <a:pt x="983689" y="276235"/>
                    <a:pt x="983689" y="271591"/>
                  </a:cubicBezTo>
                  <a:cubicBezTo>
                    <a:pt x="983689" y="266946"/>
                    <a:pt x="979957" y="263182"/>
                    <a:pt x="975356" y="263182"/>
                  </a:cubicBezTo>
                  <a:cubicBezTo>
                    <a:pt x="970754" y="263182"/>
                    <a:pt x="967023" y="266946"/>
                    <a:pt x="967023" y="271591"/>
                  </a:cubicBezTo>
                  <a:close/>
                  <a:moveTo>
                    <a:pt x="928340" y="271591"/>
                  </a:moveTo>
                  <a:cubicBezTo>
                    <a:pt x="928340" y="276235"/>
                    <a:pt x="932072" y="279999"/>
                    <a:pt x="936673" y="279999"/>
                  </a:cubicBezTo>
                  <a:cubicBezTo>
                    <a:pt x="941278" y="279999"/>
                    <a:pt x="945006" y="276235"/>
                    <a:pt x="945006" y="271591"/>
                  </a:cubicBezTo>
                  <a:cubicBezTo>
                    <a:pt x="945006" y="266946"/>
                    <a:pt x="941278" y="263182"/>
                    <a:pt x="936673" y="263182"/>
                  </a:cubicBezTo>
                  <a:cubicBezTo>
                    <a:pt x="932072" y="263182"/>
                    <a:pt x="928340" y="266946"/>
                    <a:pt x="928340" y="271591"/>
                  </a:cubicBezTo>
                  <a:close/>
                  <a:moveTo>
                    <a:pt x="889662" y="271591"/>
                  </a:moveTo>
                  <a:cubicBezTo>
                    <a:pt x="889662" y="276235"/>
                    <a:pt x="893393" y="279999"/>
                    <a:pt x="897994" y="279999"/>
                  </a:cubicBezTo>
                  <a:cubicBezTo>
                    <a:pt x="902596" y="279999"/>
                    <a:pt x="906327" y="276235"/>
                    <a:pt x="906327" y="271591"/>
                  </a:cubicBezTo>
                  <a:cubicBezTo>
                    <a:pt x="906327" y="266946"/>
                    <a:pt x="902596" y="263182"/>
                    <a:pt x="897994" y="263182"/>
                  </a:cubicBezTo>
                  <a:cubicBezTo>
                    <a:pt x="893393" y="263182"/>
                    <a:pt x="889662" y="266946"/>
                    <a:pt x="889662" y="271591"/>
                  </a:cubicBezTo>
                  <a:close/>
                  <a:moveTo>
                    <a:pt x="850979" y="271591"/>
                  </a:moveTo>
                  <a:cubicBezTo>
                    <a:pt x="850979" y="276235"/>
                    <a:pt x="854710" y="279999"/>
                    <a:pt x="859311" y="279999"/>
                  </a:cubicBezTo>
                  <a:cubicBezTo>
                    <a:pt x="863917" y="279999"/>
                    <a:pt x="867644" y="276235"/>
                    <a:pt x="867644" y="271591"/>
                  </a:cubicBezTo>
                  <a:cubicBezTo>
                    <a:pt x="867644" y="266946"/>
                    <a:pt x="863917" y="263182"/>
                    <a:pt x="859311" y="263182"/>
                  </a:cubicBezTo>
                  <a:cubicBezTo>
                    <a:pt x="854710" y="263182"/>
                    <a:pt x="850979" y="266946"/>
                    <a:pt x="850979" y="271591"/>
                  </a:cubicBezTo>
                  <a:close/>
                  <a:moveTo>
                    <a:pt x="812300" y="271591"/>
                  </a:moveTo>
                  <a:cubicBezTo>
                    <a:pt x="812300" y="276235"/>
                    <a:pt x="816031" y="279999"/>
                    <a:pt x="820633" y="279999"/>
                  </a:cubicBezTo>
                  <a:cubicBezTo>
                    <a:pt x="825234" y="279999"/>
                    <a:pt x="828965" y="276235"/>
                    <a:pt x="828965" y="271591"/>
                  </a:cubicBezTo>
                  <a:cubicBezTo>
                    <a:pt x="828965" y="266946"/>
                    <a:pt x="825234" y="263182"/>
                    <a:pt x="820633" y="263182"/>
                  </a:cubicBezTo>
                  <a:cubicBezTo>
                    <a:pt x="816031" y="263182"/>
                    <a:pt x="812300" y="266946"/>
                    <a:pt x="812300" y="271591"/>
                  </a:cubicBezTo>
                  <a:close/>
                  <a:moveTo>
                    <a:pt x="773617" y="271591"/>
                  </a:moveTo>
                  <a:cubicBezTo>
                    <a:pt x="773617" y="276235"/>
                    <a:pt x="777348" y="279999"/>
                    <a:pt x="781950" y="279999"/>
                  </a:cubicBezTo>
                  <a:cubicBezTo>
                    <a:pt x="786555" y="279999"/>
                    <a:pt x="790282" y="276235"/>
                    <a:pt x="790282" y="271591"/>
                  </a:cubicBezTo>
                  <a:cubicBezTo>
                    <a:pt x="790282" y="266946"/>
                    <a:pt x="786555" y="263182"/>
                    <a:pt x="781950" y="263182"/>
                  </a:cubicBezTo>
                  <a:cubicBezTo>
                    <a:pt x="777348" y="263182"/>
                    <a:pt x="773617" y="266946"/>
                    <a:pt x="773617" y="271591"/>
                  </a:cubicBezTo>
                  <a:close/>
                  <a:moveTo>
                    <a:pt x="734938" y="271591"/>
                  </a:moveTo>
                  <a:cubicBezTo>
                    <a:pt x="734938" y="276235"/>
                    <a:pt x="738669" y="279999"/>
                    <a:pt x="743271" y="279999"/>
                  </a:cubicBezTo>
                  <a:cubicBezTo>
                    <a:pt x="747872" y="279999"/>
                    <a:pt x="751603" y="276235"/>
                    <a:pt x="751603" y="271591"/>
                  </a:cubicBezTo>
                  <a:cubicBezTo>
                    <a:pt x="751603" y="266946"/>
                    <a:pt x="747872" y="263182"/>
                    <a:pt x="743271" y="263182"/>
                  </a:cubicBezTo>
                  <a:cubicBezTo>
                    <a:pt x="738669" y="263182"/>
                    <a:pt x="734938" y="266946"/>
                    <a:pt x="734938" y="271591"/>
                  </a:cubicBezTo>
                  <a:close/>
                  <a:moveTo>
                    <a:pt x="696255" y="271591"/>
                  </a:moveTo>
                  <a:cubicBezTo>
                    <a:pt x="696255" y="276235"/>
                    <a:pt x="699987" y="279999"/>
                    <a:pt x="704588" y="279999"/>
                  </a:cubicBezTo>
                  <a:cubicBezTo>
                    <a:pt x="709190" y="279999"/>
                    <a:pt x="712921" y="276235"/>
                    <a:pt x="712921" y="271591"/>
                  </a:cubicBezTo>
                  <a:cubicBezTo>
                    <a:pt x="712921" y="266946"/>
                    <a:pt x="709190" y="263182"/>
                    <a:pt x="704588" y="263182"/>
                  </a:cubicBezTo>
                  <a:cubicBezTo>
                    <a:pt x="699987" y="263182"/>
                    <a:pt x="696255" y="266946"/>
                    <a:pt x="696255" y="271591"/>
                  </a:cubicBezTo>
                  <a:close/>
                  <a:moveTo>
                    <a:pt x="657576" y="271591"/>
                  </a:moveTo>
                  <a:cubicBezTo>
                    <a:pt x="657576" y="276235"/>
                    <a:pt x="661308" y="279999"/>
                    <a:pt x="665909" y="279999"/>
                  </a:cubicBezTo>
                  <a:cubicBezTo>
                    <a:pt x="670510" y="279999"/>
                    <a:pt x="674242" y="276235"/>
                    <a:pt x="674242" y="271591"/>
                  </a:cubicBezTo>
                  <a:cubicBezTo>
                    <a:pt x="674242" y="266946"/>
                    <a:pt x="670510" y="263182"/>
                    <a:pt x="665909" y="263182"/>
                  </a:cubicBezTo>
                  <a:cubicBezTo>
                    <a:pt x="661308" y="263182"/>
                    <a:pt x="657576" y="266946"/>
                    <a:pt x="657576" y="271591"/>
                  </a:cubicBezTo>
                  <a:close/>
                  <a:moveTo>
                    <a:pt x="618894" y="271591"/>
                  </a:moveTo>
                  <a:cubicBezTo>
                    <a:pt x="618894" y="276235"/>
                    <a:pt x="622625" y="279999"/>
                    <a:pt x="627226" y="279999"/>
                  </a:cubicBezTo>
                  <a:cubicBezTo>
                    <a:pt x="631828" y="279999"/>
                    <a:pt x="635559" y="276235"/>
                    <a:pt x="635559" y="271591"/>
                  </a:cubicBezTo>
                  <a:cubicBezTo>
                    <a:pt x="635559" y="266946"/>
                    <a:pt x="631828" y="263182"/>
                    <a:pt x="627226" y="263182"/>
                  </a:cubicBezTo>
                  <a:cubicBezTo>
                    <a:pt x="622625" y="263182"/>
                    <a:pt x="618894" y="266946"/>
                    <a:pt x="618894" y="271591"/>
                  </a:cubicBezTo>
                  <a:close/>
                  <a:moveTo>
                    <a:pt x="580215" y="271591"/>
                  </a:moveTo>
                  <a:cubicBezTo>
                    <a:pt x="580215" y="276235"/>
                    <a:pt x="583946" y="279999"/>
                    <a:pt x="588547" y="279999"/>
                  </a:cubicBezTo>
                  <a:cubicBezTo>
                    <a:pt x="593149" y="279999"/>
                    <a:pt x="596880" y="276235"/>
                    <a:pt x="596880" y="271591"/>
                  </a:cubicBezTo>
                  <a:cubicBezTo>
                    <a:pt x="596880" y="266946"/>
                    <a:pt x="593149" y="263182"/>
                    <a:pt x="588547" y="263182"/>
                  </a:cubicBezTo>
                  <a:cubicBezTo>
                    <a:pt x="583946" y="263182"/>
                    <a:pt x="580215" y="266946"/>
                    <a:pt x="580215" y="271591"/>
                  </a:cubicBezTo>
                  <a:close/>
                  <a:moveTo>
                    <a:pt x="541532" y="271591"/>
                  </a:moveTo>
                  <a:cubicBezTo>
                    <a:pt x="541532" y="276235"/>
                    <a:pt x="545263" y="279999"/>
                    <a:pt x="549865" y="279999"/>
                  </a:cubicBezTo>
                  <a:cubicBezTo>
                    <a:pt x="554466" y="279999"/>
                    <a:pt x="558197" y="276235"/>
                    <a:pt x="558197" y="271591"/>
                  </a:cubicBezTo>
                  <a:cubicBezTo>
                    <a:pt x="558197" y="266946"/>
                    <a:pt x="554466" y="263182"/>
                    <a:pt x="549865" y="263182"/>
                  </a:cubicBezTo>
                  <a:cubicBezTo>
                    <a:pt x="545263" y="263182"/>
                    <a:pt x="541532" y="266946"/>
                    <a:pt x="541532" y="271591"/>
                  </a:cubicBezTo>
                  <a:close/>
                  <a:moveTo>
                    <a:pt x="502853" y="271591"/>
                  </a:moveTo>
                  <a:cubicBezTo>
                    <a:pt x="502853" y="276235"/>
                    <a:pt x="506580" y="279999"/>
                    <a:pt x="511186" y="279999"/>
                  </a:cubicBezTo>
                  <a:cubicBezTo>
                    <a:pt x="515787" y="279999"/>
                    <a:pt x="519518" y="276235"/>
                    <a:pt x="519518" y="271591"/>
                  </a:cubicBezTo>
                  <a:cubicBezTo>
                    <a:pt x="519518" y="266946"/>
                    <a:pt x="515787" y="263182"/>
                    <a:pt x="511186" y="263182"/>
                  </a:cubicBezTo>
                  <a:cubicBezTo>
                    <a:pt x="506580" y="263182"/>
                    <a:pt x="502853" y="266946"/>
                    <a:pt x="502853" y="271591"/>
                  </a:cubicBezTo>
                  <a:close/>
                  <a:moveTo>
                    <a:pt x="464170" y="271591"/>
                  </a:moveTo>
                  <a:cubicBezTo>
                    <a:pt x="464170" y="276235"/>
                    <a:pt x="467902" y="279999"/>
                    <a:pt x="472503" y="279999"/>
                  </a:cubicBezTo>
                  <a:cubicBezTo>
                    <a:pt x="477104" y="279999"/>
                    <a:pt x="480836" y="276235"/>
                    <a:pt x="480836" y="271591"/>
                  </a:cubicBezTo>
                  <a:cubicBezTo>
                    <a:pt x="480836" y="266946"/>
                    <a:pt x="477104" y="263182"/>
                    <a:pt x="472503" y="263182"/>
                  </a:cubicBezTo>
                  <a:cubicBezTo>
                    <a:pt x="467902" y="263182"/>
                    <a:pt x="464170" y="266946"/>
                    <a:pt x="464170" y="271591"/>
                  </a:cubicBezTo>
                  <a:close/>
                  <a:moveTo>
                    <a:pt x="425491" y="271591"/>
                  </a:moveTo>
                  <a:cubicBezTo>
                    <a:pt x="425491" y="276235"/>
                    <a:pt x="429219" y="279999"/>
                    <a:pt x="433824" y="279999"/>
                  </a:cubicBezTo>
                  <a:cubicBezTo>
                    <a:pt x="438425" y="279999"/>
                    <a:pt x="442157" y="276235"/>
                    <a:pt x="442157" y="271591"/>
                  </a:cubicBezTo>
                  <a:cubicBezTo>
                    <a:pt x="442157" y="266946"/>
                    <a:pt x="438425" y="263182"/>
                    <a:pt x="433824" y="263182"/>
                  </a:cubicBezTo>
                  <a:cubicBezTo>
                    <a:pt x="429219" y="263182"/>
                    <a:pt x="425491" y="266946"/>
                    <a:pt x="425491" y="271591"/>
                  </a:cubicBezTo>
                  <a:close/>
                  <a:moveTo>
                    <a:pt x="386809" y="271591"/>
                  </a:moveTo>
                  <a:cubicBezTo>
                    <a:pt x="386809" y="276235"/>
                    <a:pt x="390540" y="279999"/>
                    <a:pt x="395141" y="279999"/>
                  </a:cubicBezTo>
                  <a:cubicBezTo>
                    <a:pt x="399743" y="279999"/>
                    <a:pt x="403474" y="276235"/>
                    <a:pt x="403474" y="271591"/>
                  </a:cubicBezTo>
                  <a:cubicBezTo>
                    <a:pt x="403474" y="266946"/>
                    <a:pt x="399743" y="263182"/>
                    <a:pt x="395141" y="263182"/>
                  </a:cubicBezTo>
                  <a:cubicBezTo>
                    <a:pt x="390540" y="263182"/>
                    <a:pt x="386809" y="266946"/>
                    <a:pt x="386809" y="271591"/>
                  </a:cubicBezTo>
                  <a:close/>
                  <a:moveTo>
                    <a:pt x="348126" y="271591"/>
                  </a:moveTo>
                  <a:cubicBezTo>
                    <a:pt x="348126" y="276235"/>
                    <a:pt x="351857" y="279999"/>
                    <a:pt x="356458" y="279999"/>
                  </a:cubicBezTo>
                  <a:cubicBezTo>
                    <a:pt x="361064" y="279999"/>
                    <a:pt x="364791" y="276235"/>
                    <a:pt x="364791" y="271591"/>
                  </a:cubicBezTo>
                  <a:cubicBezTo>
                    <a:pt x="364791" y="266946"/>
                    <a:pt x="361064" y="263182"/>
                    <a:pt x="356458" y="263182"/>
                  </a:cubicBezTo>
                  <a:cubicBezTo>
                    <a:pt x="351857" y="263182"/>
                    <a:pt x="348126" y="266946"/>
                    <a:pt x="348126" y="271591"/>
                  </a:cubicBezTo>
                  <a:close/>
                  <a:moveTo>
                    <a:pt x="309447" y="271591"/>
                  </a:moveTo>
                  <a:cubicBezTo>
                    <a:pt x="309447" y="276235"/>
                    <a:pt x="313178" y="279999"/>
                    <a:pt x="317780" y="279999"/>
                  </a:cubicBezTo>
                  <a:cubicBezTo>
                    <a:pt x="322381" y="279999"/>
                    <a:pt x="326112" y="276235"/>
                    <a:pt x="326112" y="271591"/>
                  </a:cubicBezTo>
                  <a:cubicBezTo>
                    <a:pt x="326112" y="266946"/>
                    <a:pt x="322381" y="263182"/>
                    <a:pt x="317780" y="263182"/>
                  </a:cubicBezTo>
                  <a:cubicBezTo>
                    <a:pt x="313178" y="263182"/>
                    <a:pt x="309447" y="266946"/>
                    <a:pt x="309447" y="271591"/>
                  </a:cubicBezTo>
                  <a:close/>
                  <a:moveTo>
                    <a:pt x="270764" y="271591"/>
                  </a:moveTo>
                  <a:cubicBezTo>
                    <a:pt x="270764" y="276235"/>
                    <a:pt x="274495" y="279999"/>
                    <a:pt x="279097" y="279999"/>
                  </a:cubicBezTo>
                  <a:cubicBezTo>
                    <a:pt x="283702" y="279999"/>
                    <a:pt x="287429" y="276235"/>
                    <a:pt x="287429" y="271591"/>
                  </a:cubicBezTo>
                  <a:cubicBezTo>
                    <a:pt x="287429" y="266946"/>
                    <a:pt x="283702" y="263182"/>
                    <a:pt x="279097" y="263182"/>
                  </a:cubicBezTo>
                  <a:cubicBezTo>
                    <a:pt x="274495" y="263182"/>
                    <a:pt x="270764" y="266946"/>
                    <a:pt x="270764" y="271591"/>
                  </a:cubicBezTo>
                  <a:close/>
                  <a:moveTo>
                    <a:pt x="232085" y="271591"/>
                  </a:moveTo>
                  <a:cubicBezTo>
                    <a:pt x="232085" y="276235"/>
                    <a:pt x="235816" y="279999"/>
                    <a:pt x="240418" y="279999"/>
                  </a:cubicBezTo>
                  <a:cubicBezTo>
                    <a:pt x="245019" y="279999"/>
                    <a:pt x="248750" y="276235"/>
                    <a:pt x="248750" y="271591"/>
                  </a:cubicBezTo>
                  <a:cubicBezTo>
                    <a:pt x="248750" y="266946"/>
                    <a:pt x="245019" y="263182"/>
                    <a:pt x="240418" y="263182"/>
                  </a:cubicBezTo>
                  <a:cubicBezTo>
                    <a:pt x="235816" y="263182"/>
                    <a:pt x="232085" y="266946"/>
                    <a:pt x="232085" y="271591"/>
                  </a:cubicBezTo>
                  <a:close/>
                  <a:moveTo>
                    <a:pt x="193402" y="271591"/>
                  </a:moveTo>
                  <a:cubicBezTo>
                    <a:pt x="193402" y="276235"/>
                    <a:pt x="197134" y="279999"/>
                    <a:pt x="201735" y="279999"/>
                  </a:cubicBezTo>
                  <a:cubicBezTo>
                    <a:pt x="206340" y="279999"/>
                    <a:pt x="210068" y="276235"/>
                    <a:pt x="210068" y="271591"/>
                  </a:cubicBezTo>
                  <a:cubicBezTo>
                    <a:pt x="210068" y="266946"/>
                    <a:pt x="206340" y="263182"/>
                    <a:pt x="201735" y="263182"/>
                  </a:cubicBezTo>
                  <a:cubicBezTo>
                    <a:pt x="197134" y="263182"/>
                    <a:pt x="193402" y="266946"/>
                    <a:pt x="193402" y="271591"/>
                  </a:cubicBezTo>
                  <a:close/>
                  <a:moveTo>
                    <a:pt x="154723" y="271591"/>
                  </a:moveTo>
                  <a:cubicBezTo>
                    <a:pt x="154723" y="276235"/>
                    <a:pt x="158455" y="279999"/>
                    <a:pt x="163056" y="279999"/>
                  </a:cubicBezTo>
                  <a:cubicBezTo>
                    <a:pt x="167658" y="279999"/>
                    <a:pt x="171389" y="276235"/>
                    <a:pt x="171389" y="271591"/>
                  </a:cubicBezTo>
                  <a:cubicBezTo>
                    <a:pt x="171389" y="266946"/>
                    <a:pt x="167658" y="263182"/>
                    <a:pt x="163056" y="263182"/>
                  </a:cubicBezTo>
                  <a:cubicBezTo>
                    <a:pt x="158455" y="263182"/>
                    <a:pt x="154723" y="266946"/>
                    <a:pt x="154723" y="271591"/>
                  </a:cubicBezTo>
                  <a:close/>
                  <a:moveTo>
                    <a:pt x="116041" y="271591"/>
                  </a:moveTo>
                  <a:cubicBezTo>
                    <a:pt x="116041" y="276235"/>
                    <a:pt x="119772" y="279999"/>
                    <a:pt x="124373" y="279999"/>
                  </a:cubicBezTo>
                  <a:cubicBezTo>
                    <a:pt x="128975" y="279999"/>
                    <a:pt x="132706" y="276235"/>
                    <a:pt x="132706" y="271591"/>
                  </a:cubicBezTo>
                  <a:cubicBezTo>
                    <a:pt x="132706" y="266946"/>
                    <a:pt x="128975" y="263182"/>
                    <a:pt x="124373" y="263182"/>
                  </a:cubicBezTo>
                  <a:cubicBezTo>
                    <a:pt x="119772" y="263182"/>
                    <a:pt x="116041" y="266946"/>
                    <a:pt x="116041" y="271591"/>
                  </a:cubicBezTo>
                  <a:close/>
                  <a:moveTo>
                    <a:pt x="77362" y="271591"/>
                  </a:moveTo>
                  <a:cubicBezTo>
                    <a:pt x="77362" y="276235"/>
                    <a:pt x="81093" y="279999"/>
                    <a:pt x="85694" y="279999"/>
                  </a:cubicBezTo>
                  <a:cubicBezTo>
                    <a:pt x="90296" y="279999"/>
                    <a:pt x="94027" y="276235"/>
                    <a:pt x="94027" y="271591"/>
                  </a:cubicBezTo>
                  <a:cubicBezTo>
                    <a:pt x="94027" y="266946"/>
                    <a:pt x="90296" y="263182"/>
                    <a:pt x="85694" y="263182"/>
                  </a:cubicBezTo>
                  <a:cubicBezTo>
                    <a:pt x="81093" y="263182"/>
                    <a:pt x="77362" y="266946"/>
                    <a:pt x="77362" y="271591"/>
                  </a:cubicBezTo>
                  <a:close/>
                  <a:moveTo>
                    <a:pt x="38679" y="271591"/>
                  </a:moveTo>
                  <a:cubicBezTo>
                    <a:pt x="38679" y="276235"/>
                    <a:pt x="42410" y="279999"/>
                    <a:pt x="47012" y="279999"/>
                  </a:cubicBezTo>
                  <a:cubicBezTo>
                    <a:pt x="51613" y="279999"/>
                    <a:pt x="55344" y="276235"/>
                    <a:pt x="55344" y="271591"/>
                  </a:cubicBezTo>
                  <a:cubicBezTo>
                    <a:pt x="55344" y="266946"/>
                    <a:pt x="51613" y="263182"/>
                    <a:pt x="47012" y="263182"/>
                  </a:cubicBezTo>
                  <a:cubicBezTo>
                    <a:pt x="42410" y="263182"/>
                    <a:pt x="38679" y="266946"/>
                    <a:pt x="38679" y="271591"/>
                  </a:cubicBezTo>
                  <a:close/>
                  <a:moveTo>
                    <a:pt x="0" y="271591"/>
                  </a:moveTo>
                  <a:cubicBezTo>
                    <a:pt x="0" y="276235"/>
                    <a:pt x="3731" y="279999"/>
                    <a:pt x="8333" y="279999"/>
                  </a:cubicBezTo>
                  <a:cubicBezTo>
                    <a:pt x="12934" y="279999"/>
                    <a:pt x="16665" y="276235"/>
                    <a:pt x="16665" y="271591"/>
                  </a:cubicBezTo>
                  <a:cubicBezTo>
                    <a:pt x="16665" y="266946"/>
                    <a:pt x="12934" y="263182"/>
                    <a:pt x="8333" y="263182"/>
                  </a:cubicBezTo>
                  <a:cubicBezTo>
                    <a:pt x="3731" y="263182"/>
                    <a:pt x="0" y="266946"/>
                    <a:pt x="0" y="271591"/>
                  </a:cubicBezTo>
                  <a:close/>
                  <a:moveTo>
                    <a:pt x="967023" y="315619"/>
                  </a:moveTo>
                  <a:cubicBezTo>
                    <a:pt x="967023" y="320260"/>
                    <a:pt x="970754" y="324028"/>
                    <a:pt x="975356" y="324028"/>
                  </a:cubicBezTo>
                  <a:cubicBezTo>
                    <a:pt x="979957" y="324028"/>
                    <a:pt x="983689" y="320260"/>
                    <a:pt x="983689" y="315619"/>
                  </a:cubicBezTo>
                  <a:cubicBezTo>
                    <a:pt x="983689" y="310974"/>
                    <a:pt x="979957" y="307207"/>
                    <a:pt x="975356" y="307207"/>
                  </a:cubicBezTo>
                  <a:cubicBezTo>
                    <a:pt x="970754" y="307207"/>
                    <a:pt x="967023" y="310974"/>
                    <a:pt x="967023" y="315619"/>
                  </a:cubicBezTo>
                  <a:close/>
                  <a:moveTo>
                    <a:pt x="928340" y="315619"/>
                  </a:moveTo>
                  <a:cubicBezTo>
                    <a:pt x="928340" y="320260"/>
                    <a:pt x="932072" y="324028"/>
                    <a:pt x="936673" y="324028"/>
                  </a:cubicBezTo>
                  <a:cubicBezTo>
                    <a:pt x="941278" y="324028"/>
                    <a:pt x="945006" y="320260"/>
                    <a:pt x="945006" y="315619"/>
                  </a:cubicBezTo>
                  <a:cubicBezTo>
                    <a:pt x="945006" y="310974"/>
                    <a:pt x="941278" y="307207"/>
                    <a:pt x="936673" y="307207"/>
                  </a:cubicBezTo>
                  <a:cubicBezTo>
                    <a:pt x="932072" y="307207"/>
                    <a:pt x="928340" y="310974"/>
                    <a:pt x="928340" y="315619"/>
                  </a:cubicBezTo>
                  <a:close/>
                  <a:moveTo>
                    <a:pt x="889662" y="315619"/>
                  </a:moveTo>
                  <a:cubicBezTo>
                    <a:pt x="889662" y="320260"/>
                    <a:pt x="893393" y="324028"/>
                    <a:pt x="897994" y="324028"/>
                  </a:cubicBezTo>
                  <a:cubicBezTo>
                    <a:pt x="902596" y="324028"/>
                    <a:pt x="906327" y="320260"/>
                    <a:pt x="906327" y="315619"/>
                  </a:cubicBezTo>
                  <a:cubicBezTo>
                    <a:pt x="906327" y="310974"/>
                    <a:pt x="902596" y="307207"/>
                    <a:pt x="897994" y="307207"/>
                  </a:cubicBezTo>
                  <a:cubicBezTo>
                    <a:pt x="893393" y="307207"/>
                    <a:pt x="889662" y="310974"/>
                    <a:pt x="889662" y="315619"/>
                  </a:cubicBezTo>
                  <a:close/>
                  <a:moveTo>
                    <a:pt x="850979" y="315619"/>
                  </a:moveTo>
                  <a:cubicBezTo>
                    <a:pt x="850979" y="320260"/>
                    <a:pt x="854710" y="324028"/>
                    <a:pt x="859311" y="324028"/>
                  </a:cubicBezTo>
                  <a:cubicBezTo>
                    <a:pt x="863917" y="324028"/>
                    <a:pt x="867644" y="320260"/>
                    <a:pt x="867644" y="315619"/>
                  </a:cubicBezTo>
                  <a:cubicBezTo>
                    <a:pt x="867644" y="310974"/>
                    <a:pt x="863917" y="307207"/>
                    <a:pt x="859311" y="307207"/>
                  </a:cubicBezTo>
                  <a:cubicBezTo>
                    <a:pt x="854710" y="307207"/>
                    <a:pt x="850979" y="310974"/>
                    <a:pt x="850979" y="315619"/>
                  </a:cubicBezTo>
                  <a:close/>
                  <a:moveTo>
                    <a:pt x="812300" y="315619"/>
                  </a:moveTo>
                  <a:cubicBezTo>
                    <a:pt x="812300" y="320260"/>
                    <a:pt x="816031" y="324028"/>
                    <a:pt x="820633" y="324028"/>
                  </a:cubicBezTo>
                  <a:cubicBezTo>
                    <a:pt x="825234" y="324028"/>
                    <a:pt x="828965" y="320260"/>
                    <a:pt x="828965" y="315619"/>
                  </a:cubicBezTo>
                  <a:cubicBezTo>
                    <a:pt x="828965" y="310974"/>
                    <a:pt x="825234" y="307207"/>
                    <a:pt x="820633" y="307207"/>
                  </a:cubicBezTo>
                  <a:cubicBezTo>
                    <a:pt x="816031" y="307207"/>
                    <a:pt x="812300" y="310974"/>
                    <a:pt x="812300" y="315619"/>
                  </a:cubicBezTo>
                  <a:close/>
                  <a:moveTo>
                    <a:pt x="773617" y="315619"/>
                  </a:moveTo>
                  <a:cubicBezTo>
                    <a:pt x="773617" y="320260"/>
                    <a:pt x="777348" y="324028"/>
                    <a:pt x="781950" y="324028"/>
                  </a:cubicBezTo>
                  <a:cubicBezTo>
                    <a:pt x="786555" y="324028"/>
                    <a:pt x="790282" y="320260"/>
                    <a:pt x="790282" y="315619"/>
                  </a:cubicBezTo>
                  <a:cubicBezTo>
                    <a:pt x="790282" y="310974"/>
                    <a:pt x="786555" y="307207"/>
                    <a:pt x="781950" y="307207"/>
                  </a:cubicBezTo>
                  <a:cubicBezTo>
                    <a:pt x="777348" y="307207"/>
                    <a:pt x="773617" y="310974"/>
                    <a:pt x="773617" y="315619"/>
                  </a:cubicBezTo>
                  <a:close/>
                  <a:moveTo>
                    <a:pt x="734938" y="315619"/>
                  </a:moveTo>
                  <a:cubicBezTo>
                    <a:pt x="734938" y="320260"/>
                    <a:pt x="738669" y="324028"/>
                    <a:pt x="743271" y="324028"/>
                  </a:cubicBezTo>
                  <a:cubicBezTo>
                    <a:pt x="747872" y="324028"/>
                    <a:pt x="751603" y="320260"/>
                    <a:pt x="751603" y="315619"/>
                  </a:cubicBezTo>
                  <a:cubicBezTo>
                    <a:pt x="751603" y="310974"/>
                    <a:pt x="747872" y="307207"/>
                    <a:pt x="743271" y="307207"/>
                  </a:cubicBezTo>
                  <a:cubicBezTo>
                    <a:pt x="738669" y="307207"/>
                    <a:pt x="734938" y="310974"/>
                    <a:pt x="734938" y="315619"/>
                  </a:cubicBezTo>
                  <a:close/>
                  <a:moveTo>
                    <a:pt x="696255" y="315619"/>
                  </a:moveTo>
                  <a:cubicBezTo>
                    <a:pt x="696255" y="320260"/>
                    <a:pt x="699987" y="324028"/>
                    <a:pt x="704588" y="324028"/>
                  </a:cubicBezTo>
                  <a:cubicBezTo>
                    <a:pt x="709190" y="324028"/>
                    <a:pt x="712921" y="320260"/>
                    <a:pt x="712921" y="315619"/>
                  </a:cubicBezTo>
                  <a:cubicBezTo>
                    <a:pt x="712921" y="310974"/>
                    <a:pt x="709190" y="307207"/>
                    <a:pt x="704588" y="307207"/>
                  </a:cubicBezTo>
                  <a:cubicBezTo>
                    <a:pt x="699987" y="307207"/>
                    <a:pt x="696255" y="310974"/>
                    <a:pt x="696255" y="315619"/>
                  </a:cubicBezTo>
                  <a:close/>
                  <a:moveTo>
                    <a:pt x="657576" y="315619"/>
                  </a:moveTo>
                  <a:cubicBezTo>
                    <a:pt x="657576" y="320260"/>
                    <a:pt x="661308" y="324028"/>
                    <a:pt x="665909" y="324028"/>
                  </a:cubicBezTo>
                  <a:cubicBezTo>
                    <a:pt x="670510" y="324028"/>
                    <a:pt x="674242" y="320260"/>
                    <a:pt x="674242" y="315619"/>
                  </a:cubicBezTo>
                  <a:cubicBezTo>
                    <a:pt x="674242" y="310974"/>
                    <a:pt x="670510" y="307207"/>
                    <a:pt x="665909" y="307207"/>
                  </a:cubicBezTo>
                  <a:cubicBezTo>
                    <a:pt x="661308" y="307207"/>
                    <a:pt x="657576" y="310974"/>
                    <a:pt x="657576" y="315619"/>
                  </a:cubicBezTo>
                  <a:close/>
                  <a:moveTo>
                    <a:pt x="618894" y="315619"/>
                  </a:moveTo>
                  <a:cubicBezTo>
                    <a:pt x="618894" y="320260"/>
                    <a:pt x="622625" y="324028"/>
                    <a:pt x="627226" y="324028"/>
                  </a:cubicBezTo>
                  <a:cubicBezTo>
                    <a:pt x="631828" y="324028"/>
                    <a:pt x="635559" y="320260"/>
                    <a:pt x="635559" y="315619"/>
                  </a:cubicBezTo>
                  <a:cubicBezTo>
                    <a:pt x="635559" y="310974"/>
                    <a:pt x="631828" y="307207"/>
                    <a:pt x="627226" y="307207"/>
                  </a:cubicBezTo>
                  <a:cubicBezTo>
                    <a:pt x="622625" y="307207"/>
                    <a:pt x="618894" y="310974"/>
                    <a:pt x="618894" y="315619"/>
                  </a:cubicBezTo>
                  <a:close/>
                  <a:moveTo>
                    <a:pt x="580215" y="315619"/>
                  </a:moveTo>
                  <a:cubicBezTo>
                    <a:pt x="580215" y="320260"/>
                    <a:pt x="583946" y="324028"/>
                    <a:pt x="588547" y="324028"/>
                  </a:cubicBezTo>
                  <a:cubicBezTo>
                    <a:pt x="593149" y="324028"/>
                    <a:pt x="596880" y="320260"/>
                    <a:pt x="596880" y="315619"/>
                  </a:cubicBezTo>
                  <a:cubicBezTo>
                    <a:pt x="596880" y="310974"/>
                    <a:pt x="593149" y="307207"/>
                    <a:pt x="588547" y="307207"/>
                  </a:cubicBezTo>
                  <a:cubicBezTo>
                    <a:pt x="583946" y="307207"/>
                    <a:pt x="580215" y="310974"/>
                    <a:pt x="580215" y="315619"/>
                  </a:cubicBezTo>
                  <a:close/>
                  <a:moveTo>
                    <a:pt x="541532" y="315619"/>
                  </a:moveTo>
                  <a:cubicBezTo>
                    <a:pt x="541532" y="320260"/>
                    <a:pt x="545263" y="324028"/>
                    <a:pt x="549865" y="324028"/>
                  </a:cubicBezTo>
                  <a:cubicBezTo>
                    <a:pt x="554466" y="324028"/>
                    <a:pt x="558197" y="320260"/>
                    <a:pt x="558197" y="315619"/>
                  </a:cubicBezTo>
                  <a:cubicBezTo>
                    <a:pt x="558197" y="310974"/>
                    <a:pt x="554466" y="307207"/>
                    <a:pt x="549865" y="307207"/>
                  </a:cubicBezTo>
                  <a:cubicBezTo>
                    <a:pt x="545263" y="307207"/>
                    <a:pt x="541532" y="310974"/>
                    <a:pt x="541532" y="315619"/>
                  </a:cubicBezTo>
                  <a:close/>
                  <a:moveTo>
                    <a:pt x="502853" y="315619"/>
                  </a:moveTo>
                  <a:cubicBezTo>
                    <a:pt x="502853" y="320260"/>
                    <a:pt x="506580" y="324028"/>
                    <a:pt x="511186" y="324028"/>
                  </a:cubicBezTo>
                  <a:cubicBezTo>
                    <a:pt x="515787" y="324028"/>
                    <a:pt x="519518" y="320260"/>
                    <a:pt x="519518" y="315619"/>
                  </a:cubicBezTo>
                  <a:cubicBezTo>
                    <a:pt x="519518" y="310974"/>
                    <a:pt x="515787" y="307207"/>
                    <a:pt x="511186" y="307207"/>
                  </a:cubicBezTo>
                  <a:cubicBezTo>
                    <a:pt x="506580" y="307207"/>
                    <a:pt x="502853" y="310974"/>
                    <a:pt x="502853" y="315619"/>
                  </a:cubicBezTo>
                  <a:close/>
                  <a:moveTo>
                    <a:pt x="464170" y="315619"/>
                  </a:moveTo>
                  <a:cubicBezTo>
                    <a:pt x="464170" y="320260"/>
                    <a:pt x="467902" y="324028"/>
                    <a:pt x="472503" y="324028"/>
                  </a:cubicBezTo>
                  <a:cubicBezTo>
                    <a:pt x="477104" y="324028"/>
                    <a:pt x="480836" y="320260"/>
                    <a:pt x="480836" y="315619"/>
                  </a:cubicBezTo>
                  <a:cubicBezTo>
                    <a:pt x="480836" y="310974"/>
                    <a:pt x="477104" y="307207"/>
                    <a:pt x="472503" y="307207"/>
                  </a:cubicBezTo>
                  <a:cubicBezTo>
                    <a:pt x="467902" y="307207"/>
                    <a:pt x="464170" y="310974"/>
                    <a:pt x="464170" y="315619"/>
                  </a:cubicBezTo>
                  <a:close/>
                  <a:moveTo>
                    <a:pt x="425491" y="315619"/>
                  </a:moveTo>
                  <a:cubicBezTo>
                    <a:pt x="425491" y="320260"/>
                    <a:pt x="429219" y="324028"/>
                    <a:pt x="433824" y="324028"/>
                  </a:cubicBezTo>
                  <a:cubicBezTo>
                    <a:pt x="438425" y="324028"/>
                    <a:pt x="442157" y="320260"/>
                    <a:pt x="442157" y="315619"/>
                  </a:cubicBezTo>
                  <a:cubicBezTo>
                    <a:pt x="442157" y="310974"/>
                    <a:pt x="438425" y="307207"/>
                    <a:pt x="433824" y="307207"/>
                  </a:cubicBezTo>
                  <a:cubicBezTo>
                    <a:pt x="429219" y="307207"/>
                    <a:pt x="425491" y="310974"/>
                    <a:pt x="425491" y="315619"/>
                  </a:cubicBezTo>
                  <a:close/>
                  <a:moveTo>
                    <a:pt x="386809" y="315619"/>
                  </a:moveTo>
                  <a:cubicBezTo>
                    <a:pt x="386809" y="320260"/>
                    <a:pt x="390540" y="324028"/>
                    <a:pt x="395141" y="324028"/>
                  </a:cubicBezTo>
                  <a:cubicBezTo>
                    <a:pt x="399743" y="324028"/>
                    <a:pt x="403474" y="320260"/>
                    <a:pt x="403474" y="315619"/>
                  </a:cubicBezTo>
                  <a:cubicBezTo>
                    <a:pt x="403474" y="310974"/>
                    <a:pt x="399743" y="307207"/>
                    <a:pt x="395141" y="307207"/>
                  </a:cubicBezTo>
                  <a:cubicBezTo>
                    <a:pt x="390540" y="307207"/>
                    <a:pt x="386809" y="310974"/>
                    <a:pt x="386809" y="315619"/>
                  </a:cubicBezTo>
                  <a:close/>
                  <a:moveTo>
                    <a:pt x="348126" y="315619"/>
                  </a:moveTo>
                  <a:cubicBezTo>
                    <a:pt x="348126" y="320260"/>
                    <a:pt x="351857" y="324028"/>
                    <a:pt x="356458" y="324028"/>
                  </a:cubicBezTo>
                  <a:cubicBezTo>
                    <a:pt x="361064" y="324028"/>
                    <a:pt x="364791" y="320260"/>
                    <a:pt x="364791" y="315619"/>
                  </a:cubicBezTo>
                  <a:cubicBezTo>
                    <a:pt x="364791" y="310974"/>
                    <a:pt x="361064" y="307207"/>
                    <a:pt x="356458" y="307207"/>
                  </a:cubicBezTo>
                  <a:cubicBezTo>
                    <a:pt x="351857" y="307207"/>
                    <a:pt x="348126" y="310974"/>
                    <a:pt x="348126" y="315619"/>
                  </a:cubicBezTo>
                  <a:close/>
                  <a:moveTo>
                    <a:pt x="309447" y="315619"/>
                  </a:moveTo>
                  <a:cubicBezTo>
                    <a:pt x="309447" y="320260"/>
                    <a:pt x="313178" y="324028"/>
                    <a:pt x="317780" y="324028"/>
                  </a:cubicBezTo>
                  <a:cubicBezTo>
                    <a:pt x="322381" y="324028"/>
                    <a:pt x="326112" y="320260"/>
                    <a:pt x="326112" y="315619"/>
                  </a:cubicBezTo>
                  <a:cubicBezTo>
                    <a:pt x="326112" y="310974"/>
                    <a:pt x="322381" y="307207"/>
                    <a:pt x="317780" y="307207"/>
                  </a:cubicBezTo>
                  <a:cubicBezTo>
                    <a:pt x="313178" y="307207"/>
                    <a:pt x="309447" y="310974"/>
                    <a:pt x="309447" y="315619"/>
                  </a:cubicBezTo>
                  <a:close/>
                  <a:moveTo>
                    <a:pt x="270764" y="315619"/>
                  </a:moveTo>
                  <a:cubicBezTo>
                    <a:pt x="270764" y="320260"/>
                    <a:pt x="274495" y="324028"/>
                    <a:pt x="279097" y="324028"/>
                  </a:cubicBezTo>
                  <a:cubicBezTo>
                    <a:pt x="283702" y="324028"/>
                    <a:pt x="287429" y="320260"/>
                    <a:pt x="287429" y="315619"/>
                  </a:cubicBezTo>
                  <a:cubicBezTo>
                    <a:pt x="287429" y="310974"/>
                    <a:pt x="283702" y="307207"/>
                    <a:pt x="279097" y="307207"/>
                  </a:cubicBezTo>
                  <a:cubicBezTo>
                    <a:pt x="274495" y="307207"/>
                    <a:pt x="270764" y="310974"/>
                    <a:pt x="270764" y="315619"/>
                  </a:cubicBezTo>
                  <a:close/>
                  <a:moveTo>
                    <a:pt x="232085" y="315619"/>
                  </a:moveTo>
                  <a:cubicBezTo>
                    <a:pt x="232085" y="320260"/>
                    <a:pt x="235816" y="324028"/>
                    <a:pt x="240418" y="324028"/>
                  </a:cubicBezTo>
                  <a:cubicBezTo>
                    <a:pt x="245019" y="324028"/>
                    <a:pt x="248750" y="320260"/>
                    <a:pt x="248750" y="315619"/>
                  </a:cubicBezTo>
                  <a:cubicBezTo>
                    <a:pt x="248750" y="310974"/>
                    <a:pt x="245019" y="307207"/>
                    <a:pt x="240418" y="307207"/>
                  </a:cubicBezTo>
                  <a:cubicBezTo>
                    <a:pt x="235816" y="307207"/>
                    <a:pt x="232085" y="310974"/>
                    <a:pt x="232085" y="315619"/>
                  </a:cubicBezTo>
                  <a:close/>
                  <a:moveTo>
                    <a:pt x="193402" y="315619"/>
                  </a:moveTo>
                  <a:cubicBezTo>
                    <a:pt x="193402" y="320260"/>
                    <a:pt x="197134" y="324028"/>
                    <a:pt x="201735" y="324028"/>
                  </a:cubicBezTo>
                  <a:cubicBezTo>
                    <a:pt x="206340" y="324028"/>
                    <a:pt x="210068" y="320260"/>
                    <a:pt x="210068" y="315619"/>
                  </a:cubicBezTo>
                  <a:cubicBezTo>
                    <a:pt x="210068" y="310974"/>
                    <a:pt x="206340" y="307207"/>
                    <a:pt x="201735" y="307207"/>
                  </a:cubicBezTo>
                  <a:cubicBezTo>
                    <a:pt x="197134" y="307207"/>
                    <a:pt x="193402" y="310974"/>
                    <a:pt x="193402" y="315619"/>
                  </a:cubicBezTo>
                  <a:close/>
                  <a:moveTo>
                    <a:pt x="154723" y="315619"/>
                  </a:moveTo>
                  <a:cubicBezTo>
                    <a:pt x="154723" y="320260"/>
                    <a:pt x="158455" y="324028"/>
                    <a:pt x="163056" y="324028"/>
                  </a:cubicBezTo>
                  <a:cubicBezTo>
                    <a:pt x="167658" y="324028"/>
                    <a:pt x="171389" y="320260"/>
                    <a:pt x="171389" y="315619"/>
                  </a:cubicBezTo>
                  <a:cubicBezTo>
                    <a:pt x="171389" y="310974"/>
                    <a:pt x="167658" y="307207"/>
                    <a:pt x="163056" y="307207"/>
                  </a:cubicBezTo>
                  <a:cubicBezTo>
                    <a:pt x="158455" y="307207"/>
                    <a:pt x="154723" y="310974"/>
                    <a:pt x="154723" y="315619"/>
                  </a:cubicBezTo>
                  <a:close/>
                  <a:moveTo>
                    <a:pt x="116041" y="315619"/>
                  </a:moveTo>
                  <a:cubicBezTo>
                    <a:pt x="116041" y="320260"/>
                    <a:pt x="119772" y="324028"/>
                    <a:pt x="124373" y="324028"/>
                  </a:cubicBezTo>
                  <a:cubicBezTo>
                    <a:pt x="128975" y="324028"/>
                    <a:pt x="132706" y="320260"/>
                    <a:pt x="132706" y="315619"/>
                  </a:cubicBezTo>
                  <a:cubicBezTo>
                    <a:pt x="132706" y="310974"/>
                    <a:pt x="128975" y="307207"/>
                    <a:pt x="124373" y="307207"/>
                  </a:cubicBezTo>
                  <a:cubicBezTo>
                    <a:pt x="119772" y="307207"/>
                    <a:pt x="116041" y="310974"/>
                    <a:pt x="116041" y="315619"/>
                  </a:cubicBezTo>
                  <a:close/>
                  <a:moveTo>
                    <a:pt x="77362" y="315619"/>
                  </a:moveTo>
                  <a:cubicBezTo>
                    <a:pt x="77362" y="320260"/>
                    <a:pt x="81093" y="324028"/>
                    <a:pt x="85694" y="324028"/>
                  </a:cubicBezTo>
                  <a:cubicBezTo>
                    <a:pt x="90296" y="324028"/>
                    <a:pt x="94027" y="320260"/>
                    <a:pt x="94027" y="315619"/>
                  </a:cubicBezTo>
                  <a:cubicBezTo>
                    <a:pt x="94027" y="310974"/>
                    <a:pt x="90296" y="307207"/>
                    <a:pt x="85694" y="307207"/>
                  </a:cubicBezTo>
                  <a:cubicBezTo>
                    <a:pt x="81093" y="307207"/>
                    <a:pt x="77362" y="310974"/>
                    <a:pt x="77362" y="315619"/>
                  </a:cubicBezTo>
                  <a:close/>
                  <a:moveTo>
                    <a:pt x="38679" y="315619"/>
                  </a:moveTo>
                  <a:cubicBezTo>
                    <a:pt x="38679" y="320260"/>
                    <a:pt x="42410" y="324028"/>
                    <a:pt x="47012" y="324028"/>
                  </a:cubicBezTo>
                  <a:cubicBezTo>
                    <a:pt x="51613" y="324028"/>
                    <a:pt x="55344" y="320260"/>
                    <a:pt x="55344" y="315619"/>
                  </a:cubicBezTo>
                  <a:cubicBezTo>
                    <a:pt x="55344" y="310974"/>
                    <a:pt x="51613" y="307207"/>
                    <a:pt x="47012" y="307207"/>
                  </a:cubicBezTo>
                  <a:cubicBezTo>
                    <a:pt x="42410" y="307207"/>
                    <a:pt x="38679" y="310974"/>
                    <a:pt x="38679" y="315619"/>
                  </a:cubicBezTo>
                  <a:close/>
                  <a:moveTo>
                    <a:pt x="0" y="315619"/>
                  </a:moveTo>
                  <a:cubicBezTo>
                    <a:pt x="0" y="320260"/>
                    <a:pt x="3731" y="324028"/>
                    <a:pt x="8333" y="324028"/>
                  </a:cubicBezTo>
                  <a:cubicBezTo>
                    <a:pt x="12934" y="324028"/>
                    <a:pt x="16665" y="320260"/>
                    <a:pt x="16665" y="315619"/>
                  </a:cubicBezTo>
                  <a:cubicBezTo>
                    <a:pt x="16665" y="310974"/>
                    <a:pt x="12934" y="307207"/>
                    <a:pt x="8333" y="307207"/>
                  </a:cubicBezTo>
                  <a:cubicBezTo>
                    <a:pt x="3731" y="307207"/>
                    <a:pt x="0" y="310974"/>
                    <a:pt x="0" y="315619"/>
                  </a:cubicBezTo>
                  <a:close/>
                  <a:moveTo>
                    <a:pt x="967023" y="359644"/>
                  </a:moveTo>
                  <a:cubicBezTo>
                    <a:pt x="967023" y="364289"/>
                    <a:pt x="970754" y="368052"/>
                    <a:pt x="975356" y="368052"/>
                  </a:cubicBezTo>
                  <a:cubicBezTo>
                    <a:pt x="979957" y="368052"/>
                    <a:pt x="983689" y="364289"/>
                    <a:pt x="983689" y="359644"/>
                  </a:cubicBezTo>
                  <a:cubicBezTo>
                    <a:pt x="983689" y="354999"/>
                    <a:pt x="979957" y="351235"/>
                    <a:pt x="975356" y="351235"/>
                  </a:cubicBezTo>
                  <a:cubicBezTo>
                    <a:pt x="970754" y="351235"/>
                    <a:pt x="967023" y="354999"/>
                    <a:pt x="967023" y="359644"/>
                  </a:cubicBezTo>
                  <a:close/>
                  <a:moveTo>
                    <a:pt x="928340" y="359644"/>
                  </a:moveTo>
                  <a:cubicBezTo>
                    <a:pt x="928340" y="364289"/>
                    <a:pt x="932072" y="368052"/>
                    <a:pt x="936673" y="368052"/>
                  </a:cubicBezTo>
                  <a:cubicBezTo>
                    <a:pt x="941278" y="368052"/>
                    <a:pt x="945006" y="364289"/>
                    <a:pt x="945006" y="359644"/>
                  </a:cubicBezTo>
                  <a:cubicBezTo>
                    <a:pt x="945006" y="354999"/>
                    <a:pt x="941278" y="351235"/>
                    <a:pt x="936673" y="351235"/>
                  </a:cubicBezTo>
                  <a:cubicBezTo>
                    <a:pt x="932072" y="351235"/>
                    <a:pt x="928340" y="354999"/>
                    <a:pt x="928340" y="359644"/>
                  </a:cubicBezTo>
                  <a:close/>
                  <a:moveTo>
                    <a:pt x="889662" y="359644"/>
                  </a:moveTo>
                  <a:cubicBezTo>
                    <a:pt x="889662" y="364289"/>
                    <a:pt x="893393" y="368052"/>
                    <a:pt x="897994" y="368052"/>
                  </a:cubicBezTo>
                  <a:cubicBezTo>
                    <a:pt x="902596" y="368052"/>
                    <a:pt x="906327" y="364289"/>
                    <a:pt x="906327" y="359644"/>
                  </a:cubicBezTo>
                  <a:cubicBezTo>
                    <a:pt x="906327" y="354999"/>
                    <a:pt x="902596" y="351235"/>
                    <a:pt x="897994" y="351235"/>
                  </a:cubicBezTo>
                  <a:cubicBezTo>
                    <a:pt x="893393" y="351235"/>
                    <a:pt x="889662" y="354999"/>
                    <a:pt x="889662" y="359644"/>
                  </a:cubicBezTo>
                  <a:close/>
                  <a:moveTo>
                    <a:pt x="850979" y="359644"/>
                  </a:moveTo>
                  <a:cubicBezTo>
                    <a:pt x="850979" y="364289"/>
                    <a:pt x="854710" y="368052"/>
                    <a:pt x="859311" y="368052"/>
                  </a:cubicBezTo>
                  <a:cubicBezTo>
                    <a:pt x="863917" y="368052"/>
                    <a:pt x="867644" y="364289"/>
                    <a:pt x="867644" y="359644"/>
                  </a:cubicBezTo>
                  <a:cubicBezTo>
                    <a:pt x="867644" y="354999"/>
                    <a:pt x="863917" y="351235"/>
                    <a:pt x="859311" y="351235"/>
                  </a:cubicBezTo>
                  <a:cubicBezTo>
                    <a:pt x="854710" y="351235"/>
                    <a:pt x="850979" y="354999"/>
                    <a:pt x="850979" y="359644"/>
                  </a:cubicBezTo>
                  <a:close/>
                  <a:moveTo>
                    <a:pt x="812300" y="359644"/>
                  </a:moveTo>
                  <a:cubicBezTo>
                    <a:pt x="812300" y="364289"/>
                    <a:pt x="816031" y="368052"/>
                    <a:pt x="820633" y="368052"/>
                  </a:cubicBezTo>
                  <a:cubicBezTo>
                    <a:pt x="825234" y="368052"/>
                    <a:pt x="828965" y="364289"/>
                    <a:pt x="828965" y="359644"/>
                  </a:cubicBezTo>
                  <a:cubicBezTo>
                    <a:pt x="828965" y="354999"/>
                    <a:pt x="825234" y="351235"/>
                    <a:pt x="820633" y="351235"/>
                  </a:cubicBezTo>
                  <a:cubicBezTo>
                    <a:pt x="816031" y="351235"/>
                    <a:pt x="812300" y="354999"/>
                    <a:pt x="812300" y="359644"/>
                  </a:cubicBezTo>
                  <a:close/>
                  <a:moveTo>
                    <a:pt x="773617" y="359644"/>
                  </a:moveTo>
                  <a:cubicBezTo>
                    <a:pt x="773617" y="364289"/>
                    <a:pt x="777348" y="368052"/>
                    <a:pt x="781950" y="368052"/>
                  </a:cubicBezTo>
                  <a:cubicBezTo>
                    <a:pt x="786555" y="368052"/>
                    <a:pt x="790282" y="364289"/>
                    <a:pt x="790282" y="359644"/>
                  </a:cubicBezTo>
                  <a:cubicBezTo>
                    <a:pt x="790282" y="354999"/>
                    <a:pt x="786555" y="351235"/>
                    <a:pt x="781950" y="351235"/>
                  </a:cubicBezTo>
                  <a:cubicBezTo>
                    <a:pt x="777348" y="351235"/>
                    <a:pt x="773617" y="354999"/>
                    <a:pt x="773617" y="359644"/>
                  </a:cubicBezTo>
                  <a:close/>
                  <a:moveTo>
                    <a:pt x="734938" y="359644"/>
                  </a:moveTo>
                  <a:cubicBezTo>
                    <a:pt x="734938" y="364289"/>
                    <a:pt x="738669" y="368052"/>
                    <a:pt x="743271" y="368052"/>
                  </a:cubicBezTo>
                  <a:cubicBezTo>
                    <a:pt x="747872" y="368052"/>
                    <a:pt x="751603" y="364289"/>
                    <a:pt x="751603" y="359644"/>
                  </a:cubicBezTo>
                  <a:cubicBezTo>
                    <a:pt x="751603" y="354999"/>
                    <a:pt x="747872" y="351235"/>
                    <a:pt x="743271" y="351235"/>
                  </a:cubicBezTo>
                  <a:cubicBezTo>
                    <a:pt x="738669" y="351235"/>
                    <a:pt x="734938" y="354999"/>
                    <a:pt x="734938" y="359644"/>
                  </a:cubicBezTo>
                  <a:close/>
                  <a:moveTo>
                    <a:pt x="696255" y="359644"/>
                  </a:moveTo>
                  <a:cubicBezTo>
                    <a:pt x="696255" y="364289"/>
                    <a:pt x="699987" y="368052"/>
                    <a:pt x="704588" y="368052"/>
                  </a:cubicBezTo>
                  <a:cubicBezTo>
                    <a:pt x="709190" y="368052"/>
                    <a:pt x="712921" y="364289"/>
                    <a:pt x="712921" y="359644"/>
                  </a:cubicBezTo>
                  <a:cubicBezTo>
                    <a:pt x="712921" y="354999"/>
                    <a:pt x="709190" y="351235"/>
                    <a:pt x="704588" y="351235"/>
                  </a:cubicBezTo>
                  <a:cubicBezTo>
                    <a:pt x="699987" y="351235"/>
                    <a:pt x="696255" y="354999"/>
                    <a:pt x="696255" y="359644"/>
                  </a:cubicBezTo>
                  <a:close/>
                  <a:moveTo>
                    <a:pt x="657576" y="359644"/>
                  </a:moveTo>
                  <a:cubicBezTo>
                    <a:pt x="657576" y="364289"/>
                    <a:pt x="661308" y="368052"/>
                    <a:pt x="665909" y="368052"/>
                  </a:cubicBezTo>
                  <a:cubicBezTo>
                    <a:pt x="670510" y="368052"/>
                    <a:pt x="674242" y="364289"/>
                    <a:pt x="674242" y="359644"/>
                  </a:cubicBezTo>
                  <a:cubicBezTo>
                    <a:pt x="674242" y="354999"/>
                    <a:pt x="670510" y="351235"/>
                    <a:pt x="665909" y="351235"/>
                  </a:cubicBezTo>
                  <a:cubicBezTo>
                    <a:pt x="661308" y="351235"/>
                    <a:pt x="657576" y="354999"/>
                    <a:pt x="657576" y="359644"/>
                  </a:cubicBezTo>
                  <a:close/>
                  <a:moveTo>
                    <a:pt x="618894" y="359644"/>
                  </a:moveTo>
                  <a:cubicBezTo>
                    <a:pt x="618894" y="364289"/>
                    <a:pt x="622625" y="368052"/>
                    <a:pt x="627226" y="368052"/>
                  </a:cubicBezTo>
                  <a:cubicBezTo>
                    <a:pt x="631828" y="368052"/>
                    <a:pt x="635559" y="364289"/>
                    <a:pt x="635559" y="359644"/>
                  </a:cubicBezTo>
                  <a:cubicBezTo>
                    <a:pt x="635559" y="354999"/>
                    <a:pt x="631828" y="351235"/>
                    <a:pt x="627226" y="351235"/>
                  </a:cubicBezTo>
                  <a:cubicBezTo>
                    <a:pt x="622625" y="351235"/>
                    <a:pt x="618894" y="354999"/>
                    <a:pt x="618894" y="359644"/>
                  </a:cubicBezTo>
                  <a:close/>
                  <a:moveTo>
                    <a:pt x="580215" y="359644"/>
                  </a:moveTo>
                  <a:cubicBezTo>
                    <a:pt x="580215" y="364289"/>
                    <a:pt x="583946" y="368052"/>
                    <a:pt x="588547" y="368052"/>
                  </a:cubicBezTo>
                  <a:cubicBezTo>
                    <a:pt x="593149" y="368052"/>
                    <a:pt x="596880" y="364289"/>
                    <a:pt x="596880" y="359644"/>
                  </a:cubicBezTo>
                  <a:cubicBezTo>
                    <a:pt x="596880" y="354999"/>
                    <a:pt x="593149" y="351235"/>
                    <a:pt x="588547" y="351235"/>
                  </a:cubicBezTo>
                  <a:cubicBezTo>
                    <a:pt x="583946" y="351235"/>
                    <a:pt x="580215" y="354999"/>
                    <a:pt x="580215" y="359644"/>
                  </a:cubicBezTo>
                  <a:close/>
                  <a:moveTo>
                    <a:pt x="541532" y="359644"/>
                  </a:moveTo>
                  <a:cubicBezTo>
                    <a:pt x="541532" y="364289"/>
                    <a:pt x="545263" y="368052"/>
                    <a:pt x="549865" y="368052"/>
                  </a:cubicBezTo>
                  <a:cubicBezTo>
                    <a:pt x="554466" y="368052"/>
                    <a:pt x="558197" y="364289"/>
                    <a:pt x="558197" y="359644"/>
                  </a:cubicBezTo>
                  <a:cubicBezTo>
                    <a:pt x="558197" y="354999"/>
                    <a:pt x="554466" y="351235"/>
                    <a:pt x="549865" y="351235"/>
                  </a:cubicBezTo>
                  <a:cubicBezTo>
                    <a:pt x="545263" y="351235"/>
                    <a:pt x="541532" y="354999"/>
                    <a:pt x="541532" y="359644"/>
                  </a:cubicBezTo>
                  <a:close/>
                  <a:moveTo>
                    <a:pt x="502853" y="359644"/>
                  </a:moveTo>
                  <a:cubicBezTo>
                    <a:pt x="502853" y="364289"/>
                    <a:pt x="506580" y="368052"/>
                    <a:pt x="511186" y="368052"/>
                  </a:cubicBezTo>
                  <a:cubicBezTo>
                    <a:pt x="515787" y="368052"/>
                    <a:pt x="519518" y="364289"/>
                    <a:pt x="519518" y="359644"/>
                  </a:cubicBezTo>
                  <a:cubicBezTo>
                    <a:pt x="519518" y="354999"/>
                    <a:pt x="515787" y="351235"/>
                    <a:pt x="511186" y="351235"/>
                  </a:cubicBezTo>
                  <a:cubicBezTo>
                    <a:pt x="506580" y="351235"/>
                    <a:pt x="502853" y="354999"/>
                    <a:pt x="502853" y="359644"/>
                  </a:cubicBezTo>
                  <a:close/>
                  <a:moveTo>
                    <a:pt x="464170" y="359644"/>
                  </a:moveTo>
                  <a:cubicBezTo>
                    <a:pt x="464170" y="364289"/>
                    <a:pt x="467902" y="368052"/>
                    <a:pt x="472503" y="368052"/>
                  </a:cubicBezTo>
                  <a:cubicBezTo>
                    <a:pt x="477104" y="368052"/>
                    <a:pt x="480836" y="364289"/>
                    <a:pt x="480836" y="359644"/>
                  </a:cubicBezTo>
                  <a:cubicBezTo>
                    <a:pt x="480836" y="354999"/>
                    <a:pt x="477104" y="351235"/>
                    <a:pt x="472503" y="351235"/>
                  </a:cubicBezTo>
                  <a:cubicBezTo>
                    <a:pt x="467902" y="351235"/>
                    <a:pt x="464170" y="354999"/>
                    <a:pt x="464170" y="359644"/>
                  </a:cubicBezTo>
                  <a:close/>
                  <a:moveTo>
                    <a:pt x="425491" y="359644"/>
                  </a:moveTo>
                  <a:cubicBezTo>
                    <a:pt x="425491" y="364289"/>
                    <a:pt x="429219" y="368052"/>
                    <a:pt x="433824" y="368052"/>
                  </a:cubicBezTo>
                  <a:cubicBezTo>
                    <a:pt x="438425" y="368052"/>
                    <a:pt x="442157" y="364289"/>
                    <a:pt x="442157" y="359644"/>
                  </a:cubicBezTo>
                  <a:cubicBezTo>
                    <a:pt x="442157" y="354999"/>
                    <a:pt x="438425" y="351235"/>
                    <a:pt x="433824" y="351235"/>
                  </a:cubicBezTo>
                  <a:cubicBezTo>
                    <a:pt x="429219" y="351235"/>
                    <a:pt x="425491" y="354999"/>
                    <a:pt x="425491" y="359644"/>
                  </a:cubicBezTo>
                  <a:close/>
                  <a:moveTo>
                    <a:pt x="386809" y="359644"/>
                  </a:moveTo>
                  <a:cubicBezTo>
                    <a:pt x="386809" y="364289"/>
                    <a:pt x="390540" y="368052"/>
                    <a:pt x="395141" y="368052"/>
                  </a:cubicBezTo>
                  <a:cubicBezTo>
                    <a:pt x="399743" y="368052"/>
                    <a:pt x="403474" y="364289"/>
                    <a:pt x="403474" y="359644"/>
                  </a:cubicBezTo>
                  <a:cubicBezTo>
                    <a:pt x="403474" y="354999"/>
                    <a:pt x="399743" y="351235"/>
                    <a:pt x="395141" y="351235"/>
                  </a:cubicBezTo>
                  <a:cubicBezTo>
                    <a:pt x="390540" y="351235"/>
                    <a:pt x="386809" y="354999"/>
                    <a:pt x="386809" y="359644"/>
                  </a:cubicBezTo>
                  <a:close/>
                  <a:moveTo>
                    <a:pt x="348126" y="359644"/>
                  </a:moveTo>
                  <a:cubicBezTo>
                    <a:pt x="348126" y="364289"/>
                    <a:pt x="351857" y="368052"/>
                    <a:pt x="356458" y="368052"/>
                  </a:cubicBezTo>
                  <a:cubicBezTo>
                    <a:pt x="361064" y="368052"/>
                    <a:pt x="364791" y="364289"/>
                    <a:pt x="364791" y="359644"/>
                  </a:cubicBezTo>
                  <a:cubicBezTo>
                    <a:pt x="364791" y="354999"/>
                    <a:pt x="361064" y="351235"/>
                    <a:pt x="356458" y="351235"/>
                  </a:cubicBezTo>
                  <a:cubicBezTo>
                    <a:pt x="351857" y="351235"/>
                    <a:pt x="348126" y="354999"/>
                    <a:pt x="348126" y="359644"/>
                  </a:cubicBezTo>
                  <a:close/>
                  <a:moveTo>
                    <a:pt x="309447" y="359644"/>
                  </a:moveTo>
                  <a:cubicBezTo>
                    <a:pt x="309447" y="364289"/>
                    <a:pt x="313178" y="368052"/>
                    <a:pt x="317780" y="368052"/>
                  </a:cubicBezTo>
                  <a:cubicBezTo>
                    <a:pt x="322381" y="368052"/>
                    <a:pt x="326112" y="364289"/>
                    <a:pt x="326112" y="359644"/>
                  </a:cubicBezTo>
                  <a:cubicBezTo>
                    <a:pt x="326112" y="354999"/>
                    <a:pt x="322381" y="351235"/>
                    <a:pt x="317780" y="351235"/>
                  </a:cubicBezTo>
                  <a:cubicBezTo>
                    <a:pt x="313178" y="351235"/>
                    <a:pt x="309447" y="354999"/>
                    <a:pt x="309447" y="359644"/>
                  </a:cubicBezTo>
                  <a:close/>
                  <a:moveTo>
                    <a:pt x="270764" y="359644"/>
                  </a:moveTo>
                  <a:cubicBezTo>
                    <a:pt x="270764" y="364289"/>
                    <a:pt x="274495" y="368052"/>
                    <a:pt x="279097" y="368052"/>
                  </a:cubicBezTo>
                  <a:cubicBezTo>
                    <a:pt x="283702" y="368052"/>
                    <a:pt x="287429" y="364289"/>
                    <a:pt x="287429" y="359644"/>
                  </a:cubicBezTo>
                  <a:cubicBezTo>
                    <a:pt x="287429" y="354999"/>
                    <a:pt x="283702" y="351235"/>
                    <a:pt x="279097" y="351235"/>
                  </a:cubicBezTo>
                  <a:cubicBezTo>
                    <a:pt x="274495" y="351235"/>
                    <a:pt x="270764" y="354999"/>
                    <a:pt x="270764" y="359644"/>
                  </a:cubicBezTo>
                  <a:close/>
                  <a:moveTo>
                    <a:pt x="232085" y="359644"/>
                  </a:moveTo>
                  <a:cubicBezTo>
                    <a:pt x="232085" y="364289"/>
                    <a:pt x="235816" y="368052"/>
                    <a:pt x="240418" y="368052"/>
                  </a:cubicBezTo>
                  <a:cubicBezTo>
                    <a:pt x="245019" y="368052"/>
                    <a:pt x="248750" y="364289"/>
                    <a:pt x="248750" y="359644"/>
                  </a:cubicBezTo>
                  <a:cubicBezTo>
                    <a:pt x="248750" y="354999"/>
                    <a:pt x="245019" y="351235"/>
                    <a:pt x="240418" y="351235"/>
                  </a:cubicBezTo>
                  <a:cubicBezTo>
                    <a:pt x="235816" y="351235"/>
                    <a:pt x="232085" y="354999"/>
                    <a:pt x="232085" y="359644"/>
                  </a:cubicBezTo>
                  <a:close/>
                  <a:moveTo>
                    <a:pt x="193402" y="359644"/>
                  </a:moveTo>
                  <a:cubicBezTo>
                    <a:pt x="193402" y="364289"/>
                    <a:pt x="197134" y="368052"/>
                    <a:pt x="201735" y="368052"/>
                  </a:cubicBezTo>
                  <a:cubicBezTo>
                    <a:pt x="206340" y="368052"/>
                    <a:pt x="210068" y="364289"/>
                    <a:pt x="210068" y="359644"/>
                  </a:cubicBezTo>
                  <a:cubicBezTo>
                    <a:pt x="210068" y="354999"/>
                    <a:pt x="206340" y="351235"/>
                    <a:pt x="201735" y="351235"/>
                  </a:cubicBezTo>
                  <a:cubicBezTo>
                    <a:pt x="197134" y="351235"/>
                    <a:pt x="193402" y="354999"/>
                    <a:pt x="193402" y="359644"/>
                  </a:cubicBezTo>
                  <a:close/>
                  <a:moveTo>
                    <a:pt x="154723" y="359644"/>
                  </a:moveTo>
                  <a:cubicBezTo>
                    <a:pt x="154723" y="364289"/>
                    <a:pt x="158455" y="368052"/>
                    <a:pt x="163056" y="368052"/>
                  </a:cubicBezTo>
                  <a:cubicBezTo>
                    <a:pt x="167658" y="368052"/>
                    <a:pt x="171389" y="364289"/>
                    <a:pt x="171389" y="359644"/>
                  </a:cubicBezTo>
                  <a:cubicBezTo>
                    <a:pt x="171389" y="354999"/>
                    <a:pt x="167658" y="351235"/>
                    <a:pt x="163056" y="351235"/>
                  </a:cubicBezTo>
                  <a:cubicBezTo>
                    <a:pt x="158455" y="351235"/>
                    <a:pt x="154723" y="354999"/>
                    <a:pt x="154723" y="359644"/>
                  </a:cubicBezTo>
                  <a:close/>
                  <a:moveTo>
                    <a:pt x="116041" y="359644"/>
                  </a:moveTo>
                  <a:cubicBezTo>
                    <a:pt x="116041" y="364289"/>
                    <a:pt x="119772" y="368052"/>
                    <a:pt x="124373" y="368052"/>
                  </a:cubicBezTo>
                  <a:cubicBezTo>
                    <a:pt x="128975" y="368052"/>
                    <a:pt x="132706" y="364289"/>
                    <a:pt x="132706" y="359644"/>
                  </a:cubicBezTo>
                  <a:cubicBezTo>
                    <a:pt x="132706" y="354999"/>
                    <a:pt x="128975" y="351235"/>
                    <a:pt x="124373" y="351235"/>
                  </a:cubicBezTo>
                  <a:cubicBezTo>
                    <a:pt x="119772" y="351235"/>
                    <a:pt x="116041" y="354999"/>
                    <a:pt x="116041" y="359644"/>
                  </a:cubicBezTo>
                  <a:close/>
                  <a:moveTo>
                    <a:pt x="77362" y="359644"/>
                  </a:moveTo>
                  <a:cubicBezTo>
                    <a:pt x="77362" y="364289"/>
                    <a:pt x="81093" y="368052"/>
                    <a:pt x="85694" y="368052"/>
                  </a:cubicBezTo>
                  <a:cubicBezTo>
                    <a:pt x="90296" y="368052"/>
                    <a:pt x="94027" y="364289"/>
                    <a:pt x="94027" y="359644"/>
                  </a:cubicBezTo>
                  <a:cubicBezTo>
                    <a:pt x="94027" y="354999"/>
                    <a:pt x="90296" y="351235"/>
                    <a:pt x="85694" y="351235"/>
                  </a:cubicBezTo>
                  <a:cubicBezTo>
                    <a:pt x="81093" y="351235"/>
                    <a:pt x="77362" y="354999"/>
                    <a:pt x="77362" y="359644"/>
                  </a:cubicBezTo>
                  <a:close/>
                  <a:moveTo>
                    <a:pt x="38679" y="359644"/>
                  </a:moveTo>
                  <a:cubicBezTo>
                    <a:pt x="38679" y="364289"/>
                    <a:pt x="42410" y="368052"/>
                    <a:pt x="47012" y="368052"/>
                  </a:cubicBezTo>
                  <a:cubicBezTo>
                    <a:pt x="51613" y="368052"/>
                    <a:pt x="55344" y="364289"/>
                    <a:pt x="55344" y="359644"/>
                  </a:cubicBezTo>
                  <a:cubicBezTo>
                    <a:pt x="55344" y="354999"/>
                    <a:pt x="51613" y="351235"/>
                    <a:pt x="47012" y="351235"/>
                  </a:cubicBezTo>
                  <a:cubicBezTo>
                    <a:pt x="42410" y="351235"/>
                    <a:pt x="38679" y="354999"/>
                    <a:pt x="38679" y="359644"/>
                  </a:cubicBezTo>
                  <a:close/>
                  <a:moveTo>
                    <a:pt x="0" y="359644"/>
                  </a:moveTo>
                  <a:cubicBezTo>
                    <a:pt x="0" y="364289"/>
                    <a:pt x="3731" y="368052"/>
                    <a:pt x="8333" y="368052"/>
                  </a:cubicBezTo>
                  <a:cubicBezTo>
                    <a:pt x="12934" y="368052"/>
                    <a:pt x="16665" y="364289"/>
                    <a:pt x="16665" y="359644"/>
                  </a:cubicBezTo>
                  <a:cubicBezTo>
                    <a:pt x="16665" y="354999"/>
                    <a:pt x="12934" y="351235"/>
                    <a:pt x="8333" y="351235"/>
                  </a:cubicBezTo>
                  <a:cubicBezTo>
                    <a:pt x="3731" y="351235"/>
                    <a:pt x="0" y="354999"/>
                    <a:pt x="0" y="359644"/>
                  </a:cubicBezTo>
                  <a:close/>
                  <a:moveTo>
                    <a:pt x="967023" y="402691"/>
                  </a:moveTo>
                  <a:cubicBezTo>
                    <a:pt x="967023" y="407335"/>
                    <a:pt x="970754" y="411099"/>
                    <a:pt x="975356" y="411099"/>
                  </a:cubicBezTo>
                  <a:cubicBezTo>
                    <a:pt x="979957" y="411099"/>
                    <a:pt x="983689" y="407335"/>
                    <a:pt x="983689" y="402691"/>
                  </a:cubicBezTo>
                  <a:cubicBezTo>
                    <a:pt x="983689" y="398046"/>
                    <a:pt x="979957" y="394282"/>
                    <a:pt x="975356" y="394282"/>
                  </a:cubicBezTo>
                  <a:cubicBezTo>
                    <a:pt x="970754" y="394282"/>
                    <a:pt x="967023" y="398046"/>
                    <a:pt x="967023" y="402691"/>
                  </a:cubicBezTo>
                  <a:close/>
                  <a:moveTo>
                    <a:pt x="928340" y="402691"/>
                  </a:moveTo>
                  <a:cubicBezTo>
                    <a:pt x="928340" y="407335"/>
                    <a:pt x="932072" y="411099"/>
                    <a:pt x="936673" y="411099"/>
                  </a:cubicBezTo>
                  <a:cubicBezTo>
                    <a:pt x="941278" y="411099"/>
                    <a:pt x="945006" y="407335"/>
                    <a:pt x="945006" y="402691"/>
                  </a:cubicBezTo>
                  <a:cubicBezTo>
                    <a:pt x="945006" y="398046"/>
                    <a:pt x="941278" y="394282"/>
                    <a:pt x="936673" y="394282"/>
                  </a:cubicBezTo>
                  <a:cubicBezTo>
                    <a:pt x="932072" y="394282"/>
                    <a:pt x="928340" y="398046"/>
                    <a:pt x="928340" y="402691"/>
                  </a:cubicBezTo>
                  <a:close/>
                  <a:moveTo>
                    <a:pt x="889662" y="402691"/>
                  </a:moveTo>
                  <a:cubicBezTo>
                    <a:pt x="889662" y="407335"/>
                    <a:pt x="893393" y="411099"/>
                    <a:pt x="897994" y="411099"/>
                  </a:cubicBezTo>
                  <a:cubicBezTo>
                    <a:pt x="902596" y="411099"/>
                    <a:pt x="906327" y="407335"/>
                    <a:pt x="906327" y="402691"/>
                  </a:cubicBezTo>
                  <a:cubicBezTo>
                    <a:pt x="906327" y="398046"/>
                    <a:pt x="902596" y="394282"/>
                    <a:pt x="897994" y="394282"/>
                  </a:cubicBezTo>
                  <a:cubicBezTo>
                    <a:pt x="893393" y="394282"/>
                    <a:pt x="889662" y="398046"/>
                    <a:pt x="889662" y="402691"/>
                  </a:cubicBezTo>
                  <a:close/>
                  <a:moveTo>
                    <a:pt x="850979" y="402691"/>
                  </a:moveTo>
                  <a:cubicBezTo>
                    <a:pt x="850979" y="407335"/>
                    <a:pt x="854710" y="411099"/>
                    <a:pt x="859311" y="411099"/>
                  </a:cubicBezTo>
                  <a:cubicBezTo>
                    <a:pt x="863917" y="411099"/>
                    <a:pt x="867644" y="407335"/>
                    <a:pt x="867644" y="402691"/>
                  </a:cubicBezTo>
                  <a:cubicBezTo>
                    <a:pt x="867644" y="398046"/>
                    <a:pt x="863917" y="394282"/>
                    <a:pt x="859311" y="394282"/>
                  </a:cubicBezTo>
                  <a:cubicBezTo>
                    <a:pt x="854710" y="394282"/>
                    <a:pt x="850979" y="398046"/>
                    <a:pt x="850979" y="402691"/>
                  </a:cubicBezTo>
                  <a:close/>
                  <a:moveTo>
                    <a:pt x="812300" y="402691"/>
                  </a:moveTo>
                  <a:cubicBezTo>
                    <a:pt x="812300" y="407335"/>
                    <a:pt x="816031" y="411099"/>
                    <a:pt x="820633" y="411099"/>
                  </a:cubicBezTo>
                  <a:cubicBezTo>
                    <a:pt x="825234" y="411099"/>
                    <a:pt x="828965" y="407335"/>
                    <a:pt x="828965" y="402691"/>
                  </a:cubicBezTo>
                  <a:cubicBezTo>
                    <a:pt x="828965" y="398046"/>
                    <a:pt x="825234" y="394282"/>
                    <a:pt x="820633" y="394282"/>
                  </a:cubicBezTo>
                  <a:cubicBezTo>
                    <a:pt x="816031" y="394282"/>
                    <a:pt x="812300" y="398046"/>
                    <a:pt x="812300" y="402691"/>
                  </a:cubicBezTo>
                  <a:close/>
                  <a:moveTo>
                    <a:pt x="773617" y="402691"/>
                  </a:moveTo>
                  <a:cubicBezTo>
                    <a:pt x="773617" y="407335"/>
                    <a:pt x="777348" y="411099"/>
                    <a:pt x="781950" y="411099"/>
                  </a:cubicBezTo>
                  <a:cubicBezTo>
                    <a:pt x="786555" y="411099"/>
                    <a:pt x="790282" y="407335"/>
                    <a:pt x="790282" y="402691"/>
                  </a:cubicBezTo>
                  <a:cubicBezTo>
                    <a:pt x="790282" y="398046"/>
                    <a:pt x="786555" y="394282"/>
                    <a:pt x="781950" y="394282"/>
                  </a:cubicBezTo>
                  <a:cubicBezTo>
                    <a:pt x="777348" y="394282"/>
                    <a:pt x="773617" y="398046"/>
                    <a:pt x="773617" y="402691"/>
                  </a:cubicBezTo>
                  <a:close/>
                  <a:moveTo>
                    <a:pt x="734938" y="402691"/>
                  </a:moveTo>
                  <a:cubicBezTo>
                    <a:pt x="734938" y="407335"/>
                    <a:pt x="738669" y="411099"/>
                    <a:pt x="743271" y="411099"/>
                  </a:cubicBezTo>
                  <a:cubicBezTo>
                    <a:pt x="747872" y="411099"/>
                    <a:pt x="751603" y="407335"/>
                    <a:pt x="751603" y="402691"/>
                  </a:cubicBezTo>
                  <a:cubicBezTo>
                    <a:pt x="751603" y="398046"/>
                    <a:pt x="747872" y="394282"/>
                    <a:pt x="743271" y="394282"/>
                  </a:cubicBezTo>
                  <a:cubicBezTo>
                    <a:pt x="738669" y="394282"/>
                    <a:pt x="734938" y="398046"/>
                    <a:pt x="734938" y="402691"/>
                  </a:cubicBezTo>
                  <a:close/>
                  <a:moveTo>
                    <a:pt x="696255" y="402691"/>
                  </a:moveTo>
                  <a:cubicBezTo>
                    <a:pt x="696255" y="407335"/>
                    <a:pt x="699987" y="411099"/>
                    <a:pt x="704588" y="411099"/>
                  </a:cubicBezTo>
                  <a:cubicBezTo>
                    <a:pt x="709190" y="411099"/>
                    <a:pt x="712921" y="407335"/>
                    <a:pt x="712921" y="402691"/>
                  </a:cubicBezTo>
                  <a:cubicBezTo>
                    <a:pt x="712921" y="398046"/>
                    <a:pt x="709190" y="394282"/>
                    <a:pt x="704588" y="394282"/>
                  </a:cubicBezTo>
                  <a:cubicBezTo>
                    <a:pt x="699987" y="394282"/>
                    <a:pt x="696255" y="398046"/>
                    <a:pt x="696255" y="402691"/>
                  </a:cubicBezTo>
                  <a:close/>
                  <a:moveTo>
                    <a:pt x="657576" y="402691"/>
                  </a:moveTo>
                  <a:cubicBezTo>
                    <a:pt x="657576" y="407335"/>
                    <a:pt x="661308" y="411099"/>
                    <a:pt x="665909" y="411099"/>
                  </a:cubicBezTo>
                  <a:cubicBezTo>
                    <a:pt x="670510" y="411099"/>
                    <a:pt x="674242" y="407335"/>
                    <a:pt x="674242" y="402691"/>
                  </a:cubicBezTo>
                  <a:cubicBezTo>
                    <a:pt x="674242" y="398046"/>
                    <a:pt x="670510" y="394282"/>
                    <a:pt x="665909" y="394282"/>
                  </a:cubicBezTo>
                  <a:cubicBezTo>
                    <a:pt x="661308" y="394282"/>
                    <a:pt x="657576" y="398046"/>
                    <a:pt x="657576" y="402691"/>
                  </a:cubicBezTo>
                  <a:close/>
                  <a:moveTo>
                    <a:pt x="618894" y="402691"/>
                  </a:moveTo>
                  <a:cubicBezTo>
                    <a:pt x="618894" y="407335"/>
                    <a:pt x="622625" y="411099"/>
                    <a:pt x="627226" y="411099"/>
                  </a:cubicBezTo>
                  <a:cubicBezTo>
                    <a:pt x="631828" y="411099"/>
                    <a:pt x="635559" y="407335"/>
                    <a:pt x="635559" y="402691"/>
                  </a:cubicBezTo>
                  <a:cubicBezTo>
                    <a:pt x="635559" y="398046"/>
                    <a:pt x="631828" y="394282"/>
                    <a:pt x="627226" y="394282"/>
                  </a:cubicBezTo>
                  <a:cubicBezTo>
                    <a:pt x="622625" y="394282"/>
                    <a:pt x="618894" y="398046"/>
                    <a:pt x="618894" y="402691"/>
                  </a:cubicBezTo>
                  <a:close/>
                  <a:moveTo>
                    <a:pt x="580215" y="402691"/>
                  </a:moveTo>
                  <a:cubicBezTo>
                    <a:pt x="580215" y="407335"/>
                    <a:pt x="583946" y="411099"/>
                    <a:pt x="588547" y="411099"/>
                  </a:cubicBezTo>
                  <a:cubicBezTo>
                    <a:pt x="593149" y="411099"/>
                    <a:pt x="596880" y="407335"/>
                    <a:pt x="596880" y="402691"/>
                  </a:cubicBezTo>
                  <a:cubicBezTo>
                    <a:pt x="596880" y="398046"/>
                    <a:pt x="593149" y="394282"/>
                    <a:pt x="588547" y="394282"/>
                  </a:cubicBezTo>
                  <a:cubicBezTo>
                    <a:pt x="583946" y="394282"/>
                    <a:pt x="580215" y="398046"/>
                    <a:pt x="580215" y="402691"/>
                  </a:cubicBezTo>
                  <a:close/>
                  <a:moveTo>
                    <a:pt x="541532" y="402691"/>
                  </a:moveTo>
                  <a:cubicBezTo>
                    <a:pt x="541532" y="407335"/>
                    <a:pt x="545263" y="411099"/>
                    <a:pt x="549865" y="411099"/>
                  </a:cubicBezTo>
                  <a:cubicBezTo>
                    <a:pt x="554466" y="411099"/>
                    <a:pt x="558197" y="407335"/>
                    <a:pt x="558197" y="402691"/>
                  </a:cubicBezTo>
                  <a:cubicBezTo>
                    <a:pt x="558197" y="398046"/>
                    <a:pt x="554466" y="394282"/>
                    <a:pt x="549865" y="394282"/>
                  </a:cubicBezTo>
                  <a:cubicBezTo>
                    <a:pt x="545263" y="394282"/>
                    <a:pt x="541532" y="398046"/>
                    <a:pt x="541532" y="402691"/>
                  </a:cubicBezTo>
                  <a:close/>
                  <a:moveTo>
                    <a:pt x="502853" y="402691"/>
                  </a:moveTo>
                  <a:cubicBezTo>
                    <a:pt x="502853" y="407335"/>
                    <a:pt x="506580" y="411099"/>
                    <a:pt x="511186" y="411099"/>
                  </a:cubicBezTo>
                  <a:cubicBezTo>
                    <a:pt x="515787" y="411099"/>
                    <a:pt x="519518" y="407335"/>
                    <a:pt x="519518" y="402691"/>
                  </a:cubicBezTo>
                  <a:cubicBezTo>
                    <a:pt x="519518" y="398046"/>
                    <a:pt x="515787" y="394282"/>
                    <a:pt x="511186" y="394282"/>
                  </a:cubicBezTo>
                  <a:cubicBezTo>
                    <a:pt x="506580" y="394282"/>
                    <a:pt x="502853" y="398046"/>
                    <a:pt x="502853" y="402691"/>
                  </a:cubicBezTo>
                  <a:close/>
                  <a:moveTo>
                    <a:pt x="464170" y="402691"/>
                  </a:moveTo>
                  <a:cubicBezTo>
                    <a:pt x="464170" y="407335"/>
                    <a:pt x="467902" y="411099"/>
                    <a:pt x="472503" y="411099"/>
                  </a:cubicBezTo>
                  <a:cubicBezTo>
                    <a:pt x="477104" y="411099"/>
                    <a:pt x="480836" y="407335"/>
                    <a:pt x="480836" y="402691"/>
                  </a:cubicBezTo>
                  <a:cubicBezTo>
                    <a:pt x="480836" y="398046"/>
                    <a:pt x="477104" y="394282"/>
                    <a:pt x="472503" y="394282"/>
                  </a:cubicBezTo>
                  <a:cubicBezTo>
                    <a:pt x="467902" y="394282"/>
                    <a:pt x="464170" y="398046"/>
                    <a:pt x="464170" y="402691"/>
                  </a:cubicBezTo>
                  <a:close/>
                  <a:moveTo>
                    <a:pt x="425491" y="402691"/>
                  </a:moveTo>
                  <a:cubicBezTo>
                    <a:pt x="425491" y="407335"/>
                    <a:pt x="429219" y="411099"/>
                    <a:pt x="433824" y="411099"/>
                  </a:cubicBezTo>
                  <a:cubicBezTo>
                    <a:pt x="438425" y="411099"/>
                    <a:pt x="442157" y="407335"/>
                    <a:pt x="442157" y="402691"/>
                  </a:cubicBezTo>
                  <a:cubicBezTo>
                    <a:pt x="442157" y="398046"/>
                    <a:pt x="438425" y="394282"/>
                    <a:pt x="433824" y="394282"/>
                  </a:cubicBezTo>
                  <a:cubicBezTo>
                    <a:pt x="429219" y="394282"/>
                    <a:pt x="425491" y="398046"/>
                    <a:pt x="425491" y="402691"/>
                  </a:cubicBezTo>
                  <a:close/>
                  <a:moveTo>
                    <a:pt x="386809" y="402691"/>
                  </a:moveTo>
                  <a:cubicBezTo>
                    <a:pt x="386809" y="407335"/>
                    <a:pt x="390540" y="411099"/>
                    <a:pt x="395141" y="411099"/>
                  </a:cubicBezTo>
                  <a:cubicBezTo>
                    <a:pt x="399743" y="411099"/>
                    <a:pt x="403474" y="407335"/>
                    <a:pt x="403474" y="402691"/>
                  </a:cubicBezTo>
                  <a:cubicBezTo>
                    <a:pt x="403474" y="398046"/>
                    <a:pt x="399743" y="394282"/>
                    <a:pt x="395141" y="394282"/>
                  </a:cubicBezTo>
                  <a:cubicBezTo>
                    <a:pt x="390540" y="394282"/>
                    <a:pt x="386809" y="398046"/>
                    <a:pt x="386809" y="402691"/>
                  </a:cubicBezTo>
                  <a:close/>
                  <a:moveTo>
                    <a:pt x="348126" y="402691"/>
                  </a:moveTo>
                  <a:cubicBezTo>
                    <a:pt x="348126" y="407335"/>
                    <a:pt x="351857" y="411099"/>
                    <a:pt x="356458" y="411099"/>
                  </a:cubicBezTo>
                  <a:cubicBezTo>
                    <a:pt x="361064" y="411099"/>
                    <a:pt x="364791" y="407335"/>
                    <a:pt x="364791" y="402691"/>
                  </a:cubicBezTo>
                  <a:cubicBezTo>
                    <a:pt x="364791" y="398046"/>
                    <a:pt x="361064" y="394282"/>
                    <a:pt x="356458" y="394282"/>
                  </a:cubicBezTo>
                  <a:cubicBezTo>
                    <a:pt x="351857" y="394282"/>
                    <a:pt x="348126" y="398046"/>
                    <a:pt x="348126" y="402691"/>
                  </a:cubicBezTo>
                  <a:close/>
                  <a:moveTo>
                    <a:pt x="309447" y="402691"/>
                  </a:moveTo>
                  <a:cubicBezTo>
                    <a:pt x="309447" y="407335"/>
                    <a:pt x="313178" y="411099"/>
                    <a:pt x="317780" y="411099"/>
                  </a:cubicBezTo>
                  <a:cubicBezTo>
                    <a:pt x="322381" y="411099"/>
                    <a:pt x="326112" y="407335"/>
                    <a:pt x="326112" y="402691"/>
                  </a:cubicBezTo>
                  <a:cubicBezTo>
                    <a:pt x="326112" y="398046"/>
                    <a:pt x="322381" y="394282"/>
                    <a:pt x="317780" y="394282"/>
                  </a:cubicBezTo>
                  <a:cubicBezTo>
                    <a:pt x="313178" y="394282"/>
                    <a:pt x="309447" y="398046"/>
                    <a:pt x="309447" y="402691"/>
                  </a:cubicBezTo>
                  <a:close/>
                  <a:moveTo>
                    <a:pt x="270764" y="402691"/>
                  </a:moveTo>
                  <a:cubicBezTo>
                    <a:pt x="270764" y="407335"/>
                    <a:pt x="274495" y="411099"/>
                    <a:pt x="279097" y="411099"/>
                  </a:cubicBezTo>
                  <a:cubicBezTo>
                    <a:pt x="283702" y="411099"/>
                    <a:pt x="287429" y="407335"/>
                    <a:pt x="287429" y="402691"/>
                  </a:cubicBezTo>
                  <a:cubicBezTo>
                    <a:pt x="287429" y="398046"/>
                    <a:pt x="283702" y="394282"/>
                    <a:pt x="279097" y="394282"/>
                  </a:cubicBezTo>
                  <a:cubicBezTo>
                    <a:pt x="274495" y="394282"/>
                    <a:pt x="270764" y="398046"/>
                    <a:pt x="270764" y="402691"/>
                  </a:cubicBezTo>
                  <a:close/>
                  <a:moveTo>
                    <a:pt x="232085" y="402691"/>
                  </a:moveTo>
                  <a:cubicBezTo>
                    <a:pt x="232085" y="407335"/>
                    <a:pt x="235816" y="411099"/>
                    <a:pt x="240418" y="411099"/>
                  </a:cubicBezTo>
                  <a:cubicBezTo>
                    <a:pt x="245019" y="411099"/>
                    <a:pt x="248750" y="407335"/>
                    <a:pt x="248750" y="402691"/>
                  </a:cubicBezTo>
                  <a:cubicBezTo>
                    <a:pt x="248750" y="398046"/>
                    <a:pt x="245019" y="394282"/>
                    <a:pt x="240418" y="394282"/>
                  </a:cubicBezTo>
                  <a:cubicBezTo>
                    <a:pt x="235816" y="394282"/>
                    <a:pt x="232085" y="398046"/>
                    <a:pt x="232085" y="402691"/>
                  </a:cubicBezTo>
                  <a:close/>
                  <a:moveTo>
                    <a:pt x="193402" y="402691"/>
                  </a:moveTo>
                  <a:cubicBezTo>
                    <a:pt x="193402" y="407335"/>
                    <a:pt x="197134" y="411099"/>
                    <a:pt x="201735" y="411099"/>
                  </a:cubicBezTo>
                  <a:cubicBezTo>
                    <a:pt x="206340" y="411099"/>
                    <a:pt x="210068" y="407335"/>
                    <a:pt x="210068" y="402691"/>
                  </a:cubicBezTo>
                  <a:cubicBezTo>
                    <a:pt x="210068" y="398046"/>
                    <a:pt x="206340" y="394282"/>
                    <a:pt x="201735" y="394282"/>
                  </a:cubicBezTo>
                  <a:cubicBezTo>
                    <a:pt x="197134" y="394282"/>
                    <a:pt x="193402" y="398046"/>
                    <a:pt x="193402" y="402691"/>
                  </a:cubicBezTo>
                  <a:close/>
                  <a:moveTo>
                    <a:pt x="154723" y="402691"/>
                  </a:moveTo>
                  <a:cubicBezTo>
                    <a:pt x="154723" y="407335"/>
                    <a:pt x="158455" y="411099"/>
                    <a:pt x="163056" y="411099"/>
                  </a:cubicBezTo>
                  <a:cubicBezTo>
                    <a:pt x="167658" y="411099"/>
                    <a:pt x="171389" y="407335"/>
                    <a:pt x="171389" y="402691"/>
                  </a:cubicBezTo>
                  <a:cubicBezTo>
                    <a:pt x="171389" y="398046"/>
                    <a:pt x="167658" y="394282"/>
                    <a:pt x="163056" y="394282"/>
                  </a:cubicBezTo>
                  <a:cubicBezTo>
                    <a:pt x="158455" y="394282"/>
                    <a:pt x="154723" y="398046"/>
                    <a:pt x="154723" y="402691"/>
                  </a:cubicBezTo>
                  <a:close/>
                  <a:moveTo>
                    <a:pt x="116041" y="402691"/>
                  </a:moveTo>
                  <a:cubicBezTo>
                    <a:pt x="116041" y="407335"/>
                    <a:pt x="119772" y="411099"/>
                    <a:pt x="124373" y="411099"/>
                  </a:cubicBezTo>
                  <a:cubicBezTo>
                    <a:pt x="128975" y="411099"/>
                    <a:pt x="132706" y="407335"/>
                    <a:pt x="132706" y="402691"/>
                  </a:cubicBezTo>
                  <a:cubicBezTo>
                    <a:pt x="132706" y="398046"/>
                    <a:pt x="128975" y="394282"/>
                    <a:pt x="124373" y="394282"/>
                  </a:cubicBezTo>
                  <a:cubicBezTo>
                    <a:pt x="119772" y="394282"/>
                    <a:pt x="116041" y="398046"/>
                    <a:pt x="116041" y="402691"/>
                  </a:cubicBezTo>
                  <a:close/>
                  <a:moveTo>
                    <a:pt x="77362" y="402691"/>
                  </a:moveTo>
                  <a:cubicBezTo>
                    <a:pt x="77362" y="407335"/>
                    <a:pt x="81093" y="411099"/>
                    <a:pt x="85694" y="411099"/>
                  </a:cubicBezTo>
                  <a:cubicBezTo>
                    <a:pt x="90296" y="411099"/>
                    <a:pt x="94027" y="407335"/>
                    <a:pt x="94027" y="402691"/>
                  </a:cubicBezTo>
                  <a:cubicBezTo>
                    <a:pt x="94027" y="398046"/>
                    <a:pt x="90296" y="394282"/>
                    <a:pt x="85694" y="394282"/>
                  </a:cubicBezTo>
                  <a:cubicBezTo>
                    <a:pt x="81093" y="394282"/>
                    <a:pt x="77362" y="398046"/>
                    <a:pt x="77362" y="402691"/>
                  </a:cubicBezTo>
                  <a:close/>
                  <a:moveTo>
                    <a:pt x="38679" y="402691"/>
                  </a:moveTo>
                  <a:cubicBezTo>
                    <a:pt x="38679" y="407335"/>
                    <a:pt x="42410" y="411099"/>
                    <a:pt x="47012" y="411099"/>
                  </a:cubicBezTo>
                  <a:cubicBezTo>
                    <a:pt x="51613" y="411099"/>
                    <a:pt x="55344" y="407335"/>
                    <a:pt x="55344" y="402691"/>
                  </a:cubicBezTo>
                  <a:cubicBezTo>
                    <a:pt x="55344" y="398046"/>
                    <a:pt x="51613" y="394282"/>
                    <a:pt x="47012" y="394282"/>
                  </a:cubicBezTo>
                  <a:cubicBezTo>
                    <a:pt x="42410" y="394282"/>
                    <a:pt x="38679" y="398046"/>
                    <a:pt x="38679" y="402691"/>
                  </a:cubicBezTo>
                  <a:close/>
                  <a:moveTo>
                    <a:pt x="0" y="402691"/>
                  </a:moveTo>
                  <a:cubicBezTo>
                    <a:pt x="0" y="407335"/>
                    <a:pt x="3731" y="411099"/>
                    <a:pt x="8333" y="411099"/>
                  </a:cubicBezTo>
                  <a:cubicBezTo>
                    <a:pt x="12934" y="411099"/>
                    <a:pt x="16665" y="407335"/>
                    <a:pt x="16665" y="402691"/>
                  </a:cubicBezTo>
                  <a:cubicBezTo>
                    <a:pt x="16665" y="398046"/>
                    <a:pt x="12934" y="394282"/>
                    <a:pt x="8333" y="394282"/>
                  </a:cubicBezTo>
                  <a:cubicBezTo>
                    <a:pt x="3731" y="394282"/>
                    <a:pt x="0" y="398046"/>
                    <a:pt x="0" y="402691"/>
                  </a:cubicBezTo>
                  <a:close/>
                  <a:moveTo>
                    <a:pt x="967023" y="8408"/>
                  </a:moveTo>
                  <a:cubicBezTo>
                    <a:pt x="967023" y="13053"/>
                    <a:pt x="970754" y="16817"/>
                    <a:pt x="975356" y="16817"/>
                  </a:cubicBezTo>
                  <a:cubicBezTo>
                    <a:pt x="979957" y="16817"/>
                    <a:pt x="983689" y="13053"/>
                    <a:pt x="983689" y="8408"/>
                  </a:cubicBezTo>
                  <a:cubicBezTo>
                    <a:pt x="983689" y="3767"/>
                    <a:pt x="979957" y="0"/>
                    <a:pt x="975356" y="0"/>
                  </a:cubicBezTo>
                  <a:cubicBezTo>
                    <a:pt x="970754" y="0"/>
                    <a:pt x="967023" y="3764"/>
                    <a:pt x="967023" y="8408"/>
                  </a:cubicBezTo>
                  <a:close/>
                  <a:moveTo>
                    <a:pt x="928340" y="8408"/>
                  </a:moveTo>
                  <a:cubicBezTo>
                    <a:pt x="928340" y="13053"/>
                    <a:pt x="932072" y="16817"/>
                    <a:pt x="936673" y="16817"/>
                  </a:cubicBezTo>
                  <a:cubicBezTo>
                    <a:pt x="941278" y="16817"/>
                    <a:pt x="945006" y="13053"/>
                    <a:pt x="945006" y="8408"/>
                  </a:cubicBezTo>
                  <a:cubicBezTo>
                    <a:pt x="945006" y="3767"/>
                    <a:pt x="941278" y="0"/>
                    <a:pt x="936673" y="0"/>
                  </a:cubicBezTo>
                  <a:cubicBezTo>
                    <a:pt x="932072" y="0"/>
                    <a:pt x="928340" y="3764"/>
                    <a:pt x="928340" y="8408"/>
                  </a:cubicBezTo>
                  <a:close/>
                  <a:moveTo>
                    <a:pt x="889662" y="8408"/>
                  </a:moveTo>
                  <a:cubicBezTo>
                    <a:pt x="889662" y="13053"/>
                    <a:pt x="893393" y="16817"/>
                    <a:pt x="897994" y="16817"/>
                  </a:cubicBezTo>
                  <a:cubicBezTo>
                    <a:pt x="902596" y="16817"/>
                    <a:pt x="906327" y="13053"/>
                    <a:pt x="906327" y="8408"/>
                  </a:cubicBezTo>
                  <a:cubicBezTo>
                    <a:pt x="906327" y="3767"/>
                    <a:pt x="902596" y="0"/>
                    <a:pt x="897994" y="0"/>
                  </a:cubicBezTo>
                  <a:cubicBezTo>
                    <a:pt x="893393" y="0"/>
                    <a:pt x="889662" y="3764"/>
                    <a:pt x="889662" y="8408"/>
                  </a:cubicBezTo>
                  <a:close/>
                  <a:moveTo>
                    <a:pt x="850979" y="8408"/>
                  </a:moveTo>
                  <a:cubicBezTo>
                    <a:pt x="850979" y="13053"/>
                    <a:pt x="854710" y="16817"/>
                    <a:pt x="859311" y="16817"/>
                  </a:cubicBezTo>
                  <a:cubicBezTo>
                    <a:pt x="863917" y="16817"/>
                    <a:pt x="867644" y="13053"/>
                    <a:pt x="867644" y="8408"/>
                  </a:cubicBezTo>
                  <a:cubicBezTo>
                    <a:pt x="867644" y="3764"/>
                    <a:pt x="863917" y="0"/>
                    <a:pt x="859311" y="0"/>
                  </a:cubicBezTo>
                  <a:cubicBezTo>
                    <a:pt x="854710" y="0"/>
                    <a:pt x="850979" y="3764"/>
                    <a:pt x="850979" y="8408"/>
                  </a:cubicBezTo>
                  <a:close/>
                  <a:moveTo>
                    <a:pt x="812300" y="8408"/>
                  </a:moveTo>
                  <a:cubicBezTo>
                    <a:pt x="812300" y="13053"/>
                    <a:pt x="816031" y="16817"/>
                    <a:pt x="820633" y="16817"/>
                  </a:cubicBezTo>
                  <a:cubicBezTo>
                    <a:pt x="825234" y="16817"/>
                    <a:pt x="828965" y="13053"/>
                    <a:pt x="828965" y="8408"/>
                  </a:cubicBezTo>
                  <a:cubicBezTo>
                    <a:pt x="828965" y="3764"/>
                    <a:pt x="825234" y="0"/>
                    <a:pt x="820633" y="0"/>
                  </a:cubicBezTo>
                  <a:cubicBezTo>
                    <a:pt x="816031" y="0"/>
                    <a:pt x="812300" y="3764"/>
                    <a:pt x="812300" y="8408"/>
                  </a:cubicBezTo>
                  <a:close/>
                  <a:moveTo>
                    <a:pt x="773617" y="8408"/>
                  </a:moveTo>
                  <a:cubicBezTo>
                    <a:pt x="773617" y="13053"/>
                    <a:pt x="777348" y="16817"/>
                    <a:pt x="781950" y="16817"/>
                  </a:cubicBezTo>
                  <a:cubicBezTo>
                    <a:pt x="786555" y="16817"/>
                    <a:pt x="790282" y="13053"/>
                    <a:pt x="790282" y="8408"/>
                  </a:cubicBezTo>
                  <a:cubicBezTo>
                    <a:pt x="790282" y="3767"/>
                    <a:pt x="786555" y="0"/>
                    <a:pt x="781950" y="0"/>
                  </a:cubicBezTo>
                  <a:cubicBezTo>
                    <a:pt x="777348" y="0"/>
                    <a:pt x="773617" y="3764"/>
                    <a:pt x="773617" y="8408"/>
                  </a:cubicBezTo>
                  <a:close/>
                  <a:moveTo>
                    <a:pt x="734938" y="8408"/>
                  </a:moveTo>
                  <a:cubicBezTo>
                    <a:pt x="734938" y="13053"/>
                    <a:pt x="738669" y="16817"/>
                    <a:pt x="743271" y="16817"/>
                  </a:cubicBezTo>
                  <a:cubicBezTo>
                    <a:pt x="747872" y="16817"/>
                    <a:pt x="751603" y="13053"/>
                    <a:pt x="751603" y="8408"/>
                  </a:cubicBezTo>
                  <a:cubicBezTo>
                    <a:pt x="751603" y="3764"/>
                    <a:pt x="747872" y="0"/>
                    <a:pt x="743271" y="0"/>
                  </a:cubicBezTo>
                  <a:cubicBezTo>
                    <a:pt x="738669" y="0"/>
                    <a:pt x="734938" y="3764"/>
                    <a:pt x="734938" y="8408"/>
                  </a:cubicBezTo>
                  <a:close/>
                  <a:moveTo>
                    <a:pt x="696255" y="8408"/>
                  </a:moveTo>
                  <a:cubicBezTo>
                    <a:pt x="696255" y="13053"/>
                    <a:pt x="699987" y="16817"/>
                    <a:pt x="704588" y="16817"/>
                  </a:cubicBezTo>
                  <a:cubicBezTo>
                    <a:pt x="709190" y="16817"/>
                    <a:pt x="712921" y="13053"/>
                    <a:pt x="712921" y="8408"/>
                  </a:cubicBezTo>
                  <a:cubicBezTo>
                    <a:pt x="712921" y="3764"/>
                    <a:pt x="709190" y="0"/>
                    <a:pt x="704588" y="0"/>
                  </a:cubicBezTo>
                  <a:cubicBezTo>
                    <a:pt x="699987" y="0"/>
                    <a:pt x="696255" y="3764"/>
                    <a:pt x="696255" y="8408"/>
                  </a:cubicBezTo>
                  <a:close/>
                  <a:moveTo>
                    <a:pt x="657576" y="8408"/>
                  </a:moveTo>
                  <a:cubicBezTo>
                    <a:pt x="657576" y="13053"/>
                    <a:pt x="661308" y="16817"/>
                    <a:pt x="665909" y="16817"/>
                  </a:cubicBezTo>
                  <a:cubicBezTo>
                    <a:pt x="670510" y="16817"/>
                    <a:pt x="674242" y="13053"/>
                    <a:pt x="674242" y="8408"/>
                  </a:cubicBezTo>
                  <a:cubicBezTo>
                    <a:pt x="674242" y="3764"/>
                    <a:pt x="670510" y="0"/>
                    <a:pt x="665909" y="0"/>
                  </a:cubicBezTo>
                  <a:cubicBezTo>
                    <a:pt x="661308" y="0"/>
                    <a:pt x="657576" y="3764"/>
                    <a:pt x="657576" y="8408"/>
                  </a:cubicBezTo>
                  <a:close/>
                  <a:moveTo>
                    <a:pt x="618894" y="8408"/>
                  </a:moveTo>
                  <a:cubicBezTo>
                    <a:pt x="618894" y="13053"/>
                    <a:pt x="622625" y="16817"/>
                    <a:pt x="627226" y="16817"/>
                  </a:cubicBezTo>
                  <a:cubicBezTo>
                    <a:pt x="631828" y="16817"/>
                    <a:pt x="635559" y="13053"/>
                    <a:pt x="635559" y="8408"/>
                  </a:cubicBezTo>
                  <a:cubicBezTo>
                    <a:pt x="635559" y="3764"/>
                    <a:pt x="631828" y="0"/>
                    <a:pt x="627226" y="0"/>
                  </a:cubicBezTo>
                  <a:cubicBezTo>
                    <a:pt x="622625" y="0"/>
                    <a:pt x="618894" y="3764"/>
                    <a:pt x="618894" y="8408"/>
                  </a:cubicBezTo>
                  <a:close/>
                  <a:moveTo>
                    <a:pt x="580215" y="8408"/>
                  </a:moveTo>
                  <a:cubicBezTo>
                    <a:pt x="580215" y="13053"/>
                    <a:pt x="583946" y="16817"/>
                    <a:pt x="588547" y="16817"/>
                  </a:cubicBezTo>
                  <a:cubicBezTo>
                    <a:pt x="593149" y="16817"/>
                    <a:pt x="596880" y="13053"/>
                    <a:pt x="596880" y="8408"/>
                  </a:cubicBezTo>
                  <a:cubicBezTo>
                    <a:pt x="596880" y="3764"/>
                    <a:pt x="593149" y="0"/>
                    <a:pt x="588547" y="0"/>
                  </a:cubicBezTo>
                  <a:cubicBezTo>
                    <a:pt x="583946" y="0"/>
                    <a:pt x="580215" y="3764"/>
                    <a:pt x="580215" y="8408"/>
                  </a:cubicBezTo>
                  <a:close/>
                  <a:moveTo>
                    <a:pt x="541532" y="8408"/>
                  </a:moveTo>
                  <a:cubicBezTo>
                    <a:pt x="541532" y="13053"/>
                    <a:pt x="545263" y="16817"/>
                    <a:pt x="549865" y="16817"/>
                  </a:cubicBezTo>
                  <a:cubicBezTo>
                    <a:pt x="554466" y="16817"/>
                    <a:pt x="558197" y="13053"/>
                    <a:pt x="558197" y="8408"/>
                  </a:cubicBezTo>
                  <a:cubicBezTo>
                    <a:pt x="558197" y="3764"/>
                    <a:pt x="554466" y="0"/>
                    <a:pt x="549865" y="0"/>
                  </a:cubicBezTo>
                  <a:cubicBezTo>
                    <a:pt x="545263" y="0"/>
                    <a:pt x="541532" y="3764"/>
                    <a:pt x="541532" y="8408"/>
                  </a:cubicBezTo>
                  <a:close/>
                  <a:moveTo>
                    <a:pt x="502853" y="8408"/>
                  </a:moveTo>
                  <a:cubicBezTo>
                    <a:pt x="502853" y="13053"/>
                    <a:pt x="506580" y="16817"/>
                    <a:pt x="511186" y="16817"/>
                  </a:cubicBezTo>
                  <a:cubicBezTo>
                    <a:pt x="515787" y="16817"/>
                    <a:pt x="519518" y="13053"/>
                    <a:pt x="519518" y="8408"/>
                  </a:cubicBezTo>
                  <a:cubicBezTo>
                    <a:pt x="519518" y="3764"/>
                    <a:pt x="515787" y="0"/>
                    <a:pt x="511186" y="0"/>
                  </a:cubicBezTo>
                  <a:cubicBezTo>
                    <a:pt x="506580" y="0"/>
                    <a:pt x="502853" y="3764"/>
                    <a:pt x="502853" y="8408"/>
                  </a:cubicBezTo>
                  <a:close/>
                  <a:moveTo>
                    <a:pt x="464170" y="8408"/>
                  </a:moveTo>
                  <a:cubicBezTo>
                    <a:pt x="464170" y="13053"/>
                    <a:pt x="467902" y="16817"/>
                    <a:pt x="472503" y="16817"/>
                  </a:cubicBezTo>
                  <a:cubicBezTo>
                    <a:pt x="477104" y="16817"/>
                    <a:pt x="480836" y="13053"/>
                    <a:pt x="480836" y="8408"/>
                  </a:cubicBezTo>
                  <a:cubicBezTo>
                    <a:pt x="480836" y="3764"/>
                    <a:pt x="477104" y="0"/>
                    <a:pt x="472503" y="0"/>
                  </a:cubicBezTo>
                  <a:cubicBezTo>
                    <a:pt x="467902" y="0"/>
                    <a:pt x="464170" y="3764"/>
                    <a:pt x="464170" y="8408"/>
                  </a:cubicBezTo>
                  <a:close/>
                  <a:moveTo>
                    <a:pt x="425491" y="8408"/>
                  </a:moveTo>
                  <a:cubicBezTo>
                    <a:pt x="425491" y="13053"/>
                    <a:pt x="429219" y="16817"/>
                    <a:pt x="433824" y="16817"/>
                  </a:cubicBezTo>
                  <a:cubicBezTo>
                    <a:pt x="438425" y="16817"/>
                    <a:pt x="442157" y="13053"/>
                    <a:pt x="442157" y="8408"/>
                  </a:cubicBezTo>
                  <a:cubicBezTo>
                    <a:pt x="442157" y="3764"/>
                    <a:pt x="438425" y="0"/>
                    <a:pt x="433824" y="0"/>
                  </a:cubicBezTo>
                  <a:cubicBezTo>
                    <a:pt x="429219" y="0"/>
                    <a:pt x="425491" y="3764"/>
                    <a:pt x="425491" y="8408"/>
                  </a:cubicBezTo>
                  <a:close/>
                  <a:moveTo>
                    <a:pt x="386809" y="8408"/>
                  </a:moveTo>
                  <a:cubicBezTo>
                    <a:pt x="386809" y="13053"/>
                    <a:pt x="390540" y="16817"/>
                    <a:pt x="395141" y="16817"/>
                  </a:cubicBezTo>
                  <a:cubicBezTo>
                    <a:pt x="399743" y="16817"/>
                    <a:pt x="403474" y="13053"/>
                    <a:pt x="403474" y="8408"/>
                  </a:cubicBezTo>
                  <a:cubicBezTo>
                    <a:pt x="403474" y="3764"/>
                    <a:pt x="399743" y="0"/>
                    <a:pt x="395141" y="0"/>
                  </a:cubicBezTo>
                  <a:cubicBezTo>
                    <a:pt x="390540" y="0"/>
                    <a:pt x="386809" y="3764"/>
                    <a:pt x="386809" y="8408"/>
                  </a:cubicBezTo>
                  <a:close/>
                  <a:moveTo>
                    <a:pt x="348126" y="8408"/>
                  </a:moveTo>
                  <a:cubicBezTo>
                    <a:pt x="348126" y="13053"/>
                    <a:pt x="351857" y="16817"/>
                    <a:pt x="356458" y="16817"/>
                  </a:cubicBezTo>
                  <a:cubicBezTo>
                    <a:pt x="361064" y="16817"/>
                    <a:pt x="364791" y="13053"/>
                    <a:pt x="364791" y="8408"/>
                  </a:cubicBezTo>
                  <a:cubicBezTo>
                    <a:pt x="364791" y="3767"/>
                    <a:pt x="361064" y="0"/>
                    <a:pt x="356458" y="0"/>
                  </a:cubicBezTo>
                  <a:cubicBezTo>
                    <a:pt x="351857" y="0"/>
                    <a:pt x="348126" y="3764"/>
                    <a:pt x="348126" y="8408"/>
                  </a:cubicBezTo>
                  <a:close/>
                  <a:moveTo>
                    <a:pt x="309447" y="8408"/>
                  </a:moveTo>
                  <a:cubicBezTo>
                    <a:pt x="309447" y="13053"/>
                    <a:pt x="313178" y="16817"/>
                    <a:pt x="317780" y="16817"/>
                  </a:cubicBezTo>
                  <a:cubicBezTo>
                    <a:pt x="322381" y="16817"/>
                    <a:pt x="326112" y="13053"/>
                    <a:pt x="326112" y="8408"/>
                  </a:cubicBezTo>
                  <a:cubicBezTo>
                    <a:pt x="326112" y="3767"/>
                    <a:pt x="322381" y="0"/>
                    <a:pt x="317780" y="0"/>
                  </a:cubicBezTo>
                  <a:cubicBezTo>
                    <a:pt x="313178" y="0"/>
                    <a:pt x="309447" y="3764"/>
                    <a:pt x="309447" y="8408"/>
                  </a:cubicBezTo>
                  <a:close/>
                  <a:moveTo>
                    <a:pt x="270764" y="8408"/>
                  </a:moveTo>
                  <a:cubicBezTo>
                    <a:pt x="270764" y="13053"/>
                    <a:pt x="274495" y="16817"/>
                    <a:pt x="279097" y="16817"/>
                  </a:cubicBezTo>
                  <a:cubicBezTo>
                    <a:pt x="283702" y="16817"/>
                    <a:pt x="287429" y="13053"/>
                    <a:pt x="287429" y="8408"/>
                  </a:cubicBezTo>
                  <a:cubicBezTo>
                    <a:pt x="287429" y="3767"/>
                    <a:pt x="283702" y="0"/>
                    <a:pt x="279097" y="0"/>
                  </a:cubicBezTo>
                  <a:cubicBezTo>
                    <a:pt x="274495" y="0"/>
                    <a:pt x="270764" y="3764"/>
                    <a:pt x="270764" y="8408"/>
                  </a:cubicBezTo>
                  <a:close/>
                  <a:moveTo>
                    <a:pt x="232085" y="8408"/>
                  </a:moveTo>
                  <a:cubicBezTo>
                    <a:pt x="232085" y="13053"/>
                    <a:pt x="235816" y="16817"/>
                    <a:pt x="240418" y="16817"/>
                  </a:cubicBezTo>
                  <a:cubicBezTo>
                    <a:pt x="245019" y="16817"/>
                    <a:pt x="248750" y="13053"/>
                    <a:pt x="248750" y="8408"/>
                  </a:cubicBezTo>
                  <a:cubicBezTo>
                    <a:pt x="248750" y="3764"/>
                    <a:pt x="245019" y="0"/>
                    <a:pt x="240418" y="0"/>
                  </a:cubicBezTo>
                  <a:cubicBezTo>
                    <a:pt x="235816" y="0"/>
                    <a:pt x="232085" y="3764"/>
                    <a:pt x="232085" y="8408"/>
                  </a:cubicBezTo>
                  <a:close/>
                  <a:moveTo>
                    <a:pt x="193402" y="8408"/>
                  </a:moveTo>
                  <a:cubicBezTo>
                    <a:pt x="193402" y="13053"/>
                    <a:pt x="197134" y="16817"/>
                    <a:pt x="201735" y="16817"/>
                  </a:cubicBezTo>
                  <a:cubicBezTo>
                    <a:pt x="206340" y="16817"/>
                    <a:pt x="210068" y="13053"/>
                    <a:pt x="210068" y="8408"/>
                  </a:cubicBezTo>
                  <a:cubicBezTo>
                    <a:pt x="210068" y="3764"/>
                    <a:pt x="206340" y="0"/>
                    <a:pt x="201735" y="0"/>
                  </a:cubicBezTo>
                  <a:cubicBezTo>
                    <a:pt x="197134" y="0"/>
                    <a:pt x="193402" y="3764"/>
                    <a:pt x="193402" y="8408"/>
                  </a:cubicBezTo>
                  <a:close/>
                  <a:moveTo>
                    <a:pt x="154723" y="8408"/>
                  </a:moveTo>
                  <a:cubicBezTo>
                    <a:pt x="154723" y="13053"/>
                    <a:pt x="158455" y="16817"/>
                    <a:pt x="163056" y="16817"/>
                  </a:cubicBezTo>
                  <a:cubicBezTo>
                    <a:pt x="167658" y="16817"/>
                    <a:pt x="171389" y="13053"/>
                    <a:pt x="171389" y="8408"/>
                  </a:cubicBezTo>
                  <a:cubicBezTo>
                    <a:pt x="171389" y="3767"/>
                    <a:pt x="167658" y="0"/>
                    <a:pt x="163056" y="0"/>
                  </a:cubicBezTo>
                  <a:cubicBezTo>
                    <a:pt x="158455" y="0"/>
                    <a:pt x="154723" y="3764"/>
                    <a:pt x="154723" y="8408"/>
                  </a:cubicBezTo>
                  <a:close/>
                  <a:moveTo>
                    <a:pt x="116041" y="8408"/>
                  </a:moveTo>
                  <a:cubicBezTo>
                    <a:pt x="116041" y="13053"/>
                    <a:pt x="119772" y="16817"/>
                    <a:pt x="124373" y="16817"/>
                  </a:cubicBezTo>
                  <a:cubicBezTo>
                    <a:pt x="128975" y="16817"/>
                    <a:pt x="132706" y="13053"/>
                    <a:pt x="132706" y="8408"/>
                  </a:cubicBezTo>
                  <a:cubicBezTo>
                    <a:pt x="132706" y="3767"/>
                    <a:pt x="128975" y="0"/>
                    <a:pt x="124373" y="0"/>
                  </a:cubicBezTo>
                  <a:cubicBezTo>
                    <a:pt x="119772" y="0"/>
                    <a:pt x="116041" y="3764"/>
                    <a:pt x="116041" y="8408"/>
                  </a:cubicBezTo>
                  <a:close/>
                  <a:moveTo>
                    <a:pt x="77362" y="8408"/>
                  </a:moveTo>
                  <a:cubicBezTo>
                    <a:pt x="77362" y="13053"/>
                    <a:pt x="81093" y="16817"/>
                    <a:pt x="85694" y="16817"/>
                  </a:cubicBezTo>
                  <a:cubicBezTo>
                    <a:pt x="90296" y="16817"/>
                    <a:pt x="94027" y="13053"/>
                    <a:pt x="94027" y="8408"/>
                  </a:cubicBezTo>
                  <a:cubicBezTo>
                    <a:pt x="94027" y="3767"/>
                    <a:pt x="90296" y="0"/>
                    <a:pt x="85694" y="0"/>
                  </a:cubicBezTo>
                  <a:cubicBezTo>
                    <a:pt x="81093" y="0"/>
                    <a:pt x="77362" y="3764"/>
                    <a:pt x="77362" y="8408"/>
                  </a:cubicBezTo>
                  <a:close/>
                  <a:moveTo>
                    <a:pt x="38679" y="8408"/>
                  </a:moveTo>
                  <a:cubicBezTo>
                    <a:pt x="38679" y="13053"/>
                    <a:pt x="42410" y="16817"/>
                    <a:pt x="47012" y="16817"/>
                  </a:cubicBezTo>
                  <a:cubicBezTo>
                    <a:pt x="51613" y="16817"/>
                    <a:pt x="55344" y="13053"/>
                    <a:pt x="55344" y="8408"/>
                  </a:cubicBezTo>
                  <a:cubicBezTo>
                    <a:pt x="55344" y="3767"/>
                    <a:pt x="51613" y="0"/>
                    <a:pt x="47012" y="0"/>
                  </a:cubicBezTo>
                  <a:cubicBezTo>
                    <a:pt x="42410" y="0"/>
                    <a:pt x="38679" y="3764"/>
                    <a:pt x="38679" y="8408"/>
                  </a:cubicBezTo>
                  <a:close/>
                  <a:moveTo>
                    <a:pt x="0" y="8408"/>
                  </a:moveTo>
                  <a:cubicBezTo>
                    <a:pt x="0" y="13053"/>
                    <a:pt x="3731" y="16817"/>
                    <a:pt x="8333" y="16817"/>
                  </a:cubicBezTo>
                  <a:cubicBezTo>
                    <a:pt x="12934" y="16817"/>
                    <a:pt x="16665" y="13053"/>
                    <a:pt x="16665" y="8408"/>
                  </a:cubicBezTo>
                  <a:cubicBezTo>
                    <a:pt x="16665" y="3764"/>
                    <a:pt x="12934" y="0"/>
                    <a:pt x="8333" y="0"/>
                  </a:cubicBezTo>
                  <a:cubicBezTo>
                    <a:pt x="3731" y="0"/>
                    <a:pt x="0" y="3764"/>
                    <a:pt x="0" y="8408"/>
                  </a:cubicBezTo>
                  <a:close/>
                </a:path>
              </a:pathLst>
            </a:custGeom>
            <a:gradFill>
              <a:gsLst>
                <a:gs pos="0">
                  <a:srgbClr val="FFFFFF">
                    <a:alpha val="0"/>
                  </a:srgbClr>
                </a:gs>
                <a:gs pos="4600">
                  <a:srgbClr val="ECF8FD">
                    <a:alpha val="7843"/>
                  </a:srgbClr>
                </a:gs>
                <a:gs pos="18900">
                  <a:srgbClr val="B9E7F7">
                    <a:alpha val="32156"/>
                  </a:srgbClr>
                </a:gs>
                <a:gs pos="33280">
                  <a:srgbClr val="8DD7F2">
                    <a:alpha val="52549"/>
                  </a:srgbClr>
                </a:gs>
                <a:gs pos="47440">
                  <a:srgbClr val="69CBEE">
                    <a:alpha val="69803"/>
                  </a:srgbClr>
                </a:gs>
                <a:gs pos="61340">
                  <a:srgbClr val="4DC1EB">
                    <a:alpha val="82352"/>
                  </a:srgbClr>
                </a:gs>
                <a:gs pos="74900">
                  <a:srgbClr val="39BAE9">
                    <a:alpha val="92156"/>
                  </a:srgbClr>
                </a:gs>
                <a:gs pos="87970">
                  <a:srgbClr val="2DB6E8">
                    <a:alpha val="97647"/>
                  </a:srgbClr>
                </a:gs>
                <a:gs pos="100000">
                  <a:srgbClr val="29B5E8"/>
                </a:gs>
              </a:gsLst>
              <a:lin ang="10800025" scaled="0"/>
            </a:gra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199" name="Google Shape;2199;p90"/>
            <p:cNvSpPr/>
            <p:nvPr/>
          </p:nvSpPr>
          <p:spPr>
            <a:xfrm>
              <a:off x="6850031" y="2463614"/>
              <a:ext cx="726155" cy="303473"/>
            </a:xfrm>
            <a:custGeom>
              <a:rect b="b" l="l" r="r" t="t"/>
              <a:pathLst>
                <a:path extrusionOk="0" h="404631" w="968207">
                  <a:moveTo>
                    <a:pt x="16396" y="50649"/>
                  </a:moveTo>
                  <a:cubicBezTo>
                    <a:pt x="16396" y="55219"/>
                    <a:pt x="12736" y="58923"/>
                    <a:pt x="8217" y="58923"/>
                  </a:cubicBezTo>
                  <a:cubicBezTo>
                    <a:pt x="3660" y="58923"/>
                    <a:pt x="0" y="55219"/>
                    <a:pt x="0" y="50649"/>
                  </a:cubicBezTo>
                  <a:cubicBezTo>
                    <a:pt x="0" y="46075"/>
                    <a:pt x="3660" y="42371"/>
                    <a:pt x="8217" y="42371"/>
                  </a:cubicBezTo>
                  <a:cubicBezTo>
                    <a:pt x="12736" y="42371"/>
                    <a:pt x="16396" y="46075"/>
                    <a:pt x="16396" y="50649"/>
                  </a:cubicBezTo>
                  <a:close/>
                  <a:moveTo>
                    <a:pt x="46276" y="42371"/>
                  </a:moveTo>
                  <a:cubicBezTo>
                    <a:pt x="41757" y="42371"/>
                    <a:pt x="38059" y="46075"/>
                    <a:pt x="38059" y="50649"/>
                  </a:cubicBezTo>
                  <a:cubicBezTo>
                    <a:pt x="38059" y="55219"/>
                    <a:pt x="41757" y="58923"/>
                    <a:pt x="46276" y="58923"/>
                  </a:cubicBezTo>
                  <a:cubicBezTo>
                    <a:pt x="50795" y="58923"/>
                    <a:pt x="54493" y="55219"/>
                    <a:pt x="54493" y="50649"/>
                  </a:cubicBezTo>
                  <a:cubicBezTo>
                    <a:pt x="54493" y="46075"/>
                    <a:pt x="50795" y="42371"/>
                    <a:pt x="46276" y="42371"/>
                  </a:cubicBezTo>
                  <a:close/>
                  <a:moveTo>
                    <a:pt x="84335" y="42371"/>
                  </a:moveTo>
                  <a:cubicBezTo>
                    <a:pt x="79816" y="42371"/>
                    <a:pt x="76155" y="46075"/>
                    <a:pt x="76155" y="50649"/>
                  </a:cubicBezTo>
                  <a:cubicBezTo>
                    <a:pt x="76155" y="55219"/>
                    <a:pt x="79816" y="58923"/>
                    <a:pt x="84335" y="58923"/>
                  </a:cubicBezTo>
                  <a:cubicBezTo>
                    <a:pt x="88892" y="58923"/>
                    <a:pt x="92552" y="55219"/>
                    <a:pt x="92552" y="50649"/>
                  </a:cubicBezTo>
                  <a:cubicBezTo>
                    <a:pt x="92552" y="46075"/>
                    <a:pt x="88892" y="42371"/>
                    <a:pt x="84335" y="42371"/>
                  </a:cubicBezTo>
                  <a:close/>
                  <a:moveTo>
                    <a:pt x="122431" y="42371"/>
                  </a:moveTo>
                  <a:cubicBezTo>
                    <a:pt x="117875" y="42371"/>
                    <a:pt x="114215" y="46075"/>
                    <a:pt x="114215" y="50649"/>
                  </a:cubicBezTo>
                  <a:cubicBezTo>
                    <a:pt x="114215" y="55219"/>
                    <a:pt x="117875" y="58923"/>
                    <a:pt x="122431" y="58923"/>
                  </a:cubicBezTo>
                  <a:cubicBezTo>
                    <a:pt x="126950" y="58923"/>
                    <a:pt x="130611" y="55219"/>
                    <a:pt x="130611" y="50649"/>
                  </a:cubicBezTo>
                  <a:cubicBezTo>
                    <a:pt x="130611" y="46075"/>
                    <a:pt x="126950" y="42371"/>
                    <a:pt x="122431" y="42371"/>
                  </a:cubicBezTo>
                  <a:close/>
                  <a:moveTo>
                    <a:pt x="160491" y="42371"/>
                  </a:moveTo>
                  <a:cubicBezTo>
                    <a:pt x="155971" y="42371"/>
                    <a:pt x="152273" y="46075"/>
                    <a:pt x="152273" y="50649"/>
                  </a:cubicBezTo>
                  <a:cubicBezTo>
                    <a:pt x="152273" y="55219"/>
                    <a:pt x="155971" y="58923"/>
                    <a:pt x="160491" y="58923"/>
                  </a:cubicBezTo>
                  <a:cubicBezTo>
                    <a:pt x="165010" y="58923"/>
                    <a:pt x="168707" y="55219"/>
                    <a:pt x="168707" y="50649"/>
                  </a:cubicBezTo>
                  <a:cubicBezTo>
                    <a:pt x="168707" y="46075"/>
                    <a:pt x="165010" y="42371"/>
                    <a:pt x="160491" y="42371"/>
                  </a:cubicBezTo>
                  <a:close/>
                  <a:moveTo>
                    <a:pt x="198549" y="42371"/>
                  </a:moveTo>
                  <a:cubicBezTo>
                    <a:pt x="194030" y="42371"/>
                    <a:pt x="190370" y="46075"/>
                    <a:pt x="190370" y="50649"/>
                  </a:cubicBezTo>
                  <a:cubicBezTo>
                    <a:pt x="190370" y="55219"/>
                    <a:pt x="194030" y="58923"/>
                    <a:pt x="198549" y="58923"/>
                  </a:cubicBezTo>
                  <a:cubicBezTo>
                    <a:pt x="203106" y="58923"/>
                    <a:pt x="206766" y="55219"/>
                    <a:pt x="206766" y="50649"/>
                  </a:cubicBezTo>
                  <a:cubicBezTo>
                    <a:pt x="206766" y="46075"/>
                    <a:pt x="203106" y="42371"/>
                    <a:pt x="198549" y="42371"/>
                  </a:cubicBezTo>
                  <a:close/>
                  <a:moveTo>
                    <a:pt x="236645" y="42371"/>
                  </a:moveTo>
                  <a:cubicBezTo>
                    <a:pt x="232089" y="42371"/>
                    <a:pt x="228429" y="46075"/>
                    <a:pt x="228429" y="50649"/>
                  </a:cubicBezTo>
                  <a:cubicBezTo>
                    <a:pt x="228429" y="55219"/>
                    <a:pt x="232089" y="58923"/>
                    <a:pt x="236645" y="58923"/>
                  </a:cubicBezTo>
                  <a:cubicBezTo>
                    <a:pt x="241165" y="58923"/>
                    <a:pt x="244825" y="55219"/>
                    <a:pt x="244825" y="50649"/>
                  </a:cubicBezTo>
                  <a:cubicBezTo>
                    <a:pt x="244825" y="46075"/>
                    <a:pt x="241165" y="42371"/>
                    <a:pt x="236645" y="42371"/>
                  </a:cubicBezTo>
                  <a:close/>
                  <a:moveTo>
                    <a:pt x="274705" y="42371"/>
                  </a:moveTo>
                  <a:cubicBezTo>
                    <a:pt x="270186" y="42371"/>
                    <a:pt x="266525" y="46075"/>
                    <a:pt x="266525" y="50649"/>
                  </a:cubicBezTo>
                  <a:cubicBezTo>
                    <a:pt x="266525" y="55219"/>
                    <a:pt x="270186" y="58923"/>
                    <a:pt x="274705" y="58923"/>
                  </a:cubicBezTo>
                  <a:cubicBezTo>
                    <a:pt x="279224" y="58923"/>
                    <a:pt x="282921" y="55219"/>
                    <a:pt x="282921" y="50649"/>
                  </a:cubicBezTo>
                  <a:cubicBezTo>
                    <a:pt x="282921" y="46075"/>
                    <a:pt x="279224" y="42371"/>
                    <a:pt x="274705" y="42371"/>
                  </a:cubicBezTo>
                  <a:close/>
                  <a:moveTo>
                    <a:pt x="312763" y="42371"/>
                  </a:moveTo>
                  <a:cubicBezTo>
                    <a:pt x="308244" y="42371"/>
                    <a:pt x="304584" y="46075"/>
                    <a:pt x="304584" y="50649"/>
                  </a:cubicBezTo>
                  <a:cubicBezTo>
                    <a:pt x="304584" y="55219"/>
                    <a:pt x="308244" y="58923"/>
                    <a:pt x="312763" y="58923"/>
                  </a:cubicBezTo>
                  <a:cubicBezTo>
                    <a:pt x="317320" y="58923"/>
                    <a:pt x="320981" y="55219"/>
                    <a:pt x="320981" y="50649"/>
                  </a:cubicBezTo>
                  <a:cubicBezTo>
                    <a:pt x="320981" y="46075"/>
                    <a:pt x="317320" y="42371"/>
                    <a:pt x="312763" y="42371"/>
                  </a:cubicBezTo>
                  <a:close/>
                  <a:moveTo>
                    <a:pt x="350860" y="42371"/>
                  </a:moveTo>
                  <a:cubicBezTo>
                    <a:pt x="346340" y="42371"/>
                    <a:pt x="342643" y="46075"/>
                    <a:pt x="342643" y="50649"/>
                  </a:cubicBezTo>
                  <a:cubicBezTo>
                    <a:pt x="342643" y="55219"/>
                    <a:pt x="346340" y="58923"/>
                    <a:pt x="350860" y="58923"/>
                  </a:cubicBezTo>
                  <a:cubicBezTo>
                    <a:pt x="355379" y="58923"/>
                    <a:pt x="359039" y="55219"/>
                    <a:pt x="359039" y="50649"/>
                  </a:cubicBezTo>
                  <a:cubicBezTo>
                    <a:pt x="359039" y="46075"/>
                    <a:pt x="355379" y="42371"/>
                    <a:pt x="350860" y="42371"/>
                  </a:cubicBezTo>
                  <a:close/>
                  <a:moveTo>
                    <a:pt x="388919" y="42371"/>
                  </a:moveTo>
                  <a:cubicBezTo>
                    <a:pt x="384400" y="42371"/>
                    <a:pt x="380740" y="46075"/>
                    <a:pt x="380740" y="50649"/>
                  </a:cubicBezTo>
                  <a:cubicBezTo>
                    <a:pt x="380740" y="55219"/>
                    <a:pt x="384400" y="58923"/>
                    <a:pt x="388919" y="58923"/>
                  </a:cubicBezTo>
                  <a:cubicBezTo>
                    <a:pt x="393438" y="58923"/>
                    <a:pt x="397136" y="55219"/>
                    <a:pt x="397136" y="50649"/>
                  </a:cubicBezTo>
                  <a:cubicBezTo>
                    <a:pt x="397136" y="46075"/>
                    <a:pt x="393438" y="42371"/>
                    <a:pt x="388919" y="42371"/>
                  </a:cubicBezTo>
                  <a:close/>
                  <a:moveTo>
                    <a:pt x="427015" y="42371"/>
                  </a:moveTo>
                  <a:cubicBezTo>
                    <a:pt x="422458" y="42371"/>
                    <a:pt x="418798" y="46075"/>
                    <a:pt x="418798" y="50649"/>
                  </a:cubicBezTo>
                  <a:cubicBezTo>
                    <a:pt x="418798" y="55219"/>
                    <a:pt x="422458" y="58923"/>
                    <a:pt x="427015" y="58923"/>
                  </a:cubicBezTo>
                  <a:cubicBezTo>
                    <a:pt x="431535" y="58923"/>
                    <a:pt x="435195" y="55219"/>
                    <a:pt x="435195" y="50649"/>
                  </a:cubicBezTo>
                  <a:cubicBezTo>
                    <a:pt x="435195" y="46075"/>
                    <a:pt x="431535" y="42371"/>
                    <a:pt x="427015" y="42371"/>
                  </a:cubicBezTo>
                  <a:close/>
                  <a:moveTo>
                    <a:pt x="465074" y="42371"/>
                  </a:moveTo>
                  <a:cubicBezTo>
                    <a:pt x="460555" y="42371"/>
                    <a:pt x="456858" y="46075"/>
                    <a:pt x="456858" y="50649"/>
                  </a:cubicBezTo>
                  <a:cubicBezTo>
                    <a:pt x="456858" y="55219"/>
                    <a:pt x="460555" y="58923"/>
                    <a:pt x="465074" y="58923"/>
                  </a:cubicBezTo>
                  <a:cubicBezTo>
                    <a:pt x="469593" y="58923"/>
                    <a:pt x="473254" y="55219"/>
                    <a:pt x="473254" y="50649"/>
                  </a:cubicBezTo>
                  <a:cubicBezTo>
                    <a:pt x="473254" y="46075"/>
                    <a:pt x="469593" y="42371"/>
                    <a:pt x="465074" y="42371"/>
                  </a:cubicBezTo>
                  <a:close/>
                  <a:moveTo>
                    <a:pt x="503133" y="42371"/>
                  </a:moveTo>
                  <a:cubicBezTo>
                    <a:pt x="498614" y="42371"/>
                    <a:pt x="494954" y="46075"/>
                    <a:pt x="494954" y="50649"/>
                  </a:cubicBezTo>
                  <a:cubicBezTo>
                    <a:pt x="494954" y="55219"/>
                    <a:pt x="498614" y="58923"/>
                    <a:pt x="503133" y="58923"/>
                  </a:cubicBezTo>
                  <a:cubicBezTo>
                    <a:pt x="507690" y="58923"/>
                    <a:pt x="511350" y="55219"/>
                    <a:pt x="511350" y="50649"/>
                  </a:cubicBezTo>
                  <a:cubicBezTo>
                    <a:pt x="511350" y="46075"/>
                    <a:pt x="507690" y="42371"/>
                    <a:pt x="503133" y="42371"/>
                  </a:cubicBezTo>
                  <a:close/>
                  <a:moveTo>
                    <a:pt x="541230" y="42371"/>
                  </a:moveTo>
                  <a:cubicBezTo>
                    <a:pt x="536673" y="42371"/>
                    <a:pt x="533013" y="46075"/>
                    <a:pt x="533013" y="50649"/>
                  </a:cubicBezTo>
                  <a:cubicBezTo>
                    <a:pt x="533013" y="55219"/>
                    <a:pt x="536673" y="58923"/>
                    <a:pt x="541230" y="58923"/>
                  </a:cubicBezTo>
                  <a:cubicBezTo>
                    <a:pt x="545749" y="58923"/>
                    <a:pt x="549409" y="55219"/>
                    <a:pt x="549409" y="50649"/>
                  </a:cubicBezTo>
                  <a:cubicBezTo>
                    <a:pt x="549409" y="46075"/>
                    <a:pt x="545749" y="42371"/>
                    <a:pt x="541230" y="42371"/>
                  </a:cubicBezTo>
                  <a:close/>
                  <a:moveTo>
                    <a:pt x="579289" y="42371"/>
                  </a:moveTo>
                  <a:cubicBezTo>
                    <a:pt x="574769" y="42371"/>
                    <a:pt x="571072" y="46075"/>
                    <a:pt x="571072" y="50649"/>
                  </a:cubicBezTo>
                  <a:cubicBezTo>
                    <a:pt x="571072" y="55219"/>
                    <a:pt x="574769" y="58923"/>
                    <a:pt x="579289" y="58923"/>
                  </a:cubicBezTo>
                  <a:cubicBezTo>
                    <a:pt x="583808" y="58923"/>
                    <a:pt x="587506" y="55219"/>
                    <a:pt x="587506" y="50649"/>
                  </a:cubicBezTo>
                  <a:cubicBezTo>
                    <a:pt x="587506" y="46075"/>
                    <a:pt x="583808" y="42371"/>
                    <a:pt x="579289" y="42371"/>
                  </a:cubicBezTo>
                  <a:close/>
                  <a:moveTo>
                    <a:pt x="617348" y="42371"/>
                  </a:moveTo>
                  <a:cubicBezTo>
                    <a:pt x="612828" y="42371"/>
                    <a:pt x="609168" y="46075"/>
                    <a:pt x="609168" y="50649"/>
                  </a:cubicBezTo>
                  <a:cubicBezTo>
                    <a:pt x="609168" y="55219"/>
                    <a:pt x="612828" y="58923"/>
                    <a:pt x="617348" y="58923"/>
                  </a:cubicBezTo>
                  <a:cubicBezTo>
                    <a:pt x="621904" y="58923"/>
                    <a:pt x="625564" y="55219"/>
                    <a:pt x="625564" y="50649"/>
                  </a:cubicBezTo>
                  <a:cubicBezTo>
                    <a:pt x="625564" y="46075"/>
                    <a:pt x="621904" y="42371"/>
                    <a:pt x="617348" y="42371"/>
                  </a:cubicBezTo>
                  <a:close/>
                  <a:moveTo>
                    <a:pt x="655444" y="42371"/>
                  </a:moveTo>
                  <a:cubicBezTo>
                    <a:pt x="650887" y="42371"/>
                    <a:pt x="647227" y="46075"/>
                    <a:pt x="647227" y="50649"/>
                  </a:cubicBezTo>
                  <a:cubicBezTo>
                    <a:pt x="647227" y="55219"/>
                    <a:pt x="650887" y="58923"/>
                    <a:pt x="655444" y="58923"/>
                  </a:cubicBezTo>
                  <a:cubicBezTo>
                    <a:pt x="659963" y="58923"/>
                    <a:pt x="663624" y="55219"/>
                    <a:pt x="663624" y="50649"/>
                  </a:cubicBezTo>
                  <a:cubicBezTo>
                    <a:pt x="663624" y="46075"/>
                    <a:pt x="659963" y="42371"/>
                    <a:pt x="655444" y="42371"/>
                  </a:cubicBezTo>
                  <a:close/>
                  <a:moveTo>
                    <a:pt x="693503" y="42371"/>
                  </a:moveTo>
                  <a:cubicBezTo>
                    <a:pt x="688984" y="42371"/>
                    <a:pt x="685286" y="46075"/>
                    <a:pt x="685286" y="50649"/>
                  </a:cubicBezTo>
                  <a:cubicBezTo>
                    <a:pt x="685286" y="55219"/>
                    <a:pt x="688984" y="58923"/>
                    <a:pt x="693503" y="58923"/>
                  </a:cubicBezTo>
                  <a:cubicBezTo>
                    <a:pt x="698022" y="58923"/>
                    <a:pt x="701720" y="55219"/>
                    <a:pt x="701720" y="50649"/>
                  </a:cubicBezTo>
                  <a:cubicBezTo>
                    <a:pt x="701720" y="46075"/>
                    <a:pt x="698022" y="42371"/>
                    <a:pt x="693503" y="42371"/>
                  </a:cubicBezTo>
                  <a:close/>
                  <a:moveTo>
                    <a:pt x="731562" y="42371"/>
                  </a:moveTo>
                  <a:cubicBezTo>
                    <a:pt x="727043" y="42371"/>
                    <a:pt x="723382" y="46075"/>
                    <a:pt x="723382" y="50649"/>
                  </a:cubicBezTo>
                  <a:cubicBezTo>
                    <a:pt x="723382" y="55219"/>
                    <a:pt x="727043" y="58923"/>
                    <a:pt x="731562" y="58923"/>
                  </a:cubicBezTo>
                  <a:cubicBezTo>
                    <a:pt x="736119" y="58923"/>
                    <a:pt x="739779" y="55219"/>
                    <a:pt x="739779" y="50649"/>
                  </a:cubicBezTo>
                  <a:cubicBezTo>
                    <a:pt x="739779" y="46075"/>
                    <a:pt x="736119" y="42371"/>
                    <a:pt x="731562" y="42371"/>
                  </a:cubicBezTo>
                  <a:close/>
                  <a:moveTo>
                    <a:pt x="769658" y="42371"/>
                  </a:moveTo>
                  <a:cubicBezTo>
                    <a:pt x="765102" y="42371"/>
                    <a:pt x="761441" y="46075"/>
                    <a:pt x="761441" y="50649"/>
                  </a:cubicBezTo>
                  <a:cubicBezTo>
                    <a:pt x="761441" y="55219"/>
                    <a:pt x="765102" y="58923"/>
                    <a:pt x="769658" y="58923"/>
                  </a:cubicBezTo>
                  <a:cubicBezTo>
                    <a:pt x="774177" y="58923"/>
                    <a:pt x="777838" y="55219"/>
                    <a:pt x="777838" y="50649"/>
                  </a:cubicBezTo>
                  <a:cubicBezTo>
                    <a:pt x="777838" y="46075"/>
                    <a:pt x="774177" y="42371"/>
                    <a:pt x="769658" y="42371"/>
                  </a:cubicBezTo>
                  <a:close/>
                  <a:moveTo>
                    <a:pt x="807717" y="42371"/>
                  </a:moveTo>
                  <a:cubicBezTo>
                    <a:pt x="803198" y="42371"/>
                    <a:pt x="799538" y="46075"/>
                    <a:pt x="799538" y="50649"/>
                  </a:cubicBezTo>
                  <a:cubicBezTo>
                    <a:pt x="799538" y="55219"/>
                    <a:pt x="803198" y="58923"/>
                    <a:pt x="807717" y="58923"/>
                  </a:cubicBezTo>
                  <a:cubicBezTo>
                    <a:pt x="812237" y="58923"/>
                    <a:pt x="815934" y="55219"/>
                    <a:pt x="815934" y="50649"/>
                  </a:cubicBezTo>
                  <a:cubicBezTo>
                    <a:pt x="815934" y="46075"/>
                    <a:pt x="812237" y="42371"/>
                    <a:pt x="807717" y="42371"/>
                  </a:cubicBezTo>
                  <a:close/>
                  <a:moveTo>
                    <a:pt x="845776" y="42371"/>
                  </a:moveTo>
                  <a:cubicBezTo>
                    <a:pt x="841257" y="42371"/>
                    <a:pt x="837597" y="46075"/>
                    <a:pt x="837597" y="50649"/>
                  </a:cubicBezTo>
                  <a:cubicBezTo>
                    <a:pt x="837597" y="55219"/>
                    <a:pt x="841257" y="58923"/>
                    <a:pt x="845776" y="58923"/>
                  </a:cubicBezTo>
                  <a:cubicBezTo>
                    <a:pt x="850333" y="58923"/>
                    <a:pt x="853993" y="55219"/>
                    <a:pt x="853993" y="50649"/>
                  </a:cubicBezTo>
                  <a:cubicBezTo>
                    <a:pt x="853993" y="46075"/>
                    <a:pt x="850333" y="42371"/>
                    <a:pt x="845776" y="42371"/>
                  </a:cubicBezTo>
                  <a:close/>
                  <a:moveTo>
                    <a:pt x="883873" y="42371"/>
                  </a:moveTo>
                  <a:cubicBezTo>
                    <a:pt x="879353" y="42371"/>
                    <a:pt x="875656" y="46075"/>
                    <a:pt x="875656" y="50649"/>
                  </a:cubicBezTo>
                  <a:cubicBezTo>
                    <a:pt x="875656" y="55219"/>
                    <a:pt x="879353" y="58923"/>
                    <a:pt x="883873" y="58923"/>
                  </a:cubicBezTo>
                  <a:cubicBezTo>
                    <a:pt x="888392" y="58923"/>
                    <a:pt x="892052" y="55219"/>
                    <a:pt x="892052" y="50649"/>
                  </a:cubicBezTo>
                  <a:cubicBezTo>
                    <a:pt x="892052" y="46075"/>
                    <a:pt x="888392" y="42371"/>
                    <a:pt x="883873" y="42371"/>
                  </a:cubicBezTo>
                  <a:close/>
                  <a:moveTo>
                    <a:pt x="921932" y="42371"/>
                  </a:moveTo>
                  <a:cubicBezTo>
                    <a:pt x="917412" y="42371"/>
                    <a:pt x="913752" y="46075"/>
                    <a:pt x="913752" y="50649"/>
                  </a:cubicBezTo>
                  <a:cubicBezTo>
                    <a:pt x="913752" y="55219"/>
                    <a:pt x="917412" y="58923"/>
                    <a:pt x="921932" y="58923"/>
                  </a:cubicBezTo>
                  <a:cubicBezTo>
                    <a:pt x="926451" y="58923"/>
                    <a:pt x="930148" y="55219"/>
                    <a:pt x="930148" y="50649"/>
                  </a:cubicBezTo>
                  <a:cubicBezTo>
                    <a:pt x="930148" y="46075"/>
                    <a:pt x="926451" y="42371"/>
                    <a:pt x="921932" y="42371"/>
                  </a:cubicBezTo>
                  <a:close/>
                  <a:moveTo>
                    <a:pt x="960028" y="42371"/>
                  </a:moveTo>
                  <a:cubicBezTo>
                    <a:pt x="955471" y="42371"/>
                    <a:pt x="951811" y="46075"/>
                    <a:pt x="951811" y="50649"/>
                  </a:cubicBezTo>
                  <a:cubicBezTo>
                    <a:pt x="951811" y="55219"/>
                    <a:pt x="955471" y="58923"/>
                    <a:pt x="960028" y="58923"/>
                  </a:cubicBezTo>
                  <a:cubicBezTo>
                    <a:pt x="964547" y="58923"/>
                    <a:pt x="968207" y="55219"/>
                    <a:pt x="968207" y="50649"/>
                  </a:cubicBezTo>
                  <a:cubicBezTo>
                    <a:pt x="968207" y="46075"/>
                    <a:pt x="964547" y="42371"/>
                    <a:pt x="960028" y="42371"/>
                  </a:cubicBezTo>
                  <a:close/>
                  <a:moveTo>
                    <a:pt x="8217" y="85705"/>
                  </a:moveTo>
                  <a:cubicBezTo>
                    <a:pt x="3660" y="85705"/>
                    <a:pt x="0" y="89409"/>
                    <a:pt x="0" y="93983"/>
                  </a:cubicBezTo>
                  <a:cubicBezTo>
                    <a:pt x="0" y="98553"/>
                    <a:pt x="3660" y="102257"/>
                    <a:pt x="8217" y="102257"/>
                  </a:cubicBezTo>
                  <a:cubicBezTo>
                    <a:pt x="12736" y="102257"/>
                    <a:pt x="16396" y="98553"/>
                    <a:pt x="16396" y="93983"/>
                  </a:cubicBezTo>
                  <a:cubicBezTo>
                    <a:pt x="16396" y="89409"/>
                    <a:pt x="12736" y="85705"/>
                    <a:pt x="8217" y="85705"/>
                  </a:cubicBezTo>
                  <a:close/>
                  <a:moveTo>
                    <a:pt x="46276" y="85705"/>
                  </a:moveTo>
                  <a:cubicBezTo>
                    <a:pt x="41757" y="85705"/>
                    <a:pt x="38059" y="89409"/>
                    <a:pt x="38059" y="93983"/>
                  </a:cubicBezTo>
                  <a:cubicBezTo>
                    <a:pt x="38059" y="98553"/>
                    <a:pt x="41757" y="102257"/>
                    <a:pt x="46276" y="102257"/>
                  </a:cubicBezTo>
                  <a:cubicBezTo>
                    <a:pt x="50795" y="102257"/>
                    <a:pt x="54493" y="98553"/>
                    <a:pt x="54493" y="93983"/>
                  </a:cubicBezTo>
                  <a:cubicBezTo>
                    <a:pt x="54493" y="89409"/>
                    <a:pt x="50795" y="85705"/>
                    <a:pt x="46276" y="85705"/>
                  </a:cubicBezTo>
                  <a:close/>
                  <a:moveTo>
                    <a:pt x="84335" y="85705"/>
                  </a:moveTo>
                  <a:cubicBezTo>
                    <a:pt x="79816" y="85705"/>
                    <a:pt x="76155" y="89409"/>
                    <a:pt x="76155" y="93983"/>
                  </a:cubicBezTo>
                  <a:cubicBezTo>
                    <a:pt x="76155" y="98553"/>
                    <a:pt x="79816" y="102257"/>
                    <a:pt x="84335" y="102257"/>
                  </a:cubicBezTo>
                  <a:cubicBezTo>
                    <a:pt x="88892" y="102257"/>
                    <a:pt x="92552" y="98553"/>
                    <a:pt x="92552" y="93983"/>
                  </a:cubicBezTo>
                  <a:cubicBezTo>
                    <a:pt x="92552" y="89409"/>
                    <a:pt x="88892" y="85705"/>
                    <a:pt x="84335" y="85705"/>
                  </a:cubicBezTo>
                  <a:close/>
                  <a:moveTo>
                    <a:pt x="122431" y="85705"/>
                  </a:moveTo>
                  <a:cubicBezTo>
                    <a:pt x="117875" y="85705"/>
                    <a:pt x="114215" y="89409"/>
                    <a:pt x="114215" y="93983"/>
                  </a:cubicBezTo>
                  <a:cubicBezTo>
                    <a:pt x="114215" y="98553"/>
                    <a:pt x="117875" y="102257"/>
                    <a:pt x="122431" y="102257"/>
                  </a:cubicBezTo>
                  <a:cubicBezTo>
                    <a:pt x="126950" y="102257"/>
                    <a:pt x="130611" y="98553"/>
                    <a:pt x="130611" y="93983"/>
                  </a:cubicBezTo>
                  <a:cubicBezTo>
                    <a:pt x="130611" y="89409"/>
                    <a:pt x="126950" y="85705"/>
                    <a:pt x="122431" y="85705"/>
                  </a:cubicBezTo>
                  <a:close/>
                  <a:moveTo>
                    <a:pt x="160491" y="85705"/>
                  </a:moveTo>
                  <a:cubicBezTo>
                    <a:pt x="155971" y="85705"/>
                    <a:pt x="152273" y="89409"/>
                    <a:pt x="152273" y="93983"/>
                  </a:cubicBezTo>
                  <a:cubicBezTo>
                    <a:pt x="152273" y="98553"/>
                    <a:pt x="155971" y="102257"/>
                    <a:pt x="160491" y="102257"/>
                  </a:cubicBezTo>
                  <a:cubicBezTo>
                    <a:pt x="165010" y="102257"/>
                    <a:pt x="168707" y="98553"/>
                    <a:pt x="168707" y="93983"/>
                  </a:cubicBezTo>
                  <a:cubicBezTo>
                    <a:pt x="168707" y="89409"/>
                    <a:pt x="165010" y="85705"/>
                    <a:pt x="160491" y="85705"/>
                  </a:cubicBezTo>
                  <a:close/>
                  <a:moveTo>
                    <a:pt x="198549" y="85705"/>
                  </a:moveTo>
                  <a:cubicBezTo>
                    <a:pt x="194030" y="85705"/>
                    <a:pt x="190370" y="89409"/>
                    <a:pt x="190370" y="93983"/>
                  </a:cubicBezTo>
                  <a:cubicBezTo>
                    <a:pt x="190370" y="98553"/>
                    <a:pt x="194030" y="102257"/>
                    <a:pt x="198549" y="102257"/>
                  </a:cubicBezTo>
                  <a:cubicBezTo>
                    <a:pt x="203106" y="102257"/>
                    <a:pt x="206766" y="98553"/>
                    <a:pt x="206766" y="93983"/>
                  </a:cubicBezTo>
                  <a:cubicBezTo>
                    <a:pt x="206766" y="89409"/>
                    <a:pt x="203106" y="85705"/>
                    <a:pt x="198549" y="85705"/>
                  </a:cubicBezTo>
                  <a:close/>
                  <a:moveTo>
                    <a:pt x="236645" y="85705"/>
                  </a:moveTo>
                  <a:cubicBezTo>
                    <a:pt x="232089" y="85705"/>
                    <a:pt x="228429" y="89409"/>
                    <a:pt x="228429" y="93983"/>
                  </a:cubicBezTo>
                  <a:cubicBezTo>
                    <a:pt x="228429" y="98553"/>
                    <a:pt x="232089" y="102257"/>
                    <a:pt x="236645" y="102257"/>
                  </a:cubicBezTo>
                  <a:cubicBezTo>
                    <a:pt x="241165" y="102257"/>
                    <a:pt x="244825" y="98553"/>
                    <a:pt x="244825" y="93983"/>
                  </a:cubicBezTo>
                  <a:cubicBezTo>
                    <a:pt x="244825" y="89409"/>
                    <a:pt x="241165" y="85705"/>
                    <a:pt x="236645" y="85705"/>
                  </a:cubicBezTo>
                  <a:close/>
                  <a:moveTo>
                    <a:pt x="274705" y="85705"/>
                  </a:moveTo>
                  <a:cubicBezTo>
                    <a:pt x="270186" y="85705"/>
                    <a:pt x="266525" y="89409"/>
                    <a:pt x="266525" y="93983"/>
                  </a:cubicBezTo>
                  <a:cubicBezTo>
                    <a:pt x="266525" y="98553"/>
                    <a:pt x="270186" y="102257"/>
                    <a:pt x="274705" y="102257"/>
                  </a:cubicBezTo>
                  <a:cubicBezTo>
                    <a:pt x="279224" y="102257"/>
                    <a:pt x="282921" y="98553"/>
                    <a:pt x="282921" y="93983"/>
                  </a:cubicBezTo>
                  <a:cubicBezTo>
                    <a:pt x="282921" y="89409"/>
                    <a:pt x="279224" y="85705"/>
                    <a:pt x="274705" y="85705"/>
                  </a:cubicBezTo>
                  <a:close/>
                  <a:moveTo>
                    <a:pt x="312763" y="85705"/>
                  </a:moveTo>
                  <a:cubicBezTo>
                    <a:pt x="308244" y="85705"/>
                    <a:pt x="304584" y="89409"/>
                    <a:pt x="304584" y="93983"/>
                  </a:cubicBezTo>
                  <a:cubicBezTo>
                    <a:pt x="304584" y="98553"/>
                    <a:pt x="308244" y="102257"/>
                    <a:pt x="312763" y="102257"/>
                  </a:cubicBezTo>
                  <a:cubicBezTo>
                    <a:pt x="317320" y="102257"/>
                    <a:pt x="320981" y="98553"/>
                    <a:pt x="320981" y="93983"/>
                  </a:cubicBezTo>
                  <a:cubicBezTo>
                    <a:pt x="320981" y="89409"/>
                    <a:pt x="317320" y="85705"/>
                    <a:pt x="312763" y="85705"/>
                  </a:cubicBezTo>
                  <a:close/>
                  <a:moveTo>
                    <a:pt x="350860" y="85705"/>
                  </a:moveTo>
                  <a:cubicBezTo>
                    <a:pt x="346340" y="85705"/>
                    <a:pt x="342643" y="89409"/>
                    <a:pt x="342643" y="93983"/>
                  </a:cubicBezTo>
                  <a:cubicBezTo>
                    <a:pt x="342643" y="98553"/>
                    <a:pt x="346340" y="102257"/>
                    <a:pt x="350860" y="102257"/>
                  </a:cubicBezTo>
                  <a:cubicBezTo>
                    <a:pt x="355379" y="102257"/>
                    <a:pt x="359039" y="98553"/>
                    <a:pt x="359039" y="93983"/>
                  </a:cubicBezTo>
                  <a:cubicBezTo>
                    <a:pt x="359039" y="89409"/>
                    <a:pt x="355379" y="85705"/>
                    <a:pt x="350860" y="85705"/>
                  </a:cubicBezTo>
                  <a:close/>
                  <a:moveTo>
                    <a:pt x="388919" y="85705"/>
                  </a:moveTo>
                  <a:cubicBezTo>
                    <a:pt x="384400" y="85705"/>
                    <a:pt x="380740" y="89409"/>
                    <a:pt x="380740" y="93983"/>
                  </a:cubicBezTo>
                  <a:cubicBezTo>
                    <a:pt x="380740" y="98553"/>
                    <a:pt x="384400" y="102257"/>
                    <a:pt x="388919" y="102257"/>
                  </a:cubicBezTo>
                  <a:cubicBezTo>
                    <a:pt x="393438" y="102257"/>
                    <a:pt x="397136" y="98553"/>
                    <a:pt x="397136" y="93983"/>
                  </a:cubicBezTo>
                  <a:cubicBezTo>
                    <a:pt x="397136" y="89409"/>
                    <a:pt x="393438" y="85705"/>
                    <a:pt x="388919" y="85705"/>
                  </a:cubicBezTo>
                  <a:close/>
                  <a:moveTo>
                    <a:pt x="427015" y="85705"/>
                  </a:moveTo>
                  <a:cubicBezTo>
                    <a:pt x="422458" y="85705"/>
                    <a:pt x="418798" y="89409"/>
                    <a:pt x="418798" y="93983"/>
                  </a:cubicBezTo>
                  <a:cubicBezTo>
                    <a:pt x="418798" y="98553"/>
                    <a:pt x="422458" y="102257"/>
                    <a:pt x="427015" y="102257"/>
                  </a:cubicBezTo>
                  <a:cubicBezTo>
                    <a:pt x="431535" y="102257"/>
                    <a:pt x="435195" y="98553"/>
                    <a:pt x="435195" y="93983"/>
                  </a:cubicBezTo>
                  <a:cubicBezTo>
                    <a:pt x="435195" y="89409"/>
                    <a:pt x="431535" y="85705"/>
                    <a:pt x="427015" y="85705"/>
                  </a:cubicBezTo>
                  <a:close/>
                  <a:moveTo>
                    <a:pt x="465074" y="85705"/>
                  </a:moveTo>
                  <a:cubicBezTo>
                    <a:pt x="460555" y="85705"/>
                    <a:pt x="456858" y="89409"/>
                    <a:pt x="456858" y="93983"/>
                  </a:cubicBezTo>
                  <a:cubicBezTo>
                    <a:pt x="456858" y="98553"/>
                    <a:pt x="460555" y="102257"/>
                    <a:pt x="465074" y="102257"/>
                  </a:cubicBezTo>
                  <a:cubicBezTo>
                    <a:pt x="469593" y="102257"/>
                    <a:pt x="473254" y="98553"/>
                    <a:pt x="473254" y="93983"/>
                  </a:cubicBezTo>
                  <a:cubicBezTo>
                    <a:pt x="473254" y="89409"/>
                    <a:pt x="469593" y="85705"/>
                    <a:pt x="465074" y="85705"/>
                  </a:cubicBezTo>
                  <a:close/>
                  <a:moveTo>
                    <a:pt x="503133" y="85705"/>
                  </a:moveTo>
                  <a:cubicBezTo>
                    <a:pt x="498614" y="85705"/>
                    <a:pt x="494954" y="89409"/>
                    <a:pt x="494954" y="93983"/>
                  </a:cubicBezTo>
                  <a:cubicBezTo>
                    <a:pt x="494954" y="98553"/>
                    <a:pt x="498614" y="102257"/>
                    <a:pt x="503133" y="102257"/>
                  </a:cubicBezTo>
                  <a:cubicBezTo>
                    <a:pt x="507690" y="102257"/>
                    <a:pt x="511350" y="98553"/>
                    <a:pt x="511350" y="93983"/>
                  </a:cubicBezTo>
                  <a:cubicBezTo>
                    <a:pt x="511350" y="89409"/>
                    <a:pt x="507690" y="85705"/>
                    <a:pt x="503133" y="85705"/>
                  </a:cubicBezTo>
                  <a:close/>
                  <a:moveTo>
                    <a:pt x="541230" y="85705"/>
                  </a:moveTo>
                  <a:cubicBezTo>
                    <a:pt x="536673" y="85705"/>
                    <a:pt x="533013" y="89409"/>
                    <a:pt x="533013" y="93983"/>
                  </a:cubicBezTo>
                  <a:cubicBezTo>
                    <a:pt x="533013" y="98553"/>
                    <a:pt x="536673" y="102257"/>
                    <a:pt x="541230" y="102257"/>
                  </a:cubicBezTo>
                  <a:cubicBezTo>
                    <a:pt x="545749" y="102257"/>
                    <a:pt x="549409" y="98553"/>
                    <a:pt x="549409" y="93983"/>
                  </a:cubicBezTo>
                  <a:cubicBezTo>
                    <a:pt x="549409" y="89409"/>
                    <a:pt x="545749" y="85705"/>
                    <a:pt x="541230" y="85705"/>
                  </a:cubicBezTo>
                  <a:close/>
                  <a:moveTo>
                    <a:pt x="579289" y="85705"/>
                  </a:moveTo>
                  <a:cubicBezTo>
                    <a:pt x="574769" y="85705"/>
                    <a:pt x="571072" y="89409"/>
                    <a:pt x="571072" y="93983"/>
                  </a:cubicBezTo>
                  <a:cubicBezTo>
                    <a:pt x="571072" y="98553"/>
                    <a:pt x="574769" y="102257"/>
                    <a:pt x="579289" y="102257"/>
                  </a:cubicBezTo>
                  <a:cubicBezTo>
                    <a:pt x="583808" y="102257"/>
                    <a:pt x="587506" y="98553"/>
                    <a:pt x="587506" y="93983"/>
                  </a:cubicBezTo>
                  <a:cubicBezTo>
                    <a:pt x="587506" y="89409"/>
                    <a:pt x="583808" y="85705"/>
                    <a:pt x="579289" y="85705"/>
                  </a:cubicBezTo>
                  <a:close/>
                  <a:moveTo>
                    <a:pt x="617348" y="85705"/>
                  </a:moveTo>
                  <a:cubicBezTo>
                    <a:pt x="612828" y="85705"/>
                    <a:pt x="609168" y="89409"/>
                    <a:pt x="609168" y="93983"/>
                  </a:cubicBezTo>
                  <a:cubicBezTo>
                    <a:pt x="609168" y="98553"/>
                    <a:pt x="612828" y="102257"/>
                    <a:pt x="617348" y="102257"/>
                  </a:cubicBezTo>
                  <a:cubicBezTo>
                    <a:pt x="621904" y="102257"/>
                    <a:pt x="625564" y="98553"/>
                    <a:pt x="625564" y="93983"/>
                  </a:cubicBezTo>
                  <a:cubicBezTo>
                    <a:pt x="625564" y="89409"/>
                    <a:pt x="621904" y="85705"/>
                    <a:pt x="617348" y="85705"/>
                  </a:cubicBezTo>
                  <a:close/>
                  <a:moveTo>
                    <a:pt x="655444" y="85705"/>
                  </a:moveTo>
                  <a:cubicBezTo>
                    <a:pt x="650887" y="85705"/>
                    <a:pt x="647227" y="89409"/>
                    <a:pt x="647227" y="93983"/>
                  </a:cubicBezTo>
                  <a:cubicBezTo>
                    <a:pt x="647227" y="98553"/>
                    <a:pt x="650887" y="102257"/>
                    <a:pt x="655444" y="102257"/>
                  </a:cubicBezTo>
                  <a:cubicBezTo>
                    <a:pt x="659963" y="102257"/>
                    <a:pt x="663624" y="98553"/>
                    <a:pt x="663624" y="93983"/>
                  </a:cubicBezTo>
                  <a:cubicBezTo>
                    <a:pt x="663624" y="89409"/>
                    <a:pt x="659963" y="85705"/>
                    <a:pt x="655444" y="85705"/>
                  </a:cubicBezTo>
                  <a:close/>
                  <a:moveTo>
                    <a:pt x="693503" y="85705"/>
                  </a:moveTo>
                  <a:cubicBezTo>
                    <a:pt x="688984" y="85705"/>
                    <a:pt x="685286" y="89409"/>
                    <a:pt x="685286" y="93983"/>
                  </a:cubicBezTo>
                  <a:cubicBezTo>
                    <a:pt x="685286" y="98553"/>
                    <a:pt x="688984" y="102257"/>
                    <a:pt x="693503" y="102257"/>
                  </a:cubicBezTo>
                  <a:cubicBezTo>
                    <a:pt x="698022" y="102257"/>
                    <a:pt x="701720" y="98553"/>
                    <a:pt x="701720" y="93983"/>
                  </a:cubicBezTo>
                  <a:cubicBezTo>
                    <a:pt x="701720" y="89409"/>
                    <a:pt x="698022" y="85705"/>
                    <a:pt x="693503" y="85705"/>
                  </a:cubicBezTo>
                  <a:close/>
                  <a:moveTo>
                    <a:pt x="731562" y="85705"/>
                  </a:moveTo>
                  <a:cubicBezTo>
                    <a:pt x="727043" y="85705"/>
                    <a:pt x="723382" y="89409"/>
                    <a:pt x="723382" y="93983"/>
                  </a:cubicBezTo>
                  <a:cubicBezTo>
                    <a:pt x="723382" y="98553"/>
                    <a:pt x="727043" y="102257"/>
                    <a:pt x="731562" y="102257"/>
                  </a:cubicBezTo>
                  <a:cubicBezTo>
                    <a:pt x="736119" y="102257"/>
                    <a:pt x="739779" y="98553"/>
                    <a:pt x="739779" y="93983"/>
                  </a:cubicBezTo>
                  <a:cubicBezTo>
                    <a:pt x="739779" y="89409"/>
                    <a:pt x="736119" y="85705"/>
                    <a:pt x="731562" y="85705"/>
                  </a:cubicBezTo>
                  <a:close/>
                  <a:moveTo>
                    <a:pt x="769658" y="85705"/>
                  </a:moveTo>
                  <a:cubicBezTo>
                    <a:pt x="765102" y="85705"/>
                    <a:pt x="761441" y="89409"/>
                    <a:pt x="761441" y="93983"/>
                  </a:cubicBezTo>
                  <a:cubicBezTo>
                    <a:pt x="761441" y="98553"/>
                    <a:pt x="765102" y="102257"/>
                    <a:pt x="769658" y="102257"/>
                  </a:cubicBezTo>
                  <a:cubicBezTo>
                    <a:pt x="774177" y="102257"/>
                    <a:pt x="777838" y="98553"/>
                    <a:pt x="777838" y="93983"/>
                  </a:cubicBezTo>
                  <a:cubicBezTo>
                    <a:pt x="777838" y="89409"/>
                    <a:pt x="774177" y="85705"/>
                    <a:pt x="769658" y="85705"/>
                  </a:cubicBezTo>
                  <a:close/>
                  <a:moveTo>
                    <a:pt x="807717" y="85705"/>
                  </a:moveTo>
                  <a:cubicBezTo>
                    <a:pt x="803198" y="85705"/>
                    <a:pt x="799538" y="89409"/>
                    <a:pt x="799538" y="93983"/>
                  </a:cubicBezTo>
                  <a:cubicBezTo>
                    <a:pt x="799538" y="98553"/>
                    <a:pt x="803198" y="102257"/>
                    <a:pt x="807717" y="102257"/>
                  </a:cubicBezTo>
                  <a:cubicBezTo>
                    <a:pt x="812237" y="102257"/>
                    <a:pt x="815934" y="98553"/>
                    <a:pt x="815934" y="93983"/>
                  </a:cubicBezTo>
                  <a:cubicBezTo>
                    <a:pt x="815934" y="89409"/>
                    <a:pt x="812237" y="85705"/>
                    <a:pt x="807717" y="85705"/>
                  </a:cubicBezTo>
                  <a:close/>
                  <a:moveTo>
                    <a:pt x="845776" y="85705"/>
                  </a:moveTo>
                  <a:cubicBezTo>
                    <a:pt x="841257" y="85705"/>
                    <a:pt x="837597" y="89409"/>
                    <a:pt x="837597" y="93983"/>
                  </a:cubicBezTo>
                  <a:cubicBezTo>
                    <a:pt x="837597" y="98553"/>
                    <a:pt x="841257" y="102257"/>
                    <a:pt x="845776" y="102257"/>
                  </a:cubicBezTo>
                  <a:cubicBezTo>
                    <a:pt x="850333" y="102257"/>
                    <a:pt x="853993" y="98553"/>
                    <a:pt x="853993" y="93983"/>
                  </a:cubicBezTo>
                  <a:cubicBezTo>
                    <a:pt x="853993" y="89409"/>
                    <a:pt x="850333" y="85705"/>
                    <a:pt x="845776" y="85705"/>
                  </a:cubicBezTo>
                  <a:close/>
                  <a:moveTo>
                    <a:pt x="883873" y="85705"/>
                  </a:moveTo>
                  <a:cubicBezTo>
                    <a:pt x="879353" y="85705"/>
                    <a:pt x="875656" y="89409"/>
                    <a:pt x="875656" y="93983"/>
                  </a:cubicBezTo>
                  <a:cubicBezTo>
                    <a:pt x="875656" y="98553"/>
                    <a:pt x="879353" y="102257"/>
                    <a:pt x="883873" y="102257"/>
                  </a:cubicBezTo>
                  <a:cubicBezTo>
                    <a:pt x="888392" y="102257"/>
                    <a:pt x="892052" y="98553"/>
                    <a:pt x="892052" y="93983"/>
                  </a:cubicBezTo>
                  <a:cubicBezTo>
                    <a:pt x="892052" y="89409"/>
                    <a:pt x="888392" y="85705"/>
                    <a:pt x="883873" y="85705"/>
                  </a:cubicBezTo>
                  <a:close/>
                  <a:moveTo>
                    <a:pt x="921932" y="85705"/>
                  </a:moveTo>
                  <a:cubicBezTo>
                    <a:pt x="917412" y="85705"/>
                    <a:pt x="913752" y="89409"/>
                    <a:pt x="913752" y="93983"/>
                  </a:cubicBezTo>
                  <a:cubicBezTo>
                    <a:pt x="913752" y="98553"/>
                    <a:pt x="917412" y="102257"/>
                    <a:pt x="921932" y="102257"/>
                  </a:cubicBezTo>
                  <a:cubicBezTo>
                    <a:pt x="926451" y="102257"/>
                    <a:pt x="930148" y="98553"/>
                    <a:pt x="930148" y="93983"/>
                  </a:cubicBezTo>
                  <a:cubicBezTo>
                    <a:pt x="930148" y="89409"/>
                    <a:pt x="926451" y="85705"/>
                    <a:pt x="921932" y="85705"/>
                  </a:cubicBezTo>
                  <a:close/>
                  <a:moveTo>
                    <a:pt x="960028" y="85705"/>
                  </a:moveTo>
                  <a:cubicBezTo>
                    <a:pt x="955471" y="85705"/>
                    <a:pt x="951811" y="89409"/>
                    <a:pt x="951811" y="93983"/>
                  </a:cubicBezTo>
                  <a:cubicBezTo>
                    <a:pt x="951811" y="98553"/>
                    <a:pt x="955471" y="102257"/>
                    <a:pt x="960028" y="102257"/>
                  </a:cubicBezTo>
                  <a:cubicBezTo>
                    <a:pt x="964547" y="102257"/>
                    <a:pt x="968207" y="98553"/>
                    <a:pt x="968207" y="93983"/>
                  </a:cubicBezTo>
                  <a:cubicBezTo>
                    <a:pt x="968207" y="89409"/>
                    <a:pt x="964547" y="85705"/>
                    <a:pt x="960028" y="85705"/>
                  </a:cubicBezTo>
                  <a:close/>
                  <a:moveTo>
                    <a:pt x="8217" y="129039"/>
                  </a:moveTo>
                  <a:cubicBezTo>
                    <a:pt x="3660" y="129039"/>
                    <a:pt x="0" y="132743"/>
                    <a:pt x="0" y="137317"/>
                  </a:cubicBezTo>
                  <a:cubicBezTo>
                    <a:pt x="0" y="141887"/>
                    <a:pt x="3660" y="145591"/>
                    <a:pt x="8217" y="145591"/>
                  </a:cubicBezTo>
                  <a:cubicBezTo>
                    <a:pt x="12736" y="145591"/>
                    <a:pt x="16396" y="141887"/>
                    <a:pt x="16396" y="137317"/>
                  </a:cubicBezTo>
                  <a:cubicBezTo>
                    <a:pt x="16396" y="132743"/>
                    <a:pt x="12736" y="129039"/>
                    <a:pt x="8217" y="129039"/>
                  </a:cubicBezTo>
                  <a:close/>
                  <a:moveTo>
                    <a:pt x="46276" y="129039"/>
                  </a:moveTo>
                  <a:cubicBezTo>
                    <a:pt x="41757" y="129039"/>
                    <a:pt x="38059" y="132743"/>
                    <a:pt x="38059" y="137317"/>
                  </a:cubicBezTo>
                  <a:cubicBezTo>
                    <a:pt x="38059" y="141887"/>
                    <a:pt x="41757" y="145591"/>
                    <a:pt x="46276" y="145591"/>
                  </a:cubicBezTo>
                  <a:cubicBezTo>
                    <a:pt x="50795" y="145591"/>
                    <a:pt x="54493" y="141887"/>
                    <a:pt x="54493" y="137317"/>
                  </a:cubicBezTo>
                  <a:cubicBezTo>
                    <a:pt x="54493" y="132743"/>
                    <a:pt x="50795" y="129039"/>
                    <a:pt x="46276" y="129039"/>
                  </a:cubicBezTo>
                  <a:close/>
                  <a:moveTo>
                    <a:pt x="84335" y="129039"/>
                  </a:moveTo>
                  <a:cubicBezTo>
                    <a:pt x="79816" y="129039"/>
                    <a:pt x="76155" y="132743"/>
                    <a:pt x="76155" y="137317"/>
                  </a:cubicBezTo>
                  <a:cubicBezTo>
                    <a:pt x="76155" y="141887"/>
                    <a:pt x="79816" y="145591"/>
                    <a:pt x="84335" y="145591"/>
                  </a:cubicBezTo>
                  <a:cubicBezTo>
                    <a:pt x="88892" y="145591"/>
                    <a:pt x="92552" y="141887"/>
                    <a:pt x="92552" y="137317"/>
                  </a:cubicBezTo>
                  <a:cubicBezTo>
                    <a:pt x="92552" y="132743"/>
                    <a:pt x="88892" y="129039"/>
                    <a:pt x="84335" y="129039"/>
                  </a:cubicBezTo>
                  <a:close/>
                  <a:moveTo>
                    <a:pt x="122431" y="129039"/>
                  </a:moveTo>
                  <a:cubicBezTo>
                    <a:pt x="117875" y="129039"/>
                    <a:pt x="114215" y="132743"/>
                    <a:pt x="114215" y="137317"/>
                  </a:cubicBezTo>
                  <a:cubicBezTo>
                    <a:pt x="114215" y="141887"/>
                    <a:pt x="117875" y="145591"/>
                    <a:pt x="122431" y="145591"/>
                  </a:cubicBezTo>
                  <a:cubicBezTo>
                    <a:pt x="126950" y="145591"/>
                    <a:pt x="130611" y="141887"/>
                    <a:pt x="130611" y="137317"/>
                  </a:cubicBezTo>
                  <a:cubicBezTo>
                    <a:pt x="130611" y="132743"/>
                    <a:pt x="126950" y="129039"/>
                    <a:pt x="122431" y="129039"/>
                  </a:cubicBezTo>
                  <a:close/>
                  <a:moveTo>
                    <a:pt x="160491" y="129039"/>
                  </a:moveTo>
                  <a:cubicBezTo>
                    <a:pt x="155971" y="129039"/>
                    <a:pt x="152273" y="132743"/>
                    <a:pt x="152273" y="137317"/>
                  </a:cubicBezTo>
                  <a:cubicBezTo>
                    <a:pt x="152273" y="141887"/>
                    <a:pt x="155971" y="145591"/>
                    <a:pt x="160491" y="145591"/>
                  </a:cubicBezTo>
                  <a:cubicBezTo>
                    <a:pt x="165010" y="145591"/>
                    <a:pt x="168707" y="141887"/>
                    <a:pt x="168707" y="137317"/>
                  </a:cubicBezTo>
                  <a:cubicBezTo>
                    <a:pt x="168707" y="132743"/>
                    <a:pt x="165010" y="129039"/>
                    <a:pt x="160491" y="129039"/>
                  </a:cubicBezTo>
                  <a:close/>
                  <a:moveTo>
                    <a:pt x="198549" y="129039"/>
                  </a:moveTo>
                  <a:cubicBezTo>
                    <a:pt x="194030" y="129039"/>
                    <a:pt x="190370" y="132743"/>
                    <a:pt x="190370" y="137317"/>
                  </a:cubicBezTo>
                  <a:cubicBezTo>
                    <a:pt x="190370" y="141887"/>
                    <a:pt x="194030" y="145591"/>
                    <a:pt x="198549" y="145591"/>
                  </a:cubicBezTo>
                  <a:cubicBezTo>
                    <a:pt x="203106" y="145591"/>
                    <a:pt x="206766" y="141887"/>
                    <a:pt x="206766" y="137317"/>
                  </a:cubicBezTo>
                  <a:cubicBezTo>
                    <a:pt x="206766" y="132743"/>
                    <a:pt x="203106" y="129039"/>
                    <a:pt x="198549" y="129039"/>
                  </a:cubicBezTo>
                  <a:close/>
                  <a:moveTo>
                    <a:pt x="236645" y="129039"/>
                  </a:moveTo>
                  <a:cubicBezTo>
                    <a:pt x="232089" y="129039"/>
                    <a:pt x="228429" y="132743"/>
                    <a:pt x="228429" y="137317"/>
                  </a:cubicBezTo>
                  <a:cubicBezTo>
                    <a:pt x="228429" y="141887"/>
                    <a:pt x="232089" y="145591"/>
                    <a:pt x="236645" y="145591"/>
                  </a:cubicBezTo>
                  <a:cubicBezTo>
                    <a:pt x="241165" y="145591"/>
                    <a:pt x="244825" y="141887"/>
                    <a:pt x="244825" y="137317"/>
                  </a:cubicBezTo>
                  <a:cubicBezTo>
                    <a:pt x="244825" y="132743"/>
                    <a:pt x="241165" y="129039"/>
                    <a:pt x="236645" y="129039"/>
                  </a:cubicBezTo>
                  <a:close/>
                  <a:moveTo>
                    <a:pt x="274705" y="129039"/>
                  </a:moveTo>
                  <a:cubicBezTo>
                    <a:pt x="270186" y="129039"/>
                    <a:pt x="266525" y="132743"/>
                    <a:pt x="266525" y="137317"/>
                  </a:cubicBezTo>
                  <a:cubicBezTo>
                    <a:pt x="266525" y="141887"/>
                    <a:pt x="270186" y="145591"/>
                    <a:pt x="274705" y="145591"/>
                  </a:cubicBezTo>
                  <a:cubicBezTo>
                    <a:pt x="279224" y="145591"/>
                    <a:pt x="282921" y="141887"/>
                    <a:pt x="282921" y="137317"/>
                  </a:cubicBezTo>
                  <a:cubicBezTo>
                    <a:pt x="282921" y="132743"/>
                    <a:pt x="279224" y="129039"/>
                    <a:pt x="274705" y="129039"/>
                  </a:cubicBezTo>
                  <a:close/>
                  <a:moveTo>
                    <a:pt x="312763" y="129039"/>
                  </a:moveTo>
                  <a:cubicBezTo>
                    <a:pt x="308244" y="129039"/>
                    <a:pt x="304584" y="132743"/>
                    <a:pt x="304584" y="137317"/>
                  </a:cubicBezTo>
                  <a:cubicBezTo>
                    <a:pt x="304584" y="141887"/>
                    <a:pt x="308244" y="145591"/>
                    <a:pt x="312763" y="145591"/>
                  </a:cubicBezTo>
                  <a:cubicBezTo>
                    <a:pt x="317320" y="145591"/>
                    <a:pt x="320981" y="141887"/>
                    <a:pt x="320981" y="137317"/>
                  </a:cubicBezTo>
                  <a:cubicBezTo>
                    <a:pt x="320981" y="132743"/>
                    <a:pt x="317320" y="129039"/>
                    <a:pt x="312763" y="129039"/>
                  </a:cubicBezTo>
                  <a:close/>
                  <a:moveTo>
                    <a:pt x="350860" y="129039"/>
                  </a:moveTo>
                  <a:cubicBezTo>
                    <a:pt x="346340" y="129039"/>
                    <a:pt x="342643" y="132743"/>
                    <a:pt x="342643" y="137317"/>
                  </a:cubicBezTo>
                  <a:cubicBezTo>
                    <a:pt x="342643" y="141887"/>
                    <a:pt x="346340" y="145591"/>
                    <a:pt x="350860" y="145591"/>
                  </a:cubicBezTo>
                  <a:cubicBezTo>
                    <a:pt x="355379" y="145591"/>
                    <a:pt x="359039" y="141887"/>
                    <a:pt x="359039" y="137317"/>
                  </a:cubicBezTo>
                  <a:cubicBezTo>
                    <a:pt x="359039" y="132743"/>
                    <a:pt x="355379" y="129039"/>
                    <a:pt x="350860" y="129039"/>
                  </a:cubicBezTo>
                  <a:close/>
                  <a:moveTo>
                    <a:pt x="388919" y="129039"/>
                  </a:moveTo>
                  <a:cubicBezTo>
                    <a:pt x="384400" y="129039"/>
                    <a:pt x="380740" y="132743"/>
                    <a:pt x="380740" y="137317"/>
                  </a:cubicBezTo>
                  <a:cubicBezTo>
                    <a:pt x="380740" y="141887"/>
                    <a:pt x="384400" y="145591"/>
                    <a:pt x="388919" y="145591"/>
                  </a:cubicBezTo>
                  <a:cubicBezTo>
                    <a:pt x="393438" y="145591"/>
                    <a:pt x="397136" y="141887"/>
                    <a:pt x="397136" y="137317"/>
                  </a:cubicBezTo>
                  <a:cubicBezTo>
                    <a:pt x="397136" y="132743"/>
                    <a:pt x="393438" y="129039"/>
                    <a:pt x="388919" y="129039"/>
                  </a:cubicBezTo>
                  <a:close/>
                  <a:moveTo>
                    <a:pt x="427015" y="129039"/>
                  </a:moveTo>
                  <a:cubicBezTo>
                    <a:pt x="422458" y="129039"/>
                    <a:pt x="418798" y="132743"/>
                    <a:pt x="418798" y="137317"/>
                  </a:cubicBezTo>
                  <a:cubicBezTo>
                    <a:pt x="418798" y="141887"/>
                    <a:pt x="422458" y="145591"/>
                    <a:pt x="427015" y="145591"/>
                  </a:cubicBezTo>
                  <a:cubicBezTo>
                    <a:pt x="431535" y="145591"/>
                    <a:pt x="435195" y="141887"/>
                    <a:pt x="435195" y="137317"/>
                  </a:cubicBezTo>
                  <a:cubicBezTo>
                    <a:pt x="435195" y="132743"/>
                    <a:pt x="431535" y="129039"/>
                    <a:pt x="427015" y="129039"/>
                  </a:cubicBezTo>
                  <a:close/>
                  <a:moveTo>
                    <a:pt x="465074" y="129039"/>
                  </a:moveTo>
                  <a:cubicBezTo>
                    <a:pt x="460555" y="129039"/>
                    <a:pt x="456858" y="132743"/>
                    <a:pt x="456858" y="137317"/>
                  </a:cubicBezTo>
                  <a:cubicBezTo>
                    <a:pt x="456858" y="141887"/>
                    <a:pt x="460555" y="145591"/>
                    <a:pt x="465074" y="145591"/>
                  </a:cubicBezTo>
                  <a:cubicBezTo>
                    <a:pt x="469593" y="145591"/>
                    <a:pt x="473254" y="141887"/>
                    <a:pt x="473254" y="137317"/>
                  </a:cubicBezTo>
                  <a:cubicBezTo>
                    <a:pt x="473254" y="132743"/>
                    <a:pt x="469593" y="129039"/>
                    <a:pt x="465074" y="129039"/>
                  </a:cubicBezTo>
                  <a:close/>
                  <a:moveTo>
                    <a:pt x="503133" y="129039"/>
                  </a:moveTo>
                  <a:cubicBezTo>
                    <a:pt x="498614" y="129039"/>
                    <a:pt x="494954" y="132743"/>
                    <a:pt x="494954" y="137317"/>
                  </a:cubicBezTo>
                  <a:cubicBezTo>
                    <a:pt x="494954" y="141887"/>
                    <a:pt x="498614" y="145591"/>
                    <a:pt x="503133" y="145591"/>
                  </a:cubicBezTo>
                  <a:cubicBezTo>
                    <a:pt x="507690" y="145591"/>
                    <a:pt x="511350" y="141887"/>
                    <a:pt x="511350" y="137317"/>
                  </a:cubicBezTo>
                  <a:cubicBezTo>
                    <a:pt x="511350" y="132743"/>
                    <a:pt x="507690" y="129039"/>
                    <a:pt x="503133" y="129039"/>
                  </a:cubicBezTo>
                  <a:close/>
                  <a:moveTo>
                    <a:pt x="541230" y="129039"/>
                  </a:moveTo>
                  <a:cubicBezTo>
                    <a:pt x="536673" y="129039"/>
                    <a:pt x="533013" y="132743"/>
                    <a:pt x="533013" y="137317"/>
                  </a:cubicBezTo>
                  <a:cubicBezTo>
                    <a:pt x="533013" y="141887"/>
                    <a:pt x="536673" y="145591"/>
                    <a:pt x="541230" y="145591"/>
                  </a:cubicBezTo>
                  <a:cubicBezTo>
                    <a:pt x="545749" y="145591"/>
                    <a:pt x="549409" y="141887"/>
                    <a:pt x="549409" y="137317"/>
                  </a:cubicBezTo>
                  <a:cubicBezTo>
                    <a:pt x="549409" y="132743"/>
                    <a:pt x="545749" y="129039"/>
                    <a:pt x="541230" y="129039"/>
                  </a:cubicBezTo>
                  <a:close/>
                  <a:moveTo>
                    <a:pt x="579289" y="129039"/>
                  </a:moveTo>
                  <a:cubicBezTo>
                    <a:pt x="574769" y="129039"/>
                    <a:pt x="571072" y="132743"/>
                    <a:pt x="571072" y="137317"/>
                  </a:cubicBezTo>
                  <a:cubicBezTo>
                    <a:pt x="571072" y="141887"/>
                    <a:pt x="574769" y="145591"/>
                    <a:pt x="579289" y="145591"/>
                  </a:cubicBezTo>
                  <a:cubicBezTo>
                    <a:pt x="583808" y="145591"/>
                    <a:pt x="587506" y="141887"/>
                    <a:pt x="587506" y="137317"/>
                  </a:cubicBezTo>
                  <a:cubicBezTo>
                    <a:pt x="587506" y="132743"/>
                    <a:pt x="583808" y="129039"/>
                    <a:pt x="579289" y="129039"/>
                  </a:cubicBezTo>
                  <a:close/>
                  <a:moveTo>
                    <a:pt x="617348" y="129039"/>
                  </a:moveTo>
                  <a:cubicBezTo>
                    <a:pt x="612828" y="129039"/>
                    <a:pt x="609168" y="132743"/>
                    <a:pt x="609168" y="137317"/>
                  </a:cubicBezTo>
                  <a:cubicBezTo>
                    <a:pt x="609168" y="141887"/>
                    <a:pt x="612828" y="145591"/>
                    <a:pt x="617348" y="145591"/>
                  </a:cubicBezTo>
                  <a:cubicBezTo>
                    <a:pt x="621904" y="145591"/>
                    <a:pt x="625564" y="141887"/>
                    <a:pt x="625564" y="137317"/>
                  </a:cubicBezTo>
                  <a:cubicBezTo>
                    <a:pt x="625564" y="132743"/>
                    <a:pt x="621904" y="129039"/>
                    <a:pt x="617348" y="129039"/>
                  </a:cubicBezTo>
                  <a:close/>
                  <a:moveTo>
                    <a:pt x="655444" y="129039"/>
                  </a:moveTo>
                  <a:cubicBezTo>
                    <a:pt x="650887" y="129039"/>
                    <a:pt x="647227" y="132743"/>
                    <a:pt x="647227" y="137317"/>
                  </a:cubicBezTo>
                  <a:cubicBezTo>
                    <a:pt x="647227" y="141887"/>
                    <a:pt x="650887" y="145591"/>
                    <a:pt x="655444" y="145591"/>
                  </a:cubicBezTo>
                  <a:cubicBezTo>
                    <a:pt x="659963" y="145591"/>
                    <a:pt x="663624" y="141887"/>
                    <a:pt x="663624" y="137317"/>
                  </a:cubicBezTo>
                  <a:cubicBezTo>
                    <a:pt x="663624" y="132743"/>
                    <a:pt x="659963" y="129039"/>
                    <a:pt x="655444" y="129039"/>
                  </a:cubicBezTo>
                  <a:close/>
                  <a:moveTo>
                    <a:pt x="693503" y="129039"/>
                  </a:moveTo>
                  <a:cubicBezTo>
                    <a:pt x="688984" y="129039"/>
                    <a:pt x="685286" y="132743"/>
                    <a:pt x="685286" y="137317"/>
                  </a:cubicBezTo>
                  <a:cubicBezTo>
                    <a:pt x="685286" y="141887"/>
                    <a:pt x="688984" y="145591"/>
                    <a:pt x="693503" y="145591"/>
                  </a:cubicBezTo>
                  <a:cubicBezTo>
                    <a:pt x="698022" y="145591"/>
                    <a:pt x="701720" y="141887"/>
                    <a:pt x="701720" y="137317"/>
                  </a:cubicBezTo>
                  <a:cubicBezTo>
                    <a:pt x="701720" y="132743"/>
                    <a:pt x="698022" y="129039"/>
                    <a:pt x="693503" y="129039"/>
                  </a:cubicBezTo>
                  <a:close/>
                  <a:moveTo>
                    <a:pt x="731562" y="129039"/>
                  </a:moveTo>
                  <a:cubicBezTo>
                    <a:pt x="727043" y="129039"/>
                    <a:pt x="723382" y="132743"/>
                    <a:pt x="723382" y="137317"/>
                  </a:cubicBezTo>
                  <a:cubicBezTo>
                    <a:pt x="723382" y="141887"/>
                    <a:pt x="727043" y="145591"/>
                    <a:pt x="731562" y="145591"/>
                  </a:cubicBezTo>
                  <a:cubicBezTo>
                    <a:pt x="736119" y="145591"/>
                    <a:pt x="739779" y="141887"/>
                    <a:pt x="739779" y="137317"/>
                  </a:cubicBezTo>
                  <a:cubicBezTo>
                    <a:pt x="739779" y="132743"/>
                    <a:pt x="736119" y="129039"/>
                    <a:pt x="731562" y="129039"/>
                  </a:cubicBezTo>
                  <a:close/>
                  <a:moveTo>
                    <a:pt x="769658" y="129039"/>
                  </a:moveTo>
                  <a:cubicBezTo>
                    <a:pt x="765102" y="129039"/>
                    <a:pt x="761441" y="132743"/>
                    <a:pt x="761441" y="137317"/>
                  </a:cubicBezTo>
                  <a:cubicBezTo>
                    <a:pt x="761441" y="141887"/>
                    <a:pt x="765102" y="145591"/>
                    <a:pt x="769658" y="145591"/>
                  </a:cubicBezTo>
                  <a:cubicBezTo>
                    <a:pt x="774177" y="145591"/>
                    <a:pt x="777838" y="141887"/>
                    <a:pt x="777838" y="137317"/>
                  </a:cubicBezTo>
                  <a:cubicBezTo>
                    <a:pt x="777838" y="132743"/>
                    <a:pt x="774177" y="129039"/>
                    <a:pt x="769658" y="129039"/>
                  </a:cubicBezTo>
                  <a:close/>
                  <a:moveTo>
                    <a:pt x="807717" y="129039"/>
                  </a:moveTo>
                  <a:cubicBezTo>
                    <a:pt x="803198" y="129039"/>
                    <a:pt x="799538" y="132743"/>
                    <a:pt x="799538" y="137317"/>
                  </a:cubicBezTo>
                  <a:cubicBezTo>
                    <a:pt x="799538" y="141887"/>
                    <a:pt x="803198" y="145591"/>
                    <a:pt x="807717" y="145591"/>
                  </a:cubicBezTo>
                  <a:cubicBezTo>
                    <a:pt x="812237" y="145591"/>
                    <a:pt x="815934" y="141887"/>
                    <a:pt x="815934" y="137317"/>
                  </a:cubicBezTo>
                  <a:cubicBezTo>
                    <a:pt x="815934" y="132743"/>
                    <a:pt x="812237" y="129039"/>
                    <a:pt x="807717" y="129039"/>
                  </a:cubicBezTo>
                  <a:close/>
                  <a:moveTo>
                    <a:pt x="845776" y="129039"/>
                  </a:moveTo>
                  <a:cubicBezTo>
                    <a:pt x="841257" y="129039"/>
                    <a:pt x="837597" y="132743"/>
                    <a:pt x="837597" y="137317"/>
                  </a:cubicBezTo>
                  <a:cubicBezTo>
                    <a:pt x="837597" y="141887"/>
                    <a:pt x="841257" y="145591"/>
                    <a:pt x="845776" y="145591"/>
                  </a:cubicBezTo>
                  <a:cubicBezTo>
                    <a:pt x="850333" y="145591"/>
                    <a:pt x="853993" y="141887"/>
                    <a:pt x="853993" y="137317"/>
                  </a:cubicBezTo>
                  <a:cubicBezTo>
                    <a:pt x="853993" y="132743"/>
                    <a:pt x="850333" y="129039"/>
                    <a:pt x="845776" y="129039"/>
                  </a:cubicBezTo>
                  <a:close/>
                  <a:moveTo>
                    <a:pt x="883873" y="129039"/>
                  </a:moveTo>
                  <a:cubicBezTo>
                    <a:pt x="879353" y="129039"/>
                    <a:pt x="875656" y="132743"/>
                    <a:pt x="875656" y="137317"/>
                  </a:cubicBezTo>
                  <a:cubicBezTo>
                    <a:pt x="875656" y="141887"/>
                    <a:pt x="879353" y="145591"/>
                    <a:pt x="883873" y="145591"/>
                  </a:cubicBezTo>
                  <a:cubicBezTo>
                    <a:pt x="888392" y="145591"/>
                    <a:pt x="892052" y="141887"/>
                    <a:pt x="892052" y="137317"/>
                  </a:cubicBezTo>
                  <a:cubicBezTo>
                    <a:pt x="892052" y="132743"/>
                    <a:pt x="888392" y="129039"/>
                    <a:pt x="883873" y="129039"/>
                  </a:cubicBezTo>
                  <a:close/>
                  <a:moveTo>
                    <a:pt x="921932" y="129039"/>
                  </a:moveTo>
                  <a:cubicBezTo>
                    <a:pt x="917412" y="129039"/>
                    <a:pt x="913752" y="132743"/>
                    <a:pt x="913752" y="137317"/>
                  </a:cubicBezTo>
                  <a:cubicBezTo>
                    <a:pt x="913752" y="141887"/>
                    <a:pt x="917412" y="145591"/>
                    <a:pt x="921932" y="145591"/>
                  </a:cubicBezTo>
                  <a:cubicBezTo>
                    <a:pt x="926451" y="145591"/>
                    <a:pt x="930148" y="141887"/>
                    <a:pt x="930148" y="137317"/>
                  </a:cubicBezTo>
                  <a:cubicBezTo>
                    <a:pt x="930148" y="132743"/>
                    <a:pt x="926451" y="129039"/>
                    <a:pt x="921932" y="129039"/>
                  </a:cubicBezTo>
                  <a:close/>
                  <a:moveTo>
                    <a:pt x="960028" y="129039"/>
                  </a:moveTo>
                  <a:cubicBezTo>
                    <a:pt x="955471" y="129039"/>
                    <a:pt x="951811" y="132743"/>
                    <a:pt x="951811" y="137317"/>
                  </a:cubicBezTo>
                  <a:cubicBezTo>
                    <a:pt x="951811" y="141887"/>
                    <a:pt x="955471" y="145591"/>
                    <a:pt x="960028" y="145591"/>
                  </a:cubicBezTo>
                  <a:cubicBezTo>
                    <a:pt x="964547" y="145591"/>
                    <a:pt x="968207" y="141887"/>
                    <a:pt x="968207" y="137317"/>
                  </a:cubicBezTo>
                  <a:cubicBezTo>
                    <a:pt x="968207" y="132743"/>
                    <a:pt x="964547" y="129039"/>
                    <a:pt x="960028" y="129039"/>
                  </a:cubicBezTo>
                  <a:close/>
                  <a:moveTo>
                    <a:pt x="8217" y="172373"/>
                  </a:moveTo>
                  <a:cubicBezTo>
                    <a:pt x="3660" y="172373"/>
                    <a:pt x="0" y="176077"/>
                    <a:pt x="0" y="180651"/>
                  </a:cubicBezTo>
                  <a:cubicBezTo>
                    <a:pt x="0" y="185221"/>
                    <a:pt x="3660" y="188925"/>
                    <a:pt x="8217" y="188925"/>
                  </a:cubicBezTo>
                  <a:cubicBezTo>
                    <a:pt x="12736" y="188925"/>
                    <a:pt x="16396" y="185221"/>
                    <a:pt x="16396" y="180651"/>
                  </a:cubicBezTo>
                  <a:cubicBezTo>
                    <a:pt x="16396" y="176077"/>
                    <a:pt x="12736" y="172373"/>
                    <a:pt x="8217" y="172373"/>
                  </a:cubicBezTo>
                  <a:close/>
                  <a:moveTo>
                    <a:pt x="46276" y="172373"/>
                  </a:moveTo>
                  <a:cubicBezTo>
                    <a:pt x="41757" y="172373"/>
                    <a:pt x="38059" y="176077"/>
                    <a:pt x="38059" y="180651"/>
                  </a:cubicBezTo>
                  <a:cubicBezTo>
                    <a:pt x="38059" y="185221"/>
                    <a:pt x="41757" y="188925"/>
                    <a:pt x="46276" y="188925"/>
                  </a:cubicBezTo>
                  <a:cubicBezTo>
                    <a:pt x="50795" y="188925"/>
                    <a:pt x="54493" y="185221"/>
                    <a:pt x="54493" y="180651"/>
                  </a:cubicBezTo>
                  <a:cubicBezTo>
                    <a:pt x="54493" y="176077"/>
                    <a:pt x="50795" y="172373"/>
                    <a:pt x="46276" y="172373"/>
                  </a:cubicBezTo>
                  <a:close/>
                  <a:moveTo>
                    <a:pt x="84335" y="172373"/>
                  </a:moveTo>
                  <a:cubicBezTo>
                    <a:pt x="79816" y="172373"/>
                    <a:pt x="76155" y="176077"/>
                    <a:pt x="76155" y="180651"/>
                  </a:cubicBezTo>
                  <a:cubicBezTo>
                    <a:pt x="76155" y="185221"/>
                    <a:pt x="79816" y="188925"/>
                    <a:pt x="84335" y="188925"/>
                  </a:cubicBezTo>
                  <a:cubicBezTo>
                    <a:pt x="88892" y="188925"/>
                    <a:pt x="92552" y="185221"/>
                    <a:pt x="92552" y="180651"/>
                  </a:cubicBezTo>
                  <a:cubicBezTo>
                    <a:pt x="92552" y="176077"/>
                    <a:pt x="88892" y="172373"/>
                    <a:pt x="84335" y="172373"/>
                  </a:cubicBezTo>
                  <a:close/>
                  <a:moveTo>
                    <a:pt x="122431" y="172373"/>
                  </a:moveTo>
                  <a:cubicBezTo>
                    <a:pt x="117875" y="172373"/>
                    <a:pt x="114215" y="176077"/>
                    <a:pt x="114215" y="180651"/>
                  </a:cubicBezTo>
                  <a:cubicBezTo>
                    <a:pt x="114215" y="185221"/>
                    <a:pt x="117875" y="188925"/>
                    <a:pt x="122431" y="188925"/>
                  </a:cubicBezTo>
                  <a:cubicBezTo>
                    <a:pt x="126950" y="188925"/>
                    <a:pt x="130611" y="185221"/>
                    <a:pt x="130611" y="180651"/>
                  </a:cubicBezTo>
                  <a:cubicBezTo>
                    <a:pt x="130611" y="176077"/>
                    <a:pt x="126950" y="172373"/>
                    <a:pt x="122431" y="172373"/>
                  </a:cubicBezTo>
                  <a:close/>
                  <a:moveTo>
                    <a:pt x="160491" y="172373"/>
                  </a:moveTo>
                  <a:cubicBezTo>
                    <a:pt x="155971" y="172373"/>
                    <a:pt x="152273" y="176077"/>
                    <a:pt x="152273" y="180651"/>
                  </a:cubicBezTo>
                  <a:cubicBezTo>
                    <a:pt x="152273" y="185221"/>
                    <a:pt x="155971" y="188925"/>
                    <a:pt x="160491" y="188925"/>
                  </a:cubicBezTo>
                  <a:cubicBezTo>
                    <a:pt x="165010" y="188925"/>
                    <a:pt x="168707" y="185221"/>
                    <a:pt x="168707" y="180651"/>
                  </a:cubicBezTo>
                  <a:cubicBezTo>
                    <a:pt x="168707" y="176077"/>
                    <a:pt x="165010" y="172373"/>
                    <a:pt x="160491" y="172373"/>
                  </a:cubicBezTo>
                  <a:close/>
                  <a:moveTo>
                    <a:pt x="198549" y="172373"/>
                  </a:moveTo>
                  <a:cubicBezTo>
                    <a:pt x="194030" y="172373"/>
                    <a:pt x="190370" y="176077"/>
                    <a:pt x="190370" y="180651"/>
                  </a:cubicBezTo>
                  <a:cubicBezTo>
                    <a:pt x="190370" y="185221"/>
                    <a:pt x="194030" y="188925"/>
                    <a:pt x="198549" y="188925"/>
                  </a:cubicBezTo>
                  <a:cubicBezTo>
                    <a:pt x="203106" y="188925"/>
                    <a:pt x="206766" y="185221"/>
                    <a:pt x="206766" y="180651"/>
                  </a:cubicBezTo>
                  <a:cubicBezTo>
                    <a:pt x="206766" y="176077"/>
                    <a:pt x="203106" y="172373"/>
                    <a:pt x="198549" y="172373"/>
                  </a:cubicBezTo>
                  <a:close/>
                  <a:moveTo>
                    <a:pt x="236645" y="172373"/>
                  </a:moveTo>
                  <a:cubicBezTo>
                    <a:pt x="232089" y="172373"/>
                    <a:pt x="228429" y="176077"/>
                    <a:pt x="228429" y="180651"/>
                  </a:cubicBezTo>
                  <a:cubicBezTo>
                    <a:pt x="228429" y="185221"/>
                    <a:pt x="232089" y="188925"/>
                    <a:pt x="236645" y="188925"/>
                  </a:cubicBezTo>
                  <a:cubicBezTo>
                    <a:pt x="241165" y="188925"/>
                    <a:pt x="244825" y="185221"/>
                    <a:pt x="244825" y="180651"/>
                  </a:cubicBezTo>
                  <a:cubicBezTo>
                    <a:pt x="244825" y="176077"/>
                    <a:pt x="241165" y="172373"/>
                    <a:pt x="236645" y="172373"/>
                  </a:cubicBezTo>
                  <a:close/>
                  <a:moveTo>
                    <a:pt x="274705" y="172373"/>
                  </a:moveTo>
                  <a:cubicBezTo>
                    <a:pt x="270186" y="172373"/>
                    <a:pt x="266525" y="176077"/>
                    <a:pt x="266525" y="180651"/>
                  </a:cubicBezTo>
                  <a:cubicBezTo>
                    <a:pt x="266525" y="185221"/>
                    <a:pt x="270186" y="188925"/>
                    <a:pt x="274705" y="188925"/>
                  </a:cubicBezTo>
                  <a:cubicBezTo>
                    <a:pt x="279224" y="188925"/>
                    <a:pt x="282921" y="185221"/>
                    <a:pt x="282921" y="180651"/>
                  </a:cubicBezTo>
                  <a:cubicBezTo>
                    <a:pt x="282921" y="176077"/>
                    <a:pt x="279224" y="172373"/>
                    <a:pt x="274705" y="172373"/>
                  </a:cubicBezTo>
                  <a:close/>
                  <a:moveTo>
                    <a:pt x="312763" y="172373"/>
                  </a:moveTo>
                  <a:cubicBezTo>
                    <a:pt x="308244" y="172373"/>
                    <a:pt x="304584" y="176077"/>
                    <a:pt x="304584" y="180651"/>
                  </a:cubicBezTo>
                  <a:cubicBezTo>
                    <a:pt x="304584" y="185221"/>
                    <a:pt x="308244" y="188925"/>
                    <a:pt x="312763" y="188925"/>
                  </a:cubicBezTo>
                  <a:cubicBezTo>
                    <a:pt x="317320" y="188925"/>
                    <a:pt x="320981" y="185221"/>
                    <a:pt x="320981" y="180651"/>
                  </a:cubicBezTo>
                  <a:cubicBezTo>
                    <a:pt x="320981" y="176077"/>
                    <a:pt x="317320" y="172373"/>
                    <a:pt x="312763" y="172373"/>
                  </a:cubicBezTo>
                  <a:close/>
                  <a:moveTo>
                    <a:pt x="350860" y="172373"/>
                  </a:moveTo>
                  <a:cubicBezTo>
                    <a:pt x="346340" y="172373"/>
                    <a:pt x="342643" y="176077"/>
                    <a:pt x="342643" y="180651"/>
                  </a:cubicBezTo>
                  <a:cubicBezTo>
                    <a:pt x="342643" y="185221"/>
                    <a:pt x="346340" y="188925"/>
                    <a:pt x="350860" y="188925"/>
                  </a:cubicBezTo>
                  <a:cubicBezTo>
                    <a:pt x="355379" y="188925"/>
                    <a:pt x="359039" y="185221"/>
                    <a:pt x="359039" y="180651"/>
                  </a:cubicBezTo>
                  <a:cubicBezTo>
                    <a:pt x="359039" y="176077"/>
                    <a:pt x="355379" y="172373"/>
                    <a:pt x="350860" y="172373"/>
                  </a:cubicBezTo>
                  <a:close/>
                  <a:moveTo>
                    <a:pt x="388919" y="172373"/>
                  </a:moveTo>
                  <a:cubicBezTo>
                    <a:pt x="384400" y="172373"/>
                    <a:pt x="380740" y="176077"/>
                    <a:pt x="380740" y="180651"/>
                  </a:cubicBezTo>
                  <a:cubicBezTo>
                    <a:pt x="380740" y="185221"/>
                    <a:pt x="384400" y="188925"/>
                    <a:pt x="388919" y="188925"/>
                  </a:cubicBezTo>
                  <a:cubicBezTo>
                    <a:pt x="393438" y="188925"/>
                    <a:pt x="397136" y="185221"/>
                    <a:pt x="397136" y="180651"/>
                  </a:cubicBezTo>
                  <a:cubicBezTo>
                    <a:pt x="397136" y="176077"/>
                    <a:pt x="393438" y="172373"/>
                    <a:pt x="388919" y="172373"/>
                  </a:cubicBezTo>
                  <a:close/>
                  <a:moveTo>
                    <a:pt x="427015" y="172373"/>
                  </a:moveTo>
                  <a:cubicBezTo>
                    <a:pt x="422458" y="172373"/>
                    <a:pt x="418798" y="176077"/>
                    <a:pt x="418798" y="180651"/>
                  </a:cubicBezTo>
                  <a:cubicBezTo>
                    <a:pt x="418798" y="185221"/>
                    <a:pt x="422458" y="188925"/>
                    <a:pt x="427015" y="188925"/>
                  </a:cubicBezTo>
                  <a:cubicBezTo>
                    <a:pt x="431535" y="188925"/>
                    <a:pt x="435195" y="185221"/>
                    <a:pt x="435195" y="180651"/>
                  </a:cubicBezTo>
                  <a:cubicBezTo>
                    <a:pt x="435195" y="176077"/>
                    <a:pt x="431535" y="172373"/>
                    <a:pt x="427015" y="172373"/>
                  </a:cubicBezTo>
                  <a:close/>
                  <a:moveTo>
                    <a:pt x="465074" y="172373"/>
                  </a:moveTo>
                  <a:cubicBezTo>
                    <a:pt x="460555" y="172373"/>
                    <a:pt x="456858" y="176077"/>
                    <a:pt x="456858" y="180651"/>
                  </a:cubicBezTo>
                  <a:cubicBezTo>
                    <a:pt x="456858" y="185221"/>
                    <a:pt x="460555" y="188925"/>
                    <a:pt x="465074" y="188925"/>
                  </a:cubicBezTo>
                  <a:cubicBezTo>
                    <a:pt x="469593" y="188925"/>
                    <a:pt x="473254" y="185221"/>
                    <a:pt x="473254" y="180651"/>
                  </a:cubicBezTo>
                  <a:cubicBezTo>
                    <a:pt x="473254" y="176077"/>
                    <a:pt x="469593" y="172373"/>
                    <a:pt x="465074" y="172373"/>
                  </a:cubicBezTo>
                  <a:close/>
                  <a:moveTo>
                    <a:pt x="503133" y="172373"/>
                  </a:moveTo>
                  <a:cubicBezTo>
                    <a:pt x="498614" y="172373"/>
                    <a:pt x="494954" y="176077"/>
                    <a:pt x="494954" y="180651"/>
                  </a:cubicBezTo>
                  <a:cubicBezTo>
                    <a:pt x="494954" y="185221"/>
                    <a:pt x="498614" y="188925"/>
                    <a:pt x="503133" y="188925"/>
                  </a:cubicBezTo>
                  <a:cubicBezTo>
                    <a:pt x="507690" y="188925"/>
                    <a:pt x="511350" y="185221"/>
                    <a:pt x="511350" y="180651"/>
                  </a:cubicBezTo>
                  <a:cubicBezTo>
                    <a:pt x="511350" y="176077"/>
                    <a:pt x="507690" y="172373"/>
                    <a:pt x="503133" y="172373"/>
                  </a:cubicBezTo>
                  <a:close/>
                  <a:moveTo>
                    <a:pt x="541230" y="172373"/>
                  </a:moveTo>
                  <a:cubicBezTo>
                    <a:pt x="536673" y="172373"/>
                    <a:pt x="533013" y="176077"/>
                    <a:pt x="533013" y="180651"/>
                  </a:cubicBezTo>
                  <a:cubicBezTo>
                    <a:pt x="533013" y="185221"/>
                    <a:pt x="536673" y="188925"/>
                    <a:pt x="541230" y="188925"/>
                  </a:cubicBezTo>
                  <a:cubicBezTo>
                    <a:pt x="545749" y="188925"/>
                    <a:pt x="549409" y="185221"/>
                    <a:pt x="549409" y="180651"/>
                  </a:cubicBezTo>
                  <a:cubicBezTo>
                    <a:pt x="549409" y="176077"/>
                    <a:pt x="545749" y="172373"/>
                    <a:pt x="541230" y="172373"/>
                  </a:cubicBezTo>
                  <a:close/>
                  <a:moveTo>
                    <a:pt x="579289" y="172373"/>
                  </a:moveTo>
                  <a:cubicBezTo>
                    <a:pt x="574769" y="172373"/>
                    <a:pt x="571072" y="176077"/>
                    <a:pt x="571072" y="180651"/>
                  </a:cubicBezTo>
                  <a:cubicBezTo>
                    <a:pt x="571072" y="185221"/>
                    <a:pt x="574769" y="188925"/>
                    <a:pt x="579289" y="188925"/>
                  </a:cubicBezTo>
                  <a:cubicBezTo>
                    <a:pt x="583808" y="188925"/>
                    <a:pt x="587506" y="185221"/>
                    <a:pt x="587506" y="180651"/>
                  </a:cubicBezTo>
                  <a:cubicBezTo>
                    <a:pt x="587506" y="176077"/>
                    <a:pt x="583808" y="172373"/>
                    <a:pt x="579289" y="172373"/>
                  </a:cubicBezTo>
                  <a:close/>
                  <a:moveTo>
                    <a:pt x="617348" y="172373"/>
                  </a:moveTo>
                  <a:cubicBezTo>
                    <a:pt x="612828" y="172373"/>
                    <a:pt x="609168" y="176077"/>
                    <a:pt x="609168" y="180651"/>
                  </a:cubicBezTo>
                  <a:cubicBezTo>
                    <a:pt x="609168" y="185221"/>
                    <a:pt x="612828" y="188925"/>
                    <a:pt x="617348" y="188925"/>
                  </a:cubicBezTo>
                  <a:cubicBezTo>
                    <a:pt x="621904" y="188925"/>
                    <a:pt x="625564" y="185221"/>
                    <a:pt x="625564" y="180651"/>
                  </a:cubicBezTo>
                  <a:cubicBezTo>
                    <a:pt x="625564" y="176077"/>
                    <a:pt x="621904" y="172373"/>
                    <a:pt x="617348" y="172373"/>
                  </a:cubicBezTo>
                  <a:close/>
                  <a:moveTo>
                    <a:pt x="655444" y="172373"/>
                  </a:moveTo>
                  <a:cubicBezTo>
                    <a:pt x="650887" y="172373"/>
                    <a:pt x="647227" y="176077"/>
                    <a:pt x="647227" y="180651"/>
                  </a:cubicBezTo>
                  <a:cubicBezTo>
                    <a:pt x="647227" y="185221"/>
                    <a:pt x="650887" y="188925"/>
                    <a:pt x="655444" y="188925"/>
                  </a:cubicBezTo>
                  <a:cubicBezTo>
                    <a:pt x="659963" y="188925"/>
                    <a:pt x="663624" y="185221"/>
                    <a:pt x="663624" y="180651"/>
                  </a:cubicBezTo>
                  <a:cubicBezTo>
                    <a:pt x="663624" y="176077"/>
                    <a:pt x="659963" y="172373"/>
                    <a:pt x="655444" y="172373"/>
                  </a:cubicBezTo>
                  <a:close/>
                  <a:moveTo>
                    <a:pt x="693503" y="172373"/>
                  </a:moveTo>
                  <a:cubicBezTo>
                    <a:pt x="688984" y="172373"/>
                    <a:pt x="685286" y="176077"/>
                    <a:pt x="685286" y="180651"/>
                  </a:cubicBezTo>
                  <a:cubicBezTo>
                    <a:pt x="685286" y="185221"/>
                    <a:pt x="688984" y="188925"/>
                    <a:pt x="693503" y="188925"/>
                  </a:cubicBezTo>
                  <a:cubicBezTo>
                    <a:pt x="698022" y="188925"/>
                    <a:pt x="701720" y="185221"/>
                    <a:pt x="701720" y="180651"/>
                  </a:cubicBezTo>
                  <a:cubicBezTo>
                    <a:pt x="701720" y="176077"/>
                    <a:pt x="698022" y="172373"/>
                    <a:pt x="693503" y="172373"/>
                  </a:cubicBezTo>
                  <a:close/>
                  <a:moveTo>
                    <a:pt x="731562" y="172373"/>
                  </a:moveTo>
                  <a:cubicBezTo>
                    <a:pt x="727043" y="172373"/>
                    <a:pt x="723382" y="176077"/>
                    <a:pt x="723382" y="180651"/>
                  </a:cubicBezTo>
                  <a:cubicBezTo>
                    <a:pt x="723382" y="185221"/>
                    <a:pt x="727043" y="188925"/>
                    <a:pt x="731562" y="188925"/>
                  </a:cubicBezTo>
                  <a:cubicBezTo>
                    <a:pt x="736119" y="188925"/>
                    <a:pt x="739779" y="185221"/>
                    <a:pt x="739779" y="180651"/>
                  </a:cubicBezTo>
                  <a:cubicBezTo>
                    <a:pt x="739779" y="176077"/>
                    <a:pt x="736119" y="172373"/>
                    <a:pt x="731562" y="172373"/>
                  </a:cubicBezTo>
                  <a:close/>
                  <a:moveTo>
                    <a:pt x="769658" y="172373"/>
                  </a:moveTo>
                  <a:cubicBezTo>
                    <a:pt x="765102" y="172373"/>
                    <a:pt x="761441" y="176077"/>
                    <a:pt x="761441" y="180651"/>
                  </a:cubicBezTo>
                  <a:cubicBezTo>
                    <a:pt x="761441" y="185221"/>
                    <a:pt x="765102" y="188925"/>
                    <a:pt x="769658" y="188925"/>
                  </a:cubicBezTo>
                  <a:cubicBezTo>
                    <a:pt x="774177" y="188925"/>
                    <a:pt x="777838" y="185221"/>
                    <a:pt x="777838" y="180651"/>
                  </a:cubicBezTo>
                  <a:cubicBezTo>
                    <a:pt x="777838" y="176077"/>
                    <a:pt x="774177" y="172373"/>
                    <a:pt x="769658" y="172373"/>
                  </a:cubicBezTo>
                  <a:close/>
                  <a:moveTo>
                    <a:pt x="807717" y="172373"/>
                  </a:moveTo>
                  <a:cubicBezTo>
                    <a:pt x="803198" y="172373"/>
                    <a:pt x="799538" y="176077"/>
                    <a:pt x="799538" y="180651"/>
                  </a:cubicBezTo>
                  <a:cubicBezTo>
                    <a:pt x="799538" y="185221"/>
                    <a:pt x="803198" y="188925"/>
                    <a:pt x="807717" y="188925"/>
                  </a:cubicBezTo>
                  <a:cubicBezTo>
                    <a:pt x="812237" y="188925"/>
                    <a:pt x="815934" y="185221"/>
                    <a:pt x="815934" y="180651"/>
                  </a:cubicBezTo>
                  <a:cubicBezTo>
                    <a:pt x="815934" y="176077"/>
                    <a:pt x="812237" y="172373"/>
                    <a:pt x="807717" y="172373"/>
                  </a:cubicBezTo>
                  <a:close/>
                  <a:moveTo>
                    <a:pt x="845776" y="172373"/>
                  </a:moveTo>
                  <a:cubicBezTo>
                    <a:pt x="841257" y="172373"/>
                    <a:pt x="837597" y="176077"/>
                    <a:pt x="837597" y="180651"/>
                  </a:cubicBezTo>
                  <a:cubicBezTo>
                    <a:pt x="837597" y="185221"/>
                    <a:pt x="841257" y="188925"/>
                    <a:pt x="845776" y="188925"/>
                  </a:cubicBezTo>
                  <a:cubicBezTo>
                    <a:pt x="850333" y="188925"/>
                    <a:pt x="853993" y="185221"/>
                    <a:pt x="853993" y="180651"/>
                  </a:cubicBezTo>
                  <a:cubicBezTo>
                    <a:pt x="853993" y="176077"/>
                    <a:pt x="850333" y="172373"/>
                    <a:pt x="845776" y="172373"/>
                  </a:cubicBezTo>
                  <a:close/>
                  <a:moveTo>
                    <a:pt x="883873" y="172373"/>
                  </a:moveTo>
                  <a:cubicBezTo>
                    <a:pt x="879353" y="172373"/>
                    <a:pt x="875656" y="176077"/>
                    <a:pt x="875656" y="180651"/>
                  </a:cubicBezTo>
                  <a:cubicBezTo>
                    <a:pt x="875656" y="185221"/>
                    <a:pt x="879353" y="188925"/>
                    <a:pt x="883873" y="188925"/>
                  </a:cubicBezTo>
                  <a:cubicBezTo>
                    <a:pt x="888392" y="188925"/>
                    <a:pt x="892052" y="185221"/>
                    <a:pt x="892052" y="180651"/>
                  </a:cubicBezTo>
                  <a:cubicBezTo>
                    <a:pt x="892052" y="176077"/>
                    <a:pt x="888392" y="172373"/>
                    <a:pt x="883873" y="172373"/>
                  </a:cubicBezTo>
                  <a:close/>
                  <a:moveTo>
                    <a:pt x="921932" y="172373"/>
                  </a:moveTo>
                  <a:cubicBezTo>
                    <a:pt x="917412" y="172373"/>
                    <a:pt x="913752" y="176077"/>
                    <a:pt x="913752" y="180651"/>
                  </a:cubicBezTo>
                  <a:cubicBezTo>
                    <a:pt x="913752" y="185221"/>
                    <a:pt x="917412" y="188925"/>
                    <a:pt x="921932" y="188925"/>
                  </a:cubicBezTo>
                  <a:cubicBezTo>
                    <a:pt x="926451" y="188925"/>
                    <a:pt x="930148" y="185221"/>
                    <a:pt x="930148" y="180651"/>
                  </a:cubicBezTo>
                  <a:cubicBezTo>
                    <a:pt x="930148" y="176077"/>
                    <a:pt x="926451" y="172373"/>
                    <a:pt x="921932" y="172373"/>
                  </a:cubicBezTo>
                  <a:close/>
                  <a:moveTo>
                    <a:pt x="960028" y="172373"/>
                  </a:moveTo>
                  <a:cubicBezTo>
                    <a:pt x="955471" y="172373"/>
                    <a:pt x="951811" y="176077"/>
                    <a:pt x="951811" y="180651"/>
                  </a:cubicBezTo>
                  <a:cubicBezTo>
                    <a:pt x="951811" y="185221"/>
                    <a:pt x="955471" y="188925"/>
                    <a:pt x="960028" y="188925"/>
                  </a:cubicBezTo>
                  <a:cubicBezTo>
                    <a:pt x="964547" y="188925"/>
                    <a:pt x="968207" y="185221"/>
                    <a:pt x="968207" y="180651"/>
                  </a:cubicBezTo>
                  <a:cubicBezTo>
                    <a:pt x="968207" y="176077"/>
                    <a:pt x="964547" y="172373"/>
                    <a:pt x="960028" y="172373"/>
                  </a:cubicBezTo>
                  <a:close/>
                  <a:moveTo>
                    <a:pt x="8217" y="215707"/>
                  </a:moveTo>
                  <a:cubicBezTo>
                    <a:pt x="3660" y="215707"/>
                    <a:pt x="0" y="219411"/>
                    <a:pt x="0" y="223985"/>
                  </a:cubicBezTo>
                  <a:cubicBezTo>
                    <a:pt x="0" y="228555"/>
                    <a:pt x="3660" y="232259"/>
                    <a:pt x="8217" y="232259"/>
                  </a:cubicBezTo>
                  <a:cubicBezTo>
                    <a:pt x="12736" y="232259"/>
                    <a:pt x="16396" y="228555"/>
                    <a:pt x="16396" y="223985"/>
                  </a:cubicBezTo>
                  <a:cubicBezTo>
                    <a:pt x="16396" y="219411"/>
                    <a:pt x="12736" y="215707"/>
                    <a:pt x="8217" y="215707"/>
                  </a:cubicBezTo>
                  <a:close/>
                  <a:moveTo>
                    <a:pt x="46276" y="215707"/>
                  </a:moveTo>
                  <a:cubicBezTo>
                    <a:pt x="41757" y="215707"/>
                    <a:pt x="38059" y="219411"/>
                    <a:pt x="38059" y="223985"/>
                  </a:cubicBezTo>
                  <a:cubicBezTo>
                    <a:pt x="38059" y="228555"/>
                    <a:pt x="41757" y="232259"/>
                    <a:pt x="46276" y="232259"/>
                  </a:cubicBezTo>
                  <a:cubicBezTo>
                    <a:pt x="50795" y="232259"/>
                    <a:pt x="54493" y="228555"/>
                    <a:pt x="54493" y="223985"/>
                  </a:cubicBezTo>
                  <a:cubicBezTo>
                    <a:pt x="54493" y="219411"/>
                    <a:pt x="50795" y="215707"/>
                    <a:pt x="46276" y="215707"/>
                  </a:cubicBezTo>
                  <a:close/>
                  <a:moveTo>
                    <a:pt x="84335" y="215707"/>
                  </a:moveTo>
                  <a:cubicBezTo>
                    <a:pt x="79816" y="215707"/>
                    <a:pt x="76155" y="219411"/>
                    <a:pt x="76155" y="223985"/>
                  </a:cubicBezTo>
                  <a:cubicBezTo>
                    <a:pt x="76155" y="228555"/>
                    <a:pt x="79816" y="232259"/>
                    <a:pt x="84335" y="232259"/>
                  </a:cubicBezTo>
                  <a:cubicBezTo>
                    <a:pt x="88892" y="232259"/>
                    <a:pt x="92552" y="228555"/>
                    <a:pt x="92552" y="223985"/>
                  </a:cubicBezTo>
                  <a:cubicBezTo>
                    <a:pt x="92552" y="219411"/>
                    <a:pt x="88892" y="215707"/>
                    <a:pt x="84335" y="215707"/>
                  </a:cubicBezTo>
                  <a:close/>
                  <a:moveTo>
                    <a:pt x="122431" y="215707"/>
                  </a:moveTo>
                  <a:cubicBezTo>
                    <a:pt x="117875" y="215707"/>
                    <a:pt x="114215" y="219411"/>
                    <a:pt x="114215" y="223985"/>
                  </a:cubicBezTo>
                  <a:cubicBezTo>
                    <a:pt x="114215" y="228555"/>
                    <a:pt x="117875" y="232259"/>
                    <a:pt x="122431" y="232259"/>
                  </a:cubicBezTo>
                  <a:cubicBezTo>
                    <a:pt x="126950" y="232259"/>
                    <a:pt x="130611" y="228555"/>
                    <a:pt x="130611" y="223985"/>
                  </a:cubicBezTo>
                  <a:cubicBezTo>
                    <a:pt x="130611" y="219411"/>
                    <a:pt x="126950" y="215707"/>
                    <a:pt x="122431" y="215707"/>
                  </a:cubicBezTo>
                  <a:close/>
                  <a:moveTo>
                    <a:pt x="160491" y="215707"/>
                  </a:moveTo>
                  <a:cubicBezTo>
                    <a:pt x="155971" y="215707"/>
                    <a:pt x="152273" y="219411"/>
                    <a:pt x="152273" y="223985"/>
                  </a:cubicBezTo>
                  <a:cubicBezTo>
                    <a:pt x="152273" y="228555"/>
                    <a:pt x="155971" y="232259"/>
                    <a:pt x="160491" y="232259"/>
                  </a:cubicBezTo>
                  <a:cubicBezTo>
                    <a:pt x="165010" y="232259"/>
                    <a:pt x="168707" y="228555"/>
                    <a:pt x="168707" y="223985"/>
                  </a:cubicBezTo>
                  <a:cubicBezTo>
                    <a:pt x="168707" y="219411"/>
                    <a:pt x="165010" y="215707"/>
                    <a:pt x="160491" y="215707"/>
                  </a:cubicBezTo>
                  <a:close/>
                  <a:moveTo>
                    <a:pt x="198549" y="215707"/>
                  </a:moveTo>
                  <a:cubicBezTo>
                    <a:pt x="194030" y="215707"/>
                    <a:pt x="190370" y="219411"/>
                    <a:pt x="190370" y="223985"/>
                  </a:cubicBezTo>
                  <a:cubicBezTo>
                    <a:pt x="190370" y="228555"/>
                    <a:pt x="194030" y="232259"/>
                    <a:pt x="198549" y="232259"/>
                  </a:cubicBezTo>
                  <a:cubicBezTo>
                    <a:pt x="203106" y="232259"/>
                    <a:pt x="206766" y="228555"/>
                    <a:pt x="206766" y="223985"/>
                  </a:cubicBezTo>
                  <a:cubicBezTo>
                    <a:pt x="206766" y="219411"/>
                    <a:pt x="203106" y="215707"/>
                    <a:pt x="198549" y="215707"/>
                  </a:cubicBezTo>
                  <a:close/>
                  <a:moveTo>
                    <a:pt x="236645" y="215707"/>
                  </a:moveTo>
                  <a:cubicBezTo>
                    <a:pt x="232089" y="215707"/>
                    <a:pt x="228429" y="219411"/>
                    <a:pt x="228429" y="223985"/>
                  </a:cubicBezTo>
                  <a:cubicBezTo>
                    <a:pt x="228429" y="228555"/>
                    <a:pt x="232089" y="232259"/>
                    <a:pt x="236645" y="232259"/>
                  </a:cubicBezTo>
                  <a:cubicBezTo>
                    <a:pt x="241165" y="232259"/>
                    <a:pt x="244825" y="228555"/>
                    <a:pt x="244825" y="223985"/>
                  </a:cubicBezTo>
                  <a:cubicBezTo>
                    <a:pt x="244825" y="219411"/>
                    <a:pt x="241165" y="215707"/>
                    <a:pt x="236645" y="215707"/>
                  </a:cubicBezTo>
                  <a:close/>
                  <a:moveTo>
                    <a:pt x="274705" y="215707"/>
                  </a:moveTo>
                  <a:cubicBezTo>
                    <a:pt x="270186" y="215707"/>
                    <a:pt x="266525" y="219411"/>
                    <a:pt x="266525" y="223985"/>
                  </a:cubicBezTo>
                  <a:cubicBezTo>
                    <a:pt x="266525" y="228555"/>
                    <a:pt x="270186" y="232259"/>
                    <a:pt x="274705" y="232259"/>
                  </a:cubicBezTo>
                  <a:cubicBezTo>
                    <a:pt x="279224" y="232259"/>
                    <a:pt x="282921" y="228555"/>
                    <a:pt x="282921" y="223985"/>
                  </a:cubicBezTo>
                  <a:cubicBezTo>
                    <a:pt x="282921" y="219411"/>
                    <a:pt x="279224" y="215707"/>
                    <a:pt x="274705" y="215707"/>
                  </a:cubicBezTo>
                  <a:close/>
                  <a:moveTo>
                    <a:pt x="312763" y="215707"/>
                  </a:moveTo>
                  <a:cubicBezTo>
                    <a:pt x="308244" y="215707"/>
                    <a:pt x="304584" y="219411"/>
                    <a:pt x="304584" y="223985"/>
                  </a:cubicBezTo>
                  <a:cubicBezTo>
                    <a:pt x="304584" y="228555"/>
                    <a:pt x="308244" y="232259"/>
                    <a:pt x="312763" y="232259"/>
                  </a:cubicBezTo>
                  <a:cubicBezTo>
                    <a:pt x="317320" y="232259"/>
                    <a:pt x="320981" y="228555"/>
                    <a:pt x="320981" y="223985"/>
                  </a:cubicBezTo>
                  <a:cubicBezTo>
                    <a:pt x="320981" y="219411"/>
                    <a:pt x="317320" y="215707"/>
                    <a:pt x="312763" y="215707"/>
                  </a:cubicBezTo>
                  <a:close/>
                  <a:moveTo>
                    <a:pt x="350860" y="215707"/>
                  </a:moveTo>
                  <a:cubicBezTo>
                    <a:pt x="346340" y="215707"/>
                    <a:pt x="342643" y="219411"/>
                    <a:pt x="342643" y="223985"/>
                  </a:cubicBezTo>
                  <a:cubicBezTo>
                    <a:pt x="342643" y="228555"/>
                    <a:pt x="346340" y="232259"/>
                    <a:pt x="350860" y="232259"/>
                  </a:cubicBezTo>
                  <a:cubicBezTo>
                    <a:pt x="355379" y="232259"/>
                    <a:pt x="359039" y="228555"/>
                    <a:pt x="359039" y="223985"/>
                  </a:cubicBezTo>
                  <a:cubicBezTo>
                    <a:pt x="359039" y="219411"/>
                    <a:pt x="355379" y="215707"/>
                    <a:pt x="350860" y="215707"/>
                  </a:cubicBezTo>
                  <a:close/>
                  <a:moveTo>
                    <a:pt x="388919" y="215707"/>
                  </a:moveTo>
                  <a:cubicBezTo>
                    <a:pt x="384400" y="215707"/>
                    <a:pt x="380740" y="219411"/>
                    <a:pt x="380740" y="223985"/>
                  </a:cubicBezTo>
                  <a:cubicBezTo>
                    <a:pt x="380740" y="228555"/>
                    <a:pt x="384400" y="232259"/>
                    <a:pt x="388919" y="232259"/>
                  </a:cubicBezTo>
                  <a:cubicBezTo>
                    <a:pt x="393438" y="232259"/>
                    <a:pt x="397136" y="228555"/>
                    <a:pt x="397136" y="223985"/>
                  </a:cubicBezTo>
                  <a:cubicBezTo>
                    <a:pt x="397136" y="219411"/>
                    <a:pt x="393438" y="215707"/>
                    <a:pt x="388919" y="215707"/>
                  </a:cubicBezTo>
                  <a:close/>
                  <a:moveTo>
                    <a:pt x="427015" y="215707"/>
                  </a:moveTo>
                  <a:cubicBezTo>
                    <a:pt x="422458" y="215707"/>
                    <a:pt x="418798" y="219411"/>
                    <a:pt x="418798" y="223985"/>
                  </a:cubicBezTo>
                  <a:cubicBezTo>
                    <a:pt x="418798" y="228555"/>
                    <a:pt x="422458" y="232259"/>
                    <a:pt x="427015" y="232259"/>
                  </a:cubicBezTo>
                  <a:cubicBezTo>
                    <a:pt x="431535" y="232259"/>
                    <a:pt x="435195" y="228555"/>
                    <a:pt x="435195" y="223985"/>
                  </a:cubicBezTo>
                  <a:cubicBezTo>
                    <a:pt x="435195" y="219411"/>
                    <a:pt x="431535" y="215707"/>
                    <a:pt x="427015" y="215707"/>
                  </a:cubicBezTo>
                  <a:close/>
                  <a:moveTo>
                    <a:pt x="465074" y="215707"/>
                  </a:moveTo>
                  <a:cubicBezTo>
                    <a:pt x="460555" y="215707"/>
                    <a:pt x="456858" y="219411"/>
                    <a:pt x="456858" y="223985"/>
                  </a:cubicBezTo>
                  <a:cubicBezTo>
                    <a:pt x="456858" y="228555"/>
                    <a:pt x="460555" y="232259"/>
                    <a:pt x="465074" y="232259"/>
                  </a:cubicBezTo>
                  <a:cubicBezTo>
                    <a:pt x="469593" y="232259"/>
                    <a:pt x="473254" y="228555"/>
                    <a:pt x="473254" y="223985"/>
                  </a:cubicBezTo>
                  <a:cubicBezTo>
                    <a:pt x="473254" y="219411"/>
                    <a:pt x="469593" y="215707"/>
                    <a:pt x="465074" y="215707"/>
                  </a:cubicBezTo>
                  <a:close/>
                  <a:moveTo>
                    <a:pt x="503133" y="215707"/>
                  </a:moveTo>
                  <a:cubicBezTo>
                    <a:pt x="498614" y="215707"/>
                    <a:pt x="494954" y="219411"/>
                    <a:pt x="494954" y="223985"/>
                  </a:cubicBezTo>
                  <a:cubicBezTo>
                    <a:pt x="494954" y="228555"/>
                    <a:pt x="498614" y="232259"/>
                    <a:pt x="503133" y="232259"/>
                  </a:cubicBezTo>
                  <a:cubicBezTo>
                    <a:pt x="507690" y="232259"/>
                    <a:pt x="511350" y="228555"/>
                    <a:pt x="511350" y="223985"/>
                  </a:cubicBezTo>
                  <a:cubicBezTo>
                    <a:pt x="511350" y="219411"/>
                    <a:pt x="507690" y="215707"/>
                    <a:pt x="503133" y="215707"/>
                  </a:cubicBezTo>
                  <a:close/>
                  <a:moveTo>
                    <a:pt x="541230" y="215707"/>
                  </a:moveTo>
                  <a:cubicBezTo>
                    <a:pt x="536673" y="215707"/>
                    <a:pt x="533013" y="219411"/>
                    <a:pt x="533013" y="223985"/>
                  </a:cubicBezTo>
                  <a:cubicBezTo>
                    <a:pt x="533013" y="228555"/>
                    <a:pt x="536673" y="232259"/>
                    <a:pt x="541230" y="232259"/>
                  </a:cubicBezTo>
                  <a:cubicBezTo>
                    <a:pt x="545749" y="232259"/>
                    <a:pt x="549409" y="228555"/>
                    <a:pt x="549409" y="223985"/>
                  </a:cubicBezTo>
                  <a:cubicBezTo>
                    <a:pt x="549409" y="219411"/>
                    <a:pt x="545749" y="215707"/>
                    <a:pt x="541230" y="215707"/>
                  </a:cubicBezTo>
                  <a:close/>
                  <a:moveTo>
                    <a:pt x="579289" y="215707"/>
                  </a:moveTo>
                  <a:cubicBezTo>
                    <a:pt x="574769" y="215707"/>
                    <a:pt x="571072" y="219411"/>
                    <a:pt x="571072" y="223985"/>
                  </a:cubicBezTo>
                  <a:cubicBezTo>
                    <a:pt x="571072" y="228555"/>
                    <a:pt x="574769" y="232259"/>
                    <a:pt x="579289" y="232259"/>
                  </a:cubicBezTo>
                  <a:cubicBezTo>
                    <a:pt x="583808" y="232259"/>
                    <a:pt x="587506" y="228555"/>
                    <a:pt x="587506" y="223985"/>
                  </a:cubicBezTo>
                  <a:cubicBezTo>
                    <a:pt x="587506" y="219411"/>
                    <a:pt x="583808" y="215707"/>
                    <a:pt x="579289" y="215707"/>
                  </a:cubicBezTo>
                  <a:close/>
                  <a:moveTo>
                    <a:pt x="617348" y="215707"/>
                  </a:moveTo>
                  <a:cubicBezTo>
                    <a:pt x="612828" y="215707"/>
                    <a:pt x="609168" y="219411"/>
                    <a:pt x="609168" y="223985"/>
                  </a:cubicBezTo>
                  <a:cubicBezTo>
                    <a:pt x="609168" y="228555"/>
                    <a:pt x="612828" y="232259"/>
                    <a:pt x="617348" y="232259"/>
                  </a:cubicBezTo>
                  <a:cubicBezTo>
                    <a:pt x="621904" y="232259"/>
                    <a:pt x="625564" y="228555"/>
                    <a:pt x="625564" y="223985"/>
                  </a:cubicBezTo>
                  <a:cubicBezTo>
                    <a:pt x="625564" y="219411"/>
                    <a:pt x="621904" y="215707"/>
                    <a:pt x="617348" y="215707"/>
                  </a:cubicBezTo>
                  <a:close/>
                  <a:moveTo>
                    <a:pt x="655444" y="215707"/>
                  </a:moveTo>
                  <a:cubicBezTo>
                    <a:pt x="650887" y="215707"/>
                    <a:pt x="647227" y="219411"/>
                    <a:pt x="647227" y="223985"/>
                  </a:cubicBezTo>
                  <a:cubicBezTo>
                    <a:pt x="647227" y="228555"/>
                    <a:pt x="650887" y="232259"/>
                    <a:pt x="655444" y="232259"/>
                  </a:cubicBezTo>
                  <a:cubicBezTo>
                    <a:pt x="659963" y="232259"/>
                    <a:pt x="663624" y="228555"/>
                    <a:pt x="663624" y="223985"/>
                  </a:cubicBezTo>
                  <a:cubicBezTo>
                    <a:pt x="663624" y="219411"/>
                    <a:pt x="659963" y="215707"/>
                    <a:pt x="655444" y="215707"/>
                  </a:cubicBezTo>
                  <a:close/>
                  <a:moveTo>
                    <a:pt x="693503" y="215707"/>
                  </a:moveTo>
                  <a:cubicBezTo>
                    <a:pt x="688984" y="215707"/>
                    <a:pt x="685286" y="219411"/>
                    <a:pt x="685286" y="223985"/>
                  </a:cubicBezTo>
                  <a:cubicBezTo>
                    <a:pt x="685286" y="228555"/>
                    <a:pt x="688984" y="232259"/>
                    <a:pt x="693503" y="232259"/>
                  </a:cubicBezTo>
                  <a:cubicBezTo>
                    <a:pt x="698022" y="232259"/>
                    <a:pt x="701720" y="228555"/>
                    <a:pt x="701720" y="223985"/>
                  </a:cubicBezTo>
                  <a:cubicBezTo>
                    <a:pt x="701720" y="219411"/>
                    <a:pt x="698022" y="215707"/>
                    <a:pt x="693503" y="215707"/>
                  </a:cubicBezTo>
                  <a:close/>
                  <a:moveTo>
                    <a:pt x="731562" y="215707"/>
                  </a:moveTo>
                  <a:cubicBezTo>
                    <a:pt x="727043" y="215707"/>
                    <a:pt x="723382" y="219411"/>
                    <a:pt x="723382" y="223985"/>
                  </a:cubicBezTo>
                  <a:cubicBezTo>
                    <a:pt x="723382" y="228555"/>
                    <a:pt x="727043" y="232259"/>
                    <a:pt x="731562" y="232259"/>
                  </a:cubicBezTo>
                  <a:cubicBezTo>
                    <a:pt x="736119" y="232259"/>
                    <a:pt x="739779" y="228555"/>
                    <a:pt x="739779" y="223985"/>
                  </a:cubicBezTo>
                  <a:cubicBezTo>
                    <a:pt x="739779" y="219411"/>
                    <a:pt x="736119" y="215707"/>
                    <a:pt x="731562" y="215707"/>
                  </a:cubicBezTo>
                  <a:close/>
                  <a:moveTo>
                    <a:pt x="769658" y="215707"/>
                  </a:moveTo>
                  <a:cubicBezTo>
                    <a:pt x="765102" y="215707"/>
                    <a:pt x="761441" y="219411"/>
                    <a:pt x="761441" y="223985"/>
                  </a:cubicBezTo>
                  <a:cubicBezTo>
                    <a:pt x="761441" y="228555"/>
                    <a:pt x="765102" y="232259"/>
                    <a:pt x="769658" y="232259"/>
                  </a:cubicBezTo>
                  <a:cubicBezTo>
                    <a:pt x="774177" y="232259"/>
                    <a:pt x="777838" y="228555"/>
                    <a:pt x="777838" y="223985"/>
                  </a:cubicBezTo>
                  <a:cubicBezTo>
                    <a:pt x="777838" y="219411"/>
                    <a:pt x="774177" y="215707"/>
                    <a:pt x="769658" y="215707"/>
                  </a:cubicBezTo>
                  <a:close/>
                  <a:moveTo>
                    <a:pt x="807717" y="215707"/>
                  </a:moveTo>
                  <a:cubicBezTo>
                    <a:pt x="803198" y="215707"/>
                    <a:pt x="799538" y="219411"/>
                    <a:pt x="799538" y="223985"/>
                  </a:cubicBezTo>
                  <a:cubicBezTo>
                    <a:pt x="799538" y="228555"/>
                    <a:pt x="803198" y="232259"/>
                    <a:pt x="807717" y="232259"/>
                  </a:cubicBezTo>
                  <a:cubicBezTo>
                    <a:pt x="812237" y="232259"/>
                    <a:pt x="815934" y="228555"/>
                    <a:pt x="815934" y="223985"/>
                  </a:cubicBezTo>
                  <a:cubicBezTo>
                    <a:pt x="815934" y="219411"/>
                    <a:pt x="812237" y="215707"/>
                    <a:pt x="807717" y="215707"/>
                  </a:cubicBezTo>
                  <a:close/>
                  <a:moveTo>
                    <a:pt x="845776" y="215707"/>
                  </a:moveTo>
                  <a:cubicBezTo>
                    <a:pt x="841257" y="215707"/>
                    <a:pt x="837597" y="219411"/>
                    <a:pt x="837597" y="223985"/>
                  </a:cubicBezTo>
                  <a:cubicBezTo>
                    <a:pt x="837597" y="228555"/>
                    <a:pt x="841257" y="232259"/>
                    <a:pt x="845776" y="232259"/>
                  </a:cubicBezTo>
                  <a:cubicBezTo>
                    <a:pt x="850333" y="232259"/>
                    <a:pt x="853993" y="228555"/>
                    <a:pt x="853993" y="223985"/>
                  </a:cubicBezTo>
                  <a:cubicBezTo>
                    <a:pt x="853993" y="219411"/>
                    <a:pt x="850333" y="215707"/>
                    <a:pt x="845776" y="215707"/>
                  </a:cubicBezTo>
                  <a:close/>
                  <a:moveTo>
                    <a:pt x="883873" y="215707"/>
                  </a:moveTo>
                  <a:cubicBezTo>
                    <a:pt x="879353" y="215707"/>
                    <a:pt x="875656" y="219411"/>
                    <a:pt x="875656" y="223985"/>
                  </a:cubicBezTo>
                  <a:cubicBezTo>
                    <a:pt x="875656" y="228555"/>
                    <a:pt x="879353" y="232259"/>
                    <a:pt x="883873" y="232259"/>
                  </a:cubicBezTo>
                  <a:cubicBezTo>
                    <a:pt x="888392" y="232259"/>
                    <a:pt x="892052" y="228555"/>
                    <a:pt x="892052" y="223985"/>
                  </a:cubicBezTo>
                  <a:cubicBezTo>
                    <a:pt x="892052" y="219411"/>
                    <a:pt x="888392" y="215707"/>
                    <a:pt x="883873" y="215707"/>
                  </a:cubicBezTo>
                  <a:close/>
                  <a:moveTo>
                    <a:pt x="921932" y="215707"/>
                  </a:moveTo>
                  <a:cubicBezTo>
                    <a:pt x="917412" y="215707"/>
                    <a:pt x="913752" y="219411"/>
                    <a:pt x="913752" y="223985"/>
                  </a:cubicBezTo>
                  <a:cubicBezTo>
                    <a:pt x="913752" y="228555"/>
                    <a:pt x="917412" y="232259"/>
                    <a:pt x="921932" y="232259"/>
                  </a:cubicBezTo>
                  <a:cubicBezTo>
                    <a:pt x="926451" y="232259"/>
                    <a:pt x="930148" y="228555"/>
                    <a:pt x="930148" y="223985"/>
                  </a:cubicBezTo>
                  <a:cubicBezTo>
                    <a:pt x="930148" y="219411"/>
                    <a:pt x="926451" y="215707"/>
                    <a:pt x="921932" y="215707"/>
                  </a:cubicBezTo>
                  <a:close/>
                  <a:moveTo>
                    <a:pt x="960028" y="215707"/>
                  </a:moveTo>
                  <a:cubicBezTo>
                    <a:pt x="955471" y="215707"/>
                    <a:pt x="951811" y="219411"/>
                    <a:pt x="951811" y="223985"/>
                  </a:cubicBezTo>
                  <a:cubicBezTo>
                    <a:pt x="951811" y="228555"/>
                    <a:pt x="955471" y="232259"/>
                    <a:pt x="960028" y="232259"/>
                  </a:cubicBezTo>
                  <a:cubicBezTo>
                    <a:pt x="964547" y="232259"/>
                    <a:pt x="968207" y="228555"/>
                    <a:pt x="968207" y="223985"/>
                  </a:cubicBezTo>
                  <a:cubicBezTo>
                    <a:pt x="968207" y="219411"/>
                    <a:pt x="964547" y="215707"/>
                    <a:pt x="960028" y="215707"/>
                  </a:cubicBezTo>
                  <a:close/>
                  <a:moveTo>
                    <a:pt x="8217" y="259041"/>
                  </a:moveTo>
                  <a:cubicBezTo>
                    <a:pt x="3660" y="259041"/>
                    <a:pt x="0" y="262745"/>
                    <a:pt x="0" y="267319"/>
                  </a:cubicBezTo>
                  <a:cubicBezTo>
                    <a:pt x="0" y="271889"/>
                    <a:pt x="3660" y="275593"/>
                    <a:pt x="8217" y="275593"/>
                  </a:cubicBezTo>
                  <a:cubicBezTo>
                    <a:pt x="12736" y="275593"/>
                    <a:pt x="16396" y="271889"/>
                    <a:pt x="16396" y="267319"/>
                  </a:cubicBezTo>
                  <a:cubicBezTo>
                    <a:pt x="16396" y="262745"/>
                    <a:pt x="12736" y="259041"/>
                    <a:pt x="8217" y="259041"/>
                  </a:cubicBezTo>
                  <a:close/>
                  <a:moveTo>
                    <a:pt x="46276" y="259041"/>
                  </a:moveTo>
                  <a:cubicBezTo>
                    <a:pt x="41757" y="259041"/>
                    <a:pt x="38059" y="262745"/>
                    <a:pt x="38059" y="267319"/>
                  </a:cubicBezTo>
                  <a:cubicBezTo>
                    <a:pt x="38059" y="271889"/>
                    <a:pt x="41757" y="275593"/>
                    <a:pt x="46276" y="275593"/>
                  </a:cubicBezTo>
                  <a:cubicBezTo>
                    <a:pt x="50795" y="275593"/>
                    <a:pt x="54493" y="271889"/>
                    <a:pt x="54493" y="267319"/>
                  </a:cubicBezTo>
                  <a:cubicBezTo>
                    <a:pt x="54493" y="262745"/>
                    <a:pt x="50795" y="259041"/>
                    <a:pt x="46276" y="259041"/>
                  </a:cubicBezTo>
                  <a:close/>
                  <a:moveTo>
                    <a:pt x="84335" y="259041"/>
                  </a:moveTo>
                  <a:cubicBezTo>
                    <a:pt x="79816" y="259041"/>
                    <a:pt x="76155" y="262745"/>
                    <a:pt x="76155" y="267319"/>
                  </a:cubicBezTo>
                  <a:cubicBezTo>
                    <a:pt x="76155" y="271889"/>
                    <a:pt x="79816" y="275593"/>
                    <a:pt x="84335" y="275593"/>
                  </a:cubicBezTo>
                  <a:cubicBezTo>
                    <a:pt x="88892" y="275593"/>
                    <a:pt x="92552" y="271889"/>
                    <a:pt x="92552" y="267319"/>
                  </a:cubicBezTo>
                  <a:cubicBezTo>
                    <a:pt x="92552" y="262745"/>
                    <a:pt x="88892" y="259041"/>
                    <a:pt x="84335" y="259041"/>
                  </a:cubicBezTo>
                  <a:close/>
                  <a:moveTo>
                    <a:pt x="122431" y="259041"/>
                  </a:moveTo>
                  <a:cubicBezTo>
                    <a:pt x="117875" y="259041"/>
                    <a:pt x="114215" y="262745"/>
                    <a:pt x="114215" y="267319"/>
                  </a:cubicBezTo>
                  <a:cubicBezTo>
                    <a:pt x="114215" y="271889"/>
                    <a:pt x="117875" y="275593"/>
                    <a:pt x="122431" y="275593"/>
                  </a:cubicBezTo>
                  <a:cubicBezTo>
                    <a:pt x="126950" y="275593"/>
                    <a:pt x="130611" y="271889"/>
                    <a:pt x="130611" y="267319"/>
                  </a:cubicBezTo>
                  <a:cubicBezTo>
                    <a:pt x="130611" y="262745"/>
                    <a:pt x="126950" y="259041"/>
                    <a:pt x="122431" y="259041"/>
                  </a:cubicBezTo>
                  <a:close/>
                  <a:moveTo>
                    <a:pt x="160491" y="259041"/>
                  </a:moveTo>
                  <a:cubicBezTo>
                    <a:pt x="155971" y="259041"/>
                    <a:pt x="152273" y="262745"/>
                    <a:pt x="152273" y="267319"/>
                  </a:cubicBezTo>
                  <a:cubicBezTo>
                    <a:pt x="152273" y="271889"/>
                    <a:pt x="155971" y="275593"/>
                    <a:pt x="160491" y="275593"/>
                  </a:cubicBezTo>
                  <a:cubicBezTo>
                    <a:pt x="165010" y="275593"/>
                    <a:pt x="168707" y="271889"/>
                    <a:pt x="168707" y="267319"/>
                  </a:cubicBezTo>
                  <a:cubicBezTo>
                    <a:pt x="168707" y="262745"/>
                    <a:pt x="165010" y="259041"/>
                    <a:pt x="160491" y="259041"/>
                  </a:cubicBezTo>
                  <a:close/>
                  <a:moveTo>
                    <a:pt x="198549" y="259041"/>
                  </a:moveTo>
                  <a:cubicBezTo>
                    <a:pt x="194030" y="259041"/>
                    <a:pt x="190370" y="262745"/>
                    <a:pt x="190370" y="267319"/>
                  </a:cubicBezTo>
                  <a:cubicBezTo>
                    <a:pt x="190370" y="271889"/>
                    <a:pt x="194030" y="275593"/>
                    <a:pt x="198549" y="275593"/>
                  </a:cubicBezTo>
                  <a:cubicBezTo>
                    <a:pt x="203106" y="275593"/>
                    <a:pt x="206766" y="271889"/>
                    <a:pt x="206766" y="267319"/>
                  </a:cubicBezTo>
                  <a:cubicBezTo>
                    <a:pt x="206766" y="262745"/>
                    <a:pt x="203106" y="259041"/>
                    <a:pt x="198549" y="259041"/>
                  </a:cubicBezTo>
                  <a:close/>
                  <a:moveTo>
                    <a:pt x="236645" y="259041"/>
                  </a:moveTo>
                  <a:cubicBezTo>
                    <a:pt x="232089" y="259041"/>
                    <a:pt x="228429" y="262745"/>
                    <a:pt x="228429" y="267319"/>
                  </a:cubicBezTo>
                  <a:cubicBezTo>
                    <a:pt x="228429" y="271889"/>
                    <a:pt x="232089" y="275593"/>
                    <a:pt x="236645" y="275593"/>
                  </a:cubicBezTo>
                  <a:cubicBezTo>
                    <a:pt x="241165" y="275593"/>
                    <a:pt x="244825" y="271889"/>
                    <a:pt x="244825" y="267319"/>
                  </a:cubicBezTo>
                  <a:cubicBezTo>
                    <a:pt x="244825" y="262745"/>
                    <a:pt x="241165" y="259041"/>
                    <a:pt x="236645" y="259041"/>
                  </a:cubicBezTo>
                  <a:close/>
                  <a:moveTo>
                    <a:pt x="274705" y="259041"/>
                  </a:moveTo>
                  <a:cubicBezTo>
                    <a:pt x="270186" y="259041"/>
                    <a:pt x="266525" y="262745"/>
                    <a:pt x="266525" y="267319"/>
                  </a:cubicBezTo>
                  <a:cubicBezTo>
                    <a:pt x="266525" y="271889"/>
                    <a:pt x="270186" y="275593"/>
                    <a:pt x="274705" y="275593"/>
                  </a:cubicBezTo>
                  <a:cubicBezTo>
                    <a:pt x="279224" y="275593"/>
                    <a:pt x="282921" y="271889"/>
                    <a:pt x="282921" y="267319"/>
                  </a:cubicBezTo>
                  <a:cubicBezTo>
                    <a:pt x="282921" y="262745"/>
                    <a:pt x="279224" y="259041"/>
                    <a:pt x="274705" y="259041"/>
                  </a:cubicBezTo>
                  <a:close/>
                  <a:moveTo>
                    <a:pt x="312763" y="259041"/>
                  </a:moveTo>
                  <a:cubicBezTo>
                    <a:pt x="308244" y="259041"/>
                    <a:pt x="304584" y="262745"/>
                    <a:pt x="304584" y="267319"/>
                  </a:cubicBezTo>
                  <a:cubicBezTo>
                    <a:pt x="304584" y="271889"/>
                    <a:pt x="308244" y="275593"/>
                    <a:pt x="312763" y="275593"/>
                  </a:cubicBezTo>
                  <a:cubicBezTo>
                    <a:pt x="317320" y="275593"/>
                    <a:pt x="320981" y="271889"/>
                    <a:pt x="320981" y="267319"/>
                  </a:cubicBezTo>
                  <a:cubicBezTo>
                    <a:pt x="320981" y="262745"/>
                    <a:pt x="317320" y="259041"/>
                    <a:pt x="312763" y="259041"/>
                  </a:cubicBezTo>
                  <a:close/>
                  <a:moveTo>
                    <a:pt x="350860" y="259041"/>
                  </a:moveTo>
                  <a:cubicBezTo>
                    <a:pt x="346340" y="259041"/>
                    <a:pt x="342643" y="262745"/>
                    <a:pt x="342643" y="267319"/>
                  </a:cubicBezTo>
                  <a:cubicBezTo>
                    <a:pt x="342643" y="271889"/>
                    <a:pt x="346340" y="275593"/>
                    <a:pt x="350860" y="275593"/>
                  </a:cubicBezTo>
                  <a:cubicBezTo>
                    <a:pt x="355379" y="275593"/>
                    <a:pt x="359039" y="271889"/>
                    <a:pt x="359039" y="267319"/>
                  </a:cubicBezTo>
                  <a:cubicBezTo>
                    <a:pt x="359039" y="262745"/>
                    <a:pt x="355379" y="259041"/>
                    <a:pt x="350860" y="259041"/>
                  </a:cubicBezTo>
                  <a:close/>
                  <a:moveTo>
                    <a:pt x="388919" y="259041"/>
                  </a:moveTo>
                  <a:cubicBezTo>
                    <a:pt x="384400" y="259041"/>
                    <a:pt x="380740" y="262745"/>
                    <a:pt x="380740" y="267319"/>
                  </a:cubicBezTo>
                  <a:cubicBezTo>
                    <a:pt x="380740" y="271889"/>
                    <a:pt x="384400" y="275593"/>
                    <a:pt x="388919" y="275593"/>
                  </a:cubicBezTo>
                  <a:cubicBezTo>
                    <a:pt x="393438" y="275593"/>
                    <a:pt x="397136" y="271889"/>
                    <a:pt x="397136" y="267319"/>
                  </a:cubicBezTo>
                  <a:cubicBezTo>
                    <a:pt x="397136" y="262745"/>
                    <a:pt x="393438" y="259041"/>
                    <a:pt x="388919" y="259041"/>
                  </a:cubicBezTo>
                  <a:close/>
                  <a:moveTo>
                    <a:pt x="427015" y="259041"/>
                  </a:moveTo>
                  <a:cubicBezTo>
                    <a:pt x="422458" y="259041"/>
                    <a:pt x="418798" y="262745"/>
                    <a:pt x="418798" y="267319"/>
                  </a:cubicBezTo>
                  <a:cubicBezTo>
                    <a:pt x="418798" y="271889"/>
                    <a:pt x="422458" y="275593"/>
                    <a:pt x="427015" y="275593"/>
                  </a:cubicBezTo>
                  <a:cubicBezTo>
                    <a:pt x="431535" y="275593"/>
                    <a:pt x="435195" y="271889"/>
                    <a:pt x="435195" y="267319"/>
                  </a:cubicBezTo>
                  <a:cubicBezTo>
                    <a:pt x="435195" y="262745"/>
                    <a:pt x="431535" y="259041"/>
                    <a:pt x="427015" y="259041"/>
                  </a:cubicBezTo>
                  <a:close/>
                  <a:moveTo>
                    <a:pt x="465074" y="259041"/>
                  </a:moveTo>
                  <a:cubicBezTo>
                    <a:pt x="460555" y="259041"/>
                    <a:pt x="456858" y="262745"/>
                    <a:pt x="456858" y="267319"/>
                  </a:cubicBezTo>
                  <a:cubicBezTo>
                    <a:pt x="456858" y="271889"/>
                    <a:pt x="460555" y="275593"/>
                    <a:pt x="465074" y="275593"/>
                  </a:cubicBezTo>
                  <a:cubicBezTo>
                    <a:pt x="469593" y="275593"/>
                    <a:pt x="473254" y="271889"/>
                    <a:pt x="473254" y="267319"/>
                  </a:cubicBezTo>
                  <a:cubicBezTo>
                    <a:pt x="473254" y="262745"/>
                    <a:pt x="469593" y="259041"/>
                    <a:pt x="465074" y="259041"/>
                  </a:cubicBezTo>
                  <a:close/>
                  <a:moveTo>
                    <a:pt x="503133" y="259041"/>
                  </a:moveTo>
                  <a:cubicBezTo>
                    <a:pt x="498614" y="259041"/>
                    <a:pt x="494954" y="262745"/>
                    <a:pt x="494954" y="267319"/>
                  </a:cubicBezTo>
                  <a:cubicBezTo>
                    <a:pt x="494954" y="271889"/>
                    <a:pt x="498614" y="275593"/>
                    <a:pt x="503133" y="275593"/>
                  </a:cubicBezTo>
                  <a:cubicBezTo>
                    <a:pt x="507690" y="275593"/>
                    <a:pt x="511350" y="271889"/>
                    <a:pt x="511350" y="267319"/>
                  </a:cubicBezTo>
                  <a:cubicBezTo>
                    <a:pt x="511350" y="262745"/>
                    <a:pt x="507690" y="259041"/>
                    <a:pt x="503133" y="259041"/>
                  </a:cubicBezTo>
                  <a:close/>
                  <a:moveTo>
                    <a:pt x="541230" y="259041"/>
                  </a:moveTo>
                  <a:cubicBezTo>
                    <a:pt x="536673" y="259041"/>
                    <a:pt x="533013" y="262745"/>
                    <a:pt x="533013" y="267319"/>
                  </a:cubicBezTo>
                  <a:cubicBezTo>
                    <a:pt x="533013" y="271889"/>
                    <a:pt x="536673" y="275593"/>
                    <a:pt x="541230" y="275593"/>
                  </a:cubicBezTo>
                  <a:cubicBezTo>
                    <a:pt x="545749" y="275593"/>
                    <a:pt x="549409" y="271889"/>
                    <a:pt x="549409" y="267319"/>
                  </a:cubicBezTo>
                  <a:cubicBezTo>
                    <a:pt x="549409" y="262745"/>
                    <a:pt x="545749" y="259041"/>
                    <a:pt x="541230" y="259041"/>
                  </a:cubicBezTo>
                  <a:close/>
                  <a:moveTo>
                    <a:pt x="579289" y="259041"/>
                  </a:moveTo>
                  <a:cubicBezTo>
                    <a:pt x="574769" y="259041"/>
                    <a:pt x="571072" y="262745"/>
                    <a:pt x="571072" y="267319"/>
                  </a:cubicBezTo>
                  <a:cubicBezTo>
                    <a:pt x="571072" y="271889"/>
                    <a:pt x="574769" y="275593"/>
                    <a:pt x="579289" y="275593"/>
                  </a:cubicBezTo>
                  <a:cubicBezTo>
                    <a:pt x="583808" y="275593"/>
                    <a:pt x="587506" y="271889"/>
                    <a:pt x="587506" y="267319"/>
                  </a:cubicBezTo>
                  <a:cubicBezTo>
                    <a:pt x="587506" y="262745"/>
                    <a:pt x="583808" y="259041"/>
                    <a:pt x="579289" y="259041"/>
                  </a:cubicBezTo>
                  <a:close/>
                  <a:moveTo>
                    <a:pt x="617348" y="259041"/>
                  </a:moveTo>
                  <a:cubicBezTo>
                    <a:pt x="612828" y="259041"/>
                    <a:pt x="609168" y="262745"/>
                    <a:pt x="609168" y="267319"/>
                  </a:cubicBezTo>
                  <a:cubicBezTo>
                    <a:pt x="609168" y="271889"/>
                    <a:pt x="612828" y="275593"/>
                    <a:pt x="617348" y="275593"/>
                  </a:cubicBezTo>
                  <a:cubicBezTo>
                    <a:pt x="621904" y="275593"/>
                    <a:pt x="625564" y="271889"/>
                    <a:pt x="625564" y="267319"/>
                  </a:cubicBezTo>
                  <a:cubicBezTo>
                    <a:pt x="625564" y="262745"/>
                    <a:pt x="621904" y="259041"/>
                    <a:pt x="617348" y="259041"/>
                  </a:cubicBezTo>
                  <a:close/>
                  <a:moveTo>
                    <a:pt x="655444" y="259041"/>
                  </a:moveTo>
                  <a:cubicBezTo>
                    <a:pt x="650887" y="259041"/>
                    <a:pt x="647227" y="262745"/>
                    <a:pt x="647227" y="267319"/>
                  </a:cubicBezTo>
                  <a:cubicBezTo>
                    <a:pt x="647227" y="271889"/>
                    <a:pt x="650887" y="275593"/>
                    <a:pt x="655444" y="275593"/>
                  </a:cubicBezTo>
                  <a:cubicBezTo>
                    <a:pt x="659963" y="275593"/>
                    <a:pt x="663624" y="271889"/>
                    <a:pt x="663624" y="267319"/>
                  </a:cubicBezTo>
                  <a:cubicBezTo>
                    <a:pt x="663624" y="262745"/>
                    <a:pt x="659963" y="259041"/>
                    <a:pt x="655444" y="259041"/>
                  </a:cubicBezTo>
                  <a:close/>
                  <a:moveTo>
                    <a:pt x="693503" y="259041"/>
                  </a:moveTo>
                  <a:cubicBezTo>
                    <a:pt x="688984" y="259041"/>
                    <a:pt x="685286" y="262745"/>
                    <a:pt x="685286" y="267319"/>
                  </a:cubicBezTo>
                  <a:cubicBezTo>
                    <a:pt x="685286" y="271889"/>
                    <a:pt x="688984" y="275593"/>
                    <a:pt x="693503" y="275593"/>
                  </a:cubicBezTo>
                  <a:cubicBezTo>
                    <a:pt x="698022" y="275593"/>
                    <a:pt x="701720" y="271889"/>
                    <a:pt x="701720" y="267319"/>
                  </a:cubicBezTo>
                  <a:cubicBezTo>
                    <a:pt x="701720" y="262745"/>
                    <a:pt x="698022" y="259041"/>
                    <a:pt x="693503" y="259041"/>
                  </a:cubicBezTo>
                  <a:close/>
                  <a:moveTo>
                    <a:pt x="731562" y="259041"/>
                  </a:moveTo>
                  <a:cubicBezTo>
                    <a:pt x="727043" y="259041"/>
                    <a:pt x="723382" y="262745"/>
                    <a:pt x="723382" y="267319"/>
                  </a:cubicBezTo>
                  <a:cubicBezTo>
                    <a:pt x="723382" y="271889"/>
                    <a:pt x="727043" y="275593"/>
                    <a:pt x="731562" y="275593"/>
                  </a:cubicBezTo>
                  <a:cubicBezTo>
                    <a:pt x="736119" y="275593"/>
                    <a:pt x="739779" y="271889"/>
                    <a:pt x="739779" y="267319"/>
                  </a:cubicBezTo>
                  <a:cubicBezTo>
                    <a:pt x="739779" y="262745"/>
                    <a:pt x="736119" y="259041"/>
                    <a:pt x="731562" y="259041"/>
                  </a:cubicBezTo>
                  <a:close/>
                  <a:moveTo>
                    <a:pt x="769658" y="259041"/>
                  </a:moveTo>
                  <a:cubicBezTo>
                    <a:pt x="765102" y="259041"/>
                    <a:pt x="761441" y="262745"/>
                    <a:pt x="761441" y="267319"/>
                  </a:cubicBezTo>
                  <a:cubicBezTo>
                    <a:pt x="761441" y="271889"/>
                    <a:pt x="765102" y="275593"/>
                    <a:pt x="769658" y="275593"/>
                  </a:cubicBezTo>
                  <a:cubicBezTo>
                    <a:pt x="774177" y="275593"/>
                    <a:pt x="777838" y="271889"/>
                    <a:pt x="777838" y="267319"/>
                  </a:cubicBezTo>
                  <a:cubicBezTo>
                    <a:pt x="777838" y="262745"/>
                    <a:pt x="774177" y="259041"/>
                    <a:pt x="769658" y="259041"/>
                  </a:cubicBezTo>
                  <a:close/>
                  <a:moveTo>
                    <a:pt x="807717" y="259041"/>
                  </a:moveTo>
                  <a:cubicBezTo>
                    <a:pt x="803198" y="259041"/>
                    <a:pt x="799538" y="262745"/>
                    <a:pt x="799538" y="267319"/>
                  </a:cubicBezTo>
                  <a:cubicBezTo>
                    <a:pt x="799538" y="271889"/>
                    <a:pt x="803198" y="275593"/>
                    <a:pt x="807717" y="275593"/>
                  </a:cubicBezTo>
                  <a:cubicBezTo>
                    <a:pt x="812237" y="275593"/>
                    <a:pt x="815934" y="271889"/>
                    <a:pt x="815934" y="267319"/>
                  </a:cubicBezTo>
                  <a:cubicBezTo>
                    <a:pt x="815934" y="262745"/>
                    <a:pt x="812237" y="259041"/>
                    <a:pt x="807717" y="259041"/>
                  </a:cubicBezTo>
                  <a:close/>
                  <a:moveTo>
                    <a:pt x="845776" y="259041"/>
                  </a:moveTo>
                  <a:cubicBezTo>
                    <a:pt x="841257" y="259041"/>
                    <a:pt x="837597" y="262745"/>
                    <a:pt x="837597" y="267319"/>
                  </a:cubicBezTo>
                  <a:cubicBezTo>
                    <a:pt x="837597" y="271889"/>
                    <a:pt x="841257" y="275593"/>
                    <a:pt x="845776" y="275593"/>
                  </a:cubicBezTo>
                  <a:cubicBezTo>
                    <a:pt x="850333" y="275593"/>
                    <a:pt x="853993" y="271889"/>
                    <a:pt x="853993" y="267319"/>
                  </a:cubicBezTo>
                  <a:cubicBezTo>
                    <a:pt x="853993" y="262745"/>
                    <a:pt x="850333" y="259041"/>
                    <a:pt x="845776" y="259041"/>
                  </a:cubicBezTo>
                  <a:close/>
                  <a:moveTo>
                    <a:pt x="883873" y="259041"/>
                  </a:moveTo>
                  <a:cubicBezTo>
                    <a:pt x="879353" y="259041"/>
                    <a:pt x="875656" y="262745"/>
                    <a:pt x="875656" y="267319"/>
                  </a:cubicBezTo>
                  <a:cubicBezTo>
                    <a:pt x="875656" y="271889"/>
                    <a:pt x="879353" y="275593"/>
                    <a:pt x="883873" y="275593"/>
                  </a:cubicBezTo>
                  <a:cubicBezTo>
                    <a:pt x="888392" y="275593"/>
                    <a:pt x="892052" y="271889"/>
                    <a:pt x="892052" y="267319"/>
                  </a:cubicBezTo>
                  <a:cubicBezTo>
                    <a:pt x="892052" y="262745"/>
                    <a:pt x="888392" y="259041"/>
                    <a:pt x="883873" y="259041"/>
                  </a:cubicBezTo>
                  <a:close/>
                  <a:moveTo>
                    <a:pt x="921932" y="259041"/>
                  </a:moveTo>
                  <a:cubicBezTo>
                    <a:pt x="917412" y="259041"/>
                    <a:pt x="913752" y="262745"/>
                    <a:pt x="913752" y="267319"/>
                  </a:cubicBezTo>
                  <a:cubicBezTo>
                    <a:pt x="913752" y="271889"/>
                    <a:pt x="917412" y="275593"/>
                    <a:pt x="921932" y="275593"/>
                  </a:cubicBezTo>
                  <a:cubicBezTo>
                    <a:pt x="926451" y="275593"/>
                    <a:pt x="930148" y="271889"/>
                    <a:pt x="930148" y="267319"/>
                  </a:cubicBezTo>
                  <a:cubicBezTo>
                    <a:pt x="930148" y="262745"/>
                    <a:pt x="926451" y="259041"/>
                    <a:pt x="921932" y="259041"/>
                  </a:cubicBezTo>
                  <a:close/>
                  <a:moveTo>
                    <a:pt x="960028" y="259041"/>
                  </a:moveTo>
                  <a:cubicBezTo>
                    <a:pt x="955471" y="259041"/>
                    <a:pt x="951811" y="262745"/>
                    <a:pt x="951811" y="267319"/>
                  </a:cubicBezTo>
                  <a:cubicBezTo>
                    <a:pt x="951811" y="271889"/>
                    <a:pt x="955471" y="275593"/>
                    <a:pt x="960028" y="275593"/>
                  </a:cubicBezTo>
                  <a:cubicBezTo>
                    <a:pt x="964547" y="275593"/>
                    <a:pt x="968207" y="271889"/>
                    <a:pt x="968207" y="267319"/>
                  </a:cubicBezTo>
                  <a:cubicBezTo>
                    <a:pt x="968207" y="262745"/>
                    <a:pt x="964547" y="259041"/>
                    <a:pt x="960028" y="259041"/>
                  </a:cubicBezTo>
                  <a:close/>
                  <a:moveTo>
                    <a:pt x="8217" y="302375"/>
                  </a:moveTo>
                  <a:cubicBezTo>
                    <a:pt x="3660" y="302375"/>
                    <a:pt x="0" y="306079"/>
                    <a:pt x="0" y="310653"/>
                  </a:cubicBezTo>
                  <a:cubicBezTo>
                    <a:pt x="0" y="315223"/>
                    <a:pt x="3660" y="318927"/>
                    <a:pt x="8217" y="318927"/>
                  </a:cubicBezTo>
                  <a:cubicBezTo>
                    <a:pt x="12736" y="318927"/>
                    <a:pt x="16396" y="315223"/>
                    <a:pt x="16396" y="310653"/>
                  </a:cubicBezTo>
                  <a:cubicBezTo>
                    <a:pt x="16396" y="306079"/>
                    <a:pt x="12736" y="302375"/>
                    <a:pt x="8217" y="302375"/>
                  </a:cubicBezTo>
                  <a:close/>
                  <a:moveTo>
                    <a:pt x="46276" y="302375"/>
                  </a:moveTo>
                  <a:cubicBezTo>
                    <a:pt x="41757" y="302375"/>
                    <a:pt x="38059" y="306079"/>
                    <a:pt x="38059" y="310653"/>
                  </a:cubicBezTo>
                  <a:cubicBezTo>
                    <a:pt x="38059" y="315223"/>
                    <a:pt x="41757" y="318927"/>
                    <a:pt x="46276" y="318927"/>
                  </a:cubicBezTo>
                  <a:cubicBezTo>
                    <a:pt x="50795" y="318927"/>
                    <a:pt x="54493" y="315223"/>
                    <a:pt x="54493" y="310653"/>
                  </a:cubicBezTo>
                  <a:cubicBezTo>
                    <a:pt x="54493" y="306079"/>
                    <a:pt x="50795" y="302375"/>
                    <a:pt x="46276" y="302375"/>
                  </a:cubicBezTo>
                  <a:close/>
                  <a:moveTo>
                    <a:pt x="84335" y="302375"/>
                  </a:moveTo>
                  <a:cubicBezTo>
                    <a:pt x="79816" y="302375"/>
                    <a:pt x="76155" y="306079"/>
                    <a:pt x="76155" y="310653"/>
                  </a:cubicBezTo>
                  <a:cubicBezTo>
                    <a:pt x="76155" y="315223"/>
                    <a:pt x="79816" y="318927"/>
                    <a:pt x="84335" y="318927"/>
                  </a:cubicBezTo>
                  <a:cubicBezTo>
                    <a:pt x="88892" y="318927"/>
                    <a:pt x="92552" y="315223"/>
                    <a:pt x="92552" y="310653"/>
                  </a:cubicBezTo>
                  <a:cubicBezTo>
                    <a:pt x="92552" y="306079"/>
                    <a:pt x="88892" y="302375"/>
                    <a:pt x="84335" y="302375"/>
                  </a:cubicBezTo>
                  <a:close/>
                  <a:moveTo>
                    <a:pt x="122431" y="302375"/>
                  </a:moveTo>
                  <a:cubicBezTo>
                    <a:pt x="117875" y="302375"/>
                    <a:pt x="114215" y="306079"/>
                    <a:pt x="114215" y="310653"/>
                  </a:cubicBezTo>
                  <a:cubicBezTo>
                    <a:pt x="114215" y="315223"/>
                    <a:pt x="117875" y="318927"/>
                    <a:pt x="122431" y="318927"/>
                  </a:cubicBezTo>
                  <a:cubicBezTo>
                    <a:pt x="126950" y="318927"/>
                    <a:pt x="130611" y="315223"/>
                    <a:pt x="130611" y="310653"/>
                  </a:cubicBezTo>
                  <a:cubicBezTo>
                    <a:pt x="130611" y="306079"/>
                    <a:pt x="126950" y="302375"/>
                    <a:pt x="122431" y="302375"/>
                  </a:cubicBezTo>
                  <a:close/>
                  <a:moveTo>
                    <a:pt x="160491" y="302375"/>
                  </a:moveTo>
                  <a:cubicBezTo>
                    <a:pt x="155971" y="302375"/>
                    <a:pt x="152273" y="306079"/>
                    <a:pt x="152273" y="310653"/>
                  </a:cubicBezTo>
                  <a:cubicBezTo>
                    <a:pt x="152273" y="315223"/>
                    <a:pt x="155971" y="318927"/>
                    <a:pt x="160491" y="318927"/>
                  </a:cubicBezTo>
                  <a:cubicBezTo>
                    <a:pt x="165010" y="318927"/>
                    <a:pt x="168707" y="315223"/>
                    <a:pt x="168707" y="310653"/>
                  </a:cubicBezTo>
                  <a:cubicBezTo>
                    <a:pt x="168707" y="306079"/>
                    <a:pt x="165010" y="302375"/>
                    <a:pt x="160491" y="302375"/>
                  </a:cubicBezTo>
                  <a:close/>
                  <a:moveTo>
                    <a:pt x="198549" y="302375"/>
                  </a:moveTo>
                  <a:cubicBezTo>
                    <a:pt x="194030" y="302375"/>
                    <a:pt x="190370" y="306079"/>
                    <a:pt x="190370" y="310653"/>
                  </a:cubicBezTo>
                  <a:cubicBezTo>
                    <a:pt x="190370" y="315223"/>
                    <a:pt x="194030" y="318927"/>
                    <a:pt x="198549" y="318927"/>
                  </a:cubicBezTo>
                  <a:cubicBezTo>
                    <a:pt x="203106" y="318927"/>
                    <a:pt x="206766" y="315223"/>
                    <a:pt x="206766" y="310653"/>
                  </a:cubicBezTo>
                  <a:cubicBezTo>
                    <a:pt x="206766" y="306079"/>
                    <a:pt x="203106" y="302375"/>
                    <a:pt x="198549" y="302375"/>
                  </a:cubicBezTo>
                  <a:close/>
                  <a:moveTo>
                    <a:pt x="236645" y="302375"/>
                  </a:moveTo>
                  <a:cubicBezTo>
                    <a:pt x="232089" y="302375"/>
                    <a:pt x="228429" y="306079"/>
                    <a:pt x="228429" y="310653"/>
                  </a:cubicBezTo>
                  <a:cubicBezTo>
                    <a:pt x="228429" y="315223"/>
                    <a:pt x="232089" y="318927"/>
                    <a:pt x="236645" y="318927"/>
                  </a:cubicBezTo>
                  <a:cubicBezTo>
                    <a:pt x="241165" y="318927"/>
                    <a:pt x="244825" y="315223"/>
                    <a:pt x="244825" y="310653"/>
                  </a:cubicBezTo>
                  <a:cubicBezTo>
                    <a:pt x="244825" y="306079"/>
                    <a:pt x="241165" y="302375"/>
                    <a:pt x="236645" y="302375"/>
                  </a:cubicBezTo>
                  <a:close/>
                  <a:moveTo>
                    <a:pt x="274705" y="302375"/>
                  </a:moveTo>
                  <a:cubicBezTo>
                    <a:pt x="270186" y="302375"/>
                    <a:pt x="266525" y="306079"/>
                    <a:pt x="266525" y="310653"/>
                  </a:cubicBezTo>
                  <a:cubicBezTo>
                    <a:pt x="266525" y="315223"/>
                    <a:pt x="270186" y="318927"/>
                    <a:pt x="274705" y="318927"/>
                  </a:cubicBezTo>
                  <a:cubicBezTo>
                    <a:pt x="279224" y="318927"/>
                    <a:pt x="282921" y="315223"/>
                    <a:pt x="282921" y="310653"/>
                  </a:cubicBezTo>
                  <a:cubicBezTo>
                    <a:pt x="282921" y="306079"/>
                    <a:pt x="279224" y="302375"/>
                    <a:pt x="274705" y="302375"/>
                  </a:cubicBezTo>
                  <a:close/>
                  <a:moveTo>
                    <a:pt x="312763" y="302375"/>
                  </a:moveTo>
                  <a:cubicBezTo>
                    <a:pt x="308244" y="302375"/>
                    <a:pt x="304584" y="306079"/>
                    <a:pt x="304584" y="310653"/>
                  </a:cubicBezTo>
                  <a:cubicBezTo>
                    <a:pt x="304584" y="315223"/>
                    <a:pt x="308244" y="318927"/>
                    <a:pt x="312763" y="318927"/>
                  </a:cubicBezTo>
                  <a:cubicBezTo>
                    <a:pt x="317320" y="318927"/>
                    <a:pt x="320981" y="315223"/>
                    <a:pt x="320981" y="310653"/>
                  </a:cubicBezTo>
                  <a:cubicBezTo>
                    <a:pt x="320981" y="306079"/>
                    <a:pt x="317320" y="302375"/>
                    <a:pt x="312763" y="302375"/>
                  </a:cubicBezTo>
                  <a:close/>
                  <a:moveTo>
                    <a:pt x="350860" y="302375"/>
                  </a:moveTo>
                  <a:cubicBezTo>
                    <a:pt x="346340" y="302375"/>
                    <a:pt x="342643" y="306079"/>
                    <a:pt x="342643" y="310653"/>
                  </a:cubicBezTo>
                  <a:cubicBezTo>
                    <a:pt x="342643" y="315223"/>
                    <a:pt x="346340" y="318927"/>
                    <a:pt x="350860" y="318927"/>
                  </a:cubicBezTo>
                  <a:cubicBezTo>
                    <a:pt x="355379" y="318927"/>
                    <a:pt x="359039" y="315223"/>
                    <a:pt x="359039" y="310653"/>
                  </a:cubicBezTo>
                  <a:cubicBezTo>
                    <a:pt x="359039" y="306079"/>
                    <a:pt x="355379" y="302375"/>
                    <a:pt x="350860" y="302375"/>
                  </a:cubicBezTo>
                  <a:close/>
                  <a:moveTo>
                    <a:pt x="388919" y="302375"/>
                  </a:moveTo>
                  <a:cubicBezTo>
                    <a:pt x="384400" y="302375"/>
                    <a:pt x="380740" y="306079"/>
                    <a:pt x="380740" y="310653"/>
                  </a:cubicBezTo>
                  <a:cubicBezTo>
                    <a:pt x="380740" y="315223"/>
                    <a:pt x="384400" y="318927"/>
                    <a:pt x="388919" y="318927"/>
                  </a:cubicBezTo>
                  <a:cubicBezTo>
                    <a:pt x="393438" y="318927"/>
                    <a:pt x="397136" y="315223"/>
                    <a:pt x="397136" y="310653"/>
                  </a:cubicBezTo>
                  <a:cubicBezTo>
                    <a:pt x="397136" y="306079"/>
                    <a:pt x="393438" y="302375"/>
                    <a:pt x="388919" y="302375"/>
                  </a:cubicBezTo>
                  <a:close/>
                  <a:moveTo>
                    <a:pt x="427015" y="302375"/>
                  </a:moveTo>
                  <a:cubicBezTo>
                    <a:pt x="422458" y="302375"/>
                    <a:pt x="418798" y="306079"/>
                    <a:pt x="418798" y="310653"/>
                  </a:cubicBezTo>
                  <a:cubicBezTo>
                    <a:pt x="418798" y="315223"/>
                    <a:pt x="422458" y="318927"/>
                    <a:pt x="427015" y="318927"/>
                  </a:cubicBezTo>
                  <a:cubicBezTo>
                    <a:pt x="431535" y="318927"/>
                    <a:pt x="435195" y="315223"/>
                    <a:pt x="435195" y="310653"/>
                  </a:cubicBezTo>
                  <a:cubicBezTo>
                    <a:pt x="435195" y="306079"/>
                    <a:pt x="431535" y="302375"/>
                    <a:pt x="427015" y="302375"/>
                  </a:cubicBezTo>
                  <a:close/>
                  <a:moveTo>
                    <a:pt x="465074" y="302375"/>
                  </a:moveTo>
                  <a:cubicBezTo>
                    <a:pt x="460555" y="302375"/>
                    <a:pt x="456858" y="306079"/>
                    <a:pt x="456858" y="310653"/>
                  </a:cubicBezTo>
                  <a:cubicBezTo>
                    <a:pt x="456858" y="315223"/>
                    <a:pt x="460555" y="318927"/>
                    <a:pt x="465074" y="318927"/>
                  </a:cubicBezTo>
                  <a:cubicBezTo>
                    <a:pt x="469593" y="318927"/>
                    <a:pt x="473254" y="315223"/>
                    <a:pt x="473254" y="310653"/>
                  </a:cubicBezTo>
                  <a:cubicBezTo>
                    <a:pt x="473254" y="306079"/>
                    <a:pt x="469593" y="302375"/>
                    <a:pt x="465074" y="302375"/>
                  </a:cubicBezTo>
                  <a:close/>
                  <a:moveTo>
                    <a:pt x="503133" y="302375"/>
                  </a:moveTo>
                  <a:cubicBezTo>
                    <a:pt x="498614" y="302375"/>
                    <a:pt x="494954" y="306079"/>
                    <a:pt x="494954" y="310653"/>
                  </a:cubicBezTo>
                  <a:cubicBezTo>
                    <a:pt x="494954" y="315223"/>
                    <a:pt x="498614" y="318927"/>
                    <a:pt x="503133" y="318927"/>
                  </a:cubicBezTo>
                  <a:cubicBezTo>
                    <a:pt x="507690" y="318927"/>
                    <a:pt x="511350" y="315223"/>
                    <a:pt x="511350" y="310653"/>
                  </a:cubicBezTo>
                  <a:cubicBezTo>
                    <a:pt x="511350" y="306079"/>
                    <a:pt x="507690" y="302375"/>
                    <a:pt x="503133" y="302375"/>
                  </a:cubicBezTo>
                  <a:close/>
                  <a:moveTo>
                    <a:pt x="541230" y="302375"/>
                  </a:moveTo>
                  <a:cubicBezTo>
                    <a:pt x="536673" y="302375"/>
                    <a:pt x="533013" y="306079"/>
                    <a:pt x="533013" y="310653"/>
                  </a:cubicBezTo>
                  <a:cubicBezTo>
                    <a:pt x="533013" y="315223"/>
                    <a:pt x="536673" y="318927"/>
                    <a:pt x="541230" y="318927"/>
                  </a:cubicBezTo>
                  <a:cubicBezTo>
                    <a:pt x="545749" y="318927"/>
                    <a:pt x="549409" y="315223"/>
                    <a:pt x="549409" y="310653"/>
                  </a:cubicBezTo>
                  <a:cubicBezTo>
                    <a:pt x="549409" y="306079"/>
                    <a:pt x="545749" y="302375"/>
                    <a:pt x="541230" y="302375"/>
                  </a:cubicBezTo>
                  <a:close/>
                  <a:moveTo>
                    <a:pt x="579289" y="302375"/>
                  </a:moveTo>
                  <a:cubicBezTo>
                    <a:pt x="574769" y="302375"/>
                    <a:pt x="571072" y="306079"/>
                    <a:pt x="571072" y="310653"/>
                  </a:cubicBezTo>
                  <a:cubicBezTo>
                    <a:pt x="571072" y="315223"/>
                    <a:pt x="574769" y="318927"/>
                    <a:pt x="579289" y="318927"/>
                  </a:cubicBezTo>
                  <a:cubicBezTo>
                    <a:pt x="583808" y="318927"/>
                    <a:pt x="587506" y="315223"/>
                    <a:pt x="587506" y="310653"/>
                  </a:cubicBezTo>
                  <a:cubicBezTo>
                    <a:pt x="587506" y="306079"/>
                    <a:pt x="583808" y="302375"/>
                    <a:pt x="579289" y="302375"/>
                  </a:cubicBezTo>
                  <a:close/>
                  <a:moveTo>
                    <a:pt x="617348" y="302375"/>
                  </a:moveTo>
                  <a:cubicBezTo>
                    <a:pt x="612828" y="302375"/>
                    <a:pt x="609168" y="306079"/>
                    <a:pt x="609168" y="310653"/>
                  </a:cubicBezTo>
                  <a:cubicBezTo>
                    <a:pt x="609168" y="315223"/>
                    <a:pt x="612828" y="318927"/>
                    <a:pt x="617348" y="318927"/>
                  </a:cubicBezTo>
                  <a:cubicBezTo>
                    <a:pt x="621904" y="318927"/>
                    <a:pt x="625564" y="315223"/>
                    <a:pt x="625564" y="310653"/>
                  </a:cubicBezTo>
                  <a:cubicBezTo>
                    <a:pt x="625564" y="306079"/>
                    <a:pt x="621904" y="302375"/>
                    <a:pt x="617348" y="302375"/>
                  </a:cubicBezTo>
                  <a:close/>
                  <a:moveTo>
                    <a:pt x="655444" y="302375"/>
                  </a:moveTo>
                  <a:cubicBezTo>
                    <a:pt x="650887" y="302375"/>
                    <a:pt x="647227" y="306079"/>
                    <a:pt x="647227" y="310653"/>
                  </a:cubicBezTo>
                  <a:cubicBezTo>
                    <a:pt x="647227" y="315223"/>
                    <a:pt x="650887" y="318927"/>
                    <a:pt x="655444" y="318927"/>
                  </a:cubicBezTo>
                  <a:cubicBezTo>
                    <a:pt x="659963" y="318927"/>
                    <a:pt x="663624" y="315223"/>
                    <a:pt x="663624" y="310653"/>
                  </a:cubicBezTo>
                  <a:cubicBezTo>
                    <a:pt x="663624" y="306079"/>
                    <a:pt x="659963" y="302375"/>
                    <a:pt x="655444" y="302375"/>
                  </a:cubicBezTo>
                  <a:close/>
                  <a:moveTo>
                    <a:pt x="693503" y="302375"/>
                  </a:moveTo>
                  <a:cubicBezTo>
                    <a:pt x="688984" y="302375"/>
                    <a:pt x="685286" y="306079"/>
                    <a:pt x="685286" y="310653"/>
                  </a:cubicBezTo>
                  <a:cubicBezTo>
                    <a:pt x="685286" y="315223"/>
                    <a:pt x="688984" y="318927"/>
                    <a:pt x="693503" y="318927"/>
                  </a:cubicBezTo>
                  <a:cubicBezTo>
                    <a:pt x="698022" y="318927"/>
                    <a:pt x="701720" y="315223"/>
                    <a:pt x="701720" y="310653"/>
                  </a:cubicBezTo>
                  <a:cubicBezTo>
                    <a:pt x="701720" y="306079"/>
                    <a:pt x="698022" y="302375"/>
                    <a:pt x="693503" y="302375"/>
                  </a:cubicBezTo>
                  <a:close/>
                  <a:moveTo>
                    <a:pt x="731562" y="302375"/>
                  </a:moveTo>
                  <a:cubicBezTo>
                    <a:pt x="727043" y="302375"/>
                    <a:pt x="723382" y="306079"/>
                    <a:pt x="723382" y="310653"/>
                  </a:cubicBezTo>
                  <a:cubicBezTo>
                    <a:pt x="723382" y="315223"/>
                    <a:pt x="727043" y="318927"/>
                    <a:pt x="731562" y="318927"/>
                  </a:cubicBezTo>
                  <a:cubicBezTo>
                    <a:pt x="736119" y="318927"/>
                    <a:pt x="739779" y="315223"/>
                    <a:pt x="739779" y="310653"/>
                  </a:cubicBezTo>
                  <a:cubicBezTo>
                    <a:pt x="739779" y="306079"/>
                    <a:pt x="736119" y="302375"/>
                    <a:pt x="731562" y="302375"/>
                  </a:cubicBezTo>
                  <a:close/>
                  <a:moveTo>
                    <a:pt x="769658" y="302375"/>
                  </a:moveTo>
                  <a:cubicBezTo>
                    <a:pt x="765102" y="302375"/>
                    <a:pt x="761441" y="306079"/>
                    <a:pt x="761441" y="310653"/>
                  </a:cubicBezTo>
                  <a:cubicBezTo>
                    <a:pt x="761441" y="315223"/>
                    <a:pt x="765102" y="318927"/>
                    <a:pt x="769658" y="318927"/>
                  </a:cubicBezTo>
                  <a:cubicBezTo>
                    <a:pt x="774177" y="318927"/>
                    <a:pt x="777838" y="315223"/>
                    <a:pt x="777838" y="310653"/>
                  </a:cubicBezTo>
                  <a:cubicBezTo>
                    <a:pt x="777838" y="306079"/>
                    <a:pt x="774177" y="302375"/>
                    <a:pt x="769658" y="302375"/>
                  </a:cubicBezTo>
                  <a:close/>
                  <a:moveTo>
                    <a:pt x="807717" y="302375"/>
                  </a:moveTo>
                  <a:cubicBezTo>
                    <a:pt x="803198" y="302375"/>
                    <a:pt x="799538" y="306079"/>
                    <a:pt x="799538" y="310653"/>
                  </a:cubicBezTo>
                  <a:cubicBezTo>
                    <a:pt x="799538" y="315223"/>
                    <a:pt x="803198" y="318927"/>
                    <a:pt x="807717" y="318927"/>
                  </a:cubicBezTo>
                  <a:cubicBezTo>
                    <a:pt x="812237" y="318927"/>
                    <a:pt x="815934" y="315223"/>
                    <a:pt x="815934" y="310653"/>
                  </a:cubicBezTo>
                  <a:cubicBezTo>
                    <a:pt x="815934" y="306079"/>
                    <a:pt x="812237" y="302375"/>
                    <a:pt x="807717" y="302375"/>
                  </a:cubicBezTo>
                  <a:close/>
                  <a:moveTo>
                    <a:pt x="845776" y="302375"/>
                  </a:moveTo>
                  <a:cubicBezTo>
                    <a:pt x="841257" y="302375"/>
                    <a:pt x="837597" y="306079"/>
                    <a:pt x="837597" y="310653"/>
                  </a:cubicBezTo>
                  <a:cubicBezTo>
                    <a:pt x="837597" y="315223"/>
                    <a:pt x="841257" y="318927"/>
                    <a:pt x="845776" y="318927"/>
                  </a:cubicBezTo>
                  <a:cubicBezTo>
                    <a:pt x="850333" y="318927"/>
                    <a:pt x="853993" y="315223"/>
                    <a:pt x="853993" y="310653"/>
                  </a:cubicBezTo>
                  <a:cubicBezTo>
                    <a:pt x="853993" y="306079"/>
                    <a:pt x="850333" y="302375"/>
                    <a:pt x="845776" y="302375"/>
                  </a:cubicBezTo>
                  <a:close/>
                  <a:moveTo>
                    <a:pt x="883873" y="302375"/>
                  </a:moveTo>
                  <a:cubicBezTo>
                    <a:pt x="879353" y="302375"/>
                    <a:pt x="875656" y="306079"/>
                    <a:pt x="875656" y="310653"/>
                  </a:cubicBezTo>
                  <a:cubicBezTo>
                    <a:pt x="875656" y="315223"/>
                    <a:pt x="879353" y="318927"/>
                    <a:pt x="883873" y="318927"/>
                  </a:cubicBezTo>
                  <a:cubicBezTo>
                    <a:pt x="888392" y="318927"/>
                    <a:pt x="892052" y="315223"/>
                    <a:pt x="892052" y="310653"/>
                  </a:cubicBezTo>
                  <a:cubicBezTo>
                    <a:pt x="892052" y="306079"/>
                    <a:pt x="888392" y="302375"/>
                    <a:pt x="883873" y="302375"/>
                  </a:cubicBezTo>
                  <a:close/>
                  <a:moveTo>
                    <a:pt x="921932" y="302375"/>
                  </a:moveTo>
                  <a:cubicBezTo>
                    <a:pt x="917412" y="302375"/>
                    <a:pt x="913752" y="306079"/>
                    <a:pt x="913752" y="310653"/>
                  </a:cubicBezTo>
                  <a:cubicBezTo>
                    <a:pt x="913752" y="315223"/>
                    <a:pt x="917412" y="318927"/>
                    <a:pt x="921932" y="318927"/>
                  </a:cubicBezTo>
                  <a:cubicBezTo>
                    <a:pt x="926451" y="318927"/>
                    <a:pt x="930148" y="315223"/>
                    <a:pt x="930148" y="310653"/>
                  </a:cubicBezTo>
                  <a:cubicBezTo>
                    <a:pt x="930148" y="306079"/>
                    <a:pt x="926451" y="302375"/>
                    <a:pt x="921932" y="302375"/>
                  </a:cubicBezTo>
                  <a:close/>
                  <a:moveTo>
                    <a:pt x="960028" y="302375"/>
                  </a:moveTo>
                  <a:cubicBezTo>
                    <a:pt x="955471" y="302375"/>
                    <a:pt x="951811" y="306079"/>
                    <a:pt x="951811" y="310653"/>
                  </a:cubicBezTo>
                  <a:cubicBezTo>
                    <a:pt x="951811" y="315223"/>
                    <a:pt x="955471" y="318927"/>
                    <a:pt x="960028" y="318927"/>
                  </a:cubicBezTo>
                  <a:cubicBezTo>
                    <a:pt x="964547" y="318927"/>
                    <a:pt x="968207" y="315223"/>
                    <a:pt x="968207" y="310653"/>
                  </a:cubicBezTo>
                  <a:cubicBezTo>
                    <a:pt x="968207" y="306079"/>
                    <a:pt x="964547" y="302375"/>
                    <a:pt x="960028" y="302375"/>
                  </a:cubicBezTo>
                  <a:close/>
                  <a:moveTo>
                    <a:pt x="8217" y="345709"/>
                  </a:moveTo>
                  <a:cubicBezTo>
                    <a:pt x="3660" y="345709"/>
                    <a:pt x="0" y="349413"/>
                    <a:pt x="0" y="353987"/>
                  </a:cubicBezTo>
                  <a:cubicBezTo>
                    <a:pt x="0" y="358557"/>
                    <a:pt x="3660" y="362261"/>
                    <a:pt x="8217" y="362261"/>
                  </a:cubicBezTo>
                  <a:cubicBezTo>
                    <a:pt x="12736" y="362261"/>
                    <a:pt x="16396" y="358557"/>
                    <a:pt x="16396" y="353987"/>
                  </a:cubicBezTo>
                  <a:cubicBezTo>
                    <a:pt x="16396" y="349413"/>
                    <a:pt x="12736" y="345709"/>
                    <a:pt x="8217" y="345709"/>
                  </a:cubicBezTo>
                  <a:close/>
                  <a:moveTo>
                    <a:pt x="46276" y="345709"/>
                  </a:moveTo>
                  <a:cubicBezTo>
                    <a:pt x="41757" y="345709"/>
                    <a:pt x="38059" y="349413"/>
                    <a:pt x="38059" y="353987"/>
                  </a:cubicBezTo>
                  <a:cubicBezTo>
                    <a:pt x="38059" y="358557"/>
                    <a:pt x="41757" y="362261"/>
                    <a:pt x="46276" y="362261"/>
                  </a:cubicBezTo>
                  <a:cubicBezTo>
                    <a:pt x="50795" y="362261"/>
                    <a:pt x="54493" y="358557"/>
                    <a:pt x="54493" y="353987"/>
                  </a:cubicBezTo>
                  <a:cubicBezTo>
                    <a:pt x="54493" y="349413"/>
                    <a:pt x="50795" y="345709"/>
                    <a:pt x="46276" y="345709"/>
                  </a:cubicBezTo>
                  <a:close/>
                  <a:moveTo>
                    <a:pt x="84335" y="345709"/>
                  </a:moveTo>
                  <a:cubicBezTo>
                    <a:pt x="79816" y="345709"/>
                    <a:pt x="76155" y="349413"/>
                    <a:pt x="76155" y="353987"/>
                  </a:cubicBezTo>
                  <a:cubicBezTo>
                    <a:pt x="76155" y="358557"/>
                    <a:pt x="79816" y="362261"/>
                    <a:pt x="84335" y="362261"/>
                  </a:cubicBezTo>
                  <a:cubicBezTo>
                    <a:pt x="88892" y="362261"/>
                    <a:pt x="92552" y="358557"/>
                    <a:pt x="92552" y="353987"/>
                  </a:cubicBezTo>
                  <a:cubicBezTo>
                    <a:pt x="92552" y="349413"/>
                    <a:pt x="88892" y="345709"/>
                    <a:pt x="84335" y="345709"/>
                  </a:cubicBezTo>
                  <a:close/>
                  <a:moveTo>
                    <a:pt x="122431" y="345709"/>
                  </a:moveTo>
                  <a:cubicBezTo>
                    <a:pt x="117875" y="345709"/>
                    <a:pt x="114215" y="349413"/>
                    <a:pt x="114215" y="353987"/>
                  </a:cubicBezTo>
                  <a:cubicBezTo>
                    <a:pt x="114215" y="358557"/>
                    <a:pt x="117875" y="362261"/>
                    <a:pt x="122431" y="362261"/>
                  </a:cubicBezTo>
                  <a:cubicBezTo>
                    <a:pt x="126950" y="362261"/>
                    <a:pt x="130611" y="358557"/>
                    <a:pt x="130611" y="353987"/>
                  </a:cubicBezTo>
                  <a:cubicBezTo>
                    <a:pt x="130611" y="349413"/>
                    <a:pt x="126950" y="345709"/>
                    <a:pt x="122431" y="345709"/>
                  </a:cubicBezTo>
                  <a:close/>
                  <a:moveTo>
                    <a:pt x="160491" y="345709"/>
                  </a:moveTo>
                  <a:cubicBezTo>
                    <a:pt x="155971" y="345709"/>
                    <a:pt x="152273" y="349413"/>
                    <a:pt x="152273" y="353987"/>
                  </a:cubicBezTo>
                  <a:cubicBezTo>
                    <a:pt x="152273" y="358557"/>
                    <a:pt x="155971" y="362261"/>
                    <a:pt x="160491" y="362261"/>
                  </a:cubicBezTo>
                  <a:cubicBezTo>
                    <a:pt x="165010" y="362261"/>
                    <a:pt x="168707" y="358557"/>
                    <a:pt x="168707" y="353987"/>
                  </a:cubicBezTo>
                  <a:cubicBezTo>
                    <a:pt x="168707" y="349413"/>
                    <a:pt x="165010" y="345709"/>
                    <a:pt x="160491" y="345709"/>
                  </a:cubicBezTo>
                  <a:close/>
                  <a:moveTo>
                    <a:pt x="198549" y="345709"/>
                  </a:moveTo>
                  <a:cubicBezTo>
                    <a:pt x="194030" y="345709"/>
                    <a:pt x="190370" y="349413"/>
                    <a:pt x="190370" y="353987"/>
                  </a:cubicBezTo>
                  <a:cubicBezTo>
                    <a:pt x="190370" y="358557"/>
                    <a:pt x="194030" y="362261"/>
                    <a:pt x="198549" y="362261"/>
                  </a:cubicBezTo>
                  <a:cubicBezTo>
                    <a:pt x="203106" y="362261"/>
                    <a:pt x="206766" y="358557"/>
                    <a:pt x="206766" y="353987"/>
                  </a:cubicBezTo>
                  <a:cubicBezTo>
                    <a:pt x="206766" y="349413"/>
                    <a:pt x="203106" y="345709"/>
                    <a:pt x="198549" y="345709"/>
                  </a:cubicBezTo>
                  <a:close/>
                  <a:moveTo>
                    <a:pt x="236645" y="345709"/>
                  </a:moveTo>
                  <a:cubicBezTo>
                    <a:pt x="232089" y="345709"/>
                    <a:pt x="228429" y="349413"/>
                    <a:pt x="228429" y="353987"/>
                  </a:cubicBezTo>
                  <a:cubicBezTo>
                    <a:pt x="228429" y="358557"/>
                    <a:pt x="232089" y="362261"/>
                    <a:pt x="236645" y="362261"/>
                  </a:cubicBezTo>
                  <a:cubicBezTo>
                    <a:pt x="241165" y="362261"/>
                    <a:pt x="244825" y="358557"/>
                    <a:pt x="244825" y="353987"/>
                  </a:cubicBezTo>
                  <a:cubicBezTo>
                    <a:pt x="244825" y="349413"/>
                    <a:pt x="241165" y="345709"/>
                    <a:pt x="236645" y="345709"/>
                  </a:cubicBezTo>
                  <a:close/>
                  <a:moveTo>
                    <a:pt x="274705" y="345709"/>
                  </a:moveTo>
                  <a:cubicBezTo>
                    <a:pt x="270186" y="345709"/>
                    <a:pt x="266525" y="349413"/>
                    <a:pt x="266525" y="353987"/>
                  </a:cubicBezTo>
                  <a:cubicBezTo>
                    <a:pt x="266525" y="358557"/>
                    <a:pt x="270186" y="362261"/>
                    <a:pt x="274705" y="362261"/>
                  </a:cubicBezTo>
                  <a:cubicBezTo>
                    <a:pt x="279224" y="362261"/>
                    <a:pt x="282921" y="358557"/>
                    <a:pt x="282921" y="353987"/>
                  </a:cubicBezTo>
                  <a:cubicBezTo>
                    <a:pt x="282921" y="349413"/>
                    <a:pt x="279224" y="345709"/>
                    <a:pt x="274705" y="345709"/>
                  </a:cubicBezTo>
                  <a:close/>
                  <a:moveTo>
                    <a:pt x="312763" y="345709"/>
                  </a:moveTo>
                  <a:cubicBezTo>
                    <a:pt x="308244" y="345709"/>
                    <a:pt x="304584" y="349413"/>
                    <a:pt x="304584" y="353987"/>
                  </a:cubicBezTo>
                  <a:cubicBezTo>
                    <a:pt x="304584" y="358557"/>
                    <a:pt x="308244" y="362261"/>
                    <a:pt x="312763" y="362261"/>
                  </a:cubicBezTo>
                  <a:cubicBezTo>
                    <a:pt x="317320" y="362261"/>
                    <a:pt x="320981" y="358557"/>
                    <a:pt x="320981" y="353987"/>
                  </a:cubicBezTo>
                  <a:cubicBezTo>
                    <a:pt x="320981" y="349413"/>
                    <a:pt x="317320" y="345709"/>
                    <a:pt x="312763" y="345709"/>
                  </a:cubicBezTo>
                  <a:close/>
                  <a:moveTo>
                    <a:pt x="350860" y="345709"/>
                  </a:moveTo>
                  <a:cubicBezTo>
                    <a:pt x="346340" y="345709"/>
                    <a:pt x="342643" y="349413"/>
                    <a:pt x="342643" y="353987"/>
                  </a:cubicBezTo>
                  <a:cubicBezTo>
                    <a:pt x="342643" y="358557"/>
                    <a:pt x="346340" y="362261"/>
                    <a:pt x="350860" y="362261"/>
                  </a:cubicBezTo>
                  <a:cubicBezTo>
                    <a:pt x="355379" y="362261"/>
                    <a:pt x="359039" y="358557"/>
                    <a:pt x="359039" y="353987"/>
                  </a:cubicBezTo>
                  <a:cubicBezTo>
                    <a:pt x="359039" y="349413"/>
                    <a:pt x="355379" y="345709"/>
                    <a:pt x="350860" y="345709"/>
                  </a:cubicBezTo>
                  <a:close/>
                  <a:moveTo>
                    <a:pt x="388919" y="345709"/>
                  </a:moveTo>
                  <a:cubicBezTo>
                    <a:pt x="384400" y="345709"/>
                    <a:pt x="380740" y="349413"/>
                    <a:pt x="380740" y="353987"/>
                  </a:cubicBezTo>
                  <a:cubicBezTo>
                    <a:pt x="380740" y="358557"/>
                    <a:pt x="384400" y="362261"/>
                    <a:pt x="388919" y="362261"/>
                  </a:cubicBezTo>
                  <a:cubicBezTo>
                    <a:pt x="393438" y="362261"/>
                    <a:pt x="397136" y="358557"/>
                    <a:pt x="397136" y="353987"/>
                  </a:cubicBezTo>
                  <a:cubicBezTo>
                    <a:pt x="397136" y="349413"/>
                    <a:pt x="393438" y="345709"/>
                    <a:pt x="388919" y="345709"/>
                  </a:cubicBezTo>
                  <a:close/>
                  <a:moveTo>
                    <a:pt x="427015" y="345709"/>
                  </a:moveTo>
                  <a:cubicBezTo>
                    <a:pt x="422458" y="345709"/>
                    <a:pt x="418798" y="349413"/>
                    <a:pt x="418798" y="353987"/>
                  </a:cubicBezTo>
                  <a:cubicBezTo>
                    <a:pt x="418798" y="358557"/>
                    <a:pt x="422458" y="362261"/>
                    <a:pt x="427015" y="362261"/>
                  </a:cubicBezTo>
                  <a:cubicBezTo>
                    <a:pt x="431535" y="362261"/>
                    <a:pt x="435195" y="358557"/>
                    <a:pt x="435195" y="353987"/>
                  </a:cubicBezTo>
                  <a:cubicBezTo>
                    <a:pt x="435195" y="349413"/>
                    <a:pt x="431535" y="345709"/>
                    <a:pt x="427015" y="345709"/>
                  </a:cubicBezTo>
                  <a:close/>
                  <a:moveTo>
                    <a:pt x="465074" y="345709"/>
                  </a:moveTo>
                  <a:cubicBezTo>
                    <a:pt x="460555" y="345709"/>
                    <a:pt x="456858" y="349413"/>
                    <a:pt x="456858" y="353987"/>
                  </a:cubicBezTo>
                  <a:cubicBezTo>
                    <a:pt x="456858" y="358557"/>
                    <a:pt x="460555" y="362261"/>
                    <a:pt x="465074" y="362261"/>
                  </a:cubicBezTo>
                  <a:cubicBezTo>
                    <a:pt x="469593" y="362261"/>
                    <a:pt x="473254" y="358557"/>
                    <a:pt x="473254" y="353987"/>
                  </a:cubicBezTo>
                  <a:cubicBezTo>
                    <a:pt x="473254" y="349413"/>
                    <a:pt x="469593" y="345709"/>
                    <a:pt x="465074" y="345709"/>
                  </a:cubicBezTo>
                  <a:close/>
                  <a:moveTo>
                    <a:pt x="503133" y="345709"/>
                  </a:moveTo>
                  <a:cubicBezTo>
                    <a:pt x="498614" y="345709"/>
                    <a:pt x="494954" y="349413"/>
                    <a:pt x="494954" y="353987"/>
                  </a:cubicBezTo>
                  <a:cubicBezTo>
                    <a:pt x="494954" y="358557"/>
                    <a:pt x="498614" y="362261"/>
                    <a:pt x="503133" y="362261"/>
                  </a:cubicBezTo>
                  <a:cubicBezTo>
                    <a:pt x="507690" y="362261"/>
                    <a:pt x="511350" y="358557"/>
                    <a:pt x="511350" y="353987"/>
                  </a:cubicBezTo>
                  <a:cubicBezTo>
                    <a:pt x="511350" y="349413"/>
                    <a:pt x="507690" y="345709"/>
                    <a:pt x="503133" y="345709"/>
                  </a:cubicBezTo>
                  <a:close/>
                  <a:moveTo>
                    <a:pt x="541230" y="345709"/>
                  </a:moveTo>
                  <a:cubicBezTo>
                    <a:pt x="536673" y="345709"/>
                    <a:pt x="533013" y="349413"/>
                    <a:pt x="533013" y="353987"/>
                  </a:cubicBezTo>
                  <a:cubicBezTo>
                    <a:pt x="533013" y="358557"/>
                    <a:pt x="536673" y="362261"/>
                    <a:pt x="541230" y="362261"/>
                  </a:cubicBezTo>
                  <a:cubicBezTo>
                    <a:pt x="545749" y="362261"/>
                    <a:pt x="549409" y="358557"/>
                    <a:pt x="549409" y="353987"/>
                  </a:cubicBezTo>
                  <a:cubicBezTo>
                    <a:pt x="549409" y="349413"/>
                    <a:pt x="545749" y="345709"/>
                    <a:pt x="541230" y="345709"/>
                  </a:cubicBezTo>
                  <a:close/>
                  <a:moveTo>
                    <a:pt x="579289" y="345709"/>
                  </a:moveTo>
                  <a:cubicBezTo>
                    <a:pt x="574769" y="345709"/>
                    <a:pt x="571072" y="349413"/>
                    <a:pt x="571072" y="353987"/>
                  </a:cubicBezTo>
                  <a:cubicBezTo>
                    <a:pt x="571072" y="358557"/>
                    <a:pt x="574769" y="362261"/>
                    <a:pt x="579289" y="362261"/>
                  </a:cubicBezTo>
                  <a:cubicBezTo>
                    <a:pt x="583808" y="362261"/>
                    <a:pt x="587506" y="358557"/>
                    <a:pt x="587506" y="353987"/>
                  </a:cubicBezTo>
                  <a:cubicBezTo>
                    <a:pt x="587506" y="349413"/>
                    <a:pt x="583808" y="345709"/>
                    <a:pt x="579289" y="345709"/>
                  </a:cubicBezTo>
                  <a:close/>
                  <a:moveTo>
                    <a:pt x="617348" y="345709"/>
                  </a:moveTo>
                  <a:cubicBezTo>
                    <a:pt x="612828" y="345709"/>
                    <a:pt x="609168" y="349413"/>
                    <a:pt x="609168" y="353987"/>
                  </a:cubicBezTo>
                  <a:cubicBezTo>
                    <a:pt x="609168" y="358557"/>
                    <a:pt x="612828" y="362261"/>
                    <a:pt x="617348" y="362261"/>
                  </a:cubicBezTo>
                  <a:cubicBezTo>
                    <a:pt x="621904" y="362261"/>
                    <a:pt x="625564" y="358557"/>
                    <a:pt x="625564" y="353987"/>
                  </a:cubicBezTo>
                  <a:cubicBezTo>
                    <a:pt x="625564" y="349413"/>
                    <a:pt x="621904" y="345709"/>
                    <a:pt x="617348" y="345709"/>
                  </a:cubicBezTo>
                  <a:close/>
                  <a:moveTo>
                    <a:pt x="655444" y="345709"/>
                  </a:moveTo>
                  <a:cubicBezTo>
                    <a:pt x="650887" y="345709"/>
                    <a:pt x="647227" y="349413"/>
                    <a:pt x="647227" y="353987"/>
                  </a:cubicBezTo>
                  <a:cubicBezTo>
                    <a:pt x="647227" y="358557"/>
                    <a:pt x="650887" y="362261"/>
                    <a:pt x="655444" y="362261"/>
                  </a:cubicBezTo>
                  <a:cubicBezTo>
                    <a:pt x="659963" y="362261"/>
                    <a:pt x="663624" y="358557"/>
                    <a:pt x="663624" y="353987"/>
                  </a:cubicBezTo>
                  <a:cubicBezTo>
                    <a:pt x="663624" y="349413"/>
                    <a:pt x="659963" y="345709"/>
                    <a:pt x="655444" y="345709"/>
                  </a:cubicBezTo>
                  <a:close/>
                  <a:moveTo>
                    <a:pt x="693503" y="345709"/>
                  </a:moveTo>
                  <a:cubicBezTo>
                    <a:pt x="688984" y="345709"/>
                    <a:pt x="685286" y="349413"/>
                    <a:pt x="685286" y="353987"/>
                  </a:cubicBezTo>
                  <a:cubicBezTo>
                    <a:pt x="685286" y="358557"/>
                    <a:pt x="688984" y="362261"/>
                    <a:pt x="693503" y="362261"/>
                  </a:cubicBezTo>
                  <a:cubicBezTo>
                    <a:pt x="698022" y="362261"/>
                    <a:pt x="701720" y="358557"/>
                    <a:pt x="701720" y="353987"/>
                  </a:cubicBezTo>
                  <a:cubicBezTo>
                    <a:pt x="701720" y="349413"/>
                    <a:pt x="698022" y="345709"/>
                    <a:pt x="693503" y="345709"/>
                  </a:cubicBezTo>
                  <a:close/>
                  <a:moveTo>
                    <a:pt x="731562" y="345709"/>
                  </a:moveTo>
                  <a:cubicBezTo>
                    <a:pt x="727043" y="345709"/>
                    <a:pt x="723382" y="349413"/>
                    <a:pt x="723382" y="353987"/>
                  </a:cubicBezTo>
                  <a:cubicBezTo>
                    <a:pt x="723382" y="358557"/>
                    <a:pt x="727043" y="362261"/>
                    <a:pt x="731562" y="362261"/>
                  </a:cubicBezTo>
                  <a:cubicBezTo>
                    <a:pt x="736119" y="362261"/>
                    <a:pt x="739779" y="358557"/>
                    <a:pt x="739779" y="353987"/>
                  </a:cubicBezTo>
                  <a:cubicBezTo>
                    <a:pt x="739779" y="349413"/>
                    <a:pt x="736119" y="345709"/>
                    <a:pt x="731562" y="345709"/>
                  </a:cubicBezTo>
                  <a:close/>
                  <a:moveTo>
                    <a:pt x="769658" y="345709"/>
                  </a:moveTo>
                  <a:cubicBezTo>
                    <a:pt x="765102" y="345709"/>
                    <a:pt x="761441" y="349413"/>
                    <a:pt x="761441" y="353987"/>
                  </a:cubicBezTo>
                  <a:cubicBezTo>
                    <a:pt x="761441" y="358557"/>
                    <a:pt x="765102" y="362261"/>
                    <a:pt x="769658" y="362261"/>
                  </a:cubicBezTo>
                  <a:cubicBezTo>
                    <a:pt x="774177" y="362261"/>
                    <a:pt x="777838" y="358557"/>
                    <a:pt x="777838" y="353987"/>
                  </a:cubicBezTo>
                  <a:cubicBezTo>
                    <a:pt x="777838" y="349413"/>
                    <a:pt x="774177" y="345709"/>
                    <a:pt x="769658" y="345709"/>
                  </a:cubicBezTo>
                  <a:close/>
                  <a:moveTo>
                    <a:pt x="807717" y="345709"/>
                  </a:moveTo>
                  <a:cubicBezTo>
                    <a:pt x="803198" y="345709"/>
                    <a:pt x="799538" y="349413"/>
                    <a:pt x="799538" y="353987"/>
                  </a:cubicBezTo>
                  <a:cubicBezTo>
                    <a:pt x="799538" y="358557"/>
                    <a:pt x="803198" y="362261"/>
                    <a:pt x="807717" y="362261"/>
                  </a:cubicBezTo>
                  <a:cubicBezTo>
                    <a:pt x="812237" y="362261"/>
                    <a:pt x="815934" y="358557"/>
                    <a:pt x="815934" y="353987"/>
                  </a:cubicBezTo>
                  <a:cubicBezTo>
                    <a:pt x="815934" y="349413"/>
                    <a:pt x="812237" y="345709"/>
                    <a:pt x="807717" y="345709"/>
                  </a:cubicBezTo>
                  <a:close/>
                  <a:moveTo>
                    <a:pt x="845776" y="345709"/>
                  </a:moveTo>
                  <a:cubicBezTo>
                    <a:pt x="841257" y="345709"/>
                    <a:pt x="837597" y="349413"/>
                    <a:pt x="837597" y="353987"/>
                  </a:cubicBezTo>
                  <a:cubicBezTo>
                    <a:pt x="837597" y="358557"/>
                    <a:pt x="841257" y="362261"/>
                    <a:pt x="845776" y="362261"/>
                  </a:cubicBezTo>
                  <a:cubicBezTo>
                    <a:pt x="850333" y="362261"/>
                    <a:pt x="853993" y="358557"/>
                    <a:pt x="853993" y="353987"/>
                  </a:cubicBezTo>
                  <a:cubicBezTo>
                    <a:pt x="853993" y="349413"/>
                    <a:pt x="850333" y="345709"/>
                    <a:pt x="845776" y="345709"/>
                  </a:cubicBezTo>
                  <a:close/>
                  <a:moveTo>
                    <a:pt x="883873" y="345709"/>
                  </a:moveTo>
                  <a:cubicBezTo>
                    <a:pt x="879353" y="345709"/>
                    <a:pt x="875656" y="349413"/>
                    <a:pt x="875656" y="353987"/>
                  </a:cubicBezTo>
                  <a:cubicBezTo>
                    <a:pt x="875656" y="358557"/>
                    <a:pt x="879353" y="362261"/>
                    <a:pt x="883873" y="362261"/>
                  </a:cubicBezTo>
                  <a:cubicBezTo>
                    <a:pt x="888392" y="362261"/>
                    <a:pt x="892052" y="358557"/>
                    <a:pt x="892052" y="353987"/>
                  </a:cubicBezTo>
                  <a:cubicBezTo>
                    <a:pt x="892052" y="349413"/>
                    <a:pt x="888392" y="345709"/>
                    <a:pt x="883873" y="345709"/>
                  </a:cubicBezTo>
                  <a:close/>
                  <a:moveTo>
                    <a:pt x="921932" y="345709"/>
                  </a:moveTo>
                  <a:cubicBezTo>
                    <a:pt x="917412" y="345709"/>
                    <a:pt x="913752" y="349413"/>
                    <a:pt x="913752" y="353987"/>
                  </a:cubicBezTo>
                  <a:cubicBezTo>
                    <a:pt x="913752" y="358557"/>
                    <a:pt x="917412" y="362261"/>
                    <a:pt x="921932" y="362261"/>
                  </a:cubicBezTo>
                  <a:cubicBezTo>
                    <a:pt x="926451" y="362261"/>
                    <a:pt x="930148" y="358557"/>
                    <a:pt x="930148" y="353987"/>
                  </a:cubicBezTo>
                  <a:cubicBezTo>
                    <a:pt x="930148" y="349413"/>
                    <a:pt x="926451" y="345709"/>
                    <a:pt x="921932" y="345709"/>
                  </a:cubicBezTo>
                  <a:close/>
                  <a:moveTo>
                    <a:pt x="960028" y="345709"/>
                  </a:moveTo>
                  <a:cubicBezTo>
                    <a:pt x="955471" y="345709"/>
                    <a:pt x="951811" y="349413"/>
                    <a:pt x="951811" y="353987"/>
                  </a:cubicBezTo>
                  <a:cubicBezTo>
                    <a:pt x="951811" y="358557"/>
                    <a:pt x="955471" y="362261"/>
                    <a:pt x="960028" y="362261"/>
                  </a:cubicBezTo>
                  <a:cubicBezTo>
                    <a:pt x="964547" y="362261"/>
                    <a:pt x="968207" y="358557"/>
                    <a:pt x="968207" y="353987"/>
                  </a:cubicBezTo>
                  <a:cubicBezTo>
                    <a:pt x="968207" y="349413"/>
                    <a:pt x="964547" y="345709"/>
                    <a:pt x="960028" y="345709"/>
                  </a:cubicBezTo>
                  <a:close/>
                  <a:moveTo>
                    <a:pt x="8217" y="388080"/>
                  </a:moveTo>
                  <a:cubicBezTo>
                    <a:pt x="3660" y="388080"/>
                    <a:pt x="0" y="391784"/>
                    <a:pt x="0" y="396354"/>
                  </a:cubicBezTo>
                  <a:cubicBezTo>
                    <a:pt x="0" y="400928"/>
                    <a:pt x="3660" y="404632"/>
                    <a:pt x="8217" y="404632"/>
                  </a:cubicBezTo>
                  <a:cubicBezTo>
                    <a:pt x="12736" y="404632"/>
                    <a:pt x="16396" y="400928"/>
                    <a:pt x="16396" y="396354"/>
                  </a:cubicBezTo>
                  <a:cubicBezTo>
                    <a:pt x="16396" y="391784"/>
                    <a:pt x="12736" y="388080"/>
                    <a:pt x="8217" y="388080"/>
                  </a:cubicBezTo>
                  <a:close/>
                  <a:moveTo>
                    <a:pt x="46276" y="388080"/>
                  </a:moveTo>
                  <a:cubicBezTo>
                    <a:pt x="41757" y="388080"/>
                    <a:pt x="38059" y="391784"/>
                    <a:pt x="38059" y="396354"/>
                  </a:cubicBezTo>
                  <a:cubicBezTo>
                    <a:pt x="38059" y="400928"/>
                    <a:pt x="41757" y="404632"/>
                    <a:pt x="46276" y="404632"/>
                  </a:cubicBezTo>
                  <a:cubicBezTo>
                    <a:pt x="50795" y="404632"/>
                    <a:pt x="54493" y="400928"/>
                    <a:pt x="54493" y="396354"/>
                  </a:cubicBezTo>
                  <a:cubicBezTo>
                    <a:pt x="54493" y="391784"/>
                    <a:pt x="50795" y="388080"/>
                    <a:pt x="46276" y="388080"/>
                  </a:cubicBezTo>
                  <a:close/>
                  <a:moveTo>
                    <a:pt x="84335" y="388080"/>
                  </a:moveTo>
                  <a:cubicBezTo>
                    <a:pt x="79816" y="388080"/>
                    <a:pt x="76155" y="391784"/>
                    <a:pt x="76155" y="396354"/>
                  </a:cubicBezTo>
                  <a:cubicBezTo>
                    <a:pt x="76155" y="400928"/>
                    <a:pt x="79816" y="404632"/>
                    <a:pt x="84335" y="404632"/>
                  </a:cubicBezTo>
                  <a:cubicBezTo>
                    <a:pt x="88892" y="404632"/>
                    <a:pt x="92552" y="400928"/>
                    <a:pt x="92552" y="396354"/>
                  </a:cubicBezTo>
                  <a:cubicBezTo>
                    <a:pt x="92552" y="391784"/>
                    <a:pt x="88892" y="388080"/>
                    <a:pt x="84335" y="388080"/>
                  </a:cubicBezTo>
                  <a:close/>
                  <a:moveTo>
                    <a:pt x="122431" y="388080"/>
                  </a:moveTo>
                  <a:cubicBezTo>
                    <a:pt x="117875" y="388080"/>
                    <a:pt x="114215" y="391784"/>
                    <a:pt x="114215" y="396354"/>
                  </a:cubicBezTo>
                  <a:cubicBezTo>
                    <a:pt x="114215" y="400928"/>
                    <a:pt x="117875" y="404632"/>
                    <a:pt x="122431" y="404632"/>
                  </a:cubicBezTo>
                  <a:cubicBezTo>
                    <a:pt x="126950" y="404632"/>
                    <a:pt x="130611" y="400928"/>
                    <a:pt x="130611" y="396354"/>
                  </a:cubicBezTo>
                  <a:cubicBezTo>
                    <a:pt x="130611" y="391784"/>
                    <a:pt x="126950" y="388080"/>
                    <a:pt x="122431" y="388080"/>
                  </a:cubicBezTo>
                  <a:close/>
                  <a:moveTo>
                    <a:pt x="160491" y="388080"/>
                  </a:moveTo>
                  <a:cubicBezTo>
                    <a:pt x="155971" y="388080"/>
                    <a:pt x="152273" y="391784"/>
                    <a:pt x="152273" y="396354"/>
                  </a:cubicBezTo>
                  <a:cubicBezTo>
                    <a:pt x="152273" y="400928"/>
                    <a:pt x="155971" y="404632"/>
                    <a:pt x="160491" y="404632"/>
                  </a:cubicBezTo>
                  <a:cubicBezTo>
                    <a:pt x="165010" y="404632"/>
                    <a:pt x="168707" y="400928"/>
                    <a:pt x="168707" y="396354"/>
                  </a:cubicBezTo>
                  <a:cubicBezTo>
                    <a:pt x="168707" y="391784"/>
                    <a:pt x="165010" y="388080"/>
                    <a:pt x="160491" y="388080"/>
                  </a:cubicBezTo>
                  <a:close/>
                  <a:moveTo>
                    <a:pt x="198549" y="388080"/>
                  </a:moveTo>
                  <a:cubicBezTo>
                    <a:pt x="194030" y="388080"/>
                    <a:pt x="190370" y="391784"/>
                    <a:pt x="190370" y="396354"/>
                  </a:cubicBezTo>
                  <a:cubicBezTo>
                    <a:pt x="190370" y="400928"/>
                    <a:pt x="194030" y="404632"/>
                    <a:pt x="198549" y="404632"/>
                  </a:cubicBezTo>
                  <a:cubicBezTo>
                    <a:pt x="203106" y="404632"/>
                    <a:pt x="206766" y="400928"/>
                    <a:pt x="206766" y="396354"/>
                  </a:cubicBezTo>
                  <a:cubicBezTo>
                    <a:pt x="206766" y="391784"/>
                    <a:pt x="203106" y="388080"/>
                    <a:pt x="198549" y="388080"/>
                  </a:cubicBezTo>
                  <a:close/>
                  <a:moveTo>
                    <a:pt x="236645" y="388080"/>
                  </a:moveTo>
                  <a:cubicBezTo>
                    <a:pt x="232089" y="388080"/>
                    <a:pt x="228429" y="391784"/>
                    <a:pt x="228429" y="396354"/>
                  </a:cubicBezTo>
                  <a:cubicBezTo>
                    <a:pt x="228429" y="400928"/>
                    <a:pt x="232089" y="404632"/>
                    <a:pt x="236645" y="404632"/>
                  </a:cubicBezTo>
                  <a:cubicBezTo>
                    <a:pt x="241165" y="404632"/>
                    <a:pt x="244825" y="400928"/>
                    <a:pt x="244825" y="396354"/>
                  </a:cubicBezTo>
                  <a:cubicBezTo>
                    <a:pt x="244825" y="391784"/>
                    <a:pt x="241165" y="388080"/>
                    <a:pt x="236645" y="388080"/>
                  </a:cubicBezTo>
                  <a:close/>
                  <a:moveTo>
                    <a:pt x="274705" y="388080"/>
                  </a:moveTo>
                  <a:cubicBezTo>
                    <a:pt x="270186" y="388080"/>
                    <a:pt x="266525" y="391784"/>
                    <a:pt x="266525" y="396354"/>
                  </a:cubicBezTo>
                  <a:cubicBezTo>
                    <a:pt x="266525" y="400928"/>
                    <a:pt x="270186" y="404632"/>
                    <a:pt x="274705" y="404632"/>
                  </a:cubicBezTo>
                  <a:cubicBezTo>
                    <a:pt x="279224" y="404632"/>
                    <a:pt x="282921" y="400928"/>
                    <a:pt x="282921" y="396354"/>
                  </a:cubicBezTo>
                  <a:cubicBezTo>
                    <a:pt x="282921" y="391784"/>
                    <a:pt x="279224" y="388080"/>
                    <a:pt x="274705" y="388080"/>
                  </a:cubicBezTo>
                  <a:close/>
                  <a:moveTo>
                    <a:pt x="312763" y="388080"/>
                  </a:moveTo>
                  <a:cubicBezTo>
                    <a:pt x="308244" y="388080"/>
                    <a:pt x="304584" y="391784"/>
                    <a:pt x="304584" y="396354"/>
                  </a:cubicBezTo>
                  <a:cubicBezTo>
                    <a:pt x="304584" y="400928"/>
                    <a:pt x="308244" y="404632"/>
                    <a:pt x="312763" y="404632"/>
                  </a:cubicBezTo>
                  <a:cubicBezTo>
                    <a:pt x="317320" y="404632"/>
                    <a:pt x="320981" y="400928"/>
                    <a:pt x="320981" y="396354"/>
                  </a:cubicBezTo>
                  <a:cubicBezTo>
                    <a:pt x="320981" y="391784"/>
                    <a:pt x="317320" y="388080"/>
                    <a:pt x="312763" y="388080"/>
                  </a:cubicBezTo>
                  <a:close/>
                  <a:moveTo>
                    <a:pt x="350860" y="388080"/>
                  </a:moveTo>
                  <a:cubicBezTo>
                    <a:pt x="346340" y="388080"/>
                    <a:pt x="342643" y="391784"/>
                    <a:pt x="342643" y="396354"/>
                  </a:cubicBezTo>
                  <a:cubicBezTo>
                    <a:pt x="342643" y="400928"/>
                    <a:pt x="346340" y="404632"/>
                    <a:pt x="350860" y="404632"/>
                  </a:cubicBezTo>
                  <a:cubicBezTo>
                    <a:pt x="355379" y="404632"/>
                    <a:pt x="359039" y="400928"/>
                    <a:pt x="359039" y="396354"/>
                  </a:cubicBezTo>
                  <a:cubicBezTo>
                    <a:pt x="359039" y="391784"/>
                    <a:pt x="355379" y="388080"/>
                    <a:pt x="350860" y="388080"/>
                  </a:cubicBezTo>
                  <a:close/>
                  <a:moveTo>
                    <a:pt x="388919" y="388080"/>
                  </a:moveTo>
                  <a:cubicBezTo>
                    <a:pt x="384400" y="388080"/>
                    <a:pt x="380740" y="391784"/>
                    <a:pt x="380740" y="396354"/>
                  </a:cubicBezTo>
                  <a:cubicBezTo>
                    <a:pt x="380740" y="400928"/>
                    <a:pt x="384400" y="404632"/>
                    <a:pt x="388919" y="404632"/>
                  </a:cubicBezTo>
                  <a:cubicBezTo>
                    <a:pt x="393438" y="404632"/>
                    <a:pt x="397136" y="400928"/>
                    <a:pt x="397136" y="396354"/>
                  </a:cubicBezTo>
                  <a:cubicBezTo>
                    <a:pt x="397136" y="391784"/>
                    <a:pt x="393438" y="388080"/>
                    <a:pt x="388919" y="388080"/>
                  </a:cubicBezTo>
                  <a:close/>
                  <a:moveTo>
                    <a:pt x="427015" y="388080"/>
                  </a:moveTo>
                  <a:cubicBezTo>
                    <a:pt x="422458" y="388080"/>
                    <a:pt x="418798" y="391784"/>
                    <a:pt x="418798" y="396354"/>
                  </a:cubicBezTo>
                  <a:cubicBezTo>
                    <a:pt x="418798" y="400928"/>
                    <a:pt x="422458" y="404632"/>
                    <a:pt x="427015" y="404632"/>
                  </a:cubicBezTo>
                  <a:cubicBezTo>
                    <a:pt x="431535" y="404632"/>
                    <a:pt x="435195" y="400928"/>
                    <a:pt x="435195" y="396354"/>
                  </a:cubicBezTo>
                  <a:cubicBezTo>
                    <a:pt x="435195" y="391784"/>
                    <a:pt x="431535" y="388080"/>
                    <a:pt x="427015" y="388080"/>
                  </a:cubicBezTo>
                  <a:close/>
                  <a:moveTo>
                    <a:pt x="465074" y="388080"/>
                  </a:moveTo>
                  <a:cubicBezTo>
                    <a:pt x="460555" y="388080"/>
                    <a:pt x="456858" y="391784"/>
                    <a:pt x="456858" y="396354"/>
                  </a:cubicBezTo>
                  <a:cubicBezTo>
                    <a:pt x="456858" y="400928"/>
                    <a:pt x="460555" y="404632"/>
                    <a:pt x="465074" y="404632"/>
                  </a:cubicBezTo>
                  <a:cubicBezTo>
                    <a:pt x="469593" y="404632"/>
                    <a:pt x="473254" y="400928"/>
                    <a:pt x="473254" y="396354"/>
                  </a:cubicBezTo>
                  <a:cubicBezTo>
                    <a:pt x="473254" y="391784"/>
                    <a:pt x="469593" y="388080"/>
                    <a:pt x="465074" y="388080"/>
                  </a:cubicBezTo>
                  <a:close/>
                  <a:moveTo>
                    <a:pt x="503133" y="388080"/>
                  </a:moveTo>
                  <a:cubicBezTo>
                    <a:pt x="498614" y="388080"/>
                    <a:pt x="494954" y="391784"/>
                    <a:pt x="494954" y="396354"/>
                  </a:cubicBezTo>
                  <a:cubicBezTo>
                    <a:pt x="494954" y="400928"/>
                    <a:pt x="498614" y="404632"/>
                    <a:pt x="503133" y="404632"/>
                  </a:cubicBezTo>
                  <a:cubicBezTo>
                    <a:pt x="507690" y="404632"/>
                    <a:pt x="511350" y="400928"/>
                    <a:pt x="511350" y="396354"/>
                  </a:cubicBezTo>
                  <a:cubicBezTo>
                    <a:pt x="511350" y="391784"/>
                    <a:pt x="507690" y="388080"/>
                    <a:pt x="503133" y="388080"/>
                  </a:cubicBezTo>
                  <a:close/>
                  <a:moveTo>
                    <a:pt x="541230" y="388080"/>
                  </a:moveTo>
                  <a:cubicBezTo>
                    <a:pt x="536673" y="388080"/>
                    <a:pt x="533013" y="391784"/>
                    <a:pt x="533013" y="396354"/>
                  </a:cubicBezTo>
                  <a:cubicBezTo>
                    <a:pt x="533013" y="400928"/>
                    <a:pt x="536673" y="404632"/>
                    <a:pt x="541230" y="404632"/>
                  </a:cubicBezTo>
                  <a:cubicBezTo>
                    <a:pt x="545749" y="404632"/>
                    <a:pt x="549409" y="400928"/>
                    <a:pt x="549409" y="396354"/>
                  </a:cubicBezTo>
                  <a:cubicBezTo>
                    <a:pt x="549409" y="391784"/>
                    <a:pt x="545749" y="388080"/>
                    <a:pt x="541230" y="388080"/>
                  </a:cubicBezTo>
                  <a:close/>
                  <a:moveTo>
                    <a:pt x="579289" y="388080"/>
                  </a:moveTo>
                  <a:cubicBezTo>
                    <a:pt x="574769" y="388080"/>
                    <a:pt x="571072" y="391784"/>
                    <a:pt x="571072" y="396354"/>
                  </a:cubicBezTo>
                  <a:cubicBezTo>
                    <a:pt x="571072" y="400928"/>
                    <a:pt x="574769" y="404632"/>
                    <a:pt x="579289" y="404632"/>
                  </a:cubicBezTo>
                  <a:cubicBezTo>
                    <a:pt x="583808" y="404632"/>
                    <a:pt x="587506" y="400928"/>
                    <a:pt x="587506" y="396354"/>
                  </a:cubicBezTo>
                  <a:cubicBezTo>
                    <a:pt x="587506" y="391784"/>
                    <a:pt x="583808" y="388080"/>
                    <a:pt x="579289" y="388080"/>
                  </a:cubicBezTo>
                  <a:close/>
                  <a:moveTo>
                    <a:pt x="617348" y="388080"/>
                  </a:moveTo>
                  <a:cubicBezTo>
                    <a:pt x="612828" y="388080"/>
                    <a:pt x="609168" y="391784"/>
                    <a:pt x="609168" y="396354"/>
                  </a:cubicBezTo>
                  <a:cubicBezTo>
                    <a:pt x="609168" y="400928"/>
                    <a:pt x="612828" y="404632"/>
                    <a:pt x="617348" y="404632"/>
                  </a:cubicBezTo>
                  <a:cubicBezTo>
                    <a:pt x="621904" y="404632"/>
                    <a:pt x="625564" y="400928"/>
                    <a:pt x="625564" y="396354"/>
                  </a:cubicBezTo>
                  <a:cubicBezTo>
                    <a:pt x="625564" y="391784"/>
                    <a:pt x="621904" y="388080"/>
                    <a:pt x="617348" y="388080"/>
                  </a:cubicBezTo>
                  <a:close/>
                  <a:moveTo>
                    <a:pt x="655444" y="388080"/>
                  </a:moveTo>
                  <a:cubicBezTo>
                    <a:pt x="650887" y="388080"/>
                    <a:pt x="647227" y="391784"/>
                    <a:pt x="647227" y="396354"/>
                  </a:cubicBezTo>
                  <a:cubicBezTo>
                    <a:pt x="647227" y="400928"/>
                    <a:pt x="650887" y="404632"/>
                    <a:pt x="655444" y="404632"/>
                  </a:cubicBezTo>
                  <a:cubicBezTo>
                    <a:pt x="659963" y="404632"/>
                    <a:pt x="663624" y="400928"/>
                    <a:pt x="663624" y="396354"/>
                  </a:cubicBezTo>
                  <a:cubicBezTo>
                    <a:pt x="663624" y="391784"/>
                    <a:pt x="659963" y="388080"/>
                    <a:pt x="655444" y="388080"/>
                  </a:cubicBezTo>
                  <a:close/>
                  <a:moveTo>
                    <a:pt x="693503" y="388080"/>
                  </a:moveTo>
                  <a:cubicBezTo>
                    <a:pt x="688984" y="388080"/>
                    <a:pt x="685286" y="391784"/>
                    <a:pt x="685286" y="396354"/>
                  </a:cubicBezTo>
                  <a:cubicBezTo>
                    <a:pt x="685286" y="400928"/>
                    <a:pt x="688984" y="404632"/>
                    <a:pt x="693503" y="404632"/>
                  </a:cubicBezTo>
                  <a:cubicBezTo>
                    <a:pt x="698022" y="404632"/>
                    <a:pt x="701720" y="400928"/>
                    <a:pt x="701720" y="396354"/>
                  </a:cubicBezTo>
                  <a:cubicBezTo>
                    <a:pt x="701720" y="391784"/>
                    <a:pt x="698022" y="388080"/>
                    <a:pt x="693503" y="388080"/>
                  </a:cubicBezTo>
                  <a:close/>
                  <a:moveTo>
                    <a:pt x="731562" y="388080"/>
                  </a:moveTo>
                  <a:cubicBezTo>
                    <a:pt x="727043" y="388080"/>
                    <a:pt x="723382" y="391784"/>
                    <a:pt x="723382" y="396354"/>
                  </a:cubicBezTo>
                  <a:cubicBezTo>
                    <a:pt x="723382" y="400928"/>
                    <a:pt x="727043" y="404632"/>
                    <a:pt x="731562" y="404632"/>
                  </a:cubicBezTo>
                  <a:cubicBezTo>
                    <a:pt x="736119" y="404632"/>
                    <a:pt x="739779" y="400928"/>
                    <a:pt x="739779" y="396354"/>
                  </a:cubicBezTo>
                  <a:cubicBezTo>
                    <a:pt x="739779" y="391784"/>
                    <a:pt x="736119" y="388080"/>
                    <a:pt x="731562" y="388080"/>
                  </a:cubicBezTo>
                  <a:close/>
                  <a:moveTo>
                    <a:pt x="769658" y="388080"/>
                  </a:moveTo>
                  <a:cubicBezTo>
                    <a:pt x="765102" y="388080"/>
                    <a:pt x="761441" y="391784"/>
                    <a:pt x="761441" y="396354"/>
                  </a:cubicBezTo>
                  <a:cubicBezTo>
                    <a:pt x="761441" y="400928"/>
                    <a:pt x="765102" y="404632"/>
                    <a:pt x="769658" y="404632"/>
                  </a:cubicBezTo>
                  <a:cubicBezTo>
                    <a:pt x="774177" y="404632"/>
                    <a:pt x="777838" y="400928"/>
                    <a:pt x="777838" y="396354"/>
                  </a:cubicBezTo>
                  <a:cubicBezTo>
                    <a:pt x="777838" y="391784"/>
                    <a:pt x="774177" y="388080"/>
                    <a:pt x="769658" y="388080"/>
                  </a:cubicBezTo>
                  <a:close/>
                  <a:moveTo>
                    <a:pt x="807717" y="388080"/>
                  </a:moveTo>
                  <a:cubicBezTo>
                    <a:pt x="803198" y="388080"/>
                    <a:pt x="799538" y="391784"/>
                    <a:pt x="799538" y="396354"/>
                  </a:cubicBezTo>
                  <a:cubicBezTo>
                    <a:pt x="799538" y="400928"/>
                    <a:pt x="803198" y="404632"/>
                    <a:pt x="807717" y="404632"/>
                  </a:cubicBezTo>
                  <a:cubicBezTo>
                    <a:pt x="812237" y="404632"/>
                    <a:pt x="815934" y="400928"/>
                    <a:pt x="815934" y="396354"/>
                  </a:cubicBezTo>
                  <a:cubicBezTo>
                    <a:pt x="815934" y="391784"/>
                    <a:pt x="812237" y="388080"/>
                    <a:pt x="807717" y="388080"/>
                  </a:cubicBezTo>
                  <a:close/>
                  <a:moveTo>
                    <a:pt x="845776" y="388080"/>
                  </a:moveTo>
                  <a:cubicBezTo>
                    <a:pt x="841257" y="388080"/>
                    <a:pt x="837597" y="391784"/>
                    <a:pt x="837597" y="396354"/>
                  </a:cubicBezTo>
                  <a:cubicBezTo>
                    <a:pt x="837597" y="400928"/>
                    <a:pt x="841257" y="404632"/>
                    <a:pt x="845776" y="404632"/>
                  </a:cubicBezTo>
                  <a:cubicBezTo>
                    <a:pt x="850333" y="404632"/>
                    <a:pt x="853993" y="400928"/>
                    <a:pt x="853993" y="396354"/>
                  </a:cubicBezTo>
                  <a:cubicBezTo>
                    <a:pt x="853993" y="391784"/>
                    <a:pt x="850333" y="388080"/>
                    <a:pt x="845776" y="388080"/>
                  </a:cubicBezTo>
                  <a:close/>
                  <a:moveTo>
                    <a:pt x="883873" y="388080"/>
                  </a:moveTo>
                  <a:cubicBezTo>
                    <a:pt x="879353" y="388080"/>
                    <a:pt x="875656" y="391784"/>
                    <a:pt x="875656" y="396354"/>
                  </a:cubicBezTo>
                  <a:cubicBezTo>
                    <a:pt x="875656" y="400928"/>
                    <a:pt x="879353" y="404632"/>
                    <a:pt x="883873" y="404632"/>
                  </a:cubicBezTo>
                  <a:cubicBezTo>
                    <a:pt x="888392" y="404632"/>
                    <a:pt x="892052" y="400928"/>
                    <a:pt x="892052" y="396354"/>
                  </a:cubicBezTo>
                  <a:cubicBezTo>
                    <a:pt x="892052" y="391784"/>
                    <a:pt x="888392" y="388080"/>
                    <a:pt x="883873" y="388080"/>
                  </a:cubicBezTo>
                  <a:close/>
                  <a:moveTo>
                    <a:pt x="921932" y="388080"/>
                  </a:moveTo>
                  <a:cubicBezTo>
                    <a:pt x="917412" y="388080"/>
                    <a:pt x="913752" y="391784"/>
                    <a:pt x="913752" y="396354"/>
                  </a:cubicBezTo>
                  <a:cubicBezTo>
                    <a:pt x="913752" y="400928"/>
                    <a:pt x="917412" y="404632"/>
                    <a:pt x="921932" y="404632"/>
                  </a:cubicBezTo>
                  <a:cubicBezTo>
                    <a:pt x="926451" y="404632"/>
                    <a:pt x="930148" y="400928"/>
                    <a:pt x="930148" y="396354"/>
                  </a:cubicBezTo>
                  <a:cubicBezTo>
                    <a:pt x="930148" y="391784"/>
                    <a:pt x="926451" y="388080"/>
                    <a:pt x="921932" y="388080"/>
                  </a:cubicBezTo>
                  <a:close/>
                  <a:moveTo>
                    <a:pt x="960028" y="388080"/>
                  </a:moveTo>
                  <a:cubicBezTo>
                    <a:pt x="955471" y="388080"/>
                    <a:pt x="951811" y="391784"/>
                    <a:pt x="951811" y="396354"/>
                  </a:cubicBezTo>
                  <a:cubicBezTo>
                    <a:pt x="951811" y="400928"/>
                    <a:pt x="955471" y="404632"/>
                    <a:pt x="960028" y="404632"/>
                  </a:cubicBezTo>
                  <a:cubicBezTo>
                    <a:pt x="964547" y="404632"/>
                    <a:pt x="968207" y="400928"/>
                    <a:pt x="968207" y="396354"/>
                  </a:cubicBezTo>
                  <a:cubicBezTo>
                    <a:pt x="968207" y="391784"/>
                    <a:pt x="964547" y="388080"/>
                    <a:pt x="960028" y="388080"/>
                  </a:cubicBezTo>
                  <a:close/>
                  <a:moveTo>
                    <a:pt x="8217" y="0"/>
                  </a:moveTo>
                  <a:cubicBezTo>
                    <a:pt x="3660" y="0"/>
                    <a:pt x="0" y="3708"/>
                    <a:pt x="0" y="8278"/>
                  </a:cubicBezTo>
                  <a:cubicBezTo>
                    <a:pt x="0" y="12848"/>
                    <a:pt x="3660" y="16552"/>
                    <a:pt x="8217" y="16552"/>
                  </a:cubicBezTo>
                  <a:cubicBezTo>
                    <a:pt x="12736" y="16552"/>
                    <a:pt x="16396" y="12848"/>
                    <a:pt x="16396" y="8278"/>
                  </a:cubicBezTo>
                  <a:cubicBezTo>
                    <a:pt x="16396" y="3708"/>
                    <a:pt x="12736" y="0"/>
                    <a:pt x="8217" y="0"/>
                  </a:cubicBezTo>
                  <a:close/>
                  <a:moveTo>
                    <a:pt x="46276" y="0"/>
                  </a:moveTo>
                  <a:cubicBezTo>
                    <a:pt x="41757" y="0"/>
                    <a:pt x="38059" y="3708"/>
                    <a:pt x="38059" y="8278"/>
                  </a:cubicBezTo>
                  <a:cubicBezTo>
                    <a:pt x="38059" y="12848"/>
                    <a:pt x="41757" y="16552"/>
                    <a:pt x="46276" y="16552"/>
                  </a:cubicBezTo>
                  <a:cubicBezTo>
                    <a:pt x="50795" y="16552"/>
                    <a:pt x="54493" y="12848"/>
                    <a:pt x="54493" y="8278"/>
                  </a:cubicBezTo>
                  <a:cubicBezTo>
                    <a:pt x="54493" y="3708"/>
                    <a:pt x="50795" y="0"/>
                    <a:pt x="46276" y="0"/>
                  </a:cubicBezTo>
                  <a:close/>
                  <a:moveTo>
                    <a:pt x="84335" y="0"/>
                  </a:moveTo>
                  <a:cubicBezTo>
                    <a:pt x="79816" y="0"/>
                    <a:pt x="76155" y="3708"/>
                    <a:pt x="76155" y="8278"/>
                  </a:cubicBezTo>
                  <a:cubicBezTo>
                    <a:pt x="76155" y="12848"/>
                    <a:pt x="79816" y="16552"/>
                    <a:pt x="84335" y="16552"/>
                  </a:cubicBezTo>
                  <a:cubicBezTo>
                    <a:pt x="88892" y="16552"/>
                    <a:pt x="92552" y="12848"/>
                    <a:pt x="92552" y="8278"/>
                  </a:cubicBezTo>
                  <a:cubicBezTo>
                    <a:pt x="92552" y="3708"/>
                    <a:pt x="88892" y="0"/>
                    <a:pt x="84335" y="0"/>
                  </a:cubicBezTo>
                  <a:close/>
                  <a:moveTo>
                    <a:pt x="122431" y="0"/>
                  </a:moveTo>
                  <a:cubicBezTo>
                    <a:pt x="117875" y="0"/>
                    <a:pt x="114215" y="3708"/>
                    <a:pt x="114215" y="8278"/>
                  </a:cubicBezTo>
                  <a:cubicBezTo>
                    <a:pt x="114215" y="12848"/>
                    <a:pt x="117875" y="16552"/>
                    <a:pt x="122431" y="16552"/>
                  </a:cubicBezTo>
                  <a:cubicBezTo>
                    <a:pt x="126950" y="16552"/>
                    <a:pt x="130611" y="12848"/>
                    <a:pt x="130611" y="8278"/>
                  </a:cubicBezTo>
                  <a:cubicBezTo>
                    <a:pt x="130611" y="3708"/>
                    <a:pt x="126950" y="0"/>
                    <a:pt x="122431" y="0"/>
                  </a:cubicBezTo>
                  <a:close/>
                  <a:moveTo>
                    <a:pt x="160491" y="0"/>
                  </a:moveTo>
                  <a:cubicBezTo>
                    <a:pt x="155971" y="0"/>
                    <a:pt x="152273" y="3708"/>
                    <a:pt x="152273" y="8278"/>
                  </a:cubicBezTo>
                  <a:cubicBezTo>
                    <a:pt x="152273" y="12848"/>
                    <a:pt x="155971" y="16552"/>
                    <a:pt x="160491" y="16552"/>
                  </a:cubicBezTo>
                  <a:cubicBezTo>
                    <a:pt x="165010" y="16552"/>
                    <a:pt x="168707" y="12848"/>
                    <a:pt x="168707" y="8278"/>
                  </a:cubicBezTo>
                  <a:cubicBezTo>
                    <a:pt x="168707" y="3708"/>
                    <a:pt x="165010" y="0"/>
                    <a:pt x="160491" y="0"/>
                  </a:cubicBezTo>
                  <a:close/>
                  <a:moveTo>
                    <a:pt x="198549" y="0"/>
                  </a:moveTo>
                  <a:cubicBezTo>
                    <a:pt x="194030" y="0"/>
                    <a:pt x="190370" y="3708"/>
                    <a:pt x="190370" y="8278"/>
                  </a:cubicBezTo>
                  <a:cubicBezTo>
                    <a:pt x="190370" y="12848"/>
                    <a:pt x="194030" y="16552"/>
                    <a:pt x="198549" y="16552"/>
                  </a:cubicBezTo>
                  <a:cubicBezTo>
                    <a:pt x="203106" y="16552"/>
                    <a:pt x="206766" y="12848"/>
                    <a:pt x="206766" y="8278"/>
                  </a:cubicBezTo>
                  <a:cubicBezTo>
                    <a:pt x="206766" y="3708"/>
                    <a:pt x="203106" y="0"/>
                    <a:pt x="198549" y="0"/>
                  </a:cubicBezTo>
                  <a:close/>
                  <a:moveTo>
                    <a:pt x="236645" y="0"/>
                  </a:moveTo>
                  <a:cubicBezTo>
                    <a:pt x="232089" y="0"/>
                    <a:pt x="228429" y="3708"/>
                    <a:pt x="228429" y="8278"/>
                  </a:cubicBezTo>
                  <a:cubicBezTo>
                    <a:pt x="228429" y="12848"/>
                    <a:pt x="232089" y="16552"/>
                    <a:pt x="236645" y="16552"/>
                  </a:cubicBezTo>
                  <a:cubicBezTo>
                    <a:pt x="241165" y="16552"/>
                    <a:pt x="244825" y="12848"/>
                    <a:pt x="244825" y="8278"/>
                  </a:cubicBezTo>
                  <a:cubicBezTo>
                    <a:pt x="244825" y="3708"/>
                    <a:pt x="241165" y="0"/>
                    <a:pt x="236645" y="0"/>
                  </a:cubicBezTo>
                  <a:close/>
                  <a:moveTo>
                    <a:pt x="274705" y="0"/>
                  </a:moveTo>
                  <a:cubicBezTo>
                    <a:pt x="270186" y="0"/>
                    <a:pt x="266525" y="3708"/>
                    <a:pt x="266525" y="8278"/>
                  </a:cubicBezTo>
                  <a:cubicBezTo>
                    <a:pt x="266525" y="12848"/>
                    <a:pt x="270186" y="16552"/>
                    <a:pt x="274705" y="16552"/>
                  </a:cubicBezTo>
                  <a:cubicBezTo>
                    <a:pt x="279224" y="16552"/>
                    <a:pt x="282921" y="12848"/>
                    <a:pt x="282921" y="8278"/>
                  </a:cubicBezTo>
                  <a:cubicBezTo>
                    <a:pt x="282921" y="3708"/>
                    <a:pt x="279224" y="0"/>
                    <a:pt x="274705" y="0"/>
                  </a:cubicBezTo>
                  <a:close/>
                  <a:moveTo>
                    <a:pt x="312763" y="0"/>
                  </a:moveTo>
                  <a:cubicBezTo>
                    <a:pt x="308244" y="0"/>
                    <a:pt x="304584" y="3708"/>
                    <a:pt x="304584" y="8278"/>
                  </a:cubicBezTo>
                  <a:cubicBezTo>
                    <a:pt x="304584" y="12848"/>
                    <a:pt x="308244" y="16552"/>
                    <a:pt x="312763" y="16552"/>
                  </a:cubicBezTo>
                  <a:cubicBezTo>
                    <a:pt x="317320" y="16552"/>
                    <a:pt x="320981" y="12848"/>
                    <a:pt x="320981" y="8278"/>
                  </a:cubicBezTo>
                  <a:cubicBezTo>
                    <a:pt x="320981" y="3708"/>
                    <a:pt x="317320" y="0"/>
                    <a:pt x="312763" y="0"/>
                  </a:cubicBezTo>
                  <a:close/>
                  <a:moveTo>
                    <a:pt x="350860" y="0"/>
                  </a:moveTo>
                  <a:cubicBezTo>
                    <a:pt x="346340" y="0"/>
                    <a:pt x="342643" y="3708"/>
                    <a:pt x="342643" y="8278"/>
                  </a:cubicBezTo>
                  <a:cubicBezTo>
                    <a:pt x="342643" y="12848"/>
                    <a:pt x="346340" y="16552"/>
                    <a:pt x="350860" y="16552"/>
                  </a:cubicBezTo>
                  <a:cubicBezTo>
                    <a:pt x="355379" y="16552"/>
                    <a:pt x="359039" y="12848"/>
                    <a:pt x="359039" y="8278"/>
                  </a:cubicBezTo>
                  <a:cubicBezTo>
                    <a:pt x="359039" y="3708"/>
                    <a:pt x="355379" y="0"/>
                    <a:pt x="350860" y="0"/>
                  </a:cubicBezTo>
                  <a:close/>
                  <a:moveTo>
                    <a:pt x="388919" y="0"/>
                  </a:moveTo>
                  <a:cubicBezTo>
                    <a:pt x="384400" y="0"/>
                    <a:pt x="380740" y="3708"/>
                    <a:pt x="380740" y="8278"/>
                  </a:cubicBezTo>
                  <a:cubicBezTo>
                    <a:pt x="380740" y="12848"/>
                    <a:pt x="384400" y="16552"/>
                    <a:pt x="388919" y="16552"/>
                  </a:cubicBezTo>
                  <a:cubicBezTo>
                    <a:pt x="393438" y="16552"/>
                    <a:pt x="397136" y="12848"/>
                    <a:pt x="397136" y="8278"/>
                  </a:cubicBezTo>
                  <a:cubicBezTo>
                    <a:pt x="397136" y="3708"/>
                    <a:pt x="393438" y="0"/>
                    <a:pt x="388919" y="0"/>
                  </a:cubicBezTo>
                  <a:close/>
                  <a:moveTo>
                    <a:pt x="427015" y="0"/>
                  </a:moveTo>
                  <a:cubicBezTo>
                    <a:pt x="422458" y="0"/>
                    <a:pt x="418798" y="3708"/>
                    <a:pt x="418798" y="8278"/>
                  </a:cubicBezTo>
                  <a:cubicBezTo>
                    <a:pt x="418798" y="12848"/>
                    <a:pt x="422458" y="16552"/>
                    <a:pt x="427015" y="16552"/>
                  </a:cubicBezTo>
                  <a:cubicBezTo>
                    <a:pt x="431535" y="16552"/>
                    <a:pt x="435195" y="12848"/>
                    <a:pt x="435195" y="8278"/>
                  </a:cubicBezTo>
                  <a:cubicBezTo>
                    <a:pt x="435195" y="3708"/>
                    <a:pt x="431535" y="0"/>
                    <a:pt x="427015" y="0"/>
                  </a:cubicBezTo>
                  <a:close/>
                  <a:moveTo>
                    <a:pt x="465074" y="0"/>
                  </a:moveTo>
                  <a:cubicBezTo>
                    <a:pt x="460555" y="0"/>
                    <a:pt x="456858" y="3708"/>
                    <a:pt x="456858" y="8278"/>
                  </a:cubicBezTo>
                  <a:cubicBezTo>
                    <a:pt x="456858" y="12848"/>
                    <a:pt x="460555" y="16552"/>
                    <a:pt x="465074" y="16552"/>
                  </a:cubicBezTo>
                  <a:cubicBezTo>
                    <a:pt x="469593" y="16552"/>
                    <a:pt x="473254" y="12848"/>
                    <a:pt x="473254" y="8278"/>
                  </a:cubicBezTo>
                  <a:cubicBezTo>
                    <a:pt x="473254" y="3708"/>
                    <a:pt x="469593" y="0"/>
                    <a:pt x="465074" y="0"/>
                  </a:cubicBezTo>
                  <a:close/>
                  <a:moveTo>
                    <a:pt x="503133" y="0"/>
                  </a:moveTo>
                  <a:cubicBezTo>
                    <a:pt x="498614" y="0"/>
                    <a:pt x="494954" y="3708"/>
                    <a:pt x="494954" y="8278"/>
                  </a:cubicBezTo>
                  <a:cubicBezTo>
                    <a:pt x="494954" y="12848"/>
                    <a:pt x="498614" y="16552"/>
                    <a:pt x="503133" y="16552"/>
                  </a:cubicBezTo>
                  <a:cubicBezTo>
                    <a:pt x="507690" y="16552"/>
                    <a:pt x="511350" y="12848"/>
                    <a:pt x="511350" y="8278"/>
                  </a:cubicBezTo>
                  <a:cubicBezTo>
                    <a:pt x="511350" y="3708"/>
                    <a:pt x="507690" y="0"/>
                    <a:pt x="503133" y="0"/>
                  </a:cubicBezTo>
                  <a:close/>
                  <a:moveTo>
                    <a:pt x="541230" y="0"/>
                  </a:moveTo>
                  <a:cubicBezTo>
                    <a:pt x="536673" y="0"/>
                    <a:pt x="533013" y="3708"/>
                    <a:pt x="533013" y="8278"/>
                  </a:cubicBezTo>
                  <a:cubicBezTo>
                    <a:pt x="533013" y="12848"/>
                    <a:pt x="536673" y="16552"/>
                    <a:pt x="541230" y="16552"/>
                  </a:cubicBezTo>
                  <a:cubicBezTo>
                    <a:pt x="545749" y="16552"/>
                    <a:pt x="549409" y="12848"/>
                    <a:pt x="549409" y="8278"/>
                  </a:cubicBezTo>
                  <a:cubicBezTo>
                    <a:pt x="549409" y="3708"/>
                    <a:pt x="545749" y="0"/>
                    <a:pt x="541230" y="0"/>
                  </a:cubicBezTo>
                  <a:close/>
                  <a:moveTo>
                    <a:pt x="579289" y="0"/>
                  </a:moveTo>
                  <a:cubicBezTo>
                    <a:pt x="574769" y="0"/>
                    <a:pt x="571072" y="3708"/>
                    <a:pt x="571072" y="8278"/>
                  </a:cubicBezTo>
                  <a:cubicBezTo>
                    <a:pt x="571072" y="12848"/>
                    <a:pt x="574769" y="16552"/>
                    <a:pt x="579289" y="16552"/>
                  </a:cubicBezTo>
                  <a:cubicBezTo>
                    <a:pt x="583808" y="16552"/>
                    <a:pt x="587506" y="12848"/>
                    <a:pt x="587506" y="8278"/>
                  </a:cubicBezTo>
                  <a:cubicBezTo>
                    <a:pt x="587506" y="3708"/>
                    <a:pt x="583808" y="0"/>
                    <a:pt x="579289" y="0"/>
                  </a:cubicBezTo>
                  <a:close/>
                  <a:moveTo>
                    <a:pt x="617348" y="0"/>
                  </a:moveTo>
                  <a:cubicBezTo>
                    <a:pt x="612828" y="0"/>
                    <a:pt x="609168" y="3708"/>
                    <a:pt x="609168" y="8278"/>
                  </a:cubicBezTo>
                  <a:cubicBezTo>
                    <a:pt x="609168" y="12848"/>
                    <a:pt x="612828" y="16552"/>
                    <a:pt x="617348" y="16552"/>
                  </a:cubicBezTo>
                  <a:cubicBezTo>
                    <a:pt x="621904" y="16552"/>
                    <a:pt x="625564" y="12848"/>
                    <a:pt x="625564" y="8278"/>
                  </a:cubicBezTo>
                  <a:cubicBezTo>
                    <a:pt x="625564" y="3708"/>
                    <a:pt x="621904" y="0"/>
                    <a:pt x="617348" y="0"/>
                  </a:cubicBezTo>
                  <a:close/>
                  <a:moveTo>
                    <a:pt x="655444" y="0"/>
                  </a:moveTo>
                  <a:cubicBezTo>
                    <a:pt x="650887" y="0"/>
                    <a:pt x="647227" y="3708"/>
                    <a:pt x="647227" y="8278"/>
                  </a:cubicBezTo>
                  <a:cubicBezTo>
                    <a:pt x="647227" y="12848"/>
                    <a:pt x="650887" y="16552"/>
                    <a:pt x="655444" y="16552"/>
                  </a:cubicBezTo>
                  <a:cubicBezTo>
                    <a:pt x="659963" y="16552"/>
                    <a:pt x="663624" y="12848"/>
                    <a:pt x="663624" y="8278"/>
                  </a:cubicBezTo>
                  <a:cubicBezTo>
                    <a:pt x="663624" y="3708"/>
                    <a:pt x="659963" y="0"/>
                    <a:pt x="655444" y="0"/>
                  </a:cubicBezTo>
                  <a:close/>
                  <a:moveTo>
                    <a:pt x="693503" y="0"/>
                  </a:moveTo>
                  <a:cubicBezTo>
                    <a:pt x="688984" y="0"/>
                    <a:pt x="685286" y="3708"/>
                    <a:pt x="685286" y="8278"/>
                  </a:cubicBezTo>
                  <a:cubicBezTo>
                    <a:pt x="685286" y="12848"/>
                    <a:pt x="688984" y="16552"/>
                    <a:pt x="693503" y="16552"/>
                  </a:cubicBezTo>
                  <a:cubicBezTo>
                    <a:pt x="698022" y="16552"/>
                    <a:pt x="701720" y="12848"/>
                    <a:pt x="701720" y="8278"/>
                  </a:cubicBezTo>
                  <a:cubicBezTo>
                    <a:pt x="701720" y="3708"/>
                    <a:pt x="698022" y="0"/>
                    <a:pt x="693503" y="0"/>
                  </a:cubicBezTo>
                  <a:close/>
                  <a:moveTo>
                    <a:pt x="731562" y="0"/>
                  </a:moveTo>
                  <a:cubicBezTo>
                    <a:pt x="727043" y="0"/>
                    <a:pt x="723382" y="3708"/>
                    <a:pt x="723382" y="8278"/>
                  </a:cubicBezTo>
                  <a:cubicBezTo>
                    <a:pt x="723382" y="12848"/>
                    <a:pt x="727043" y="16552"/>
                    <a:pt x="731562" y="16552"/>
                  </a:cubicBezTo>
                  <a:cubicBezTo>
                    <a:pt x="736119" y="16552"/>
                    <a:pt x="739779" y="12848"/>
                    <a:pt x="739779" y="8278"/>
                  </a:cubicBezTo>
                  <a:cubicBezTo>
                    <a:pt x="739779" y="3708"/>
                    <a:pt x="736119" y="0"/>
                    <a:pt x="731562" y="0"/>
                  </a:cubicBezTo>
                  <a:close/>
                  <a:moveTo>
                    <a:pt x="769658" y="0"/>
                  </a:moveTo>
                  <a:cubicBezTo>
                    <a:pt x="765102" y="0"/>
                    <a:pt x="761441" y="3708"/>
                    <a:pt x="761441" y="8278"/>
                  </a:cubicBezTo>
                  <a:cubicBezTo>
                    <a:pt x="761441" y="12848"/>
                    <a:pt x="765102" y="16552"/>
                    <a:pt x="769658" y="16552"/>
                  </a:cubicBezTo>
                  <a:cubicBezTo>
                    <a:pt x="774177" y="16552"/>
                    <a:pt x="777838" y="12848"/>
                    <a:pt x="777838" y="8278"/>
                  </a:cubicBezTo>
                  <a:cubicBezTo>
                    <a:pt x="777838" y="3708"/>
                    <a:pt x="774177" y="0"/>
                    <a:pt x="769658" y="0"/>
                  </a:cubicBezTo>
                  <a:close/>
                  <a:moveTo>
                    <a:pt x="807717" y="0"/>
                  </a:moveTo>
                  <a:cubicBezTo>
                    <a:pt x="803198" y="0"/>
                    <a:pt x="799538" y="3708"/>
                    <a:pt x="799538" y="8278"/>
                  </a:cubicBezTo>
                  <a:cubicBezTo>
                    <a:pt x="799538" y="12848"/>
                    <a:pt x="803198" y="16552"/>
                    <a:pt x="807717" y="16552"/>
                  </a:cubicBezTo>
                  <a:cubicBezTo>
                    <a:pt x="812237" y="16552"/>
                    <a:pt x="815934" y="12848"/>
                    <a:pt x="815934" y="8278"/>
                  </a:cubicBezTo>
                  <a:cubicBezTo>
                    <a:pt x="815934" y="3708"/>
                    <a:pt x="812237" y="0"/>
                    <a:pt x="807717" y="0"/>
                  </a:cubicBezTo>
                  <a:close/>
                  <a:moveTo>
                    <a:pt x="845776" y="0"/>
                  </a:moveTo>
                  <a:cubicBezTo>
                    <a:pt x="841257" y="0"/>
                    <a:pt x="837597" y="3708"/>
                    <a:pt x="837597" y="8278"/>
                  </a:cubicBezTo>
                  <a:cubicBezTo>
                    <a:pt x="837597" y="12848"/>
                    <a:pt x="841257" y="16552"/>
                    <a:pt x="845776" y="16552"/>
                  </a:cubicBezTo>
                  <a:cubicBezTo>
                    <a:pt x="850333" y="16552"/>
                    <a:pt x="853993" y="12848"/>
                    <a:pt x="853993" y="8278"/>
                  </a:cubicBezTo>
                  <a:cubicBezTo>
                    <a:pt x="853993" y="3708"/>
                    <a:pt x="850333" y="0"/>
                    <a:pt x="845776" y="0"/>
                  </a:cubicBezTo>
                  <a:close/>
                  <a:moveTo>
                    <a:pt x="883873" y="0"/>
                  </a:moveTo>
                  <a:cubicBezTo>
                    <a:pt x="879353" y="0"/>
                    <a:pt x="875656" y="3708"/>
                    <a:pt x="875656" y="8278"/>
                  </a:cubicBezTo>
                  <a:cubicBezTo>
                    <a:pt x="875656" y="12848"/>
                    <a:pt x="879353" y="16552"/>
                    <a:pt x="883873" y="16552"/>
                  </a:cubicBezTo>
                  <a:cubicBezTo>
                    <a:pt x="888392" y="16552"/>
                    <a:pt x="892052" y="12848"/>
                    <a:pt x="892052" y="8278"/>
                  </a:cubicBezTo>
                  <a:cubicBezTo>
                    <a:pt x="892052" y="3708"/>
                    <a:pt x="888392" y="0"/>
                    <a:pt x="883873" y="0"/>
                  </a:cubicBezTo>
                  <a:close/>
                  <a:moveTo>
                    <a:pt x="921932" y="0"/>
                  </a:moveTo>
                  <a:cubicBezTo>
                    <a:pt x="917412" y="0"/>
                    <a:pt x="913752" y="3708"/>
                    <a:pt x="913752" y="8278"/>
                  </a:cubicBezTo>
                  <a:cubicBezTo>
                    <a:pt x="913752" y="12848"/>
                    <a:pt x="917412" y="16552"/>
                    <a:pt x="921932" y="16552"/>
                  </a:cubicBezTo>
                  <a:cubicBezTo>
                    <a:pt x="926451" y="16552"/>
                    <a:pt x="930148" y="12848"/>
                    <a:pt x="930148" y="8278"/>
                  </a:cubicBezTo>
                  <a:cubicBezTo>
                    <a:pt x="930148" y="3708"/>
                    <a:pt x="926451" y="0"/>
                    <a:pt x="921932" y="0"/>
                  </a:cubicBezTo>
                  <a:close/>
                  <a:moveTo>
                    <a:pt x="960028" y="0"/>
                  </a:moveTo>
                  <a:cubicBezTo>
                    <a:pt x="955471" y="0"/>
                    <a:pt x="951811" y="3708"/>
                    <a:pt x="951811" y="8278"/>
                  </a:cubicBezTo>
                  <a:cubicBezTo>
                    <a:pt x="951811" y="12848"/>
                    <a:pt x="955471" y="16552"/>
                    <a:pt x="960028" y="16552"/>
                  </a:cubicBezTo>
                  <a:cubicBezTo>
                    <a:pt x="964547" y="16552"/>
                    <a:pt x="968207" y="12848"/>
                    <a:pt x="968207" y="8278"/>
                  </a:cubicBezTo>
                  <a:cubicBezTo>
                    <a:pt x="968207" y="3708"/>
                    <a:pt x="964547" y="0"/>
                    <a:pt x="960028" y="0"/>
                  </a:cubicBezTo>
                  <a:close/>
                </a:path>
              </a:pathLst>
            </a:custGeom>
            <a:gradFill>
              <a:gsLst>
                <a:gs pos="0">
                  <a:srgbClr val="FFFFFF">
                    <a:alpha val="0"/>
                  </a:srgbClr>
                </a:gs>
                <a:gs pos="6530">
                  <a:srgbClr val="E4F5FC">
                    <a:alpha val="12156"/>
                  </a:srgbClr>
                </a:gs>
                <a:gs pos="20090">
                  <a:srgbClr val="B3E4F6">
                    <a:alpha val="34901"/>
                  </a:srgbClr>
                </a:gs>
                <a:gs pos="33820">
                  <a:srgbClr val="89D6F2">
                    <a:alpha val="54901"/>
                  </a:srgbClr>
                </a:gs>
                <a:gs pos="47440">
                  <a:srgbClr val="66CAEE">
                    <a:alpha val="70588"/>
                  </a:srgbClr>
                </a:gs>
                <a:gs pos="60930">
                  <a:srgbClr val="4BC0EB">
                    <a:alpha val="83137"/>
                  </a:srgbClr>
                </a:gs>
                <a:gs pos="74270">
                  <a:srgbClr val="38BAE9">
                    <a:alpha val="92156"/>
                  </a:srgbClr>
                </a:gs>
                <a:gs pos="87380">
                  <a:srgbClr val="2CB6E8">
                    <a:alpha val="97647"/>
                  </a:srgbClr>
                </a:gs>
                <a:gs pos="100000">
                  <a:srgbClr val="29B5E8"/>
                </a:gs>
              </a:gsLst>
              <a:lin ang="0" scaled="0"/>
            </a:gra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0" name="Google Shape;2200;p90"/>
            <p:cNvSpPr/>
            <p:nvPr/>
          </p:nvSpPr>
          <p:spPr>
            <a:xfrm>
              <a:off x="2583373" y="1756888"/>
              <a:ext cx="5056037" cy="2878017"/>
            </a:xfrm>
            <a:custGeom>
              <a:rect b="b" l="l" r="r" t="t"/>
              <a:pathLst>
                <a:path extrusionOk="0" h="3837356" w="6741382">
                  <a:moveTo>
                    <a:pt x="6587167" y="68138"/>
                  </a:moveTo>
                  <a:cubicBezTo>
                    <a:pt x="6634601" y="68138"/>
                    <a:pt x="6673220" y="106733"/>
                    <a:pt x="6673220" y="154178"/>
                  </a:cubicBezTo>
                  <a:lnTo>
                    <a:pt x="6673220" y="3683189"/>
                  </a:lnTo>
                  <a:cubicBezTo>
                    <a:pt x="6673220" y="3730646"/>
                    <a:pt x="6634601" y="3769253"/>
                    <a:pt x="6587167" y="3769253"/>
                  </a:cubicBezTo>
                  <a:lnTo>
                    <a:pt x="154223" y="3769253"/>
                  </a:lnTo>
                  <a:cubicBezTo>
                    <a:pt x="106763" y="3769253"/>
                    <a:pt x="68151" y="3730646"/>
                    <a:pt x="68151" y="3683189"/>
                  </a:cubicBezTo>
                  <a:lnTo>
                    <a:pt x="68151" y="154178"/>
                  </a:lnTo>
                  <a:cubicBezTo>
                    <a:pt x="68151" y="106733"/>
                    <a:pt x="106763" y="68138"/>
                    <a:pt x="154223" y="68138"/>
                  </a:cubicBezTo>
                  <a:lnTo>
                    <a:pt x="6587167" y="68138"/>
                  </a:lnTo>
                  <a:moveTo>
                    <a:pt x="6587167" y="0"/>
                  </a:moveTo>
                  <a:lnTo>
                    <a:pt x="154223" y="0"/>
                  </a:lnTo>
                  <a:cubicBezTo>
                    <a:pt x="69399" y="0"/>
                    <a:pt x="0" y="69381"/>
                    <a:pt x="0" y="154178"/>
                  </a:cubicBezTo>
                  <a:lnTo>
                    <a:pt x="0" y="3683189"/>
                  </a:lnTo>
                  <a:cubicBezTo>
                    <a:pt x="0" y="3767983"/>
                    <a:pt x="69399" y="3837357"/>
                    <a:pt x="154223" y="3837357"/>
                  </a:cubicBezTo>
                  <a:lnTo>
                    <a:pt x="6587167" y="3837357"/>
                  </a:lnTo>
                  <a:cubicBezTo>
                    <a:pt x="6671987" y="3837357"/>
                    <a:pt x="6741383" y="3767983"/>
                    <a:pt x="6741383" y="3683189"/>
                  </a:cubicBezTo>
                  <a:lnTo>
                    <a:pt x="6741383" y="154178"/>
                  </a:lnTo>
                  <a:cubicBezTo>
                    <a:pt x="6741383" y="69381"/>
                    <a:pt x="6671987" y="0"/>
                    <a:pt x="6587167" y="0"/>
                  </a:cubicBezTo>
                  <a:lnTo>
                    <a:pt x="6587167" y="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1" name="Google Shape;2201;p90"/>
            <p:cNvSpPr/>
            <p:nvPr/>
          </p:nvSpPr>
          <p:spPr>
            <a:xfrm>
              <a:off x="2603312" y="4459157"/>
              <a:ext cx="16921" cy="1816"/>
            </a:xfrm>
            <a:custGeom>
              <a:rect b="b" l="l" r="r" t="t"/>
              <a:pathLst>
                <a:path extrusionOk="0" h="2421" w="22561">
                  <a:moveTo>
                    <a:pt x="0" y="0"/>
                  </a:moveTo>
                  <a:lnTo>
                    <a:pt x="22562" y="0"/>
                  </a:lnTo>
                  <a:lnTo>
                    <a:pt x="22562" y="2421"/>
                  </a:lnTo>
                  <a:lnTo>
                    <a:pt x="0" y="2421"/>
                  </a:lnTo>
                  <a:close/>
                </a:path>
              </a:pathLst>
            </a:custGeom>
            <a:solidFill>
              <a:srgbClr val="5CB3E3"/>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02" name="Google Shape;2202;p90"/>
            <p:cNvGrpSpPr/>
            <p:nvPr/>
          </p:nvGrpSpPr>
          <p:grpSpPr>
            <a:xfrm>
              <a:off x="2282283" y="2326756"/>
              <a:ext cx="8403" cy="150675"/>
              <a:chOff x="2937794" y="2899141"/>
              <a:chExt cx="11204" cy="200900"/>
            </a:xfrm>
          </p:grpSpPr>
          <p:sp>
            <p:nvSpPr>
              <p:cNvPr id="2203" name="Google Shape;2203;p90"/>
              <p:cNvSpPr/>
              <p:nvPr/>
            </p:nvSpPr>
            <p:spPr>
              <a:xfrm>
                <a:off x="2937794" y="2899141"/>
                <a:ext cx="11204" cy="11149"/>
              </a:xfrm>
              <a:custGeom>
                <a:rect b="b" l="l" r="r" t="t"/>
                <a:pathLst>
                  <a:path extrusionOk="0" h="11149" w="11204">
                    <a:moveTo>
                      <a:pt x="5602" y="11150"/>
                    </a:moveTo>
                    <a:cubicBezTo>
                      <a:pt x="4855" y="11150"/>
                      <a:pt x="4146" y="11001"/>
                      <a:pt x="3474" y="10702"/>
                    </a:cubicBezTo>
                    <a:cubicBezTo>
                      <a:pt x="2764" y="10441"/>
                      <a:pt x="2166" y="10030"/>
                      <a:pt x="1643" y="9507"/>
                    </a:cubicBezTo>
                    <a:cubicBezTo>
                      <a:pt x="598" y="8424"/>
                      <a:pt x="0" y="7006"/>
                      <a:pt x="0" y="5549"/>
                    </a:cubicBezTo>
                    <a:cubicBezTo>
                      <a:pt x="0" y="5176"/>
                      <a:pt x="37" y="4803"/>
                      <a:pt x="112" y="4429"/>
                    </a:cubicBezTo>
                    <a:cubicBezTo>
                      <a:pt x="187" y="4093"/>
                      <a:pt x="299" y="3720"/>
                      <a:pt x="411" y="3384"/>
                    </a:cubicBezTo>
                    <a:cubicBezTo>
                      <a:pt x="560" y="3048"/>
                      <a:pt x="747" y="2715"/>
                      <a:pt x="934" y="2413"/>
                    </a:cubicBezTo>
                    <a:cubicBezTo>
                      <a:pt x="1158" y="2114"/>
                      <a:pt x="1382" y="1816"/>
                      <a:pt x="1643" y="1554"/>
                    </a:cubicBezTo>
                    <a:cubicBezTo>
                      <a:pt x="3698" y="-499"/>
                      <a:pt x="7470" y="-537"/>
                      <a:pt x="9561" y="1554"/>
                    </a:cubicBezTo>
                    <a:cubicBezTo>
                      <a:pt x="9823" y="1816"/>
                      <a:pt x="10047" y="2114"/>
                      <a:pt x="10271" y="2413"/>
                    </a:cubicBezTo>
                    <a:cubicBezTo>
                      <a:pt x="10458" y="2715"/>
                      <a:pt x="10645" y="3048"/>
                      <a:pt x="10757" y="3384"/>
                    </a:cubicBezTo>
                    <a:cubicBezTo>
                      <a:pt x="10906" y="3720"/>
                      <a:pt x="11018" y="4093"/>
                      <a:pt x="11093" y="4429"/>
                    </a:cubicBezTo>
                    <a:cubicBezTo>
                      <a:pt x="11167" y="4803"/>
                      <a:pt x="11205" y="5176"/>
                      <a:pt x="11205" y="5549"/>
                    </a:cubicBezTo>
                    <a:cubicBezTo>
                      <a:pt x="11205" y="7006"/>
                      <a:pt x="10607" y="8424"/>
                      <a:pt x="9561" y="9507"/>
                    </a:cubicBezTo>
                    <a:cubicBezTo>
                      <a:pt x="8516" y="10553"/>
                      <a:pt x="7096" y="11150"/>
                      <a:pt x="5602" y="11150"/>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4" name="Google Shape;2204;p90"/>
              <p:cNvSpPr/>
              <p:nvPr/>
            </p:nvSpPr>
            <p:spPr>
              <a:xfrm>
                <a:off x="2937794" y="2930715"/>
                <a:ext cx="11204" cy="137663"/>
              </a:xfrm>
              <a:custGeom>
                <a:rect b="b" l="l" r="r" t="t"/>
                <a:pathLst>
                  <a:path extrusionOk="0" h="137663" w="11204">
                    <a:moveTo>
                      <a:pt x="0" y="132063"/>
                    </a:moveTo>
                    <a:cubicBezTo>
                      <a:pt x="0" y="129002"/>
                      <a:pt x="2502" y="126500"/>
                      <a:pt x="5602" y="126500"/>
                    </a:cubicBezTo>
                    <a:lnTo>
                      <a:pt x="5602" y="126500"/>
                    </a:lnTo>
                    <a:cubicBezTo>
                      <a:pt x="8702" y="126500"/>
                      <a:pt x="11205" y="129002"/>
                      <a:pt x="11205" y="132063"/>
                    </a:cubicBezTo>
                    <a:lnTo>
                      <a:pt x="11205" y="132063"/>
                    </a:lnTo>
                    <a:cubicBezTo>
                      <a:pt x="11205" y="135162"/>
                      <a:pt x="8702" y="137664"/>
                      <a:pt x="5602" y="137664"/>
                    </a:cubicBezTo>
                    <a:lnTo>
                      <a:pt x="5602" y="137664"/>
                    </a:lnTo>
                    <a:cubicBezTo>
                      <a:pt x="2502" y="137664"/>
                      <a:pt x="0" y="135162"/>
                      <a:pt x="0" y="132063"/>
                    </a:cubicBezTo>
                    <a:close/>
                    <a:moveTo>
                      <a:pt x="0" y="100476"/>
                    </a:moveTo>
                    <a:cubicBezTo>
                      <a:pt x="0" y="97377"/>
                      <a:pt x="2502" y="94838"/>
                      <a:pt x="5602" y="94838"/>
                    </a:cubicBezTo>
                    <a:lnTo>
                      <a:pt x="5602" y="94838"/>
                    </a:lnTo>
                    <a:cubicBezTo>
                      <a:pt x="8702" y="94838"/>
                      <a:pt x="11205" y="97377"/>
                      <a:pt x="11205" y="100476"/>
                    </a:cubicBezTo>
                    <a:lnTo>
                      <a:pt x="11205" y="100476"/>
                    </a:lnTo>
                    <a:cubicBezTo>
                      <a:pt x="11205" y="103537"/>
                      <a:pt x="8702" y="106039"/>
                      <a:pt x="5602" y="106039"/>
                    </a:cubicBezTo>
                    <a:lnTo>
                      <a:pt x="5602" y="106039"/>
                    </a:lnTo>
                    <a:cubicBezTo>
                      <a:pt x="2502" y="106039"/>
                      <a:pt x="0" y="103537"/>
                      <a:pt x="0" y="100476"/>
                    </a:cubicBezTo>
                    <a:close/>
                    <a:moveTo>
                      <a:pt x="0" y="68813"/>
                    </a:moveTo>
                    <a:cubicBezTo>
                      <a:pt x="0" y="65752"/>
                      <a:pt x="2502" y="63250"/>
                      <a:pt x="5602" y="63250"/>
                    </a:cubicBezTo>
                    <a:lnTo>
                      <a:pt x="5602" y="63250"/>
                    </a:lnTo>
                    <a:cubicBezTo>
                      <a:pt x="8702" y="63250"/>
                      <a:pt x="11205" y="65752"/>
                      <a:pt x="11205" y="68813"/>
                    </a:cubicBezTo>
                    <a:lnTo>
                      <a:pt x="11205" y="68813"/>
                    </a:lnTo>
                    <a:cubicBezTo>
                      <a:pt x="11205" y="71912"/>
                      <a:pt x="8702" y="74451"/>
                      <a:pt x="5602" y="74451"/>
                    </a:cubicBezTo>
                    <a:lnTo>
                      <a:pt x="5602" y="74451"/>
                    </a:lnTo>
                    <a:cubicBezTo>
                      <a:pt x="2502" y="74451"/>
                      <a:pt x="0" y="71912"/>
                      <a:pt x="0" y="68813"/>
                    </a:cubicBezTo>
                    <a:close/>
                    <a:moveTo>
                      <a:pt x="0" y="37226"/>
                    </a:moveTo>
                    <a:cubicBezTo>
                      <a:pt x="0" y="34127"/>
                      <a:pt x="2502" y="31588"/>
                      <a:pt x="5602" y="31588"/>
                    </a:cubicBezTo>
                    <a:lnTo>
                      <a:pt x="5602" y="31588"/>
                    </a:lnTo>
                    <a:cubicBezTo>
                      <a:pt x="8702" y="31588"/>
                      <a:pt x="11205" y="34127"/>
                      <a:pt x="11205" y="37226"/>
                    </a:cubicBezTo>
                    <a:lnTo>
                      <a:pt x="11205" y="37226"/>
                    </a:lnTo>
                    <a:cubicBezTo>
                      <a:pt x="11205" y="40287"/>
                      <a:pt x="8702" y="42826"/>
                      <a:pt x="5602" y="42826"/>
                    </a:cubicBezTo>
                    <a:lnTo>
                      <a:pt x="5602" y="42826"/>
                    </a:lnTo>
                    <a:cubicBezTo>
                      <a:pt x="2502" y="42826"/>
                      <a:pt x="0" y="40287"/>
                      <a:pt x="0" y="37226"/>
                    </a:cubicBezTo>
                    <a:close/>
                    <a:moveTo>
                      <a:pt x="0" y="5563"/>
                    </a:moveTo>
                    <a:cubicBezTo>
                      <a:pt x="0" y="2464"/>
                      <a:pt x="2502" y="0"/>
                      <a:pt x="5602" y="0"/>
                    </a:cubicBezTo>
                    <a:lnTo>
                      <a:pt x="5602" y="0"/>
                    </a:lnTo>
                    <a:cubicBezTo>
                      <a:pt x="8702" y="0"/>
                      <a:pt x="11205" y="2464"/>
                      <a:pt x="11205" y="5563"/>
                    </a:cubicBezTo>
                    <a:lnTo>
                      <a:pt x="11205" y="5563"/>
                    </a:lnTo>
                    <a:cubicBezTo>
                      <a:pt x="11205" y="8662"/>
                      <a:pt x="8702" y="11164"/>
                      <a:pt x="5602" y="11164"/>
                    </a:cubicBezTo>
                    <a:lnTo>
                      <a:pt x="5602" y="11164"/>
                    </a:lnTo>
                    <a:cubicBezTo>
                      <a:pt x="2502" y="11164"/>
                      <a:pt x="0" y="8662"/>
                      <a:pt x="0" y="556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5" name="Google Shape;2205;p90"/>
              <p:cNvSpPr/>
              <p:nvPr/>
            </p:nvSpPr>
            <p:spPr>
              <a:xfrm>
                <a:off x="2937794" y="3088831"/>
                <a:ext cx="11204" cy="11210"/>
              </a:xfrm>
              <a:custGeom>
                <a:rect b="b" l="l" r="r" t="t"/>
                <a:pathLst>
                  <a:path extrusionOk="0" h="11210" w="11204">
                    <a:moveTo>
                      <a:pt x="5602" y="11211"/>
                    </a:moveTo>
                    <a:cubicBezTo>
                      <a:pt x="4108" y="11211"/>
                      <a:pt x="2689" y="10613"/>
                      <a:pt x="1643" y="9530"/>
                    </a:cubicBezTo>
                    <a:cubicBezTo>
                      <a:pt x="560" y="8485"/>
                      <a:pt x="0" y="7104"/>
                      <a:pt x="0" y="5573"/>
                    </a:cubicBezTo>
                    <a:cubicBezTo>
                      <a:pt x="0" y="5237"/>
                      <a:pt x="37" y="4863"/>
                      <a:pt x="112" y="4490"/>
                    </a:cubicBezTo>
                    <a:cubicBezTo>
                      <a:pt x="187" y="4154"/>
                      <a:pt x="299" y="3781"/>
                      <a:pt x="411" y="3448"/>
                    </a:cubicBezTo>
                    <a:cubicBezTo>
                      <a:pt x="560" y="3108"/>
                      <a:pt x="747" y="2772"/>
                      <a:pt x="934" y="2474"/>
                    </a:cubicBezTo>
                    <a:cubicBezTo>
                      <a:pt x="1120" y="2175"/>
                      <a:pt x="1382" y="1876"/>
                      <a:pt x="1643" y="1615"/>
                    </a:cubicBezTo>
                    <a:cubicBezTo>
                      <a:pt x="1905" y="1354"/>
                      <a:pt x="2166" y="1129"/>
                      <a:pt x="2465" y="943"/>
                    </a:cubicBezTo>
                    <a:cubicBezTo>
                      <a:pt x="2801" y="719"/>
                      <a:pt x="3100" y="569"/>
                      <a:pt x="3436" y="420"/>
                    </a:cubicBezTo>
                    <a:cubicBezTo>
                      <a:pt x="3772" y="271"/>
                      <a:pt x="4146" y="159"/>
                      <a:pt x="4482" y="84"/>
                    </a:cubicBezTo>
                    <a:cubicBezTo>
                      <a:pt x="5229" y="-28"/>
                      <a:pt x="5976" y="-28"/>
                      <a:pt x="6686" y="84"/>
                    </a:cubicBezTo>
                    <a:cubicBezTo>
                      <a:pt x="7059" y="159"/>
                      <a:pt x="7395" y="271"/>
                      <a:pt x="7731" y="420"/>
                    </a:cubicBezTo>
                    <a:cubicBezTo>
                      <a:pt x="8067" y="569"/>
                      <a:pt x="8404" y="719"/>
                      <a:pt x="8702" y="943"/>
                    </a:cubicBezTo>
                    <a:cubicBezTo>
                      <a:pt x="9001" y="1129"/>
                      <a:pt x="9300" y="1354"/>
                      <a:pt x="9561" y="1615"/>
                    </a:cubicBezTo>
                    <a:cubicBezTo>
                      <a:pt x="9823" y="1876"/>
                      <a:pt x="10047" y="2175"/>
                      <a:pt x="10271" y="2474"/>
                    </a:cubicBezTo>
                    <a:cubicBezTo>
                      <a:pt x="10458" y="2772"/>
                      <a:pt x="10645" y="3108"/>
                      <a:pt x="10757" y="3448"/>
                    </a:cubicBezTo>
                    <a:cubicBezTo>
                      <a:pt x="10906" y="3781"/>
                      <a:pt x="11018" y="4117"/>
                      <a:pt x="11093" y="4490"/>
                    </a:cubicBezTo>
                    <a:cubicBezTo>
                      <a:pt x="11167" y="4863"/>
                      <a:pt x="11205" y="5237"/>
                      <a:pt x="11205" y="5573"/>
                    </a:cubicBezTo>
                    <a:cubicBezTo>
                      <a:pt x="11205" y="7104"/>
                      <a:pt x="10607" y="8485"/>
                      <a:pt x="9561" y="9530"/>
                    </a:cubicBezTo>
                    <a:cubicBezTo>
                      <a:pt x="8516" y="10613"/>
                      <a:pt x="7096" y="11211"/>
                      <a:pt x="5602" y="1121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206" name="Google Shape;2206;p90"/>
            <p:cNvGrpSpPr/>
            <p:nvPr/>
          </p:nvGrpSpPr>
          <p:grpSpPr>
            <a:xfrm>
              <a:off x="4026289" y="1623984"/>
              <a:ext cx="2113190" cy="96863"/>
              <a:chOff x="5263135" y="1962112"/>
              <a:chExt cx="2817586" cy="129151"/>
            </a:xfrm>
          </p:grpSpPr>
          <p:sp>
            <p:nvSpPr>
              <p:cNvPr id="2207" name="Google Shape;2207;p90"/>
              <p:cNvSpPr/>
              <p:nvPr/>
            </p:nvSpPr>
            <p:spPr>
              <a:xfrm>
                <a:off x="5263135" y="1964394"/>
                <a:ext cx="77234" cy="105288"/>
              </a:xfrm>
              <a:custGeom>
                <a:rect b="b" l="l" r="r" t="t"/>
                <a:pathLst>
                  <a:path extrusionOk="0" h="105288" w="77234">
                    <a:moveTo>
                      <a:pt x="68282" y="62119"/>
                    </a:moveTo>
                    <a:lnTo>
                      <a:pt x="25454" y="62119"/>
                    </a:lnTo>
                    <a:lnTo>
                      <a:pt x="25454" y="105289"/>
                    </a:lnTo>
                    <a:lnTo>
                      <a:pt x="0" y="105289"/>
                    </a:lnTo>
                    <a:lnTo>
                      <a:pt x="0" y="0"/>
                    </a:lnTo>
                    <a:lnTo>
                      <a:pt x="77235" y="0"/>
                    </a:lnTo>
                    <a:lnTo>
                      <a:pt x="77235" y="21936"/>
                    </a:lnTo>
                    <a:lnTo>
                      <a:pt x="25454" y="21936"/>
                    </a:lnTo>
                    <a:lnTo>
                      <a:pt x="25454" y="42117"/>
                    </a:lnTo>
                    <a:lnTo>
                      <a:pt x="68282" y="42117"/>
                    </a:lnTo>
                    <a:lnTo>
                      <a:pt x="68282" y="6211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8" name="Google Shape;2208;p90"/>
              <p:cNvSpPr/>
              <p:nvPr/>
            </p:nvSpPr>
            <p:spPr>
              <a:xfrm>
                <a:off x="5355993" y="1964394"/>
                <a:ext cx="93384" cy="107745"/>
              </a:xfrm>
              <a:custGeom>
                <a:rect b="b" l="l" r="r" t="t"/>
                <a:pathLst>
                  <a:path extrusionOk="0" h="107745" w="93384">
                    <a:moveTo>
                      <a:pt x="0" y="59837"/>
                    </a:moveTo>
                    <a:lnTo>
                      <a:pt x="0" y="0"/>
                    </a:lnTo>
                    <a:lnTo>
                      <a:pt x="25454" y="0"/>
                    </a:lnTo>
                    <a:lnTo>
                      <a:pt x="25454" y="59837"/>
                    </a:lnTo>
                    <a:cubicBezTo>
                      <a:pt x="25454" y="72999"/>
                      <a:pt x="32475" y="83002"/>
                      <a:pt x="46694" y="83002"/>
                    </a:cubicBezTo>
                    <a:cubicBezTo>
                      <a:pt x="61440" y="83002"/>
                      <a:pt x="67931" y="72999"/>
                      <a:pt x="67931" y="59837"/>
                    </a:cubicBezTo>
                    <a:lnTo>
                      <a:pt x="67931" y="0"/>
                    </a:lnTo>
                    <a:lnTo>
                      <a:pt x="93385" y="0"/>
                    </a:lnTo>
                    <a:lnTo>
                      <a:pt x="93385" y="59837"/>
                    </a:lnTo>
                    <a:cubicBezTo>
                      <a:pt x="93385" y="87038"/>
                      <a:pt x="75830" y="107745"/>
                      <a:pt x="46694" y="107745"/>
                    </a:cubicBezTo>
                    <a:cubicBezTo>
                      <a:pt x="18256" y="107745"/>
                      <a:pt x="0" y="87038"/>
                      <a:pt x="0" y="59837"/>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09" name="Google Shape;2209;p90"/>
              <p:cNvSpPr/>
              <p:nvPr/>
            </p:nvSpPr>
            <p:spPr>
              <a:xfrm>
                <a:off x="5469748" y="1964394"/>
                <a:ext cx="72495" cy="105288"/>
              </a:xfrm>
              <a:custGeom>
                <a:rect b="b" l="l" r="r" t="t"/>
                <a:pathLst>
                  <a:path extrusionOk="0" h="105288" w="72495">
                    <a:moveTo>
                      <a:pt x="0" y="105289"/>
                    </a:moveTo>
                    <a:lnTo>
                      <a:pt x="0" y="0"/>
                    </a:lnTo>
                    <a:lnTo>
                      <a:pt x="25450" y="0"/>
                    </a:lnTo>
                    <a:lnTo>
                      <a:pt x="25450" y="83356"/>
                    </a:lnTo>
                    <a:lnTo>
                      <a:pt x="72495" y="83356"/>
                    </a:lnTo>
                    <a:lnTo>
                      <a:pt x="72495" y="105289"/>
                    </a:lnTo>
                    <a:lnTo>
                      <a:pt x="0"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0" name="Google Shape;2210;p90"/>
              <p:cNvSpPr/>
              <p:nvPr/>
            </p:nvSpPr>
            <p:spPr>
              <a:xfrm>
                <a:off x="5557866" y="1964394"/>
                <a:ext cx="72494" cy="105288"/>
              </a:xfrm>
              <a:custGeom>
                <a:rect b="b" l="l" r="r" t="t"/>
                <a:pathLst>
                  <a:path extrusionOk="0" h="105288" w="72494">
                    <a:moveTo>
                      <a:pt x="0" y="105289"/>
                    </a:moveTo>
                    <a:lnTo>
                      <a:pt x="0" y="0"/>
                    </a:lnTo>
                    <a:lnTo>
                      <a:pt x="25454" y="0"/>
                    </a:lnTo>
                    <a:lnTo>
                      <a:pt x="25454" y="83356"/>
                    </a:lnTo>
                    <a:lnTo>
                      <a:pt x="72495" y="83356"/>
                    </a:lnTo>
                    <a:lnTo>
                      <a:pt x="72495" y="105289"/>
                    </a:lnTo>
                    <a:lnTo>
                      <a:pt x="0"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1" name="Google Shape;2211;p90"/>
              <p:cNvSpPr/>
              <p:nvPr/>
            </p:nvSpPr>
            <p:spPr>
              <a:xfrm>
                <a:off x="5617027" y="1964394"/>
                <a:ext cx="99349" cy="105288"/>
              </a:xfrm>
              <a:custGeom>
                <a:rect b="b" l="l" r="r" t="t"/>
                <a:pathLst>
                  <a:path extrusionOk="0" h="105288" w="99349">
                    <a:moveTo>
                      <a:pt x="71969" y="0"/>
                    </a:moveTo>
                    <a:lnTo>
                      <a:pt x="99349" y="0"/>
                    </a:lnTo>
                    <a:lnTo>
                      <a:pt x="62489" y="64400"/>
                    </a:lnTo>
                    <a:lnTo>
                      <a:pt x="62489" y="105289"/>
                    </a:lnTo>
                    <a:lnTo>
                      <a:pt x="37036" y="105289"/>
                    </a:lnTo>
                    <a:lnTo>
                      <a:pt x="37036" y="64751"/>
                    </a:lnTo>
                    <a:lnTo>
                      <a:pt x="0" y="0"/>
                    </a:lnTo>
                    <a:lnTo>
                      <a:pt x="27385" y="0"/>
                    </a:lnTo>
                    <a:lnTo>
                      <a:pt x="45111" y="31939"/>
                    </a:lnTo>
                    <a:lnTo>
                      <a:pt x="49675" y="42640"/>
                    </a:lnTo>
                    <a:lnTo>
                      <a:pt x="54239" y="31939"/>
                    </a:lnTo>
                    <a:lnTo>
                      <a:pt x="71969" y="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2" name="Google Shape;2212;p90"/>
              <p:cNvSpPr/>
              <p:nvPr/>
            </p:nvSpPr>
            <p:spPr>
              <a:xfrm>
                <a:off x="5713575" y="2019317"/>
                <a:ext cx="49147" cy="20356"/>
              </a:xfrm>
              <a:custGeom>
                <a:rect b="b" l="l" r="r" t="t"/>
                <a:pathLst>
                  <a:path extrusionOk="0" h="20356" w="49147">
                    <a:moveTo>
                      <a:pt x="0" y="0"/>
                    </a:moveTo>
                    <a:lnTo>
                      <a:pt x="49148" y="0"/>
                    </a:lnTo>
                    <a:lnTo>
                      <a:pt x="49148" y="20356"/>
                    </a:lnTo>
                    <a:lnTo>
                      <a:pt x="0" y="20356"/>
                    </a:lnTo>
                    <a:lnTo>
                      <a:pt x="0" y="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3" name="Google Shape;2213;p90"/>
              <p:cNvSpPr/>
              <p:nvPr/>
            </p:nvSpPr>
            <p:spPr>
              <a:xfrm>
                <a:off x="5781506" y="1964394"/>
                <a:ext cx="106721" cy="105288"/>
              </a:xfrm>
              <a:custGeom>
                <a:rect b="b" l="l" r="r" t="t"/>
                <a:pathLst>
                  <a:path extrusionOk="0" h="105288" w="106721">
                    <a:moveTo>
                      <a:pt x="81448" y="47206"/>
                    </a:moveTo>
                    <a:lnTo>
                      <a:pt x="58803" y="77386"/>
                    </a:lnTo>
                    <a:lnTo>
                      <a:pt x="48098" y="77386"/>
                    </a:lnTo>
                    <a:lnTo>
                      <a:pt x="25278" y="47031"/>
                    </a:lnTo>
                    <a:lnTo>
                      <a:pt x="25278" y="105289"/>
                    </a:lnTo>
                    <a:lnTo>
                      <a:pt x="0" y="105289"/>
                    </a:lnTo>
                    <a:lnTo>
                      <a:pt x="176" y="0"/>
                    </a:lnTo>
                    <a:lnTo>
                      <a:pt x="20714" y="0"/>
                    </a:lnTo>
                    <a:lnTo>
                      <a:pt x="53361" y="45096"/>
                    </a:lnTo>
                    <a:lnTo>
                      <a:pt x="86012" y="0"/>
                    </a:lnTo>
                    <a:lnTo>
                      <a:pt x="106550" y="0"/>
                    </a:lnTo>
                    <a:lnTo>
                      <a:pt x="106722" y="105289"/>
                    </a:lnTo>
                    <a:lnTo>
                      <a:pt x="81448" y="105289"/>
                    </a:lnTo>
                    <a:lnTo>
                      <a:pt x="81448" y="47206"/>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4" name="Google Shape;2214;p90"/>
              <p:cNvSpPr/>
              <p:nvPr/>
            </p:nvSpPr>
            <p:spPr>
              <a:xfrm>
                <a:off x="5897364" y="1964394"/>
                <a:ext cx="108126" cy="105288"/>
              </a:xfrm>
              <a:custGeom>
                <a:rect b="b" l="l" r="r" t="t"/>
                <a:pathLst>
                  <a:path extrusionOk="0" h="105288" w="108126">
                    <a:moveTo>
                      <a:pt x="108126" y="105289"/>
                    </a:moveTo>
                    <a:lnTo>
                      <a:pt x="80745" y="105289"/>
                    </a:lnTo>
                    <a:lnTo>
                      <a:pt x="74251" y="86336"/>
                    </a:lnTo>
                    <a:lnTo>
                      <a:pt x="33880" y="86336"/>
                    </a:lnTo>
                    <a:lnTo>
                      <a:pt x="27384" y="105289"/>
                    </a:lnTo>
                    <a:lnTo>
                      <a:pt x="0" y="105289"/>
                    </a:lnTo>
                    <a:lnTo>
                      <a:pt x="40195" y="0"/>
                    </a:lnTo>
                    <a:lnTo>
                      <a:pt x="67931" y="0"/>
                    </a:lnTo>
                    <a:lnTo>
                      <a:pt x="108126" y="105289"/>
                    </a:lnTo>
                    <a:close/>
                    <a:moveTo>
                      <a:pt x="40726" y="66330"/>
                    </a:moveTo>
                    <a:lnTo>
                      <a:pt x="67404" y="66330"/>
                    </a:lnTo>
                    <a:lnTo>
                      <a:pt x="54063" y="27376"/>
                    </a:lnTo>
                    <a:lnTo>
                      <a:pt x="40726" y="6633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5" name="Google Shape;2215;p90"/>
              <p:cNvSpPr/>
              <p:nvPr/>
            </p:nvSpPr>
            <p:spPr>
              <a:xfrm>
                <a:off x="6014802" y="1964394"/>
                <a:ext cx="95479" cy="105288"/>
              </a:xfrm>
              <a:custGeom>
                <a:rect b="b" l="l" r="r" t="t"/>
                <a:pathLst>
                  <a:path extrusionOk="0" h="105288" w="95479">
                    <a:moveTo>
                      <a:pt x="95480" y="105289"/>
                    </a:moveTo>
                    <a:lnTo>
                      <a:pt x="75834" y="105289"/>
                    </a:lnTo>
                    <a:lnTo>
                      <a:pt x="25278" y="43868"/>
                    </a:lnTo>
                    <a:lnTo>
                      <a:pt x="25278" y="105289"/>
                    </a:lnTo>
                    <a:lnTo>
                      <a:pt x="0" y="105289"/>
                    </a:lnTo>
                    <a:lnTo>
                      <a:pt x="0" y="0"/>
                    </a:lnTo>
                    <a:lnTo>
                      <a:pt x="19661" y="0"/>
                    </a:lnTo>
                    <a:lnTo>
                      <a:pt x="70194" y="60364"/>
                    </a:lnTo>
                    <a:lnTo>
                      <a:pt x="70194" y="0"/>
                    </a:lnTo>
                    <a:lnTo>
                      <a:pt x="95480" y="0"/>
                    </a:lnTo>
                    <a:lnTo>
                      <a:pt x="95480"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6" name="Google Shape;2216;p90"/>
              <p:cNvSpPr/>
              <p:nvPr/>
            </p:nvSpPr>
            <p:spPr>
              <a:xfrm>
                <a:off x="6119581" y="1964394"/>
                <a:ext cx="108126" cy="105288"/>
              </a:xfrm>
              <a:custGeom>
                <a:rect b="b" l="l" r="r" t="t"/>
                <a:pathLst>
                  <a:path extrusionOk="0" h="105288" w="108126">
                    <a:moveTo>
                      <a:pt x="108127" y="105289"/>
                    </a:moveTo>
                    <a:lnTo>
                      <a:pt x="80749" y="105289"/>
                    </a:lnTo>
                    <a:lnTo>
                      <a:pt x="74251" y="86336"/>
                    </a:lnTo>
                    <a:lnTo>
                      <a:pt x="33876" y="86336"/>
                    </a:lnTo>
                    <a:lnTo>
                      <a:pt x="27415" y="105289"/>
                    </a:lnTo>
                    <a:lnTo>
                      <a:pt x="0" y="105289"/>
                    </a:lnTo>
                    <a:lnTo>
                      <a:pt x="40225" y="0"/>
                    </a:lnTo>
                    <a:lnTo>
                      <a:pt x="67939" y="0"/>
                    </a:lnTo>
                    <a:lnTo>
                      <a:pt x="108127" y="105289"/>
                    </a:lnTo>
                    <a:close/>
                    <a:moveTo>
                      <a:pt x="40748" y="66330"/>
                    </a:moveTo>
                    <a:lnTo>
                      <a:pt x="67416" y="66330"/>
                    </a:lnTo>
                    <a:lnTo>
                      <a:pt x="54082" y="27376"/>
                    </a:lnTo>
                    <a:lnTo>
                      <a:pt x="40748" y="6633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7" name="Google Shape;2217;p90"/>
              <p:cNvSpPr/>
              <p:nvPr/>
            </p:nvSpPr>
            <p:spPr>
              <a:xfrm>
                <a:off x="6228604" y="1962112"/>
                <a:ext cx="103905" cy="109847"/>
              </a:xfrm>
              <a:custGeom>
                <a:rect b="b" l="l" r="r" t="t"/>
                <a:pathLst>
                  <a:path extrusionOk="0" h="109847" w="103905">
                    <a:moveTo>
                      <a:pt x="51430" y="44921"/>
                    </a:moveTo>
                    <a:lnTo>
                      <a:pt x="103906" y="44921"/>
                    </a:lnTo>
                    <a:lnTo>
                      <a:pt x="103906" y="60188"/>
                    </a:lnTo>
                    <a:cubicBezTo>
                      <a:pt x="103906" y="90193"/>
                      <a:pt x="84447" y="109847"/>
                      <a:pt x="53708" y="109847"/>
                    </a:cubicBezTo>
                    <a:cubicBezTo>
                      <a:pt x="20019" y="109847"/>
                      <a:pt x="0" y="85108"/>
                      <a:pt x="0" y="54927"/>
                    </a:cubicBezTo>
                    <a:cubicBezTo>
                      <a:pt x="0" y="24744"/>
                      <a:pt x="20355" y="0"/>
                      <a:pt x="54082" y="0"/>
                    </a:cubicBezTo>
                    <a:cubicBezTo>
                      <a:pt x="80936" y="0"/>
                      <a:pt x="92141" y="13162"/>
                      <a:pt x="92141" y="13162"/>
                    </a:cubicBezTo>
                    <a:lnTo>
                      <a:pt x="76902" y="32816"/>
                    </a:lnTo>
                    <a:cubicBezTo>
                      <a:pt x="76902" y="32816"/>
                      <a:pt x="68797" y="24393"/>
                      <a:pt x="53708" y="24393"/>
                    </a:cubicBezTo>
                    <a:cubicBezTo>
                      <a:pt x="38096" y="24393"/>
                      <a:pt x="26331" y="36673"/>
                      <a:pt x="26331" y="54927"/>
                    </a:cubicBezTo>
                    <a:cubicBezTo>
                      <a:pt x="26331" y="73174"/>
                      <a:pt x="38096" y="85458"/>
                      <a:pt x="53708" y="85458"/>
                    </a:cubicBezTo>
                    <a:cubicBezTo>
                      <a:pt x="68125" y="85458"/>
                      <a:pt x="75147" y="77035"/>
                      <a:pt x="75483" y="66159"/>
                    </a:cubicBezTo>
                    <a:lnTo>
                      <a:pt x="75483" y="64926"/>
                    </a:lnTo>
                    <a:lnTo>
                      <a:pt x="51430" y="64926"/>
                    </a:lnTo>
                    <a:lnTo>
                      <a:pt x="51430" y="44921"/>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8" name="Google Shape;2218;p90"/>
              <p:cNvSpPr/>
              <p:nvPr/>
            </p:nvSpPr>
            <p:spPr>
              <a:xfrm>
                <a:off x="6346927" y="1964394"/>
                <a:ext cx="76528" cy="105288"/>
              </a:xfrm>
              <a:custGeom>
                <a:rect b="b" l="l" r="r" t="t"/>
                <a:pathLst>
                  <a:path extrusionOk="0" h="105288" w="76528">
                    <a:moveTo>
                      <a:pt x="68275" y="61943"/>
                    </a:moveTo>
                    <a:lnTo>
                      <a:pt x="25435" y="61943"/>
                    </a:lnTo>
                    <a:lnTo>
                      <a:pt x="25435" y="83356"/>
                    </a:lnTo>
                    <a:lnTo>
                      <a:pt x="76529" y="83356"/>
                    </a:lnTo>
                    <a:lnTo>
                      <a:pt x="76529" y="105289"/>
                    </a:lnTo>
                    <a:lnTo>
                      <a:pt x="0" y="105289"/>
                    </a:lnTo>
                    <a:lnTo>
                      <a:pt x="0" y="0"/>
                    </a:lnTo>
                    <a:lnTo>
                      <a:pt x="76529" y="0"/>
                    </a:lnTo>
                    <a:lnTo>
                      <a:pt x="76529" y="21936"/>
                    </a:lnTo>
                    <a:lnTo>
                      <a:pt x="25435" y="21936"/>
                    </a:lnTo>
                    <a:lnTo>
                      <a:pt x="25435" y="41941"/>
                    </a:lnTo>
                    <a:lnTo>
                      <a:pt x="68275" y="41941"/>
                    </a:lnTo>
                    <a:lnTo>
                      <a:pt x="68275" y="61943"/>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19" name="Google Shape;2219;p90"/>
              <p:cNvSpPr/>
              <p:nvPr/>
            </p:nvSpPr>
            <p:spPr>
              <a:xfrm>
                <a:off x="6440487" y="1964394"/>
                <a:ext cx="95838" cy="105288"/>
              </a:xfrm>
              <a:custGeom>
                <a:rect b="b" l="l" r="r" t="t"/>
                <a:pathLst>
                  <a:path extrusionOk="0" h="105288" w="95838">
                    <a:moveTo>
                      <a:pt x="40561" y="105289"/>
                    </a:moveTo>
                    <a:lnTo>
                      <a:pt x="0" y="105289"/>
                    </a:lnTo>
                    <a:lnTo>
                      <a:pt x="0" y="0"/>
                    </a:lnTo>
                    <a:lnTo>
                      <a:pt x="40561" y="0"/>
                    </a:lnTo>
                    <a:cubicBezTo>
                      <a:pt x="74437" y="0"/>
                      <a:pt x="95839" y="22462"/>
                      <a:pt x="95839" y="52646"/>
                    </a:cubicBezTo>
                    <a:cubicBezTo>
                      <a:pt x="95839" y="82826"/>
                      <a:pt x="74437" y="105289"/>
                      <a:pt x="40561" y="105289"/>
                    </a:cubicBezTo>
                    <a:close/>
                    <a:moveTo>
                      <a:pt x="25435" y="21936"/>
                    </a:moveTo>
                    <a:lnTo>
                      <a:pt x="25435" y="83356"/>
                    </a:lnTo>
                    <a:lnTo>
                      <a:pt x="38619" y="83356"/>
                    </a:lnTo>
                    <a:cubicBezTo>
                      <a:pt x="55651" y="83356"/>
                      <a:pt x="69507" y="71946"/>
                      <a:pt x="69507" y="52646"/>
                    </a:cubicBezTo>
                    <a:cubicBezTo>
                      <a:pt x="69507" y="32290"/>
                      <a:pt x="55651" y="21936"/>
                      <a:pt x="38619" y="21936"/>
                    </a:cubicBezTo>
                    <a:lnTo>
                      <a:pt x="25435" y="21936"/>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0" name="Google Shape;2220;p90"/>
              <p:cNvSpPr/>
              <p:nvPr/>
            </p:nvSpPr>
            <p:spPr>
              <a:xfrm>
                <a:off x="6543347" y="2043184"/>
                <a:ext cx="28982" cy="48079"/>
              </a:xfrm>
              <a:custGeom>
                <a:rect b="b" l="l" r="r" t="t"/>
                <a:pathLst>
                  <a:path extrusionOk="0" h="48079" w="28982">
                    <a:moveTo>
                      <a:pt x="11055" y="27727"/>
                    </a:moveTo>
                    <a:cubicBezTo>
                      <a:pt x="5079" y="26323"/>
                      <a:pt x="709" y="20883"/>
                      <a:pt x="709" y="14214"/>
                    </a:cubicBezTo>
                    <a:cubicBezTo>
                      <a:pt x="709" y="6314"/>
                      <a:pt x="6835" y="0"/>
                      <a:pt x="14753" y="0"/>
                    </a:cubicBezTo>
                    <a:cubicBezTo>
                      <a:pt x="22633" y="0"/>
                      <a:pt x="28983" y="6314"/>
                      <a:pt x="28983" y="14214"/>
                    </a:cubicBezTo>
                    <a:lnTo>
                      <a:pt x="28983" y="15092"/>
                    </a:lnTo>
                    <a:cubicBezTo>
                      <a:pt x="28983" y="29654"/>
                      <a:pt x="20878" y="44570"/>
                      <a:pt x="3698" y="48080"/>
                    </a:cubicBezTo>
                    <a:lnTo>
                      <a:pt x="0" y="35094"/>
                    </a:lnTo>
                    <a:cubicBezTo>
                      <a:pt x="6312" y="33690"/>
                      <a:pt x="9823" y="31584"/>
                      <a:pt x="11055" y="27727"/>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1" name="Google Shape;2221;p90"/>
              <p:cNvSpPr/>
              <p:nvPr/>
            </p:nvSpPr>
            <p:spPr>
              <a:xfrm>
                <a:off x="6622864" y="1964394"/>
                <a:ext cx="93373" cy="107745"/>
              </a:xfrm>
              <a:custGeom>
                <a:rect b="b" l="l" r="r" t="t"/>
                <a:pathLst>
                  <a:path extrusionOk="0" h="107745" w="93373">
                    <a:moveTo>
                      <a:pt x="0" y="59837"/>
                    </a:moveTo>
                    <a:lnTo>
                      <a:pt x="0" y="0"/>
                    </a:lnTo>
                    <a:lnTo>
                      <a:pt x="25473" y="0"/>
                    </a:lnTo>
                    <a:lnTo>
                      <a:pt x="25473" y="59837"/>
                    </a:lnTo>
                    <a:cubicBezTo>
                      <a:pt x="25473" y="72999"/>
                      <a:pt x="32494" y="83002"/>
                      <a:pt x="46687" y="83002"/>
                    </a:cubicBezTo>
                    <a:cubicBezTo>
                      <a:pt x="61440" y="83002"/>
                      <a:pt x="67939" y="72999"/>
                      <a:pt x="67939" y="59837"/>
                    </a:cubicBezTo>
                    <a:lnTo>
                      <a:pt x="67939" y="0"/>
                    </a:lnTo>
                    <a:lnTo>
                      <a:pt x="93373" y="0"/>
                    </a:lnTo>
                    <a:lnTo>
                      <a:pt x="93373" y="59837"/>
                    </a:lnTo>
                    <a:cubicBezTo>
                      <a:pt x="93373" y="87038"/>
                      <a:pt x="75819" y="107745"/>
                      <a:pt x="46687" y="107745"/>
                    </a:cubicBezTo>
                    <a:cubicBezTo>
                      <a:pt x="18264" y="107745"/>
                      <a:pt x="0" y="87038"/>
                      <a:pt x="0" y="59837"/>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2" name="Google Shape;2222;p90"/>
              <p:cNvSpPr/>
              <p:nvPr/>
            </p:nvSpPr>
            <p:spPr>
              <a:xfrm>
                <a:off x="6736630" y="1964394"/>
                <a:ext cx="95464" cy="105288"/>
              </a:xfrm>
              <a:custGeom>
                <a:rect b="b" l="l" r="r" t="t"/>
                <a:pathLst>
                  <a:path extrusionOk="0" h="105288" w="95464">
                    <a:moveTo>
                      <a:pt x="95465" y="105289"/>
                    </a:moveTo>
                    <a:lnTo>
                      <a:pt x="75819" y="105289"/>
                    </a:lnTo>
                    <a:lnTo>
                      <a:pt x="25285" y="43868"/>
                    </a:lnTo>
                    <a:lnTo>
                      <a:pt x="25285" y="105289"/>
                    </a:lnTo>
                    <a:lnTo>
                      <a:pt x="0" y="105289"/>
                    </a:lnTo>
                    <a:lnTo>
                      <a:pt x="0" y="0"/>
                    </a:lnTo>
                    <a:lnTo>
                      <a:pt x="19645" y="0"/>
                    </a:lnTo>
                    <a:lnTo>
                      <a:pt x="70217" y="60364"/>
                    </a:lnTo>
                    <a:lnTo>
                      <a:pt x="70217" y="0"/>
                    </a:lnTo>
                    <a:lnTo>
                      <a:pt x="95465" y="0"/>
                    </a:lnTo>
                    <a:lnTo>
                      <a:pt x="95465"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3" name="Google Shape;2223;p90"/>
              <p:cNvSpPr/>
              <p:nvPr/>
            </p:nvSpPr>
            <p:spPr>
              <a:xfrm>
                <a:off x="6853870" y="1964394"/>
                <a:ext cx="25472" cy="105288"/>
              </a:xfrm>
              <a:custGeom>
                <a:rect b="b" l="l" r="r" t="t"/>
                <a:pathLst>
                  <a:path extrusionOk="0" h="105288" w="25472">
                    <a:moveTo>
                      <a:pt x="25473" y="105289"/>
                    </a:moveTo>
                    <a:lnTo>
                      <a:pt x="0" y="105289"/>
                    </a:lnTo>
                    <a:lnTo>
                      <a:pt x="0" y="0"/>
                    </a:lnTo>
                    <a:lnTo>
                      <a:pt x="25473" y="0"/>
                    </a:lnTo>
                    <a:lnTo>
                      <a:pt x="25473"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4" name="Google Shape;2224;p90"/>
              <p:cNvSpPr/>
              <p:nvPr/>
            </p:nvSpPr>
            <p:spPr>
              <a:xfrm>
                <a:off x="6901117" y="1964394"/>
                <a:ext cx="77201" cy="105288"/>
              </a:xfrm>
              <a:custGeom>
                <a:rect b="b" l="l" r="r" t="t"/>
                <a:pathLst>
                  <a:path extrusionOk="0" h="105288" w="77201">
                    <a:moveTo>
                      <a:pt x="68275" y="62119"/>
                    </a:moveTo>
                    <a:lnTo>
                      <a:pt x="25435" y="62119"/>
                    </a:lnTo>
                    <a:lnTo>
                      <a:pt x="25435" y="105289"/>
                    </a:lnTo>
                    <a:lnTo>
                      <a:pt x="0" y="105289"/>
                    </a:lnTo>
                    <a:lnTo>
                      <a:pt x="0" y="0"/>
                    </a:lnTo>
                    <a:lnTo>
                      <a:pt x="77201" y="0"/>
                    </a:lnTo>
                    <a:lnTo>
                      <a:pt x="77201" y="21936"/>
                    </a:lnTo>
                    <a:lnTo>
                      <a:pt x="25435" y="21936"/>
                    </a:lnTo>
                    <a:lnTo>
                      <a:pt x="25435" y="42117"/>
                    </a:lnTo>
                    <a:lnTo>
                      <a:pt x="68275" y="42117"/>
                    </a:lnTo>
                    <a:lnTo>
                      <a:pt x="68275" y="6211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5" name="Google Shape;2225;p90"/>
              <p:cNvSpPr/>
              <p:nvPr/>
            </p:nvSpPr>
            <p:spPr>
              <a:xfrm>
                <a:off x="6995349" y="1964394"/>
                <a:ext cx="25472" cy="105288"/>
              </a:xfrm>
              <a:custGeom>
                <a:rect b="b" l="l" r="r" t="t"/>
                <a:pathLst>
                  <a:path extrusionOk="0" h="105288" w="25472">
                    <a:moveTo>
                      <a:pt x="25473" y="105289"/>
                    </a:moveTo>
                    <a:lnTo>
                      <a:pt x="0" y="105289"/>
                    </a:lnTo>
                    <a:lnTo>
                      <a:pt x="0" y="0"/>
                    </a:lnTo>
                    <a:lnTo>
                      <a:pt x="25473" y="0"/>
                    </a:lnTo>
                    <a:lnTo>
                      <a:pt x="25473"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6" name="Google Shape;2226;p90"/>
              <p:cNvSpPr/>
              <p:nvPr/>
            </p:nvSpPr>
            <p:spPr>
              <a:xfrm>
                <a:off x="7042596" y="1964394"/>
                <a:ext cx="76528" cy="105288"/>
              </a:xfrm>
              <a:custGeom>
                <a:rect b="b" l="l" r="r" t="t"/>
                <a:pathLst>
                  <a:path extrusionOk="0" h="105288" w="76528">
                    <a:moveTo>
                      <a:pt x="68275" y="61943"/>
                    </a:moveTo>
                    <a:lnTo>
                      <a:pt x="25435" y="61943"/>
                    </a:lnTo>
                    <a:lnTo>
                      <a:pt x="25435" y="83356"/>
                    </a:lnTo>
                    <a:lnTo>
                      <a:pt x="76529" y="83356"/>
                    </a:lnTo>
                    <a:lnTo>
                      <a:pt x="76529" y="105289"/>
                    </a:lnTo>
                    <a:lnTo>
                      <a:pt x="0" y="105289"/>
                    </a:lnTo>
                    <a:lnTo>
                      <a:pt x="0" y="0"/>
                    </a:lnTo>
                    <a:lnTo>
                      <a:pt x="76529" y="0"/>
                    </a:lnTo>
                    <a:lnTo>
                      <a:pt x="76529" y="21936"/>
                    </a:lnTo>
                    <a:lnTo>
                      <a:pt x="25435" y="21936"/>
                    </a:lnTo>
                    <a:lnTo>
                      <a:pt x="25435" y="41941"/>
                    </a:lnTo>
                    <a:lnTo>
                      <a:pt x="68275" y="41941"/>
                    </a:lnTo>
                    <a:lnTo>
                      <a:pt x="68275" y="61943"/>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7" name="Google Shape;2227;p90"/>
              <p:cNvSpPr/>
              <p:nvPr/>
            </p:nvSpPr>
            <p:spPr>
              <a:xfrm>
                <a:off x="7136156" y="1964394"/>
                <a:ext cx="95838" cy="105288"/>
              </a:xfrm>
              <a:custGeom>
                <a:rect b="b" l="l" r="r" t="t"/>
                <a:pathLst>
                  <a:path extrusionOk="0" h="105288" w="95838">
                    <a:moveTo>
                      <a:pt x="40524" y="105289"/>
                    </a:moveTo>
                    <a:lnTo>
                      <a:pt x="0" y="105289"/>
                    </a:lnTo>
                    <a:lnTo>
                      <a:pt x="0" y="0"/>
                    </a:lnTo>
                    <a:lnTo>
                      <a:pt x="40524" y="0"/>
                    </a:lnTo>
                    <a:cubicBezTo>
                      <a:pt x="74400" y="0"/>
                      <a:pt x="95839" y="22462"/>
                      <a:pt x="95839" y="52646"/>
                    </a:cubicBezTo>
                    <a:cubicBezTo>
                      <a:pt x="95839" y="82826"/>
                      <a:pt x="74400" y="105289"/>
                      <a:pt x="40524" y="105289"/>
                    </a:cubicBezTo>
                    <a:close/>
                    <a:moveTo>
                      <a:pt x="25435" y="21936"/>
                    </a:moveTo>
                    <a:lnTo>
                      <a:pt x="25435" y="83356"/>
                    </a:lnTo>
                    <a:lnTo>
                      <a:pt x="38619" y="83356"/>
                    </a:lnTo>
                    <a:cubicBezTo>
                      <a:pt x="55613" y="83356"/>
                      <a:pt x="69507" y="71946"/>
                      <a:pt x="69507" y="52646"/>
                    </a:cubicBezTo>
                    <a:cubicBezTo>
                      <a:pt x="69507" y="32290"/>
                      <a:pt x="55613" y="21936"/>
                      <a:pt x="38619" y="21936"/>
                    </a:cubicBezTo>
                    <a:lnTo>
                      <a:pt x="25435" y="21936"/>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8" name="Google Shape;2228;p90"/>
              <p:cNvSpPr/>
              <p:nvPr/>
            </p:nvSpPr>
            <p:spPr>
              <a:xfrm>
                <a:off x="7282715" y="1964394"/>
                <a:ext cx="87061" cy="105288"/>
              </a:xfrm>
              <a:custGeom>
                <a:rect b="b" l="l" r="r" t="t"/>
                <a:pathLst>
                  <a:path extrusionOk="0" h="105288" w="87061">
                    <a:moveTo>
                      <a:pt x="87061" y="35448"/>
                    </a:moveTo>
                    <a:cubicBezTo>
                      <a:pt x="87061" y="57030"/>
                      <a:pt x="70739" y="70718"/>
                      <a:pt x="46537" y="70718"/>
                    </a:cubicBezTo>
                    <a:lnTo>
                      <a:pt x="25472" y="70718"/>
                    </a:lnTo>
                    <a:lnTo>
                      <a:pt x="25472" y="105289"/>
                    </a:lnTo>
                    <a:lnTo>
                      <a:pt x="0" y="105289"/>
                    </a:lnTo>
                    <a:lnTo>
                      <a:pt x="0" y="0"/>
                    </a:lnTo>
                    <a:lnTo>
                      <a:pt x="46537" y="0"/>
                    </a:lnTo>
                    <a:cubicBezTo>
                      <a:pt x="70553" y="0"/>
                      <a:pt x="87061" y="14913"/>
                      <a:pt x="87061" y="35448"/>
                    </a:cubicBezTo>
                    <a:close/>
                    <a:moveTo>
                      <a:pt x="44782" y="21936"/>
                    </a:moveTo>
                    <a:lnTo>
                      <a:pt x="25472" y="21936"/>
                    </a:lnTo>
                    <a:lnTo>
                      <a:pt x="25472" y="49136"/>
                    </a:lnTo>
                    <a:lnTo>
                      <a:pt x="44931" y="49136"/>
                    </a:lnTo>
                    <a:cubicBezTo>
                      <a:pt x="53895" y="49136"/>
                      <a:pt x="60730" y="44398"/>
                      <a:pt x="60730" y="35448"/>
                    </a:cubicBezTo>
                    <a:cubicBezTo>
                      <a:pt x="60730" y="26323"/>
                      <a:pt x="54082" y="21936"/>
                      <a:pt x="44782" y="21936"/>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29" name="Google Shape;2229;p90"/>
              <p:cNvSpPr/>
              <p:nvPr/>
            </p:nvSpPr>
            <p:spPr>
              <a:xfrm>
                <a:off x="7384193" y="1964394"/>
                <a:ext cx="72494" cy="105288"/>
              </a:xfrm>
              <a:custGeom>
                <a:rect b="b" l="l" r="r" t="t"/>
                <a:pathLst>
                  <a:path extrusionOk="0" h="105288" w="72494">
                    <a:moveTo>
                      <a:pt x="0" y="105289"/>
                    </a:moveTo>
                    <a:lnTo>
                      <a:pt x="0" y="0"/>
                    </a:lnTo>
                    <a:lnTo>
                      <a:pt x="25435" y="0"/>
                    </a:lnTo>
                    <a:lnTo>
                      <a:pt x="25435" y="83356"/>
                    </a:lnTo>
                    <a:lnTo>
                      <a:pt x="72495" y="83356"/>
                    </a:lnTo>
                    <a:lnTo>
                      <a:pt x="72495" y="105289"/>
                    </a:lnTo>
                    <a:lnTo>
                      <a:pt x="0" y="10528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0" name="Google Shape;2230;p90"/>
              <p:cNvSpPr/>
              <p:nvPr/>
            </p:nvSpPr>
            <p:spPr>
              <a:xfrm>
                <a:off x="7459826" y="1964394"/>
                <a:ext cx="108126" cy="105288"/>
              </a:xfrm>
              <a:custGeom>
                <a:rect b="b" l="l" r="r" t="t"/>
                <a:pathLst>
                  <a:path extrusionOk="0" h="105288" w="108126">
                    <a:moveTo>
                      <a:pt x="108126" y="105289"/>
                    </a:moveTo>
                    <a:lnTo>
                      <a:pt x="80749" y="105289"/>
                    </a:lnTo>
                    <a:lnTo>
                      <a:pt x="74250" y="86336"/>
                    </a:lnTo>
                    <a:lnTo>
                      <a:pt x="33876" y="86336"/>
                    </a:lnTo>
                    <a:lnTo>
                      <a:pt x="27377" y="105289"/>
                    </a:lnTo>
                    <a:lnTo>
                      <a:pt x="0" y="105289"/>
                    </a:lnTo>
                    <a:lnTo>
                      <a:pt x="40225" y="0"/>
                    </a:lnTo>
                    <a:lnTo>
                      <a:pt x="67938" y="0"/>
                    </a:lnTo>
                    <a:lnTo>
                      <a:pt x="108126" y="105289"/>
                    </a:lnTo>
                    <a:close/>
                    <a:moveTo>
                      <a:pt x="40748" y="66330"/>
                    </a:moveTo>
                    <a:lnTo>
                      <a:pt x="67415" y="66330"/>
                    </a:lnTo>
                    <a:lnTo>
                      <a:pt x="54082" y="27376"/>
                    </a:lnTo>
                    <a:lnTo>
                      <a:pt x="40748" y="6633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1" name="Google Shape;2231;p90"/>
              <p:cNvSpPr/>
              <p:nvPr/>
            </p:nvSpPr>
            <p:spPr>
              <a:xfrm>
                <a:off x="7559212" y="1964394"/>
                <a:ext cx="84745" cy="105288"/>
              </a:xfrm>
              <a:custGeom>
                <a:rect b="b" l="l" r="r" t="t"/>
                <a:pathLst>
                  <a:path extrusionOk="0" h="105288" w="84745">
                    <a:moveTo>
                      <a:pt x="0" y="0"/>
                    </a:moveTo>
                    <a:lnTo>
                      <a:pt x="84745" y="0"/>
                    </a:lnTo>
                    <a:lnTo>
                      <a:pt x="84745" y="21936"/>
                    </a:lnTo>
                    <a:lnTo>
                      <a:pt x="55090" y="21936"/>
                    </a:lnTo>
                    <a:lnTo>
                      <a:pt x="55090" y="105289"/>
                    </a:lnTo>
                    <a:lnTo>
                      <a:pt x="29655" y="105289"/>
                    </a:lnTo>
                    <a:lnTo>
                      <a:pt x="29655" y="21936"/>
                    </a:lnTo>
                    <a:lnTo>
                      <a:pt x="0" y="21936"/>
                    </a:lnTo>
                    <a:lnTo>
                      <a:pt x="0" y="0"/>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2" name="Google Shape;2232;p90"/>
              <p:cNvSpPr/>
              <p:nvPr/>
            </p:nvSpPr>
            <p:spPr>
              <a:xfrm>
                <a:off x="7658898" y="1964394"/>
                <a:ext cx="77238" cy="105288"/>
              </a:xfrm>
              <a:custGeom>
                <a:rect b="b" l="l" r="r" t="t"/>
                <a:pathLst>
                  <a:path extrusionOk="0" h="105288" w="77238">
                    <a:moveTo>
                      <a:pt x="68275" y="62119"/>
                    </a:moveTo>
                    <a:lnTo>
                      <a:pt x="25435" y="62119"/>
                    </a:lnTo>
                    <a:lnTo>
                      <a:pt x="25435" y="105289"/>
                    </a:lnTo>
                    <a:lnTo>
                      <a:pt x="0" y="105289"/>
                    </a:lnTo>
                    <a:lnTo>
                      <a:pt x="0" y="0"/>
                    </a:lnTo>
                    <a:lnTo>
                      <a:pt x="77239" y="0"/>
                    </a:lnTo>
                    <a:lnTo>
                      <a:pt x="77239" y="21936"/>
                    </a:lnTo>
                    <a:lnTo>
                      <a:pt x="25435" y="21936"/>
                    </a:lnTo>
                    <a:lnTo>
                      <a:pt x="25435" y="42117"/>
                    </a:lnTo>
                    <a:lnTo>
                      <a:pt x="68275" y="42117"/>
                    </a:lnTo>
                    <a:lnTo>
                      <a:pt x="68275" y="62119"/>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3" name="Google Shape;2233;p90"/>
              <p:cNvSpPr/>
              <p:nvPr/>
            </p:nvSpPr>
            <p:spPr>
              <a:xfrm>
                <a:off x="7744913" y="1962112"/>
                <a:ext cx="108126" cy="110026"/>
              </a:xfrm>
              <a:custGeom>
                <a:rect b="b" l="l" r="r" t="t"/>
                <a:pathLst>
                  <a:path extrusionOk="0" h="110026" w="108126">
                    <a:moveTo>
                      <a:pt x="0" y="54927"/>
                    </a:moveTo>
                    <a:cubicBezTo>
                      <a:pt x="0" y="24744"/>
                      <a:pt x="22111" y="0"/>
                      <a:pt x="53895" y="0"/>
                    </a:cubicBezTo>
                    <a:cubicBezTo>
                      <a:pt x="86016" y="0"/>
                      <a:pt x="108126" y="24744"/>
                      <a:pt x="108126" y="54927"/>
                    </a:cubicBezTo>
                    <a:cubicBezTo>
                      <a:pt x="108126" y="85108"/>
                      <a:pt x="86016" y="110027"/>
                      <a:pt x="53895" y="110027"/>
                    </a:cubicBezTo>
                    <a:cubicBezTo>
                      <a:pt x="22111" y="110027"/>
                      <a:pt x="0" y="85108"/>
                      <a:pt x="0" y="54927"/>
                    </a:cubicBezTo>
                    <a:close/>
                    <a:moveTo>
                      <a:pt x="81795" y="54927"/>
                    </a:moveTo>
                    <a:cubicBezTo>
                      <a:pt x="81795" y="36673"/>
                      <a:pt x="69507" y="24568"/>
                      <a:pt x="53895" y="24568"/>
                    </a:cubicBezTo>
                    <a:cubicBezTo>
                      <a:pt x="38619" y="24568"/>
                      <a:pt x="26331" y="36673"/>
                      <a:pt x="26331" y="54927"/>
                    </a:cubicBezTo>
                    <a:cubicBezTo>
                      <a:pt x="26331" y="73174"/>
                      <a:pt x="38619" y="85283"/>
                      <a:pt x="53895" y="85283"/>
                    </a:cubicBezTo>
                    <a:cubicBezTo>
                      <a:pt x="69507" y="85283"/>
                      <a:pt x="81795" y="73174"/>
                      <a:pt x="81795" y="54927"/>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4" name="Google Shape;2234;p90"/>
              <p:cNvSpPr/>
              <p:nvPr/>
            </p:nvSpPr>
            <p:spPr>
              <a:xfrm>
                <a:off x="7868838" y="1964394"/>
                <a:ext cx="91095" cy="105288"/>
              </a:xfrm>
              <a:custGeom>
                <a:rect b="b" l="l" r="r" t="t"/>
                <a:pathLst>
                  <a:path extrusionOk="0" h="105288" w="91095">
                    <a:moveTo>
                      <a:pt x="46538" y="0"/>
                    </a:moveTo>
                    <a:cubicBezTo>
                      <a:pt x="70553" y="0"/>
                      <a:pt x="87062" y="14913"/>
                      <a:pt x="87062" y="35448"/>
                    </a:cubicBezTo>
                    <a:cubicBezTo>
                      <a:pt x="87062" y="50014"/>
                      <a:pt x="79517" y="61070"/>
                      <a:pt x="67416" y="66685"/>
                    </a:cubicBezTo>
                    <a:lnTo>
                      <a:pt x="67416" y="68612"/>
                    </a:lnTo>
                    <a:lnTo>
                      <a:pt x="91095" y="103534"/>
                    </a:lnTo>
                    <a:lnTo>
                      <a:pt x="91095" y="105289"/>
                    </a:lnTo>
                    <a:lnTo>
                      <a:pt x="62149" y="105289"/>
                    </a:lnTo>
                    <a:lnTo>
                      <a:pt x="40188" y="70718"/>
                    </a:lnTo>
                    <a:lnTo>
                      <a:pt x="25473" y="70718"/>
                    </a:lnTo>
                    <a:lnTo>
                      <a:pt x="25473" y="105289"/>
                    </a:lnTo>
                    <a:lnTo>
                      <a:pt x="0" y="105289"/>
                    </a:lnTo>
                    <a:lnTo>
                      <a:pt x="0" y="0"/>
                    </a:lnTo>
                    <a:lnTo>
                      <a:pt x="46538" y="0"/>
                    </a:lnTo>
                    <a:close/>
                    <a:moveTo>
                      <a:pt x="44782" y="21936"/>
                    </a:moveTo>
                    <a:lnTo>
                      <a:pt x="25473" y="21936"/>
                    </a:lnTo>
                    <a:lnTo>
                      <a:pt x="25473" y="49136"/>
                    </a:lnTo>
                    <a:lnTo>
                      <a:pt x="44931" y="49136"/>
                    </a:lnTo>
                    <a:cubicBezTo>
                      <a:pt x="53895" y="49136"/>
                      <a:pt x="60730" y="44398"/>
                      <a:pt x="60730" y="35448"/>
                    </a:cubicBezTo>
                    <a:cubicBezTo>
                      <a:pt x="60730" y="26323"/>
                      <a:pt x="54082" y="21936"/>
                      <a:pt x="44782" y="21936"/>
                    </a:cubicBez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5" name="Google Shape;2235;p90"/>
              <p:cNvSpPr/>
              <p:nvPr/>
            </p:nvSpPr>
            <p:spPr>
              <a:xfrm>
                <a:off x="7973977" y="1964394"/>
                <a:ext cx="106744" cy="105288"/>
              </a:xfrm>
              <a:custGeom>
                <a:rect b="b" l="l" r="r" t="t"/>
                <a:pathLst>
                  <a:path extrusionOk="0" h="105288" w="106744">
                    <a:moveTo>
                      <a:pt x="81459" y="47206"/>
                    </a:moveTo>
                    <a:lnTo>
                      <a:pt x="58825" y="77386"/>
                    </a:lnTo>
                    <a:lnTo>
                      <a:pt x="48106" y="77386"/>
                    </a:lnTo>
                    <a:lnTo>
                      <a:pt x="25286" y="47031"/>
                    </a:lnTo>
                    <a:lnTo>
                      <a:pt x="25286" y="105289"/>
                    </a:lnTo>
                    <a:lnTo>
                      <a:pt x="0" y="105289"/>
                    </a:lnTo>
                    <a:lnTo>
                      <a:pt x="187" y="0"/>
                    </a:lnTo>
                    <a:lnTo>
                      <a:pt x="20729" y="0"/>
                    </a:lnTo>
                    <a:lnTo>
                      <a:pt x="53372" y="45096"/>
                    </a:lnTo>
                    <a:lnTo>
                      <a:pt x="86016" y="0"/>
                    </a:lnTo>
                    <a:lnTo>
                      <a:pt x="106558" y="0"/>
                    </a:lnTo>
                    <a:lnTo>
                      <a:pt x="106745" y="105289"/>
                    </a:lnTo>
                    <a:lnTo>
                      <a:pt x="81459" y="105289"/>
                    </a:lnTo>
                    <a:lnTo>
                      <a:pt x="81459" y="47206"/>
                    </a:lnTo>
                    <a:close/>
                  </a:path>
                </a:pathLst>
              </a:custGeom>
              <a:solidFill>
                <a:srgbClr val="29557C">
                  <a:alpha val="89800"/>
                </a:srgbClr>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236" name="Google Shape;2236;p90"/>
            <p:cNvSpPr/>
            <p:nvPr/>
          </p:nvSpPr>
          <p:spPr>
            <a:xfrm>
              <a:off x="2620231" y="1799399"/>
              <a:ext cx="4987427" cy="643531"/>
            </a:xfrm>
            <a:custGeom>
              <a:rect b="b" l="l" r="r" t="t"/>
              <a:pathLst>
                <a:path extrusionOk="0" h="858042" w="6649902">
                  <a:moveTo>
                    <a:pt x="0" y="0"/>
                  </a:moveTo>
                  <a:lnTo>
                    <a:pt x="6649903" y="0"/>
                  </a:lnTo>
                  <a:lnTo>
                    <a:pt x="6649903" y="858042"/>
                  </a:lnTo>
                  <a:lnTo>
                    <a:pt x="0" y="858042"/>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37" name="Google Shape;2237;p90"/>
            <p:cNvSpPr/>
            <p:nvPr/>
          </p:nvSpPr>
          <p:spPr>
            <a:xfrm>
              <a:off x="2643605" y="1808329"/>
              <a:ext cx="1189370" cy="587216"/>
            </a:xfrm>
            <a:custGeom>
              <a:rect b="b" l="l" r="r" t="t"/>
              <a:pathLst>
                <a:path extrusionOk="0" h="782955" w="1585827">
                  <a:moveTo>
                    <a:pt x="1503278" y="0"/>
                  </a:moveTo>
                  <a:cubicBezTo>
                    <a:pt x="1548869" y="0"/>
                    <a:pt x="1585828" y="36947"/>
                    <a:pt x="1585828" y="82523"/>
                  </a:cubicBezTo>
                  <a:lnTo>
                    <a:pt x="1585828" y="700433"/>
                  </a:lnTo>
                  <a:cubicBezTo>
                    <a:pt x="1585828" y="746009"/>
                    <a:pt x="1548869" y="782956"/>
                    <a:pt x="1503278" y="782956"/>
                  </a:cubicBezTo>
                  <a:lnTo>
                    <a:pt x="82549" y="782956"/>
                  </a:lnTo>
                  <a:cubicBezTo>
                    <a:pt x="36959" y="782956"/>
                    <a:pt x="0" y="746009"/>
                    <a:pt x="0" y="700433"/>
                  </a:cubicBezTo>
                  <a:lnTo>
                    <a:pt x="0" y="82523"/>
                  </a:lnTo>
                  <a:cubicBezTo>
                    <a:pt x="0" y="36947"/>
                    <a:pt x="36959" y="0"/>
                    <a:pt x="82549"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38" name="Google Shape;2238;p90"/>
            <p:cNvGrpSpPr/>
            <p:nvPr/>
          </p:nvGrpSpPr>
          <p:grpSpPr>
            <a:xfrm>
              <a:off x="2941160" y="1963450"/>
              <a:ext cx="597854" cy="327291"/>
              <a:chOff x="3816296" y="2414734"/>
              <a:chExt cx="797139" cy="436388"/>
            </a:xfrm>
          </p:grpSpPr>
          <p:sp>
            <p:nvSpPr>
              <p:cNvPr id="2239" name="Google Shape;2239;p90"/>
              <p:cNvSpPr/>
              <p:nvPr/>
            </p:nvSpPr>
            <p:spPr>
              <a:xfrm>
                <a:off x="3998023" y="2414734"/>
                <a:ext cx="414316" cy="193095"/>
              </a:xfrm>
              <a:custGeom>
                <a:rect b="b" l="l" r="r" t="t"/>
                <a:pathLst>
                  <a:path extrusionOk="0" h="193095" w="414316">
                    <a:moveTo>
                      <a:pt x="368108" y="0"/>
                    </a:moveTo>
                    <a:lnTo>
                      <a:pt x="315834" y="0"/>
                    </a:lnTo>
                    <a:cubicBezTo>
                      <a:pt x="314160" y="0"/>
                      <a:pt x="312543" y="205"/>
                      <a:pt x="310959" y="508"/>
                    </a:cubicBezTo>
                    <a:cubicBezTo>
                      <a:pt x="310470" y="601"/>
                      <a:pt x="309996" y="724"/>
                      <a:pt x="309514" y="844"/>
                    </a:cubicBezTo>
                    <a:cubicBezTo>
                      <a:pt x="308390" y="1128"/>
                      <a:pt x="307288" y="1486"/>
                      <a:pt x="306209" y="1912"/>
                    </a:cubicBezTo>
                    <a:cubicBezTo>
                      <a:pt x="305727" y="2102"/>
                      <a:pt x="305238" y="2270"/>
                      <a:pt x="304767" y="2487"/>
                    </a:cubicBezTo>
                    <a:cubicBezTo>
                      <a:pt x="303400" y="3121"/>
                      <a:pt x="302067" y="3846"/>
                      <a:pt x="300778" y="4705"/>
                    </a:cubicBezTo>
                    <a:cubicBezTo>
                      <a:pt x="300225" y="5070"/>
                      <a:pt x="299699" y="5515"/>
                      <a:pt x="299157" y="5922"/>
                    </a:cubicBezTo>
                    <a:cubicBezTo>
                      <a:pt x="298399" y="6493"/>
                      <a:pt x="297648" y="7079"/>
                      <a:pt x="296920" y="7725"/>
                    </a:cubicBezTo>
                    <a:cubicBezTo>
                      <a:pt x="296259" y="8311"/>
                      <a:pt x="295609" y="8924"/>
                      <a:pt x="294967" y="9570"/>
                    </a:cubicBezTo>
                    <a:cubicBezTo>
                      <a:pt x="294425" y="10118"/>
                      <a:pt x="293898" y="10701"/>
                      <a:pt x="293372" y="11291"/>
                    </a:cubicBezTo>
                    <a:cubicBezTo>
                      <a:pt x="291900" y="12934"/>
                      <a:pt x="290492" y="14715"/>
                      <a:pt x="289155" y="16653"/>
                    </a:cubicBezTo>
                    <a:cubicBezTo>
                      <a:pt x="289006" y="16865"/>
                      <a:pt x="288849" y="17052"/>
                      <a:pt x="288703" y="17269"/>
                    </a:cubicBezTo>
                    <a:lnTo>
                      <a:pt x="151896" y="17269"/>
                    </a:lnTo>
                    <a:cubicBezTo>
                      <a:pt x="151889" y="17258"/>
                      <a:pt x="151881" y="17250"/>
                      <a:pt x="151874" y="17239"/>
                    </a:cubicBezTo>
                    <a:cubicBezTo>
                      <a:pt x="150764" y="15603"/>
                      <a:pt x="149648" y="14147"/>
                      <a:pt x="148523" y="12799"/>
                    </a:cubicBezTo>
                    <a:cubicBezTo>
                      <a:pt x="148411" y="12661"/>
                      <a:pt x="148299" y="12512"/>
                      <a:pt x="148187" y="12377"/>
                    </a:cubicBezTo>
                    <a:cubicBezTo>
                      <a:pt x="147100" y="11104"/>
                      <a:pt x="146017" y="9965"/>
                      <a:pt x="144930" y="8927"/>
                    </a:cubicBezTo>
                    <a:cubicBezTo>
                      <a:pt x="144770" y="8774"/>
                      <a:pt x="144613" y="8618"/>
                      <a:pt x="144452" y="8472"/>
                    </a:cubicBezTo>
                    <a:cubicBezTo>
                      <a:pt x="143403" y="7505"/>
                      <a:pt x="142365" y="6631"/>
                      <a:pt x="141326" y="5866"/>
                    </a:cubicBezTo>
                    <a:cubicBezTo>
                      <a:pt x="141113" y="5709"/>
                      <a:pt x="140908" y="5560"/>
                      <a:pt x="140699" y="5410"/>
                    </a:cubicBezTo>
                    <a:cubicBezTo>
                      <a:pt x="139705" y="4712"/>
                      <a:pt x="138730" y="4074"/>
                      <a:pt x="137756" y="3536"/>
                    </a:cubicBezTo>
                    <a:cubicBezTo>
                      <a:pt x="137487" y="3387"/>
                      <a:pt x="137221" y="3256"/>
                      <a:pt x="136953" y="3118"/>
                    </a:cubicBezTo>
                    <a:cubicBezTo>
                      <a:pt x="136049" y="2655"/>
                      <a:pt x="135156" y="2214"/>
                      <a:pt x="134278" y="1871"/>
                    </a:cubicBezTo>
                    <a:cubicBezTo>
                      <a:pt x="133916" y="1729"/>
                      <a:pt x="133565" y="1624"/>
                      <a:pt x="133207" y="1497"/>
                    </a:cubicBezTo>
                    <a:cubicBezTo>
                      <a:pt x="132437" y="1236"/>
                      <a:pt x="131671" y="967"/>
                      <a:pt x="130932" y="784"/>
                    </a:cubicBezTo>
                    <a:cubicBezTo>
                      <a:pt x="130398" y="650"/>
                      <a:pt x="129894" y="575"/>
                      <a:pt x="129378" y="478"/>
                    </a:cubicBezTo>
                    <a:cubicBezTo>
                      <a:pt x="128829" y="381"/>
                      <a:pt x="128273" y="246"/>
                      <a:pt x="127746" y="187"/>
                    </a:cubicBezTo>
                    <a:cubicBezTo>
                      <a:pt x="126708" y="60"/>
                      <a:pt x="125707" y="0"/>
                      <a:pt x="124758" y="0"/>
                    </a:cubicBezTo>
                    <a:lnTo>
                      <a:pt x="70049" y="0"/>
                    </a:lnTo>
                    <a:cubicBezTo>
                      <a:pt x="61100" y="0"/>
                      <a:pt x="52917" y="4518"/>
                      <a:pt x="45977" y="12979"/>
                    </a:cubicBezTo>
                    <a:cubicBezTo>
                      <a:pt x="39038" y="21439"/>
                      <a:pt x="33334" y="33843"/>
                      <a:pt x="29353" y="49603"/>
                    </a:cubicBezTo>
                    <a:cubicBezTo>
                      <a:pt x="28090" y="54599"/>
                      <a:pt x="31116" y="59669"/>
                      <a:pt x="36117" y="60931"/>
                    </a:cubicBezTo>
                    <a:cubicBezTo>
                      <a:pt x="36882" y="61122"/>
                      <a:pt x="37648" y="61219"/>
                      <a:pt x="38406" y="61219"/>
                    </a:cubicBezTo>
                    <a:cubicBezTo>
                      <a:pt x="38406" y="61219"/>
                      <a:pt x="38406" y="61219"/>
                      <a:pt x="38406" y="61219"/>
                    </a:cubicBezTo>
                    <a:cubicBezTo>
                      <a:pt x="38406" y="61219"/>
                      <a:pt x="38406" y="61219"/>
                      <a:pt x="38410" y="61219"/>
                    </a:cubicBezTo>
                    <a:cubicBezTo>
                      <a:pt x="42578" y="61219"/>
                      <a:pt x="46384" y="58400"/>
                      <a:pt x="47449" y="54173"/>
                    </a:cubicBezTo>
                    <a:cubicBezTo>
                      <a:pt x="50530" y="41971"/>
                      <a:pt x="54541" y="33089"/>
                      <a:pt x="58597" y="27260"/>
                    </a:cubicBezTo>
                    <a:cubicBezTo>
                      <a:pt x="62661" y="21432"/>
                      <a:pt x="66769" y="18654"/>
                      <a:pt x="70052" y="18654"/>
                    </a:cubicBezTo>
                    <a:lnTo>
                      <a:pt x="96630" y="18654"/>
                    </a:lnTo>
                    <a:cubicBezTo>
                      <a:pt x="94102" y="22604"/>
                      <a:pt x="91779" y="27141"/>
                      <a:pt x="89695" y="32245"/>
                    </a:cubicBezTo>
                    <a:cubicBezTo>
                      <a:pt x="89661" y="32334"/>
                      <a:pt x="89620" y="32417"/>
                      <a:pt x="89586" y="32506"/>
                    </a:cubicBezTo>
                    <a:cubicBezTo>
                      <a:pt x="88626" y="34873"/>
                      <a:pt x="87722" y="37368"/>
                      <a:pt x="86871" y="39966"/>
                    </a:cubicBezTo>
                    <a:cubicBezTo>
                      <a:pt x="86703" y="40470"/>
                      <a:pt x="86546" y="40986"/>
                      <a:pt x="86382" y="41493"/>
                    </a:cubicBezTo>
                    <a:cubicBezTo>
                      <a:pt x="85590" y="44014"/>
                      <a:pt x="84828" y="46609"/>
                      <a:pt x="84133" y="49334"/>
                    </a:cubicBezTo>
                    <a:cubicBezTo>
                      <a:pt x="84111" y="49428"/>
                      <a:pt x="84081" y="49510"/>
                      <a:pt x="84055" y="49603"/>
                    </a:cubicBezTo>
                    <a:cubicBezTo>
                      <a:pt x="82796" y="54595"/>
                      <a:pt x="85821" y="59666"/>
                      <a:pt x="90815" y="60931"/>
                    </a:cubicBezTo>
                    <a:cubicBezTo>
                      <a:pt x="91584" y="61122"/>
                      <a:pt x="92350" y="61219"/>
                      <a:pt x="93108" y="61219"/>
                    </a:cubicBezTo>
                    <a:cubicBezTo>
                      <a:pt x="93108" y="61219"/>
                      <a:pt x="93112" y="61219"/>
                      <a:pt x="93112" y="61219"/>
                    </a:cubicBezTo>
                    <a:cubicBezTo>
                      <a:pt x="93112" y="61219"/>
                      <a:pt x="93112" y="61219"/>
                      <a:pt x="93112" y="61219"/>
                    </a:cubicBezTo>
                    <a:cubicBezTo>
                      <a:pt x="94046" y="61219"/>
                      <a:pt x="94950" y="61032"/>
                      <a:pt x="95820" y="60763"/>
                    </a:cubicBezTo>
                    <a:cubicBezTo>
                      <a:pt x="95921" y="60733"/>
                      <a:pt x="96033" y="60745"/>
                      <a:pt x="96130" y="60711"/>
                    </a:cubicBezTo>
                    <a:cubicBezTo>
                      <a:pt x="99009" y="59722"/>
                      <a:pt x="101351" y="57343"/>
                      <a:pt x="102151" y="54173"/>
                    </a:cubicBezTo>
                    <a:cubicBezTo>
                      <a:pt x="103230" y="49902"/>
                      <a:pt x="104451" y="46183"/>
                      <a:pt x="105717" y="42714"/>
                    </a:cubicBezTo>
                    <a:cubicBezTo>
                      <a:pt x="111704" y="26364"/>
                      <a:pt x="119346" y="18654"/>
                      <a:pt x="124758" y="18654"/>
                    </a:cubicBezTo>
                    <a:cubicBezTo>
                      <a:pt x="124788" y="18654"/>
                      <a:pt x="124825" y="18665"/>
                      <a:pt x="124859" y="18665"/>
                    </a:cubicBezTo>
                    <a:cubicBezTo>
                      <a:pt x="125378" y="18673"/>
                      <a:pt x="125905" y="18740"/>
                      <a:pt x="126443" y="18878"/>
                    </a:cubicBezTo>
                    <a:cubicBezTo>
                      <a:pt x="126555" y="18904"/>
                      <a:pt x="126667" y="18964"/>
                      <a:pt x="126775" y="18997"/>
                    </a:cubicBezTo>
                    <a:cubicBezTo>
                      <a:pt x="127249" y="19143"/>
                      <a:pt x="127724" y="19304"/>
                      <a:pt x="128205" y="19543"/>
                    </a:cubicBezTo>
                    <a:cubicBezTo>
                      <a:pt x="128265" y="19572"/>
                      <a:pt x="128329" y="19617"/>
                      <a:pt x="128388" y="19647"/>
                    </a:cubicBezTo>
                    <a:cubicBezTo>
                      <a:pt x="128926" y="19923"/>
                      <a:pt x="129468" y="20244"/>
                      <a:pt x="130009" y="20629"/>
                    </a:cubicBezTo>
                    <a:cubicBezTo>
                      <a:pt x="130047" y="20659"/>
                      <a:pt x="130084" y="20693"/>
                      <a:pt x="130121" y="20719"/>
                    </a:cubicBezTo>
                    <a:cubicBezTo>
                      <a:pt x="130685" y="21129"/>
                      <a:pt x="131253" y="21592"/>
                      <a:pt x="131825" y="22115"/>
                    </a:cubicBezTo>
                    <a:cubicBezTo>
                      <a:pt x="131832" y="22123"/>
                      <a:pt x="131836" y="22130"/>
                      <a:pt x="131843" y="22134"/>
                    </a:cubicBezTo>
                    <a:cubicBezTo>
                      <a:pt x="130234" y="23314"/>
                      <a:pt x="128695" y="24744"/>
                      <a:pt x="127201" y="26338"/>
                    </a:cubicBezTo>
                    <a:cubicBezTo>
                      <a:pt x="126820" y="26741"/>
                      <a:pt x="126461" y="27197"/>
                      <a:pt x="126091" y="27626"/>
                    </a:cubicBezTo>
                    <a:cubicBezTo>
                      <a:pt x="124993" y="28899"/>
                      <a:pt x="123933" y="30270"/>
                      <a:pt x="122909" y="31767"/>
                    </a:cubicBezTo>
                    <a:cubicBezTo>
                      <a:pt x="122476" y="32402"/>
                      <a:pt x="122050" y="33044"/>
                      <a:pt x="121632" y="33716"/>
                    </a:cubicBezTo>
                    <a:cubicBezTo>
                      <a:pt x="120687" y="35232"/>
                      <a:pt x="119791" y="36863"/>
                      <a:pt x="118920" y="38577"/>
                    </a:cubicBezTo>
                    <a:cubicBezTo>
                      <a:pt x="118547" y="39309"/>
                      <a:pt x="118162" y="40004"/>
                      <a:pt x="117804" y="40773"/>
                    </a:cubicBezTo>
                    <a:cubicBezTo>
                      <a:pt x="116679" y="43185"/>
                      <a:pt x="115611" y="45739"/>
                      <a:pt x="114633" y="48494"/>
                    </a:cubicBezTo>
                    <a:cubicBezTo>
                      <a:pt x="114595" y="48602"/>
                      <a:pt x="114547" y="48688"/>
                      <a:pt x="114509" y="48797"/>
                    </a:cubicBezTo>
                    <a:cubicBezTo>
                      <a:pt x="112802" y="53658"/>
                      <a:pt x="115361" y="58982"/>
                      <a:pt x="120224" y="60685"/>
                    </a:cubicBezTo>
                    <a:cubicBezTo>
                      <a:pt x="121243" y="61047"/>
                      <a:pt x="122286" y="61219"/>
                      <a:pt x="123316" y="61219"/>
                    </a:cubicBezTo>
                    <a:cubicBezTo>
                      <a:pt x="123316" y="61219"/>
                      <a:pt x="123316" y="61219"/>
                      <a:pt x="123316" y="61219"/>
                    </a:cubicBezTo>
                    <a:cubicBezTo>
                      <a:pt x="123316" y="61219"/>
                      <a:pt x="123316" y="61219"/>
                      <a:pt x="123320" y="61219"/>
                    </a:cubicBezTo>
                    <a:cubicBezTo>
                      <a:pt x="127167" y="61219"/>
                      <a:pt x="130775" y="58818"/>
                      <a:pt x="132123" y="54976"/>
                    </a:cubicBezTo>
                    <a:cubicBezTo>
                      <a:pt x="134424" y="48431"/>
                      <a:pt x="137027" y="43666"/>
                      <a:pt x="139489" y="40541"/>
                    </a:cubicBezTo>
                    <a:cubicBezTo>
                      <a:pt x="141954" y="37412"/>
                      <a:pt x="144273" y="35923"/>
                      <a:pt x="146006" y="35923"/>
                    </a:cubicBezTo>
                    <a:lnTo>
                      <a:pt x="147862" y="35923"/>
                    </a:lnTo>
                    <a:cubicBezTo>
                      <a:pt x="147874" y="35923"/>
                      <a:pt x="147881" y="35923"/>
                      <a:pt x="147892" y="35923"/>
                    </a:cubicBezTo>
                    <a:lnTo>
                      <a:pt x="279466" y="35923"/>
                    </a:lnTo>
                    <a:cubicBezTo>
                      <a:pt x="279463" y="35938"/>
                      <a:pt x="279459" y="35956"/>
                      <a:pt x="279452" y="35975"/>
                    </a:cubicBezTo>
                    <a:cubicBezTo>
                      <a:pt x="277887" y="40228"/>
                      <a:pt x="276516" y="44727"/>
                      <a:pt x="275321" y="49416"/>
                    </a:cubicBezTo>
                    <a:cubicBezTo>
                      <a:pt x="275253" y="49682"/>
                      <a:pt x="275186" y="49943"/>
                      <a:pt x="275119" y="50208"/>
                    </a:cubicBezTo>
                    <a:cubicBezTo>
                      <a:pt x="273987" y="54756"/>
                      <a:pt x="273020" y="59457"/>
                      <a:pt x="272239" y="64277"/>
                    </a:cubicBezTo>
                    <a:cubicBezTo>
                      <a:pt x="272161" y="64747"/>
                      <a:pt x="272098" y="65210"/>
                      <a:pt x="272023" y="65681"/>
                    </a:cubicBezTo>
                    <a:cubicBezTo>
                      <a:pt x="271291" y="70419"/>
                      <a:pt x="270705" y="75228"/>
                      <a:pt x="270312" y="80093"/>
                    </a:cubicBezTo>
                    <a:cubicBezTo>
                      <a:pt x="270271" y="80597"/>
                      <a:pt x="270252" y="81101"/>
                      <a:pt x="270215" y="81605"/>
                    </a:cubicBezTo>
                    <a:cubicBezTo>
                      <a:pt x="269860" y="86511"/>
                      <a:pt x="269640" y="91440"/>
                      <a:pt x="269636" y="96342"/>
                    </a:cubicBezTo>
                    <a:cubicBezTo>
                      <a:pt x="269636" y="96413"/>
                      <a:pt x="269629" y="96481"/>
                      <a:pt x="269629" y="96548"/>
                    </a:cubicBezTo>
                    <a:cubicBezTo>
                      <a:pt x="269629" y="96615"/>
                      <a:pt x="269636" y="96682"/>
                      <a:pt x="269636" y="96753"/>
                    </a:cubicBezTo>
                    <a:cubicBezTo>
                      <a:pt x="269640" y="101656"/>
                      <a:pt x="269856" y="106584"/>
                      <a:pt x="270215" y="111487"/>
                    </a:cubicBezTo>
                    <a:cubicBezTo>
                      <a:pt x="270252" y="111994"/>
                      <a:pt x="270271" y="112498"/>
                      <a:pt x="270312" y="113003"/>
                    </a:cubicBezTo>
                    <a:cubicBezTo>
                      <a:pt x="270705" y="117868"/>
                      <a:pt x="271291" y="122673"/>
                      <a:pt x="272023" y="127407"/>
                    </a:cubicBezTo>
                    <a:cubicBezTo>
                      <a:pt x="272098" y="127882"/>
                      <a:pt x="272161" y="128352"/>
                      <a:pt x="272239" y="128822"/>
                    </a:cubicBezTo>
                    <a:cubicBezTo>
                      <a:pt x="273024" y="133639"/>
                      <a:pt x="273987" y="138332"/>
                      <a:pt x="275119" y="142880"/>
                    </a:cubicBezTo>
                    <a:cubicBezTo>
                      <a:pt x="275186" y="143153"/>
                      <a:pt x="275257" y="143418"/>
                      <a:pt x="275325" y="143687"/>
                    </a:cubicBezTo>
                    <a:cubicBezTo>
                      <a:pt x="276520" y="148369"/>
                      <a:pt x="277887" y="152864"/>
                      <a:pt x="279448" y="157113"/>
                    </a:cubicBezTo>
                    <a:cubicBezTo>
                      <a:pt x="279455" y="157132"/>
                      <a:pt x="279459" y="157154"/>
                      <a:pt x="279466" y="157173"/>
                    </a:cubicBezTo>
                    <a:lnTo>
                      <a:pt x="179464" y="157173"/>
                    </a:lnTo>
                    <a:cubicBezTo>
                      <a:pt x="174309" y="157173"/>
                      <a:pt x="170134" y="161347"/>
                      <a:pt x="170134" y="166500"/>
                    </a:cubicBezTo>
                    <a:cubicBezTo>
                      <a:pt x="170134" y="171652"/>
                      <a:pt x="174309" y="175827"/>
                      <a:pt x="179464" y="175827"/>
                    </a:cubicBezTo>
                    <a:lnTo>
                      <a:pt x="288703" y="175827"/>
                    </a:lnTo>
                    <a:cubicBezTo>
                      <a:pt x="288875" y="176081"/>
                      <a:pt x="289058" y="176301"/>
                      <a:pt x="289230" y="176551"/>
                    </a:cubicBezTo>
                    <a:cubicBezTo>
                      <a:pt x="290544" y="178440"/>
                      <a:pt x="291923" y="180184"/>
                      <a:pt x="293361" y="181793"/>
                    </a:cubicBezTo>
                    <a:cubicBezTo>
                      <a:pt x="293891" y="182387"/>
                      <a:pt x="294425" y="182977"/>
                      <a:pt x="294974" y="183530"/>
                    </a:cubicBezTo>
                    <a:cubicBezTo>
                      <a:pt x="295609" y="184172"/>
                      <a:pt x="296255" y="184784"/>
                      <a:pt x="296916" y="185367"/>
                    </a:cubicBezTo>
                    <a:cubicBezTo>
                      <a:pt x="297652" y="186016"/>
                      <a:pt x="298406" y="186606"/>
                      <a:pt x="299165" y="187181"/>
                    </a:cubicBezTo>
                    <a:cubicBezTo>
                      <a:pt x="299702" y="187584"/>
                      <a:pt x="300225" y="188025"/>
                      <a:pt x="300778" y="188391"/>
                    </a:cubicBezTo>
                    <a:cubicBezTo>
                      <a:pt x="302067" y="189250"/>
                      <a:pt x="303400" y="189974"/>
                      <a:pt x="304767" y="190609"/>
                    </a:cubicBezTo>
                    <a:cubicBezTo>
                      <a:pt x="305238" y="190825"/>
                      <a:pt x="305727" y="190993"/>
                      <a:pt x="306209" y="191184"/>
                    </a:cubicBezTo>
                    <a:cubicBezTo>
                      <a:pt x="307288" y="191609"/>
                      <a:pt x="308390" y="191968"/>
                      <a:pt x="309514" y="192252"/>
                    </a:cubicBezTo>
                    <a:cubicBezTo>
                      <a:pt x="309996" y="192371"/>
                      <a:pt x="310470" y="192494"/>
                      <a:pt x="310959" y="192588"/>
                    </a:cubicBezTo>
                    <a:cubicBezTo>
                      <a:pt x="312543" y="192890"/>
                      <a:pt x="314160" y="193096"/>
                      <a:pt x="315834" y="193096"/>
                    </a:cubicBezTo>
                    <a:lnTo>
                      <a:pt x="368108" y="193096"/>
                    </a:lnTo>
                    <a:cubicBezTo>
                      <a:pt x="398118" y="193096"/>
                      <a:pt x="414316" y="143354"/>
                      <a:pt x="414316" y="96548"/>
                    </a:cubicBezTo>
                    <a:cubicBezTo>
                      <a:pt x="414316" y="49741"/>
                      <a:pt x="398118" y="0"/>
                      <a:pt x="368108" y="0"/>
                    </a:cubicBezTo>
                    <a:close/>
                    <a:moveTo>
                      <a:pt x="340563" y="96548"/>
                    </a:moveTo>
                    <a:cubicBezTo>
                      <a:pt x="340563" y="49002"/>
                      <a:pt x="356877" y="18658"/>
                      <a:pt x="368108" y="18654"/>
                    </a:cubicBezTo>
                    <a:cubicBezTo>
                      <a:pt x="379342" y="18658"/>
                      <a:pt x="395653" y="49002"/>
                      <a:pt x="395653" y="96548"/>
                    </a:cubicBezTo>
                    <a:cubicBezTo>
                      <a:pt x="395653" y="144097"/>
                      <a:pt x="379342" y="174438"/>
                      <a:pt x="368108" y="174442"/>
                    </a:cubicBezTo>
                    <a:cubicBezTo>
                      <a:pt x="356877" y="174438"/>
                      <a:pt x="340563" y="144094"/>
                      <a:pt x="340563" y="96548"/>
                    </a:cubicBezTo>
                    <a:close/>
                    <a:moveTo>
                      <a:pt x="288292" y="96548"/>
                    </a:moveTo>
                    <a:cubicBezTo>
                      <a:pt x="288292" y="48998"/>
                      <a:pt x="304603" y="18654"/>
                      <a:pt x="315837" y="18654"/>
                    </a:cubicBezTo>
                    <a:lnTo>
                      <a:pt x="340040" y="18654"/>
                    </a:lnTo>
                    <a:cubicBezTo>
                      <a:pt x="338650" y="20838"/>
                      <a:pt x="337358" y="23209"/>
                      <a:pt x="336126" y="25688"/>
                    </a:cubicBezTo>
                    <a:cubicBezTo>
                      <a:pt x="335872" y="26200"/>
                      <a:pt x="335633" y="26734"/>
                      <a:pt x="335386" y="27256"/>
                    </a:cubicBezTo>
                    <a:cubicBezTo>
                      <a:pt x="334411" y="29306"/>
                      <a:pt x="333489" y="31431"/>
                      <a:pt x="332622" y="33645"/>
                    </a:cubicBezTo>
                    <a:cubicBezTo>
                      <a:pt x="332368" y="34287"/>
                      <a:pt x="332118" y="34929"/>
                      <a:pt x="331871" y="35583"/>
                    </a:cubicBezTo>
                    <a:cubicBezTo>
                      <a:pt x="331001" y="37928"/>
                      <a:pt x="330187" y="40343"/>
                      <a:pt x="329425" y="42834"/>
                    </a:cubicBezTo>
                    <a:cubicBezTo>
                      <a:pt x="329276" y="43323"/>
                      <a:pt x="329115" y="43790"/>
                      <a:pt x="328969" y="44282"/>
                    </a:cubicBezTo>
                    <a:cubicBezTo>
                      <a:pt x="327199" y="50316"/>
                      <a:pt x="325765" y="56708"/>
                      <a:pt x="324655" y="63317"/>
                    </a:cubicBezTo>
                    <a:cubicBezTo>
                      <a:pt x="324517" y="64139"/>
                      <a:pt x="324401" y="64971"/>
                      <a:pt x="324275" y="65800"/>
                    </a:cubicBezTo>
                    <a:cubicBezTo>
                      <a:pt x="323897" y="68257"/>
                      <a:pt x="323561" y="70725"/>
                      <a:pt x="323274" y="73223"/>
                    </a:cubicBezTo>
                    <a:cubicBezTo>
                      <a:pt x="323158" y="74238"/>
                      <a:pt x="323046" y="75247"/>
                      <a:pt x="322945" y="76266"/>
                    </a:cubicBezTo>
                    <a:cubicBezTo>
                      <a:pt x="322698" y="78741"/>
                      <a:pt x="322504" y="81224"/>
                      <a:pt x="322347" y="83719"/>
                    </a:cubicBezTo>
                    <a:cubicBezTo>
                      <a:pt x="322291" y="84626"/>
                      <a:pt x="322220" y="85526"/>
                      <a:pt x="322175" y="86433"/>
                    </a:cubicBezTo>
                    <a:cubicBezTo>
                      <a:pt x="322007" y="89808"/>
                      <a:pt x="321899" y="93184"/>
                      <a:pt x="321899" y="96548"/>
                    </a:cubicBezTo>
                    <a:cubicBezTo>
                      <a:pt x="321899" y="99912"/>
                      <a:pt x="322007" y="103287"/>
                      <a:pt x="322175" y="106662"/>
                    </a:cubicBezTo>
                    <a:cubicBezTo>
                      <a:pt x="322220" y="107570"/>
                      <a:pt x="322291" y="108470"/>
                      <a:pt x="322347" y="109377"/>
                    </a:cubicBezTo>
                    <a:cubicBezTo>
                      <a:pt x="322504" y="111871"/>
                      <a:pt x="322698" y="114350"/>
                      <a:pt x="322945" y="116826"/>
                    </a:cubicBezTo>
                    <a:cubicBezTo>
                      <a:pt x="323046" y="117849"/>
                      <a:pt x="323158" y="118861"/>
                      <a:pt x="323274" y="119876"/>
                    </a:cubicBezTo>
                    <a:cubicBezTo>
                      <a:pt x="323561" y="122367"/>
                      <a:pt x="323897" y="124831"/>
                      <a:pt x="324275" y="127280"/>
                    </a:cubicBezTo>
                    <a:cubicBezTo>
                      <a:pt x="324401" y="128117"/>
                      <a:pt x="324517" y="128957"/>
                      <a:pt x="324655" y="129786"/>
                    </a:cubicBezTo>
                    <a:cubicBezTo>
                      <a:pt x="325765" y="136391"/>
                      <a:pt x="327199" y="142776"/>
                      <a:pt x="328969" y="148806"/>
                    </a:cubicBezTo>
                    <a:cubicBezTo>
                      <a:pt x="329115" y="149306"/>
                      <a:pt x="329283" y="149784"/>
                      <a:pt x="329433" y="150284"/>
                    </a:cubicBezTo>
                    <a:cubicBezTo>
                      <a:pt x="330191" y="152760"/>
                      <a:pt x="331001" y="155164"/>
                      <a:pt x="331868" y="157498"/>
                    </a:cubicBezTo>
                    <a:cubicBezTo>
                      <a:pt x="332114" y="158162"/>
                      <a:pt x="332368" y="158812"/>
                      <a:pt x="332626" y="159466"/>
                    </a:cubicBezTo>
                    <a:cubicBezTo>
                      <a:pt x="333492" y="161665"/>
                      <a:pt x="334411" y="163782"/>
                      <a:pt x="335379" y="165824"/>
                    </a:cubicBezTo>
                    <a:cubicBezTo>
                      <a:pt x="335629" y="166354"/>
                      <a:pt x="335872" y="166896"/>
                      <a:pt x="336129" y="167415"/>
                    </a:cubicBezTo>
                    <a:cubicBezTo>
                      <a:pt x="337362" y="169890"/>
                      <a:pt x="338654" y="172257"/>
                      <a:pt x="340040" y="174442"/>
                    </a:cubicBezTo>
                    <a:lnTo>
                      <a:pt x="315837" y="174442"/>
                    </a:lnTo>
                    <a:cubicBezTo>
                      <a:pt x="304603" y="174442"/>
                      <a:pt x="288292" y="144101"/>
                      <a:pt x="288292" y="96548"/>
                    </a:cubicBezTo>
                    <a:close/>
                    <a:moveTo>
                      <a:pt x="4381" y="109586"/>
                    </a:moveTo>
                    <a:cubicBezTo>
                      <a:pt x="4381" y="104437"/>
                      <a:pt x="8557" y="100259"/>
                      <a:pt x="13711" y="100259"/>
                    </a:cubicBezTo>
                    <a:lnTo>
                      <a:pt x="85709" y="100259"/>
                    </a:lnTo>
                    <a:cubicBezTo>
                      <a:pt x="90864" y="100259"/>
                      <a:pt x="95039" y="104437"/>
                      <a:pt x="95039" y="109586"/>
                    </a:cubicBezTo>
                    <a:cubicBezTo>
                      <a:pt x="95039" y="112162"/>
                      <a:pt x="93997" y="114496"/>
                      <a:pt x="92305" y="116184"/>
                    </a:cubicBezTo>
                    <a:cubicBezTo>
                      <a:pt x="90617" y="117871"/>
                      <a:pt x="88286" y="118917"/>
                      <a:pt x="85706" y="118917"/>
                    </a:cubicBezTo>
                    <a:lnTo>
                      <a:pt x="13715" y="118917"/>
                    </a:lnTo>
                    <a:cubicBezTo>
                      <a:pt x="11138" y="118917"/>
                      <a:pt x="8803" y="117871"/>
                      <a:pt x="7115" y="116184"/>
                    </a:cubicBezTo>
                    <a:cubicBezTo>
                      <a:pt x="5427" y="114496"/>
                      <a:pt x="4381" y="112162"/>
                      <a:pt x="4381" y="109586"/>
                    </a:cubicBezTo>
                    <a:close/>
                    <a:moveTo>
                      <a:pt x="177518" y="147626"/>
                    </a:moveTo>
                    <a:lnTo>
                      <a:pt x="156217" y="171257"/>
                    </a:lnTo>
                    <a:cubicBezTo>
                      <a:pt x="154372" y="173299"/>
                      <a:pt x="151836" y="174337"/>
                      <a:pt x="149285" y="174337"/>
                    </a:cubicBezTo>
                    <a:cubicBezTo>
                      <a:pt x="147056" y="174337"/>
                      <a:pt x="144826" y="173546"/>
                      <a:pt x="143041" y="171940"/>
                    </a:cubicBezTo>
                    <a:cubicBezTo>
                      <a:pt x="143037" y="171940"/>
                      <a:pt x="143037" y="171940"/>
                      <a:pt x="143037" y="171936"/>
                    </a:cubicBezTo>
                    <a:cubicBezTo>
                      <a:pt x="143037" y="171936"/>
                      <a:pt x="143037" y="171936"/>
                      <a:pt x="143037" y="171936"/>
                    </a:cubicBezTo>
                    <a:cubicBezTo>
                      <a:pt x="139209" y="168490"/>
                      <a:pt x="138902" y="162587"/>
                      <a:pt x="142350" y="158763"/>
                    </a:cubicBezTo>
                    <a:lnTo>
                      <a:pt x="149610" y="150706"/>
                    </a:lnTo>
                    <a:lnTo>
                      <a:pt x="32401" y="150706"/>
                    </a:lnTo>
                    <a:cubicBezTo>
                      <a:pt x="29820" y="150706"/>
                      <a:pt x="27489" y="149661"/>
                      <a:pt x="25801" y="147973"/>
                    </a:cubicBezTo>
                    <a:cubicBezTo>
                      <a:pt x="24113" y="146285"/>
                      <a:pt x="23067" y="143952"/>
                      <a:pt x="23067" y="141375"/>
                    </a:cubicBezTo>
                    <a:cubicBezTo>
                      <a:pt x="23067" y="136223"/>
                      <a:pt x="27243" y="132048"/>
                      <a:pt x="32397" y="132048"/>
                    </a:cubicBezTo>
                    <a:lnTo>
                      <a:pt x="149614" y="132048"/>
                    </a:lnTo>
                    <a:lnTo>
                      <a:pt x="142350" y="123991"/>
                    </a:lnTo>
                    <a:cubicBezTo>
                      <a:pt x="138902" y="120164"/>
                      <a:pt x="139209" y="114261"/>
                      <a:pt x="143037" y="110814"/>
                    </a:cubicBezTo>
                    <a:cubicBezTo>
                      <a:pt x="144957" y="109082"/>
                      <a:pt x="147399" y="108305"/>
                      <a:pt x="149797" y="108440"/>
                    </a:cubicBezTo>
                    <a:cubicBezTo>
                      <a:pt x="151818" y="108552"/>
                      <a:pt x="153726" y="109448"/>
                      <a:pt x="155336" y="110848"/>
                    </a:cubicBezTo>
                    <a:cubicBezTo>
                      <a:pt x="155616" y="111094"/>
                      <a:pt x="155960" y="111218"/>
                      <a:pt x="156214" y="111502"/>
                    </a:cubicBezTo>
                    <a:lnTo>
                      <a:pt x="156217" y="111502"/>
                    </a:lnTo>
                    <a:lnTo>
                      <a:pt x="156217" y="111505"/>
                    </a:lnTo>
                    <a:lnTo>
                      <a:pt x="177518" y="135136"/>
                    </a:lnTo>
                    <a:cubicBezTo>
                      <a:pt x="177929" y="135596"/>
                      <a:pt x="178142" y="136148"/>
                      <a:pt x="178448" y="136660"/>
                    </a:cubicBezTo>
                    <a:cubicBezTo>
                      <a:pt x="178448" y="136663"/>
                      <a:pt x="178451" y="136671"/>
                      <a:pt x="178455" y="136671"/>
                    </a:cubicBezTo>
                    <a:cubicBezTo>
                      <a:pt x="178706" y="137093"/>
                      <a:pt x="179027" y="137451"/>
                      <a:pt x="179210" y="137910"/>
                    </a:cubicBezTo>
                    <a:cubicBezTo>
                      <a:pt x="179213" y="137914"/>
                      <a:pt x="179213" y="137918"/>
                      <a:pt x="179217" y="137918"/>
                    </a:cubicBezTo>
                    <a:cubicBezTo>
                      <a:pt x="179217" y="137922"/>
                      <a:pt x="179217" y="137922"/>
                      <a:pt x="179217" y="137925"/>
                    </a:cubicBezTo>
                    <a:cubicBezTo>
                      <a:pt x="180102" y="140143"/>
                      <a:pt x="180106" y="142604"/>
                      <a:pt x="179221" y="144822"/>
                    </a:cubicBezTo>
                    <a:cubicBezTo>
                      <a:pt x="179217" y="144829"/>
                      <a:pt x="179217" y="144833"/>
                      <a:pt x="179217" y="144840"/>
                    </a:cubicBezTo>
                    <a:cubicBezTo>
                      <a:pt x="179213" y="144844"/>
                      <a:pt x="179210" y="144848"/>
                      <a:pt x="179210" y="144852"/>
                    </a:cubicBezTo>
                    <a:cubicBezTo>
                      <a:pt x="179038" y="145277"/>
                      <a:pt x="178735" y="145609"/>
                      <a:pt x="178508" y="146001"/>
                    </a:cubicBezTo>
                    <a:cubicBezTo>
                      <a:pt x="178485" y="146035"/>
                      <a:pt x="178466" y="146065"/>
                      <a:pt x="178448" y="146099"/>
                    </a:cubicBezTo>
                    <a:cubicBezTo>
                      <a:pt x="178138" y="146610"/>
                      <a:pt x="177929" y="147166"/>
                      <a:pt x="177518" y="147626"/>
                    </a:cubicBezTo>
                    <a:close/>
                    <a:moveTo>
                      <a:pt x="125852" y="100259"/>
                    </a:moveTo>
                    <a:cubicBezTo>
                      <a:pt x="125935" y="103437"/>
                      <a:pt x="126170" y="106640"/>
                      <a:pt x="126480" y="109885"/>
                    </a:cubicBezTo>
                    <a:cubicBezTo>
                      <a:pt x="126659" y="111767"/>
                      <a:pt x="126835" y="113648"/>
                      <a:pt x="127089" y="115545"/>
                    </a:cubicBezTo>
                    <a:cubicBezTo>
                      <a:pt x="127765" y="120653"/>
                      <a:pt x="124179" y="125346"/>
                      <a:pt x="119070" y="126022"/>
                    </a:cubicBezTo>
                    <a:cubicBezTo>
                      <a:pt x="118655" y="126074"/>
                      <a:pt x="118237" y="126104"/>
                      <a:pt x="117822" y="126104"/>
                    </a:cubicBezTo>
                    <a:cubicBezTo>
                      <a:pt x="115518" y="126104"/>
                      <a:pt x="113363" y="125249"/>
                      <a:pt x="111708" y="123804"/>
                    </a:cubicBezTo>
                    <a:cubicBezTo>
                      <a:pt x="111484" y="123610"/>
                      <a:pt x="111350" y="123326"/>
                      <a:pt x="111144" y="123106"/>
                    </a:cubicBezTo>
                    <a:cubicBezTo>
                      <a:pt x="110595" y="122527"/>
                      <a:pt x="110035" y="121956"/>
                      <a:pt x="109646" y="121243"/>
                    </a:cubicBezTo>
                    <a:cubicBezTo>
                      <a:pt x="109337" y="120679"/>
                      <a:pt x="109225" y="120007"/>
                      <a:pt x="109034" y="119372"/>
                    </a:cubicBezTo>
                    <a:cubicBezTo>
                      <a:pt x="108896" y="118909"/>
                      <a:pt x="108653" y="118502"/>
                      <a:pt x="108586" y="118006"/>
                    </a:cubicBezTo>
                    <a:cubicBezTo>
                      <a:pt x="108586" y="118002"/>
                      <a:pt x="108586" y="118002"/>
                      <a:pt x="108586" y="117998"/>
                    </a:cubicBezTo>
                    <a:cubicBezTo>
                      <a:pt x="108586" y="117994"/>
                      <a:pt x="108586" y="117991"/>
                      <a:pt x="108586" y="117991"/>
                    </a:cubicBezTo>
                    <a:cubicBezTo>
                      <a:pt x="108444" y="116927"/>
                      <a:pt x="108369" y="115911"/>
                      <a:pt x="108250" y="114866"/>
                    </a:cubicBezTo>
                    <a:cubicBezTo>
                      <a:pt x="107708" y="110105"/>
                      <a:pt x="107312" y="105371"/>
                      <a:pt x="107189" y="100763"/>
                    </a:cubicBezTo>
                    <a:cubicBezTo>
                      <a:pt x="107051" y="95614"/>
                      <a:pt x="111118" y="91328"/>
                      <a:pt x="116261" y="91190"/>
                    </a:cubicBezTo>
                    <a:cubicBezTo>
                      <a:pt x="116265" y="91190"/>
                      <a:pt x="116265" y="91190"/>
                      <a:pt x="116265" y="91190"/>
                    </a:cubicBezTo>
                    <a:cubicBezTo>
                      <a:pt x="116265" y="91190"/>
                      <a:pt x="116265" y="91190"/>
                      <a:pt x="116265" y="91190"/>
                    </a:cubicBezTo>
                    <a:cubicBezTo>
                      <a:pt x="121494" y="90936"/>
                      <a:pt x="125714" y="95106"/>
                      <a:pt x="125852" y="100259"/>
                    </a:cubicBezTo>
                    <a:close/>
                    <a:moveTo>
                      <a:pt x="16083" y="76886"/>
                    </a:moveTo>
                    <a:cubicBezTo>
                      <a:pt x="16083" y="71733"/>
                      <a:pt x="20258" y="67559"/>
                      <a:pt x="25413" y="67559"/>
                    </a:cubicBezTo>
                    <a:lnTo>
                      <a:pt x="191852" y="67559"/>
                    </a:lnTo>
                    <a:lnTo>
                      <a:pt x="184588" y="59498"/>
                    </a:lnTo>
                    <a:cubicBezTo>
                      <a:pt x="181141" y="55674"/>
                      <a:pt x="181443" y="49775"/>
                      <a:pt x="185272" y="46325"/>
                    </a:cubicBezTo>
                    <a:cubicBezTo>
                      <a:pt x="185839" y="45813"/>
                      <a:pt x="186519" y="45552"/>
                      <a:pt x="187161" y="45205"/>
                    </a:cubicBezTo>
                    <a:cubicBezTo>
                      <a:pt x="190859" y="43207"/>
                      <a:pt x="195505" y="43741"/>
                      <a:pt x="198452" y="47008"/>
                    </a:cubicBezTo>
                    <a:lnTo>
                      <a:pt x="209104" y="58826"/>
                    </a:lnTo>
                    <a:lnTo>
                      <a:pt x="219756" y="70639"/>
                    </a:lnTo>
                    <a:cubicBezTo>
                      <a:pt x="220171" y="71098"/>
                      <a:pt x="220380" y="71655"/>
                      <a:pt x="220686" y="72166"/>
                    </a:cubicBezTo>
                    <a:cubicBezTo>
                      <a:pt x="220697" y="72185"/>
                      <a:pt x="220709" y="72200"/>
                      <a:pt x="220716" y="72215"/>
                    </a:cubicBezTo>
                    <a:cubicBezTo>
                      <a:pt x="220959" y="72622"/>
                      <a:pt x="221273" y="72969"/>
                      <a:pt x="221448" y="73413"/>
                    </a:cubicBezTo>
                    <a:cubicBezTo>
                      <a:pt x="221452" y="73417"/>
                      <a:pt x="221456" y="73421"/>
                      <a:pt x="221456" y="73425"/>
                    </a:cubicBezTo>
                    <a:cubicBezTo>
                      <a:pt x="221459" y="73428"/>
                      <a:pt x="221456" y="73432"/>
                      <a:pt x="221459" y="73436"/>
                    </a:cubicBezTo>
                    <a:cubicBezTo>
                      <a:pt x="222344" y="75654"/>
                      <a:pt x="222344" y="78114"/>
                      <a:pt x="221459" y="80332"/>
                    </a:cubicBezTo>
                    <a:cubicBezTo>
                      <a:pt x="221456" y="80336"/>
                      <a:pt x="221459" y="80339"/>
                      <a:pt x="221456" y="80343"/>
                    </a:cubicBezTo>
                    <a:cubicBezTo>
                      <a:pt x="221456" y="80347"/>
                      <a:pt x="221452" y="80351"/>
                      <a:pt x="221448" y="80354"/>
                    </a:cubicBezTo>
                    <a:cubicBezTo>
                      <a:pt x="221273" y="80795"/>
                      <a:pt x="220963" y="81142"/>
                      <a:pt x="220724" y="81545"/>
                    </a:cubicBezTo>
                    <a:cubicBezTo>
                      <a:pt x="220712" y="81564"/>
                      <a:pt x="220697" y="81587"/>
                      <a:pt x="220686" y="81605"/>
                    </a:cubicBezTo>
                    <a:cubicBezTo>
                      <a:pt x="220380" y="82117"/>
                      <a:pt x="220171" y="82669"/>
                      <a:pt x="219756" y="83129"/>
                    </a:cubicBezTo>
                    <a:lnTo>
                      <a:pt x="200368" y="104635"/>
                    </a:lnTo>
                    <a:lnTo>
                      <a:pt x="198452" y="106756"/>
                    </a:lnTo>
                    <a:lnTo>
                      <a:pt x="198452" y="106756"/>
                    </a:lnTo>
                    <a:lnTo>
                      <a:pt x="198452" y="106760"/>
                    </a:lnTo>
                    <a:cubicBezTo>
                      <a:pt x="198232" y="107002"/>
                      <a:pt x="197925" y="107096"/>
                      <a:pt x="197686" y="107308"/>
                    </a:cubicBezTo>
                    <a:cubicBezTo>
                      <a:pt x="196924" y="107999"/>
                      <a:pt x="196148" y="108675"/>
                      <a:pt x="195247" y="109067"/>
                    </a:cubicBezTo>
                    <a:cubicBezTo>
                      <a:pt x="195236" y="109071"/>
                      <a:pt x="195229" y="109071"/>
                      <a:pt x="195218" y="109075"/>
                    </a:cubicBezTo>
                    <a:cubicBezTo>
                      <a:pt x="194045" y="109579"/>
                      <a:pt x="192786" y="109844"/>
                      <a:pt x="191524" y="109847"/>
                    </a:cubicBezTo>
                    <a:cubicBezTo>
                      <a:pt x="190407" y="109847"/>
                      <a:pt x="189290" y="109646"/>
                      <a:pt x="188230" y="109246"/>
                    </a:cubicBezTo>
                    <a:cubicBezTo>
                      <a:pt x="187169" y="108847"/>
                      <a:pt x="186164" y="108249"/>
                      <a:pt x="185272" y="107447"/>
                    </a:cubicBezTo>
                    <a:cubicBezTo>
                      <a:pt x="181443" y="103997"/>
                      <a:pt x="181141" y="98097"/>
                      <a:pt x="184588" y="94270"/>
                    </a:cubicBezTo>
                    <a:lnTo>
                      <a:pt x="191852" y="86213"/>
                    </a:lnTo>
                    <a:lnTo>
                      <a:pt x="25413" y="86213"/>
                    </a:lnTo>
                    <a:cubicBezTo>
                      <a:pt x="20258" y="86213"/>
                      <a:pt x="16083" y="82035"/>
                      <a:pt x="16083" y="76886"/>
                    </a:cubicBezTo>
                    <a:close/>
                    <a:moveTo>
                      <a:pt x="134092" y="175543"/>
                    </a:moveTo>
                    <a:cubicBezTo>
                      <a:pt x="134092" y="180696"/>
                      <a:pt x="129916" y="184870"/>
                      <a:pt x="124762" y="184870"/>
                    </a:cubicBezTo>
                    <a:lnTo>
                      <a:pt x="9334" y="184870"/>
                    </a:lnTo>
                    <a:cubicBezTo>
                      <a:pt x="6756" y="184870"/>
                      <a:pt x="4422" y="183825"/>
                      <a:pt x="2734" y="182137"/>
                    </a:cubicBezTo>
                    <a:cubicBezTo>
                      <a:pt x="1046" y="180449"/>
                      <a:pt x="0" y="178116"/>
                      <a:pt x="0" y="175539"/>
                    </a:cubicBezTo>
                    <a:cubicBezTo>
                      <a:pt x="0" y="170387"/>
                      <a:pt x="4176" y="166212"/>
                      <a:pt x="9330" y="166212"/>
                    </a:cubicBezTo>
                    <a:lnTo>
                      <a:pt x="124758" y="166212"/>
                    </a:lnTo>
                    <a:cubicBezTo>
                      <a:pt x="127335" y="166212"/>
                      <a:pt x="129670" y="167258"/>
                      <a:pt x="131358" y="168945"/>
                    </a:cubicBezTo>
                    <a:cubicBezTo>
                      <a:pt x="133046" y="170633"/>
                      <a:pt x="134092" y="172967"/>
                      <a:pt x="134092" y="17554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40" name="Google Shape;2240;p90"/>
              <p:cNvGrpSpPr/>
              <p:nvPr/>
            </p:nvGrpSpPr>
            <p:grpSpPr>
              <a:xfrm>
                <a:off x="3816296" y="2754731"/>
                <a:ext cx="797139" cy="96391"/>
                <a:chOff x="3816296" y="2754731"/>
                <a:chExt cx="797139" cy="96391"/>
              </a:xfrm>
            </p:grpSpPr>
            <p:sp>
              <p:nvSpPr>
                <p:cNvPr id="2241" name="Google Shape;2241;p90"/>
                <p:cNvSpPr/>
                <p:nvPr/>
              </p:nvSpPr>
              <p:spPr>
                <a:xfrm>
                  <a:off x="3816296" y="2756665"/>
                  <a:ext cx="67135" cy="75586"/>
                </a:xfrm>
                <a:custGeom>
                  <a:rect b="b" l="l" r="r" t="t"/>
                  <a:pathLst>
                    <a:path extrusionOk="0" h="75586" w="67135">
                      <a:moveTo>
                        <a:pt x="67135" y="37793"/>
                      </a:moveTo>
                      <a:cubicBezTo>
                        <a:pt x="67135" y="43334"/>
                        <a:pt x="66213" y="48423"/>
                        <a:pt x="64368" y="53057"/>
                      </a:cubicBezTo>
                      <a:cubicBezTo>
                        <a:pt x="62519" y="57690"/>
                        <a:pt x="59923" y="61682"/>
                        <a:pt x="56577" y="65027"/>
                      </a:cubicBezTo>
                      <a:cubicBezTo>
                        <a:pt x="53230" y="68373"/>
                        <a:pt x="49204" y="70971"/>
                        <a:pt x="44498" y="72816"/>
                      </a:cubicBezTo>
                      <a:cubicBezTo>
                        <a:pt x="39792" y="74664"/>
                        <a:pt x="34582" y="75586"/>
                        <a:pt x="28864" y="75586"/>
                      </a:cubicBezTo>
                      <a:lnTo>
                        <a:pt x="0" y="75586"/>
                      </a:lnTo>
                      <a:lnTo>
                        <a:pt x="0" y="0"/>
                      </a:lnTo>
                      <a:lnTo>
                        <a:pt x="28864" y="0"/>
                      </a:lnTo>
                      <a:cubicBezTo>
                        <a:pt x="34582" y="0"/>
                        <a:pt x="39792" y="933"/>
                        <a:pt x="44498" y="2797"/>
                      </a:cubicBezTo>
                      <a:cubicBezTo>
                        <a:pt x="49204" y="4663"/>
                        <a:pt x="53230" y="7258"/>
                        <a:pt x="56577" y="10585"/>
                      </a:cubicBezTo>
                      <a:cubicBezTo>
                        <a:pt x="59923" y="13912"/>
                        <a:pt x="62519" y="17896"/>
                        <a:pt x="64368" y="22530"/>
                      </a:cubicBezTo>
                      <a:cubicBezTo>
                        <a:pt x="66213" y="27163"/>
                        <a:pt x="67135" y="32249"/>
                        <a:pt x="67135" y="37793"/>
                      </a:cubicBezTo>
                      <a:close/>
                      <a:moveTo>
                        <a:pt x="52760" y="37793"/>
                      </a:moveTo>
                      <a:cubicBezTo>
                        <a:pt x="52760" y="33645"/>
                        <a:pt x="52200" y="29926"/>
                        <a:pt x="51083" y="26633"/>
                      </a:cubicBezTo>
                      <a:cubicBezTo>
                        <a:pt x="49970" y="23340"/>
                        <a:pt x="48386" y="20554"/>
                        <a:pt x="46328" y="18269"/>
                      </a:cubicBezTo>
                      <a:cubicBezTo>
                        <a:pt x="44270" y="15988"/>
                        <a:pt x="41768" y="14233"/>
                        <a:pt x="38825" y="13016"/>
                      </a:cubicBezTo>
                      <a:cubicBezTo>
                        <a:pt x="35878" y="11795"/>
                        <a:pt x="32557" y="11186"/>
                        <a:pt x="28864" y="11186"/>
                      </a:cubicBezTo>
                      <a:lnTo>
                        <a:pt x="14170" y="11186"/>
                      </a:lnTo>
                      <a:lnTo>
                        <a:pt x="14170" y="64400"/>
                      </a:lnTo>
                      <a:lnTo>
                        <a:pt x="28864" y="64400"/>
                      </a:lnTo>
                      <a:cubicBezTo>
                        <a:pt x="32557" y="64400"/>
                        <a:pt x="35878" y="63791"/>
                        <a:pt x="38825" y="62570"/>
                      </a:cubicBezTo>
                      <a:cubicBezTo>
                        <a:pt x="41768" y="61350"/>
                        <a:pt x="44270" y="59602"/>
                        <a:pt x="46328" y="57317"/>
                      </a:cubicBezTo>
                      <a:cubicBezTo>
                        <a:pt x="48386" y="55036"/>
                        <a:pt x="49970" y="52247"/>
                        <a:pt x="51083" y="48953"/>
                      </a:cubicBezTo>
                      <a:cubicBezTo>
                        <a:pt x="52200" y="45660"/>
                        <a:pt x="52760" y="41941"/>
                        <a:pt x="52760" y="3779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2" name="Google Shape;2242;p90"/>
                <p:cNvSpPr/>
                <p:nvPr/>
              </p:nvSpPr>
              <p:spPr>
                <a:xfrm>
                  <a:off x="3891065" y="2777627"/>
                  <a:ext cx="44707" cy="55461"/>
                </a:xfrm>
                <a:custGeom>
                  <a:rect b="b" l="l" r="r" t="t"/>
                  <a:pathLst>
                    <a:path extrusionOk="0" h="55461" w="44707">
                      <a:moveTo>
                        <a:pt x="44707" y="54625"/>
                      </a:moveTo>
                      <a:lnTo>
                        <a:pt x="38903" y="54625"/>
                      </a:lnTo>
                      <a:cubicBezTo>
                        <a:pt x="37685" y="54625"/>
                        <a:pt x="36726" y="54442"/>
                        <a:pt x="36031" y="54073"/>
                      </a:cubicBezTo>
                      <a:cubicBezTo>
                        <a:pt x="35329" y="53710"/>
                        <a:pt x="34810" y="52971"/>
                        <a:pt x="34462" y="51855"/>
                      </a:cubicBezTo>
                      <a:lnTo>
                        <a:pt x="33308" y="48039"/>
                      </a:lnTo>
                      <a:cubicBezTo>
                        <a:pt x="31952" y="49256"/>
                        <a:pt x="30619" y="50331"/>
                        <a:pt x="29312" y="51253"/>
                      </a:cubicBezTo>
                      <a:cubicBezTo>
                        <a:pt x="28001" y="52179"/>
                        <a:pt x="26652" y="52952"/>
                        <a:pt x="25259" y="53580"/>
                      </a:cubicBezTo>
                      <a:cubicBezTo>
                        <a:pt x="23863" y="54207"/>
                        <a:pt x="22380" y="54677"/>
                        <a:pt x="20815" y="54991"/>
                      </a:cubicBezTo>
                      <a:cubicBezTo>
                        <a:pt x="19246" y="55305"/>
                        <a:pt x="17502" y="55461"/>
                        <a:pt x="15582" y="55461"/>
                      </a:cubicBezTo>
                      <a:cubicBezTo>
                        <a:pt x="13319" y="55461"/>
                        <a:pt x="11227" y="55155"/>
                        <a:pt x="9307" y="54543"/>
                      </a:cubicBezTo>
                      <a:cubicBezTo>
                        <a:pt x="7391" y="53931"/>
                        <a:pt x="5744" y="53012"/>
                        <a:pt x="4366" y="51791"/>
                      </a:cubicBezTo>
                      <a:cubicBezTo>
                        <a:pt x="2992" y="50566"/>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2"/>
                        <a:pt x="12673" y="26614"/>
                        <a:pt x="16785" y="25569"/>
                      </a:cubicBezTo>
                      <a:cubicBezTo>
                        <a:pt x="20901" y="24516"/>
                        <a:pt x="26006" y="23993"/>
                        <a:pt x="32109" y="23993"/>
                      </a:cubicBezTo>
                      <a:lnTo>
                        <a:pt x="32109" y="20831"/>
                      </a:lnTo>
                      <a:cubicBezTo>
                        <a:pt x="32109" y="17216"/>
                        <a:pt x="31351" y="14539"/>
                        <a:pt x="29835" y="12799"/>
                      </a:cubicBezTo>
                      <a:cubicBezTo>
                        <a:pt x="28315" y="11063"/>
                        <a:pt x="26111" y="10193"/>
                        <a:pt x="23216" y="10193"/>
                      </a:cubicBezTo>
                      <a:cubicBezTo>
                        <a:pt x="21129" y="10193"/>
                        <a:pt x="19384" y="10436"/>
                        <a:pt x="17991" y="10925"/>
                      </a:cubicBezTo>
                      <a:cubicBezTo>
                        <a:pt x="16594" y="11414"/>
                        <a:pt x="15381" y="11963"/>
                        <a:pt x="14353" y="12572"/>
                      </a:cubicBezTo>
                      <a:cubicBezTo>
                        <a:pt x="13326" y="13180"/>
                        <a:pt x="12378" y="13733"/>
                        <a:pt x="11504" y="14218"/>
                      </a:cubicBezTo>
                      <a:cubicBezTo>
                        <a:pt x="10633" y="14704"/>
                        <a:pt x="9673" y="14950"/>
                        <a:pt x="8631" y="14950"/>
                      </a:cubicBezTo>
                      <a:cubicBezTo>
                        <a:pt x="7757" y="14950"/>
                        <a:pt x="7007" y="14722"/>
                        <a:pt x="6379" y="14271"/>
                      </a:cubicBezTo>
                      <a:cubicBezTo>
                        <a:pt x="5752" y="13819"/>
                        <a:pt x="5251" y="13262"/>
                        <a:pt x="4863" y="12598"/>
                      </a:cubicBezTo>
                      <a:lnTo>
                        <a:pt x="2510" y="8468"/>
                      </a:lnTo>
                      <a:cubicBezTo>
                        <a:pt x="8680" y="2823"/>
                        <a:pt x="16124" y="0"/>
                        <a:pt x="24841" y="0"/>
                      </a:cubicBezTo>
                      <a:cubicBezTo>
                        <a:pt x="27978" y="0"/>
                        <a:pt x="30776" y="515"/>
                        <a:pt x="33233" y="1542"/>
                      </a:cubicBezTo>
                      <a:cubicBezTo>
                        <a:pt x="35691" y="2569"/>
                        <a:pt x="37775" y="3999"/>
                        <a:pt x="39482" y="5828"/>
                      </a:cubicBezTo>
                      <a:cubicBezTo>
                        <a:pt x="41189" y="7658"/>
                        <a:pt x="42485" y="9846"/>
                        <a:pt x="43377" y="12389"/>
                      </a:cubicBezTo>
                      <a:cubicBezTo>
                        <a:pt x="44266" y="14931"/>
                        <a:pt x="44707" y="17720"/>
                        <a:pt x="44707" y="20752"/>
                      </a:cubicBezTo>
                      <a:lnTo>
                        <a:pt x="44707" y="54625"/>
                      </a:lnTo>
                      <a:close/>
                      <a:moveTo>
                        <a:pt x="19608" y="46575"/>
                      </a:moveTo>
                      <a:cubicBezTo>
                        <a:pt x="20934" y="46575"/>
                        <a:pt x="22156" y="46452"/>
                        <a:pt x="23272" y="46213"/>
                      </a:cubicBezTo>
                      <a:cubicBezTo>
                        <a:pt x="24385" y="45974"/>
                        <a:pt x="25442" y="45615"/>
                        <a:pt x="26432" y="45134"/>
                      </a:cubicBezTo>
                      <a:cubicBezTo>
                        <a:pt x="27426" y="44652"/>
                        <a:pt x="28386" y="44062"/>
                        <a:pt x="29312" y="43357"/>
                      </a:cubicBezTo>
                      <a:cubicBezTo>
                        <a:pt x="30234" y="42658"/>
                        <a:pt x="31164" y="41822"/>
                        <a:pt x="32109" y="40862"/>
                      </a:cubicBezTo>
                      <a:lnTo>
                        <a:pt x="32109" y="31886"/>
                      </a:lnTo>
                      <a:cubicBezTo>
                        <a:pt x="28341" y="31886"/>
                        <a:pt x="25196" y="32125"/>
                        <a:pt x="22671" y="32596"/>
                      </a:cubicBezTo>
                      <a:cubicBezTo>
                        <a:pt x="20143" y="33070"/>
                        <a:pt x="18111" y="33679"/>
                        <a:pt x="16579" y="34414"/>
                      </a:cubicBezTo>
                      <a:cubicBezTo>
                        <a:pt x="15044" y="35150"/>
                        <a:pt x="13954" y="36012"/>
                        <a:pt x="13311" y="36994"/>
                      </a:cubicBezTo>
                      <a:cubicBezTo>
                        <a:pt x="12665" y="37976"/>
                        <a:pt x="12344" y="39044"/>
                        <a:pt x="12344" y="40205"/>
                      </a:cubicBezTo>
                      <a:cubicBezTo>
                        <a:pt x="12344" y="42487"/>
                        <a:pt x="13013" y="44114"/>
                        <a:pt x="14353" y="45100"/>
                      </a:cubicBezTo>
                      <a:cubicBezTo>
                        <a:pt x="15694" y="46086"/>
                        <a:pt x="17450"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3" name="Google Shape;2243;p90"/>
                <p:cNvSpPr/>
                <p:nvPr/>
              </p:nvSpPr>
              <p:spPr>
                <a:xfrm>
                  <a:off x="3943619" y="2762206"/>
                  <a:ext cx="36550" cy="70881"/>
                </a:xfrm>
                <a:custGeom>
                  <a:rect b="b" l="l" r="r" t="t"/>
                  <a:pathLst>
                    <a:path extrusionOk="0" h="70881" w="36550">
                      <a:moveTo>
                        <a:pt x="22484" y="70882"/>
                      </a:moveTo>
                      <a:cubicBezTo>
                        <a:pt x="17846" y="70882"/>
                        <a:pt x="14275" y="69568"/>
                        <a:pt x="11765" y="66935"/>
                      </a:cubicBezTo>
                      <a:cubicBezTo>
                        <a:pt x="9255" y="64307"/>
                        <a:pt x="8000" y="60670"/>
                        <a:pt x="8000" y="56036"/>
                      </a:cubicBezTo>
                      <a:lnTo>
                        <a:pt x="8000" y="26080"/>
                      </a:lnTo>
                      <a:lnTo>
                        <a:pt x="2562" y="26080"/>
                      </a:lnTo>
                      <a:cubicBezTo>
                        <a:pt x="1864" y="26080"/>
                        <a:pt x="1259" y="25856"/>
                        <a:pt x="758" y="25404"/>
                      </a:cubicBezTo>
                      <a:cubicBezTo>
                        <a:pt x="250" y="24953"/>
                        <a:pt x="0" y="24273"/>
                        <a:pt x="0" y="23366"/>
                      </a:cubicBezTo>
                      <a:lnTo>
                        <a:pt x="0" y="18243"/>
                      </a:lnTo>
                      <a:lnTo>
                        <a:pt x="8628" y="16832"/>
                      </a:lnTo>
                      <a:lnTo>
                        <a:pt x="11347" y="2195"/>
                      </a:lnTo>
                      <a:cubicBezTo>
                        <a:pt x="11485" y="1501"/>
                        <a:pt x="11810" y="960"/>
                        <a:pt x="12310" y="571"/>
                      </a:cubicBezTo>
                      <a:cubicBezTo>
                        <a:pt x="12818" y="190"/>
                        <a:pt x="13453" y="0"/>
                        <a:pt x="14219" y="0"/>
                      </a:cubicBezTo>
                      <a:lnTo>
                        <a:pt x="20916" y="0"/>
                      </a:lnTo>
                      <a:lnTo>
                        <a:pt x="20916" y="16884"/>
                      </a:lnTo>
                      <a:lnTo>
                        <a:pt x="35030" y="16884"/>
                      </a:lnTo>
                      <a:lnTo>
                        <a:pt x="35030" y="26080"/>
                      </a:lnTo>
                      <a:lnTo>
                        <a:pt x="20916" y="26080"/>
                      </a:lnTo>
                      <a:lnTo>
                        <a:pt x="20916" y="55148"/>
                      </a:lnTo>
                      <a:cubicBezTo>
                        <a:pt x="20916" y="56820"/>
                        <a:pt x="21334" y="58127"/>
                        <a:pt x="22171" y="59064"/>
                      </a:cubicBezTo>
                      <a:cubicBezTo>
                        <a:pt x="23007" y="60005"/>
                        <a:pt x="24124" y="60480"/>
                        <a:pt x="25517" y="60480"/>
                      </a:cubicBezTo>
                      <a:cubicBezTo>
                        <a:pt x="26316" y="60480"/>
                        <a:pt x="26989" y="60382"/>
                        <a:pt x="27530" y="60192"/>
                      </a:cubicBezTo>
                      <a:cubicBezTo>
                        <a:pt x="28068" y="59998"/>
                        <a:pt x="28539" y="59800"/>
                        <a:pt x="28942" y="59591"/>
                      </a:cubicBezTo>
                      <a:cubicBezTo>
                        <a:pt x="29342" y="59378"/>
                        <a:pt x="29700" y="59184"/>
                        <a:pt x="30014" y="58990"/>
                      </a:cubicBezTo>
                      <a:cubicBezTo>
                        <a:pt x="30328" y="58799"/>
                        <a:pt x="30641" y="58702"/>
                        <a:pt x="30955" y="58702"/>
                      </a:cubicBezTo>
                      <a:cubicBezTo>
                        <a:pt x="31336" y="58702"/>
                        <a:pt x="31650" y="58799"/>
                        <a:pt x="31896" y="58990"/>
                      </a:cubicBezTo>
                      <a:cubicBezTo>
                        <a:pt x="32139" y="59184"/>
                        <a:pt x="32397" y="59468"/>
                        <a:pt x="32681" y="59849"/>
                      </a:cubicBezTo>
                      <a:lnTo>
                        <a:pt x="36550" y="66125"/>
                      </a:lnTo>
                      <a:cubicBezTo>
                        <a:pt x="34668" y="67693"/>
                        <a:pt x="32505" y="68877"/>
                        <a:pt x="30063" y="69680"/>
                      </a:cubicBezTo>
                      <a:cubicBezTo>
                        <a:pt x="27624" y="70478"/>
                        <a:pt x="25095" y="70882"/>
                        <a:pt x="22484" y="7088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4" name="Google Shape;2244;p90"/>
                <p:cNvSpPr/>
                <p:nvPr/>
              </p:nvSpPr>
              <p:spPr>
                <a:xfrm>
                  <a:off x="3986284" y="2777627"/>
                  <a:ext cx="44707" cy="55461"/>
                </a:xfrm>
                <a:custGeom>
                  <a:rect b="b" l="l" r="r" t="t"/>
                  <a:pathLst>
                    <a:path extrusionOk="0" h="55461" w="44707">
                      <a:moveTo>
                        <a:pt x="44707" y="54625"/>
                      </a:moveTo>
                      <a:lnTo>
                        <a:pt x="38903" y="54625"/>
                      </a:lnTo>
                      <a:cubicBezTo>
                        <a:pt x="37685" y="54625"/>
                        <a:pt x="36726" y="54442"/>
                        <a:pt x="36031" y="54073"/>
                      </a:cubicBezTo>
                      <a:cubicBezTo>
                        <a:pt x="35329" y="53710"/>
                        <a:pt x="34810" y="52971"/>
                        <a:pt x="34462" y="51855"/>
                      </a:cubicBezTo>
                      <a:lnTo>
                        <a:pt x="33308" y="48039"/>
                      </a:lnTo>
                      <a:cubicBezTo>
                        <a:pt x="31952" y="49256"/>
                        <a:pt x="30619" y="50331"/>
                        <a:pt x="29312" y="51253"/>
                      </a:cubicBezTo>
                      <a:cubicBezTo>
                        <a:pt x="28001" y="52179"/>
                        <a:pt x="26653" y="52952"/>
                        <a:pt x="25259" y="53580"/>
                      </a:cubicBezTo>
                      <a:cubicBezTo>
                        <a:pt x="23863" y="54207"/>
                        <a:pt x="22384" y="54677"/>
                        <a:pt x="20815" y="54991"/>
                      </a:cubicBezTo>
                      <a:cubicBezTo>
                        <a:pt x="19246" y="55305"/>
                        <a:pt x="17502" y="55461"/>
                        <a:pt x="15582" y="55461"/>
                      </a:cubicBezTo>
                      <a:cubicBezTo>
                        <a:pt x="13319" y="55461"/>
                        <a:pt x="11227" y="55155"/>
                        <a:pt x="9311" y="54543"/>
                      </a:cubicBezTo>
                      <a:cubicBezTo>
                        <a:pt x="7391" y="53931"/>
                        <a:pt x="5748" y="53012"/>
                        <a:pt x="4366" y="51791"/>
                      </a:cubicBezTo>
                      <a:cubicBezTo>
                        <a:pt x="2992" y="50566"/>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2"/>
                        <a:pt x="12673" y="26614"/>
                        <a:pt x="16789" y="25569"/>
                      </a:cubicBezTo>
                      <a:cubicBezTo>
                        <a:pt x="20901" y="24516"/>
                        <a:pt x="26006" y="23993"/>
                        <a:pt x="32109" y="23993"/>
                      </a:cubicBezTo>
                      <a:lnTo>
                        <a:pt x="32109" y="20831"/>
                      </a:lnTo>
                      <a:cubicBezTo>
                        <a:pt x="32109" y="17216"/>
                        <a:pt x="31351" y="14539"/>
                        <a:pt x="29835" y="12799"/>
                      </a:cubicBezTo>
                      <a:cubicBezTo>
                        <a:pt x="28315" y="11063"/>
                        <a:pt x="26115" y="10193"/>
                        <a:pt x="23216" y="10193"/>
                      </a:cubicBezTo>
                      <a:cubicBezTo>
                        <a:pt x="21129" y="10193"/>
                        <a:pt x="19384" y="10436"/>
                        <a:pt x="17991" y="10925"/>
                      </a:cubicBezTo>
                      <a:cubicBezTo>
                        <a:pt x="16594" y="11414"/>
                        <a:pt x="15384" y="11963"/>
                        <a:pt x="14353" y="12572"/>
                      </a:cubicBezTo>
                      <a:cubicBezTo>
                        <a:pt x="13326" y="13180"/>
                        <a:pt x="12378" y="13733"/>
                        <a:pt x="11504" y="14218"/>
                      </a:cubicBezTo>
                      <a:cubicBezTo>
                        <a:pt x="10633" y="14704"/>
                        <a:pt x="9673" y="14950"/>
                        <a:pt x="8631" y="14950"/>
                      </a:cubicBezTo>
                      <a:cubicBezTo>
                        <a:pt x="7761" y="14950"/>
                        <a:pt x="7007" y="14722"/>
                        <a:pt x="6379" y="14271"/>
                      </a:cubicBezTo>
                      <a:cubicBezTo>
                        <a:pt x="5752" y="13819"/>
                        <a:pt x="5251" y="13262"/>
                        <a:pt x="4863" y="12598"/>
                      </a:cubicBezTo>
                      <a:lnTo>
                        <a:pt x="2510" y="8468"/>
                      </a:lnTo>
                      <a:cubicBezTo>
                        <a:pt x="8684" y="2823"/>
                        <a:pt x="16124" y="0"/>
                        <a:pt x="24841" y="0"/>
                      </a:cubicBezTo>
                      <a:cubicBezTo>
                        <a:pt x="27978" y="0"/>
                        <a:pt x="30776" y="515"/>
                        <a:pt x="33233" y="1542"/>
                      </a:cubicBezTo>
                      <a:cubicBezTo>
                        <a:pt x="35691" y="2569"/>
                        <a:pt x="37775" y="3999"/>
                        <a:pt x="39482" y="5828"/>
                      </a:cubicBezTo>
                      <a:cubicBezTo>
                        <a:pt x="41189" y="7658"/>
                        <a:pt x="42485" y="9846"/>
                        <a:pt x="43378" y="12389"/>
                      </a:cubicBezTo>
                      <a:cubicBezTo>
                        <a:pt x="44267" y="14931"/>
                        <a:pt x="44707" y="17720"/>
                        <a:pt x="44707" y="20752"/>
                      </a:cubicBezTo>
                      <a:lnTo>
                        <a:pt x="44707" y="54625"/>
                      </a:lnTo>
                      <a:close/>
                      <a:moveTo>
                        <a:pt x="19608" y="46575"/>
                      </a:moveTo>
                      <a:cubicBezTo>
                        <a:pt x="20934" y="46575"/>
                        <a:pt x="22156" y="46452"/>
                        <a:pt x="23272" y="46213"/>
                      </a:cubicBezTo>
                      <a:cubicBezTo>
                        <a:pt x="24385" y="45974"/>
                        <a:pt x="25442" y="45615"/>
                        <a:pt x="26436" y="45134"/>
                      </a:cubicBezTo>
                      <a:cubicBezTo>
                        <a:pt x="27426" y="44652"/>
                        <a:pt x="28386" y="44062"/>
                        <a:pt x="29312" y="43357"/>
                      </a:cubicBezTo>
                      <a:cubicBezTo>
                        <a:pt x="30234" y="42658"/>
                        <a:pt x="31164" y="41822"/>
                        <a:pt x="32109" y="40862"/>
                      </a:cubicBezTo>
                      <a:lnTo>
                        <a:pt x="32109" y="31886"/>
                      </a:lnTo>
                      <a:cubicBezTo>
                        <a:pt x="28341" y="31886"/>
                        <a:pt x="25200" y="32125"/>
                        <a:pt x="22671" y="32596"/>
                      </a:cubicBezTo>
                      <a:cubicBezTo>
                        <a:pt x="20143" y="33070"/>
                        <a:pt x="18111" y="33679"/>
                        <a:pt x="16579" y="34414"/>
                      </a:cubicBezTo>
                      <a:cubicBezTo>
                        <a:pt x="15044" y="35150"/>
                        <a:pt x="13954" y="36012"/>
                        <a:pt x="13311" y="36994"/>
                      </a:cubicBezTo>
                      <a:cubicBezTo>
                        <a:pt x="12665" y="37976"/>
                        <a:pt x="12344" y="39044"/>
                        <a:pt x="12344" y="40205"/>
                      </a:cubicBezTo>
                      <a:cubicBezTo>
                        <a:pt x="12344" y="42487"/>
                        <a:pt x="13013" y="44114"/>
                        <a:pt x="14353" y="45100"/>
                      </a:cubicBezTo>
                      <a:cubicBezTo>
                        <a:pt x="15698" y="46086"/>
                        <a:pt x="17450"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5" name="Google Shape;2245;p90"/>
                <p:cNvSpPr/>
                <p:nvPr/>
              </p:nvSpPr>
              <p:spPr>
                <a:xfrm>
                  <a:off x="4064616" y="2756665"/>
                  <a:ext cx="47687" cy="75586"/>
                </a:xfrm>
                <a:custGeom>
                  <a:rect b="b" l="l" r="r" t="t"/>
                  <a:pathLst>
                    <a:path extrusionOk="0" h="75586" w="47687">
                      <a:moveTo>
                        <a:pt x="47688" y="0"/>
                      </a:moveTo>
                      <a:lnTo>
                        <a:pt x="47688" y="11186"/>
                      </a:lnTo>
                      <a:lnTo>
                        <a:pt x="14170" y="11186"/>
                      </a:lnTo>
                      <a:lnTo>
                        <a:pt x="14170" y="32148"/>
                      </a:lnTo>
                      <a:lnTo>
                        <a:pt x="40576" y="32148"/>
                      </a:lnTo>
                      <a:lnTo>
                        <a:pt x="40576" y="42968"/>
                      </a:lnTo>
                      <a:lnTo>
                        <a:pt x="14170" y="42968"/>
                      </a:lnTo>
                      <a:lnTo>
                        <a:pt x="14170" y="64348"/>
                      </a:lnTo>
                      <a:lnTo>
                        <a:pt x="47688" y="64348"/>
                      </a:lnTo>
                      <a:lnTo>
                        <a:pt x="47688" y="75586"/>
                      </a:lnTo>
                      <a:lnTo>
                        <a:pt x="0" y="75586"/>
                      </a:lnTo>
                      <a:lnTo>
                        <a:pt x="0" y="0"/>
                      </a:lnTo>
                      <a:lnTo>
                        <a:pt x="47688"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6" name="Google Shape;2246;p90"/>
                <p:cNvSpPr/>
                <p:nvPr/>
              </p:nvSpPr>
              <p:spPr>
                <a:xfrm>
                  <a:off x="4123755" y="2777784"/>
                  <a:ext cx="46750" cy="54468"/>
                </a:xfrm>
                <a:custGeom>
                  <a:rect b="b" l="l" r="r" t="t"/>
                  <a:pathLst>
                    <a:path extrusionOk="0" h="54468" w="46750">
                      <a:moveTo>
                        <a:pt x="0" y="54468"/>
                      </a:moveTo>
                      <a:lnTo>
                        <a:pt x="0" y="836"/>
                      </a:lnTo>
                      <a:lnTo>
                        <a:pt x="7896" y="836"/>
                      </a:lnTo>
                      <a:cubicBezTo>
                        <a:pt x="9573" y="836"/>
                        <a:pt x="10671" y="1620"/>
                        <a:pt x="11190" y="3189"/>
                      </a:cubicBezTo>
                      <a:lnTo>
                        <a:pt x="12079" y="7423"/>
                      </a:lnTo>
                      <a:cubicBezTo>
                        <a:pt x="13158" y="6306"/>
                        <a:pt x="14301" y="5298"/>
                        <a:pt x="15504" y="4391"/>
                      </a:cubicBezTo>
                      <a:cubicBezTo>
                        <a:pt x="16710" y="3487"/>
                        <a:pt x="17980" y="2703"/>
                        <a:pt x="19325" y="2039"/>
                      </a:cubicBezTo>
                      <a:cubicBezTo>
                        <a:pt x="20662" y="1378"/>
                        <a:pt x="22103" y="870"/>
                        <a:pt x="23635" y="523"/>
                      </a:cubicBezTo>
                      <a:cubicBezTo>
                        <a:pt x="25170" y="175"/>
                        <a:pt x="26843" y="0"/>
                        <a:pt x="28654" y="0"/>
                      </a:cubicBezTo>
                      <a:cubicBezTo>
                        <a:pt x="31583" y="0"/>
                        <a:pt x="34178" y="497"/>
                        <a:pt x="36449" y="1486"/>
                      </a:cubicBezTo>
                      <a:cubicBezTo>
                        <a:pt x="38713" y="2483"/>
                        <a:pt x="40602" y="3876"/>
                        <a:pt x="42119" y="5672"/>
                      </a:cubicBezTo>
                      <a:cubicBezTo>
                        <a:pt x="43639" y="7468"/>
                        <a:pt x="44786" y="9607"/>
                        <a:pt x="45570" y="12101"/>
                      </a:cubicBezTo>
                      <a:cubicBezTo>
                        <a:pt x="46354" y="14592"/>
                        <a:pt x="46750" y="17340"/>
                        <a:pt x="46750" y="20334"/>
                      </a:cubicBezTo>
                      <a:lnTo>
                        <a:pt x="46750" y="54468"/>
                      </a:lnTo>
                      <a:lnTo>
                        <a:pt x="33835" y="54468"/>
                      </a:lnTo>
                      <a:lnTo>
                        <a:pt x="33835" y="20334"/>
                      </a:lnTo>
                      <a:cubicBezTo>
                        <a:pt x="33835" y="17056"/>
                        <a:pt x="33077" y="14524"/>
                        <a:pt x="31556" y="12728"/>
                      </a:cubicBezTo>
                      <a:cubicBezTo>
                        <a:pt x="30040" y="10936"/>
                        <a:pt x="27769" y="10036"/>
                        <a:pt x="24733" y="10036"/>
                      </a:cubicBezTo>
                      <a:cubicBezTo>
                        <a:pt x="22503" y="10036"/>
                        <a:pt x="20411" y="10540"/>
                        <a:pt x="18458" y="11552"/>
                      </a:cubicBezTo>
                      <a:cubicBezTo>
                        <a:pt x="16508" y="12560"/>
                        <a:pt x="14660" y="13938"/>
                        <a:pt x="12915" y="15682"/>
                      </a:cubicBezTo>
                      <a:lnTo>
                        <a:pt x="12915"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7" name="Google Shape;2247;p90"/>
                <p:cNvSpPr/>
                <p:nvPr/>
              </p:nvSpPr>
              <p:spPr>
                <a:xfrm>
                  <a:off x="4177983" y="2777679"/>
                  <a:ext cx="51239" cy="73443"/>
                </a:xfrm>
                <a:custGeom>
                  <a:rect b="b" l="l" r="r" t="t"/>
                  <a:pathLst>
                    <a:path extrusionOk="0" h="73443" w="51239">
                      <a:moveTo>
                        <a:pt x="23792" y="0"/>
                      </a:moveTo>
                      <a:cubicBezTo>
                        <a:pt x="26088" y="0"/>
                        <a:pt x="28251" y="235"/>
                        <a:pt x="30272" y="706"/>
                      </a:cubicBezTo>
                      <a:cubicBezTo>
                        <a:pt x="32292" y="1176"/>
                        <a:pt x="34141" y="1867"/>
                        <a:pt x="35814" y="2770"/>
                      </a:cubicBezTo>
                      <a:lnTo>
                        <a:pt x="51240" y="2770"/>
                      </a:lnTo>
                      <a:lnTo>
                        <a:pt x="51240" y="7580"/>
                      </a:lnTo>
                      <a:cubicBezTo>
                        <a:pt x="51240" y="8382"/>
                        <a:pt x="51034" y="9010"/>
                        <a:pt x="50612" y="9461"/>
                      </a:cubicBezTo>
                      <a:cubicBezTo>
                        <a:pt x="50194" y="9913"/>
                        <a:pt x="49480" y="10227"/>
                        <a:pt x="48468" y="10402"/>
                      </a:cubicBezTo>
                      <a:lnTo>
                        <a:pt x="43658" y="11291"/>
                      </a:lnTo>
                      <a:cubicBezTo>
                        <a:pt x="44009" y="12194"/>
                        <a:pt x="44278" y="13154"/>
                        <a:pt x="44472" y="14166"/>
                      </a:cubicBezTo>
                      <a:cubicBezTo>
                        <a:pt x="44662" y="15178"/>
                        <a:pt x="44756" y="16238"/>
                        <a:pt x="44756" y="17355"/>
                      </a:cubicBezTo>
                      <a:cubicBezTo>
                        <a:pt x="44756" y="20002"/>
                        <a:pt x="44225" y="22399"/>
                        <a:pt x="43161" y="24542"/>
                      </a:cubicBezTo>
                      <a:cubicBezTo>
                        <a:pt x="42096" y="26685"/>
                        <a:pt x="40632" y="28504"/>
                        <a:pt x="38769" y="30005"/>
                      </a:cubicBezTo>
                      <a:cubicBezTo>
                        <a:pt x="36905" y="31502"/>
                        <a:pt x="34694" y="32663"/>
                        <a:pt x="32128" y="33477"/>
                      </a:cubicBezTo>
                      <a:cubicBezTo>
                        <a:pt x="29569" y="34298"/>
                        <a:pt x="26783" y="34709"/>
                        <a:pt x="23792" y="34709"/>
                      </a:cubicBezTo>
                      <a:cubicBezTo>
                        <a:pt x="21767" y="34709"/>
                        <a:pt x="19795" y="34519"/>
                        <a:pt x="17883" y="34134"/>
                      </a:cubicBezTo>
                      <a:cubicBezTo>
                        <a:pt x="16206" y="35153"/>
                        <a:pt x="15373" y="36292"/>
                        <a:pt x="15373" y="37554"/>
                      </a:cubicBezTo>
                      <a:cubicBezTo>
                        <a:pt x="15373" y="38645"/>
                        <a:pt x="15870" y="39443"/>
                        <a:pt x="16859" y="39951"/>
                      </a:cubicBezTo>
                      <a:cubicBezTo>
                        <a:pt x="17853" y="40463"/>
                        <a:pt x="19160" y="40821"/>
                        <a:pt x="20781" y="41030"/>
                      </a:cubicBezTo>
                      <a:cubicBezTo>
                        <a:pt x="22406" y="41243"/>
                        <a:pt x="24243" y="41348"/>
                        <a:pt x="26301" y="41348"/>
                      </a:cubicBezTo>
                      <a:cubicBezTo>
                        <a:pt x="28356" y="41348"/>
                        <a:pt x="30466" y="41434"/>
                        <a:pt x="32625" y="41609"/>
                      </a:cubicBezTo>
                      <a:cubicBezTo>
                        <a:pt x="34787" y="41785"/>
                        <a:pt x="36897" y="42091"/>
                        <a:pt x="38952" y="42528"/>
                      </a:cubicBezTo>
                      <a:cubicBezTo>
                        <a:pt x="41010" y="42968"/>
                        <a:pt x="42847" y="43655"/>
                        <a:pt x="44472" y="44600"/>
                      </a:cubicBezTo>
                      <a:cubicBezTo>
                        <a:pt x="46089" y="45544"/>
                        <a:pt x="47396" y="46829"/>
                        <a:pt x="48393" y="48453"/>
                      </a:cubicBezTo>
                      <a:cubicBezTo>
                        <a:pt x="49383" y="50081"/>
                        <a:pt x="49880" y="52168"/>
                        <a:pt x="49880" y="54722"/>
                      </a:cubicBezTo>
                      <a:cubicBezTo>
                        <a:pt x="49880" y="57100"/>
                        <a:pt x="49297" y="59404"/>
                        <a:pt x="48128" y="61641"/>
                      </a:cubicBezTo>
                      <a:cubicBezTo>
                        <a:pt x="46963" y="63881"/>
                        <a:pt x="45271" y="65871"/>
                        <a:pt x="43056" y="67622"/>
                      </a:cubicBezTo>
                      <a:cubicBezTo>
                        <a:pt x="40842" y="69370"/>
                        <a:pt x="38134" y="70777"/>
                        <a:pt x="34925" y="71845"/>
                      </a:cubicBezTo>
                      <a:cubicBezTo>
                        <a:pt x="31721" y="72909"/>
                        <a:pt x="28057" y="73443"/>
                        <a:pt x="23948" y="73443"/>
                      </a:cubicBezTo>
                      <a:cubicBezTo>
                        <a:pt x="19866" y="73443"/>
                        <a:pt x="16329" y="73051"/>
                        <a:pt x="13330" y="72267"/>
                      </a:cubicBezTo>
                      <a:cubicBezTo>
                        <a:pt x="10331" y="71483"/>
                        <a:pt x="7847" y="70438"/>
                        <a:pt x="5882" y="69131"/>
                      </a:cubicBezTo>
                      <a:cubicBezTo>
                        <a:pt x="3907" y="67824"/>
                        <a:pt x="2439" y="66315"/>
                        <a:pt x="1460" y="64609"/>
                      </a:cubicBezTo>
                      <a:cubicBezTo>
                        <a:pt x="482" y="62899"/>
                        <a:pt x="0" y="61126"/>
                        <a:pt x="0" y="59277"/>
                      </a:cubicBezTo>
                      <a:cubicBezTo>
                        <a:pt x="0" y="56768"/>
                        <a:pt x="766" y="54659"/>
                        <a:pt x="2301" y="52952"/>
                      </a:cubicBezTo>
                      <a:cubicBezTo>
                        <a:pt x="3832" y="51242"/>
                        <a:pt x="5957" y="49887"/>
                        <a:pt x="8680" y="48875"/>
                      </a:cubicBezTo>
                      <a:cubicBezTo>
                        <a:pt x="7350" y="48143"/>
                        <a:pt x="6290" y="47169"/>
                        <a:pt x="5487" y="45948"/>
                      </a:cubicBezTo>
                      <a:cubicBezTo>
                        <a:pt x="4684" y="44727"/>
                        <a:pt x="4284" y="43140"/>
                        <a:pt x="4284" y="41191"/>
                      </a:cubicBezTo>
                      <a:cubicBezTo>
                        <a:pt x="4284" y="40388"/>
                        <a:pt x="4422" y="39559"/>
                        <a:pt x="4702" y="38708"/>
                      </a:cubicBezTo>
                      <a:cubicBezTo>
                        <a:pt x="4982" y="37853"/>
                        <a:pt x="5412" y="37009"/>
                        <a:pt x="5983" y="36173"/>
                      </a:cubicBezTo>
                      <a:cubicBezTo>
                        <a:pt x="6558" y="35336"/>
                        <a:pt x="7283" y="34545"/>
                        <a:pt x="8153" y="33791"/>
                      </a:cubicBezTo>
                      <a:cubicBezTo>
                        <a:pt x="9027" y="33044"/>
                        <a:pt x="10054" y="32376"/>
                        <a:pt x="11238" y="31782"/>
                      </a:cubicBezTo>
                      <a:cubicBezTo>
                        <a:pt x="8523" y="30318"/>
                        <a:pt x="6387" y="28365"/>
                        <a:pt x="4837" y="25927"/>
                      </a:cubicBezTo>
                      <a:cubicBezTo>
                        <a:pt x="3283" y="23489"/>
                        <a:pt x="2506" y="20629"/>
                        <a:pt x="2506" y="17355"/>
                      </a:cubicBezTo>
                      <a:cubicBezTo>
                        <a:pt x="2506" y="14707"/>
                        <a:pt x="3036" y="12310"/>
                        <a:pt x="4101" y="10167"/>
                      </a:cubicBezTo>
                      <a:cubicBezTo>
                        <a:pt x="5165" y="8024"/>
                        <a:pt x="6648" y="6194"/>
                        <a:pt x="8549" y="4678"/>
                      </a:cubicBezTo>
                      <a:cubicBezTo>
                        <a:pt x="10443" y="3163"/>
                        <a:pt x="12695" y="2005"/>
                        <a:pt x="15291" y="1202"/>
                      </a:cubicBezTo>
                      <a:cubicBezTo>
                        <a:pt x="17890" y="399"/>
                        <a:pt x="20721" y="0"/>
                        <a:pt x="23792" y="0"/>
                      </a:cubicBezTo>
                      <a:close/>
                      <a:moveTo>
                        <a:pt x="37962" y="56824"/>
                      </a:moveTo>
                      <a:cubicBezTo>
                        <a:pt x="37962" y="55756"/>
                        <a:pt x="37648" y="54886"/>
                        <a:pt x="37021" y="54211"/>
                      </a:cubicBezTo>
                      <a:cubicBezTo>
                        <a:pt x="36393" y="53535"/>
                        <a:pt x="35534" y="53008"/>
                        <a:pt x="34455" y="52635"/>
                      </a:cubicBezTo>
                      <a:cubicBezTo>
                        <a:pt x="33375" y="52262"/>
                        <a:pt x="32109" y="51989"/>
                        <a:pt x="30668" y="51810"/>
                      </a:cubicBezTo>
                      <a:cubicBezTo>
                        <a:pt x="29218" y="51631"/>
                        <a:pt x="27687" y="51541"/>
                        <a:pt x="26062" y="51541"/>
                      </a:cubicBezTo>
                      <a:lnTo>
                        <a:pt x="21043" y="51541"/>
                      </a:lnTo>
                      <a:cubicBezTo>
                        <a:pt x="19317" y="51541"/>
                        <a:pt x="17651" y="51351"/>
                        <a:pt x="16049" y="50966"/>
                      </a:cubicBezTo>
                      <a:cubicBezTo>
                        <a:pt x="14585" y="51769"/>
                        <a:pt x="13408" y="52717"/>
                        <a:pt x="12519" y="53815"/>
                      </a:cubicBezTo>
                      <a:cubicBezTo>
                        <a:pt x="11634" y="54913"/>
                        <a:pt x="11190" y="56175"/>
                        <a:pt x="11190" y="57601"/>
                      </a:cubicBezTo>
                      <a:cubicBezTo>
                        <a:pt x="11190" y="58545"/>
                        <a:pt x="11421" y="59427"/>
                        <a:pt x="11892" y="60241"/>
                      </a:cubicBezTo>
                      <a:cubicBezTo>
                        <a:pt x="12363" y="61062"/>
                        <a:pt x="13113" y="61768"/>
                        <a:pt x="14144" y="62361"/>
                      </a:cubicBezTo>
                      <a:cubicBezTo>
                        <a:pt x="15168" y="62951"/>
                        <a:pt x="16505" y="63414"/>
                        <a:pt x="18141" y="63747"/>
                      </a:cubicBezTo>
                      <a:cubicBezTo>
                        <a:pt x="19780" y="64079"/>
                        <a:pt x="21786" y="64243"/>
                        <a:pt x="24154" y="64243"/>
                      </a:cubicBezTo>
                      <a:cubicBezTo>
                        <a:pt x="26559" y="64243"/>
                        <a:pt x="28636" y="64057"/>
                        <a:pt x="30376" y="63679"/>
                      </a:cubicBezTo>
                      <a:cubicBezTo>
                        <a:pt x="32120" y="63310"/>
                        <a:pt x="33558" y="62794"/>
                        <a:pt x="34694" y="62134"/>
                      </a:cubicBezTo>
                      <a:cubicBezTo>
                        <a:pt x="35822" y="61476"/>
                        <a:pt x="36651" y="60696"/>
                        <a:pt x="37177" y="59785"/>
                      </a:cubicBezTo>
                      <a:cubicBezTo>
                        <a:pt x="37697" y="58878"/>
                        <a:pt x="37962" y="57892"/>
                        <a:pt x="37962" y="56824"/>
                      </a:cubicBezTo>
                      <a:close/>
                      <a:moveTo>
                        <a:pt x="23792" y="26450"/>
                      </a:moveTo>
                      <a:cubicBezTo>
                        <a:pt x="25390" y="26450"/>
                        <a:pt x="26783" y="26233"/>
                        <a:pt x="27975" y="25797"/>
                      </a:cubicBezTo>
                      <a:cubicBezTo>
                        <a:pt x="29155" y="25363"/>
                        <a:pt x="30141" y="24762"/>
                        <a:pt x="30925" y="23990"/>
                      </a:cubicBezTo>
                      <a:cubicBezTo>
                        <a:pt x="31713" y="23224"/>
                        <a:pt x="32303" y="22302"/>
                        <a:pt x="32703" y="21223"/>
                      </a:cubicBezTo>
                      <a:cubicBezTo>
                        <a:pt x="33106" y="20144"/>
                        <a:pt x="33308" y="18956"/>
                        <a:pt x="33308" y="17668"/>
                      </a:cubicBezTo>
                      <a:cubicBezTo>
                        <a:pt x="33308" y="15021"/>
                        <a:pt x="32513" y="12923"/>
                        <a:pt x="30925" y="11369"/>
                      </a:cubicBezTo>
                      <a:cubicBezTo>
                        <a:pt x="29338" y="9820"/>
                        <a:pt x="26959" y="9043"/>
                        <a:pt x="23792" y="9043"/>
                      </a:cubicBezTo>
                      <a:cubicBezTo>
                        <a:pt x="20617" y="9043"/>
                        <a:pt x="18238" y="9820"/>
                        <a:pt x="16654" y="11369"/>
                      </a:cubicBezTo>
                      <a:cubicBezTo>
                        <a:pt x="15067" y="12923"/>
                        <a:pt x="14271" y="15021"/>
                        <a:pt x="14271" y="17668"/>
                      </a:cubicBezTo>
                      <a:cubicBezTo>
                        <a:pt x="14271" y="18923"/>
                        <a:pt x="14473" y="20091"/>
                        <a:pt x="14872" y="21171"/>
                      </a:cubicBezTo>
                      <a:cubicBezTo>
                        <a:pt x="15272" y="22253"/>
                        <a:pt x="15870" y="23183"/>
                        <a:pt x="16654" y="23967"/>
                      </a:cubicBezTo>
                      <a:cubicBezTo>
                        <a:pt x="17438" y="24751"/>
                        <a:pt x="18428" y="25363"/>
                        <a:pt x="19631" y="25797"/>
                      </a:cubicBezTo>
                      <a:cubicBezTo>
                        <a:pt x="20837" y="26233"/>
                        <a:pt x="22223" y="26450"/>
                        <a:pt x="23792" y="2645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8" name="Google Shape;2248;p90"/>
                <p:cNvSpPr/>
                <p:nvPr/>
              </p:nvSpPr>
              <p:spPr>
                <a:xfrm>
                  <a:off x="4236491" y="2754731"/>
                  <a:ext cx="16523" cy="77520"/>
                </a:xfrm>
                <a:custGeom>
                  <a:rect b="b" l="l" r="r" t="t"/>
                  <a:pathLst>
                    <a:path extrusionOk="0" h="77520" w="16523">
                      <a:moveTo>
                        <a:pt x="16523" y="8259"/>
                      </a:moveTo>
                      <a:cubicBezTo>
                        <a:pt x="16523" y="9376"/>
                        <a:pt x="16296" y="10421"/>
                        <a:pt x="15844" y="11395"/>
                      </a:cubicBezTo>
                      <a:cubicBezTo>
                        <a:pt x="15388" y="12374"/>
                        <a:pt x="14790" y="13225"/>
                        <a:pt x="14036" y="13953"/>
                      </a:cubicBezTo>
                      <a:cubicBezTo>
                        <a:pt x="13289" y="14689"/>
                        <a:pt x="12408" y="15271"/>
                        <a:pt x="11395" y="15708"/>
                      </a:cubicBezTo>
                      <a:cubicBezTo>
                        <a:pt x="10387" y="16141"/>
                        <a:pt x="9307" y="16361"/>
                        <a:pt x="8153" y="16361"/>
                      </a:cubicBezTo>
                      <a:cubicBezTo>
                        <a:pt x="7037" y="16361"/>
                        <a:pt x="5983" y="16141"/>
                        <a:pt x="4994" y="15708"/>
                      </a:cubicBezTo>
                      <a:cubicBezTo>
                        <a:pt x="4000" y="15271"/>
                        <a:pt x="3137" y="14689"/>
                        <a:pt x="2402" y="13953"/>
                      </a:cubicBezTo>
                      <a:cubicBezTo>
                        <a:pt x="1673" y="13225"/>
                        <a:pt x="1091" y="12374"/>
                        <a:pt x="650" y="11395"/>
                      </a:cubicBezTo>
                      <a:cubicBezTo>
                        <a:pt x="217" y="10421"/>
                        <a:pt x="0" y="9376"/>
                        <a:pt x="0" y="8259"/>
                      </a:cubicBezTo>
                      <a:cubicBezTo>
                        <a:pt x="0" y="7109"/>
                        <a:pt x="217" y="6026"/>
                        <a:pt x="650" y="5018"/>
                      </a:cubicBezTo>
                      <a:cubicBezTo>
                        <a:pt x="1091" y="4006"/>
                        <a:pt x="1673" y="3136"/>
                        <a:pt x="2402" y="2405"/>
                      </a:cubicBezTo>
                      <a:cubicBezTo>
                        <a:pt x="3137" y="1669"/>
                        <a:pt x="4000" y="1090"/>
                        <a:pt x="4994" y="653"/>
                      </a:cubicBezTo>
                      <a:cubicBezTo>
                        <a:pt x="5983" y="220"/>
                        <a:pt x="7037" y="0"/>
                        <a:pt x="8153" y="0"/>
                      </a:cubicBezTo>
                      <a:cubicBezTo>
                        <a:pt x="9307" y="0"/>
                        <a:pt x="10387" y="220"/>
                        <a:pt x="11395" y="653"/>
                      </a:cubicBezTo>
                      <a:cubicBezTo>
                        <a:pt x="12408" y="1090"/>
                        <a:pt x="13289" y="1669"/>
                        <a:pt x="14036" y="2405"/>
                      </a:cubicBezTo>
                      <a:cubicBezTo>
                        <a:pt x="14790" y="3136"/>
                        <a:pt x="15388" y="4006"/>
                        <a:pt x="15844" y="5018"/>
                      </a:cubicBezTo>
                      <a:cubicBezTo>
                        <a:pt x="16296" y="6026"/>
                        <a:pt x="16523" y="7109"/>
                        <a:pt x="16523" y="8259"/>
                      </a:cubicBezTo>
                      <a:close/>
                      <a:moveTo>
                        <a:pt x="14589" y="23889"/>
                      </a:moveTo>
                      <a:lnTo>
                        <a:pt x="14589" y="77520"/>
                      </a:lnTo>
                      <a:lnTo>
                        <a:pt x="1673" y="77520"/>
                      </a:lnTo>
                      <a:lnTo>
                        <a:pt x="1673" y="23889"/>
                      </a:lnTo>
                      <a:lnTo>
                        <a:pt x="14589"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49" name="Google Shape;2249;p90"/>
                <p:cNvSpPr/>
                <p:nvPr/>
              </p:nvSpPr>
              <p:spPr>
                <a:xfrm>
                  <a:off x="4265664" y="2777784"/>
                  <a:ext cx="46750" cy="54468"/>
                </a:xfrm>
                <a:custGeom>
                  <a:rect b="b" l="l" r="r" t="t"/>
                  <a:pathLst>
                    <a:path extrusionOk="0" h="54468" w="46750">
                      <a:moveTo>
                        <a:pt x="0" y="54468"/>
                      </a:moveTo>
                      <a:lnTo>
                        <a:pt x="0" y="836"/>
                      </a:lnTo>
                      <a:lnTo>
                        <a:pt x="7895" y="836"/>
                      </a:lnTo>
                      <a:cubicBezTo>
                        <a:pt x="9573" y="836"/>
                        <a:pt x="10671" y="1620"/>
                        <a:pt x="11190" y="3189"/>
                      </a:cubicBezTo>
                      <a:lnTo>
                        <a:pt x="12082" y="7423"/>
                      </a:lnTo>
                      <a:cubicBezTo>
                        <a:pt x="13162" y="6306"/>
                        <a:pt x="14301" y="5298"/>
                        <a:pt x="15507" y="4391"/>
                      </a:cubicBezTo>
                      <a:cubicBezTo>
                        <a:pt x="16710" y="3487"/>
                        <a:pt x="17980" y="2703"/>
                        <a:pt x="19324" y="2039"/>
                      </a:cubicBezTo>
                      <a:cubicBezTo>
                        <a:pt x="20662" y="1378"/>
                        <a:pt x="22103" y="870"/>
                        <a:pt x="23635" y="523"/>
                      </a:cubicBezTo>
                      <a:cubicBezTo>
                        <a:pt x="25170" y="175"/>
                        <a:pt x="26843" y="0"/>
                        <a:pt x="28654" y="0"/>
                      </a:cubicBezTo>
                      <a:cubicBezTo>
                        <a:pt x="31583" y="0"/>
                        <a:pt x="34182" y="497"/>
                        <a:pt x="36449" y="1486"/>
                      </a:cubicBezTo>
                      <a:cubicBezTo>
                        <a:pt x="38713" y="2483"/>
                        <a:pt x="40602" y="3876"/>
                        <a:pt x="42122" y="5672"/>
                      </a:cubicBezTo>
                      <a:cubicBezTo>
                        <a:pt x="43639" y="7468"/>
                        <a:pt x="44785" y="9607"/>
                        <a:pt x="45570" y="12101"/>
                      </a:cubicBezTo>
                      <a:cubicBezTo>
                        <a:pt x="46354" y="14592"/>
                        <a:pt x="46750" y="17340"/>
                        <a:pt x="46750" y="20334"/>
                      </a:cubicBezTo>
                      <a:lnTo>
                        <a:pt x="46750" y="54468"/>
                      </a:lnTo>
                      <a:lnTo>
                        <a:pt x="33835" y="54468"/>
                      </a:lnTo>
                      <a:lnTo>
                        <a:pt x="33835" y="20334"/>
                      </a:lnTo>
                      <a:cubicBezTo>
                        <a:pt x="33835" y="17056"/>
                        <a:pt x="33076" y="14524"/>
                        <a:pt x="31556" y="12728"/>
                      </a:cubicBezTo>
                      <a:cubicBezTo>
                        <a:pt x="30040" y="10936"/>
                        <a:pt x="27769" y="10036"/>
                        <a:pt x="24733" y="10036"/>
                      </a:cubicBezTo>
                      <a:cubicBezTo>
                        <a:pt x="22507" y="10036"/>
                        <a:pt x="20411" y="10540"/>
                        <a:pt x="18462" y="11552"/>
                      </a:cubicBezTo>
                      <a:cubicBezTo>
                        <a:pt x="16508" y="12560"/>
                        <a:pt x="14660" y="13938"/>
                        <a:pt x="12915" y="15682"/>
                      </a:cubicBezTo>
                      <a:lnTo>
                        <a:pt x="12915"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0" name="Google Shape;2250;p90"/>
                <p:cNvSpPr/>
                <p:nvPr/>
              </p:nvSpPr>
              <p:spPr>
                <a:xfrm>
                  <a:off x="4321509" y="2777784"/>
                  <a:ext cx="48998" cy="55252"/>
                </a:xfrm>
                <a:custGeom>
                  <a:rect b="b" l="l" r="r" t="t"/>
                  <a:pathLst>
                    <a:path extrusionOk="0" h="55252" w="48998">
                      <a:moveTo>
                        <a:pt x="25782" y="0"/>
                      </a:moveTo>
                      <a:cubicBezTo>
                        <a:pt x="29162" y="0"/>
                        <a:pt x="32274" y="541"/>
                        <a:pt x="35116" y="1620"/>
                      </a:cubicBezTo>
                      <a:cubicBezTo>
                        <a:pt x="37954" y="2703"/>
                        <a:pt x="40405" y="4279"/>
                        <a:pt x="42463" y="6351"/>
                      </a:cubicBezTo>
                      <a:cubicBezTo>
                        <a:pt x="44517" y="8423"/>
                        <a:pt x="46123" y="10970"/>
                        <a:pt x="47273" y="13983"/>
                      </a:cubicBezTo>
                      <a:cubicBezTo>
                        <a:pt x="48420" y="17000"/>
                        <a:pt x="48999" y="20439"/>
                        <a:pt x="48999" y="24307"/>
                      </a:cubicBezTo>
                      <a:cubicBezTo>
                        <a:pt x="48999" y="25281"/>
                        <a:pt x="48954" y="26091"/>
                        <a:pt x="48864" y="26737"/>
                      </a:cubicBezTo>
                      <a:cubicBezTo>
                        <a:pt x="48778" y="27383"/>
                        <a:pt x="48621" y="27887"/>
                        <a:pt x="48394" y="28250"/>
                      </a:cubicBezTo>
                      <a:cubicBezTo>
                        <a:pt x="48170" y="28619"/>
                        <a:pt x="47863" y="28881"/>
                        <a:pt x="47479" y="29037"/>
                      </a:cubicBezTo>
                      <a:cubicBezTo>
                        <a:pt x="47097" y="29194"/>
                        <a:pt x="46608" y="29273"/>
                        <a:pt x="46018" y="29273"/>
                      </a:cubicBezTo>
                      <a:lnTo>
                        <a:pt x="12867" y="29273"/>
                      </a:lnTo>
                      <a:cubicBezTo>
                        <a:pt x="13248" y="34776"/>
                        <a:pt x="14731" y="38820"/>
                        <a:pt x="17308" y="41400"/>
                      </a:cubicBezTo>
                      <a:cubicBezTo>
                        <a:pt x="19892" y="43976"/>
                        <a:pt x="23306" y="45268"/>
                        <a:pt x="27556" y="45268"/>
                      </a:cubicBezTo>
                      <a:cubicBezTo>
                        <a:pt x="29652" y="45268"/>
                        <a:pt x="31452" y="45025"/>
                        <a:pt x="32972" y="44536"/>
                      </a:cubicBezTo>
                      <a:cubicBezTo>
                        <a:pt x="34488" y="44047"/>
                        <a:pt x="35811" y="43506"/>
                        <a:pt x="36946" y="42916"/>
                      </a:cubicBezTo>
                      <a:cubicBezTo>
                        <a:pt x="38078" y="42322"/>
                        <a:pt x="39068" y="41781"/>
                        <a:pt x="39926" y="41295"/>
                      </a:cubicBezTo>
                      <a:cubicBezTo>
                        <a:pt x="40778" y="40810"/>
                        <a:pt x="41607" y="40564"/>
                        <a:pt x="42410" y="40564"/>
                      </a:cubicBezTo>
                      <a:cubicBezTo>
                        <a:pt x="42929" y="40564"/>
                        <a:pt x="43385" y="40668"/>
                        <a:pt x="43766" y="40877"/>
                      </a:cubicBezTo>
                      <a:cubicBezTo>
                        <a:pt x="44151" y="41086"/>
                        <a:pt x="44483" y="41381"/>
                        <a:pt x="44763" y="41766"/>
                      </a:cubicBezTo>
                      <a:lnTo>
                        <a:pt x="48528" y="46470"/>
                      </a:lnTo>
                      <a:cubicBezTo>
                        <a:pt x="47097" y="48143"/>
                        <a:pt x="45491" y="49547"/>
                        <a:pt x="43714" y="50678"/>
                      </a:cubicBezTo>
                      <a:cubicBezTo>
                        <a:pt x="41940" y="51810"/>
                        <a:pt x="40083" y="52717"/>
                        <a:pt x="38145" y="53397"/>
                      </a:cubicBezTo>
                      <a:cubicBezTo>
                        <a:pt x="36214" y="54072"/>
                        <a:pt x="34242" y="54554"/>
                        <a:pt x="32236" y="54834"/>
                      </a:cubicBezTo>
                      <a:cubicBezTo>
                        <a:pt x="30234" y="55114"/>
                        <a:pt x="28292" y="55252"/>
                        <a:pt x="26410" y="55252"/>
                      </a:cubicBezTo>
                      <a:cubicBezTo>
                        <a:pt x="22679" y="55252"/>
                        <a:pt x="19209" y="54632"/>
                        <a:pt x="16004" y="53397"/>
                      </a:cubicBezTo>
                      <a:cubicBezTo>
                        <a:pt x="12796" y="52161"/>
                        <a:pt x="10006" y="50331"/>
                        <a:pt x="7634" y="47908"/>
                      </a:cubicBezTo>
                      <a:cubicBezTo>
                        <a:pt x="5266" y="45488"/>
                        <a:pt x="3403" y="42490"/>
                        <a:pt x="2039" y="38917"/>
                      </a:cubicBezTo>
                      <a:cubicBezTo>
                        <a:pt x="683" y="35344"/>
                        <a:pt x="0" y="31203"/>
                        <a:pt x="0" y="26502"/>
                      </a:cubicBezTo>
                      <a:cubicBezTo>
                        <a:pt x="0" y="22843"/>
                        <a:pt x="598" y="19401"/>
                        <a:pt x="1782" y="16178"/>
                      </a:cubicBezTo>
                      <a:cubicBezTo>
                        <a:pt x="2962" y="12956"/>
                        <a:pt x="4661" y="10152"/>
                        <a:pt x="6876" y="7762"/>
                      </a:cubicBezTo>
                      <a:cubicBezTo>
                        <a:pt x="9091" y="5373"/>
                        <a:pt x="11795" y="3487"/>
                        <a:pt x="14981" y="2091"/>
                      </a:cubicBezTo>
                      <a:cubicBezTo>
                        <a:pt x="18174" y="698"/>
                        <a:pt x="21771" y="0"/>
                        <a:pt x="25782" y="0"/>
                      </a:cubicBezTo>
                      <a:close/>
                      <a:moveTo>
                        <a:pt x="26040" y="9252"/>
                      </a:moveTo>
                      <a:cubicBezTo>
                        <a:pt x="22275" y="9252"/>
                        <a:pt x="19332" y="10316"/>
                        <a:pt x="17207" y="12441"/>
                      </a:cubicBezTo>
                      <a:cubicBezTo>
                        <a:pt x="15078" y="14565"/>
                        <a:pt x="13719" y="17582"/>
                        <a:pt x="13128" y="21484"/>
                      </a:cubicBezTo>
                      <a:lnTo>
                        <a:pt x="37387" y="21484"/>
                      </a:lnTo>
                      <a:cubicBezTo>
                        <a:pt x="37387" y="19811"/>
                        <a:pt x="37163" y="18236"/>
                        <a:pt x="36707" y="16753"/>
                      </a:cubicBezTo>
                      <a:cubicBezTo>
                        <a:pt x="36255" y="15271"/>
                        <a:pt x="35560" y="13975"/>
                        <a:pt x="34619" y="12859"/>
                      </a:cubicBezTo>
                      <a:cubicBezTo>
                        <a:pt x="33678" y="11746"/>
                        <a:pt x="32494" y="10865"/>
                        <a:pt x="31064" y="10219"/>
                      </a:cubicBezTo>
                      <a:cubicBezTo>
                        <a:pt x="29633" y="9573"/>
                        <a:pt x="27960" y="9252"/>
                        <a:pt x="26040" y="925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1" name="Google Shape;2251;p90"/>
                <p:cNvSpPr/>
                <p:nvPr/>
              </p:nvSpPr>
              <p:spPr>
                <a:xfrm>
                  <a:off x="4377406" y="2777784"/>
                  <a:ext cx="48994" cy="55252"/>
                </a:xfrm>
                <a:custGeom>
                  <a:rect b="b" l="l" r="r" t="t"/>
                  <a:pathLst>
                    <a:path extrusionOk="0" h="55252" w="48994">
                      <a:moveTo>
                        <a:pt x="25782" y="0"/>
                      </a:moveTo>
                      <a:cubicBezTo>
                        <a:pt x="29162" y="0"/>
                        <a:pt x="32274" y="541"/>
                        <a:pt x="35116" y="1620"/>
                      </a:cubicBezTo>
                      <a:cubicBezTo>
                        <a:pt x="37954" y="2703"/>
                        <a:pt x="40405" y="4279"/>
                        <a:pt x="42459" y="6351"/>
                      </a:cubicBezTo>
                      <a:cubicBezTo>
                        <a:pt x="44517" y="8423"/>
                        <a:pt x="46123" y="10970"/>
                        <a:pt x="47269" y="13983"/>
                      </a:cubicBezTo>
                      <a:cubicBezTo>
                        <a:pt x="48420" y="17000"/>
                        <a:pt x="48995" y="20439"/>
                        <a:pt x="48995" y="24307"/>
                      </a:cubicBezTo>
                      <a:cubicBezTo>
                        <a:pt x="48995" y="25281"/>
                        <a:pt x="48954" y="26091"/>
                        <a:pt x="48864" y="26737"/>
                      </a:cubicBezTo>
                      <a:cubicBezTo>
                        <a:pt x="48778" y="27383"/>
                        <a:pt x="48621" y="27887"/>
                        <a:pt x="48394" y="28250"/>
                      </a:cubicBezTo>
                      <a:cubicBezTo>
                        <a:pt x="48170" y="28619"/>
                        <a:pt x="47863" y="28881"/>
                        <a:pt x="47479" y="29037"/>
                      </a:cubicBezTo>
                      <a:cubicBezTo>
                        <a:pt x="47097" y="29194"/>
                        <a:pt x="46608" y="29273"/>
                        <a:pt x="46014" y="29273"/>
                      </a:cubicBezTo>
                      <a:lnTo>
                        <a:pt x="12867" y="29273"/>
                      </a:lnTo>
                      <a:cubicBezTo>
                        <a:pt x="13248" y="34776"/>
                        <a:pt x="14731" y="38820"/>
                        <a:pt x="17308" y="41400"/>
                      </a:cubicBezTo>
                      <a:cubicBezTo>
                        <a:pt x="19889" y="43976"/>
                        <a:pt x="23302" y="45268"/>
                        <a:pt x="27556" y="45268"/>
                      </a:cubicBezTo>
                      <a:cubicBezTo>
                        <a:pt x="29652" y="45268"/>
                        <a:pt x="31452" y="45025"/>
                        <a:pt x="32968" y="44536"/>
                      </a:cubicBezTo>
                      <a:cubicBezTo>
                        <a:pt x="34488" y="44047"/>
                        <a:pt x="35811" y="43506"/>
                        <a:pt x="36946" y="42916"/>
                      </a:cubicBezTo>
                      <a:cubicBezTo>
                        <a:pt x="38078" y="42322"/>
                        <a:pt x="39068" y="41781"/>
                        <a:pt x="39926" y="41295"/>
                      </a:cubicBezTo>
                      <a:cubicBezTo>
                        <a:pt x="40778" y="40810"/>
                        <a:pt x="41607" y="40564"/>
                        <a:pt x="42410" y="40564"/>
                      </a:cubicBezTo>
                      <a:cubicBezTo>
                        <a:pt x="42929" y="40564"/>
                        <a:pt x="43381" y="40668"/>
                        <a:pt x="43766" y="40877"/>
                      </a:cubicBezTo>
                      <a:cubicBezTo>
                        <a:pt x="44147" y="41086"/>
                        <a:pt x="44479" y="41381"/>
                        <a:pt x="44763" y="41766"/>
                      </a:cubicBezTo>
                      <a:lnTo>
                        <a:pt x="48524" y="46470"/>
                      </a:lnTo>
                      <a:cubicBezTo>
                        <a:pt x="47097" y="48143"/>
                        <a:pt x="45491" y="49547"/>
                        <a:pt x="43714" y="50678"/>
                      </a:cubicBezTo>
                      <a:cubicBezTo>
                        <a:pt x="41940" y="51810"/>
                        <a:pt x="40083" y="52717"/>
                        <a:pt x="38145" y="53397"/>
                      </a:cubicBezTo>
                      <a:cubicBezTo>
                        <a:pt x="36210" y="54072"/>
                        <a:pt x="34242" y="54554"/>
                        <a:pt x="32236" y="54834"/>
                      </a:cubicBezTo>
                      <a:cubicBezTo>
                        <a:pt x="30234" y="55114"/>
                        <a:pt x="28289" y="55252"/>
                        <a:pt x="26406" y="55252"/>
                      </a:cubicBezTo>
                      <a:cubicBezTo>
                        <a:pt x="22675" y="55252"/>
                        <a:pt x="19209" y="54632"/>
                        <a:pt x="16000" y="53397"/>
                      </a:cubicBezTo>
                      <a:cubicBezTo>
                        <a:pt x="12796" y="52161"/>
                        <a:pt x="10006" y="50331"/>
                        <a:pt x="7634" y="47908"/>
                      </a:cubicBezTo>
                      <a:cubicBezTo>
                        <a:pt x="5263" y="45488"/>
                        <a:pt x="3399" y="42490"/>
                        <a:pt x="2039" y="38917"/>
                      </a:cubicBezTo>
                      <a:cubicBezTo>
                        <a:pt x="683" y="35344"/>
                        <a:pt x="0" y="31203"/>
                        <a:pt x="0" y="26502"/>
                      </a:cubicBezTo>
                      <a:cubicBezTo>
                        <a:pt x="0" y="22843"/>
                        <a:pt x="594" y="19401"/>
                        <a:pt x="1782" y="16178"/>
                      </a:cubicBezTo>
                      <a:cubicBezTo>
                        <a:pt x="2962" y="12956"/>
                        <a:pt x="4661" y="10152"/>
                        <a:pt x="6876" y="7762"/>
                      </a:cubicBezTo>
                      <a:cubicBezTo>
                        <a:pt x="9091" y="5373"/>
                        <a:pt x="11791" y="3487"/>
                        <a:pt x="14981" y="2091"/>
                      </a:cubicBezTo>
                      <a:cubicBezTo>
                        <a:pt x="18170" y="698"/>
                        <a:pt x="21771" y="0"/>
                        <a:pt x="25782" y="0"/>
                      </a:cubicBezTo>
                      <a:close/>
                      <a:moveTo>
                        <a:pt x="26040" y="9252"/>
                      </a:moveTo>
                      <a:cubicBezTo>
                        <a:pt x="22275" y="9252"/>
                        <a:pt x="19332" y="10316"/>
                        <a:pt x="17207" y="12441"/>
                      </a:cubicBezTo>
                      <a:cubicBezTo>
                        <a:pt x="15078" y="14565"/>
                        <a:pt x="13719" y="17582"/>
                        <a:pt x="13128" y="21484"/>
                      </a:cubicBezTo>
                      <a:lnTo>
                        <a:pt x="37387" y="21484"/>
                      </a:lnTo>
                      <a:cubicBezTo>
                        <a:pt x="37387" y="19811"/>
                        <a:pt x="37159" y="18236"/>
                        <a:pt x="36707" y="16753"/>
                      </a:cubicBezTo>
                      <a:cubicBezTo>
                        <a:pt x="36255" y="15271"/>
                        <a:pt x="35560" y="13975"/>
                        <a:pt x="34619" y="12859"/>
                      </a:cubicBezTo>
                      <a:cubicBezTo>
                        <a:pt x="33678" y="11746"/>
                        <a:pt x="32490" y="10865"/>
                        <a:pt x="31064" y="10219"/>
                      </a:cubicBezTo>
                      <a:cubicBezTo>
                        <a:pt x="29633" y="9573"/>
                        <a:pt x="27960" y="9252"/>
                        <a:pt x="26040" y="925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2" name="Google Shape;2252;p90"/>
                <p:cNvSpPr/>
                <p:nvPr/>
              </p:nvSpPr>
              <p:spPr>
                <a:xfrm>
                  <a:off x="4436911" y="2777627"/>
                  <a:ext cx="34197" cy="54625"/>
                </a:xfrm>
                <a:custGeom>
                  <a:rect b="b" l="l" r="r" t="t"/>
                  <a:pathLst>
                    <a:path extrusionOk="0" h="54625" w="34197">
                      <a:moveTo>
                        <a:pt x="0" y="54625"/>
                      </a:moveTo>
                      <a:lnTo>
                        <a:pt x="0" y="993"/>
                      </a:lnTo>
                      <a:lnTo>
                        <a:pt x="7582" y="993"/>
                      </a:lnTo>
                      <a:cubicBezTo>
                        <a:pt x="8908" y="993"/>
                        <a:pt x="9834" y="1236"/>
                        <a:pt x="10353" y="1725"/>
                      </a:cubicBezTo>
                      <a:cubicBezTo>
                        <a:pt x="10876" y="2214"/>
                        <a:pt x="11227" y="3047"/>
                        <a:pt x="11403" y="4234"/>
                      </a:cubicBezTo>
                      <a:lnTo>
                        <a:pt x="12187" y="10716"/>
                      </a:lnTo>
                      <a:cubicBezTo>
                        <a:pt x="14099" y="7404"/>
                        <a:pt x="16352" y="4790"/>
                        <a:pt x="18929" y="2875"/>
                      </a:cubicBezTo>
                      <a:cubicBezTo>
                        <a:pt x="21509" y="960"/>
                        <a:pt x="24400" y="0"/>
                        <a:pt x="27609" y="0"/>
                      </a:cubicBezTo>
                      <a:cubicBezTo>
                        <a:pt x="30257" y="0"/>
                        <a:pt x="32453" y="609"/>
                        <a:pt x="34197" y="1830"/>
                      </a:cubicBezTo>
                      <a:lnTo>
                        <a:pt x="32524" y="11500"/>
                      </a:lnTo>
                      <a:cubicBezTo>
                        <a:pt x="32419" y="12127"/>
                        <a:pt x="32191" y="12572"/>
                        <a:pt x="31844" y="12833"/>
                      </a:cubicBezTo>
                      <a:cubicBezTo>
                        <a:pt x="31493" y="13094"/>
                        <a:pt x="31022" y="13225"/>
                        <a:pt x="30432" y="13225"/>
                      </a:cubicBezTo>
                      <a:cubicBezTo>
                        <a:pt x="29913" y="13225"/>
                        <a:pt x="29196" y="13106"/>
                        <a:pt x="28288" y="12859"/>
                      </a:cubicBezTo>
                      <a:cubicBezTo>
                        <a:pt x="27381" y="12617"/>
                        <a:pt x="26182" y="12493"/>
                        <a:pt x="24681" y="12493"/>
                      </a:cubicBezTo>
                      <a:cubicBezTo>
                        <a:pt x="21995" y="12493"/>
                        <a:pt x="19694" y="13232"/>
                        <a:pt x="17782" y="14711"/>
                      </a:cubicBezTo>
                      <a:cubicBezTo>
                        <a:pt x="15862" y="16197"/>
                        <a:pt x="14238" y="18366"/>
                        <a:pt x="12915" y="21223"/>
                      </a:cubicBezTo>
                      <a:lnTo>
                        <a:pt x="12915" y="54625"/>
                      </a:lnTo>
                      <a:lnTo>
                        <a:pt x="0" y="5462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3" name="Google Shape;2253;p90"/>
                <p:cNvSpPr/>
                <p:nvPr/>
              </p:nvSpPr>
              <p:spPr>
                <a:xfrm>
                  <a:off x="4478795" y="2754731"/>
                  <a:ext cx="16523" cy="77520"/>
                </a:xfrm>
                <a:custGeom>
                  <a:rect b="b" l="l" r="r" t="t"/>
                  <a:pathLst>
                    <a:path extrusionOk="0" h="77520" w="16523">
                      <a:moveTo>
                        <a:pt x="16523" y="8259"/>
                      </a:moveTo>
                      <a:cubicBezTo>
                        <a:pt x="16523" y="9376"/>
                        <a:pt x="16296" y="10421"/>
                        <a:pt x="15844" y="11395"/>
                      </a:cubicBezTo>
                      <a:cubicBezTo>
                        <a:pt x="15388" y="12374"/>
                        <a:pt x="14790" y="13225"/>
                        <a:pt x="14036" y="13953"/>
                      </a:cubicBezTo>
                      <a:cubicBezTo>
                        <a:pt x="13289" y="14689"/>
                        <a:pt x="12408" y="15271"/>
                        <a:pt x="11395" y="15708"/>
                      </a:cubicBezTo>
                      <a:cubicBezTo>
                        <a:pt x="10387" y="16141"/>
                        <a:pt x="9307" y="16361"/>
                        <a:pt x="8153" y="16361"/>
                      </a:cubicBezTo>
                      <a:cubicBezTo>
                        <a:pt x="7037" y="16361"/>
                        <a:pt x="5983" y="16141"/>
                        <a:pt x="4994" y="15708"/>
                      </a:cubicBezTo>
                      <a:cubicBezTo>
                        <a:pt x="4000" y="15271"/>
                        <a:pt x="3137" y="14689"/>
                        <a:pt x="2402" y="13953"/>
                      </a:cubicBezTo>
                      <a:cubicBezTo>
                        <a:pt x="1673" y="13225"/>
                        <a:pt x="1091" y="12374"/>
                        <a:pt x="650" y="11395"/>
                      </a:cubicBezTo>
                      <a:cubicBezTo>
                        <a:pt x="217" y="10421"/>
                        <a:pt x="0" y="9376"/>
                        <a:pt x="0" y="8259"/>
                      </a:cubicBezTo>
                      <a:cubicBezTo>
                        <a:pt x="0" y="7109"/>
                        <a:pt x="217" y="6026"/>
                        <a:pt x="650" y="5018"/>
                      </a:cubicBezTo>
                      <a:cubicBezTo>
                        <a:pt x="1091" y="4006"/>
                        <a:pt x="1673" y="3136"/>
                        <a:pt x="2402" y="2405"/>
                      </a:cubicBezTo>
                      <a:cubicBezTo>
                        <a:pt x="3137" y="1669"/>
                        <a:pt x="4000" y="1090"/>
                        <a:pt x="4994" y="653"/>
                      </a:cubicBezTo>
                      <a:cubicBezTo>
                        <a:pt x="5983" y="220"/>
                        <a:pt x="7037" y="0"/>
                        <a:pt x="8153" y="0"/>
                      </a:cubicBezTo>
                      <a:cubicBezTo>
                        <a:pt x="9307" y="0"/>
                        <a:pt x="10387" y="220"/>
                        <a:pt x="11395" y="653"/>
                      </a:cubicBezTo>
                      <a:cubicBezTo>
                        <a:pt x="12408" y="1090"/>
                        <a:pt x="13289" y="1669"/>
                        <a:pt x="14036" y="2405"/>
                      </a:cubicBezTo>
                      <a:cubicBezTo>
                        <a:pt x="14790" y="3136"/>
                        <a:pt x="15388" y="4006"/>
                        <a:pt x="15844" y="5018"/>
                      </a:cubicBezTo>
                      <a:cubicBezTo>
                        <a:pt x="16296" y="6026"/>
                        <a:pt x="16523" y="7109"/>
                        <a:pt x="16523" y="8259"/>
                      </a:cubicBezTo>
                      <a:close/>
                      <a:moveTo>
                        <a:pt x="14589" y="23889"/>
                      </a:moveTo>
                      <a:lnTo>
                        <a:pt x="14589" y="77520"/>
                      </a:lnTo>
                      <a:lnTo>
                        <a:pt x="1673" y="77520"/>
                      </a:lnTo>
                      <a:lnTo>
                        <a:pt x="1673" y="23889"/>
                      </a:lnTo>
                      <a:lnTo>
                        <a:pt x="14589"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4" name="Google Shape;2254;p90"/>
                <p:cNvSpPr/>
                <p:nvPr/>
              </p:nvSpPr>
              <p:spPr>
                <a:xfrm>
                  <a:off x="4507968" y="2777784"/>
                  <a:ext cx="46750" cy="54468"/>
                </a:xfrm>
                <a:custGeom>
                  <a:rect b="b" l="l" r="r" t="t"/>
                  <a:pathLst>
                    <a:path extrusionOk="0" h="54468" w="46750">
                      <a:moveTo>
                        <a:pt x="0" y="54468"/>
                      </a:moveTo>
                      <a:lnTo>
                        <a:pt x="0" y="836"/>
                      </a:lnTo>
                      <a:lnTo>
                        <a:pt x="7895" y="836"/>
                      </a:lnTo>
                      <a:cubicBezTo>
                        <a:pt x="9573" y="836"/>
                        <a:pt x="10671" y="1620"/>
                        <a:pt x="11190" y="3189"/>
                      </a:cubicBezTo>
                      <a:lnTo>
                        <a:pt x="12082" y="7423"/>
                      </a:lnTo>
                      <a:cubicBezTo>
                        <a:pt x="13162" y="6306"/>
                        <a:pt x="14301" y="5298"/>
                        <a:pt x="15507" y="4391"/>
                      </a:cubicBezTo>
                      <a:cubicBezTo>
                        <a:pt x="16710" y="3487"/>
                        <a:pt x="17980" y="2703"/>
                        <a:pt x="19324" y="2039"/>
                      </a:cubicBezTo>
                      <a:cubicBezTo>
                        <a:pt x="20662" y="1378"/>
                        <a:pt x="22103" y="870"/>
                        <a:pt x="23635" y="523"/>
                      </a:cubicBezTo>
                      <a:cubicBezTo>
                        <a:pt x="25170" y="175"/>
                        <a:pt x="26843" y="0"/>
                        <a:pt x="28654" y="0"/>
                      </a:cubicBezTo>
                      <a:cubicBezTo>
                        <a:pt x="31583" y="0"/>
                        <a:pt x="34182" y="497"/>
                        <a:pt x="36449" y="1486"/>
                      </a:cubicBezTo>
                      <a:cubicBezTo>
                        <a:pt x="38713" y="2483"/>
                        <a:pt x="40602" y="3876"/>
                        <a:pt x="42122" y="5672"/>
                      </a:cubicBezTo>
                      <a:cubicBezTo>
                        <a:pt x="43639" y="7468"/>
                        <a:pt x="44785" y="9607"/>
                        <a:pt x="45570" y="12101"/>
                      </a:cubicBezTo>
                      <a:cubicBezTo>
                        <a:pt x="46354" y="14592"/>
                        <a:pt x="46750" y="17340"/>
                        <a:pt x="46750" y="20334"/>
                      </a:cubicBezTo>
                      <a:lnTo>
                        <a:pt x="46750" y="54468"/>
                      </a:lnTo>
                      <a:lnTo>
                        <a:pt x="33835" y="54468"/>
                      </a:lnTo>
                      <a:lnTo>
                        <a:pt x="33835" y="20334"/>
                      </a:lnTo>
                      <a:cubicBezTo>
                        <a:pt x="33835" y="17056"/>
                        <a:pt x="33076" y="14524"/>
                        <a:pt x="31556" y="12728"/>
                      </a:cubicBezTo>
                      <a:cubicBezTo>
                        <a:pt x="30040" y="10936"/>
                        <a:pt x="27769" y="10036"/>
                        <a:pt x="24733" y="10036"/>
                      </a:cubicBezTo>
                      <a:cubicBezTo>
                        <a:pt x="22507" y="10036"/>
                        <a:pt x="20411" y="10540"/>
                        <a:pt x="18462" y="11552"/>
                      </a:cubicBezTo>
                      <a:cubicBezTo>
                        <a:pt x="16508" y="12560"/>
                        <a:pt x="14660" y="13938"/>
                        <a:pt x="12915" y="15682"/>
                      </a:cubicBezTo>
                      <a:lnTo>
                        <a:pt x="12915"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55" name="Google Shape;2255;p90"/>
                <p:cNvSpPr/>
                <p:nvPr/>
              </p:nvSpPr>
              <p:spPr>
                <a:xfrm>
                  <a:off x="4562196" y="2777679"/>
                  <a:ext cx="51239" cy="73443"/>
                </a:xfrm>
                <a:custGeom>
                  <a:rect b="b" l="l" r="r" t="t"/>
                  <a:pathLst>
                    <a:path extrusionOk="0" h="73443" w="51239">
                      <a:moveTo>
                        <a:pt x="23792" y="0"/>
                      </a:moveTo>
                      <a:cubicBezTo>
                        <a:pt x="26088" y="0"/>
                        <a:pt x="28251" y="235"/>
                        <a:pt x="30272" y="706"/>
                      </a:cubicBezTo>
                      <a:cubicBezTo>
                        <a:pt x="32292" y="1176"/>
                        <a:pt x="34141" y="1867"/>
                        <a:pt x="35818" y="2770"/>
                      </a:cubicBezTo>
                      <a:lnTo>
                        <a:pt x="51240" y="2770"/>
                      </a:lnTo>
                      <a:lnTo>
                        <a:pt x="51240" y="7580"/>
                      </a:lnTo>
                      <a:cubicBezTo>
                        <a:pt x="51240" y="8382"/>
                        <a:pt x="51034" y="9010"/>
                        <a:pt x="50616" y="9461"/>
                      </a:cubicBezTo>
                      <a:cubicBezTo>
                        <a:pt x="50194" y="9913"/>
                        <a:pt x="49480" y="10227"/>
                        <a:pt x="48468" y="10402"/>
                      </a:cubicBezTo>
                      <a:lnTo>
                        <a:pt x="43658" y="11291"/>
                      </a:lnTo>
                      <a:cubicBezTo>
                        <a:pt x="44009" y="12194"/>
                        <a:pt x="44278" y="13154"/>
                        <a:pt x="44472" y="14166"/>
                      </a:cubicBezTo>
                      <a:cubicBezTo>
                        <a:pt x="44662" y="15178"/>
                        <a:pt x="44756" y="16238"/>
                        <a:pt x="44756" y="17355"/>
                      </a:cubicBezTo>
                      <a:cubicBezTo>
                        <a:pt x="44756" y="20002"/>
                        <a:pt x="44229" y="22399"/>
                        <a:pt x="43161" y="24542"/>
                      </a:cubicBezTo>
                      <a:cubicBezTo>
                        <a:pt x="42096" y="26685"/>
                        <a:pt x="40636" y="28504"/>
                        <a:pt x="38772" y="30005"/>
                      </a:cubicBezTo>
                      <a:cubicBezTo>
                        <a:pt x="36909" y="31502"/>
                        <a:pt x="34694" y="32663"/>
                        <a:pt x="32128" y="33477"/>
                      </a:cubicBezTo>
                      <a:cubicBezTo>
                        <a:pt x="29569" y="34298"/>
                        <a:pt x="26787" y="34709"/>
                        <a:pt x="23792" y="34709"/>
                      </a:cubicBezTo>
                      <a:cubicBezTo>
                        <a:pt x="21767" y="34709"/>
                        <a:pt x="19799" y="34519"/>
                        <a:pt x="17883" y="34134"/>
                      </a:cubicBezTo>
                      <a:cubicBezTo>
                        <a:pt x="16209" y="35153"/>
                        <a:pt x="15373" y="36292"/>
                        <a:pt x="15373" y="37554"/>
                      </a:cubicBezTo>
                      <a:cubicBezTo>
                        <a:pt x="15373" y="38645"/>
                        <a:pt x="15870" y="39443"/>
                        <a:pt x="16859" y="39951"/>
                      </a:cubicBezTo>
                      <a:cubicBezTo>
                        <a:pt x="17853" y="40463"/>
                        <a:pt x="19164" y="40821"/>
                        <a:pt x="20781" y="41030"/>
                      </a:cubicBezTo>
                      <a:cubicBezTo>
                        <a:pt x="22406" y="41243"/>
                        <a:pt x="24243" y="41348"/>
                        <a:pt x="26301" y="41348"/>
                      </a:cubicBezTo>
                      <a:cubicBezTo>
                        <a:pt x="28359" y="41348"/>
                        <a:pt x="30466" y="41434"/>
                        <a:pt x="32625" y="41609"/>
                      </a:cubicBezTo>
                      <a:cubicBezTo>
                        <a:pt x="34787" y="41785"/>
                        <a:pt x="36897" y="42091"/>
                        <a:pt x="38952" y="42528"/>
                      </a:cubicBezTo>
                      <a:cubicBezTo>
                        <a:pt x="41010" y="42968"/>
                        <a:pt x="42847" y="43655"/>
                        <a:pt x="44472" y="44600"/>
                      </a:cubicBezTo>
                      <a:cubicBezTo>
                        <a:pt x="46093" y="45544"/>
                        <a:pt x="47396" y="46829"/>
                        <a:pt x="48393" y="48453"/>
                      </a:cubicBezTo>
                      <a:cubicBezTo>
                        <a:pt x="49383" y="50081"/>
                        <a:pt x="49880" y="52168"/>
                        <a:pt x="49880" y="54722"/>
                      </a:cubicBezTo>
                      <a:cubicBezTo>
                        <a:pt x="49880" y="57100"/>
                        <a:pt x="49297" y="59404"/>
                        <a:pt x="48128" y="61641"/>
                      </a:cubicBezTo>
                      <a:cubicBezTo>
                        <a:pt x="46963" y="63881"/>
                        <a:pt x="45271" y="65871"/>
                        <a:pt x="43056" y="67622"/>
                      </a:cubicBezTo>
                      <a:cubicBezTo>
                        <a:pt x="40842" y="69370"/>
                        <a:pt x="38134" y="70777"/>
                        <a:pt x="34925" y="71845"/>
                      </a:cubicBezTo>
                      <a:cubicBezTo>
                        <a:pt x="31721" y="72909"/>
                        <a:pt x="28057" y="73443"/>
                        <a:pt x="23948" y="73443"/>
                      </a:cubicBezTo>
                      <a:cubicBezTo>
                        <a:pt x="19866" y="73443"/>
                        <a:pt x="16329" y="73051"/>
                        <a:pt x="13330" y="72267"/>
                      </a:cubicBezTo>
                      <a:cubicBezTo>
                        <a:pt x="10331" y="71483"/>
                        <a:pt x="7847" y="70438"/>
                        <a:pt x="5883" y="69131"/>
                      </a:cubicBezTo>
                      <a:cubicBezTo>
                        <a:pt x="3910" y="67824"/>
                        <a:pt x="2439" y="66315"/>
                        <a:pt x="1460" y="64609"/>
                      </a:cubicBezTo>
                      <a:cubicBezTo>
                        <a:pt x="486" y="62899"/>
                        <a:pt x="0" y="61126"/>
                        <a:pt x="0" y="59277"/>
                      </a:cubicBezTo>
                      <a:cubicBezTo>
                        <a:pt x="0" y="56768"/>
                        <a:pt x="766" y="54659"/>
                        <a:pt x="2301" y="52952"/>
                      </a:cubicBezTo>
                      <a:cubicBezTo>
                        <a:pt x="3832" y="51242"/>
                        <a:pt x="5957" y="49887"/>
                        <a:pt x="8680" y="48875"/>
                      </a:cubicBezTo>
                      <a:cubicBezTo>
                        <a:pt x="7354" y="48143"/>
                        <a:pt x="6290" y="47169"/>
                        <a:pt x="5487" y="45948"/>
                      </a:cubicBezTo>
                      <a:cubicBezTo>
                        <a:pt x="4687" y="44727"/>
                        <a:pt x="4284" y="43140"/>
                        <a:pt x="4284" y="41191"/>
                      </a:cubicBezTo>
                      <a:cubicBezTo>
                        <a:pt x="4284" y="40388"/>
                        <a:pt x="4422" y="39559"/>
                        <a:pt x="4706" y="38708"/>
                      </a:cubicBezTo>
                      <a:cubicBezTo>
                        <a:pt x="4982" y="37853"/>
                        <a:pt x="5412" y="37009"/>
                        <a:pt x="5983" y="36173"/>
                      </a:cubicBezTo>
                      <a:cubicBezTo>
                        <a:pt x="6562" y="35336"/>
                        <a:pt x="7283" y="34545"/>
                        <a:pt x="8153" y="33791"/>
                      </a:cubicBezTo>
                      <a:cubicBezTo>
                        <a:pt x="9027" y="33044"/>
                        <a:pt x="10055" y="32376"/>
                        <a:pt x="11242" y="31782"/>
                      </a:cubicBezTo>
                      <a:cubicBezTo>
                        <a:pt x="8523" y="30318"/>
                        <a:pt x="6387" y="28365"/>
                        <a:pt x="4837" y="25927"/>
                      </a:cubicBezTo>
                      <a:cubicBezTo>
                        <a:pt x="3283" y="23489"/>
                        <a:pt x="2510" y="20629"/>
                        <a:pt x="2510" y="17355"/>
                      </a:cubicBezTo>
                      <a:cubicBezTo>
                        <a:pt x="2510" y="14707"/>
                        <a:pt x="3036" y="12310"/>
                        <a:pt x="4101" y="10167"/>
                      </a:cubicBezTo>
                      <a:cubicBezTo>
                        <a:pt x="5169" y="8024"/>
                        <a:pt x="6648" y="6194"/>
                        <a:pt x="8549" y="4678"/>
                      </a:cubicBezTo>
                      <a:cubicBezTo>
                        <a:pt x="10447" y="3163"/>
                        <a:pt x="12695" y="2005"/>
                        <a:pt x="15291" y="1202"/>
                      </a:cubicBezTo>
                      <a:cubicBezTo>
                        <a:pt x="17890" y="399"/>
                        <a:pt x="20725" y="0"/>
                        <a:pt x="23792" y="0"/>
                      </a:cubicBezTo>
                      <a:close/>
                      <a:moveTo>
                        <a:pt x="37962" y="56824"/>
                      </a:moveTo>
                      <a:cubicBezTo>
                        <a:pt x="37962" y="55756"/>
                        <a:pt x="37648" y="54886"/>
                        <a:pt x="37021" y="54211"/>
                      </a:cubicBezTo>
                      <a:cubicBezTo>
                        <a:pt x="36393" y="53535"/>
                        <a:pt x="35534" y="53008"/>
                        <a:pt x="34455" y="52635"/>
                      </a:cubicBezTo>
                      <a:cubicBezTo>
                        <a:pt x="33375" y="52262"/>
                        <a:pt x="32109" y="51989"/>
                        <a:pt x="30668" y="51810"/>
                      </a:cubicBezTo>
                      <a:cubicBezTo>
                        <a:pt x="29218" y="51631"/>
                        <a:pt x="27687" y="51541"/>
                        <a:pt x="26062" y="51541"/>
                      </a:cubicBezTo>
                      <a:lnTo>
                        <a:pt x="21046" y="51541"/>
                      </a:lnTo>
                      <a:cubicBezTo>
                        <a:pt x="19321" y="51541"/>
                        <a:pt x="17651" y="51351"/>
                        <a:pt x="16053" y="50966"/>
                      </a:cubicBezTo>
                      <a:cubicBezTo>
                        <a:pt x="14585" y="51769"/>
                        <a:pt x="13412" y="52717"/>
                        <a:pt x="12519" y="53815"/>
                      </a:cubicBezTo>
                      <a:cubicBezTo>
                        <a:pt x="11634" y="54913"/>
                        <a:pt x="11190" y="56175"/>
                        <a:pt x="11190" y="57601"/>
                      </a:cubicBezTo>
                      <a:cubicBezTo>
                        <a:pt x="11190" y="58545"/>
                        <a:pt x="11421" y="59427"/>
                        <a:pt x="11892" y="60241"/>
                      </a:cubicBezTo>
                      <a:cubicBezTo>
                        <a:pt x="12363" y="61062"/>
                        <a:pt x="13113" y="61768"/>
                        <a:pt x="14144" y="62361"/>
                      </a:cubicBezTo>
                      <a:cubicBezTo>
                        <a:pt x="15167" y="62951"/>
                        <a:pt x="16505" y="63414"/>
                        <a:pt x="18141" y="63747"/>
                      </a:cubicBezTo>
                      <a:cubicBezTo>
                        <a:pt x="19780" y="64079"/>
                        <a:pt x="21786" y="64243"/>
                        <a:pt x="24158" y="64243"/>
                      </a:cubicBezTo>
                      <a:cubicBezTo>
                        <a:pt x="26559" y="64243"/>
                        <a:pt x="28636" y="64057"/>
                        <a:pt x="30380" y="63679"/>
                      </a:cubicBezTo>
                      <a:cubicBezTo>
                        <a:pt x="32120" y="63310"/>
                        <a:pt x="33558" y="62794"/>
                        <a:pt x="34694" y="62134"/>
                      </a:cubicBezTo>
                      <a:cubicBezTo>
                        <a:pt x="35825" y="61476"/>
                        <a:pt x="36651" y="60696"/>
                        <a:pt x="37177" y="59785"/>
                      </a:cubicBezTo>
                      <a:cubicBezTo>
                        <a:pt x="37700" y="58878"/>
                        <a:pt x="37962" y="57892"/>
                        <a:pt x="37962" y="56824"/>
                      </a:cubicBezTo>
                      <a:close/>
                      <a:moveTo>
                        <a:pt x="23792" y="26450"/>
                      </a:moveTo>
                      <a:cubicBezTo>
                        <a:pt x="25394" y="26450"/>
                        <a:pt x="26787" y="26233"/>
                        <a:pt x="27975" y="25797"/>
                      </a:cubicBezTo>
                      <a:cubicBezTo>
                        <a:pt x="29155" y="25363"/>
                        <a:pt x="30141" y="24762"/>
                        <a:pt x="30925" y="23990"/>
                      </a:cubicBezTo>
                      <a:cubicBezTo>
                        <a:pt x="31713" y="23224"/>
                        <a:pt x="32303" y="22302"/>
                        <a:pt x="32707" y="21223"/>
                      </a:cubicBezTo>
                      <a:cubicBezTo>
                        <a:pt x="33107" y="20144"/>
                        <a:pt x="33308" y="18956"/>
                        <a:pt x="33308" y="17668"/>
                      </a:cubicBezTo>
                      <a:cubicBezTo>
                        <a:pt x="33308" y="15021"/>
                        <a:pt x="32513" y="12923"/>
                        <a:pt x="30925" y="11369"/>
                      </a:cubicBezTo>
                      <a:cubicBezTo>
                        <a:pt x="29338" y="9820"/>
                        <a:pt x="26962" y="9043"/>
                        <a:pt x="23792" y="9043"/>
                      </a:cubicBezTo>
                      <a:cubicBezTo>
                        <a:pt x="20617" y="9043"/>
                        <a:pt x="18241" y="9820"/>
                        <a:pt x="16654" y="11369"/>
                      </a:cubicBezTo>
                      <a:cubicBezTo>
                        <a:pt x="15067" y="12923"/>
                        <a:pt x="14271" y="15021"/>
                        <a:pt x="14271" y="17668"/>
                      </a:cubicBezTo>
                      <a:cubicBezTo>
                        <a:pt x="14271" y="18923"/>
                        <a:pt x="14473" y="20091"/>
                        <a:pt x="14872" y="21171"/>
                      </a:cubicBezTo>
                      <a:cubicBezTo>
                        <a:pt x="15276" y="22253"/>
                        <a:pt x="15870" y="23183"/>
                        <a:pt x="16654" y="23967"/>
                      </a:cubicBezTo>
                      <a:cubicBezTo>
                        <a:pt x="17438" y="24751"/>
                        <a:pt x="18428" y="25363"/>
                        <a:pt x="19635" y="25797"/>
                      </a:cubicBezTo>
                      <a:cubicBezTo>
                        <a:pt x="20837" y="26233"/>
                        <a:pt x="22223" y="26450"/>
                        <a:pt x="23792" y="2645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sp>
          <p:nvSpPr>
            <p:cNvPr id="2256" name="Google Shape;2256;p90"/>
            <p:cNvSpPr/>
            <p:nvPr/>
          </p:nvSpPr>
          <p:spPr>
            <a:xfrm>
              <a:off x="3891072" y="1808329"/>
              <a:ext cx="1197068" cy="587216"/>
            </a:xfrm>
            <a:custGeom>
              <a:rect b="b" l="l" r="r" t="t"/>
              <a:pathLst>
                <a:path extrusionOk="0" h="782955" w="1596090">
                  <a:moveTo>
                    <a:pt x="1513275" y="0"/>
                  </a:moveTo>
                  <a:cubicBezTo>
                    <a:pt x="1559013" y="0"/>
                    <a:pt x="1596091" y="37066"/>
                    <a:pt x="1596091" y="82790"/>
                  </a:cubicBezTo>
                  <a:lnTo>
                    <a:pt x="1596091" y="700166"/>
                  </a:lnTo>
                  <a:cubicBezTo>
                    <a:pt x="1596091" y="745890"/>
                    <a:pt x="1559013" y="782956"/>
                    <a:pt x="1513275" y="782956"/>
                  </a:cubicBezTo>
                  <a:lnTo>
                    <a:pt x="82816" y="782956"/>
                  </a:lnTo>
                  <a:cubicBezTo>
                    <a:pt x="37078" y="782956"/>
                    <a:pt x="0" y="745890"/>
                    <a:pt x="0" y="700166"/>
                  </a:cubicBezTo>
                  <a:lnTo>
                    <a:pt x="0" y="82790"/>
                  </a:lnTo>
                  <a:cubicBezTo>
                    <a:pt x="0" y="37066"/>
                    <a:pt x="37078" y="0"/>
                    <a:pt x="82816"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57" name="Google Shape;2257;p90"/>
            <p:cNvGrpSpPr/>
            <p:nvPr/>
          </p:nvGrpSpPr>
          <p:grpSpPr>
            <a:xfrm>
              <a:off x="4325272" y="1906473"/>
              <a:ext cx="324920" cy="389780"/>
              <a:chOff x="5661779" y="2338764"/>
              <a:chExt cx="433227" cy="519706"/>
            </a:xfrm>
          </p:grpSpPr>
          <p:sp>
            <p:nvSpPr>
              <p:cNvPr id="2258" name="Google Shape;2258;p90"/>
              <p:cNvSpPr/>
              <p:nvPr/>
            </p:nvSpPr>
            <p:spPr>
              <a:xfrm>
                <a:off x="5741177" y="2338764"/>
                <a:ext cx="330896" cy="330154"/>
              </a:xfrm>
              <a:custGeom>
                <a:rect b="b" l="l" r="r" t="t"/>
                <a:pathLst>
                  <a:path extrusionOk="0" h="330154" w="330896">
                    <a:moveTo>
                      <a:pt x="330896" y="301420"/>
                    </a:moveTo>
                    <a:cubicBezTo>
                      <a:pt x="330896" y="305504"/>
                      <a:pt x="327572" y="308816"/>
                      <a:pt x="323464" y="308816"/>
                    </a:cubicBezTo>
                    <a:lnTo>
                      <a:pt x="36147" y="308816"/>
                    </a:lnTo>
                    <a:lnTo>
                      <a:pt x="36147" y="322758"/>
                    </a:lnTo>
                    <a:cubicBezTo>
                      <a:pt x="36147" y="326843"/>
                      <a:pt x="32834" y="330155"/>
                      <a:pt x="28748" y="330155"/>
                    </a:cubicBezTo>
                    <a:cubicBezTo>
                      <a:pt x="24658" y="330155"/>
                      <a:pt x="21345" y="326843"/>
                      <a:pt x="21345" y="322758"/>
                    </a:cubicBezTo>
                    <a:lnTo>
                      <a:pt x="21345" y="308816"/>
                    </a:lnTo>
                    <a:lnTo>
                      <a:pt x="7403" y="308816"/>
                    </a:lnTo>
                    <a:cubicBezTo>
                      <a:pt x="3313" y="308816"/>
                      <a:pt x="0" y="305504"/>
                      <a:pt x="0" y="301420"/>
                    </a:cubicBezTo>
                    <a:cubicBezTo>
                      <a:pt x="0" y="297331"/>
                      <a:pt x="3313" y="294019"/>
                      <a:pt x="7403" y="294019"/>
                    </a:cubicBezTo>
                    <a:lnTo>
                      <a:pt x="21345" y="294019"/>
                    </a:lnTo>
                    <a:lnTo>
                      <a:pt x="21345" y="7397"/>
                    </a:lnTo>
                    <a:cubicBezTo>
                      <a:pt x="21345" y="3312"/>
                      <a:pt x="24658" y="0"/>
                      <a:pt x="28748" y="0"/>
                    </a:cubicBezTo>
                    <a:cubicBezTo>
                      <a:pt x="32834" y="0"/>
                      <a:pt x="36147" y="3312"/>
                      <a:pt x="36147" y="7397"/>
                    </a:cubicBezTo>
                    <a:lnTo>
                      <a:pt x="36147" y="294019"/>
                    </a:lnTo>
                    <a:lnTo>
                      <a:pt x="323464" y="294019"/>
                    </a:lnTo>
                    <a:cubicBezTo>
                      <a:pt x="327572" y="294019"/>
                      <a:pt x="330896" y="297331"/>
                      <a:pt x="330896" y="301420"/>
                    </a:cubicBezTo>
                    <a:close/>
                    <a:moveTo>
                      <a:pt x="139149" y="144344"/>
                    </a:moveTo>
                    <a:cubicBezTo>
                      <a:pt x="135727" y="144344"/>
                      <a:pt x="132952" y="147118"/>
                      <a:pt x="132952" y="150538"/>
                    </a:cubicBezTo>
                    <a:lnTo>
                      <a:pt x="132952" y="259758"/>
                    </a:lnTo>
                    <a:cubicBezTo>
                      <a:pt x="132952" y="263182"/>
                      <a:pt x="135727" y="265956"/>
                      <a:pt x="139149" y="265956"/>
                    </a:cubicBezTo>
                    <a:lnTo>
                      <a:pt x="165129" y="265956"/>
                    </a:lnTo>
                    <a:cubicBezTo>
                      <a:pt x="168550" y="265956"/>
                      <a:pt x="171325" y="263182"/>
                      <a:pt x="171325" y="259758"/>
                    </a:cubicBezTo>
                    <a:lnTo>
                      <a:pt x="171325" y="150538"/>
                    </a:lnTo>
                    <a:cubicBezTo>
                      <a:pt x="171325" y="147118"/>
                      <a:pt x="168550" y="144344"/>
                      <a:pt x="165129" y="144344"/>
                    </a:cubicBezTo>
                    <a:lnTo>
                      <a:pt x="139149" y="144344"/>
                    </a:lnTo>
                    <a:close/>
                    <a:moveTo>
                      <a:pt x="75830" y="265956"/>
                    </a:moveTo>
                    <a:lnTo>
                      <a:pt x="101807" y="265956"/>
                    </a:lnTo>
                    <a:cubicBezTo>
                      <a:pt x="105232" y="265956"/>
                      <a:pt x="108007" y="263182"/>
                      <a:pt x="108007" y="259758"/>
                    </a:cubicBezTo>
                    <a:lnTo>
                      <a:pt x="108007" y="189492"/>
                    </a:lnTo>
                    <a:cubicBezTo>
                      <a:pt x="108007" y="186072"/>
                      <a:pt x="105232" y="183298"/>
                      <a:pt x="101807" y="183298"/>
                    </a:cubicBezTo>
                    <a:lnTo>
                      <a:pt x="75830" y="183298"/>
                    </a:lnTo>
                    <a:cubicBezTo>
                      <a:pt x="72405" y="183298"/>
                      <a:pt x="69630" y="186072"/>
                      <a:pt x="69630" y="189492"/>
                    </a:cubicBezTo>
                    <a:lnTo>
                      <a:pt x="69630" y="259758"/>
                    </a:lnTo>
                    <a:cubicBezTo>
                      <a:pt x="69630" y="263182"/>
                      <a:pt x="72405" y="265956"/>
                      <a:pt x="75830" y="265956"/>
                    </a:cubicBezTo>
                    <a:close/>
                    <a:moveTo>
                      <a:pt x="202471" y="183298"/>
                    </a:moveTo>
                    <a:cubicBezTo>
                      <a:pt x="199049" y="183298"/>
                      <a:pt x="196274" y="186072"/>
                      <a:pt x="196274" y="189492"/>
                    </a:cubicBezTo>
                    <a:lnTo>
                      <a:pt x="196274" y="259758"/>
                    </a:lnTo>
                    <a:cubicBezTo>
                      <a:pt x="196274" y="263182"/>
                      <a:pt x="199049" y="265956"/>
                      <a:pt x="202471" y="265956"/>
                    </a:cubicBezTo>
                    <a:lnTo>
                      <a:pt x="228447" y="265956"/>
                    </a:lnTo>
                    <a:cubicBezTo>
                      <a:pt x="231872" y="265956"/>
                      <a:pt x="234647" y="263182"/>
                      <a:pt x="234647" y="259758"/>
                    </a:cubicBezTo>
                    <a:lnTo>
                      <a:pt x="234647" y="189492"/>
                    </a:lnTo>
                    <a:cubicBezTo>
                      <a:pt x="234647" y="186072"/>
                      <a:pt x="231872" y="183298"/>
                      <a:pt x="228447" y="183298"/>
                    </a:cubicBezTo>
                    <a:lnTo>
                      <a:pt x="202471" y="183298"/>
                    </a:lnTo>
                    <a:close/>
                    <a:moveTo>
                      <a:pt x="259593" y="137552"/>
                    </a:moveTo>
                    <a:lnTo>
                      <a:pt x="259593" y="259758"/>
                    </a:lnTo>
                    <a:cubicBezTo>
                      <a:pt x="259593" y="263182"/>
                      <a:pt x="262368" y="265956"/>
                      <a:pt x="265793" y="265956"/>
                    </a:cubicBezTo>
                    <a:lnTo>
                      <a:pt x="291769" y="265956"/>
                    </a:lnTo>
                    <a:cubicBezTo>
                      <a:pt x="295194" y="265956"/>
                      <a:pt x="297969" y="263182"/>
                      <a:pt x="297969" y="259758"/>
                    </a:cubicBezTo>
                    <a:lnTo>
                      <a:pt x="297969" y="137552"/>
                    </a:lnTo>
                    <a:cubicBezTo>
                      <a:pt x="297969" y="134132"/>
                      <a:pt x="295194" y="131358"/>
                      <a:pt x="291769" y="131358"/>
                    </a:cubicBezTo>
                    <a:lnTo>
                      <a:pt x="265793" y="131358"/>
                    </a:lnTo>
                    <a:cubicBezTo>
                      <a:pt x="262368" y="131358"/>
                      <a:pt x="259593" y="134132"/>
                      <a:pt x="259593" y="137552"/>
                    </a:cubicBezTo>
                    <a:close/>
                    <a:moveTo>
                      <a:pt x="83804" y="145546"/>
                    </a:moveTo>
                    <a:cubicBezTo>
                      <a:pt x="85437" y="145546"/>
                      <a:pt x="87076" y="145008"/>
                      <a:pt x="88447" y="143903"/>
                    </a:cubicBezTo>
                    <a:lnTo>
                      <a:pt x="156087" y="89338"/>
                    </a:lnTo>
                    <a:lnTo>
                      <a:pt x="207954" y="141293"/>
                    </a:lnTo>
                    <a:cubicBezTo>
                      <a:pt x="210800" y="144150"/>
                      <a:pt x="215408" y="144194"/>
                      <a:pt x="218322" y="141405"/>
                    </a:cubicBezTo>
                    <a:lnTo>
                      <a:pt x="282921" y="79343"/>
                    </a:lnTo>
                    <a:cubicBezTo>
                      <a:pt x="285868" y="76512"/>
                      <a:pt x="285961" y="71830"/>
                      <a:pt x="283127" y="68881"/>
                    </a:cubicBezTo>
                    <a:cubicBezTo>
                      <a:pt x="280299" y="65931"/>
                      <a:pt x="275604" y="65837"/>
                      <a:pt x="272661" y="68671"/>
                    </a:cubicBezTo>
                    <a:lnTo>
                      <a:pt x="213302" y="125705"/>
                    </a:lnTo>
                    <a:lnTo>
                      <a:pt x="161864" y="74171"/>
                    </a:lnTo>
                    <a:cubicBezTo>
                      <a:pt x="159179" y="71483"/>
                      <a:pt x="154925" y="71266"/>
                      <a:pt x="151978" y="73641"/>
                    </a:cubicBezTo>
                    <a:lnTo>
                      <a:pt x="79151" y="132392"/>
                    </a:lnTo>
                    <a:cubicBezTo>
                      <a:pt x="75972" y="134957"/>
                      <a:pt x="75475" y="139613"/>
                      <a:pt x="78041" y="142794"/>
                    </a:cubicBezTo>
                    <a:cubicBezTo>
                      <a:pt x="79506" y="144605"/>
                      <a:pt x="81642" y="145546"/>
                      <a:pt x="83804" y="145546"/>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59" name="Google Shape;2259;p90"/>
              <p:cNvGrpSpPr/>
              <p:nvPr/>
            </p:nvGrpSpPr>
            <p:grpSpPr>
              <a:xfrm>
                <a:off x="5661779" y="2763282"/>
                <a:ext cx="433227" cy="95188"/>
                <a:chOff x="5661779" y="2763282"/>
                <a:chExt cx="433227" cy="95188"/>
              </a:xfrm>
            </p:grpSpPr>
            <p:sp>
              <p:nvSpPr>
                <p:cNvPr id="2260" name="Google Shape;2260;p90"/>
                <p:cNvSpPr/>
                <p:nvPr/>
              </p:nvSpPr>
              <p:spPr>
                <a:xfrm>
                  <a:off x="5661779" y="2765373"/>
                  <a:ext cx="73780" cy="75586"/>
                </a:xfrm>
                <a:custGeom>
                  <a:rect b="b" l="l" r="r" t="t"/>
                  <a:pathLst>
                    <a:path extrusionOk="0" h="75586" w="73780">
                      <a:moveTo>
                        <a:pt x="73780" y="75586"/>
                      </a:moveTo>
                      <a:lnTo>
                        <a:pt x="62904" y="75586"/>
                      </a:lnTo>
                      <a:cubicBezTo>
                        <a:pt x="61686" y="75586"/>
                        <a:pt x="60682" y="75280"/>
                        <a:pt x="59897" y="74672"/>
                      </a:cubicBezTo>
                      <a:cubicBezTo>
                        <a:pt x="59113" y="74063"/>
                        <a:pt x="58545" y="73305"/>
                        <a:pt x="58198" y="72398"/>
                      </a:cubicBezTo>
                      <a:lnTo>
                        <a:pt x="52551" y="56977"/>
                      </a:lnTo>
                      <a:lnTo>
                        <a:pt x="21229" y="56977"/>
                      </a:lnTo>
                      <a:lnTo>
                        <a:pt x="15582" y="72398"/>
                      </a:lnTo>
                      <a:cubicBezTo>
                        <a:pt x="15306" y="73197"/>
                        <a:pt x="14753" y="73932"/>
                        <a:pt x="13935" y="74593"/>
                      </a:cubicBezTo>
                      <a:cubicBezTo>
                        <a:pt x="13117" y="75254"/>
                        <a:pt x="12113" y="75586"/>
                        <a:pt x="10929" y="75586"/>
                      </a:cubicBezTo>
                      <a:lnTo>
                        <a:pt x="0" y="75586"/>
                      </a:lnTo>
                      <a:lnTo>
                        <a:pt x="29700" y="0"/>
                      </a:lnTo>
                      <a:lnTo>
                        <a:pt x="44080" y="0"/>
                      </a:lnTo>
                      <a:lnTo>
                        <a:pt x="73780" y="75586"/>
                      </a:lnTo>
                      <a:close/>
                      <a:moveTo>
                        <a:pt x="24837" y="47045"/>
                      </a:moveTo>
                      <a:lnTo>
                        <a:pt x="48946" y="47045"/>
                      </a:lnTo>
                      <a:lnTo>
                        <a:pt x="39740" y="21902"/>
                      </a:lnTo>
                      <a:cubicBezTo>
                        <a:pt x="39321" y="20786"/>
                        <a:pt x="38858" y="19472"/>
                        <a:pt x="38354" y="17956"/>
                      </a:cubicBezTo>
                      <a:cubicBezTo>
                        <a:pt x="37850" y="16440"/>
                        <a:pt x="37353" y="14793"/>
                        <a:pt x="36864" y="13016"/>
                      </a:cubicBezTo>
                      <a:cubicBezTo>
                        <a:pt x="36375" y="14793"/>
                        <a:pt x="35897" y="16447"/>
                        <a:pt x="35426" y="17982"/>
                      </a:cubicBezTo>
                      <a:cubicBezTo>
                        <a:pt x="34955" y="19513"/>
                        <a:pt x="34492" y="20857"/>
                        <a:pt x="34040" y="22007"/>
                      </a:cubicBezTo>
                      <a:lnTo>
                        <a:pt x="24837" y="4704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1" name="Google Shape;2261;p90"/>
                <p:cNvSpPr/>
                <p:nvPr/>
              </p:nvSpPr>
              <p:spPr>
                <a:xfrm>
                  <a:off x="5742618" y="2786491"/>
                  <a:ext cx="46746" cy="54468"/>
                </a:xfrm>
                <a:custGeom>
                  <a:rect b="b" l="l" r="r" t="t"/>
                  <a:pathLst>
                    <a:path extrusionOk="0" h="54468" w="46746">
                      <a:moveTo>
                        <a:pt x="0" y="54468"/>
                      </a:moveTo>
                      <a:lnTo>
                        <a:pt x="0" y="836"/>
                      </a:lnTo>
                      <a:lnTo>
                        <a:pt x="7896" y="836"/>
                      </a:lnTo>
                      <a:cubicBezTo>
                        <a:pt x="9569" y="836"/>
                        <a:pt x="10667" y="1620"/>
                        <a:pt x="11190" y="3189"/>
                      </a:cubicBezTo>
                      <a:lnTo>
                        <a:pt x="12079" y="7423"/>
                      </a:lnTo>
                      <a:cubicBezTo>
                        <a:pt x="13158" y="6306"/>
                        <a:pt x="14301" y="5298"/>
                        <a:pt x="15504" y="4391"/>
                      </a:cubicBezTo>
                      <a:cubicBezTo>
                        <a:pt x="16706" y="3487"/>
                        <a:pt x="17976" y="2703"/>
                        <a:pt x="19321" y="2039"/>
                      </a:cubicBezTo>
                      <a:cubicBezTo>
                        <a:pt x="20662" y="1378"/>
                        <a:pt x="22103" y="870"/>
                        <a:pt x="23635" y="523"/>
                      </a:cubicBezTo>
                      <a:cubicBezTo>
                        <a:pt x="25170" y="175"/>
                        <a:pt x="26839" y="0"/>
                        <a:pt x="28651" y="0"/>
                      </a:cubicBezTo>
                      <a:cubicBezTo>
                        <a:pt x="31583" y="0"/>
                        <a:pt x="34178" y="497"/>
                        <a:pt x="36445" y="1486"/>
                      </a:cubicBezTo>
                      <a:cubicBezTo>
                        <a:pt x="38713" y="2483"/>
                        <a:pt x="40602" y="3876"/>
                        <a:pt x="42119" y="5672"/>
                      </a:cubicBezTo>
                      <a:cubicBezTo>
                        <a:pt x="43635" y="7468"/>
                        <a:pt x="44785" y="9607"/>
                        <a:pt x="45570" y="12101"/>
                      </a:cubicBezTo>
                      <a:cubicBezTo>
                        <a:pt x="46354" y="14592"/>
                        <a:pt x="46746" y="17340"/>
                        <a:pt x="46746" y="20334"/>
                      </a:cubicBezTo>
                      <a:lnTo>
                        <a:pt x="46746" y="54468"/>
                      </a:lnTo>
                      <a:lnTo>
                        <a:pt x="33831" y="54468"/>
                      </a:lnTo>
                      <a:lnTo>
                        <a:pt x="33831" y="20334"/>
                      </a:lnTo>
                      <a:cubicBezTo>
                        <a:pt x="33831" y="17056"/>
                        <a:pt x="33073" y="14524"/>
                        <a:pt x="31556" y="12728"/>
                      </a:cubicBezTo>
                      <a:cubicBezTo>
                        <a:pt x="30040" y="10936"/>
                        <a:pt x="27765" y="10036"/>
                        <a:pt x="24733" y="10036"/>
                      </a:cubicBezTo>
                      <a:cubicBezTo>
                        <a:pt x="22503" y="10036"/>
                        <a:pt x="20408" y="10540"/>
                        <a:pt x="18458" y="11552"/>
                      </a:cubicBezTo>
                      <a:cubicBezTo>
                        <a:pt x="16508" y="12560"/>
                        <a:pt x="14656" y="13938"/>
                        <a:pt x="12915" y="15682"/>
                      </a:cubicBezTo>
                      <a:lnTo>
                        <a:pt x="12915"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2" name="Google Shape;2262;p90"/>
                <p:cNvSpPr/>
                <p:nvPr/>
              </p:nvSpPr>
              <p:spPr>
                <a:xfrm>
                  <a:off x="5799404" y="2786334"/>
                  <a:ext cx="44703" cy="55461"/>
                </a:xfrm>
                <a:custGeom>
                  <a:rect b="b" l="l" r="r" t="t"/>
                  <a:pathLst>
                    <a:path extrusionOk="0" h="55461" w="44703">
                      <a:moveTo>
                        <a:pt x="44703" y="54625"/>
                      </a:moveTo>
                      <a:lnTo>
                        <a:pt x="38903" y="54625"/>
                      </a:lnTo>
                      <a:cubicBezTo>
                        <a:pt x="37686" y="54625"/>
                        <a:pt x="36726" y="54442"/>
                        <a:pt x="36027" y="54073"/>
                      </a:cubicBezTo>
                      <a:cubicBezTo>
                        <a:pt x="35329" y="53710"/>
                        <a:pt x="34806" y="52971"/>
                        <a:pt x="34459" y="51855"/>
                      </a:cubicBezTo>
                      <a:lnTo>
                        <a:pt x="33308" y="48039"/>
                      </a:lnTo>
                      <a:cubicBezTo>
                        <a:pt x="31949" y="49256"/>
                        <a:pt x="30615" y="50331"/>
                        <a:pt x="29308" y="51253"/>
                      </a:cubicBezTo>
                      <a:cubicBezTo>
                        <a:pt x="28001" y="52179"/>
                        <a:pt x="26649" y="52952"/>
                        <a:pt x="25256" y="53580"/>
                      </a:cubicBezTo>
                      <a:cubicBezTo>
                        <a:pt x="23859" y="54207"/>
                        <a:pt x="22380" y="54677"/>
                        <a:pt x="20811" y="54991"/>
                      </a:cubicBezTo>
                      <a:cubicBezTo>
                        <a:pt x="19242" y="55305"/>
                        <a:pt x="17498" y="55461"/>
                        <a:pt x="15582" y="55461"/>
                      </a:cubicBezTo>
                      <a:cubicBezTo>
                        <a:pt x="13315" y="55461"/>
                        <a:pt x="11227" y="55155"/>
                        <a:pt x="9307" y="54543"/>
                      </a:cubicBezTo>
                      <a:cubicBezTo>
                        <a:pt x="7388" y="53931"/>
                        <a:pt x="5744" y="53012"/>
                        <a:pt x="4366" y="51791"/>
                      </a:cubicBezTo>
                      <a:cubicBezTo>
                        <a:pt x="2988" y="50566"/>
                        <a:pt x="1916" y="49047"/>
                        <a:pt x="1150" y="47225"/>
                      </a:cubicBezTo>
                      <a:cubicBezTo>
                        <a:pt x="381" y="45410"/>
                        <a:pt x="0" y="43293"/>
                        <a:pt x="0" y="40881"/>
                      </a:cubicBezTo>
                      <a:cubicBezTo>
                        <a:pt x="0" y="38854"/>
                        <a:pt x="530" y="36852"/>
                        <a:pt x="1591" y="34877"/>
                      </a:cubicBezTo>
                      <a:cubicBezTo>
                        <a:pt x="2659" y="32902"/>
                        <a:pt x="4426" y="31117"/>
                        <a:pt x="6902" y="29527"/>
                      </a:cubicBezTo>
                      <a:cubicBezTo>
                        <a:pt x="9375" y="27932"/>
                        <a:pt x="12669" y="26614"/>
                        <a:pt x="16785" y="25569"/>
                      </a:cubicBezTo>
                      <a:cubicBezTo>
                        <a:pt x="20897" y="24516"/>
                        <a:pt x="26006" y="23993"/>
                        <a:pt x="32106" y="23993"/>
                      </a:cubicBezTo>
                      <a:lnTo>
                        <a:pt x="32106" y="20831"/>
                      </a:lnTo>
                      <a:cubicBezTo>
                        <a:pt x="32106" y="17216"/>
                        <a:pt x="31347" y="14539"/>
                        <a:pt x="29831" y="12799"/>
                      </a:cubicBezTo>
                      <a:cubicBezTo>
                        <a:pt x="28315" y="11063"/>
                        <a:pt x="26111" y="10193"/>
                        <a:pt x="23216" y="10193"/>
                      </a:cubicBezTo>
                      <a:cubicBezTo>
                        <a:pt x="21125" y="10193"/>
                        <a:pt x="19381" y="10436"/>
                        <a:pt x="17987" y="10925"/>
                      </a:cubicBezTo>
                      <a:cubicBezTo>
                        <a:pt x="16591" y="11414"/>
                        <a:pt x="15380" y="11963"/>
                        <a:pt x="14350" y="12572"/>
                      </a:cubicBezTo>
                      <a:cubicBezTo>
                        <a:pt x="13323" y="13180"/>
                        <a:pt x="12374" y="13733"/>
                        <a:pt x="11504" y="14218"/>
                      </a:cubicBezTo>
                      <a:cubicBezTo>
                        <a:pt x="10630" y="14707"/>
                        <a:pt x="9674" y="14950"/>
                        <a:pt x="8628" y="14950"/>
                      </a:cubicBezTo>
                      <a:cubicBezTo>
                        <a:pt x="7758" y="14950"/>
                        <a:pt x="7007" y="14722"/>
                        <a:pt x="6379" y="14271"/>
                      </a:cubicBezTo>
                      <a:cubicBezTo>
                        <a:pt x="5752" y="13819"/>
                        <a:pt x="5248" y="13262"/>
                        <a:pt x="4859" y="12598"/>
                      </a:cubicBezTo>
                      <a:lnTo>
                        <a:pt x="2510" y="8468"/>
                      </a:lnTo>
                      <a:cubicBezTo>
                        <a:pt x="8680" y="2823"/>
                        <a:pt x="16120" y="0"/>
                        <a:pt x="24837" y="0"/>
                      </a:cubicBezTo>
                      <a:cubicBezTo>
                        <a:pt x="27975" y="0"/>
                        <a:pt x="30772" y="515"/>
                        <a:pt x="33230" y="1542"/>
                      </a:cubicBezTo>
                      <a:cubicBezTo>
                        <a:pt x="35687" y="2573"/>
                        <a:pt x="37771" y="3999"/>
                        <a:pt x="39478" y="5828"/>
                      </a:cubicBezTo>
                      <a:cubicBezTo>
                        <a:pt x="41185" y="7658"/>
                        <a:pt x="42485" y="9846"/>
                        <a:pt x="43374" y="12389"/>
                      </a:cubicBezTo>
                      <a:cubicBezTo>
                        <a:pt x="44263" y="14931"/>
                        <a:pt x="44703" y="17720"/>
                        <a:pt x="44703" y="20752"/>
                      </a:cubicBezTo>
                      <a:lnTo>
                        <a:pt x="44703" y="54625"/>
                      </a:lnTo>
                      <a:close/>
                      <a:moveTo>
                        <a:pt x="19608" y="46575"/>
                      </a:moveTo>
                      <a:cubicBezTo>
                        <a:pt x="20931" y="46575"/>
                        <a:pt x="22152" y="46452"/>
                        <a:pt x="23269" y="46213"/>
                      </a:cubicBezTo>
                      <a:cubicBezTo>
                        <a:pt x="24382" y="45978"/>
                        <a:pt x="25439" y="45615"/>
                        <a:pt x="26432" y="45134"/>
                      </a:cubicBezTo>
                      <a:cubicBezTo>
                        <a:pt x="27422" y="44652"/>
                        <a:pt x="28382" y="44062"/>
                        <a:pt x="29308" y="43357"/>
                      </a:cubicBezTo>
                      <a:cubicBezTo>
                        <a:pt x="30231" y="42658"/>
                        <a:pt x="31161" y="41822"/>
                        <a:pt x="32106" y="40862"/>
                      </a:cubicBezTo>
                      <a:lnTo>
                        <a:pt x="32106" y="31886"/>
                      </a:lnTo>
                      <a:cubicBezTo>
                        <a:pt x="28341" y="31886"/>
                        <a:pt x="25196" y="32125"/>
                        <a:pt x="22667" y="32600"/>
                      </a:cubicBezTo>
                      <a:cubicBezTo>
                        <a:pt x="20139" y="33070"/>
                        <a:pt x="18107" y="33679"/>
                        <a:pt x="16576" y="34414"/>
                      </a:cubicBezTo>
                      <a:cubicBezTo>
                        <a:pt x="15041" y="35150"/>
                        <a:pt x="13950" y="36012"/>
                        <a:pt x="13308" y="36994"/>
                      </a:cubicBezTo>
                      <a:cubicBezTo>
                        <a:pt x="12661" y="37976"/>
                        <a:pt x="12340" y="39044"/>
                        <a:pt x="12340" y="40205"/>
                      </a:cubicBezTo>
                      <a:cubicBezTo>
                        <a:pt x="12340" y="42487"/>
                        <a:pt x="13009" y="44114"/>
                        <a:pt x="14350" y="45100"/>
                      </a:cubicBezTo>
                      <a:cubicBezTo>
                        <a:pt x="15694" y="46086"/>
                        <a:pt x="17450"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3" name="Google Shape;2263;p90"/>
                <p:cNvSpPr/>
                <p:nvPr/>
              </p:nvSpPr>
              <p:spPr>
                <a:xfrm>
                  <a:off x="5857654" y="2763282"/>
                  <a:ext cx="12915" cy="77677"/>
                </a:xfrm>
                <a:custGeom>
                  <a:rect b="b" l="l" r="r" t="t"/>
                  <a:pathLst>
                    <a:path extrusionOk="0" h="77677" w="12915">
                      <a:moveTo>
                        <a:pt x="12915" y="0"/>
                      </a:moveTo>
                      <a:lnTo>
                        <a:pt x="12915" y="77677"/>
                      </a:lnTo>
                      <a:lnTo>
                        <a:pt x="0" y="77677"/>
                      </a:lnTo>
                      <a:lnTo>
                        <a:pt x="0" y="0"/>
                      </a:lnTo>
                      <a:lnTo>
                        <a:pt x="12915"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4" name="Google Shape;2264;p90"/>
                <p:cNvSpPr/>
                <p:nvPr/>
              </p:nvSpPr>
              <p:spPr>
                <a:xfrm>
                  <a:off x="5878622" y="2787327"/>
                  <a:ext cx="54798" cy="71143"/>
                </a:xfrm>
                <a:custGeom>
                  <a:rect b="b" l="l" r="r" t="t"/>
                  <a:pathLst>
                    <a:path extrusionOk="0" h="71143" w="54798">
                      <a:moveTo>
                        <a:pt x="25569" y="68373"/>
                      </a:moveTo>
                      <a:cubicBezTo>
                        <a:pt x="25185" y="69276"/>
                        <a:pt x="24688" y="69967"/>
                        <a:pt x="24079" y="70437"/>
                      </a:cubicBezTo>
                      <a:cubicBezTo>
                        <a:pt x="23470" y="70908"/>
                        <a:pt x="22537" y="71143"/>
                        <a:pt x="21282" y="71143"/>
                      </a:cubicBezTo>
                      <a:lnTo>
                        <a:pt x="11661" y="71143"/>
                      </a:lnTo>
                      <a:lnTo>
                        <a:pt x="21700" y="49655"/>
                      </a:lnTo>
                      <a:lnTo>
                        <a:pt x="0" y="0"/>
                      </a:lnTo>
                      <a:lnTo>
                        <a:pt x="11294" y="0"/>
                      </a:lnTo>
                      <a:cubicBezTo>
                        <a:pt x="12340" y="0"/>
                        <a:pt x="13140" y="243"/>
                        <a:pt x="13700" y="732"/>
                      </a:cubicBezTo>
                      <a:cubicBezTo>
                        <a:pt x="14256" y="1221"/>
                        <a:pt x="14674" y="1777"/>
                        <a:pt x="14955" y="2404"/>
                      </a:cubicBezTo>
                      <a:lnTo>
                        <a:pt x="26406" y="30210"/>
                      </a:lnTo>
                      <a:cubicBezTo>
                        <a:pt x="26791" y="31121"/>
                        <a:pt x="27119" y="32062"/>
                        <a:pt x="27399" y="33036"/>
                      </a:cubicBezTo>
                      <a:cubicBezTo>
                        <a:pt x="27680" y="34011"/>
                        <a:pt x="27922" y="34989"/>
                        <a:pt x="28131" y="35964"/>
                      </a:cubicBezTo>
                      <a:cubicBezTo>
                        <a:pt x="28412" y="34952"/>
                        <a:pt x="28714" y="33977"/>
                        <a:pt x="29047" y="33036"/>
                      </a:cubicBezTo>
                      <a:cubicBezTo>
                        <a:pt x="29379" y="32095"/>
                        <a:pt x="29737" y="31140"/>
                        <a:pt x="30118" y="30161"/>
                      </a:cubicBezTo>
                      <a:lnTo>
                        <a:pt x="40890" y="2404"/>
                      </a:lnTo>
                      <a:cubicBezTo>
                        <a:pt x="41166" y="1710"/>
                        <a:pt x="41630" y="1131"/>
                        <a:pt x="42276" y="679"/>
                      </a:cubicBezTo>
                      <a:cubicBezTo>
                        <a:pt x="42922" y="228"/>
                        <a:pt x="43643" y="0"/>
                        <a:pt x="44446" y="0"/>
                      </a:cubicBezTo>
                      <a:lnTo>
                        <a:pt x="54799" y="0"/>
                      </a:lnTo>
                      <a:lnTo>
                        <a:pt x="25569" y="68373"/>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5" name="Google Shape;2265;p90"/>
                <p:cNvSpPr/>
                <p:nvPr/>
              </p:nvSpPr>
              <p:spPr>
                <a:xfrm>
                  <a:off x="5936084" y="2770913"/>
                  <a:ext cx="36553" cy="70881"/>
                </a:xfrm>
                <a:custGeom>
                  <a:rect b="b" l="l" r="r" t="t"/>
                  <a:pathLst>
                    <a:path extrusionOk="0" h="70881" w="36553">
                      <a:moveTo>
                        <a:pt x="22488" y="70882"/>
                      </a:moveTo>
                      <a:cubicBezTo>
                        <a:pt x="17849" y="70882"/>
                        <a:pt x="14279" y="69568"/>
                        <a:pt x="11769" y="66935"/>
                      </a:cubicBezTo>
                      <a:cubicBezTo>
                        <a:pt x="9259" y="64307"/>
                        <a:pt x="8004" y="60670"/>
                        <a:pt x="8004" y="56036"/>
                      </a:cubicBezTo>
                      <a:lnTo>
                        <a:pt x="8004" y="26084"/>
                      </a:lnTo>
                      <a:lnTo>
                        <a:pt x="2566" y="26084"/>
                      </a:lnTo>
                      <a:cubicBezTo>
                        <a:pt x="1864" y="26084"/>
                        <a:pt x="1262" y="25856"/>
                        <a:pt x="762" y="25404"/>
                      </a:cubicBezTo>
                      <a:cubicBezTo>
                        <a:pt x="254" y="24953"/>
                        <a:pt x="0" y="24273"/>
                        <a:pt x="0" y="23366"/>
                      </a:cubicBezTo>
                      <a:lnTo>
                        <a:pt x="0" y="18243"/>
                      </a:lnTo>
                      <a:lnTo>
                        <a:pt x="8631" y="16832"/>
                      </a:lnTo>
                      <a:lnTo>
                        <a:pt x="11347" y="2195"/>
                      </a:lnTo>
                      <a:cubicBezTo>
                        <a:pt x="11489" y="1501"/>
                        <a:pt x="11813" y="960"/>
                        <a:pt x="12314" y="571"/>
                      </a:cubicBezTo>
                      <a:cubicBezTo>
                        <a:pt x="12822" y="190"/>
                        <a:pt x="13457" y="0"/>
                        <a:pt x="14223" y="0"/>
                      </a:cubicBezTo>
                      <a:lnTo>
                        <a:pt x="20919" y="0"/>
                      </a:lnTo>
                      <a:lnTo>
                        <a:pt x="20919" y="16884"/>
                      </a:lnTo>
                      <a:lnTo>
                        <a:pt x="35033" y="16884"/>
                      </a:lnTo>
                      <a:lnTo>
                        <a:pt x="35033" y="26084"/>
                      </a:lnTo>
                      <a:lnTo>
                        <a:pt x="20919" y="26084"/>
                      </a:lnTo>
                      <a:lnTo>
                        <a:pt x="20919" y="55148"/>
                      </a:lnTo>
                      <a:cubicBezTo>
                        <a:pt x="20919" y="56820"/>
                        <a:pt x="21334" y="58127"/>
                        <a:pt x="22174" y="59068"/>
                      </a:cubicBezTo>
                      <a:cubicBezTo>
                        <a:pt x="23011" y="60005"/>
                        <a:pt x="24124" y="60480"/>
                        <a:pt x="25517" y="60480"/>
                      </a:cubicBezTo>
                      <a:cubicBezTo>
                        <a:pt x="26320" y="60480"/>
                        <a:pt x="26992" y="60382"/>
                        <a:pt x="27530" y="60192"/>
                      </a:cubicBezTo>
                      <a:cubicBezTo>
                        <a:pt x="28072" y="60002"/>
                        <a:pt x="28542" y="59800"/>
                        <a:pt x="28942" y="59591"/>
                      </a:cubicBezTo>
                      <a:cubicBezTo>
                        <a:pt x="29345" y="59378"/>
                        <a:pt x="29704" y="59184"/>
                        <a:pt x="30018" y="58990"/>
                      </a:cubicBezTo>
                      <a:cubicBezTo>
                        <a:pt x="30331" y="58799"/>
                        <a:pt x="30641" y="58702"/>
                        <a:pt x="30955" y="58702"/>
                      </a:cubicBezTo>
                      <a:cubicBezTo>
                        <a:pt x="31340" y="58702"/>
                        <a:pt x="31653" y="58799"/>
                        <a:pt x="31896" y="58990"/>
                      </a:cubicBezTo>
                      <a:cubicBezTo>
                        <a:pt x="32143" y="59184"/>
                        <a:pt x="32401" y="59468"/>
                        <a:pt x="32681" y="59849"/>
                      </a:cubicBezTo>
                      <a:lnTo>
                        <a:pt x="36554" y="66125"/>
                      </a:lnTo>
                      <a:cubicBezTo>
                        <a:pt x="34671" y="67693"/>
                        <a:pt x="32509" y="68877"/>
                        <a:pt x="30066" y="69680"/>
                      </a:cubicBezTo>
                      <a:cubicBezTo>
                        <a:pt x="27627" y="70478"/>
                        <a:pt x="25099" y="70882"/>
                        <a:pt x="22488" y="7088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6" name="Google Shape;2266;p90"/>
                <p:cNvSpPr/>
                <p:nvPr/>
              </p:nvSpPr>
              <p:spPr>
                <a:xfrm>
                  <a:off x="5980582" y="2763438"/>
                  <a:ext cx="16523" cy="77520"/>
                </a:xfrm>
                <a:custGeom>
                  <a:rect b="b" l="l" r="r" t="t"/>
                  <a:pathLst>
                    <a:path extrusionOk="0" h="77520" w="16523">
                      <a:moveTo>
                        <a:pt x="16523" y="8259"/>
                      </a:moveTo>
                      <a:cubicBezTo>
                        <a:pt x="16523" y="9376"/>
                        <a:pt x="16299" y="10421"/>
                        <a:pt x="15847" y="11395"/>
                      </a:cubicBezTo>
                      <a:cubicBezTo>
                        <a:pt x="15392" y="12374"/>
                        <a:pt x="14790" y="13225"/>
                        <a:pt x="14040" y="13957"/>
                      </a:cubicBezTo>
                      <a:cubicBezTo>
                        <a:pt x="13292" y="14689"/>
                        <a:pt x="12411" y="15271"/>
                        <a:pt x="11399" y="15708"/>
                      </a:cubicBezTo>
                      <a:cubicBezTo>
                        <a:pt x="10391" y="16141"/>
                        <a:pt x="9311" y="16361"/>
                        <a:pt x="8157" y="16361"/>
                      </a:cubicBezTo>
                      <a:cubicBezTo>
                        <a:pt x="7040" y="16361"/>
                        <a:pt x="5987" y="16141"/>
                        <a:pt x="4994" y="15708"/>
                      </a:cubicBezTo>
                      <a:cubicBezTo>
                        <a:pt x="4004" y="15271"/>
                        <a:pt x="3137" y="14689"/>
                        <a:pt x="2405" y="13957"/>
                      </a:cubicBezTo>
                      <a:cubicBezTo>
                        <a:pt x="1677" y="13225"/>
                        <a:pt x="1091" y="12374"/>
                        <a:pt x="654" y="11395"/>
                      </a:cubicBezTo>
                      <a:cubicBezTo>
                        <a:pt x="220" y="10421"/>
                        <a:pt x="0" y="9376"/>
                        <a:pt x="0" y="8259"/>
                      </a:cubicBezTo>
                      <a:cubicBezTo>
                        <a:pt x="0" y="7109"/>
                        <a:pt x="220" y="6026"/>
                        <a:pt x="654" y="5018"/>
                      </a:cubicBezTo>
                      <a:cubicBezTo>
                        <a:pt x="1091" y="4006"/>
                        <a:pt x="1677" y="3136"/>
                        <a:pt x="2405" y="2405"/>
                      </a:cubicBezTo>
                      <a:cubicBezTo>
                        <a:pt x="3137" y="1669"/>
                        <a:pt x="4004" y="1090"/>
                        <a:pt x="4994" y="653"/>
                      </a:cubicBezTo>
                      <a:cubicBezTo>
                        <a:pt x="5987" y="220"/>
                        <a:pt x="7040" y="0"/>
                        <a:pt x="8157" y="0"/>
                      </a:cubicBezTo>
                      <a:cubicBezTo>
                        <a:pt x="9311" y="0"/>
                        <a:pt x="10391" y="220"/>
                        <a:pt x="11399" y="653"/>
                      </a:cubicBezTo>
                      <a:cubicBezTo>
                        <a:pt x="12411" y="1090"/>
                        <a:pt x="13292" y="1669"/>
                        <a:pt x="14040" y="2405"/>
                      </a:cubicBezTo>
                      <a:cubicBezTo>
                        <a:pt x="14790" y="3136"/>
                        <a:pt x="15392" y="4006"/>
                        <a:pt x="15847" y="5018"/>
                      </a:cubicBezTo>
                      <a:cubicBezTo>
                        <a:pt x="16299" y="6026"/>
                        <a:pt x="16523" y="7109"/>
                        <a:pt x="16523" y="8259"/>
                      </a:cubicBezTo>
                      <a:close/>
                      <a:moveTo>
                        <a:pt x="14592" y="23889"/>
                      </a:moveTo>
                      <a:lnTo>
                        <a:pt x="14592" y="77520"/>
                      </a:lnTo>
                      <a:lnTo>
                        <a:pt x="1677" y="77520"/>
                      </a:lnTo>
                      <a:lnTo>
                        <a:pt x="1677" y="23889"/>
                      </a:lnTo>
                      <a:lnTo>
                        <a:pt x="14592"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7" name="Google Shape;2267;p90"/>
                <p:cNvSpPr/>
                <p:nvPr/>
              </p:nvSpPr>
              <p:spPr>
                <a:xfrm>
                  <a:off x="6006151" y="2786491"/>
                  <a:ext cx="45230" cy="55252"/>
                </a:xfrm>
                <a:custGeom>
                  <a:rect b="b" l="l" r="r" t="t"/>
                  <a:pathLst>
                    <a:path extrusionOk="0" h="55252" w="45230">
                      <a:moveTo>
                        <a:pt x="41308" y="12180"/>
                      </a:moveTo>
                      <a:cubicBezTo>
                        <a:pt x="40935" y="12669"/>
                        <a:pt x="40562" y="13049"/>
                        <a:pt x="40188" y="13329"/>
                      </a:cubicBezTo>
                      <a:cubicBezTo>
                        <a:pt x="39815" y="13610"/>
                        <a:pt x="39292" y="13748"/>
                        <a:pt x="38582" y="13748"/>
                      </a:cubicBezTo>
                      <a:cubicBezTo>
                        <a:pt x="37910" y="13748"/>
                        <a:pt x="37275" y="13546"/>
                        <a:pt x="36640" y="13147"/>
                      </a:cubicBezTo>
                      <a:cubicBezTo>
                        <a:pt x="36031" y="12747"/>
                        <a:pt x="35276" y="12292"/>
                        <a:pt x="34406" y="11787"/>
                      </a:cubicBezTo>
                      <a:cubicBezTo>
                        <a:pt x="33536" y="11283"/>
                        <a:pt x="32498" y="10828"/>
                        <a:pt x="31295" y="10428"/>
                      </a:cubicBezTo>
                      <a:cubicBezTo>
                        <a:pt x="30096" y="10029"/>
                        <a:pt x="28602" y="9827"/>
                        <a:pt x="26828" y="9827"/>
                      </a:cubicBezTo>
                      <a:cubicBezTo>
                        <a:pt x="24557" y="9827"/>
                        <a:pt x="22570" y="10238"/>
                        <a:pt x="20863" y="11056"/>
                      </a:cubicBezTo>
                      <a:cubicBezTo>
                        <a:pt x="19157" y="11877"/>
                        <a:pt x="17734" y="13049"/>
                        <a:pt x="16602" y="14584"/>
                      </a:cubicBezTo>
                      <a:cubicBezTo>
                        <a:pt x="15470" y="16115"/>
                        <a:pt x="14622" y="17974"/>
                        <a:pt x="14070" y="20151"/>
                      </a:cubicBezTo>
                      <a:cubicBezTo>
                        <a:pt x="13509" y="22332"/>
                        <a:pt x="13229" y="24796"/>
                        <a:pt x="13229" y="27548"/>
                      </a:cubicBezTo>
                      <a:cubicBezTo>
                        <a:pt x="13229" y="30408"/>
                        <a:pt x="13535" y="32947"/>
                        <a:pt x="14144" y="35180"/>
                      </a:cubicBezTo>
                      <a:cubicBezTo>
                        <a:pt x="14753" y="37412"/>
                        <a:pt x="15638" y="39283"/>
                        <a:pt x="16785" y="40799"/>
                      </a:cubicBezTo>
                      <a:cubicBezTo>
                        <a:pt x="17935" y="42315"/>
                        <a:pt x="19332" y="43465"/>
                        <a:pt x="20968" y="44249"/>
                      </a:cubicBezTo>
                      <a:cubicBezTo>
                        <a:pt x="22608" y="45033"/>
                        <a:pt x="24453" y="45425"/>
                        <a:pt x="26514" y="45425"/>
                      </a:cubicBezTo>
                      <a:cubicBezTo>
                        <a:pt x="28569" y="45425"/>
                        <a:pt x="30234" y="45175"/>
                        <a:pt x="31508" y="44667"/>
                      </a:cubicBezTo>
                      <a:cubicBezTo>
                        <a:pt x="32778" y="44163"/>
                        <a:pt x="33850" y="43607"/>
                        <a:pt x="34720" y="42994"/>
                      </a:cubicBezTo>
                      <a:cubicBezTo>
                        <a:pt x="35590" y="42386"/>
                        <a:pt x="36341" y="41826"/>
                        <a:pt x="37013" y="41318"/>
                      </a:cubicBezTo>
                      <a:cubicBezTo>
                        <a:pt x="37648" y="40817"/>
                        <a:pt x="38358" y="40564"/>
                        <a:pt x="39180" y="40564"/>
                      </a:cubicBezTo>
                      <a:cubicBezTo>
                        <a:pt x="40225" y="40564"/>
                        <a:pt x="41010" y="40967"/>
                        <a:pt x="41532" y="41766"/>
                      </a:cubicBezTo>
                      <a:lnTo>
                        <a:pt x="45230" y="46470"/>
                      </a:lnTo>
                      <a:cubicBezTo>
                        <a:pt x="43811" y="48143"/>
                        <a:pt x="42242" y="49547"/>
                        <a:pt x="40562" y="50678"/>
                      </a:cubicBezTo>
                      <a:cubicBezTo>
                        <a:pt x="38918" y="51810"/>
                        <a:pt x="37163" y="52717"/>
                        <a:pt x="35374" y="53397"/>
                      </a:cubicBezTo>
                      <a:cubicBezTo>
                        <a:pt x="33577" y="54072"/>
                        <a:pt x="31721" y="54554"/>
                        <a:pt x="29809" y="54834"/>
                      </a:cubicBezTo>
                      <a:cubicBezTo>
                        <a:pt x="27889" y="55114"/>
                        <a:pt x="25988" y="55252"/>
                        <a:pt x="24105" y="55252"/>
                      </a:cubicBezTo>
                      <a:cubicBezTo>
                        <a:pt x="20796" y="55252"/>
                        <a:pt x="17678" y="54632"/>
                        <a:pt x="14746" y="53397"/>
                      </a:cubicBezTo>
                      <a:cubicBezTo>
                        <a:pt x="11817" y="52161"/>
                        <a:pt x="9266" y="50354"/>
                        <a:pt x="7089" y="47986"/>
                      </a:cubicBezTo>
                      <a:cubicBezTo>
                        <a:pt x="4908" y="45619"/>
                        <a:pt x="3182" y="42714"/>
                        <a:pt x="1909" y="39283"/>
                      </a:cubicBezTo>
                      <a:cubicBezTo>
                        <a:pt x="635" y="35852"/>
                        <a:pt x="0" y="31939"/>
                        <a:pt x="0" y="27548"/>
                      </a:cubicBezTo>
                      <a:cubicBezTo>
                        <a:pt x="0" y="23609"/>
                        <a:pt x="568" y="19961"/>
                        <a:pt x="1699" y="16597"/>
                      </a:cubicBezTo>
                      <a:cubicBezTo>
                        <a:pt x="2835" y="13232"/>
                        <a:pt x="4497" y="10324"/>
                        <a:pt x="6693" y="7863"/>
                      </a:cubicBezTo>
                      <a:cubicBezTo>
                        <a:pt x="8889" y="5410"/>
                        <a:pt x="11612" y="3487"/>
                        <a:pt x="14854" y="2091"/>
                      </a:cubicBezTo>
                      <a:cubicBezTo>
                        <a:pt x="18092" y="698"/>
                        <a:pt x="21823" y="0"/>
                        <a:pt x="26040" y="0"/>
                      </a:cubicBezTo>
                      <a:cubicBezTo>
                        <a:pt x="30048" y="0"/>
                        <a:pt x="33562" y="646"/>
                        <a:pt x="36565" y="1934"/>
                      </a:cubicBezTo>
                      <a:cubicBezTo>
                        <a:pt x="39590" y="3222"/>
                        <a:pt x="42317" y="5067"/>
                        <a:pt x="44707" y="7475"/>
                      </a:cubicBezTo>
                      <a:lnTo>
                        <a:pt x="41308" y="1218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68" name="Google Shape;2268;p90"/>
                <p:cNvSpPr/>
                <p:nvPr/>
              </p:nvSpPr>
              <p:spPr>
                <a:xfrm>
                  <a:off x="6054930" y="2786491"/>
                  <a:ext cx="40076" cy="55304"/>
                </a:xfrm>
                <a:custGeom>
                  <a:rect b="b" l="l" r="r" t="t"/>
                  <a:pathLst>
                    <a:path extrusionOk="0" h="55304" w="40076">
                      <a:moveTo>
                        <a:pt x="36565" y="11287"/>
                      </a:moveTo>
                      <a:cubicBezTo>
                        <a:pt x="36192" y="11847"/>
                        <a:pt x="35856" y="12239"/>
                        <a:pt x="35445" y="12467"/>
                      </a:cubicBezTo>
                      <a:cubicBezTo>
                        <a:pt x="35071" y="12691"/>
                        <a:pt x="34586" y="12807"/>
                        <a:pt x="33988" y="12807"/>
                      </a:cubicBezTo>
                      <a:cubicBezTo>
                        <a:pt x="33353" y="12807"/>
                        <a:pt x="32681" y="12631"/>
                        <a:pt x="31971" y="12284"/>
                      </a:cubicBezTo>
                      <a:cubicBezTo>
                        <a:pt x="31262" y="11933"/>
                        <a:pt x="30440" y="11545"/>
                        <a:pt x="29506" y="11108"/>
                      </a:cubicBezTo>
                      <a:cubicBezTo>
                        <a:pt x="28572" y="10671"/>
                        <a:pt x="27489" y="10279"/>
                        <a:pt x="26294" y="9932"/>
                      </a:cubicBezTo>
                      <a:cubicBezTo>
                        <a:pt x="25061" y="9581"/>
                        <a:pt x="23642" y="9409"/>
                        <a:pt x="22036" y="9409"/>
                      </a:cubicBezTo>
                      <a:cubicBezTo>
                        <a:pt x="19459" y="9409"/>
                        <a:pt x="17480" y="9950"/>
                        <a:pt x="16023" y="11029"/>
                      </a:cubicBezTo>
                      <a:cubicBezTo>
                        <a:pt x="14529" y="12109"/>
                        <a:pt x="13819" y="13520"/>
                        <a:pt x="13819" y="15264"/>
                      </a:cubicBezTo>
                      <a:cubicBezTo>
                        <a:pt x="13819" y="16414"/>
                        <a:pt x="14193" y="17381"/>
                        <a:pt x="14940" y="18165"/>
                      </a:cubicBezTo>
                      <a:cubicBezTo>
                        <a:pt x="15687" y="18949"/>
                        <a:pt x="16695" y="19640"/>
                        <a:pt x="17928" y="20230"/>
                      </a:cubicBezTo>
                      <a:cubicBezTo>
                        <a:pt x="19160" y="20823"/>
                        <a:pt x="20542" y="21353"/>
                        <a:pt x="22111" y="21824"/>
                      </a:cubicBezTo>
                      <a:cubicBezTo>
                        <a:pt x="23680" y="22294"/>
                        <a:pt x="25286" y="22806"/>
                        <a:pt x="26929" y="23366"/>
                      </a:cubicBezTo>
                      <a:cubicBezTo>
                        <a:pt x="28572" y="23922"/>
                        <a:pt x="30178" y="24561"/>
                        <a:pt x="31747" y="25274"/>
                      </a:cubicBezTo>
                      <a:cubicBezTo>
                        <a:pt x="33316" y="25987"/>
                        <a:pt x="34735" y="26894"/>
                        <a:pt x="35967" y="27992"/>
                      </a:cubicBezTo>
                      <a:cubicBezTo>
                        <a:pt x="37200" y="29090"/>
                        <a:pt x="38171" y="30408"/>
                        <a:pt x="38918" y="31939"/>
                      </a:cubicBezTo>
                      <a:cubicBezTo>
                        <a:pt x="39702" y="33473"/>
                        <a:pt x="40076" y="35318"/>
                        <a:pt x="40076" y="37480"/>
                      </a:cubicBezTo>
                      <a:cubicBezTo>
                        <a:pt x="40076" y="40060"/>
                        <a:pt x="39590" y="42434"/>
                        <a:pt x="38657" y="44615"/>
                      </a:cubicBezTo>
                      <a:cubicBezTo>
                        <a:pt x="37723" y="46792"/>
                        <a:pt x="36341" y="48673"/>
                        <a:pt x="34511" y="50260"/>
                      </a:cubicBezTo>
                      <a:cubicBezTo>
                        <a:pt x="32718" y="51847"/>
                        <a:pt x="30477" y="53083"/>
                        <a:pt x="27788" y="53972"/>
                      </a:cubicBezTo>
                      <a:cubicBezTo>
                        <a:pt x="25136" y="54860"/>
                        <a:pt x="22074" y="55304"/>
                        <a:pt x="18638" y="55304"/>
                      </a:cubicBezTo>
                      <a:cubicBezTo>
                        <a:pt x="16770" y="55304"/>
                        <a:pt x="14977" y="55140"/>
                        <a:pt x="13222" y="54808"/>
                      </a:cubicBezTo>
                      <a:cubicBezTo>
                        <a:pt x="11466" y="54476"/>
                        <a:pt x="9748" y="54016"/>
                        <a:pt x="8142" y="53423"/>
                      </a:cubicBezTo>
                      <a:cubicBezTo>
                        <a:pt x="6499" y="52829"/>
                        <a:pt x="5005" y="52135"/>
                        <a:pt x="3623" y="51332"/>
                      </a:cubicBezTo>
                      <a:cubicBezTo>
                        <a:pt x="2278" y="50529"/>
                        <a:pt x="1046" y="49659"/>
                        <a:pt x="0" y="48718"/>
                      </a:cubicBezTo>
                      <a:lnTo>
                        <a:pt x="2988" y="43801"/>
                      </a:lnTo>
                      <a:cubicBezTo>
                        <a:pt x="3362" y="43211"/>
                        <a:pt x="3810" y="42759"/>
                        <a:pt x="4333" y="42445"/>
                      </a:cubicBezTo>
                      <a:cubicBezTo>
                        <a:pt x="4856" y="42132"/>
                        <a:pt x="5528" y="41975"/>
                        <a:pt x="6349" y="41975"/>
                      </a:cubicBezTo>
                      <a:cubicBezTo>
                        <a:pt x="7134" y="41975"/>
                        <a:pt x="7881" y="42203"/>
                        <a:pt x="8591" y="42654"/>
                      </a:cubicBezTo>
                      <a:cubicBezTo>
                        <a:pt x="9337" y="43106"/>
                        <a:pt x="10159" y="43595"/>
                        <a:pt x="11093" y="44114"/>
                      </a:cubicBezTo>
                      <a:cubicBezTo>
                        <a:pt x="12027" y="44641"/>
                        <a:pt x="13147" y="45130"/>
                        <a:pt x="14417" y="45582"/>
                      </a:cubicBezTo>
                      <a:cubicBezTo>
                        <a:pt x="15687" y="46034"/>
                        <a:pt x="17293" y="46261"/>
                        <a:pt x="19235" y="46261"/>
                      </a:cubicBezTo>
                      <a:cubicBezTo>
                        <a:pt x="20766" y="46261"/>
                        <a:pt x="22111" y="46078"/>
                        <a:pt x="23194" y="45712"/>
                      </a:cubicBezTo>
                      <a:cubicBezTo>
                        <a:pt x="24277" y="45347"/>
                        <a:pt x="25211" y="44869"/>
                        <a:pt x="25920" y="44271"/>
                      </a:cubicBezTo>
                      <a:cubicBezTo>
                        <a:pt x="26630" y="43681"/>
                        <a:pt x="27153" y="42994"/>
                        <a:pt x="27489" y="42210"/>
                      </a:cubicBezTo>
                      <a:cubicBezTo>
                        <a:pt x="27825" y="41426"/>
                        <a:pt x="27975" y="40616"/>
                        <a:pt x="27975" y="39780"/>
                      </a:cubicBezTo>
                      <a:cubicBezTo>
                        <a:pt x="27975" y="38525"/>
                        <a:pt x="27601" y="37498"/>
                        <a:pt x="26854" y="36695"/>
                      </a:cubicBezTo>
                      <a:cubicBezTo>
                        <a:pt x="26107" y="35893"/>
                        <a:pt x="25099" y="35198"/>
                        <a:pt x="23866" y="34605"/>
                      </a:cubicBezTo>
                      <a:cubicBezTo>
                        <a:pt x="22634" y="34011"/>
                        <a:pt x="21215" y="33481"/>
                        <a:pt x="19646" y="33010"/>
                      </a:cubicBezTo>
                      <a:cubicBezTo>
                        <a:pt x="18040" y="32540"/>
                        <a:pt x="16434" y="32025"/>
                        <a:pt x="14790" y="31468"/>
                      </a:cubicBezTo>
                      <a:cubicBezTo>
                        <a:pt x="13110" y="30908"/>
                        <a:pt x="11504" y="30258"/>
                        <a:pt x="9935" y="29508"/>
                      </a:cubicBezTo>
                      <a:cubicBezTo>
                        <a:pt x="8329" y="28757"/>
                        <a:pt x="6910" y="27809"/>
                        <a:pt x="5677" y="26659"/>
                      </a:cubicBezTo>
                      <a:cubicBezTo>
                        <a:pt x="4445" y="25509"/>
                        <a:pt x="3436" y="24098"/>
                        <a:pt x="2689" y="22425"/>
                      </a:cubicBezTo>
                      <a:cubicBezTo>
                        <a:pt x="1942" y="20752"/>
                        <a:pt x="1569" y="18732"/>
                        <a:pt x="1569" y="16361"/>
                      </a:cubicBezTo>
                      <a:cubicBezTo>
                        <a:pt x="1569" y="14166"/>
                        <a:pt x="2017" y="12075"/>
                        <a:pt x="2876" y="10089"/>
                      </a:cubicBezTo>
                      <a:cubicBezTo>
                        <a:pt x="3735" y="8102"/>
                        <a:pt x="5042" y="6370"/>
                        <a:pt x="6723" y="4887"/>
                      </a:cubicBezTo>
                      <a:cubicBezTo>
                        <a:pt x="8404" y="3405"/>
                        <a:pt x="10533" y="2222"/>
                        <a:pt x="13035" y="1329"/>
                      </a:cubicBezTo>
                      <a:cubicBezTo>
                        <a:pt x="15575" y="444"/>
                        <a:pt x="18488" y="0"/>
                        <a:pt x="21812" y="0"/>
                      </a:cubicBezTo>
                      <a:cubicBezTo>
                        <a:pt x="25510" y="0"/>
                        <a:pt x="28871" y="609"/>
                        <a:pt x="31896" y="1830"/>
                      </a:cubicBezTo>
                      <a:cubicBezTo>
                        <a:pt x="34922" y="3047"/>
                        <a:pt x="37462" y="4652"/>
                        <a:pt x="39478" y="6639"/>
                      </a:cubicBezTo>
                      <a:lnTo>
                        <a:pt x="36565" y="1128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sp>
          <p:nvSpPr>
            <p:cNvPr id="2269" name="Google Shape;2269;p90"/>
            <p:cNvSpPr/>
            <p:nvPr/>
          </p:nvSpPr>
          <p:spPr>
            <a:xfrm>
              <a:off x="6393715" y="1808329"/>
              <a:ext cx="1197068" cy="587216"/>
            </a:xfrm>
            <a:custGeom>
              <a:rect b="b" l="l" r="r" t="t"/>
              <a:pathLst>
                <a:path extrusionOk="0" h="782955" w="1596090">
                  <a:moveTo>
                    <a:pt x="1513275" y="0"/>
                  </a:moveTo>
                  <a:cubicBezTo>
                    <a:pt x="1559013" y="0"/>
                    <a:pt x="1596091" y="37066"/>
                    <a:pt x="1596091" y="82790"/>
                  </a:cubicBezTo>
                  <a:lnTo>
                    <a:pt x="1596091" y="700166"/>
                  </a:lnTo>
                  <a:cubicBezTo>
                    <a:pt x="1596091" y="745890"/>
                    <a:pt x="1559013" y="782956"/>
                    <a:pt x="1513275" y="782956"/>
                  </a:cubicBezTo>
                  <a:lnTo>
                    <a:pt x="82815" y="782956"/>
                  </a:lnTo>
                  <a:cubicBezTo>
                    <a:pt x="37077" y="782956"/>
                    <a:pt x="-1" y="745890"/>
                    <a:pt x="-1" y="700166"/>
                  </a:cubicBezTo>
                  <a:lnTo>
                    <a:pt x="-1" y="82790"/>
                  </a:lnTo>
                  <a:cubicBezTo>
                    <a:pt x="-1" y="37066"/>
                    <a:pt x="37077" y="0"/>
                    <a:pt x="82815"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70" name="Google Shape;2270;p90"/>
            <p:cNvGrpSpPr/>
            <p:nvPr/>
          </p:nvGrpSpPr>
          <p:grpSpPr>
            <a:xfrm>
              <a:off x="6483214" y="1893967"/>
              <a:ext cx="1004931" cy="395756"/>
              <a:chOff x="8539035" y="2322089"/>
              <a:chExt cx="1339908" cy="527674"/>
            </a:xfrm>
          </p:grpSpPr>
          <p:sp>
            <p:nvSpPr>
              <p:cNvPr id="2271" name="Google Shape;2271;p90"/>
              <p:cNvSpPr/>
              <p:nvPr/>
            </p:nvSpPr>
            <p:spPr>
              <a:xfrm>
                <a:off x="9051065" y="2322089"/>
                <a:ext cx="291512" cy="328840"/>
              </a:xfrm>
              <a:custGeom>
                <a:rect b="b" l="l" r="r" t="t"/>
                <a:pathLst>
                  <a:path extrusionOk="0" h="328840" w="291512">
                    <a:moveTo>
                      <a:pt x="145767" y="279148"/>
                    </a:moveTo>
                    <a:cubicBezTo>
                      <a:pt x="132059" y="279148"/>
                      <a:pt x="120892" y="290300"/>
                      <a:pt x="120892" y="303996"/>
                    </a:cubicBezTo>
                    <a:cubicBezTo>
                      <a:pt x="120892" y="317695"/>
                      <a:pt x="132059" y="328840"/>
                      <a:pt x="145767" y="328840"/>
                    </a:cubicBezTo>
                    <a:cubicBezTo>
                      <a:pt x="159437" y="328840"/>
                      <a:pt x="170604" y="317695"/>
                      <a:pt x="170604" y="303996"/>
                    </a:cubicBezTo>
                    <a:cubicBezTo>
                      <a:pt x="170604" y="290300"/>
                      <a:pt x="159437" y="279148"/>
                      <a:pt x="145767" y="279148"/>
                    </a:cubicBezTo>
                    <a:close/>
                    <a:moveTo>
                      <a:pt x="145767" y="314043"/>
                    </a:moveTo>
                    <a:cubicBezTo>
                      <a:pt x="140202" y="314043"/>
                      <a:pt x="135683" y="309533"/>
                      <a:pt x="135683" y="303996"/>
                    </a:cubicBezTo>
                    <a:cubicBezTo>
                      <a:pt x="135683" y="298455"/>
                      <a:pt x="140202" y="293944"/>
                      <a:pt x="145767" y="293944"/>
                    </a:cubicBezTo>
                    <a:cubicBezTo>
                      <a:pt x="151294" y="293944"/>
                      <a:pt x="155814" y="298455"/>
                      <a:pt x="155814" y="303996"/>
                    </a:cubicBezTo>
                    <a:cubicBezTo>
                      <a:pt x="155814" y="309533"/>
                      <a:pt x="151294" y="314043"/>
                      <a:pt x="145767" y="314043"/>
                    </a:cubicBezTo>
                    <a:close/>
                    <a:moveTo>
                      <a:pt x="279104" y="212694"/>
                    </a:moveTo>
                    <a:cubicBezTo>
                      <a:pt x="279104" y="212694"/>
                      <a:pt x="279104" y="212687"/>
                      <a:pt x="279104" y="212687"/>
                    </a:cubicBezTo>
                    <a:cubicBezTo>
                      <a:pt x="269617" y="207220"/>
                      <a:pt x="258039" y="208818"/>
                      <a:pt x="250233" y="215700"/>
                    </a:cubicBezTo>
                    <a:lnTo>
                      <a:pt x="236526" y="207187"/>
                    </a:lnTo>
                    <a:cubicBezTo>
                      <a:pt x="242688" y="194189"/>
                      <a:pt x="246237" y="179729"/>
                      <a:pt x="246237" y="164420"/>
                    </a:cubicBezTo>
                    <a:cubicBezTo>
                      <a:pt x="246237" y="148570"/>
                      <a:pt x="242427" y="133624"/>
                      <a:pt x="235891" y="120283"/>
                    </a:cubicBezTo>
                    <a:lnTo>
                      <a:pt x="249038" y="112114"/>
                    </a:lnTo>
                    <a:cubicBezTo>
                      <a:pt x="253744" y="116867"/>
                      <a:pt x="260168" y="119469"/>
                      <a:pt x="266704" y="119469"/>
                    </a:cubicBezTo>
                    <a:cubicBezTo>
                      <a:pt x="270924" y="119469"/>
                      <a:pt x="275182" y="118401"/>
                      <a:pt x="279104" y="116146"/>
                    </a:cubicBezTo>
                    <a:cubicBezTo>
                      <a:pt x="290944" y="109295"/>
                      <a:pt x="295052" y="94069"/>
                      <a:pt x="288180" y="82210"/>
                    </a:cubicBezTo>
                    <a:cubicBezTo>
                      <a:pt x="281345" y="70344"/>
                      <a:pt x="266106" y="66278"/>
                      <a:pt x="254229" y="73115"/>
                    </a:cubicBezTo>
                    <a:cubicBezTo>
                      <a:pt x="244966" y="78461"/>
                      <a:pt x="240559" y="88912"/>
                      <a:pt x="242277" y="98893"/>
                    </a:cubicBezTo>
                    <a:lnTo>
                      <a:pt x="228421" y="107480"/>
                    </a:lnTo>
                    <a:cubicBezTo>
                      <a:pt x="211651" y="83188"/>
                      <a:pt x="184461" y="66693"/>
                      <a:pt x="153311" y="64355"/>
                    </a:cubicBezTo>
                    <a:lnTo>
                      <a:pt x="153311" y="48382"/>
                    </a:lnTo>
                    <a:cubicBezTo>
                      <a:pt x="163321" y="45160"/>
                      <a:pt x="170604" y="35885"/>
                      <a:pt x="170604" y="24844"/>
                    </a:cubicBezTo>
                    <a:cubicBezTo>
                      <a:pt x="170604" y="11145"/>
                      <a:pt x="159437" y="0"/>
                      <a:pt x="145767" y="0"/>
                    </a:cubicBezTo>
                    <a:cubicBezTo>
                      <a:pt x="132059" y="0"/>
                      <a:pt x="120892" y="11145"/>
                      <a:pt x="120892" y="24844"/>
                    </a:cubicBezTo>
                    <a:cubicBezTo>
                      <a:pt x="120892" y="36012"/>
                      <a:pt x="128362" y="45373"/>
                      <a:pt x="138521" y="48490"/>
                    </a:cubicBezTo>
                    <a:lnTo>
                      <a:pt x="138521" y="64336"/>
                    </a:lnTo>
                    <a:cubicBezTo>
                      <a:pt x="106849" y="66607"/>
                      <a:pt x="79173" y="83506"/>
                      <a:pt x="62403" y="108402"/>
                    </a:cubicBezTo>
                    <a:lnTo>
                      <a:pt x="48957" y="100069"/>
                    </a:lnTo>
                    <a:cubicBezTo>
                      <a:pt x="51273" y="89745"/>
                      <a:pt x="46903" y="78674"/>
                      <a:pt x="37267" y="73115"/>
                    </a:cubicBezTo>
                    <a:cubicBezTo>
                      <a:pt x="25390" y="66259"/>
                      <a:pt x="10151" y="70340"/>
                      <a:pt x="3316" y="82210"/>
                    </a:cubicBezTo>
                    <a:cubicBezTo>
                      <a:pt x="-3518" y="94069"/>
                      <a:pt x="552" y="109295"/>
                      <a:pt x="12392" y="116150"/>
                    </a:cubicBezTo>
                    <a:cubicBezTo>
                      <a:pt x="16314" y="118401"/>
                      <a:pt x="20572" y="119473"/>
                      <a:pt x="24792" y="119473"/>
                    </a:cubicBezTo>
                    <a:cubicBezTo>
                      <a:pt x="30955" y="119473"/>
                      <a:pt x="36968" y="117147"/>
                      <a:pt x="41599" y="112913"/>
                    </a:cubicBezTo>
                    <a:lnTo>
                      <a:pt x="55120" y="121314"/>
                    </a:lnTo>
                    <a:cubicBezTo>
                      <a:pt x="48882" y="134397"/>
                      <a:pt x="45260" y="148977"/>
                      <a:pt x="45260" y="164420"/>
                    </a:cubicBezTo>
                    <a:cubicBezTo>
                      <a:pt x="45260" y="179322"/>
                      <a:pt x="48621" y="193428"/>
                      <a:pt x="54485" y="206156"/>
                    </a:cubicBezTo>
                    <a:lnTo>
                      <a:pt x="40367" y="214904"/>
                    </a:lnTo>
                    <a:cubicBezTo>
                      <a:pt x="32635" y="208680"/>
                      <a:pt x="21543" y="207437"/>
                      <a:pt x="12392" y="212687"/>
                    </a:cubicBezTo>
                    <a:cubicBezTo>
                      <a:pt x="12392" y="212687"/>
                      <a:pt x="12392" y="212694"/>
                      <a:pt x="12392" y="212694"/>
                    </a:cubicBezTo>
                    <a:cubicBezTo>
                      <a:pt x="552" y="219542"/>
                      <a:pt x="-3518" y="234764"/>
                      <a:pt x="3316" y="246638"/>
                    </a:cubicBezTo>
                    <a:cubicBezTo>
                      <a:pt x="7910" y="254591"/>
                      <a:pt x="16276" y="259049"/>
                      <a:pt x="24904" y="259049"/>
                    </a:cubicBezTo>
                    <a:cubicBezTo>
                      <a:pt x="29087" y="259049"/>
                      <a:pt x="33345" y="257977"/>
                      <a:pt x="37267" y="255722"/>
                    </a:cubicBezTo>
                    <a:cubicBezTo>
                      <a:pt x="47389" y="249882"/>
                      <a:pt x="51758" y="237953"/>
                      <a:pt x="48621" y="227207"/>
                    </a:cubicBezTo>
                    <a:lnTo>
                      <a:pt x="61619" y="219138"/>
                    </a:lnTo>
                    <a:cubicBezTo>
                      <a:pt x="79546" y="246626"/>
                      <a:pt x="110546" y="264866"/>
                      <a:pt x="145767" y="264866"/>
                    </a:cubicBezTo>
                    <a:cubicBezTo>
                      <a:pt x="180576" y="264866"/>
                      <a:pt x="211278" y="247071"/>
                      <a:pt x="229317" y="220113"/>
                    </a:cubicBezTo>
                    <a:lnTo>
                      <a:pt x="242614" y="228380"/>
                    </a:lnTo>
                    <a:cubicBezTo>
                      <a:pt x="240111" y="238812"/>
                      <a:pt x="244481" y="250091"/>
                      <a:pt x="254229" y="255729"/>
                    </a:cubicBezTo>
                    <a:cubicBezTo>
                      <a:pt x="258151" y="257977"/>
                      <a:pt x="262409" y="259049"/>
                      <a:pt x="266629" y="259049"/>
                    </a:cubicBezTo>
                    <a:cubicBezTo>
                      <a:pt x="275220" y="259049"/>
                      <a:pt x="283586" y="254591"/>
                      <a:pt x="288180" y="246630"/>
                    </a:cubicBezTo>
                    <a:cubicBezTo>
                      <a:pt x="295052" y="234764"/>
                      <a:pt x="290944" y="219542"/>
                      <a:pt x="279104" y="212694"/>
                    </a:cubicBezTo>
                    <a:close/>
                    <a:moveTo>
                      <a:pt x="261625" y="85929"/>
                    </a:moveTo>
                    <a:cubicBezTo>
                      <a:pt x="263230" y="85018"/>
                      <a:pt x="264949" y="84585"/>
                      <a:pt x="266629" y="84585"/>
                    </a:cubicBezTo>
                    <a:cubicBezTo>
                      <a:pt x="270140" y="84585"/>
                      <a:pt x="273501" y="86388"/>
                      <a:pt x="275369" y="89607"/>
                    </a:cubicBezTo>
                    <a:cubicBezTo>
                      <a:pt x="278133" y="94405"/>
                      <a:pt x="276490" y="100565"/>
                      <a:pt x="271709" y="103336"/>
                    </a:cubicBezTo>
                    <a:cubicBezTo>
                      <a:pt x="266891" y="106106"/>
                      <a:pt x="260728" y="104452"/>
                      <a:pt x="257964" y="99658"/>
                    </a:cubicBezTo>
                    <a:cubicBezTo>
                      <a:pt x="255201" y="94856"/>
                      <a:pt x="256844" y="88699"/>
                      <a:pt x="261625" y="85929"/>
                    </a:cubicBezTo>
                    <a:close/>
                    <a:moveTo>
                      <a:pt x="33532" y="99654"/>
                    </a:moveTo>
                    <a:cubicBezTo>
                      <a:pt x="30768" y="104452"/>
                      <a:pt x="24605" y="106106"/>
                      <a:pt x="19825" y="103339"/>
                    </a:cubicBezTo>
                    <a:cubicBezTo>
                      <a:pt x="15007" y="100565"/>
                      <a:pt x="13363" y="94405"/>
                      <a:pt x="16127" y="89607"/>
                    </a:cubicBezTo>
                    <a:cubicBezTo>
                      <a:pt x="17995" y="86388"/>
                      <a:pt x="21393" y="84585"/>
                      <a:pt x="24867" y="84585"/>
                    </a:cubicBezTo>
                    <a:cubicBezTo>
                      <a:pt x="26547" y="84585"/>
                      <a:pt x="28303" y="85018"/>
                      <a:pt x="29872" y="85929"/>
                    </a:cubicBezTo>
                    <a:cubicBezTo>
                      <a:pt x="34652" y="88699"/>
                      <a:pt x="36296" y="94856"/>
                      <a:pt x="33532" y="99654"/>
                    </a:cubicBezTo>
                    <a:close/>
                    <a:moveTo>
                      <a:pt x="29872" y="242911"/>
                    </a:moveTo>
                    <a:cubicBezTo>
                      <a:pt x="25054" y="245697"/>
                      <a:pt x="18891" y="244032"/>
                      <a:pt x="16127" y="239234"/>
                    </a:cubicBezTo>
                    <a:cubicBezTo>
                      <a:pt x="13363" y="234436"/>
                      <a:pt x="15007" y="228282"/>
                      <a:pt x="19825" y="225505"/>
                    </a:cubicBezTo>
                    <a:cubicBezTo>
                      <a:pt x="24605" y="222730"/>
                      <a:pt x="30768" y="224384"/>
                      <a:pt x="33532" y="229182"/>
                    </a:cubicBezTo>
                    <a:cubicBezTo>
                      <a:pt x="36296" y="233980"/>
                      <a:pt x="34652" y="240141"/>
                      <a:pt x="29872" y="242911"/>
                    </a:cubicBezTo>
                    <a:close/>
                    <a:moveTo>
                      <a:pt x="135683" y="24844"/>
                    </a:moveTo>
                    <a:cubicBezTo>
                      <a:pt x="135683" y="19304"/>
                      <a:pt x="140202" y="14797"/>
                      <a:pt x="145767" y="14797"/>
                    </a:cubicBezTo>
                    <a:cubicBezTo>
                      <a:pt x="151294" y="14797"/>
                      <a:pt x="155814" y="19304"/>
                      <a:pt x="155814" y="24844"/>
                    </a:cubicBezTo>
                    <a:cubicBezTo>
                      <a:pt x="155814" y="30385"/>
                      <a:pt x="151294" y="34892"/>
                      <a:pt x="145767" y="34892"/>
                    </a:cubicBezTo>
                    <a:cubicBezTo>
                      <a:pt x="140202" y="34892"/>
                      <a:pt x="135683" y="30385"/>
                      <a:pt x="135683" y="24844"/>
                    </a:cubicBezTo>
                    <a:close/>
                    <a:moveTo>
                      <a:pt x="145767" y="250069"/>
                    </a:moveTo>
                    <a:cubicBezTo>
                      <a:pt x="98520" y="250069"/>
                      <a:pt x="60087" y="211645"/>
                      <a:pt x="60087" y="164420"/>
                    </a:cubicBezTo>
                    <a:cubicBezTo>
                      <a:pt x="60087" y="117192"/>
                      <a:pt x="98520" y="78767"/>
                      <a:pt x="145767" y="78767"/>
                    </a:cubicBezTo>
                    <a:cubicBezTo>
                      <a:pt x="192976" y="78767"/>
                      <a:pt x="231446" y="117192"/>
                      <a:pt x="231446" y="164420"/>
                    </a:cubicBezTo>
                    <a:cubicBezTo>
                      <a:pt x="231446" y="211645"/>
                      <a:pt x="192976" y="250069"/>
                      <a:pt x="145767" y="250069"/>
                    </a:cubicBezTo>
                    <a:close/>
                    <a:moveTo>
                      <a:pt x="275369" y="239226"/>
                    </a:moveTo>
                    <a:cubicBezTo>
                      <a:pt x="272605" y="244035"/>
                      <a:pt x="266442" y="245678"/>
                      <a:pt x="261625" y="242915"/>
                    </a:cubicBezTo>
                    <a:cubicBezTo>
                      <a:pt x="256844" y="240141"/>
                      <a:pt x="255201" y="233980"/>
                      <a:pt x="257964" y="229182"/>
                    </a:cubicBezTo>
                    <a:cubicBezTo>
                      <a:pt x="259832" y="225964"/>
                      <a:pt x="263193" y="224160"/>
                      <a:pt x="266704" y="224160"/>
                    </a:cubicBezTo>
                    <a:cubicBezTo>
                      <a:pt x="268385" y="224160"/>
                      <a:pt x="270103" y="224593"/>
                      <a:pt x="271709" y="225505"/>
                    </a:cubicBezTo>
                    <a:cubicBezTo>
                      <a:pt x="276490" y="228282"/>
                      <a:pt x="278133" y="234436"/>
                      <a:pt x="275369" y="239226"/>
                    </a:cubicBezTo>
                    <a:close/>
                    <a:moveTo>
                      <a:pt x="24830" y="200787"/>
                    </a:moveTo>
                    <a:cubicBezTo>
                      <a:pt x="20759" y="200787"/>
                      <a:pt x="17434" y="197475"/>
                      <a:pt x="17434" y="193387"/>
                    </a:cubicBezTo>
                    <a:lnTo>
                      <a:pt x="17434" y="135398"/>
                    </a:lnTo>
                    <a:cubicBezTo>
                      <a:pt x="17434" y="131309"/>
                      <a:pt x="20759" y="127997"/>
                      <a:pt x="24830" y="127997"/>
                    </a:cubicBezTo>
                    <a:cubicBezTo>
                      <a:pt x="28938" y="127997"/>
                      <a:pt x="32225" y="131309"/>
                      <a:pt x="32225" y="135398"/>
                    </a:cubicBezTo>
                    <a:lnTo>
                      <a:pt x="32225" y="193387"/>
                    </a:lnTo>
                    <a:cubicBezTo>
                      <a:pt x="32225" y="197475"/>
                      <a:pt x="28938" y="200787"/>
                      <a:pt x="24830" y="200787"/>
                    </a:cubicBezTo>
                    <a:close/>
                    <a:moveTo>
                      <a:pt x="266667" y="128501"/>
                    </a:moveTo>
                    <a:cubicBezTo>
                      <a:pt x="270738" y="128501"/>
                      <a:pt x="274062" y="131813"/>
                      <a:pt x="274062" y="135898"/>
                    </a:cubicBezTo>
                    <a:lnTo>
                      <a:pt x="274062" y="193320"/>
                    </a:lnTo>
                    <a:cubicBezTo>
                      <a:pt x="274062" y="197404"/>
                      <a:pt x="270738" y="200716"/>
                      <a:pt x="266667" y="200716"/>
                    </a:cubicBezTo>
                    <a:cubicBezTo>
                      <a:pt x="262558" y="200716"/>
                      <a:pt x="259272" y="197404"/>
                      <a:pt x="259272" y="193320"/>
                    </a:cubicBezTo>
                    <a:lnTo>
                      <a:pt x="259272" y="135898"/>
                    </a:lnTo>
                    <a:cubicBezTo>
                      <a:pt x="259272" y="131813"/>
                      <a:pt x="262558" y="128501"/>
                      <a:pt x="266667" y="128501"/>
                    </a:cubicBezTo>
                    <a:close/>
                    <a:moveTo>
                      <a:pt x="116485" y="287115"/>
                    </a:moveTo>
                    <a:cubicBezTo>
                      <a:pt x="115140" y="289490"/>
                      <a:pt x="112638" y="290812"/>
                      <a:pt x="110098" y="290812"/>
                    </a:cubicBezTo>
                    <a:cubicBezTo>
                      <a:pt x="108828" y="290812"/>
                      <a:pt x="107558" y="290495"/>
                      <a:pt x="106400" y="289826"/>
                    </a:cubicBezTo>
                    <a:lnTo>
                      <a:pt x="56539" y="261054"/>
                    </a:lnTo>
                    <a:cubicBezTo>
                      <a:pt x="53028" y="259011"/>
                      <a:pt x="51796" y="254486"/>
                      <a:pt x="53850" y="250950"/>
                    </a:cubicBezTo>
                    <a:cubicBezTo>
                      <a:pt x="55904" y="247407"/>
                      <a:pt x="60424" y="246193"/>
                      <a:pt x="63934" y="248243"/>
                    </a:cubicBezTo>
                    <a:lnTo>
                      <a:pt x="113796" y="277012"/>
                    </a:lnTo>
                    <a:cubicBezTo>
                      <a:pt x="117344" y="279051"/>
                      <a:pt x="118539" y="283576"/>
                      <a:pt x="116485" y="287115"/>
                    </a:cubicBezTo>
                    <a:close/>
                    <a:moveTo>
                      <a:pt x="175235" y="41855"/>
                    </a:moveTo>
                    <a:cubicBezTo>
                      <a:pt x="177289" y="38316"/>
                      <a:pt x="181772" y="37102"/>
                      <a:pt x="185320" y="39148"/>
                    </a:cubicBezTo>
                    <a:lnTo>
                      <a:pt x="235069" y="67850"/>
                    </a:lnTo>
                    <a:cubicBezTo>
                      <a:pt x="238617" y="69892"/>
                      <a:pt x="239813" y="74414"/>
                      <a:pt x="237796" y="77957"/>
                    </a:cubicBezTo>
                    <a:cubicBezTo>
                      <a:pt x="236414" y="80328"/>
                      <a:pt x="233911" y="81654"/>
                      <a:pt x="231372" y="81654"/>
                    </a:cubicBezTo>
                    <a:cubicBezTo>
                      <a:pt x="230101" y="81654"/>
                      <a:pt x="228832" y="81336"/>
                      <a:pt x="227674" y="80664"/>
                    </a:cubicBezTo>
                    <a:lnTo>
                      <a:pt x="177925" y="51959"/>
                    </a:lnTo>
                    <a:cubicBezTo>
                      <a:pt x="174377" y="49917"/>
                      <a:pt x="173181" y="45395"/>
                      <a:pt x="175235" y="41855"/>
                    </a:cubicBezTo>
                    <a:close/>
                    <a:moveTo>
                      <a:pt x="237460" y="251066"/>
                    </a:moveTo>
                    <a:cubicBezTo>
                      <a:pt x="239514" y="254602"/>
                      <a:pt x="238281" y="259127"/>
                      <a:pt x="234733" y="261173"/>
                    </a:cubicBezTo>
                    <a:lnTo>
                      <a:pt x="185096" y="289837"/>
                    </a:lnTo>
                    <a:cubicBezTo>
                      <a:pt x="183938" y="290506"/>
                      <a:pt x="182668" y="290823"/>
                      <a:pt x="181398" y="290823"/>
                    </a:cubicBezTo>
                    <a:cubicBezTo>
                      <a:pt x="178858" y="290823"/>
                      <a:pt x="176356" y="289501"/>
                      <a:pt x="174974" y="287127"/>
                    </a:cubicBezTo>
                    <a:cubicBezTo>
                      <a:pt x="172920" y="283587"/>
                      <a:pt x="174152" y="279062"/>
                      <a:pt x="177701" y="277016"/>
                    </a:cubicBezTo>
                    <a:lnTo>
                      <a:pt x="227338" y="248355"/>
                    </a:lnTo>
                    <a:cubicBezTo>
                      <a:pt x="230886" y="246313"/>
                      <a:pt x="235405" y="247523"/>
                      <a:pt x="237460" y="251066"/>
                    </a:cubicBezTo>
                    <a:close/>
                    <a:moveTo>
                      <a:pt x="53850" y="77894"/>
                    </a:moveTo>
                    <a:cubicBezTo>
                      <a:pt x="51796" y="74354"/>
                      <a:pt x="52991" y="69829"/>
                      <a:pt x="56539" y="67787"/>
                    </a:cubicBezTo>
                    <a:lnTo>
                      <a:pt x="106177" y="39137"/>
                    </a:lnTo>
                    <a:cubicBezTo>
                      <a:pt x="109725" y="37095"/>
                      <a:pt x="114244" y="38308"/>
                      <a:pt x="116298" y="41844"/>
                    </a:cubicBezTo>
                    <a:cubicBezTo>
                      <a:pt x="118352" y="45384"/>
                      <a:pt x="117120" y="49909"/>
                      <a:pt x="113572" y="51952"/>
                    </a:cubicBezTo>
                    <a:lnTo>
                      <a:pt x="63934" y="80601"/>
                    </a:lnTo>
                    <a:cubicBezTo>
                      <a:pt x="62777" y="81273"/>
                      <a:pt x="61506" y="81590"/>
                      <a:pt x="60237" y="81590"/>
                    </a:cubicBezTo>
                    <a:cubicBezTo>
                      <a:pt x="57697" y="81590"/>
                      <a:pt x="55195" y="80265"/>
                      <a:pt x="53850" y="77894"/>
                    </a:cubicBezTo>
                    <a:close/>
                    <a:moveTo>
                      <a:pt x="176393" y="136663"/>
                    </a:moveTo>
                    <a:lnTo>
                      <a:pt x="209186" y="157725"/>
                    </a:lnTo>
                    <a:cubicBezTo>
                      <a:pt x="211315" y="159088"/>
                      <a:pt x="212585" y="161433"/>
                      <a:pt x="212585" y="163950"/>
                    </a:cubicBezTo>
                    <a:cubicBezTo>
                      <a:pt x="212585" y="166470"/>
                      <a:pt x="211315" y="168811"/>
                      <a:pt x="209186" y="170178"/>
                    </a:cubicBezTo>
                    <a:lnTo>
                      <a:pt x="176393" y="191244"/>
                    </a:lnTo>
                    <a:cubicBezTo>
                      <a:pt x="175161" y="192035"/>
                      <a:pt x="173779" y="192416"/>
                      <a:pt x="172397" y="192416"/>
                    </a:cubicBezTo>
                    <a:cubicBezTo>
                      <a:pt x="169969" y="192416"/>
                      <a:pt x="167579" y="191221"/>
                      <a:pt x="166159" y="189018"/>
                    </a:cubicBezTo>
                    <a:cubicBezTo>
                      <a:pt x="163956" y="185579"/>
                      <a:pt x="164964" y="181002"/>
                      <a:pt x="168400" y="178795"/>
                    </a:cubicBezTo>
                    <a:lnTo>
                      <a:pt x="191482" y="163950"/>
                    </a:lnTo>
                    <a:lnTo>
                      <a:pt x="168400" y="149112"/>
                    </a:lnTo>
                    <a:cubicBezTo>
                      <a:pt x="164964" y="146901"/>
                      <a:pt x="163956" y="142324"/>
                      <a:pt x="166159" y="138889"/>
                    </a:cubicBezTo>
                    <a:cubicBezTo>
                      <a:pt x="168363" y="135446"/>
                      <a:pt x="172957" y="134453"/>
                      <a:pt x="176393" y="136663"/>
                    </a:cubicBezTo>
                    <a:close/>
                    <a:moveTo>
                      <a:pt x="123096" y="149112"/>
                    </a:moveTo>
                    <a:lnTo>
                      <a:pt x="100014" y="163950"/>
                    </a:lnTo>
                    <a:lnTo>
                      <a:pt x="123096" y="178795"/>
                    </a:lnTo>
                    <a:cubicBezTo>
                      <a:pt x="126569" y="181002"/>
                      <a:pt x="127540" y="185579"/>
                      <a:pt x="125337" y="189018"/>
                    </a:cubicBezTo>
                    <a:cubicBezTo>
                      <a:pt x="123917" y="191221"/>
                      <a:pt x="121527" y="192416"/>
                      <a:pt x="119099" y="192416"/>
                    </a:cubicBezTo>
                    <a:cubicBezTo>
                      <a:pt x="117717" y="192416"/>
                      <a:pt x="116335" y="192035"/>
                      <a:pt x="115103" y="191244"/>
                    </a:cubicBezTo>
                    <a:lnTo>
                      <a:pt x="82310" y="170178"/>
                    </a:lnTo>
                    <a:cubicBezTo>
                      <a:pt x="80181" y="168811"/>
                      <a:pt x="78911" y="166470"/>
                      <a:pt x="78911" y="163950"/>
                    </a:cubicBezTo>
                    <a:cubicBezTo>
                      <a:pt x="78911" y="161433"/>
                      <a:pt x="80218" y="159088"/>
                      <a:pt x="82310" y="157725"/>
                    </a:cubicBezTo>
                    <a:lnTo>
                      <a:pt x="115103" y="136663"/>
                    </a:lnTo>
                    <a:cubicBezTo>
                      <a:pt x="118539" y="134453"/>
                      <a:pt x="123133" y="135446"/>
                      <a:pt x="125337" y="138889"/>
                    </a:cubicBezTo>
                    <a:cubicBezTo>
                      <a:pt x="127540" y="142324"/>
                      <a:pt x="126569" y="146901"/>
                      <a:pt x="123096" y="149112"/>
                    </a:cubicBezTo>
                    <a:close/>
                    <a:moveTo>
                      <a:pt x="159960" y="135222"/>
                    </a:moveTo>
                    <a:lnTo>
                      <a:pt x="146065" y="196867"/>
                    </a:lnTo>
                    <a:cubicBezTo>
                      <a:pt x="145281" y="200305"/>
                      <a:pt x="142219" y="202643"/>
                      <a:pt x="138857" y="202643"/>
                    </a:cubicBezTo>
                    <a:cubicBezTo>
                      <a:pt x="138334" y="202643"/>
                      <a:pt x="137774" y="202583"/>
                      <a:pt x="137214" y="202463"/>
                    </a:cubicBezTo>
                    <a:cubicBezTo>
                      <a:pt x="133217" y="201560"/>
                      <a:pt x="130715" y="197602"/>
                      <a:pt x="131611" y="193618"/>
                    </a:cubicBezTo>
                    <a:lnTo>
                      <a:pt x="145506" y="131970"/>
                    </a:lnTo>
                    <a:cubicBezTo>
                      <a:pt x="146402" y="127986"/>
                      <a:pt x="150398" y="125473"/>
                      <a:pt x="154357" y="126381"/>
                    </a:cubicBezTo>
                    <a:cubicBezTo>
                      <a:pt x="158353" y="127277"/>
                      <a:pt x="160856" y="131234"/>
                      <a:pt x="159960" y="135222"/>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272" name="Google Shape;2272;p90"/>
              <p:cNvGrpSpPr/>
              <p:nvPr/>
            </p:nvGrpSpPr>
            <p:grpSpPr>
              <a:xfrm>
                <a:off x="8539035" y="2754574"/>
                <a:ext cx="1339908" cy="95189"/>
                <a:chOff x="8539035" y="2754574"/>
                <a:chExt cx="1339908" cy="95189"/>
              </a:xfrm>
            </p:grpSpPr>
            <p:sp>
              <p:nvSpPr>
                <p:cNvPr id="2273" name="Google Shape;2273;p90"/>
                <p:cNvSpPr/>
                <p:nvPr/>
              </p:nvSpPr>
              <p:spPr>
                <a:xfrm>
                  <a:off x="8539035" y="2756665"/>
                  <a:ext cx="73764" cy="75586"/>
                </a:xfrm>
                <a:custGeom>
                  <a:rect b="b" l="l" r="r" t="t"/>
                  <a:pathLst>
                    <a:path extrusionOk="0" h="75586" w="73764">
                      <a:moveTo>
                        <a:pt x="73765" y="75586"/>
                      </a:moveTo>
                      <a:lnTo>
                        <a:pt x="62896" y="75586"/>
                      </a:lnTo>
                      <a:cubicBezTo>
                        <a:pt x="61664" y="75586"/>
                        <a:pt x="60655" y="75280"/>
                        <a:pt x="59871" y="74672"/>
                      </a:cubicBezTo>
                      <a:cubicBezTo>
                        <a:pt x="59086" y="74063"/>
                        <a:pt x="58527" y="73305"/>
                        <a:pt x="58190" y="72398"/>
                      </a:cubicBezTo>
                      <a:lnTo>
                        <a:pt x="52550" y="56977"/>
                      </a:lnTo>
                      <a:lnTo>
                        <a:pt x="21214" y="56977"/>
                      </a:lnTo>
                      <a:lnTo>
                        <a:pt x="15575" y="72398"/>
                      </a:lnTo>
                      <a:cubicBezTo>
                        <a:pt x="15313" y="73197"/>
                        <a:pt x="14753" y="73932"/>
                        <a:pt x="13931" y="74593"/>
                      </a:cubicBezTo>
                      <a:cubicBezTo>
                        <a:pt x="13110" y="75254"/>
                        <a:pt x="12101" y="75586"/>
                        <a:pt x="10906" y="75586"/>
                      </a:cubicBezTo>
                      <a:lnTo>
                        <a:pt x="0" y="75586"/>
                      </a:lnTo>
                      <a:lnTo>
                        <a:pt x="29693" y="0"/>
                      </a:lnTo>
                      <a:lnTo>
                        <a:pt x="44072" y="0"/>
                      </a:lnTo>
                      <a:lnTo>
                        <a:pt x="73765" y="75586"/>
                      </a:lnTo>
                      <a:close/>
                      <a:moveTo>
                        <a:pt x="24837" y="47045"/>
                      </a:moveTo>
                      <a:lnTo>
                        <a:pt x="48928" y="47045"/>
                      </a:lnTo>
                      <a:lnTo>
                        <a:pt x="39740" y="21902"/>
                      </a:lnTo>
                      <a:cubicBezTo>
                        <a:pt x="39329" y="20786"/>
                        <a:pt x="38843" y="19472"/>
                        <a:pt x="38358" y="17956"/>
                      </a:cubicBezTo>
                      <a:cubicBezTo>
                        <a:pt x="37835" y="16440"/>
                        <a:pt x="37349" y="14793"/>
                        <a:pt x="36864" y="13016"/>
                      </a:cubicBezTo>
                      <a:cubicBezTo>
                        <a:pt x="36378" y="14793"/>
                        <a:pt x="35893" y="16447"/>
                        <a:pt x="35407" y="17982"/>
                      </a:cubicBezTo>
                      <a:cubicBezTo>
                        <a:pt x="34959" y="19513"/>
                        <a:pt x="34473" y="20857"/>
                        <a:pt x="34025" y="22007"/>
                      </a:cubicBezTo>
                      <a:lnTo>
                        <a:pt x="24837" y="4704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4" name="Google Shape;2274;p90"/>
                <p:cNvSpPr/>
                <p:nvPr/>
              </p:nvSpPr>
              <p:spPr>
                <a:xfrm>
                  <a:off x="8619859" y="2777627"/>
                  <a:ext cx="49375" cy="72136"/>
                </a:xfrm>
                <a:custGeom>
                  <a:rect b="b" l="l" r="r" t="t"/>
                  <a:pathLst>
                    <a:path extrusionOk="0" h="72136" w="49375">
                      <a:moveTo>
                        <a:pt x="0" y="72136"/>
                      </a:moveTo>
                      <a:lnTo>
                        <a:pt x="0" y="993"/>
                      </a:lnTo>
                      <a:lnTo>
                        <a:pt x="7918" y="993"/>
                      </a:lnTo>
                      <a:cubicBezTo>
                        <a:pt x="8740" y="993"/>
                        <a:pt x="9449" y="1184"/>
                        <a:pt x="10047" y="1568"/>
                      </a:cubicBezTo>
                      <a:cubicBezTo>
                        <a:pt x="10644" y="1949"/>
                        <a:pt x="11018" y="2546"/>
                        <a:pt x="11205" y="3346"/>
                      </a:cubicBezTo>
                      <a:lnTo>
                        <a:pt x="12251" y="8311"/>
                      </a:lnTo>
                      <a:cubicBezTo>
                        <a:pt x="14417" y="5836"/>
                        <a:pt x="16882" y="3831"/>
                        <a:pt x="19683" y="2300"/>
                      </a:cubicBezTo>
                      <a:cubicBezTo>
                        <a:pt x="22484" y="765"/>
                        <a:pt x="25771" y="0"/>
                        <a:pt x="29543" y="0"/>
                      </a:cubicBezTo>
                      <a:cubicBezTo>
                        <a:pt x="32494" y="0"/>
                        <a:pt x="35146" y="609"/>
                        <a:pt x="37573" y="1830"/>
                      </a:cubicBezTo>
                      <a:cubicBezTo>
                        <a:pt x="40001" y="3047"/>
                        <a:pt x="42093" y="4817"/>
                        <a:pt x="43848" y="7135"/>
                      </a:cubicBezTo>
                      <a:cubicBezTo>
                        <a:pt x="45603" y="9450"/>
                        <a:pt x="46985" y="12310"/>
                        <a:pt x="47919" y="15708"/>
                      </a:cubicBezTo>
                      <a:cubicBezTo>
                        <a:pt x="48890" y="19106"/>
                        <a:pt x="49376" y="23000"/>
                        <a:pt x="49376" y="27391"/>
                      </a:cubicBezTo>
                      <a:cubicBezTo>
                        <a:pt x="49376" y="31397"/>
                        <a:pt x="48815" y="35109"/>
                        <a:pt x="47733" y="38525"/>
                      </a:cubicBezTo>
                      <a:cubicBezTo>
                        <a:pt x="46649" y="41938"/>
                        <a:pt x="45118" y="44902"/>
                        <a:pt x="43101" y="47411"/>
                      </a:cubicBezTo>
                      <a:cubicBezTo>
                        <a:pt x="41122" y="49921"/>
                        <a:pt x="38694" y="51881"/>
                        <a:pt x="35855" y="53288"/>
                      </a:cubicBezTo>
                      <a:cubicBezTo>
                        <a:pt x="33017" y="54703"/>
                        <a:pt x="29842" y="55409"/>
                        <a:pt x="26294" y="55409"/>
                      </a:cubicBezTo>
                      <a:cubicBezTo>
                        <a:pt x="23269" y="55409"/>
                        <a:pt x="20691" y="54946"/>
                        <a:pt x="18600" y="54024"/>
                      </a:cubicBezTo>
                      <a:cubicBezTo>
                        <a:pt x="16471" y="53102"/>
                        <a:pt x="14604" y="51821"/>
                        <a:pt x="12923" y="50178"/>
                      </a:cubicBezTo>
                      <a:lnTo>
                        <a:pt x="12923" y="72136"/>
                      </a:lnTo>
                      <a:lnTo>
                        <a:pt x="0" y="72136"/>
                      </a:lnTo>
                      <a:close/>
                      <a:moveTo>
                        <a:pt x="25099" y="10193"/>
                      </a:moveTo>
                      <a:cubicBezTo>
                        <a:pt x="22410" y="10193"/>
                        <a:pt x="20131" y="10761"/>
                        <a:pt x="18227" y="11892"/>
                      </a:cubicBezTo>
                      <a:cubicBezTo>
                        <a:pt x="16322" y="13023"/>
                        <a:pt x="14566" y="14618"/>
                        <a:pt x="12923" y="16675"/>
                      </a:cubicBezTo>
                      <a:lnTo>
                        <a:pt x="12923" y="40720"/>
                      </a:lnTo>
                      <a:cubicBezTo>
                        <a:pt x="14379" y="42535"/>
                        <a:pt x="15986" y="43797"/>
                        <a:pt x="17704" y="44510"/>
                      </a:cubicBezTo>
                      <a:cubicBezTo>
                        <a:pt x="19421" y="45223"/>
                        <a:pt x="21289" y="45582"/>
                        <a:pt x="23269" y="45582"/>
                      </a:cubicBezTo>
                      <a:cubicBezTo>
                        <a:pt x="25211" y="45582"/>
                        <a:pt x="27004" y="45216"/>
                        <a:pt x="28572" y="44484"/>
                      </a:cubicBezTo>
                      <a:cubicBezTo>
                        <a:pt x="30178" y="43752"/>
                        <a:pt x="31523" y="42636"/>
                        <a:pt x="32606" y="41139"/>
                      </a:cubicBezTo>
                      <a:cubicBezTo>
                        <a:pt x="33689" y="39638"/>
                        <a:pt x="34548" y="37748"/>
                        <a:pt x="35146" y="35467"/>
                      </a:cubicBezTo>
                      <a:cubicBezTo>
                        <a:pt x="35743" y="33186"/>
                        <a:pt x="36042" y="30494"/>
                        <a:pt x="36042" y="27391"/>
                      </a:cubicBezTo>
                      <a:cubicBezTo>
                        <a:pt x="36042" y="24255"/>
                        <a:pt x="35781" y="21596"/>
                        <a:pt x="35258" y="19419"/>
                      </a:cubicBezTo>
                      <a:cubicBezTo>
                        <a:pt x="34772" y="17243"/>
                        <a:pt x="34063" y="15473"/>
                        <a:pt x="33091" y="14114"/>
                      </a:cubicBezTo>
                      <a:cubicBezTo>
                        <a:pt x="32158" y="12755"/>
                        <a:pt x="31037" y="11758"/>
                        <a:pt x="29693" y="11130"/>
                      </a:cubicBezTo>
                      <a:cubicBezTo>
                        <a:pt x="28348" y="10503"/>
                        <a:pt x="26817" y="10193"/>
                        <a:pt x="25099" y="1019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5" name="Google Shape;2275;p90"/>
                <p:cNvSpPr/>
                <p:nvPr/>
              </p:nvSpPr>
              <p:spPr>
                <a:xfrm>
                  <a:off x="8679020" y="2777627"/>
                  <a:ext cx="49338" cy="72136"/>
                </a:xfrm>
                <a:custGeom>
                  <a:rect b="b" l="l" r="r" t="t"/>
                  <a:pathLst>
                    <a:path extrusionOk="0" h="72136" w="49338">
                      <a:moveTo>
                        <a:pt x="0" y="72136"/>
                      </a:moveTo>
                      <a:lnTo>
                        <a:pt x="0" y="993"/>
                      </a:lnTo>
                      <a:lnTo>
                        <a:pt x="7881" y="993"/>
                      </a:lnTo>
                      <a:cubicBezTo>
                        <a:pt x="8702" y="993"/>
                        <a:pt x="9412" y="1184"/>
                        <a:pt x="10010" y="1568"/>
                      </a:cubicBezTo>
                      <a:cubicBezTo>
                        <a:pt x="10607" y="1949"/>
                        <a:pt x="10981" y="2546"/>
                        <a:pt x="11167" y="3346"/>
                      </a:cubicBezTo>
                      <a:lnTo>
                        <a:pt x="12213" y="8311"/>
                      </a:lnTo>
                      <a:cubicBezTo>
                        <a:pt x="14379" y="5836"/>
                        <a:pt x="16845" y="3831"/>
                        <a:pt x="19683" y="2300"/>
                      </a:cubicBezTo>
                      <a:cubicBezTo>
                        <a:pt x="22484" y="765"/>
                        <a:pt x="25771" y="0"/>
                        <a:pt x="29543" y="0"/>
                      </a:cubicBezTo>
                      <a:cubicBezTo>
                        <a:pt x="32457" y="0"/>
                        <a:pt x="35146" y="609"/>
                        <a:pt x="37536" y="1830"/>
                      </a:cubicBezTo>
                      <a:cubicBezTo>
                        <a:pt x="39964" y="3047"/>
                        <a:pt x="42055" y="4817"/>
                        <a:pt x="43811" y="7135"/>
                      </a:cubicBezTo>
                      <a:cubicBezTo>
                        <a:pt x="45603" y="9450"/>
                        <a:pt x="46948" y="12310"/>
                        <a:pt x="47919" y="15708"/>
                      </a:cubicBezTo>
                      <a:cubicBezTo>
                        <a:pt x="48853" y="19106"/>
                        <a:pt x="49338" y="23000"/>
                        <a:pt x="49338" y="27391"/>
                      </a:cubicBezTo>
                      <a:cubicBezTo>
                        <a:pt x="49338" y="31397"/>
                        <a:pt x="48816" y="35109"/>
                        <a:pt x="47733" y="38525"/>
                      </a:cubicBezTo>
                      <a:cubicBezTo>
                        <a:pt x="46649" y="41938"/>
                        <a:pt x="45118" y="44902"/>
                        <a:pt x="43101" y="47411"/>
                      </a:cubicBezTo>
                      <a:cubicBezTo>
                        <a:pt x="41084" y="49921"/>
                        <a:pt x="38656" y="51881"/>
                        <a:pt x="35818" y="53288"/>
                      </a:cubicBezTo>
                      <a:cubicBezTo>
                        <a:pt x="32979" y="54703"/>
                        <a:pt x="29805" y="55409"/>
                        <a:pt x="26294" y="55409"/>
                      </a:cubicBezTo>
                      <a:cubicBezTo>
                        <a:pt x="23269" y="55409"/>
                        <a:pt x="20692" y="54946"/>
                        <a:pt x="18563" y="54024"/>
                      </a:cubicBezTo>
                      <a:cubicBezTo>
                        <a:pt x="16471" y="53102"/>
                        <a:pt x="14566" y="51821"/>
                        <a:pt x="12885" y="50178"/>
                      </a:cubicBezTo>
                      <a:lnTo>
                        <a:pt x="12885" y="72136"/>
                      </a:lnTo>
                      <a:lnTo>
                        <a:pt x="0" y="72136"/>
                      </a:lnTo>
                      <a:close/>
                      <a:moveTo>
                        <a:pt x="25099" y="10193"/>
                      </a:moveTo>
                      <a:cubicBezTo>
                        <a:pt x="22410" y="10193"/>
                        <a:pt x="20094" y="10761"/>
                        <a:pt x="18189" y="11892"/>
                      </a:cubicBezTo>
                      <a:cubicBezTo>
                        <a:pt x="16322" y="13023"/>
                        <a:pt x="14529" y="14618"/>
                        <a:pt x="12885" y="16675"/>
                      </a:cubicBezTo>
                      <a:lnTo>
                        <a:pt x="12885" y="40720"/>
                      </a:lnTo>
                      <a:cubicBezTo>
                        <a:pt x="14379" y="42535"/>
                        <a:pt x="15948" y="43797"/>
                        <a:pt x="17666" y="44510"/>
                      </a:cubicBezTo>
                      <a:cubicBezTo>
                        <a:pt x="19421" y="45223"/>
                        <a:pt x="21252" y="45582"/>
                        <a:pt x="23269" y="45582"/>
                      </a:cubicBezTo>
                      <a:cubicBezTo>
                        <a:pt x="25211" y="45582"/>
                        <a:pt x="26966" y="45216"/>
                        <a:pt x="28572" y="44484"/>
                      </a:cubicBezTo>
                      <a:cubicBezTo>
                        <a:pt x="30141" y="43752"/>
                        <a:pt x="31486" y="42636"/>
                        <a:pt x="32569" y="41139"/>
                      </a:cubicBezTo>
                      <a:cubicBezTo>
                        <a:pt x="33689" y="39638"/>
                        <a:pt x="34548" y="37748"/>
                        <a:pt x="35108" y="35467"/>
                      </a:cubicBezTo>
                      <a:cubicBezTo>
                        <a:pt x="35706" y="33186"/>
                        <a:pt x="36005" y="30494"/>
                        <a:pt x="36005" y="27391"/>
                      </a:cubicBezTo>
                      <a:cubicBezTo>
                        <a:pt x="36005" y="24255"/>
                        <a:pt x="35744" y="21596"/>
                        <a:pt x="35258" y="19419"/>
                      </a:cubicBezTo>
                      <a:cubicBezTo>
                        <a:pt x="34735" y="17243"/>
                        <a:pt x="34025" y="15473"/>
                        <a:pt x="33091" y="14114"/>
                      </a:cubicBezTo>
                      <a:cubicBezTo>
                        <a:pt x="32158" y="12755"/>
                        <a:pt x="31000" y="11758"/>
                        <a:pt x="29656" y="11130"/>
                      </a:cubicBezTo>
                      <a:cubicBezTo>
                        <a:pt x="28311" y="10503"/>
                        <a:pt x="26780" y="10193"/>
                        <a:pt x="25099" y="1019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6" name="Google Shape;2276;p90"/>
                <p:cNvSpPr/>
                <p:nvPr/>
              </p:nvSpPr>
              <p:spPr>
                <a:xfrm>
                  <a:off x="8738966" y="2754574"/>
                  <a:ext cx="12922" cy="77677"/>
                </a:xfrm>
                <a:custGeom>
                  <a:rect b="b" l="l" r="r" t="t"/>
                  <a:pathLst>
                    <a:path extrusionOk="0" h="77677" w="12922">
                      <a:moveTo>
                        <a:pt x="12923" y="0"/>
                      </a:moveTo>
                      <a:lnTo>
                        <a:pt x="12923" y="77677"/>
                      </a:lnTo>
                      <a:lnTo>
                        <a:pt x="0" y="77677"/>
                      </a:lnTo>
                      <a:lnTo>
                        <a:pt x="0" y="0"/>
                      </a:lnTo>
                      <a:lnTo>
                        <a:pt x="1292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7" name="Google Shape;2277;p90"/>
                <p:cNvSpPr/>
                <p:nvPr/>
              </p:nvSpPr>
              <p:spPr>
                <a:xfrm>
                  <a:off x="8765634" y="2754731"/>
                  <a:ext cx="16545" cy="77520"/>
                </a:xfrm>
                <a:custGeom>
                  <a:rect b="b" l="l" r="r" t="t"/>
                  <a:pathLst>
                    <a:path extrusionOk="0" h="77520" w="16545">
                      <a:moveTo>
                        <a:pt x="16546" y="8259"/>
                      </a:moveTo>
                      <a:cubicBezTo>
                        <a:pt x="16546" y="9376"/>
                        <a:pt x="16322" y="10421"/>
                        <a:pt x="15873" y="11395"/>
                      </a:cubicBezTo>
                      <a:cubicBezTo>
                        <a:pt x="15388" y="12374"/>
                        <a:pt x="14790" y="13225"/>
                        <a:pt x="14043" y="13953"/>
                      </a:cubicBezTo>
                      <a:cubicBezTo>
                        <a:pt x="13296" y="14689"/>
                        <a:pt x="12437" y="15271"/>
                        <a:pt x="11429" y="15708"/>
                      </a:cubicBezTo>
                      <a:cubicBezTo>
                        <a:pt x="10383" y="16141"/>
                        <a:pt x="9337" y="16361"/>
                        <a:pt x="8179" y="16361"/>
                      </a:cubicBezTo>
                      <a:cubicBezTo>
                        <a:pt x="7059" y="16361"/>
                        <a:pt x="6013" y="16141"/>
                        <a:pt x="5005" y="15708"/>
                      </a:cubicBezTo>
                      <a:cubicBezTo>
                        <a:pt x="3996" y="15271"/>
                        <a:pt x="3137" y="14689"/>
                        <a:pt x="2427" y="13953"/>
                      </a:cubicBezTo>
                      <a:cubicBezTo>
                        <a:pt x="1681" y="13225"/>
                        <a:pt x="1120" y="12374"/>
                        <a:pt x="672" y="11395"/>
                      </a:cubicBezTo>
                      <a:cubicBezTo>
                        <a:pt x="224" y="10421"/>
                        <a:pt x="0" y="9376"/>
                        <a:pt x="0" y="8259"/>
                      </a:cubicBezTo>
                      <a:cubicBezTo>
                        <a:pt x="0" y="7109"/>
                        <a:pt x="224" y="6026"/>
                        <a:pt x="672" y="5018"/>
                      </a:cubicBezTo>
                      <a:cubicBezTo>
                        <a:pt x="1120" y="4006"/>
                        <a:pt x="1681" y="3136"/>
                        <a:pt x="2427" y="2405"/>
                      </a:cubicBezTo>
                      <a:cubicBezTo>
                        <a:pt x="3137" y="1669"/>
                        <a:pt x="3996" y="1090"/>
                        <a:pt x="5005" y="653"/>
                      </a:cubicBezTo>
                      <a:cubicBezTo>
                        <a:pt x="6013" y="220"/>
                        <a:pt x="7059" y="0"/>
                        <a:pt x="8179" y="0"/>
                      </a:cubicBezTo>
                      <a:cubicBezTo>
                        <a:pt x="9337" y="0"/>
                        <a:pt x="10383" y="220"/>
                        <a:pt x="11429" y="653"/>
                      </a:cubicBezTo>
                      <a:cubicBezTo>
                        <a:pt x="12437" y="1090"/>
                        <a:pt x="13296" y="1669"/>
                        <a:pt x="14043" y="2405"/>
                      </a:cubicBezTo>
                      <a:cubicBezTo>
                        <a:pt x="14790" y="3136"/>
                        <a:pt x="15388" y="4006"/>
                        <a:pt x="15873" y="5018"/>
                      </a:cubicBezTo>
                      <a:cubicBezTo>
                        <a:pt x="16322" y="6026"/>
                        <a:pt x="16546" y="7109"/>
                        <a:pt x="16546" y="8259"/>
                      </a:cubicBezTo>
                      <a:close/>
                      <a:moveTo>
                        <a:pt x="14603" y="23889"/>
                      </a:moveTo>
                      <a:lnTo>
                        <a:pt x="14603" y="77520"/>
                      </a:lnTo>
                      <a:lnTo>
                        <a:pt x="1681" y="77520"/>
                      </a:lnTo>
                      <a:lnTo>
                        <a:pt x="1681" y="23889"/>
                      </a:lnTo>
                      <a:lnTo>
                        <a:pt x="14603"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8" name="Google Shape;2278;p90"/>
                <p:cNvSpPr/>
                <p:nvPr/>
              </p:nvSpPr>
              <p:spPr>
                <a:xfrm>
                  <a:off x="8791218" y="2777784"/>
                  <a:ext cx="45230" cy="55252"/>
                </a:xfrm>
                <a:custGeom>
                  <a:rect b="b" l="l" r="r" t="t"/>
                  <a:pathLst>
                    <a:path extrusionOk="0" h="55252" w="45230">
                      <a:moveTo>
                        <a:pt x="41308" y="12180"/>
                      </a:moveTo>
                      <a:cubicBezTo>
                        <a:pt x="40935" y="12669"/>
                        <a:pt x="40561" y="13049"/>
                        <a:pt x="40188" y="13329"/>
                      </a:cubicBezTo>
                      <a:cubicBezTo>
                        <a:pt x="39814" y="13610"/>
                        <a:pt x="39292" y="13748"/>
                        <a:pt x="38582" y="13748"/>
                      </a:cubicBezTo>
                      <a:cubicBezTo>
                        <a:pt x="37910" y="13748"/>
                        <a:pt x="37275" y="13546"/>
                        <a:pt x="36639" y="13147"/>
                      </a:cubicBezTo>
                      <a:cubicBezTo>
                        <a:pt x="36042" y="12747"/>
                        <a:pt x="35258" y="12292"/>
                        <a:pt x="34399" y="11787"/>
                      </a:cubicBezTo>
                      <a:cubicBezTo>
                        <a:pt x="33540" y="11280"/>
                        <a:pt x="32494" y="10828"/>
                        <a:pt x="31299" y="10428"/>
                      </a:cubicBezTo>
                      <a:cubicBezTo>
                        <a:pt x="30103" y="10029"/>
                        <a:pt x="28609" y="9827"/>
                        <a:pt x="26817" y="9827"/>
                      </a:cubicBezTo>
                      <a:cubicBezTo>
                        <a:pt x="24538" y="9827"/>
                        <a:pt x="22559" y="10238"/>
                        <a:pt x="20878" y="11056"/>
                      </a:cubicBezTo>
                      <a:cubicBezTo>
                        <a:pt x="19160" y="11877"/>
                        <a:pt x="17741" y="13049"/>
                        <a:pt x="16583" y="14584"/>
                      </a:cubicBezTo>
                      <a:cubicBezTo>
                        <a:pt x="15463" y="16115"/>
                        <a:pt x="14603" y="17971"/>
                        <a:pt x="14081" y="20147"/>
                      </a:cubicBezTo>
                      <a:cubicBezTo>
                        <a:pt x="13520" y="22328"/>
                        <a:pt x="13221" y="24796"/>
                        <a:pt x="13221" y="27548"/>
                      </a:cubicBezTo>
                      <a:cubicBezTo>
                        <a:pt x="13221" y="30408"/>
                        <a:pt x="13520" y="32947"/>
                        <a:pt x="14155" y="35180"/>
                      </a:cubicBezTo>
                      <a:cubicBezTo>
                        <a:pt x="14753" y="37412"/>
                        <a:pt x="15649" y="39283"/>
                        <a:pt x="16770" y="40799"/>
                      </a:cubicBezTo>
                      <a:cubicBezTo>
                        <a:pt x="17927" y="42315"/>
                        <a:pt x="19347" y="43465"/>
                        <a:pt x="20953" y="44249"/>
                      </a:cubicBezTo>
                      <a:cubicBezTo>
                        <a:pt x="22596" y="45033"/>
                        <a:pt x="24464" y="45425"/>
                        <a:pt x="26518" y="45425"/>
                      </a:cubicBezTo>
                      <a:cubicBezTo>
                        <a:pt x="28572" y="45425"/>
                        <a:pt x="30215" y="45175"/>
                        <a:pt x="31485" y="44667"/>
                      </a:cubicBezTo>
                      <a:cubicBezTo>
                        <a:pt x="32755" y="44163"/>
                        <a:pt x="33838" y="43607"/>
                        <a:pt x="34735" y="42994"/>
                      </a:cubicBezTo>
                      <a:cubicBezTo>
                        <a:pt x="35594" y="42386"/>
                        <a:pt x="36341" y="41826"/>
                        <a:pt x="36976" y="41318"/>
                      </a:cubicBezTo>
                      <a:cubicBezTo>
                        <a:pt x="37648" y="40817"/>
                        <a:pt x="38358" y="40564"/>
                        <a:pt x="39179" y="40564"/>
                      </a:cubicBezTo>
                      <a:cubicBezTo>
                        <a:pt x="40225" y="40564"/>
                        <a:pt x="41010" y="40967"/>
                        <a:pt x="41532" y="41766"/>
                      </a:cubicBezTo>
                      <a:lnTo>
                        <a:pt x="45230" y="46470"/>
                      </a:lnTo>
                      <a:cubicBezTo>
                        <a:pt x="43811" y="48143"/>
                        <a:pt x="42242" y="49547"/>
                        <a:pt x="40561" y="50678"/>
                      </a:cubicBezTo>
                      <a:cubicBezTo>
                        <a:pt x="38918" y="51810"/>
                        <a:pt x="37162" y="52717"/>
                        <a:pt x="35370" y="53397"/>
                      </a:cubicBezTo>
                      <a:cubicBezTo>
                        <a:pt x="33577" y="54072"/>
                        <a:pt x="31710" y="54554"/>
                        <a:pt x="29805" y="54834"/>
                      </a:cubicBezTo>
                      <a:cubicBezTo>
                        <a:pt x="27900" y="55114"/>
                        <a:pt x="25995" y="55252"/>
                        <a:pt x="24090" y="55252"/>
                      </a:cubicBezTo>
                      <a:cubicBezTo>
                        <a:pt x="20803" y="55252"/>
                        <a:pt x="17666" y="54632"/>
                        <a:pt x="14753" y="53397"/>
                      </a:cubicBezTo>
                      <a:cubicBezTo>
                        <a:pt x="11802" y="52161"/>
                        <a:pt x="9263" y="50354"/>
                        <a:pt x="7096" y="47986"/>
                      </a:cubicBezTo>
                      <a:cubicBezTo>
                        <a:pt x="4893" y="45619"/>
                        <a:pt x="3175" y="42714"/>
                        <a:pt x="1905" y="39283"/>
                      </a:cubicBezTo>
                      <a:cubicBezTo>
                        <a:pt x="635" y="35852"/>
                        <a:pt x="0" y="31939"/>
                        <a:pt x="0" y="27548"/>
                      </a:cubicBezTo>
                      <a:cubicBezTo>
                        <a:pt x="0" y="23609"/>
                        <a:pt x="560" y="19961"/>
                        <a:pt x="1681" y="16597"/>
                      </a:cubicBezTo>
                      <a:cubicBezTo>
                        <a:pt x="2839" y="13232"/>
                        <a:pt x="4482" y="10324"/>
                        <a:pt x="6685" y="7863"/>
                      </a:cubicBezTo>
                      <a:cubicBezTo>
                        <a:pt x="8889" y="5410"/>
                        <a:pt x="11616" y="3487"/>
                        <a:pt x="14865" y="2091"/>
                      </a:cubicBezTo>
                      <a:cubicBezTo>
                        <a:pt x="18077" y="698"/>
                        <a:pt x="21812" y="0"/>
                        <a:pt x="26032" y="0"/>
                      </a:cubicBezTo>
                      <a:cubicBezTo>
                        <a:pt x="30029" y="0"/>
                        <a:pt x="33540" y="646"/>
                        <a:pt x="36565" y="1934"/>
                      </a:cubicBezTo>
                      <a:cubicBezTo>
                        <a:pt x="39590" y="3222"/>
                        <a:pt x="42317" y="5067"/>
                        <a:pt x="44707" y="7475"/>
                      </a:cubicBezTo>
                      <a:lnTo>
                        <a:pt x="41308" y="1218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79" name="Google Shape;2279;p90"/>
                <p:cNvSpPr/>
                <p:nvPr/>
              </p:nvSpPr>
              <p:spPr>
                <a:xfrm>
                  <a:off x="8842050" y="2777627"/>
                  <a:ext cx="44707" cy="55461"/>
                </a:xfrm>
                <a:custGeom>
                  <a:rect b="b" l="l" r="r" t="t"/>
                  <a:pathLst>
                    <a:path extrusionOk="0" h="55461" w="44707">
                      <a:moveTo>
                        <a:pt x="44707" y="54625"/>
                      </a:moveTo>
                      <a:lnTo>
                        <a:pt x="38881" y="54625"/>
                      </a:lnTo>
                      <a:cubicBezTo>
                        <a:pt x="37685" y="54625"/>
                        <a:pt x="36714" y="54442"/>
                        <a:pt x="36005" y="54073"/>
                      </a:cubicBezTo>
                      <a:cubicBezTo>
                        <a:pt x="35332" y="53710"/>
                        <a:pt x="34809" y="52971"/>
                        <a:pt x="34436" y="51855"/>
                      </a:cubicBezTo>
                      <a:lnTo>
                        <a:pt x="33278" y="48039"/>
                      </a:lnTo>
                      <a:cubicBezTo>
                        <a:pt x="31933" y="49256"/>
                        <a:pt x="30589" y="50331"/>
                        <a:pt x="29282" y="51253"/>
                      </a:cubicBezTo>
                      <a:cubicBezTo>
                        <a:pt x="27975" y="52179"/>
                        <a:pt x="26630" y="52952"/>
                        <a:pt x="25248" y="53580"/>
                      </a:cubicBezTo>
                      <a:cubicBezTo>
                        <a:pt x="23866" y="54207"/>
                        <a:pt x="22372" y="54677"/>
                        <a:pt x="20803" y="54991"/>
                      </a:cubicBezTo>
                      <a:cubicBezTo>
                        <a:pt x="19235" y="55305"/>
                        <a:pt x="17479" y="55461"/>
                        <a:pt x="15575" y="55461"/>
                      </a:cubicBezTo>
                      <a:cubicBezTo>
                        <a:pt x="13296" y="55461"/>
                        <a:pt x="11205" y="55155"/>
                        <a:pt x="9300" y="54543"/>
                      </a:cubicBezTo>
                      <a:cubicBezTo>
                        <a:pt x="7395" y="53931"/>
                        <a:pt x="5715" y="53012"/>
                        <a:pt x="4370" y="51791"/>
                      </a:cubicBezTo>
                      <a:cubicBezTo>
                        <a:pt x="2988" y="50566"/>
                        <a:pt x="1905" y="49047"/>
                        <a:pt x="1158" y="47225"/>
                      </a:cubicBezTo>
                      <a:cubicBezTo>
                        <a:pt x="373" y="45410"/>
                        <a:pt x="0" y="43293"/>
                        <a:pt x="0" y="40881"/>
                      </a:cubicBezTo>
                      <a:cubicBezTo>
                        <a:pt x="0" y="38854"/>
                        <a:pt x="523" y="36852"/>
                        <a:pt x="1569" y="34877"/>
                      </a:cubicBezTo>
                      <a:cubicBezTo>
                        <a:pt x="2652" y="32902"/>
                        <a:pt x="4407" y="31117"/>
                        <a:pt x="6910" y="29527"/>
                      </a:cubicBezTo>
                      <a:cubicBezTo>
                        <a:pt x="9375" y="27932"/>
                        <a:pt x="12661" y="26614"/>
                        <a:pt x="16770" y="25569"/>
                      </a:cubicBezTo>
                      <a:cubicBezTo>
                        <a:pt x="20878" y="24516"/>
                        <a:pt x="25995" y="23993"/>
                        <a:pt x="32083" y="23993"/>
                      </a:cubicBezTo>
                      <a:lnTo>
                        <a:pt x="32083" y="20831"/>
                      </a:lnTo>
                      <a:cubicBezTo>
                        <a:pt x="32083" y="17216"/>
                        <a:pt x="31336" y="14539"/>
                        <a:pt x="29805" y="12799"/>
                      </a:cubicBezTo>
                      <a:cubicBezTo>
                        <a:pt x="28311" y="11063"/>
                        <a:pt x="26107" y="10193"/>
                        <a:pt x="23194" y="10193"/>
                      </a:cubicBezTo>
                      <a:cubicBezTo>
                        <a:pt x="21102" y="10193"/>
                        <a:pt x="19384" y="10436"/>
                        <a:pt x="17965" y="10925"/>
                      </a:cubicBezTo>
                      <a:cubicBezTo>
                        <a:pt x="16583" y="11414"/>
                        <a:pt x="15351" y="11963"/>
                        <a:pt x="14342" y="12572"/>
                      </a:cubicBezTo>
                      <a:cubicBezTo>
                        <a:pt x="13296" y="13180"/>
                        <a:pt x="12362" y="13733"/>
                        <a:pt x="11503" y="14218"/>
                      </a:cubicBezTo>
                      <a:cubicBezTo>
                        <a:pt x="10607" y="14704"/>
                        <a:pt x="9673" y="14950"/>
                        <a:pt x="8627" y="14950"/>
                      </a:cubicBezTo>
                      <a:cubicBezTo>
                        <a:pt x="7731" y="14950"/>
                        <a:pt x="6984" y="14722"/>
                        <a:pt x="6349" y="14271"/>
                      </a:cubicBezTo>
                      <a:cubicBezTo>
                        <a:pt x="5752" y="13819"/>
                        <a:pt x="5229" y="13262"/>
                        <a:pt x="4855" y="12598"/>
                      </a:cubicBezTo>
                      <a:lnTo>
                        <a:pt x="2503" y="8468"/>
                      </a:lnTo>
                      <a:cubicBezTo>
                        <a:pt x="8665" y="2823"/>
                        <a:pt x="16097" y="0"/>
                        <a:pt x="24837" y="0"/>
                      </a:cubicBezTo>
                      <a:cubicBezTo>
                        <a:pt x="27975" y="0"/>
                        <a:pt x="30776" y="515"/>
                        <a:pt x="33204" y="1542"/>
                      </a:cubicBezTo>
                      <a:cubicBezTo>
                        <a:pt x="35668" y="2569"/>
                        <a:pt x="37760" y="3999"/>
                        <a:pt x="39478" y="5828"/>
                      </a:cubicBezTo>
                      <a:cubicBezTo>
                        <a:pt x="41159" y="7658"/>
                        <a:pt x="42466" y="9846"/>
                        <a:pt x="43363" y="12389"/>
                      </a:cubicBezTo>
                      <a:cubicBezTo>
                        <a:pt x="44259" y="14931"/>
                        <a:pt x="44707" y="17720"/>
                        <a:pt x="44707" y="20752"/>
                      </a:cubicBezTo>
                      <a:lnTo>
                        <a:pt x="44707" y="54625"/>
                      </a:lnTo>
                      <a:close/>
                      <a:moveTo>
                        <a:pt x="19608" y="46575"/>
                      </a:moveTo>
                      <a:cubicBezTo>
                        <a:pt x="20916" y="46575"/>
                        <a:pt x="22148" y="46452"/>
                        <a:pt x="23269" y="46213"/>
                      </a:cubicBezTo>
                      <a:cubicBezTo>
                        <a:pt x="24389" y="45974"/>
                        <a:pt x="25435" y="45615"/>
                        <a:pt x="26406" y="45134"/>
                      </a:cubicBezTo>
                      <a:cubicBezTo>
                        <a:pt x="27414" y="44652"/>
                        <a:pt x="28385" y="44062"/>
                        <a:pt x="29282" y="43357"/>
                      </a:cubicBezTo>
                      <a:cubicBezTo>
                        <a:pt x="30215" y="42658"/>
                        <a:pt x="31149" y="41822"/>
                        <a:pt x="32083" y="40862"/>
                      </a:cubicBezTo>
                      <a:lnTo>
                        <a:pt x="32083" y="31886"/>
                      </a:lnTo>
                      <a:cubicBezTo>
                        <a:pt x="28311" y="31886"/>
                        <a:pt x="25173" y="32125"/>
                        <a:pt x="22671" y="32596"/>
                      </a:cubicBezTo>
                      <a:cubicBezTo>
                        <a:pt x="20131" y="33070"/>
                        <a:pt x="18114" y="33679"/>
                        <a:pt x="16583" y="34414"/>
                      </a:cubicBezTo>
                      <a:cubicBezTo>
                        <a:pt x="15015" y="35150"/>
                        <a:pt x="13931" y="36012"/>
                        <a:pt x="13296" y="36994"/>
                      </a:cubicBezTo>
                      <a:cubicBezTo>
                        <a:pt x="12661" y="37976"/>
                        <a:pt x="12325" y="39044"/>
                        <a:pt x="12325" y="40205"/>
                      </a:cubicBezTo>
                      <a:cubicBezTo>
                        <a:pt x="12325" y="42487"/>
                        <a:pt x="12998" y="44114"/>
                        <a:pt x="14342" y="45100"/>
                      </a:cubicBezTo>
                      <a:cubicBezTo>
                        <a:pt x="15687" y="46086"/>
                        <a:pt x="17442"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0" name="Google Shape;2280;p90"/>
                <p:cNvSpPr/>
                <p:nvPr/>
              </p:nvSpPr>
              <p:spPr>
                <a:xfrm>
                  <a:off x="8894601" y="2762206"/>
                  <a:ext cx="36527" cy="70881"/>
                </a:xfrm>
                <a:custGeom>
                  <a:rect b="b" l="l" r="r" t="t"/>
                  <a:pathLst>
                    <a:path extrusionOk="0" h="70881" w="36527">
                      <a:moveTo>
                        <a:pt x="22484" y="70882"/>
                      </a:moveTo>
                      <a:cubicBezTo>
                        <a:pt x="17853" y="70882"/>
                        <a:pt x="14268" y="69568"/>
                        <a:pt x="11765" y="66935"/>
                      </a:cubicBezTo>
                      <a:cubicBezTo>
                        <a:pt x="9263" y="64307"/>
                        <a:pt x="7993" y="60670"/>
                        <a:pt x="7993" y="56036"/>
                      </a:cubicBezTo>
                      <a:lnTo>
                        <a:pt x="7993" y="26080"/>
                      </a:lnTo>
                      <a:lnTo>
                        <a:pt x="2540" y="26080"/>
                      </a:lnTo>
                      <a:cubicBezTo>
                        <a:pt x="1867" y="26080"/>
                        <a:pt x="1233" y="25856"/>
                        <a:pt x="747" y="25404"/>
                      </a:cubicBezTo>
                      <a:cubicBezTo>
                        <a:pt x="224" y="24953"/>
                        <a:pt x="0" y="24273"/>
                        <a:pt x="0" y="23366"/>
                      </a:cubicBezTo>
                      <a:lnTo>
                        <a:pt x="0" y="18243"/>
                      </a:lnTo>
                      <a:lnTo>
                        <a:pt x="8628" y="16832"/>
                      </a:lnTo>
                      <a:lnTo>
                        <a:pt x="11354" y="2195"/>
                      </a:lnTo>
                      <a:cubicBezTo>
                        <a:pt x="11467" y="1501"/>
                        <a:pt x="11803" y="960"/>
                        <a:pt x="12288" y="571"/>
                      </a:cubicBezTo>
                      <a:cubicBezTo>
                        <a:pt x="12811" y="190"/>
                        <a:pt x="13446" y="0"/>
                        <a:pt x="14193" y="0"/>
                      </a:cubicBezTo>
                      <a:lnTo>
                        <a:pt x="20916" y="0"/>
                      </a:lnTo>
                      <a:lnTo>
                        <a:pt x="20916" y="16884"/>
                      </a:lnTo>
                      <a:lnTo>
                        <a:pt x="35034" y="16884"/>
                      </a:lnTo>
                      <a:lnTo>
                        <a:pt x="35034" y="26080"/>
                      </a:lnTo>
                      <a:lnTo>
                        <a:pt x="20916" y="26080"/>
                      </a:lnTo>
                      <a:lnTo>
                        <a:pt x="20916" y="55148"/>
                      </a:lnTo>
                      <a:cubicBezTo>
                        <a:pt x="20916" y="56820"/>
                        <a:pt x="21327" y="58127"/>
                        <a:pt x="22148" y="59064"/>
                      </a:cubicBezTo>
                      <a:cubicBezTo>
                        <a:pt x="23007" y="60005"/>
                        <a:pt x="24128" y="60480"/>
                        <a:pt x="25510" y="60480"/>
                      </a:cubicBezTo>
                      <a:cubicBezTo>
                        <a:pt x="26294" y="60480"/>
                        <a:pt x="26967" y="60382"/>
                        <a:pt x="27526" y="60192"/>
                      </a:cubicBezTo>
                      <a:cubicBezTo>
                        <a:pt x="28049" y="59998"/>
                        <a:pt x="28535" y="59800"/>
                        <a:pt x="28946" y="59591"/>
                      </a:cubicBezTo>
                      <a:cubicBezTo>
                        <a:pt x="29320" y="59378"/>
                        <a:pt x="29693" y="59184"/>
                        <a:pt x="29992" y="58990"/>
                      </a:cubicBezTo>
                      <a:cubicBezTo>
                        <a:pt x="30328" y="58799"/>
                        <a:pt x="30627" y="58702"/>
                        <a:pt x="30963" y="58702"/>
                      </a:cubicBezTo>
                      <a:cubicBezTo>
                        <a:pt x="31336" y="58702"/>
                        <a:pt x="31635" y="58799"/>
                        <a:pt x="31896" y="58990"/>
                      </a:cubicBezTo>
                      <a:cubicBezTo>
                        <a:pt x="32121" y="59184"/>
                        <a:pt x="32382" y="59468"/>
                        <a:pt x="32681" y="59849"/>
                      </a:cubicBezTo>
                      <a:lnTo>
                        <a:pt x="36528" y="66125"/>
                      </a:lnTo>
                      <a:cubicBezTo>
                        <a:pt x="34660" y="67693"/>
                        <a:pt x="32494" y="68877"/>
                        <a:pt x="30066" y="69680"/>
                      </a:cubicBezTo>
                      <a:cubicBezTo>
                        <a:pt x="27601" y="70478"/>
                        <a:pt x="25099" y="70882"/>
                        <a:pt x="22484" y="7088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1" name="Google Shape;2281;p90"/>
                <p:cNvSpPr/>
                <p:nvPr/>
              </p:nvSpPr>
              <p:spPr>
                <a:xfrm>
                  <a:off x="8939084" y="2754731"/>
                  <a:ext cx="16508" cy="77520"/>
                </a:xfrm>
                <a:custGeom>
                  <a:rect b="b" l="l" r="r" t="t"/>
                  <a:pathLst>
                    <a:path extrusionOk="0" h="77520" w="16508">
                      <a:moveTo>
                        <a:pt x="16509" y="8259"/>
                      </a:moveTo>
                      <a:cubicBezTo>
                        <a:pt x="16509" y="9376"/>
                        <a:pt x="16284" y="10421"/>
                        <a:pt x="15836" y="11395"/>
                      </a:cubicBezTo>
                      <a:cubicBezTo>
                        <a:pt x="15388" y="12374"/>
                        <a:pt x="14790" y="13225"/>
                        <a:pt x="14043" y="13953"/>
                      </a:cubicBezTo>
                      <a:cubicBezTo>
                        <a:pt x="13297" y="14689"/>
                        <a:pt x="12400" y="15271"/>
                        <a:pt x="11392" y="15708"/>
                      </a:cubicBezTo>
                      <a:cubicBezTo>
                        <a:pt x="10383" y="16141"/>
                        <a:pt x="9300" y="16361"/>
                        <a:pt x="8142" y="16361"/>
                      </a:cubicBezTo>
                      <a:cubicBezTo>
                        <a:pt x="7059" y="16361"/>
                        <a:pt x="5976" y="16141"/>
                        <a:pt x="5005" y="15708"/>
                      </a:cubicBezTo>
                      <a:cubicBezTo>
                        <a:pt x="3996" y="15271"/>
                        <a:pt x="3137" y="14689"/>
                        <a:pt x="2390" y="13953"/>
                      </a:cubicBezTo>
                      <a:cubicBezTo>
                        <a:pt x="1681" y="13225"/>
                        <a:pt x="1083" y="12374"/>
                        <a:pt x="672" y="11395"/>
                      </a:cubicBezTo>
                      <a:cubicBezTo>
                        <a:pt x="224" y="10421"/>
                        <a:pt x="0" y="9376"/>
                        <a:pt x="0" y="8259"/>
                      </a:cubicBezTo>
                      <a:cubicBezTo>
                        <a:pt x="0" y="7109"/>
                        <a:pt x="224" y="6026"/>
                        <a:pt x="672" y="5018"/>
                      </a:cubicBezTo>
                      <a:cubicBezTo>
                        <a:pt x="1083" y="4006"/>
                        <a:pt x="1681" y="3136"/>
                        <a:pt x="2390" y="2405"/>
                      </a:cubicBezTo>
                      <a:cubicBezTo>
                        <a:pt x="3137" y="1669"/>
                        <a:pt x="3996" y="1090"/>
                        <a:pt x="5005" y="653"/>
                      </a:cubicBezTo>
                      <a:cubicBezTo>
                        <a:pt x="5976" y="220"/>
                        <a:pt x="7059" y="0"/>
                        <a:pt x="8142" y="0"/>
                      </a:cubicBezTo>
                      <a:cubicBezTo>
                        <a:pt x="9300" y="0"/>
                        <a:pt x="10383" y="220"/>
                        <a:pt x="11392" y="653"/>
                      </a:cubicBezTo>
                      <a:cubicBezTo>
                        <a:pt x="12400" y="1090"/>
                        <a:pt x="13297" y="1669"/>
                        <a:pt x="14043" y="2405"/>
                      </a:cubicBezTo>
                      <a:cubicBezTo>
                        <a:pt x="14790" y="3136"/>
                        <a:pt x="15388" y="4006"/>
                        <a:pt x="15836" y="5018"/>
                      </a:cubicBezTo>
                      <a:cubicBezTo>
                        <a:pt x="16284" y="6026"/>
                        <a:pt x="16509" y="7109"/>
                        <a:pt x="16509" y="8259"/>
                      </a:cubicBezTo>
                      <a:close/>
                      <a:moveTo>
                        <a:pt x="14604" y="23889"/>
                      </a:moveTo>
                      <a:lnTo>
                        <a:pt x="14604" y="77520"/>
                      </a:lnTo>
                      <a:lnTo>
                        <a:pt x="1681" y="77520"/>
                      </a:lnTo>
                      <a:lnTo>
                        <a:pt x="1681" y="23889"/>
                      </a:lnTo>
                      <a:lnTo>
                        <a:pt x="14604"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2" name="Google Shape;2282;p90"/>
                <p:cNvSpPr/>
                <p:nvPr/>
              </p:nvSpPr>
              <p:spPr>
                <a:xfrm>
                  <a:off x="8964556" y="2777784"/>
                  <a:ext cx="53073" cy="55252"/>
                </a:xfrm>
                <a:custGeom>
                  <a:rect b="b" l="l" r="r" t="t"/>
                  <a:pathLst>
                    <a:path extrusionOk="0" h="55252" w="53073">
                      <a:moveTo>
                        <a:pt x="26630" y="0"/>
                      </a:moveTo>
                      <a:cubicBezTo>
                        <a:pt x="30627" y="0"/>
                        <a:pt x="34250" y="646"/>
                        <a:pt x="37499" y="1934"/>
                      </a:cubicBezTo>
                      <a:cubicBezTo>
                        <a:pt x="40786" y="3222"/>
                        <a:pt x="43549" y="5056"/>
                        <a:pt x="45865" y="7423"/>
                      </a:cubicBezTo>
                      <a:cubicBezTo>
                        <a:pt x="48143" y="9794"/>
                        <a:pt x="49937" y="12684"/>
                        <a:pt x="51169" y="16100"/>
                      </a:cubicBezTo>
                      <a:cubicBezTo>
                        <a:pt x="52439" y="19516"/>
                        <a:pt x="53074" y="23332"/>
                        <a:pt x="53074" y="27548"/>
                      </a:cubicBezTo>
                      <a:cubicBezTo>
                        <a:pt x="53074" y="31800"/>
                        <a:pt x="52439" y="35631"/>
                        <a:pt x="51169" y="39048"/>
                      </a:cubicBezTo>
                      <a:cubicBezTo>
                        <a:pt x="49937" y="42464"/>
                        <a:pt x="48143" y="45373"/>
                        <a:pt x="45865" y="47777"/>
                      </a:cubicBezTo>
                      <a:cubicBezTo>
                        <a:pt x="43549" y="50178"/>
                        <a:pt x="40786" y="52030"/>
                        <a:pt x="37499" y="53318"/>
                      </a:cubicBezTo>
                      <a:cubicBezTo>
                        <a:pt x="34250" y="54606"/>
                        <a:pt x="30627" y="55252"/>
                        <a:pt x="26630" y="55252"/>
                      </a:cubicBezTo>
                      <a:cubicBezTo>
                        <a:pt x="22597" y="55252"/>
                        <a:pt x="18974" y="54606"/>
                        <a:pt x="15687" y="53318"/>
                      </a:cubicBezTo>
                      <a:cubicBezTo>
                        <a:pt x="12400" y="52030"/>
                        <a:pt x="9599" y="50178"/>
                        <a:pt x="7283" y="47777"/>
                      </a:cubicBezTo>
                      <a:cubicBezTo>
                        <a:pt x="4968" y="45373"/>
                        <a:pt x="3175" y="42464"/>
                        <a:pt x="1905" y="39048"/>
                      </a:cubicBezTo>
                      <a:cubicBezTo>
                        <a:pt x="635" y="35631"/>
                        <a:pt x="0" y="31800"/>
                        <a:pt x="0" y="27548"/>
                      </a:cubicBezTo>
                      <a:cubicBezTo>
                        <a:pt x="0" y="23332"/>
                        <a:pt x="635" y="19516"/>
                        <a:pt x="1905" y="16100"/>
                      </a:cubicBezTo>
                      <a:cubicBezTo>
                        <a:pt x="3175" y="12684"/>
                        <a:pt x="4968" y="9794"/>
                        <a:pt x="7283" y="7423"/>
                      </a:cubicBezTo>
                      <a:cubicBezTo>
                        <a:pt x="9599" y="5056"/>
                        <a:pt x="12400" y="3222"/>
                        <a:pt x="15687" y="1934"/>
                      </a:cubicBezTo>
                      <a:cubicBezTo>
                        <a:pt x="18974" y="646"/>
                        <a:pt x="22597" y="0"/>
                        <a:pt x="26630" y="0"/>
                      </a:cubicBezTo>
                      <a:close/>
                      <a:moveTo>
                        <a:pt x="26630" y="45320"/>
                      </a:moveTo>
                      <a:cubicBezTo>
                        <a:pt x="31075" y="45320"/>
                        <a:pt x="34362" y="43819"/>
                        <a:pt x="36528" y="40825"/>
                      </a:cubicBezTo>
                      <a:cubicBezTo>
                        <a:pt x="38657" y="37827"/>
                        <a:pt x="39740" y="33436"/>
                        <a:pt x="39740" y="27652"/>
                      </a:cubicBezTo>
                      <a:cubicBezTo>
                        <a:pt x="39740" y="21865"/>
                        <a:pt x="38657" y="17459"/>
                        <a:pt x="36528" y="14427"/>
                      </a:cubicBezTo>
                      <a:cubicBezTo>
                        <a:pt x="34362" y="11395"/>
                        <a:pt x="31075" y="9880"/>
                        <a:pt x="26630" y="9880"/>
                      </a:cubicBezTo>
                      <a:cubicBezTo>
                        <a:pt x="22074" y="9880"/>
                        <a:pt x="18749" y="11407"/>
                        <a:pt x="16583" y="14453"/>
                      </a:cubicBezTo>
                      <a:cubicBezTo>
                        <a:pt x="14417" y="17504"/>
                        <a:pt x="13334" y="21902"/>
                        <a:pt x="13334" y="27652"/>
                      </a:cubicBezTo>
                      <a:cubicBezTo>
                        <a:pt x="13334" y="33402"/>
                        <a:pt x="14417" y="37786"/>
                        <a:pt x="16583" y="40799"/>
                      </a:cubicBezTo>
                      <a:cubicBezTo>
                        <a:pt x="18749" y="43812"/>
                        <a:pt x="22074" y="45320"/>
                        <a:pt x="26630" y="453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3" name="Google Shape;2283;p90"/>
                <p:cNvSpPr/>
                <p:nvPr/>
              </p:nvSpPr>
              <p:spPr>
                <a:xfrm>
                  <a:off x="9027714" y="2777784"/>
                  <a:ext cx="46761" cy="54468"/>
                </a:xfrm>
                <a:custGeom>
                  <a:rect b="b" l="l" r="r" t="t"/>
                  <a:pathLst>
                    <a:path extrusionOk="0" h="54468" w="46761">
                      <a:moveTo>
                        <a:pt x="0" y="54468"/>
                      </a:moveTo>
                      <a:lnTo>
                        <a:pt x="0" y="836"/>
                      </a:lnTo>
                      <a:lnTo>
                        <a:pt x="7881" y="836"/>
                      </a:lnTo>
                      <a:cubicBezTo>
                        <a:pt x="9562" y="836"/>
                        <a:pt x="10682" y="1620"/>
                        <a:pt x="11205" y="3189"/>
                      </a:cubicBezTo>
                      <a:lnTo>
                        <a:pt x="12064" y="7423"/>
                      </a:lnTo>
                      <a:cubicBezTo>
                        <a:pt x="13147" y="6306"/>
                        <a:pt x="14305" y="5298"/>
                        <a:pt x="15500" y="4391"/>
                      </a:cubicBezTo>
                      <a:cubicBezTo>
                        <a:pt x="16695" y="3487"/>
                        <a:pt x="17965" y="2703"/>
                        <a:pt x="19310" y="2039"/>
                      </a:cubicBezTo>
                      <a:cubicBezTo>
                        <a:pt x="20654" y="1378"/>
                        <a:pt x="22111" y="870"/>
                        <a:pt x="23642" y="523"/>
                      </a:cubicBezTo>
                      <a:cubicBezTo>
                        <a:pt x="25173" y="175"/>
                        <a:pt x="26854" y="0"/>
                        <a:pt x="28647" y="0"/>
                      </a:cubicBezTo>
                      <a:cubicBezTo>
                        <a:pt x="31598" y="0"/>
                        <a:pt x="34175" y="497"/>
                        <a:pt x="36453" y="1486"/>
                      </a:cubicBezTo>
                      <a:cubicBezTo>
                        <a:pt x="38731" y="2483"/>
                        <a:pt x="40599" y="3876"/>
                        <a:pt x="42130" y="5672"/>
                      </a:cubicBezTo>
                      <a:cubicBezTo>
                        <a:pt x="43624" y="7468"/>
                        <a:pt x="44782" y="9607"/>
                        <a:pt x="45566" y="12101"/>
                      </a:cubicBezTo>
                      <a:cubicBezTo>
                        <a:pt x="46351" y="14592"/>
                        <a:pt x="46761" y="17340"/>
                        <a:pt x="46761" y="20334"/>
                      </a:cubicBezTo>
                      <a:lnTo>
                        <a:pt x="46761" y="54468"/>
                      </a:lnTo>
                      <a:lnTo>
                        <a:pt x="33839" y="54468"/>
                      </a:lnTo>
                      <a:lnTo>
                        <a:pt x="33839" y="20334"/>
                      </a:lnTo>
                      <a:cubicBezTo>
                        <a:pt x="33839" y="17056"/>
                        <a:pt x="33091" y="14524"/>
                        <a:pt x="31560" y="12728"/>
                      </a:cubicBezTo>
                      <a:cubicBezTo>
                        <a:pt x="30029" y="10936"/>
                        <a:pt x="27788" y="10036"/>
                        <a:pt x="24725" y="10036"/>
                      </a:cubicBezTo>
                      <a:cubicBezTo>
                        <a:pt x="22522" y="10036"/>
                        <a:pt x="20430" y="10540"/>
                        <a:pt x="18451" y="11552"/>
                      </a:cubicBezTo>
                      <a:cubicBezTo>
                        <a:pt x="16509" y="12560"/>
                        <a:pt x="14678" y="13938"/>
                        <a:pt x="12923" y="15682"/>
                      </a:cubicBezTo>
                      <a:lnTo>
                        <a:pt x="12923"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4" name="Google Shape;2284;p90"/>
                <p:cNvSpPr/>
                <p:nvPr/>
              </p:nvSpPr>
              <p:spPr>
                <a:xfrm>
                  <a:off x="9082468" y="2777784"/>
                  <a:ext cx="40038" cy="55304"/>
                </a:xfrm>
                <a:custGeom>
                  <a:rect b="b" l="l" r="r" t="t"/>
                  <a:pathLst>
                    <a:path extrusionOk="0" h="55304" w="40038">
                      <a:moveTo>
                        <a:pt x="36528" y="11287"/>
                      </a:moveTo>
                      <a:cubicBezTo>
                        <a:pt x="36191" y="11847"/>
                        <a:pt x="35818" y="12239"/>
                        <a:pt x="35444" y="12467"/>
                      </a:cubicBezTo>
                      <a:cubicBezTo>
                        <a:pt x="35071" y="12691"/>
                        <a:pt x="34586" y="12807"/>
                        <a:pt x="33988" y="12807"/>
                      </a:cubicBezTo>
                      <a:cubicBezTo>
                        <a:pt x="33353" y="12807"/>
                        <a:pt x="32681" y="12631"/>
                        <a:pt x="31971" y="12284"/>
                      </a:cubicBezTo>
                      <a:cubicBezTo>
                        <a:pt x="31261" y="11933"/>
                        <a:pt x="30440" y="11545"/>
                        <a:pt x="29506" y="11108"/>
                      </a:cubicBezTo>
                      <a:cubicBezTo>
                        <a:pt x="28535" y="10671"/>
                        <a:pt x="27489" y="10279"/>
                        <a:pt x="26257" y="9932"/>
                      </a:cubicBezTo>
                      <a:cubicBezTo>
                        <a:pt x="25061" y="9581"/>
                        <a:pt x="23642" y="9409"/>
                        <a:pt x="21999" y="9409"/>
                      </a:cubicBezTo>
                      <a:cubicBezTo>
                        <a:pt x="19459" y="9409"/>
                        <a:pt x="17442" y="9950"/>
                        <a:pt x="15986" y="11029"/>
                      </a:cubicBezTo>
                      <a:cubicBezTo>
                        <a:pt x="14529" y="12109"/>
                        <a:pt x="13819" y="13520"/>
                        <a:pt x="13819" y="15264"/>
                      </a:cubicBezTo>
                      <a:cubicBezTo>
                        <a:pt x="13819" y="16414"/>
                        <a:pt x="14156" y="17381"/>
                        <a:pt x="14940" y="18165"/>
                      </a:cubicBezTo>
                      <a:cubicBezTo>
                        <a:pt x="15687" y="18949"/>
                        <a:pt x="16658" y="19640"/>
                        <a:pt x="17890" y="20230"/>
                      </a:cubicBezTo>
                      <a:cubicBezTo>
                        <a:pt x="19123" y="20823"/>
                        <a:pt x="20542" y="21353"/>
                        <a:pt x="22111" y="21824"/>
                      </a:cubicBezTo>
                      <a:cubicBezTo>
                        <a:pt x="23679" y="22294"/>
                        <a:pt x="25286" y="22806"/>
                        <a:pt x="26929" y="23366"/>
                      </a:cubicBezTo>
                      <a:cubicBezTo>
                        <a:pt x="28572" y="23922"/>
                        <a:pt x="30178" y="24561"/>
                        <a:pt x="31747" y="25274"/>
                      </a:cubicBezTo>
                      <a:cubicBezTo>
                        <a:pt x="33316" y="25987"/>
                        <a:pt x="34698" y="26894"/>
                        <a:pt x="35930" y="27992"/>
                      </a:cubicBezTo>
                      <a:cubicBezTo>
                        <a:pt x="37162" y="29090"/>
                        <a:pt x="38171" y="30408"/>
                        <a:pt x="38918" y="31939"/>
                      </a:cubicBezTo>
                      <a:cubicBezTo>
                        <a:pt x="39665" y="33473"/>
                        <a:pt x="40038" y="35318"/>
                        <a:pt x="40038" y="37480"/>
                      </a:cubicBezTo>
                      <a:cubicBezTo>
                        <a:pt x="40038" y="40060"/>
                        <a:pt x="39590" y="42434"/>
                        <a:pt x="38619" y="44615"/>
                      </a:cubicBezTo>
                      <a:cubicBezTo>
                        <a:pt x="37685" y="46792"/>
                        <a:pt x="36303" y="48673"/>
                        <a:pt x="34511" y="50260"/>
                      </a:cubicBezTo>
                      <a:cubicBezTo>
                        <a:pt x="32681" y="51847"/>
                        <a:pt x="30440" y="53083"/>
                        <a:pt x="27788" y="53972"/>
                      </a:cubicBezTo>
                      <a:cubicBezTo>
                        <a:pt x="25136" y="54860"/>
                        <a:pt x="22074" y="55304"/>
                        <a:pt x="18600" y="55304"/>
                      </a:cubicBezTo>
                      <a:cubicBezTo>
                        <a:pt x="16770" y="55304"/>
                        <a:pt x="14940" y="55140"/>
                        <a:pt x="13184" y="54808"/>
                      </a:cubicBezTo>
                      <a:cubicBezTo>
                        <a:pt x="11429" y="54476"/>
                        <a:pt x="9748" y="54016"/>
                        <a:pt x="8142" y="53423"/>
                      </a:cubicBezTo>
                      <a:cubicBezTo>
                        <a:pt x="6499" y="52829"/>
                        <a:pt x="5005" y="52135"/>
                        <a:pt x="3623" y="51332"/>
                      </a:cubicBezTo>
                      <a:cubicBezTo>
                        <a:pt x="2241" y="50529"/>
                        <a:pt x="1046" y="49659"/>
                        <a:pt x="0" y="48718"/>
                      </a:cubicBezTo>
                      <a:lnTo>
                        <a:pt x="2988" y="43801"/>
                      </a:lnTo>
                      <a:cubicBezTo>
                        <a:pt x="3362" y="43211"/>
                        <a:pt x="3810" y="42759"/>
                        <a:pt x="4333" y="42445"/>
                      </a:cubicBezTo>
                      <a:cubicBezTo>
                        <a:pt x="4856" y="42132"/>
                        <a:pt x="5528" y="41975"/>
                        <a:pt x="6312" y="41975"/>
                      </a:cubicBezTo>
                      <a:cubicBezTo>
                        <a:pt x="7134" y="41975"/>
                        <a:pt x="7881" y="42203"/>
                        <a:pt x="8591" y="42654"/>
                      </a:cubicBezTo>
                      <a:cubicBezTo>
                        <a:pt x="9300" y="43106"/>
                        <a:pt x="10122" y="43595"/>
                        <a:pt x="11093" y="44114"/>
                      </a:cubicBezTo>
                      <a:cubicBezTo>
                        <a:pt x="12026" y="44641"/>
                        <a:pt x="13147" y="45130"/>
                        <a:pt x="14417" y="45582"/>
                      </a:cubicBezTo>
                      <a:cubicBezTo>
                        <a:pt x="15687" y="46034"/>
                        <a:pt x="17293" y="46261"/>
                        <a:pt x="19235" y="46261"/>
                      </a:cubicBezTo>
                      <a:cubicBezTo>
                        <a:pt x="20766" y="46261"/>
                        <a:pt x="22074" y="46078"/>
                        <a:pt x="23194" y="45712"/>
                      </a:cubicBezTo>
                      <a:cubicBezTo>
                        <a:pt x="24277" y="45347"/>
                        <a:pt x="25173" y="44869"/>
                        <a:pt x="25920" y="44271"/>
                      </a:cubicBezTo>
                      <a:cubicBezTo>
                        <a:pt x="26630" y="43681"/>
                        <a:pt x="27153" y="42994"/>
                        <a:pt x="27489" y="42210"/>
                      </a:cubicBezTo>
                      <a:cubicBezTo>
                        <a:pt x="27788" y="41426"/>
                        <a:pt x="27975" y="40616"/>
                        <a:pt x="27975" y="39780"/>
                      </a:cubicBezTo>
                      <a:cubicBezTo>
                        <a:pt x="27975" y="38525"/>
                        <a:pt x="27601" y="37498"/>
                        <a:pt x="26854" y="36695"/>
                      </a:cubicBezTo>
                      <a:cubicBezTo>
                        <a:pt x="26107" y="35893"/>
                        <a:pt x="25099" y="35198"/>
                        <a:pt x="23866" y="34605"/>
                      </a:cubicBezTo>
                      <a:cubicBezTo>
                        <a:pt x="22633" y="34011"/>
                        <a:pt x="21214" y="33481"/>
                        <a:pt x="19646" y="33010"/>
                      </a:cubicBezTo>
                      <a:cubicBezTo>
                        <a:pt x="18040" y="32540"/>
                        <a:pt x="16434" y="32025"/>
                        <a:pt x="14753" y="31468"/>
                      </a:cubicBezTo>
                      <a:cubicBezTo>
                        <a:pt x="13110" y="30908"/>
                        <a:pt x="11503" y="30258"/>
                        <a:pt x="9898" y="29508"/>
                      </a:cubicBezTo>
                      <a:cubicBezTo>
                        <a:pt x="8329" y="28757"/>
                        <a:pt x="6910" y="27809"/>
                        <a:pt x="5677" y="26659"/>
                      </a:cubicBezTo>
                      <a:cubicBezTo>
                        <a:pt x="4444" y="25509"/>
                        <a:pt x="3436" y="24098"/>
                        <a:pt x="2689" y="22425"/>
                      </a:cubicBezTo>
                      <a:cubicBezTo>
                        <a:pt x="1942" y="20752"/>
                        <a:pt x="1569" y="18732"/>
                        <a:pt x="1569" y="16361"/>
                      </a:cubicBezTo>
                      <a:cubicBezTo>
                        <a:pt x="1569" y="14166"/>
                        <a:pt x="2017" y="12075"/>
                        <a:pt x="2876" y="10089"/>
                      </a:cubicBezTo>
                      <a:cubicBezTo>
                        <a:pt x="3735" y="8102"/>
                        <a:pt x="5042" y="6370"/>
                        <a:pt x="6723" y="4887"/>
                      </a:cubicBezTo>
                      <a:cubicBezTo>
                        <a:pt x="8404" y="3405"/>
                        <a:pt x="10532" y="2222"/>
                        <a:pt x="13035" y="1329"/>
                      </a:cubicBezTo>
                      <a:cubicBezTo>
                        <a:pt x="15575" y="444"/>
                        <a:pt x="18488" y="0"/>
                        <a:pt x="21812" y="0"/>
                      </a:cubicBezTo>
                      <a:cubicBezTo>
                        <a:pt x="25509" y="0"/>
                        <a:pt x="28871" y="609"/>
                        <a:pt x="31896" y="1830"/>
                      </a:cubicBezTo>
                      <a:cubicBezTo>
                        <a:pt x="34922" y="3047"/>
                        <a:pt x="37462" y="4652"/>
                        <a:pt x="39478" y="6639"/>
                      </a:cubicBezTo>
                      <a:lnTo>
                        <a:pt x="36528" y="1128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5" name="Google Shape;2285;p90"/>
                <p:cNvSpPr/>
                <p:nvPr/>
              </p:nvSpPr>
              <p:spPr>
                <a:xfrm>
                  <a:off x="9149510" y="2755829"/>
                  <a:ext cx="71524" cy="77259"/>
                </a:xfrm>
                <a:custGeom>
                  <a:rect b="b" l="l" r="r" t="t"/>
                  <a:pathLst>
                    <a:path extrusionOk="0" h="77259" w="71524">
                      <a:moveTo>
                        <a:pt x="31299" y="0"/>
                      </a:moveTo>
                      <a:cubicBezTo>
                        <a:pt x="34362" y="0"/>
                        <a:pt x="37125" y="470"/>
                        <a:pt x="39553" y="1411"/>
                      </a:cubicBezTo>
                      <a:cubicBezTo>
                        <a:pt x="41981" y="2352"/>
                        <a:pt x="44035" y="3607"/>
                        <a:pt x="45753" y="5175"/>
                      </a:cubicBezTo>
                      <a:cubicBezTo>
                        <a:pt x="47509" y="6743"/>
                        <a:pt x="48853" y="8535"/>
                        <a:pt x="49862" y="10559"/>
                      </a:cubicBezTo>
                      <a:cubicBezTo>
                        <a:pt x="50832" y="12579"/>
                        <a:pt x="51430" y="14670"/>
                        <a:pt x="51580" y="16832"/>
                      </a:cubicBezTo>
                      <a:lnTo>
                        <a:pt x="43400" y="18557"/>
                      </a:lnTo>
                      <a:cubicBezTo>
                        <a:pt x="43288" y="18594"/>
                        <a:pt x="43176" y="18609"/>
                        <a:pt x="43064" y="18609"/>
                      </a:cubicBezTo>
                      <a:lnTo>
                        <a:pt x="42691" y="18609"/>
                      </a:lnTo>
                      <a:cubicBezTo>
                        <a:pt x="42130" y="18609"/>
                        <a:pt x="41570" y="18445"/>
                        <a:pt x="41122" y="18112"/>
                      </a:cubicBezTo>
                      <a:cubicBezTo>
                        <a:pt x="40636" y="17780"/>
                        <a:pt x="40263" y="17269"/>
                        <a:pt x="40001" y="16570"/>
                      </a:cubicBezTo>
                      <a:cubicBezTo>
                        <a:pt x="39665" y="15663"/>
                        <a:pt x="39292" y="14801"/>
                        <a:pt x="38769" y="13983"/>
                      </a:cubicBezTo>
                      <a:cubicBezTo>
                        <a:pt x="38283" y="13165"/>
                        <a:pt x="37686" y="12448"/>
                        <a:pt x="37013" y="11840"/>
                      </a:cubicBezTo>
                      <a:cubicBezTo>
                        <a:pt x="36304" y="11231"/>
                        <a:pt x="35482" y="10742"/>
                        <a:pt x="34548" y="10372"/>
                      </a:cubicBezTo>
                      <a:cubicBezTo>
                        <a:pt x="33614" y="10010"/>
                        <a:pt x="32532" y="9827"/>
                        <a:pt x="31299" y="9827"/>
                      </a:cubicBezTo>
                      <a:cubicBezTo>
                        <a:pt x="29842" y="9827"/>
                        <a:pt x="28535" y="10077"/>
                        <a:pt x="27377" y="10585"/>
                      </a:cubicBezTo>
                      <a:cubicBezTo>
                        <a:pt x="26219" y="11089"/>
                        <a:pt x="25248" y="11769"/>
                        <a:pt x="24464" y="12624"/>
                      </a:cubicBezTo>
                      <a:cubicBezTo>
                        <a:pt x="23642" y="13479"/>
                        <a:pt x="23045" y="14472"/>
                        <a:pt x="22634" y="15603"/>
                      </a:cubicBezTo>
                      <a:cubicBezTo>
                        <a:pt x="22223" y="16738"/>
                        <a:pt x="21999" y="17930"/>
                        <a:pt x="21999" y="19184"/>
                      </a:cubicBezTo>
                      <a:cubicBezTo>
                        <a:pt x="21999" y="20230"/>
                        <a:pt x="22111" y="21241"/>
                        <a:pt x="22335" y="22216"/>
                      </a:cubicBezTo>
                      <a:cubicBezTo>
                        <a:pt x="22559" y="23190"/>
                        <a:pt x="22933" y="24169"/>
                        <a:pt x="23418" y="25143"/>
                      </a:cubicBezTo>
                      <a:cubicBezTo>
                        <a:pt x="23904" y="26118"/>
                        <a:pt x="24539" y="27122"/>
                        <a:pt x="25323" y="28149"/>
                      </a:cubicBezTo>
                      <a:cubicBezTo>
                        <a:pt x="26107" y="29179"/>
                        <a:pt x="27078" y="30281"/>
                        <a:pt x="28236" y="31468"/>
                      </a:cubicBezTo>
                      <a:lnTo>
                        <a:pt x="48293" y="52325"/>
                      </a:lnTo>
                      <a:cubicBezTo>
                        <a:pt x="49451" y="50130"/>
                        <a:pt x="50384" y="47815"/>
                        <a:pt x="51057" y="45369"/>
                      </a:cubicBezTo>
                      <a:cubicBezTo>
                        <a:pt x="51766" y="42935"/>
                        <a:pt x="52214" y="40459"/>
                        <a:pt x="52439" y="37950"/>
                      </a:cubicBezTo>
                      <a:cubicBezTo>
                        <a:pt x="52513" y="37147"/>
                        <a:pt x="52775" y="36501"/>
                        <a:pt x="53223" y="36016"/>
                      </a:cubicBezTo>
                      <a:cubicBezTo>
                        <a:pt x="53671" y="35530"/>
                        <a:pt x="54306" y="35284"/>
                        <a:pt x="55090" y="35284"/>
                      </a:cubicBezTo>
                      <a:lnTo>
                        <a:pt x="63195" y="35284"/>
                      </a:lnTo>
                      <a:cubicBezTo>
                        <a:pt x="63158" y="39884"/>
                        <a:pt x="62523" y="44275"/>
                        <a:pt x="61216" y="48457"/>
                      </a:cubicBezTo>
                      <a:cubicBezTo>
                        <a:pt x="59909" y="52639"/>
                        <a:pt x="58078" y="56488"/>
                        <a:pt x="55688" y="60005"/>
                      </a:cubicBezTo>
                      <a:lnTo>
                        <a:pt x="71524" y="76423"/>
                      </a:lnTo>
                      <a:lnTo>
                        <a:pt x="58863" y="76423"/>
                      </a:lnTo>
                      <a:cubicBezTo>
                        <a:pt x="58191" y="76423"/>
                        <a:pt x="57630" y="76389"/>
                        <a:pt x="57107" y="76318"/>
                      </a:cubicBezTo>
                      <a:cubicBezTo>
                        <a:pt x="56622" y="76247"/>
                        <a:pt x="56136" y="76117"/>
                        <a:pt x="55688" y="75926"/>
                      </a:cubicBezTo>
                      <a:cubicBezTo>
                        <a:pt x="55240" y="75732"/>
                        <a:pt x="54792" y="75482"/>
                        <a:pt x="54381" y="75168"/>
                      </a:cubicBezTo>
                      <a:cubicBezTo>
                        <a:pt x="53933" y="74855"/>
                        <a:pt x="53522" y="74455"/>
                        <a:pt x="53074" y="73966"/>
                      </a:cubicBezTo>
                      <a:lnTo>
                        <a:pt x="47845" y="68582"/>
                      </a:lnTo>
                      <a:cubicBezTo>
                        <a:pt x="44483" y="71300"/>
                        <a:pt x="40748" y="73425"/>
                        <a:pt x="36677" y="74959"/>
                      </a:cubicBezTo>
                      <a:cubicBezTo>
                        <a:pt x="32569" y="76490"/>
                        <a:pt x="28124" y="77259"/>
                        <a:pt x="23343" y="77259"/>
                      </a:cubicBezTo>
                      <a:cubicBezTo>
                        <a:pt x="20430" y="77259"/>
                        <a:pt x="17592" y="76762"/>
                        <a:pt x="14791" y="75769"/>
                      </a:cubicBezTo>
                      <a:cubicBezTo>
                        <a:pt x="11989" y="74772"/>
                        <a:pt x="9487" y="73339"/>
                        <a:pt x="7321" y="71457"/>
                      </a:cubicBezTo>
                      <a:cubicBezTo>
                        <a:pt x="5117" y="69575"/>
                        <a:pt x="3324" y="67301"/>
                        <a:pt x="2017" y="64635"/>
                      </a:cubicBezTo>
                      <a:cubicBezTo>
                        <a:pt x="672" y="61969"/>
                        <a:pt x="0" y="58964"/>
                        <a:pt x="0" y="55618"/>
                      </a:cubicBezTo>
                      <a:cubicBezTo>
                        <a:pt x="0" y="53285"/>
                        <a:pt x="374" y="51063"/>
                        <a:pt x="1121" y="48950"/>
                      </a:cubicBezTo>
                      <a:cubicBezTo>
                        <a:pt x="1905" y="46844"/>
                        <a:pt x="2951" y="44887"/>
                        <a:pt x="4333" y="43073"/>
                      </a:cubicBezTo>
                      <a:cubicBezTo>
                        <a:pt x="5677" y="41262"/>
                        <a:pt x="7283" y="39619"/>
                        <a:pt x="9151" y="38159"/>
                      </a:cubicBezTo>
                      <a:cubicBezTo>
                        <a:pt x="11018" y="36695"/>
                        <a:pt x="13072" y="35441"/>
                        <a:pt x="15314" y="34395"/>
                      </a:cubicBezTo>
                      <a:cubicBezTo>
                        <a:pt x="13446" y="31782"/>
                        <a:pt x="12101" y="29228"/>
                        <a:pt x="11242" y="26738"/>
                      </a:cubicBezTo>
                      <a:cubicBezTo>
                        <a:pt x="10421" y="24243"/>
                        <a:pt x="9972" y="21760"/>
                        <a:pt x="9972" y="19289"/>
                      </a:cubicBezTo>
                      <a:cubicBezTo>
                        <a:pt x="9972" y="16675"/>
                        <a:pt x="10458" y="14192"/>
                        <a:pt x="11429" y="11840"/>
                      </a:cubicBezTo>
                      <a:cubicBezTo>
                        <a:pt x="12363" y="9487"/>
                        <a:pt x="13782" y="7438"/>
                        <a:pt x="15612" y="5698"/>
                      </a:cubicBezTo>
                      <a:cubicBezTo>
                        <a:pt x="17442" y="3958"/>
                        <a:pt x="19683" y="2573"/>
                        <a:pt x="22298" y="1542"/>
                      </a:cubicBezTo>
                      <a:cubicBezTo>
                        <a:pt x="24950" y="515"/>
                        <a:pt x="27975" y="0"/>
                        <a:pt x="31299" y="0"/>
                      </a:cubicBezTo>
                      <a:close/>
                      <a:moveTo>
                        <a:pt x="13110" y="54573"/>
                      </a:moveTo>
                      <a:cubicBezTo>
                        <a:pt x="13110" y="56488"/>
                        <a:pt x="13446" y="58213"/>
                        <a:pt x="14118" y="59748"/>
                      </a:cubicBezTo>
                      <a:cubicBezTo>
                        <a:pt x="14753" y="61279"/>
                        <a:pt x="15687" y="62578"/>
                        <a:pt x="16807" y="63642"/>
                      </a:cubicBezTo>
                      <a:cubicBezTo>
                        <a:pt x="17965" y="64702"/>
                        <a:pt x="19310" y="65524"/>
                        <a:pt x="20841" y="66099"/>
                      </a:cubicBezTo>
                      <a:cubicBezTo>
                        <a:pt x="22335" y="66674"/>
                        <a:pt x="23941" y="66961"/>
                        <a:pt x="25659" y="66961"/>
                      </a:cubicBezTo>
                      <a:cubicBezTo>
                        <a:pt x="28722" y="66961"/>
                        <a:pt x="31523" y="66483"/>
                        <a:pt x="34063" y="65524"/>
                      </a:cubicBezTo>
                      <a:cubicBezTo>
                        <a:pt x="36565" y="64564"/>
                        <a:pt x="38881" y="63235"/>
                        <a:pt x="40973" y="61525"/>
                      </a:cubicBezTo>
                      <a:lnTo>
                        <a:pt x="21102" y="41139"/>
                      </a:lnTo>
                      <a:cubicBezTo>
                        <a:pt x="18339" y="42949"/>
                        <a:pt x="16284" y="44988"/>
                        <a:pt x="15015" y="47255"/>
                      </a:cubicBezTo>
                      <a:cubicBezTo>
                        <a:pt x="13745" y="49521"/>
                        <a:pt x="13110" y="51959"/>
                        <a:pt x="13110" y="54573"/>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6" name="Google Shape;2286;p90"/>
                <p:cNvSpPr/>
                <p:nvPr/>
              </p:nvSpPr>
              <p:spPr>
                <a:xfrm>
                  <a:off x="9244265" y="2755829"/>
                  <a:ext cx="64278" cy="77259"/>
                </a:xfrm>
                <a:custGeom>
                  <a:rect b="b" l="l" r="r" t="t"/>
                  <a:pathLst>
                    <a:path extrusionOk="0" h="77259" w="64278">
                      <a:moveTo>
                        <a:pt x="56361" y="58594"/>
                      </a:moveTo>
                      <a:cubicBezTo>
                        <a:pt x="57107" y="58594"/>
                        <a:pt x="57780" y="58896"/>
                        <a:pt x="58340" y="59486"/>
                      </a:cubicBezTo>
                      <a:lnTo>
                        <a:pt x="63868" y="65498"/>
                      </a:lnTo>
                      <a:cubicBezTo>
                        <a:pt x="60805" y="69299"/>
                        <a:pt x="57033" y="72207"/>
                        <a:pt x="52551" y="74227"/>
                      </a:cubicBezTo>
                      <a:cubicBezTo>
                        <a:pt x="48069" y="76247"/>
                        <a:pt x="42691" y="77259"/>
                        <a:pt x="36416" y="77259"/>
                      </a:cubicBezTo>
                      <a:cubicBezTo>
                        <a:pt x="30813" y="77259"/>
                        <a:pt x="25771" y="76303"/>
                        <a:pt x="21289" y="74384"/>
                      </a:cubicBezTo>
                      <a:cubicBezTo>
                        <a:pt x="16807" y="72465"/>
                        <a:pt x="12998" y="69799"/>
                        <a:pt x="9823" y="66383"/>
                      </a:cubicBezTo>
                      <a:cubicBezTo>
                        <a:pt x="6648" y="62970"/>
                        <a:pt x="4220" y="58896"/>
                        <a:pt x="2503" y="54155"/>
                      </a:cubicBezTo>
                      <a:cubicBezTo>
                        <a:pt x="822" y="49416"/>
                        <a:pt x="0" y="44241"/>
                        <a:pt x="0" y="38630"/>
                      </a:cubicBezTo>
                      <a:cubicBezTo>
                        <a:pt x="0" y="32947"/>
                        <a:pt x="934" y="27749"/>
                        <a:pt x="2801" y="23026"/>
                      </a:cubicBezTo>
                      <a:cubicBezTo>
                        <a:pt x="4669" y="18303"/>
                        <a:pt x="7321" y="14237"/>
                        <a:pt x="10757" y="10820"/>
                      </a:cubicBezTo>
                      <a:cubicBezTo>
                        <a:pt x="14156" y="7408"/>
                        <a:pt x="18264" y="4749"/>
                        <a:pt x="23007" y="2849"/>
                      </a:cubicBezTo>
                      <a:cubicBezTo>
                        <a:pt x="27788" y="948"/>
                        <a:pt x="33017" y="0"/>
                        <a:pt x="38769" y="0"/>
                      </a:cubicBezTo>
                      <a:cubicBezTo>
                        <a:pt x="44408" y="0"/>
                        <a:pt x="49301" y="896"/>
                        <a:pt x="53485" y="2692"/>
                      </a:cubicBezTo>
                      <a:cubicBezTo>
                        <a:pt x="57705" y="4484"/>
                        <a:pt x="61290" y="6866"/>
                        <a:pt x="64279" y="9827"/>
                      </a:cubicBezTo>
                      <a:lnTo>
                        <a:pt x="59610" y="16361"/>
                      </a:lnTo>
                      <a:cubicBezTo>
                        <a:pt x="59311" y="16780"/>
                        <a:pt x="58937" y="17145"/>
                        <a:pt x="58527" y="17459"/>
                      </a:cubicBezTo>
                      <a:cubicBezTo>
                        <a:pt x="58078" y="17773"/>
                        <a:pt x="57481" y="17930"/>
                        <a:pt x="56697" y="17930"/>
                      </a:cubicBezTo>
                      <a:cubicBezTo>
                        <a:pt x="55912" y="17930"/>
                        <a:pt x="55090" y="17616"/>
                        <a:pt x="54269" y="16989"/>
                      </a:cubicBezTo>
                      <a:cubicBezTo>
                        <a:pt x="53410" y="16361"/>
                        <a:pt x="52364" y="15682"/>
                        <a:pt x="51057" y="14950"/>
                      </a:cubicBezTo>
                      <a:cubicBezTo>
                        <a:pt x="49787" y="14218"/>
                        <a:pt x="48143" y="13539"/>
                        <a:pt x="46164" y="12911"/>
                      </a:cubicBezTo>
                      <a:cubicBezTo>
                        <a:pt x="44222" y="12284"/>
                        <a:pt x="41719" y="11970"/>
                        <a:pt x="38657" y="11970"/>
                      </a:cubicBezTo>
                      <a:cubicBezTo>
                        <a:pt x="35108" y="11970"/>
                        <a:pt x="31859" y="12590"/>
                        <a:pt x="28871" y="13826"/>
                      </a:cubicBezTo>
                      <a:cubicBezTo>
                        <a:pt x="25883" y="15062"/>
                        <a:pt x="23343" y="16832"/>
                        <a:pt x="21177" y="19132"/>
                      </a:cubicBezTo>
                      <a:cubicBezTo>
                        <a:pt x="19049" y="21432"/>
                        <a:pt x="17368" y="24228"/>
                        <a:pt x="16173" y="27522"/>
                      </a:cubicBezTo>
                      <a:cubicBezTo>
                        <a:pt x="14977" y="30815"/>
                        <a:pt x="14342" y="34515"/>
                        <a:pt x="14342" y="38630"/>
                      </a:cubicBezTo>
                      <a:cubicBezTo>
                        <a:pt x="14342" y="42882"/>
                        <a:pt x="14977" y="46661"/>
                        <a:pt x="16173" y="49973"/>
                      </a:cubicBezTo>
                      <a:cubicBezTo>
                        <a:pt x="17368" y="53285"/>
                        <a:pt x="19011" y="56074"/>
                        <a:pt x="21065" y="58336"/>
                      </a:cubicBezTo>
                      <a:cubicBezTo>
                        <a:pt x="23119" y="60603"/>
                        <a:pt x="25547" y="62332"/>
                        <a:pt x="28311" y="63538"/>
                      </a:cubicBezTo>
                      <a:cubicBezTo>
                        <a:pt x="31112" y="64740"/>
                        <a:pt x="34100" y="65341"/>
                        <a:pt x="37312" y="65341"/>
                      </a:cubicBezTo>
                      <a:cubicBezTo>
                        <a:pt x="39217" y="65341"/>
                        <a:pt x="40973" y="65236"/>
                        <a:pt x="42504" y="65027"/>
                      </a:cubicBezTo>
                      <a:cubicBezTo>
                        <a:pt x="44072" y="64818"/>
                        <a:pt x="45492" y="64490"/>
                        <a:pt x="46799" y="64034"/>
                      </a:cubicBezTo>
                      <a:cubicBezTo>
                        <a:pt x="48106" y="63579"/>
                        <a:pt x="49339" y="62996"/>
                        <a:pt x="50534" y="62283"/>
                      </a:cubicBezTo>
                      <a:cubicBezTo>
                        <a:pt x="51692" y="61566"/>
                        <a:pt x="52849" y="60689"/>
                        <a:pt x="54007" y="59643"/>
                      </a:cubicBezTo>
                      <a:cubicBezTo>
                        <a:pt x="54343" y="59329"/>
                        <a:pt x="54717" y="59076"/>
                        <a:pt x="55090" y="58885"/>
                      </a:cubicBezTo>
                      <a:cubicBezTo>
                        <a:pt x="55464" y="58695"/>
                        <a:pt x="55912" y="58594"/>
                        <a:pt x="56361" y="58594"/>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7" name="Google Shape;2287;p90"/>
                <p:cNvSpPr/>
                <p:nvPr/>
              </p:nvSpPr>
              <p:spPr>
                <a:xfrm>
                  <a:off x="9314295" y="2777784"/>
                  <a:ext cx="53073" cy="55252"/>
                </a:xfrm>
                <a:custGeom>
                  <a:rect b="b" l="l" r="r" t="t"/>
                  <a:pathLst>
                    <a:path extrusionOk="0" h="55252" w="53073">
                      <a:moveTo>
                        <a:pt x="26630" y="0"/>
                      </a:moveTo>
                      <a:cubicBezTo>
                        <a:pt x="30627" y="0"/>
                        <a:pt x="34287" y="646"/>
                        <a:pt x="37536" y="1934"/>
                      </a:cubicBezTo>
                      <a:cubicBezTo>
                        <a:pt x="40786" y="3222"/>
                        <a:pt x="43587" y="5056"/>
                        <a:pt x="45865" y="7423"/>
                      </a:cubicBezTo>
                      <a:cubicBezTo>
                        <a:pt x="48181" y="9794"/>
                        <a:pt x="49936" y="12684"/>
                        <a:pt x="51206" y="16100"/>
                      </a:cubicBezTo>
                      <a:cubicBezTo>
                        <a:pt x="52476" y="19516"/>
                        <a:pt x="53074" y="23332"/>
                        <a:pt x="53074" y="27548"/>
                      </a:cubicBezTo>
                      <a:cubicBezTo>
                        <a:pt x="53074" y="31800"/>
                        <a:pt x="52476" y="35631"/>
                        <a:pt x="51206" y="39048"/>
                      </a:cubicBezTo>
                      <a:cubicBezTo>
                        <a:pt x="49936" y="42464"/>
                        <a:pt x="48181" y="45373"/>
                        <a:pt x="45865" y="47777"/>
                      </a:cubicBezTo>
                      <a:cubicBezTo>
                        <a:pt x="43587" y="50178"/>
                        <a:pt x="40786" y="52030"/>
                        <a:pt x="37536" y="53318"/>
                      </a:cubicBezTo>
                      <a:cubicBezTo>
                        <a:pt x="34287" y="54606"/>
                        <a:pt x="30627" y="55252"/>
                        <a:pt x="26630" y="55252"/>
                      </a:cubicBezTo>
                      <a:cubicBezTo>
                        <a:pt x="22634" y="55252"/>
                        <a:pt x="18974" y="54606"/>
                        <a:pt x="15687" y="53318"/>
                      </a:cubicBezTo>
                      <a:cubicBezTo>
                        <a:pt x="12438" y="52030"/>
                        <a:pt x="9636" y="50178"/>
                        <a:pt x="7321" y="47777"/>
                      </a:cubicBezTo>
                      <a:cubicBezTo>
                        <a:pt x="5005" y="45373"/>
                        <a:pt x="3212" y="42464"/>
                        <a:pt x="1942" y="39048"/>
                      </a:cubicBezTo>
                      <a:cubicBezTo>
                        <a:pt x="635" y="35631"/>
                        <a:pt x="0" y="31800"/>
                        <a:pt x="0" y="27548"/>
                      </a:cubicBezTo>
                      <a:cubicBezTo>
                        <a:pt x="0" y="23332"/>
                        <a:pt x="635" y="19516"/>
                        <a:pt x="1942" y="16100"/>
                      </a:cubicBezTo>
                      <a:cubicBezTo>
                        <a:pt x="3212" y="12684"/>
                        <a:pt x="5005" y="9794"/>
                        <a:pt x="7321" y="7423"/>
                      </a:cubicBezTo>
                      <a:cubicBezTo>
                        <a:pt x="9636" y="5056"/>
                        <a:pt x="12438" y="3222"/>
                        <a:pt x="15687" y="1934"/>
                      </a:cubicBezTo>
                      <a:cubicBezTo>
                        <a:pt x="18974" y="646"/>
                        <a:pt x="22634" y="0"/>
                        <a:pt x="26630" y="0"/>
                      </a:cubicBezTo>
                      <a:close/>
                      <a:moveTo>
                        <a:pt x="26630" y="45320"/>
                      </a:moveTo>
                      <a:cubicBezTo>
                        <a:pt x="31112" y="45320"/>
                        <a:pt x="34399" y="43819"/>
                        <a:pt x="36528" y="40825"/>
                      </a:cubicBezTo>
                      <a:cubicBezTo>
                        <a:pt x="38694" y="37827"/>
                        <a:pt x="39740" y="33436"/>
                        <a:pt x="39740" y="27652"/>
                      </a:cubicBezTo>
                      <a:cubicBezTo>
                        <a:pt x="39740" y="21865"/>
                        <a:pt x="38694" y="17459"/>
                        <a:pt x="36528" y="14427"/>
                      </a:cubicBezTo>
                      <a:cubicBezTo>
                        <a:pt x="34399" y="11395"/>
                        <a:pt x="31112" y="9880"/>
                        <a:pt x="26630" y="9880"/>
                      </a:cubicBezTo>
                      <a:cubicBezTo>
                        <a:pt x="22111" y="9880"/>
                        <a:pt x="18749" y="11407"/>
                        <a:pt x="16583" y="14453"/>
                      </a:cubicBezTo>
                      <a:cubicBezTo>
                        <a:pt x="14417" y="17504"/>
                        <a:pt x="13334" y="21902"/>
                        <a:pt x="13334" y="27652"/>
                      </a:cubicBezTo>
                      <a:cubicBezTo>
                        <a:pt x="13334" y="33402"/>
                        <a:pt x="14417" y="37786"/>
                        <a:pt x="16583" y="40799"/>
                      </a:cubicBezTo>
                      <a:cubicBezTo>
                        <a:pt x="18749" y="43812"/>
                        <a:pt x="22111" y="45320"/>
                        <a:pt x="26630" y="453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8" name="Google Shape;2288;p90"/>
                <p:cNvSpPr/>
                <p:nvPr/>
              </p:nvSpPr>
              <p:spPr>
                <a:xfrm>
                  <a:off x="9378312" y="2754574"/>
                  <a:ext cx="12923" cy="77677"/>
                </a:xfrm>
                <a:custGeom>
                  <a:rect b="b" l="l" r="r" t="t"/>
                  <a:pathLst>
                    <a:path extrusionOk="0" h="77677" w="12923">
                      <a:moveTo>
                        <a:pt x="12923" y="0"/>
                      </a:moveTo>
                      <a:lnTo>
                        <a:pt x="12923" y="77677"/>
                      </a:lnTo>
                      <a:lnTo>
                        <a:pt x="0" y="77677"/>
                      </a:lnTo>
                      <a:lnTo>
                        <a:pt x="0" y="0"/>
                      </a:lnTo>
                      <a:lnTo>
                        <a:pt x="1292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89" name="Google Shape;2289;p90"/>
                <p:cNvSpPr/>
                <p:nvPr/>
              </p:nvSpPr>
              <p:spPr>
                <a:xfrm>
                  <a:off x="9406661" y="2754574"/>
                  <a:ext cx="12922" cy="77677"/>
                </a:xfrm>
                <a:custGeom>
                  <a:rect b="b" l="l" r="r" t="t"/>
                  <a:pathLst>
                    <a:path extrusionOk="0" h="77677" w="12922">
                      <a:moveTo>
                        <a:pt x="12923" y="0"/>
                      </a:moveTo>
                      <a:lnTo>
                        <a:pt x="12923" y="77677"/>
                      </a:lnTo>
                      <a:lnTo>
                        <a:pt x="0" y="77677"/>
                      </a:lnTo>
                      <a:lnTo>
                        <a:pt x="0" y="0"/>
                      </a:lnTo>
                      <a:lnTo>
                        <a:pt x="12923"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0" name="Google Shape;2290;p90"/>
                <p:cNvSpPr/>
                <p:nvPr/>
              </p:nvSpPr>
              <p:spPr>
                <a:xfrm>
                  <a:off x="9431498" y="2777627"/>
                  <a:ext cx="44707" cy="55461"/>
                </a:xfrm>
                <a:custGeom>
                  <a:rect b="b" l="l" r="r" t="t"/>
                  <a:pathLst>
                    <a:path extrusionOk="0" h="55461" w="44707">
                      <a:moveTo>
                        <a:pt x="44708" y="54625"/>
                      </a:moveTo>
                      <a:lnTo>
                        <a:pt x="38881" y="54625"/>
                      </a:lnTo>
                      <a:cubicBezTo>
                        <a:pt x="37686" y="54625"/>
                        <a:pt x="36715" y="54442"/>
                        <a:pt x="36005" y="54073"/>
                      </a:cubicBezTo>
                      <a:cubicBezTo>
                        <a:pt x="35333" y="53710"/>
                        <a:pt x="34810" y="52971"/>
                        <a:pt x="34436" y="51855"/>
                      </a:cubicBezTo>
                      <a:lnTo>
                        <a:pt x="33316" y="48039"/>
                      </a:lnTo>
                      <a:cubicBezTo>
                        <a:pt x="31934" y="49256"/>
                        <a:pt x="30627" y="50331"/>
                        <a:pt x="29320" y="51253"/>
                      </a:cubicBezTo>
                      <a:cubicBezTo>
                        <a:pt x="28012" y="52179"/>
                        <a:pt x="26630" y="52952"/>
                        <a:pt x="25248" y="53580"/>
                      </a:cubicBezTo>
                      <a:cubicBezTo>
                        <a:pt x="23866" y="54207"/>
                        <a:pt x="22372" y="54677"/>
                        <a:pt x="20804" y="54991"/>
                      </a:cubicBezTo>
                      <a:cubicBezTo>
                        <a:pt x="19235" y="55305"/>
                        <a:pt x="17480" y="55461"/>
                        <a:pt x="15575" y="55461"/>
                      </a:cubicBezTo>
                      <a:cubicBezTo>
                        <a:pt x="13297" y="55461"/>
                        <a:pt x="11205" y="55155"/>
                        <a:pt x="9300" y="54543"/>
                      </a:cubicBezTo>
                      <a:cubicBezTo>
                        <a:pt x="7395" y="53931"/>
                        <a:pt x="5752" y="53012"/>
                        <a:pt x="4370" y="51791"/>
                      </a:cubicBezTo>
                      <a:cubicBezTo>
                        <a:pt x="2988" y="50566"/>
                        <a:pt x="1905" y="49047"/>
                        <a:pt x="1158" y="47225"/>
                      </a:cubicBezTo>
                      <a:cubicBezTo>
                        <a:pt x="374" y="45410"/>
                        <a:pt x="0" y="43293"/>
                        <a:pt x="0" y="40881"/>
                      </a:cubicBezTo>
                      <a:cubicBezTo>
                        <a:pt x="0" y="38854"/>
                        <a:pt x="523" y="36852"/>
                        <a:pt x="1569" y="34877"/>
                      </a:cubicBezTo>
                      <a:cubicBezTo>
                        <a:pt x="2652" y="32902"/>
                        <a:pt x="4407" y="31117"/>
                        <a:pt x="6910" y="29527"/>
                      </a:cubicBezTo>
                      <a:cubicBezTo>
                        <a:pt x="9375" y="27932"/>
                        <a:pt x="12661" y="26614"/>
                        <a:pt x="16770" y="25569"/>
                      </a:cubicBezTo>
                      <a:cubicBezTo>
                        <a:pt x="20879" y="24516"/>
                        <a:pt x="25995" y="23993"/>
                        <a:pt x="32083" y="23993"/>
                      </a:cubicBezTo>
                      <a:lnTo>
                        <a:pt x="32083" y="20831"/>
                      </a:lnTo>
                      <a:cubicBezTo>
                        <a:pt x="32083" y="17216"/>
                        <a:pt x="31336" y="14539"/>
                        <a:pt x="29842" y="12799"/>
                      </a:cubicBezTo>
                      <a:cubicBezTo>
                        <a:pt x="28311" y="11063"/>
                        <a:pt x="26107" y="10193"/>
                        <a:pt x="23194" y="10193"/>
                      </a:cubicBezTo>
                      <a:cubicBezTo>
                        <a:pt x="21102" y="10193"/>
                        <a:pt x="19385" y="10436"/>
                        <a:pt x="17965" y="10925"/>
                      </a:cubicBezTo>
                      <a:cubicBezTo>
                        <a:pt x="16583" y="11414"/>
                        <a:pt x="15388" y="11963"/>
                        <a:pt x="14342" y="12572"/>
                      </a:cubicBezTo>
                      <a:cubicBezTo>
                        <a:pt x="13334" y="13180"/>
                        <a:pt x="12363" y="13733"/>
                        <a:pt x="11504" y="14218"/>
                      </a:cubicBezTo>
                      <a:cubicBezTo>
                        <a:pt x="10608" y="14704"/>
                        <a:pt x="9674" y="14950"/>
                        <a:pt x="8628" y="14950"/>
                      </a:cubicBezTo>
                      <a:cubicBezTo>
                        <a:pt x="7769" y="14950"/>
                        <a:pt x="6984" y="14722"/>
                        <a:pt x="6387" y="14271"/>
                      </a:cubicBezTo>
                      <a:cubicBezTo>
                        <a:pt x="5752" y="13819"/>
                        <a:pt x="5229" y="13262"/>
                        <a:pt x="4856" y="12598"/>
                      </a:cubicBezTo>
                      <a:lnTo>
                        <a:pt x="2503" y="8468"/>
                      </a:lnTo>
                      <a:cubicBezTo>
                        <a:pt x="8665" y="2823"/>
                        <a:pt x="16098" y="0"/>
                        <a:pt x="24837" y="0"/>
                      </a:cubicBezTo>
                      <a:cubicBezTo>
                        <a:pt x="27975" y="0"/>
                        <a:pt x="30776" y="515"/>
                        <a:pt x="33241" y="1542"/>
                      </a:cubicBezTo>
                      <a:cubicBezTo>
                        <a:pt x="35669" y="2569"/>
                        <a:pt x="37760" y="3999"/>
                        <a:pt x="39479" y="5828"/>
                      </a:cubicBezTo>
                      <a:cubicBezTo>
                        <a:pt x="41196" y="7658"/>
                        <a:pt x="42466" y="9846"/>
                        <a:pt x="43363" y="12389"/>
                      </a:cubicBezTo>
                      <a:cubicBezTo>
                        <a:pt x="44259" y="14931"/>
                        <a:pt x="44708" y="17720"/>
                        <a:pt x="44708" y="20752"/>
                      </a:cubicBezTo>
                      <a:lnTo>
                        <a:pt x="44708" y="54625"/>
                      </a:lnTo>
                      <a:close/>
                      <a:moveTo>
                        <a:pt x="19608" y="46575"/>
                      </a:moveTo>
                      <a:cubicBezTo>
                        <a:pt x="20916" y="46575"/>
                        <a:pt x="22148" y="46452"/>
                        <a:pt x="23269" y="46213"/>
                      </a:cubicBezTo>
                      <a:cubicBezTo>
                        <a:pt x="24389" y="45974"/>
                        <a:pt x="25435" y="45615"/>
                        <a:pt x="26444" y="45134"/>
                      </a:cubicBezTo>
                      <a:cubicBezTo>
                        <a:pt x="27415" y="44652"/>
                        <a:pt x="28386" y="44062"/>
                        <a:pt x="29320" y="43357"/>
                      </a:cubicBezTo>
                      <a:cubicBezTo>
                        <a:pt x="30216" y="42658"/>
                        <a:pt x="31150" y="41822"/>
                        <a:pt x="32083" y="40862"/>
                      </a:cubicBezTo>
                      <a:lnTo>
                        <a:pt x="32083" y="31886"/>
                      </a:lnTo>
                      <a:cubicBezTo>
                        <a:pt x="28348" y="31886"/>
                        <a:pt x="25173" y="32125"/>
                        <a:pt x="22671" y="32596"/>
                      </a:cubicBezTo>
                      <a:cubicBezTo>
                        <a:pt x="20131" y="33070"/>
                        <a:pt x="18115" y="33679"/>
                        <a:pt x="16583" y="34414"/>
                      </a:cubicBezTo>
                      <a:cubicBezTo>
                        <a:pt x="15052" y="35150"/>
                        <a:pt x="13931" y="36012"/>
                        <a:pt x="13297" y="36994"/>
                      </a:cubicBezTo>
                      <a:cubicBezTo>
                        <a:pt x="12661" y="37976"/>
                        <a:pt x="12325" y="39044"/>
                        <a:pt x="12325" y="40205"/>
                      </a:cubicBezTo>
                      <a:cubicBezTo>
                        <a:pt x="12325" y="42487"/>
                        <a:pt x="12998" y="44114"/>
                        <a:pt x="14342" y="45100"/>
                      </a:cubicBezTo>
                      <a:cubicBezTo>
                        <a:pt x="15687" y="46086"/>
                        <a:pt x="17442"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1" name="Google Shape;2291;p90"/>
                <p:cNvSpPr/>
                <p:nvPr/>
              </p:nvSpPr>
              <p:spPr>
                <a:xfrm>
                  <a:off x="9489053" y="2754574"/>
                  <a:ext cx="49375" cy="78461"/>
                </a:xfrm>
                <a:custGeom>
                  <a:rect b="b" l="l" r="r" t="t"/>
                  <a:pathLst>
                    <a:path extrusionOk="0" h="78461" w="49375">
                      <a:moveTo>
                        <a:pt x="0" y="77677"/>
                      </a:moveTo>
                      <a:lnTo>
                        <a:pt x="0" y="0"/>
                      </a:lnTo>
                      <a:lnTo>
                        <a:pt x="12923" y="0"/>
                      </a:lnTo>
                      <a:lnTo>
                        <a:pt x="12923" y="30632"/>
                      </a:lnTo>
                      <a:cubicBezTo>
                        <a:pt x="15052" y="28365"/>
                        <a:pt x="17442" y="26562"/>
                        <a:pt x="20131" y="25222"/>
                      </a:cubicBezTo>
                      <a:cubicBezTo>
                        <a:pt x="22820" y="23881"/>
                        <a:pt x="25958" y="23209"/>
                        <a:pt x="29543" y="23209"/>
                      </a:cubicBezTo>
                      <a:cubicBezTo>
                        <a:pt x="32494" y="23209"/>
                        <a:pt x="35146" y="23810"/>
                        <a:pt x="37574" y="25009"/>
                      </a:cubicBezTo>
                      <a:cubicBezTo>
                        <a:pt x="40001" y="26215"/>
                        <a:pt x="42093" y="27962"/>
                        <a:pt x="43848" y="30266"/>
                      </a:cubicBezTo>
                      <a:cubicBezTo>
                        <a:pt x="45603" y="32566"/>
                        <a:pt x="46985" y="35407"/>
                        <a:pt x="47919" y="38786"/>
                      </a:cubicBezTo>
                      <a:cubicBezTo>
                        <a:pt x="48890" y="42165"/>
                        <a:pt x="49376" y="46052"/>
                        <a:pt x="49376" y="50443"/>
                      </a:cubicBezTo>
                      <a:cubicBezTo>
                        <a:pt x="49376" y="54450"/>
                        <a:pt x="48815" y="58161"/>
                        <a:pt x="47733" y="61577"/>
                      </a:cubicBezTo>
                      <a:cubicBezTo>
                        <a:pt x="46687" y="64990"/>
                        <a:pt x="45118" y="67954"/>
                        <a:pt x="43139" y="70464"/>
                      </a:cubicBezTo>
                      <a:cubicBezTo>
                        <a:pt x="41122" y="72973"/>
                        <a:pt x="38694" y="74933"/>
                        <a:pt x="35855" y="76341"/>
                      </a:cubicBezTo>
                      <a:cubicBezTo>
                        <a:pt x="33017" y="77756"/>
                        <a:pt x="29842" y="78461"/>
                        <a:pt x="26294" y="78461"/>
                      </a:cubicBezTo>
                      <a:cubicBezTo>
                        <a:pt x="24688" y="78461"/>
                        <a:pt x="23156" y="78297"/>
                        <a:pt x="21812" y="77965"/>
                      </a:cubicBezTo>
                      <a:cubicBezTo>
                        <a:pt x="20467" y="77632"/>
                        <a:pt x="19198" y="77173"/>
                        <a:pt x="18114" y="76580"/>
                      </a:cubicBezTo>
                      <a:cubicBezTo>
                        <a:pt x="16994" y="75990"/>
                        <a:pt x="15948" y="75261"/>
                        <a:pt x="14977" y="74410"/>
                      </a:cubicBezTo>
                      <a:cubicBezTo>
                        <a:pt x="14043" y="73555"/>
                        <a:pt x="13110" y="72607"/>
                        <a:pt x="12251" y="71561"/>
                      </a:cubicBezTo>
                      <a:lnTo>
                        <a:pt x="11653" y="75168"/>
                      </a:lnTo>
                      <a:cubicBezTo>
                        <a:pt x="11466" y="76076"/>
                        <a:pt x="11093" y="76718"/>
                        <a:pt x="10607" y="77102"/>
                      </a:cubicBezTo>
                      <a:cubicBezTo>
                        <a:pt x="10084" y="77487"/>
                        <a:pt x="9412" y="77677"/>
                        <a:pt x="8516" y="77677"/>
                      </a:cubicBezTo>
                      <a:lnTo>
                        <a:pt x="0" y="77677"/>
                      </a:lnTo>
                      <a:close/>
                      <a:moveTo>
                        <a:pt x="25099" y="33245"/>
                      </a:moveTo>
                      <a:cubicBezTo>
                        <a:pt x="22410" y="33245"/>
                        <a:pt x="20131" y="33813"/>
                        <a:pt x="18227" y="34944"/>
                      </a:cubicBezTo>
                      <a:cubicBezTo>
                        <a:pt x="16322" y="36076"/>
                        <a:pt x="14566" y="37670"/>
                        <a:pt x="12923" y="39727"/>
                      </a:cubicBezTo>
                      <a:lnTo>
                        <a:pt x="12923" y="63773"/>
                      </a:lnTo>
                      <a:cubicBezTo>
                        <a:pt x="14379" y="65587"/>
                        <a:pt x="15986" y="66849"/>
                        <a:pt x="17704" y="67563"/>
                      </a:cubicBezTo>
                      <a:cubicBezTo>
                        <a:pt x="19421" y="68276"/>
                        <a:pt x="21326" y="68634"/>
                        <a:pt x="23343" y="68634"/>
                      </a:cubicBezTo>
                      <a:cubicBezTo>
                        <a:pt x="25286" y="68634"/>
                        <a:pt x="27041" y="68268"/>
                        <a:pt x="28610" y="67536"/>
                      </a:cubicBezTo>
                      <a:cubicBezTo>
                        <a:pt x="30178" y="66805"/>
                        <a:pt x="31523" y="65688"/>
                        <a:pt x="32606" y="64191"/>
                      </a:cubicBezTo>
                      <a:cubicBezTo>
                        <a:pt x="33727" y="62690"/>
                        <a:pt x="34548" y="60801"/>
                        <a:pt x="35146" y="58519"/>
                      </a:cubicBezTo>
                      <a:cubicBezTo>
                        <a:pt x="35743" y="56238"/>
                        <a:pt x="36042" y="53546"/>
                        <a:pt x="36042" y="50443"/>
                      </a:cubicBezTo>
                      <a:cubicBezTo>
                        <a:pt x="36042" y="47307"/>
                        <a:pt x="35781" y="44648"/>
                        <a:pt x="35295" y="42472"/>
                      </a:cubicBezTo>
                      <a:cubicBezTo>
                        <a:pt x="34772" y="40295"/>
                        <a:pt x="34063" y="38525"/>
                        <a:pt x="33091" y="37166"/>
                      </a:cubicBezTo>
                      <a:cubicBezTo>
                        <a:pt x="32158" y="35807"/>
                        <a:pt x="31038" y="34810"/>
                        <a:pt x="29693" y="34183"/>
                      </a:cubicBezTo>
                      <a:cubicBezTo>
                        <a:pt x="28348" y="33555"/>
                        <a:pt x="26817" y="33245"/>
                        <a:pt x="25099" y="3324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2" name="Google Shape;2292;p90"/>
                <p:cNvSpPr/>
                <p:nvPr/>
              </p:nvSpPr>
              <p:spPr>
                <a:xfrm>
                  <a:off x="9544816" y="2777784"/>
                  <a:ext cx="53073" cy="55252"/>
                </a:xfrm>
                <a:custGeom>
                  <a:rect b="b" l="l" r="r" t="t"/>
                  <a:pathLst>
                    <a:path extrusionOk="0" h="55252" w="53073">
                      <a:moveTo>
                        <a:pt x="26593" y="0"/>
                      </a:moveTo>
                      <a:cubicBezTo>
                        <a:pt x="30626" y="0"/>
                        <a:pt x="34249" y="646"/>
                        <a:pt x="37498" y="1934"/>
                      </a:cubicBezTo>
                      <a:cubicBezTo>
                        <a:pt x="40748" y="3222"/>
                        <a:pt x="43549" y="5056"/>
                        <a:pt x="45827" y="7423"/>
                      </a:cubicBezTo>
                      <a:cubicBezTo>
                        <a:pt x="48143" y="9794"/>
                        <a:pt x="49936" y="12684"/>
                        <a:pt x="51168" y="16100"/>
                      </a:cubicBezTo>
                      <a:cubicBezTo>
                        <a:pt x="52438" y="19516"/>
                        <a:pt x="53073" y="23332"/>
                        <a:pt x="53073" y="27548"/>
                      </a:cubicBezTo>
                      <a:cubicBezTo>
                        <a:pt x="53073" y="31800"/>
                        <a:pt x="52438" y="35631"/>
                        <a:pt x="51168" y="39048"/>
                      </a:cubicBezTo>
                      <a:cubicBezTo>
                        <a:pt x="49936" y="42464"/>
                        <a:pt x="48143" y="45373"/>
                        <a:pt x="45827" y="47777"/>
                      </a:cubicBezTo>
                      <a:cubicBezTo>
                        <a:pt x="43549" y="50178"/>
                        <a:pt x="40748" y="52030"/>
                        <a:pt x="37498" y="53318"/>
                      </a:cubicBezTo>
                      <a:cubicBezTo>
                        <a:pt x="34249" y="54606"/>
                        <a:pt x="30626" y="55252"/>
                        <a:pt x="26593" y="55252"/>
                      </a:cubicBezTo>
                      <a:cubicBezTo>
                        <a:pt x="22596" y="55252"/>
                        <a:pt x="18936" y="54606"/>
                        <a:pt x="15687" y="53318"/>
                      </a:cubicBezTo>
                      <a:cubicBezTo>
                        <a:pt x="12400" y="52030"/>
                        <a:pt x="9599" y="50178"/>
                        <a:pt x="7283" y="47777"/>
                      </a:cubicBezTo>
                      <a:cubicBezTo>
                        <a:pt x="4967" y="45373"/>
                        <a:pt x="3175" y="42464"/>
                        <a:pt x="1905" y="39048"/>
                      </a:cubicBezTo>
                      <a:cubicBezTo>
                        <a:pt x="635" y="35631"/>
                        <a:pt x="0" y="31800"/>
                        <a:pt x="0" y="27548"/>
                      </a:cubicBezTo>
                      <a:cubicBezTo>
                        <a:pt x="0" y="23332"/>
                        <a:pt x="635" y="19516"/>
                        <a:pt x="1905" y="16100"/>
                      </a:cubicBezTo>
                      <a:cubicBezTo>
                        <a:pt x="3175" y="12684"/>
                        <a:pt x="4967" y="9794"/>
                        <a:pt x="7283" y="7423"/>
                      </a:cubicBezTo>
                      <a:cubicBezTo>
                        <a:pt x="9599" y="5056"/>
                        <a:pt x="12400" y="3222"/>
                        <a:pt x="15687" y="1934"/>
                      </a:cubicBezTo>
                      <a:cubicBezTo>
                        <a:pt x="18936" y="646"/>
                        <a:pt x="22596" y="0"/>
                        <a:pt x="26593" y="0"/>
                      </a:cubicBezTo>
                      <a:close/>
                      <a:moveTo>
                        <a:pt x="26593" y="45320"/>
                      </a:moveTo>
                      <a:cubicBezTo>
                        <a:pt x="31074" y="45320"/>
                        <a:pt x="34361" y="43819"/>
                        <a:pt x="36527" y="40825"/>
                      </a:cubicBezTo>
                      <a:cubicBezTo>
                        <a:pt x="38656" y="37827"/>
                        <a:pt x="39739" y="33436"/>
                        <a:pt x="39739" y="27652"/>
                      </a:cubicBezTo>
                      <a:cubicBezTo>
                        <a:pt x="39739" y="21865"/>
                        <a:pt x="38656" y="17459"/>
                        <a:pt x="36527" y="14427"/>
                      </a:cubicBezTo>
                      <a:cubicBezTo>
                        <a:pt x="34361" y="11395"/>
                        <a:pt x="31074" y="9880"/>
                        <a:pt x="26593" y="9880"/>
                      </a:cubicBezTo>
                      <a:cubicBezTo>
                        <a:pt x="22073" y="9880"/>
                        <a:pt x="18712" y="11407"/>
                        <a:pt x="16546" y="14453"/>
                      </a:cubicBezTo>
                      <a:cubicBezTo>
                        <a:pt x="14417" y="17504"/>
                        <a:pt x="13334" y="21902"/>
                        <a:pt x="13334" y="27652"/>
                      </a:cubicBezTo>
                      <a:cubicBezTo>
                        <a:pt x="13334" y="33402"/>
                        <a:pt x="14417" y="37786"/>
                        <a:pt x="16546" y="40799"/>
                      </a:cubicBezTo>
                      <a:cubicBezTo>
                        <a:pt x="18712" y="43812"/>
                        <a:pt x="22073" y="45320"/>
                        <a:pt x="26593" y="453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3" name="Google Shape;2293;p90"/>
                <p:cNvSpPr/>
                <p:nvPr/>
              </p:nvSpPr>
              <p:spPr>
                <a:xfrm>
                  <a:off x="9607973" y="2777627"/>
                  <a:ext cx="34174" cy="54625"/>
                </a:xfrm>
                <a:custGeom>
                  <a:rect b="b" l="l" r="r" t="t"/>
                  <a:pathLst>
                    <a:path extrusionOk="0" h="54625" w="34174">
                      <a:moveTo>
                        <a:pt x="0" y="54625"/>
                      </a:moveTo>
                      <a:lnTo>
                        <a:pt x="0" y="993"/>
                      </a:lnTo>
                      <a:lnTo>
                        <a:pt x="7582" y="993"/>
                      </a:lnTo>
                      <a:cubicBezTo>
                        <a:pt x="8889" y="993"/>
                        <a:pt x="9823" y="1236"/>
                        <a:pt x="10346" y="1725"/>
                      </a:cubicBezTo>
                      <a:cubicBezTo>
                        <a:pt x="10869" y="2214"/>
                        <a:pt x="11205" y="3047"/>
                        <a:pt x="11392" y="4234"/>
                      </a:cubicBezTo>
                      <a:lnTo>
                        <a:pt x="12176" y="10716"/>
                      </a:lnTo>
                      <a:cubicBezTo>
                        <a:pt x="14081" y="7404"/>
                        <a:pt x="16359" y="4790"/>
                        <a:pt x="18936" y="2875"/>
                      </a:cubicBezTo>
                      <a:cubicBezTo>
                        <a:pt x="21513" y="960"/>
                        <a:pt x="24389" y="0"/>
                        <a:pt x="27601" y="0"/>
                      </a:cubicBezTo>
                      <a:cubicBezTo>
                        <a:pt x="30253" y="0"/>
                        <a:pt x="32457" y="609"/>
                        <a:pt x="34175" y="1830"/>
                      </a:cubicBezTo>
                      <a:lnTo>
                        <a:pt x="32532" y="11500"/>
                      </a:lnTo>
                      <a:cubicBezTo>
                        <a:pt x="32419" y="12127"/>
                        <a:pt x="32195" y="12572"/>
                        <a:pt x="31822" y="12833"/>
                      </a:cubicBezTo>
                      <a:cubicBezTo>
                        <a:pt x="31486" y="13094"/>
                        <a:pt x="31000" y="13225"/>
                        <a:pt x="30440" y="13225"/>
                      </a:cubicBezTo>
                      <a:cubicBezTo>
                        <a:pt x="29917" y="13225"/>
                        <a:pt x="29207" y="13106"/>
                        <a:pt x="28274" y="12859"/>
                      </a:cubicBezTo>
                      <a:cubicBezTo>
                        <a:pt x="27377" y="12617"/>
                        <a:pt x="26182" y="12493"/>
                        <a:pt x="24688" y="12493"/>
                      </a:cubicBezTo>
                      <a:cubicBezTo>
                        <a:pt x="21999" y="12493"/>
                        <a:pt x="19683" y="13232"/>
                        <a:pt x="17778" y="14711"/>
                      </a:cubicBezTo>
                      <a:cubicBezTo>
                        <a:pt x="15873" y="16197"/>
                        <a:pt x="14230" y="18366"/>
                        <a:pt x="12923" y="21223"/>
                      </a:cubicBezTo>
                      <a:lnTo>
                        <a:pt x="12923" y="54625"/>
                      </a:lnTo>
                      <a:lnTo>
                        <a:pt x="0" y="5462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4" name="Google Shape;2294;p90"/>
                <p:cNvSpPr/>
                <p:nvPr/>
              </p:nvSpPr>
              <p:spPr>
                <a:xfrm>
                  <a:off x="9646518" y="2777627"/>
                  <a:ext cx="44707" cy="55461"/>
                </a:xfrm>
                <a:custGeom>
                  <a:rect b="b" l="l" r="r" t="t"/>
                  <a:pathLst>
                    <a:path extrusionOk="0" h="55461" w="44707">
                      <a:moveTo>
                        <a:pt x="44707" y="54625"/>
                      </a:moveTo>
                      <a:lnTo>
                        <a:pt x="38880" y="54625"/>
                      </a:lnTo>
                      <a:cubicBezTo>
                        <a:pt x="37685" y="54625"/>
                        <a:pt x="36714" y="54442"/>
                        <a:pt x="36005" y="54073"/>
                      </a:cubicBezTo>
                      <a:cubicBezTo>
                        <a:pt x="35295" y="53710"/>
                        <a:pt x="34772" y="52971"/>
                        <a:pt x="34436" y="51855"/>
                      </a:cubicBezTo>
                      <a:lnTo>
                        <a:pt x="33278" y="48039"/>
                      </a:lnTo>
                      <a:cubicBezTo>
                        <a:pt x="31933" y="49256"/>
                        <a:pt x="30589" y="50331"/>
                        <a:pt x="29282" y="51253"/>
                      </a:cubicBezTo>
                      <a:cubicBezTo>
                        <a:pt x="27975" y="52179"/>
                        <a:pt x="26630" y="52952"/>
                        <a:pt x="25248" y="53580"/>
                      </a:cubicBezTo>
                      <a:cubicBezTo>
                        <a:pt x="23829" y="54207"/>
                        <a:pt x="22372" y="54677"/>
                        <a:pt x="20803" y="54991"/>
                      </a:cubicBezTo>
                      <a:cubicBezTo>
                        <a:pt x="19235" y="55305"/>
                        <a:pt x="17479" y="55461"/>
                        <a:pt x="15574" y="55461"/>
                      </a:cubicBezTo>
                      <a:cubicBezTo>
                        <a:pt x="13296" y="55461"/>
                        <a:pt x="11205" y="55155"/>
                        <a:pt x="9300" y="54543"/>
                      </a:cubicBezTo>
                      <a:cubicBezTo>
                        <a:pt x="7358" y="53931"/>
                        <a:pt x="5715" y="53012"/>
                        <a:pt x="4332" y="51791"/>
                      </a:cubicBezTo>
                      <a:cubicBezTo>
                        <a:pt x="2988" y="50566"/>
                        <a:pt x="1905" y="49047"/>
                        <a:pt x="1120" y="47225"/>
                      </a:cubicBezTo>
                      <a:cubicBezTo>
                        <a:pt x="373" y="45410"/>
                        <a:pt x="0" y="43293"/>
                        <a:pt x="0" y="40881"/>
                      </a:cubicBezTo>
                      <a:cubicBezTo>
                        <a:pt x="0" y="38854"/>
                        <a:pt x="523" y="36852"/>
                        <a:pt x="1568" y="34877"/>
                      </a:cubicBezTo>
                      <a:cubicBezTo>
                        <a:pt x="2652" y="32902"/>
                        <a:pt x="4407" y="31117"/>
                        <a:pt x="6872" y="29527"/>
                      </a:cubicBezTo>
                      <a:cubicBezTo>
                        <a:pt x="9375" y="27932"/>
                        <a:pt x="12661" y="26614"/>
                        <a:pt x="16770" y="25569"/>
                      </a:cubicBezTo>
                      <a:cubicBezTo>
                        <a:pt x="20878" y="24516"/>
                        <a:pt x="25995" y="23993"/>
                        <a:pt x="32083" y="23993"/>
                      </a:cubicBezTo>
                      <a:lnTo>
                        <a:pt x="32083" y="20831"/>
                      </a:lnTo>
                      <a:cubicBezTo>
                        <a:pt x="32083" y="17216"/>
                        <a:pt x="31336" y="14539"/>
                        <a:pt x="29805" y="12799"/>
                      </a:cubicBezTo>
                      <a:cubicBezTo>
                        <a:pt x="28311" y="11063"/>
                        <a:pt x="26107" y="10193"/>
                        <a:pt x="23194" y="10193"/>
                      </a:cubicBezTo>
                      <a:cubicBezTo>
                        <a:pt x="21102" y="10193"/>
                        <a:pt x="19347" y="10436"/>
                        <a:pt x="17965" y="10925"/>
                      </a:cubicBezTo>
                      <a:cubicBezTo>
                        <a:pt x="16583" y="11414"/>
                        <a:pt x="15351" y="11963"/>
                        <a:pt x="14342" y="12572"/>
                      </a:cubicBezTo>
                      <a:cubicBezTo>
                        <a:pt x="13296" y="13180"/>
                        <a:pt x="12362" y="13733"/>
                        <a:pt x="11503" y="14218"/>
                      </a:cubicBezTo>
                      <a:cubicBezTo>
                        <a:pt x="10607" y="14704"/>
                        <a:pt x="9673" y="14950"/>
                        <a:pt x="8627" y="14950"/>
                      </a:cubicBezTo>
                      <a:cubicBezTo>
                        <a:pt x="7731" y="14950"/>
                        <a:pt x="6984" y="14722"/>
                        <a:pt x="6349" y="14271"/>
                      </a:cubicBezTo>
                      <a:cubicBezTo>
                        <a:pt x="5751" y="13819"/>
                        <a:pt x="5229" y="13262"/>
                        <a:pt x="4855" y="12598"/>
                      </a:cubicBezTo>
                      <a:lnTo>
                        <a:pt x="2502" y="8468"/>
                      </a:lnTo>
                      <a:cubicBezTo>
                        <a:pt x="8665" y="2823"/>
                        <a:pt x="16097" y="0"/>
                        <a:pt x="24837" y="0"/>
                      </a:cubicBezTo>
                      <a:cubicBezTo>
                        <a:pt x="27975" y="0"/>
                        <a:pt x="30738" y="515"/>
                        <a:pt x="33204" y="1542"/>
                      </a:cubicBezTo>
                      <a:cubicBezTo>
                        <a:pt x="35668" y="2569"/>
                        <a:pt x="37760" y="3999"/>
                        <a:pt x="39478" y="5828"/>
                      </a:cubicBezTo>
                      <a:cubicBezTo>
                        <a:pt x="41159" y="7658"/>
                        <a:pt x="42466" y="9846"/>
                        <a:pt x="43363" y="12389"/>
                      </a:cubicBezTo>
                      <a:cubicBezTo>
                        <a:pt x="44259" y="14931"/>
                        <a:pt x="44707" y="17720"/>
                        <a:pt x="44707" y="20752"/>
                      </a:cubicBezTo>
                      <a:lnTo>
                        <a:pt x="44707" y="54625"/>
                      </a:lnTo>
                      <a:close/>
                      <a:moveTo>
                        <a:pt x="19608" y="46575"/>
                      </a:moveTo>
                      <a:cubicBezTo>
                        <a:pt x="20916" y="46575"/>
                        <a:pt x="22148" y="46452"/>
                        <a:pt x="23269" y="46213"/>
                      </a:cubicBezTo>
                      <a:cubicBezTo>
                        <a:pt x="24352" y="45974"/>
                        <a:pt x="25435" y="45615"/>
                        <a:pt x="26406" y="45134"/>
                      </a:cubicBezTo>
                      <a:cubicBezTo>
                        <a:pt x="27414" y="44652"/>
                        <a:pt x="28348" y="44062"/>
                        <a:pt x="29282" y="43357"/>
                      </a:cubicBezTo>
                      <a:cubicBezTo>
                        <a:pt x="30215" y="42658"/>
                        <a:pt x="31149" y="41822"/>
                        <a:pt x="32083" y="40862"/>
                      </a:cubicBezTo>
                      <a:lnTo>
                        <a:pt x="32083" y="31886"/>
                      </a:lnTo>
                      <a:cubicBezTo>
                        <a:pt x="28311" y="31886"/>
                        <a:pt x="25173" y="32125"/>
                        <a:pt x="22633" y="32596"/>
                      </a:cubicBezTo>
                      <a:cubicBezTo>
                        <a:pt x="20131" y="33070"/>
                        <a:pt x="18077" y="33679"/>
                        <a:pt x="16546" y="34414"/>
                      </a:cubicBezTo>
                      <a:cubicBezTo>
                        <a:pt x="15015" y="35150"/>
                        <a:pt x="13931" y="36012"/>
                        <a:pt x="13296" y="36994"/>
                      </a:cubicBezTo>
                      <a:cubicBezTo>
                        <a:pt x="12661" y="37976"/>
                        <a:pt x="12325" y="39044"/>
                        <a:pt x="12325" y="40205"/>
                      </a:cubicBezTo>
                      <a:cubicBezTo>
                        <a:pt x="12325" y="42487"/>
                        <a:pt x="12998" y="44114"/>
                        <a:pt x="14342" y="45100"/>
                      </a:cubicBezTo>
                      <a:cubicBezTo>
                        <a:pt x="15687" y="46086"/>
                        <a:pt x="17442" y="46575"/>
                        <a:pt x="19608" y="46575"/>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5" name="Google Shape;2295;p90"/>
                <p:cNvSpPr/>
                <p:nvPr/>
              </p:nvSpPr>
              <p:spPr>
                <a:xfrm>
                  <a:off x="9699069" y="2762206"/>
                  <a:ext cx="36527" cy="70881"/>
                </a:xfrm>
                <a:custGeom>
                  <a:rect b="b" l="l" r="r" t="t"/>
                  <a:pathLst>
                    <a:path extrusionOk="0" h="70881" w="36527">
                      <a:moveTo>
                        <a:pt x="22484" y="70882"/>
                      </a:moveTo>
                      <a:cubicBezTo>
                        <a:pt x="17816" y="70882"/>
                        <a:pt x="14268" y="69568"/>
                        <a:pt x="11765" y="66935"/>
                      </a:cubicBezTo>
                      <a:cubicBezTo>
                        <a:pt x="9225" y="64307"/>
                        <a:pt x="7993" y="60670"/>
                        <a:pt x="7993" y="56036"/>
                      </a:cubicBezTo>
                      <a:lnTo>
                        <a:pt x="7993" y="26080"/>
                      </a:lnTo>
                      <a:lnTo>
                        <a:pt x="2540" y="26080"/>
                      </a:lnTo>
                      <a:cubicBezTo>
                        <a:pt x="1830" y="26080"/>
                        <a:pt x="1233" y="25856"/>
                        <a:pt x="747" y="25404"/>
                      </a:cubicBezTo>
                      <a:cubicBezTo>
                        <a:pt x="224" y="24953"/>
                        <a:pt x="0" y="24273"/>
                        <a:pt x="0" y="23366"/>
                      </a:cubicBezTo>
                      <a:lnTo>
                        <a:pt x="0" y="18243"/>
                      </a:lnTo>
                      <a:lnTo>
                        <a:pt x="8628" y="16832"/>
                      </a:lnTo>
                      <a:lnTo>
                        <a:pt x="11317" y="2195"/>
                      </a:lnTo>
                      <a:cubicBezTo>
                        <a:pt x="11467" y="1501"/>
                        <a:pt x="11803" y="960"/>
                        <a:pt x="12288" y="571"/>
                      </a:cubicBezTo>
                      <a:cubicBezTo>
                        <a:pt x="12811" y="190"/>
                        <a:pt x="13446" y="0"/>
                        <a:pt x="14193" y="0"/>
                      </a:cubicBezTo>
                      <a:lnTo>
                        <a:pt x="20916" y="0"/>
                      </a:lnTo>
                      <a:lnTo>
                        <a:pt x="20916" y="16884"/>
                      </a:lnTo>
                      <a:lnTo>
                        <a:pt x="35034" y="16884"/>
                      </a:lnTo>
                      <a:lnTo>
                        <a:pt x="35034" y="26080"/>
                      </a:lnTo>
                      <a:lnTo>
                        <a:pt x="20916" y="26080"/>
                      </a:lnTo>
                      <a:lnTo>
                        <a:pt x="20916" y="55148"/>
                      </a:lnTo>
                      <a:cubicBezTo>
                        <a:pt x="20916" y="56820"/>
                        <a:pt x="21327" y="58127"/>
                        <a:pt x="22148" y="59064"/>
                      </a:cubicBezTo>
                      <a:cubicBezTo>
                        <a:pt x="23007" y="60005"/>
                        <a:pt x="24091" y="60480"/>
                        <a:pt x="25510" y="60480"/>
                      </a:cubicBezTo>
                      <a:cubicBezTo>
                        <a:pt x="26294" y="60480"/>
                        <a:pt x="26966" y="60382"/>
                        <a:pt x="27526" y="60192"/>
                      </a:cubicBezTo>
                      <a:cubicBezTo>
                        <a:pt x="28049" y="59998"/>
                        <a:pt x="28535" y="59800"/>
                        <a:pt x="28908" y="59591"/>
                      </a:cubicBezTo>
                      <a:cubicBezTo>
                        <a:pt x="29319" y="59378"/>
                        <a:pt x="29693" y="59184"/>
                        <a:pt x="29992" y="58990"/>
                      </a:cubicBezTo>
                      <a:cubicBezTo>
                        <a:pt x="30328" y="58799"/>
                        <a:pt x="30627" y="58702"/>
                        <a:pt x="30925" y="58702"/>
                      </a:cubicBezTo>
                      <a:cubicBezTo>
                        <a:pt x="31336" y="58702"/>
                        <a:pt x="31635" y="58799"/>
                        <a:pt x="31896" y="58990"/>
                      </a:cubicBezTo>
                      <a:cubicBezTo>
                        <a:pt x="32120" y="59184"/>
                        <a:pt x="32382" y="59468"/>
                        <a:pt x="32681" y="59849"/>
                      </a:cubicBezTo>
                      <a:lnTo>
                        <a:pt x="36528" y="66125"/>
                      </a:lnTo>
                      <a:cubicBezTo>
                        <a:pt x="34660" y="67693"/>
                        <a:pt x="32494" y="68877"/>
                        <a:pt x="30066" y="69680"/>
                      </a:cubicBezTo>
                      <a:cubicBezTo>
                        <a:pt x="27601" y="70478"/>
                        <a:pt x="25099" y="70882"/>
                        <a:pt x="22484" y="7088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6" name="Google Shape;2296;p90"/>
                <p:cNvSpPr/>
                <p:nvPr/>
              </p:nvSpPr>
              <p:spPr>
                <a:xfrm>
                  <a:off x="9743552" y="2754731"/>
                  <a:ext cx="16508" cy="77520"/>
                </a:xfrm>
                <a:custGeom>
                  <a:rect b="b" l="l" r="r" t="t"/>
                  <a:pathLst>
                    <a:path extrusionOk="0" h="77520" w="16508">
                      <a:moveTo>
                        <a:pt x="16509" y="8259"/>
                      </a:moveTo>
                      <a:cubicBezTo>
                        <a:pt x="16509" y="9376"/>
                        <a:pt x="16284" y="10421"/>
                        <a:pt x="15836" y="11395"/>
                      </a:cubicBezTo>
                      <a:cubicBezTo>
                        <a:pt x="15388" y="12374"/>
                        <a:pt x="14790" y="13225"/>
                        <a:pt x="14043" y="13953"/>
                      </a:cubicBezTo>
                      <a:cubicBezTo>
                        <a:pt x="13296" y="14689"/>
                        <a:pt x="12400" y="15271"/>
                        <a:pt x="11392" y="15708"/>
                      </a:cubicBezTo>
                      <a:cubicBezTo>
                        <a:pt x="10383" y="16141"/>
                        <a:pt x="9300" y="16361"/>
                        <a:pt x="8142" y="16361"/>
                      </a:cubicBezTo>
                      <a:cubicBezTo>
                        <a:pt x="7022" y="16361"/>
                        <a:pt x="5976" y="16141"/>
                        <a:pt x="5005" y="15708"/>
                      </a:cubicBezTo>
                      <a:cubicBezTo>
                        <a:pt x="3996" y="15271"/>
                        <a:pt x="3137" y="14689"/>
                        <a:pt x="2390" y="13953"/>
                      </a:cubicBezTo>
                      <a:cubicBezTo>
                        <a:pt x="1681" y="13225"/>
                        <a:pt x="1083" y="12374"/>
                        <a:pt x="635" y="11395"/>
                      </a:cubicBezTo>
                      <a:cubicBezTo>
                        <a:pt x="224" y="10421"/>
                        <a:pt x="0" y="9376"/>
                        <a:pt x="0" y="8259"/>
                      </a:cubicBezTo>
                      <a:cubicBezTo>
                        <a:pt x="0" y="7109"/>
                        <a:pt x="224" y="6026"/>
                        <a:pt x="635" y="5018"/>
                      </a:cubicBezTo>
                      <a:cubicBezTo>
                        <a:pt x="1083" y="4006"/>
                        <a:pt x="1681" y="3136"/>
                        <a:pt x="2390" y="2405"/>
                      </a:cubicBezTo>
                      <a:cubicBezTo>
                        <a:pt x="3137" y="1669"/>
                        <a:pt x="3996" y="1090"/>
                        <a:pt x="5005" y="653"/>
                      </a:cubicBezTo>
                      <a:cubicBezTo>
                        <a:pt x="5976" y="220"/>
                        <a:pt x="7022" y="0"/>
                        <a:pt x="8142" y="0"/>
                      </a:cubicBezTo>
                      <a:cubicBezTo>
                        <a:pt x="9300" y="0"/>
                        <a:pt x="10383" y="220"/>
                        <a:pt x="11392" y="653"/>
                      </a:cubicBezTo>
                      <a:cubicBezTo>
                        <a:pt x="12400" y="1090"/>
                        <a:pt x="13296" y="1669"/>
                        <a:pt x="14043" y="2405"/>
                      </a:cubicBezTo>
                      <a:cubicBezTo>
                        <a:pt x="14790" y="3136"/>
                        <a:pt x="15388" y="4006"/>
                        <a:pt x="15836" y="5018"/>
                      </a:cubicBezTo>
                      <a:cubicBezTo>
                        <a:pt x="16284" y="6026"/>
                        <a:pt x="16509" y="7109"/>
                        <a:pt x="16509" y="8259"/>
                      </a:cubicBezTo>
                      <a:close/>
                      <a:moveTo>
                        <a:pt x="14604" y="23889"/>
                      </a:moveTo>
                      <a:lnTo>
                        <a:pt x="14604" y="77520"/>
                      </a:lnTo>
                      <a:lnTo>
                        <a:pt x="1681" y="77520"/>
                      </a:lnTo>
                      <a:lnTo>
                        <a:pt x="1681" y="23889"/>
                      </a:lnTo>
                      <a:lnTo>
                        <a:pt x="14604" y="23889"/>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7" name="Google Shape;2297;p90"/>
                <p:cNvSpPr/>
                <p:nvPr/>
              </p:nvSpPr>
              <p:spPr>
                <a:xfrm>
                  <a:off x="9769024" y="2777784"/>
                  <a:ext cx="53073" cy="55252"/>
                </a:xfrm>
                <a:custGeom>
                  <a:rect b="b" l="l" r="r" t="t"/>
                  <a:pathLst>
                    <a:path extrusionOk="0" h="55252" w="53073">
                      <a:moveTo>
                        <a:pt x="26593" y="0"/>
                      </a:moveTo>
                      <a:cubicBezTo>
                        <a:pt x="30627" y="0"/>
                        <a:pt x="34250" y="646"/>
                        <a:pt x="37499" y="1934"/>
                      </a:cubicBezTo>
                      <a:cubicBezTo>
                        <a:pt x="40786" y="3222"/>
                        <a:pt x="43549" y="5056"/>
                        <a:pt x="45865" y="7423"/>
                      </a:cubicBezTo>
                      <a:cubicBezTo>
                        <a:pt x="48143" y="9794"/>
                        <a:pt x="49936" y="12684"/>
                        <a:pt x="51169" y="16100"/>
                      </a:cubicBezTo>
                      <a:cubicBezTo>
                        <a:pt x="52439" y="19516"/>
                        <a:pt x="53074" y="23332"/>
                        <a:pt x="53074" y="27548"/>
                      </a:cubicBezTo>
                      <a:cubicBezTo>
                        <a:pt x="53074" y="31800"/>
                        <a:pt x="52439" y="35631"/>
                        <a:pt x="51169" y="39048"/>
                      </a:cubicBezTo>
                      <a:cubicBezTo>
                        <a:pt x="49936" y="42464"/>
                        <a:pt x="48143" y="45373"/>
                        <a:pt x="45865" y="47777"/>
                      </a:cubicBezTo>
                      <a:cubicBezTo>
                        <a:pt x="43549" y="50178"/>
                        <a:pt x="40786" y="52030"/>
                        <a:pt x="37499" y="53318"/>
                      </a:cubicBezTo>
                      <a:cubicBezTo>
                        <a:pt x="34250" y="54606"/>
                        <a:pt x="30627" y="55252"/>
                        <a:pt x="26593" y="55252"/>
                      </a:cubicBezTo>
                      <a:cubicBezTo>
                        <a:pt x="22597" y="55252"/>
                        <a:pt x="18974" y="54606"/>
                        <a:pt x="15687" y="53318"/>
                      </a:cubicBezTo>
                      <a:cubicBezTo>
                        <a:pt x="12400" y="52030"/>
                        <a:pt x="9599" y="50178"/>
                        <a:pt x="7283" y="47777"/>
                      </a:cubicBezTo>
                      <a:cubicBezTo>
                        <a:pt x="4968" y="45373"/>
                        <a:pt x="3175" y="42464"/>
                        <a:pt x="1905" y="39048"/>
                      </a:cubicBezTo>
                      <a:cubicBezTo>
                        <a:pt x="635" y="35631"/>
                        <a:pt x="0" y="31800"/>
                        <a:pt x="0" y="27548"/>
                      </a:cubicBezTo>
                      <a:cubicBezTo>
                        <a:pt x="0" y="23332"/>
                        <a:pt x="635" y="19516"/>
                        <a:pt x="1905" y="16100"/>
                      </a:cubicBezTo>
                      <a:cubicBezTo>
                        <a:pt x="3175" y="12684"/>
                        <a:pt x="4968" y="9794"/>
                        <a:pt x="7283" y="7423"/>
                      </a:cubicBezTo>
                      <a:cubicBezTo>
                        <a:pt x="9599" y="5056"/>
                        <a:pt x="12400" y="3222"/>
                        <a:pt x="15687" y="1934"/>
                      </a:cubicBezTo>
                      <a:cubicBezTo>
                        <a:pt x="18974" y="646"/>
                        <a:pt x="22597" y="0"/>
                        <a:pt x="26593" y="0"/>
                      </a:cubicBezTo>
                      <a:close/>
                      <a:moveTo>
                        <a:pt x="26593" y="45320"/>
                      </a:moveTo>
                      <a:cubicBezTo>
                        <a:pt x="31075" y="45320"/>
                        <a:pt x="34362" y="43819"/>
                        <a:pt x="36528" y="40825"/>
                      </a:cubicBezTo>
                      <a:cubicBezTo>
                        <a:pt x="38657" y="37827"/>
                        <a:pt x="39740" y="33436"/>
                        <a:pt x="39740" y="27652"/>
                      </a:cubicBezTo>
                      <a:cubicBezTo>
                        <a:pt x="39740" y="21865"/>
                        <a:pt x="38657" y="17459"/>
                        <a:pt x="36528" y="14427"/>
                      </a:cubicBezTo>
                      <a:cubicBezTo>
                        <a:pt x="34362" y="11395"/>
                        <a:pt x="31075" y="9880"/>
                        <a:pt x="26593" y="9880"/>
                      </a:cubicBezTo>
                      <a:cubicBezTo>
                        <a:pt x="22074" y="9880"/>
                        <a:pt x="18712" y="11407"/>
                        <a:pt x="16583" y="14453"/>
                      </a:cubicBezTo>
                      <a:cubicBezTo>
                        <a:pt x="14417" y="17504"/>
                        <a:pt x="13334" y="21902"/>
                        <a:pt x="13334" y="27652"/>
                      </a:cubicBezTo>
                      <a:cubicBezTo>
                        <a:pt x="13334" y="33402"/>
                        <a:pt x="14417" y="37786"/>
                        <a:pt x="16583" y="40799"/>
                      </a:cubicBezTo>
                      <a:cubicBezTo>
                        <a:pt x="18712" y="43812"/>
                        <a:pt x="22074" y="45320"/>
                        <a:pt x="26593" y="453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298" name="Google Shape;2298;p90"/>
                <p:cNvSpPr/>
                <p:nvPr/>
              </p:nvSpPr>
              <p:spPr>
                <a:xfrm>
                  <a:off x="9832182" y="2777784"/>
                  <a:ext cx="46761" cy="54468"/>
                </a:xfrm>
                <a:custGeom>
                  <a:rect b="b" l="l" r="r" t="t"/>
                  <a:pathLst>
                    <a:path extrusionOk="0" h="54468" w="46761">
                      <a:moveTo>
                        <a:pt x="0" y="54468"/>
                      </a:moveTo>
                      <a:lnTo>
                        <a:pt x="0" y="836"/>
                      </a:lnTo>
                      <a:lnTo>
                        <a:pt x="7881" y="836"/>
                      </a:lnTo>
                      <a:cubicBezTo>
                        <a:pt x="9562" y="836"/>
                        <a:pt x="10682" y="1620"/>
                        <a:pt x="11205" y="3189"/>
                      </a:cubicBezTo>
                      <a:lnTo>
                        <a:pt x="12064" y="7423"/>
                      </a:lnTo>
                      <a:cubicBezTo>
                        <a:pt x="13147" y="6306"/>
                        <a:pt x="14305" y="5298"/>
                        <a:pt x="15500" y="4391"/>
                      </a:cubicBezTo>
                      <a:cubicBezTo>
                        <a:pt x="16695" y="3487"/>
                        <a:pt x="17965" y="2703"/>
                        <a:pt x="19310" y="2039"/>
                      </a:cubicBezTo>
                      <a:cubicBezTo>
                        <a:pt x="20654" y="1378"/>
                        <a:pt x="22111" y="870"/>
                        <a:pt x="23642" y="523"/>
                      </a:cubicBezTo>
                      <a:cubicBezTo>
                        <a:pt x="25173" y="175"/>
                        <a:pt x="26854" y="0"/>
                        <a:pt x="28647" y="0"/>
                      </a:cubicBezTo>
                      <a:cubicBezTo>
                        <a:pt x="31597" y="0"/>
                        <a:pt x="34175" y="497"/>
                        <a:pt x="36453" y="1486"/>
                      </a:cubicBezTo>
                      <a:cubicBezTo>
                        <a:pt x="38694" y="2483"/>
                        <a:pt x="40599" y="3876"/>
                        <a:pt x="42130" y="5672"/>
                      </a:cubicBezTo>
                      <a:cubicBezTo>
                        <a:pt x="43624" y="7468"/>
                        <a:pt x="44782" y="9607"/>
                        <a:pt x="45566" y="12101"/>
                      </a:cubicBezTo>
                      <a:cubicBezTo>
                        <a:pt x="46351" y="14592"/>
                        <a:pt x="46761" y="17340"/>
                        <a:pt x="46761" y="20334"/>
                      </a:cubicBezTo>
                      <a:lnTo>
                        <a:pt x="46761" y="54468"/>
                      </a:lnTo>
                      <a:lnTo>
                        <a:pt x="33839" y="54468"/>
                      </a:lnTo>
                      <a:lnTo>
                        <a:pt x="33839" y="20334"/>
                      </a:lnTo>
                      <a:cubicBezTo>
                        <a:pt x="33839" y="17056"/>
                        <a:pt x="33054" y="14524"/>
                        <a:pt x="31560" y="12728"/>
                      </a:cubicBezTo>
                      <a:cubicBezTo>
                        <a:pt x="30029" y="10936"/>
                        <a:pt x="27751" y="10036"/>
                        <a:pt x="24725" y="10036"/>
                      </a:cubicBezTo>
                      <a:cubicBezTo>
                        <a:pt x="22484" y="10036"/>
                        <a:pt x="20393" y="10540"/>
                        <a:pt x="18451" y="11552"/>
                      </a:cubicBezTo>
                      <a:cubicBezTo>
                        <a:pt x="16509" y="12560"/>
                        <a:pt x="14641" y="13938"/>
                        <a:pt x="12923" y="15682"/>
                      </a:cubicBezTo>
                      <a:lnTo>
                        <a:pt x="12923" y="54468"/>
                      </a:lnTo>
                      <a:lnTo>
                        <a:pt x="0" y="54468"/>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sp>
          <p:nvSpPr>
            <p:cNvPr id="2299" name="Google Shape;2299;p90"/>
            <p:cNvSpPr/>
            <p:nvPr/>
          </p:nvSpPr>
          <p:spPr>
            <a:xfrm>
              <a:off x="5142391" y="1808329"/>
              <a:ext cx="1197068" cy="587216"/>
            </a:xfrm>
            <a:custGeom>
              <a:rect b="b" l="l" r="r" t="t"/>
              <a:pathLst>
                <a:path extrusionOk="0" h="782955" w="1596090">
                  <a:moveTo>
                    <a:pt x="1513275" y="0"/>
                  </a:moveTo>
                  <a:cubicBezTo>
                    <a:pt x="1559013" y="0"/>
                    <a:pt x="1596091" y="37066"/>
                    <a:pt x="1596091" y="82790"/>
                  </a:cubicBezTo>
                  <a:lnTo>
                    <a:pt x="1596091" y="700166"/>
                  </a:lnTo>
                  <a:cubicBezTo>
                    <a:pt x="1596091" y="745890"/>
                    <a:pt x="1559013" y="782956"/>
                    <a:pt x="1513275" y="782956"/>
                  </a:cubicBezTo>
                  <a:lnTo>
                    <a:pt x="82816" y="782956"/>
                  </a:lnTo>
                  <a:cubicBezTo>
                    <a:pt x="37078" y="782956"/>
                    <a:pt x="0" y="745890"/>
                    <a:pt x="0" y="700166"/>
                  </a:cubicBezTo>
                  <a:lnTo>
                    <a:pt x="0" y="82790"/>
                  </a:lnTo>
                  <a:cubicBezTo>
                    <a:pt x="0" y="37066"/>
                    <a:pt x="37078" y="0"/>
                    <a:pt x="82816"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300" name="Google Shape;2300;p90"/>
            <p:cNvGrpSpPr/>
            <p:nvPr/>
          </p:nvGrpSpPr>
          <p:grpSpPr>
            <a:xfrm>
              <a:off x="5609239" y="1909481"/>
              <a:ext cx="241610" cy="367108"/>
              <a:chOff x="7373735" y="2342774"/>
              <a:chExt cx="322147" cy="489477"/>
            </a:xfrm>
          </p:grpSpPr>
          <p:sp>
            <p:nvSpPr>
              <p:cNvPr id="2301" name="Google Shape;2301;p90"/>
              <p:cNvSpPr/>
              <p:nvPr/>
            </p:nvSpPr>
            <p:spPr>
              <a:xfrm>
                <a:off x="7373735" y="2342774"/>
                <a:ext cx="322147" cy="322135"/>
              </a:xfrm>
              <a:custGeom>
                <a:rect b="b" l="l" r="r" t="t"/>
                <a:pathLst>
                  <a:path extrusionOk="0" h="322135" w="322147">
                    <a:moveTo>
                      <a:pt x="217747" y="1975"/>
                    </a:moveTo>
                    <a:cubicBezTo>
                      <a:pt x="220884" y="16473"/>
                      <a:pt x="232313" y="27891"/>
                      <a:pt x="246804" y="31043"/>
                    </a:cubicBezTo>
                    <a:cubicBezTo>
                      <a:pt x="247775" y="31252"/>
                      <a:pt x="247775" y="32573"/>
                      <a:pt x="246804" y="32782"/>
                    </a:cubicBezTo>
                    <a:cubicBezTo>
                      <a:pt x="232313" y="35934"/>
                      <a:pt x="220884" y="47352"/>
                      <a:pt x="217747" y="61850"/>
                    </a:cubicBezTo>
                    <a:cubicBezTo>
                      <a:pt x="217523" y="62806"/>
                      <a:pt x="216215" y="62806"/>
                      <a:pt x="215991" y="61850"/>
                    </a:cubicBezTo>
                    <a:cubicBezTo>
                      <a:pt x="212854" y="47352"/>
                      <a:pt x="201425" y="35934"/>
                      <a:pt x="186934" y="32782"/>
                    </a:cubicBezTo>
                    <a:cubicBezTo>
                      <a:pt x="186000" y="32573"/>
                      <a:pt x="186000" y="31252"/>
                      <a:pt x="186934" y="31043"/>
                    </a:cubicBezTo>
                    <a:cubicBezTo>
                      <a:pt x="201425" y="27891"/>
                      <a:pt x="212854" y="16473"/>
                      <a:pt x="215991" y="1975"/>
                    </a:cubicBezTo>
                    <a:cubicBezTo>
                      <a:pt x="216215" y="1019"/>
                      <a:pt x="217523" y="1019"/>
                      <a:pt x="217747" y="1975"/>
                    </a:cubicBezTo>
                    <a:close/>
                    <a:moveTo>
                      <a:pt x="140732" y="251350"/>
                    </a:moveTo>
                    <a:cubicBezTo>
                      <a:pt x="152722" y="196150"/>
                      <a:pt x="196121" y="152726"/>
                      <a:pt x="251324" y="140729"/>
                    </a:cubicBezTo>
                    <a:cubicBezTo>
                      <a:pt x="256441" y="139613"/>
                      <a:pt x="260026" y="135211"/>
                      <a:pt x="260026" y="130017"/>
                    </a:cubicBezTo>
                    <a:cubicBezTo>
                      <a:pt x="260026" y="124827"/>
                      <a:pt x="256441" y="120425"/>
                      <a:pt x="251324" y="119309"/>
                    </a:cubicBezTo>
                    <a:cubicBezTo>
                      <a:pt x="196121" y="107309"/>
                      <a:pt x="152722" y="63889"/>
                      <a:pt x="140732" y="8688"/>
                    </a:cubicBezTo>
                    <a:cubicBezTo>
                      <a:pt x="139612" y="3573"/>
                      <a:pt x="135204" y="0"/>
                      <a:pt x="130013" y="0"/>
                    </a:cubicBezTo>
                    <a:cubicBezTo>
                      <a:pt x="124822" y="0"/>
                      <a:pt x="120414" y="3573"/>
                      <a:pt x="119294" y="8688"/>
                    </a:cubicBezTo>
                    <a:lnTo>
                      <a:pt x="119294" y="8692"/>
                    </a:lnTo>
                    <a:cubicBezTo>
                      <a:pt x="107305" y="63889"/>
                      <a:pt x="63905" y="107309"/>
                      <a:pt x="8702" y="119309"/>
                    </a:cubicBezTo>
                    <a:cubicBezTo>
                      <a:pt x="3585" y="120425"/>
                      <a:pt x="0" y="124827"/>
                      <a:pt x="0" y="130017"/>
                    </a:cubicBezTo>
                    <a:cubicBezTo>
                      <a:pt x="0" y="135211"/>
                      <a:pt x="3585" y="139613"/>
                      <a:pt x="8702" y="140729"/>
                    </a:cubicBezTo>
                    <a:cubicBezTo>
                      <a:pt x="63905" y="152726"/>
                      <a:pt x="107305" y="196150"/>
                      <a:pt x="119294" y="251353"/>
                    </a:cubicBezTo>
                    <a:cubicBezTo>
                      <a:pt x="120414" y="256465"/>
                      <a:pt x="124822" y="260035"/>
                      <a:pt x="130013" y="260035"/>
                    </a:cubicBezTo>
                    <a:cubicBezTo>
                      <a:pt x="135204" y="260035"/>
                      <a:pt x="139612" y="256465"/>
                      <a:pt x="140732" y="251350"/>
                    </a:cubicBezTo>
                    <a:close/>
                    <a:moveTo>
                      <a:pt x="130013" y="25950"/>
                    </a:moveTo>
                    <a:cubicBezTo>
                      <a:pt x="145625" y="75385"/>
                      <a:pt x="184655" y="114392"/>
                      <a:pt x="234105" y="130017"/>
                    </a:cubicBezTo>
                    <a:cubicBezTo>
                      <a:pt x="184655" y="145643"/>
                      <a:pt x="145625" y="184654"/>
                      <a:pt x="130013" y="234085"/>
                    </a:cubicBezTo>
                    <a:cubicBezTo>
                      <a:pt x="114401" y="184650"/>
                      <a:pt x="75371" y="145639"/>
                      <a:pt x="25920" y="130017"/>
                    </a:cubicBezTo>
                    <a:cubicBezTo>
                      <a:pt x="75371" y="114395"/>
                      <a:pt x="114401" y="75385"/>
                      <a:pt x="130013" y="25950"/>
                    </a:cubicBezTo>
                    <a:close/>
                    <a:moveTo>
                      <a:pt x="133785" y="11836"/>
                    </a:moveTo>
                    <a:cubicBezTo>
                      <a:pt x="133785" y="11840"/>
                      <a:pt x="133748" y="11843"/>
                      <a:pt x="133748" y="11847"/>
                    </a:cubicBezTo>
                    <a:cubicBezTo>
                      <a:pt x="133748" y="11843"/>
                      <a:pt x="133785" y="11836"/>
                      <a:pt x="133785" y="11832"/>
                    </a:cubicBezTo>
                    <a:lnTo>
                      <a:pt x="133785" y="11836"/>
                    </a:lnTo>
                    <a:close/>
                    <a:moveTo>
                      <a:pt x="259092" y="200948"/>
                    </a:moveTo>
                    <a:cubicBezTo>
                      <a:pt x="252780" y="229948"/>
                      <a:pt x="229960" y="252780"/>
                      <a:pt x="200977" y="259086"/>
                    </a:cubicBezTo>
                    <a:cubicBezTo>
                      <a:pt x="199035" y="259504"/>
                      <a:pt x="199035" y="262148"/>
                      <a:pt x="200977" y="262566"/>
                    </a:cubicBezTo>
                    <a:cubicBezTo>
                      <a:pt x="229960" y="268872"/>
                      <a:pt x="252780" y="291704"/>
                      <a:pt x="259092" y="320704"/>
                    </a:cubicBezTo>
                    <a:cubicBezTo>
                      <a:pt x="259503" y="322612"/>
                      <a:pt x="262155" y="322612"/>
                      <a:pt x="262566" y="320704"/>
                    </a:cubicBezTo>
                    <a:cubicBezTo>
                      <a:pt x="268878" y="291704"/>
                      <a:pt x="291698" y="268872"/>
                      <a:pt x="320719" y="262566"/>
                    </a:cubicBezTo>
                    <a:cubicBezTo>
                      <a:pt x="322624" y="262148"/>
                      <a:pt x="322624" y="259504"/>
                      <a:pt x="320719" y="259086"/>
                    </a:cubicBezTo>
                    <a:cubicBezTo>
                      <a:pt x="291698" y="252780"/>
                      <a:pt x="268878" y="229948"/>
                      <a:pt x="262566" y="200948"/>
                    </a:cubicBezTo>
                    <a:cubicBezTo>
                      <a:pt x="262155" y="199040"/>
                      <a:pt x="259503" y="199040"/>
                      <a:pt x="259092" y="200948"/>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302" name="Google Shape;2302;p90"/>
              <p:cNvGrpSpPr/>
              <p:nvPr/>
            </p:nvGrpSpPr>
            <p:grpSpPr>
              <a:xfrm>
                <a:off x="7497138" y="2756665"/>
                <a:ext cx="97407" cy="75586"/>
                <a:chOff x="7497138" y="2756665"/>
                <a:chExt cx="97407" cy="75586"/>
              </a:xfrm>
            </p:grpSpPr>
            <p:sp>
              <p:nvSpPr>
                <p:cNvPr id="2303" name="Google Shape;2303;p90"/>
                <p:cNvSpPr/>
                <p:nvPr/>
              </p:nvSpPr>
              <p:spPr>
                <a:xfrm>
                  <a:off x="7497138" y="2756665"/>
                  <a:ext cx="73764" cy="75586"/>
                </a:xfrm>
                <a:custGeom>
                  <a:rect b="b" l="l" r="r" t="t"/>
                  <a:pathLst>
                    <a:path extrusionOk="0" h="75586" w="73764">
                      <a:moveTo>
                        <a:pt x="73765" y="75586"/>
                      </a:moveTo>
                      <a:lnTo>
                        <a:pt x="62896" y="75586"/>
                      </a:lnTo>
                      <a:cubicBezTo>
                        <a:pt x="61664" y="75586"/>
                        <a:pt x="60655" y="75280"/>
                        <a:pt x="59871" y="74672"/>
                      </a:cubicBezTo>
                      <a:cubicBezTo>
                        <a:pt x="59124" y="74063"/>
                        <a:pt x="58526" y="73305"/>
                        <a:pt x="58190" y="72398"/>
                      </a:cubicBezTo>
                      <a:lnTo>
                        <a:pt x="52550" y="56977"/>
                      </a:lnTo>
                      <a:lnTo>
                        <a:pt x="21214" y="56977"/>
                      </a:lnTo>
                      <a:lnTo>
                        <a:pt x="15574" y="72398"/>
                      </a:lnTo>
                      <a:cubicBezTo>
                        <a:pt x="15276" y="73197"/>
                        <a:pt x="14753" y="73932"/>
                        <a:pt x="13931" y="74593"/>
                      </a:cubicBezTo>
                      <a:cubicBezTo>
                        <a:pt x="13110" y="75254"/>
                        <a:pt x="12101" y="75586"/>
                        <a:pt x="10906" y="75586"/>
                      </a:cubicBezTo>
                      <a:lnTo>
                        <a:pt x="0" y="75586"/>
                      </a:lnTo>
                      <a:lnTo>
                        <a:pt x="29693" y="0"/>
                      </a:lnTo>
                      <a:lnTo>
                        <a:pt x="44072" y="0"/>
                      </a:lnTo>
                      <a:lnTo>
                        <a:pt x="73765" y="75586"/>
                      </a:lnTo>
                      <a:close/>
                      <a:moveTo>
                        <a:pt x="24837" y="47045"/>
                      </a:moveTo>
                      <a:lnTo>
                        <a:pt x="48928" y="47045"/>
                      </a:lnTo>
                      <a:lnTo>
                        <a:pt x="39739" y="21902"/>
                      </a:lnTo>
                      <a:cubicBezTo>
                        <a:pt x="39329" y="20786"/>
                        <a:pt x="38843" y="19472"/>
                        <a:pt x="38357" y="17956"/>
                      </a:cubicBezTo>
                      <a:cubicBezTo>
                        <a:pt x="37835" y="16440"/>
                        <a:pt x="37349" y="14793"/>
                        <a:pt x="36864" y="13016"/>
                      </a:cubicBezTo>
                      <a:cubicBezTo>
                        <a:pt x="36378" y="14793"/>
                        <a:pt x="35893" y="16447"/>
                        <a:pt x="35407" y="17982"/>
                      </a:cubicBezTo>
                      <a:cubicBezTo>
                        <a:pt x="34959" y="19513"/>
                        <a:pt x="34473" y="20857"/>
                        <a:pt x="34025" y="22007"/>
                      </a:cubicBezTo>
                      <a:lnTo>
                        <a:pt x="24837" y="47045"/>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04" name="Google Shape;2304;p90"/>
                <p:cNvSpPr/>
                <p:nvPr/>
              </p:nvSpPr>
              <p:spPr>
                <a:xfrm>
                  <a:off x="7580427" y="2756665"/>
                  <a:ext cx="14118" cy="75586"/>
                </a:xfrm>
                <a:custGeom>
                  <a:rect b="b" l="l" r="r" t="t"/>
                  <a:pathLst>
                    <a:path extrusionOk="0" h="75586" w="14118">
                      <a:moveTo>
                        <a:pt x="14118" y="75586"/>
                      </a:moveTo>
                      <a:lnTo>
                        <a:pt x="0" y="75586"/>
                      </a:lnTo>
                      <a:lnTo>
                        <a:pt x="0" y="0"/>
                      </a:lnTo>
                      <a:lnTo>
                        <a:pt x="14118" y="0"/>
                      </a:lnTo>
                      <a:lnTo>
                        <a:pt x="14118" y="75586"/>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305" name="Google Shape;2305;p90"/>
            <p:cNvGrpSpPr/>
            <p:nvPr/>
          </p:nvGrpSpPr>
          <p:grpSpPr>
            <a:xfrm>
              <a:off x="5630752" y="3785144"/>
              <a:ext cx="361467" cy="423916"/>
              <a:chOff x="7402419" y="4843658"/>
              <a:chExt cx="481956" cy="565221"/>
            </a:xfrm>
          </p:grpSpPr>
          <p:grpSp>
            <p:nvGrpSpPr>
              <p:cNvPr id="2306" name="Google Shape;2306;p90"/>
              <p:cNvGrpSpPr/>
              <p:nvPr/>
            </p:nvGrpSpPr>
            <p:grpSpPr>
              <a:xfrm>
                <a:off x="7402419" y="5207144"/>
                <a:ext cx="481956" cy="201735"/>
                <a:chOff x="7402419" y="5207144"/>
                <a:chExt cx="481956" cy="201735"/>
              </a:xfrm>
            </p:grpSpPr>
            <p:sp>
              <p:nvSpPr>
                <p:cNvPr id="2307" name="Google Shape;2307;p90"/>
                <p:cNvSpPr/>
                <p:nvPr/>
              </p:nvSpPr>
              <p:spPr>
                <a:xfrm>
                  <a:off x="7402419" y="5208413"/>
                  <a:ext cx="51094" cy="77251"/>
                </a:xfrm>
                <a:custGeom>
                  <a:rect b="b" l="l" r="r" t="t"/>
                  <a:pathLst>
                    <a:path extrusionOk="0" h="77251" w="51094">
                      <a:moveTo>
                        <a:pt x="46276" y="14599"/>
                      </a:moveTo>
                      <a:cubicBezTo>
                        <a:pt x="45903" y="15346"/>
                        <a:pt x="45454" y="15906"/>
                        <a:pt x="44931" y="16205"/>
                      </a:cubicBezTo>
                      <a:cubicBezTo>
                        <a:pt x="44446" y="16503"/>
                        <a:pt x="43849" y="16690"/>
                        <a:pt x="43139" y="16690"/>
                      </a:cubicBezTo>
                      <a:cubicBezTo>
                        <a:pt x="42429" y="16690"/>
                        <a:pt x="41682" y="16391"/>
                        <a:pt x="40786" y="15869"/>
                      </a:cubicBezTo>
                      <a:cubicBezTo>
                        <a:pt x="39927" y="15308"/>
                        <a:pt x="38881" y="14711"/>
                        <a:pt x="37723" y="14076"/>
                      </a:cubicBezTo>
                      <a:cubicBezTo>
                        <a:pt x="36528" y="13405"/>
                        <a:pt x="35146" y="12807"/>
                        <a:pt x="33540" y="12247"/>
                      </a:cubicBezTo>
                      <a:cubicBezTo>
                        <a:pt x="31971" y="11724"/>
                        <a:pt x="30104" y="11463"/>
                        <a:pt x="27938" y="11463"/>
                      </a:cubicBezTo>
                      <a:cubicBezTo>
                        <a:pt x="25958" y="11463"/>
                        <a:pt x="24277" y="11687"/>
                        <a:pt x="22821" y="12172"/>
                      </a:cubicBezTo>
                      <a:cubicBezTo>
                        <a:pt x="21402" y="12620"/>
                        <a:pt x="20169" y="13292"/>
                        <a:pt x="19160" y="14114"/>
                      </a:cubicBezTo>
                      <a:cubicBezTo>
                        <a:pt x="18190" y="14935"/>
                        <a:pt x="17442" y="15943"/>
                        <a:pt x="16957" y="17138"/>
                      </a:cubicBezTo>
                      <a:cubicBezTo>
                        <a:pt x="16471" y="18296"/>
                        <a:pt x="16210" y="19565"/>
                        <a:pt x="16210" y="20946"/>
                      </a:cubicBezTo>
                      <a:cubicBezTo>
                        <a:pt x="16210" y="22739"/>
                        <a:pt x="16733" y="24232"/>
                        <a:pt x="17704" y="25390"/>
                      </a:cubicBezTo>
                      <a:cubicBezTo>
                        <a:pt x="18712" y="26584"/>
                        <a:pt x="20020" y="27593"/>
                        <a:pt x="21663" y="28451"/>
                      </a:cubicBezTo>
                      <a:cubicBezTo>
                        <a:pt x="23306" y="29273"/>
                        <a:pt x="25174" y="30020"/>
                        <a:pt x="27265" y="30691"/>
                      </a:cubicBezTo>
                      <a:cubicBezTo>
                        <a:pt x="29357" y="31364"/>
                        <a:pt x="31486" y="32036"/>
                        <a:pt x="33652" y="32783"/>
                      </a:cubicBezTo>
                      <a:cubicBezTo>
                        <a:pt x="35818" y="33567"/>
                        <a:pt x="37984" y="34425"/>
                        <a:pt x="40076" y="35433"/>
                      </a:cubicBezTo>
                      <a:cubicBezTo>
                        <a:pt x="42168" y="36404"/>
                        <a:pt x="43998" y="37674"/>
                        <a:pt x="45641" y="39167"/>
                      </a:cubicBezTo>
                      <a:cubicBezTo>
                        <a:pt x="47284" y="40698"/>
                        <a:pt x="48629" y="42565"/>
                        <a:pt x="49600" y="44730"/>
                      </a:cubicBezTo>
                      <a:cubicBezTo>
                        <a:pt x="50609" y="46934"/>
                        <a:pt x="51094" y="49622"/>
                        <a:pt x="51094" y="52758"/>
                      </a:cubicBezTo>
                      <a:cubicBezTo>
                        <a:pt x="51094" y="56156"/>
                        <a:pt x="50496" y="59367"/>
                        <a:pt x="49339" y="62317"/>
                      </a:cubicBezTo>
                      <a:cubicBezTo>
                        <a:pt x="48181" y="65304"/>
                        <a:pt x="46463" y="67917"/>
                        <a:pt x="44222" y="70120"/>
                      </a:cubicBezTo>
                      <a:cubicBezTo>
                        <a:pt x="41981" y="72323"/>
                        <a:pt x="39217" y="74078"/>
                        <a:pt x="35967" y="75348"/>
                      </a:cubicBezTo>
                      <a:cubicBezTo>
                        <a:pt x="32755" y="76617"/>
                        <a:pt x="29021" y="77252"/>
                        <a:pt x="24837" y="77252"/>
                      </a:cubicBezTo>
                      <a:cubicBezTo>
                        <a:pt x="22447" y="77252"/>
                        <a:pt x="20057" y="77028"/>
                        <a:pt x="17741" y="76542"/>
                      </a:cubicBezTo>
                      <a:cubicBezTo>
                        <a:pt x="15388" y="76094"/>
                        <a:pt x="13147" y="75422"/>
                        <a:pt x="11018" y="74526"/>
                      </a:cubicBezTo>
                      <a:cubicBezTo>
                        <a:pt x="8852" y="73667"/>
                        <a:pt x="6873" y="72622"/>
                        <a:pt x="5005" y="71390"/>
                      </a:cubicBezTo>
                      <a:cubicBezTo>
                        <a:pt x="3138" y="70195"/>
                        <a:pt x="1457" y="68814"/>
                        <a:pt x="0" y="67320"/>
                      </a:cubicBezTo>
                      <a:lnTo>
                        <a:pt x="4071" y="60599"/>
                      </a:lnTo>
                      <a:cubicBezTo>
                        <a:pt x="4482" y="60114"/>
                        <a:pt x="4930" y="59703"/>
                        <a:pt x="5453" y="59367"/>
                      </a:cubicBezTo>
                      <a:cubicBezTo>
                        <a:pt x="6014" y="59031"/>
                        <a:pt x="6611" y="58844"/>
                        <a:pt x="7283" y="58844"/>
                      </a:cubicBezTo>
                      <a:cubicBezTo>
                        <a:pt x="8142" y="58844"/>
                        <a:pt x="9076" y="59217"/>
                        <a:pt x="10085" y="59927"/>
                      </a:cubicBezTo>
                      <a:cubicBezTo>
                        <a:pt x="11093" y="60636"/>
                        <a:pt x="12288" y="61421"/>
                        <a:pt x="13670" y="62317"/>
                      </a:cubicBezTo>
                      <a:cubicBezTo>
                        <a:pt x="15052" y="63176"/>
                        <a:pt x="16696" y="63959"/>
                        <a:pt x="18526" y="64706"/>
                      </a:cubicBezTo>
                      <a:cubicBezTo>
                        <a:pt x="20393" y="65416"/>
                        <a:pt x="22634" y="65752"/>
                        <a:pt x="25248" y="65752"/>
                      </a:cubicBezTo>
                      <a:cubicBezTo>
                        <a:pt x="29282" y="65752"/>
                        <a:pt x="32382" y="64818"/>
                        <a:pt x="34586" y="62914"/>
                      </a:cubicBezTo>
                      <a:cubicBezTo>
                        <a:pt x="36752" y="61010"/>
                        <a:pt x="37872" y="58284"/>
                        <a:pt x="37872" y="54737"/>
                      </a:cubicBezTo>
                      <a:cubicBezTo>
                        <a:pt x="37872" y="52758"/>
                        <a:pt x="37387" y="51116"/>
                        <a:pt x="36379" y="49883"/>
                      </a:cubicBezTo>
                      <a:cubicBezTo>
                        <a:pt x="35370" y="48614"/>
                        <a:pt x="34063" y="47568"/>
                        <a:pt x="32419" y="46709"/>
                      </a:cubicBezTo>
                      <a:cubicBezTo>
                        <a:pt x="30776" y="45851"/>
                        <a:pt x="28909" y="45142"/>
                        <a:pt x="26817" y="44544"/>
                      </a:cubicBezTo>
                      <a:cubicBezTo>
                        <a:pt x="24726" y="43947"/>
                        <a:pt x="22597" y="43312"/>
                        <a:pt x="20468" y="42602"/>
                      </a:cubicBezTo>
                      <a:cubicBezTo>
                        <a:pt x="18301" y="41893"/>
                        <a:pt x="16173" y="41071"/>
                        <a:pt x="14081" y="40101"/>
                      </a:cubicBezTo>
                      <a:cubicBezTo>
                        <a:pt x="11989" y="39130"/>
                        <a:pt x="10122" y="37860"/>
                        <a:pt x="8478" y="36292"/>
                      </a:cubicBezTo>
                      <a:cubicBezTo>
                        <a:pt x="6835" y="34724"/>
                        <a:pt x="5528" y="32745"/>
                        <a:pt x="4520" y="30393"/>
                      </a:cubicBezTo>
                      <a:cubicBezTo>
                        <a:pt x="3548" y="28041"/>
                        <a:pt x="3026" y="25128"/>
                        <a:pt x="3026" y="21693"/>
                      </a:cubicBezTo>
                      <a:cubicBezTo>
                        <a:pt x="3026" y="18930"/>
                        <a:pt x="3586" y="16242"/>
                        <a:pt x="4669" y="13628"/>
                      </a:cubicBezTo>
                      <a:cubicBezTo>
                        <a:pt x="5789" y="11015"/>
                        <a:pt x="7396" y="8700"/>
                        <a:pt x="9487" y="6684"/>
                      </a:cubicBezTo>
                      <a:cubicBezTo>
                        <a:pt x="11616" y="4667"/>
                        <a:pt x="14193" y="3062"/>
                        <a:pt x="17256" y="1830"/>
                      </a:cubicBezTo>
                      <a:cubicBezTo>
                        <a:pt x="20318" y="598"/>
                        <a:pt x="23829" y="0"/>
                        <a:pt x="27788" y="0"/>
                      </a:cubicBezTo>
                      <a:cubicBezTo>
                        <a:pt x="32233" y="0"/>
                        <a:pt x="36341" y="710"/>
                        <a:pt x="40114" y="2091"/>
                      </a:cubicBezTo>
                      <a:cubicBezTo>
                        <a:pt x="43885" y="3473"/>
                        <a:pt x="47098" y="5452"/>
                        <a:pt x="49750" y="7953"/>
                      </a:cubicBezTo>
                      <a:lnTo>
                        <a:pt x="46276" y="1459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08" name="Google Shape;2308;p90"/>
                <p:cNvSpPr/>
                <p:nvPr/>
              </p:nvSpPr>
              <p:spPr>
                <a:xfrm>
                  <a:off x="7463561" y="5230368"/>
                  <a:ext cx="46723" cy="54475"/>
                </a:xfrm>
                <a:custGeom>
                  <a:rect b="b" l="l" r="r" t="t"/>
                  <a:pathLst>
                    <a:path extrusionOk="0" h="54475" w="46723">
                      <a:moveTo>
                        <a:pt x="0" y="54476"/>
                      </a:moveTo>
                      <a:lnTo>
                        <a:pt x="0" y="821"/>
                      </a:lnTo>
                      <a:lnTo>
                        <a:pt x="7881" y="821"/>
                      </a:lnTo>
                      <a:cubicBezTo>
                        <a:pt x="9561" y="821"/>
                        <a:pt x="10644" y="1606"/>
                        <a:pt x="11167" y="3174"/>
                      </a:cubicBezTo>
                      <a:lnTo>
                        <a:pt x="12064" y="7430"/>
                      </a:lnTo>
                      <a:cubicBezTo>
                        <a:pt x="13147" y="6310"/>
                        <a:pt x="14305" y="5302"/>
                        <a:pt x="15500" y="4406"/>
                      </a:cubicBezTo>
                      <a:cubicBezTo>
                        <a:pt x="16695" y="3473"/>
                        <a:pt x="17965" y="2688"/>
                        <a:pt x="19309" y="2054"/>
                      </a:cubicBezTo>
                      <a:cubicBezTo>
                        <a:pt x="20654" y="1381"/>
                        <a:pt x="22111" y="859"/>
                        <a:pt x="23642" y="523"/>
                      </a:cubicBezTo>
                      <a:cubicBezTo>
                        <a:pt x="25173" y="187"/>
                        <a:pt x="26817" y="0"/>
                        <a:pt x="28647" y="0"/>
                      </a:cubicBezTo>
                      <a:cubicBezTo>
                        <a:pt x="31560" y="0"/>
                        <a:pt x="34174" y="485"/>
                        <a:pt x="36453" y="1494"/>
                      </a:cubicBezTo>
                      <a:cubicBezTo>
                        <a:pt x="38694" y="2502"/>
                        <a:pt x="40599" y="3883"/>
                        <a:pt x="42092" y="5675"/>
                      </a:cubicBezTo>
                      <a:cubicBezTo>
                        <a:pt x="43624" y="7468"/>
                        <a:pt x="44782" y="9596"/>
                        <a:pt x="45566" y="12097"/>
                      </a:cubicBezTo>
                      <a:cubicBezTo>
                        <a:pt x="46350" y="14599"/>
                        <a:pt x="46724" y="17325"/>
                        <a:pt x="46724" y="20349"/>
                      </a:cubicBezTo>
                      <a:lnTo>
                        <a:pt x="46724" y="54476"/>
                      </a:lnTo>
                      <a:lnTo>
                        <a:pt x="33838" y="54476"/>
                      </a:lnTo>
                      <a:lnTo>
                        <a:pt x="33838" y="20349"/>
                      </a:lnTo>
                      <a:cubicBezTo>
                        <a:pt x="33838" y="17064"/>
                        <a:pt x="33054" y="14524"/>
                        <a:pt x="31560" y="12732"/>
                      </a:cubicBezTo>
                      <a:cubicBezTo>
                        <a:pt x="30029" y="10940"/>
                        <a:pt x="27750" y="10044"/>
                        <a:pt x="24725" y="10044"/>
                      </a:cubicBezTo>
                      <a:cubicBezTo>
                        <a:pt x="22484" y="10044"/>
                        <a:pt x="20393" y="10529"/>
                        <a:pt x="18450" y="11537"/>
                      </a:cubicBezTo>
                      <a:cubicBezTo>
                        <a:pt x="16508" y="12583"/>
                        <a:pt x="14641" y="13927"/>
                        <a:pt x="12923" y="15682"/>
                      </a:cubicBezTo>
                      <a:lnTo>
                        <a:pt x="12923" y="54476"/>
                      </a:lnTo>
                      <a:lnTo>
                        <a:pt x="0" y="544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09" name="Google Shape;2309;p90"/>
                <p:cNvSpPr/>
                <p:nvPr/>
              </p:nvSpPr>
              <p:spPr>
                <a:xfrm>
                  <a:off x="7519286" y="5230368"/>
                  <a:ext cx="53073" cy="55259"/>
                </a:xfrm>
                <a:custGeom>
                  <a:rect b="b" l="l" r="r" t="t"/>
                  <a:pathLst>
                    <a:path extrusionOk="0" h="55259" w="53073">
                      <a:moveTo>
                        <a:pt x="26630" y="0"/>
                      </a:moveTo>
                      <a:cubicBezTo>
                        <a:pt x="30627" y="0"/>
                        <a:pt x="34250" y="635"/>
                        <a:pt x="37536" y="1942"/>
                      </a:cubicBezTo>
                      <a:cubicBezTo>
                        <a:pt x="40786" y="3211"/>
                        <a:pt x="43549" y="5040"/>
                        <a:pt x="45865" y="7430"/>
                      </a:cubicBezTo>
                      <a:cubicBezTo>
                        <a:pt x="48181" y="9782"/>
                        <a:pt x="49936" y="12695"/>
                        <a:pt x="51206" y="16093"/>
                      </a:cubicBezTo>
                      <a:cubicBezTo>
                        <a:pt x="52439" y="19528"/>
                        <a:pt x="53073" y="23336"/>
                        <a:pt x="53073" y="27555"/>
                      </a:cubicBezTo>
                      <a:cubicBezTo>
                        <a:pt x="53073" y="31812"/>
                        <a:pt x="52439" y="35620"/>
                        <a:pt x="51206" y="39056"/>
                      </a:cubicBezTo>
                      <a:cubicBezTo>
                        <a:pt x="49936" y="42453"/>
                        <a:pt x="48181" y="45365"/>
                        <a:pt x="45865" y="47792"/>
                      </a:cubicBezTo>
                      <a:cubicBezTo>
                        <a:pt x="43549" y="50182"/>
                        <a:pt x="40786" y="52012"/>
                        <a:pt x="37536" y="53318"/>
                      </a:cubicBezTo>
                      <a:cubicBezTo>
                        <a:pt x="34250" y="54625"/>
                        <a:pt x="30627" y="55260"/>
                        <a:pt x="26630" y="55260"/>
                      </a:cubicBezTo>
                      <a:cubicBezTo>
                        <a:pt x="22597" y="55260"/>
                        <a:pt x="18974" y="54625"/>
                        <a:pt x="15687" y="53318"/>
                      </a:cubicBezTo>
                      <a:cubicBezTo>
                        <a:pt x="12400" y="52012"/>
                        <a:pt x="9636" y="50182"/>
                        <a:pt x="7283" y="47792"/>
                      </a:cubicBezTo>
                      <a:cubicBezTo>
                        <a:pt x="4968" y="45365"/>
                        <a:pt x="3175" y="42453"/>
                        <a:pt x="1905" y="39056"/>
                      </a:cubicBezTo>
                      <a:cubicBezTo>
                        <a:pt x="635" y="35620"/>
                        <a:pt x="0" y="31812"/>
                        <a:pt x="0" y="27555"/>
                      </a:cubicBezTo>
                      <a:cubicBezTo>
                        <a:pt x="0" y="23336"/>
                        <a:pt x="635" y="19528"/>
                        <a:pt x="1905" y="16093"/>
                      </a:cubicBezTo>
                      <a:cubicBezTo>
                        <a:pt x="3175" y="12695"/>
                        <a:pt x="4968" y="9782"/>
                        <a:pt x="7283" y="7430"/>
                      </a:cubicBezTo>
                      <a:cubicBezTo>
                        <a:pt x="9636" y="5040"/>
                        <a:pt x="12400" y="3211"/>
                        <a:pt x="15687" y="1942"/>
                      </a:cubicBezTo>
                      <a:cubicBezTo>
                        <a:pt x="18974" y="635"/>
                        <a:pt x="22597" y="0"/>
                        <a:pt x="26630" y="0"/>
                      </a:cubicBezTo>
                      <a:close/>
                      <a:moveTo>
                        <a:pt x="26630" y="45328"/>
                      </a:moveTo>
                      <a:cubicBezTo>
                        <a:pt x="31075" y="45328"/>
                        <a:pt x="34399" y="43834"/>
                        <a:pt x="36528" y="40810"/>
                      </a:cubicBezTo>
                      <a:cubicBezTo>
                        <a:pt x="38656" y="37823"/>
                        <a:pt x="39740" y="33455"/>
                        <a:pt x="39740" y="27667"/>
                      </a:cubicBezTo>
                      <a:cubicBezTo>
                        <a:pt x="39740" y="21880"/>
                        <a:pt x="38656" y="17474"/>
                        <a:pt x="36528" y="14412"/>
                      </a:cubicBezTo>
                      <a:cubicBezTo>
                        <a:pt x="34399" y="11388"/>
                        <a:pt x="31075" y="9895"/>
                        <a:pt x="26630" y="9895"/>
                      </a:cubicBezTo>
                      <a:cubicBezTo>
                        <a:pt x="22074" y="9895"/>
                        <a:pt x="18749" y="11388"/>
                        <a:pt x="16583" y="14450"/>
                      </a:cubicBezTo>
                      <a:cubicBezTo>
                        <a:pt x="14417" y="17512"/>
                        <a:pt x="13334" y="21917"/>
                        <a:pt x="13334" y="27667"/>
                      </a:cubicBezTo>
                      <a:cubicBezTo>
                        <a:pt x="13334" y="33417"/>
                        <a:pt x="14417" y="37786"/>
                        <a:pt x="16583" y="40810"/>
                      </a:cubicBezTo>
                      <a:cubicBezTo>
                        <a:pt x="18749" y="43797"/>
                        <a:pt x="22074" y="45328"/>
                        <a:pt x="26630" y="4532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0" name="Google Shape;2310;p90"/>
                <p:cNvSpPr/>
                <p:nvPr/>
              </p:nvSpPr>
              <p:spPr>
                <a:xfrm>
                  <a:off x="7575907" y="5231115"/>
                  <a:ext cx="82019" cy="53728"/>
                </a:xfrm>
                <a:custGeom>
                  <a:rect b="b" l="l" r="r" t="t"/>
                  <a:pathLst>
                    <a:path extrusionOk="0" h="53728" w="82019">
                      <a:moveTo>
                        <a:pt x="0" y="74"/>
                      </a:moveTo>
                      <a:lnTo>
                        <a:pt x="10271" y="74"/>
                      </a:lnTo>
                      <a:cubicBezTo>
                        <a:pt x="11242" y="74"/>
                        <a:pt x="12064" y="336"/>
                        <a:pt x="12736" y="784"/>
                      </a:cubicBezTo>
                      <a:cubicBezTo>
                        <a:pt x="13371" y="1232"/>
                        <a:pt x="13782" y="1792"/>
                        <a:pt x="13969" y="2501"/>
                      </a:cubicBezTo>
                      <a:lnTo>
                        <a:pt x="21662" y="31139"/>
                      </a:lnTo>
                      <a:cubicBezTo>
                        <a:pt x="22074" y="32708"/>
                        <a:pt x="22410" y="34238"/>
                        <a:pt x="22671" y="35732"/>
                      </a:cubicBezTo>
                      <a:cubicBezTo>
                        <a:pt x="22933" y="37226"/>
                        <a:pt x="23194" y="38719"/>
                        <a:pt x="23456" y="40250"/>
                      </a:cubicBezTo>
                      <a:cubicBezTo>
                        <a:pt x="23829" y="38719"/>
                        <a:pt x="24240" y="37226"/>
                        <a:pt x="24688" y="35732"/>
                      </a:cubicBezTo>
                      <a:cubicBezTo>
                        <a:pt x="25099" y="34238"/>
                        <a:pt x="25584" y="32708"/>
                        <a:pt x="26070" y="31139"/>
                      </a:cubicBezTo>
                      <a:lnTo>
                        <a:pt x="34959" y="2389"/>
                      </a:lnTo>
                      <a:cubicBezTo>
                        <a:pt x="35146" y="1680"/>
                        <a:pt x="35557" y="1120"/>
                        <a:pt x="36191" y="672"/>
                      </a:cubicBezTo>
                      <a:cubicBezTo>
                        <a:pt x="36826" y="224"/>
                        <a:pt x="37573" y="0"/>
                        <a:pt x="38395" y="0"/>
                      </a:cubicBezTo>
                      <a:lnTo>
                        <a:pt x="44109" y="0"/>
                      </a:lnTo>
                      <a:cubicBezTo>
                        <a:pt x="45043" y="0"/>
                        <a:pt x="45828" y="224"/>
                        <a:pt x="46462" y="672"/>
                      </a:cubicBezTo>
                      <a:cubicBezTo>
                        <a:pt x="47060" y="1120"/>
                        <a:pt x="47508" y="1680"/>
                        <a:pt x="47695" y="2389"/>
                      </a:cubicBezTo>
                      <a:lnTo>
                        <a:pt x="56472" y="31662"/>
                      </a:lnTo>
                      <a:cubicBezTo>
                        <a:pt x="56920" y="33156"/>
                        <a:pt x="57369" y="34612"/>
                        <a:pt x="57705" y="36030"/>
                      </a:cubicBezTo>
                      <a:cubicBezTo>
                        <a:pt x="58078" y="37449"/>
                        <a:pt x="58452" y="38868"/>
                        <a:pt x="58788" y="40287"/>
                      </a:cubicBezTo>
                      <a:cubicBezTo>
                        <a:pt x="59049" y="38793"/>
                        <a:pt x="59311" y="37300"/>
                        <a:pt x="59609" y="35807"/>
                      </a:cubicBezTo>
                      <a:cubicBezTo>
                        <a:pt x="59909" y="34276"/>
                        <a:pt x="60282" y="32745"/>
                        <a:pt x="60730" y="31139"/>
                      </a:cubicBezTo>
                      <a:lnTo>
                        <a:pt x="68686" y="2501"/>
                      </a:lnTo>
                      <a:cubicBezTo>
                        <a:pt x="68835" y="1792"/>
                        <a:pt x="69246" y="1232"/>
                        <a:pt x="69918" y="784"/>
                      </a:cubicBezTo>
                      <a:cubicBezTo>
                        <a:pt x="70590" y="336"/>
                        <a:pt x="71337" y="74"/>
                        <a:pt x="72234" y="74"/>
                      </a:cubicBezTo>
                      <a:lnTo>
                        <a:pt x="82019" y="74"/>
                      </a:lnTo>
                      <a:lnTo>
                        <a:pt x="65025" y="53729"/>
                      </a:lnTo>
                      <a:lnTo>
                        <a:pt x="54605" y="53729"/>
                      </a:lnTo>
                      <a:cubicBezTo>
                        <a:pt x="53484" y="53729"/>
                        <a:pt x="52700" y="52945"/>
                        <a:pt x="52214" y="51414"/>
                      </a:cubicBezTo>
                      <a:lnTo>
                        <a:pt x="42541" y="20424"/>
                      </a:lnTo>
                      <a:cubicBezTo>
                        <a:pt x="42204" y="19415"/>
                        <a:pt x="41943" y="18407"/>
                        <a:pt x="41645" y="17362"/>
                      </a:cubicBezTo>
                      <a:cubicBezTo>
                        <a:pt x="41383" y="16354"/>
                        <a:pt x="41196" y="15308"/>
                        <a:pt x="41010" y="14300"/>
                      </a:cubicBezTo>
                      <a:cubicBezTo>
                        <a:pt x="40786" y="15346"/>
                        <a:pt x="40561" y="16391"/>
                        <a:pt x="40337" y="17436"/>
                      </a:cubicBezTo>
                      <a:cubicBezTo>
                        <a:pt x="40076" y="18445"/>
                        <a:pt x="39815" y="19490"/>
                        <a:pt x="39478" y="20536"/>
                      </a:cubicBezTo>
                      <a:lnTo>
                        <a:pt x="29730" y="51414"/>
                      </a:lnTo>
                      <a:cubicBezTo>
                        <a:pt x="29207" y="52945"/>
                        <a:pt x="28273" y="53729"/>
                        <a:pt x="26891" y="53729"/>
                      </a:cubicBezTo>
                      <a:lnTo>
                        <a:pt x="16994" y="53729"/>
                      </a:lnTo>
                      <a:lnTo>
                        <a:pt x="0" y="74"/>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1" name="Google Shape;2311;p90"/>
                <p:cNvSpPr/>
                <p:nvPr/>
              </p:nvSpPr>
              <p:spPr>
                <a:xfrm>
                  <a:off x="7659495" y="5207667"/>
                  <a:ext cx="55239" cy="77176"/>
                </a:xfrm>
                <a:custGeom>
                  <a:rect b="b" l="l" r="r" t="t"/>
                  <a:pathLst>
                    <a:path extrusionOk="0" h="77176" w="55239">
                      <a:moveTo>
                        <a:pt x="7993" y="77177"/>
                      </a:moveTo>
                      <a:lnTo>
                        <a:pt x="7993" y="33268"/>
                      </a:lnTo>
                      <a:lnTo>
                        <a:pt x="3324" y="32521"/>
                      </a:lnTo>
                      <a:cubicBezTo>
                        <a:pt x="2316" y="32371"/>
                        <a:pt x="1494" y="31998"/>
                        <a:pt x="896" y="31475"/>
                      </a:cubicBezTo>
                      <a:cubicBezTo>
                        <a:pt x="299" y="30953"/>
                        <a:pt x="0" y="30243"/>
                        <a:pt x="0" y="29273"/>
                      </a:cubicBezTo>
                      <a:lnTo>
                        <a:pt x="0" y="24008"/>
                      </a:lnTo>
                      <a:lnTo>
                        <a:pt x="7993" y="24008"/>
                      </a:lnTo>
                      <a:lnTo>
                        <a:pt x="7993" y="21768"/>
                      </a:lnTo>
                      <a:cubicBezTo>
                        <a:pt x="7993" y="18893"/>
                        <a:pt x="8441" y="16167"/>
                        <a:pt x="9300" y="13554"/>
                      </a:cubicBezTo>
                      <a:cubicBezTo>
                        <a:pt x="10196" y="10940"/>
                        <a:pt x="11578" y="8625"/>
                        <a:pt x="13408" y="6646"/>
                      </a:cubicBezTo>
                      <a:cubicBezTo>
                        <a:pt x="15276" y="4630"/>
                        <a:pt x="17591" y="3024"/>
                        <a:pt x="20430" y="1830"/>
                      </a:cubicBezTo>
                      <a:cubicBezTo>
                        <a:pt x="23269" y="634"/>
                        <a:pt x="26593" y="0"/>
                        <a:pt x="30477" y="0"/>
                      </a:cubicBezTo>
                      <a:cubicBezTo>
                        <a:pt x="33652" y="0"/>
                        <a:pt x="36639" y="112"/>
                        <a:pt x="39478" y="336"/>
                      </a:cubicBezTo>
                      <a:cubicBezTo>
                        <a:pt x="42317" y="523"/>
                        <a:pt x="45155" y="634"/>
                        <a:pt x="47994" y="634"/>
                      </a:cubicBezTo>
                      <a:lnTo>
                        <a:pt x="55240" y="634"/>
                      </a:lnTo>
                      <a:lnTo>
                        <a:pt x="55240" y="77177"/>
                      </a:lnTo>
                      <a:lnTo>
                        <a:pt x="42391" y="77177"/>
                      </a:lnTo>
                      <a:lnTo>
                        <a:pt x="42391" y="9409"/>
                      </a:lnTo>
                      <a:lnTo>
                        <a:pt x="32494" y="9409"/>
                      </a:lnTo>
                      <a:cubicBezTo>
                        <a:pt x="28610" y="9409"/>
                        <a:pt x="25622" y="10492"/>
                        <a:pt x="23567" y="12658"/>
                      </a:cubicBezTo>
                      <a:cubicBezTo>
                        <a:pt x="21513" y="14786"/>
                        <a:pt x="20467" y="17848"/>
                        <a:pt x="20467" y="21805"/>
                      </a:cubicBezTo>
                      <a:lnTo>
                        <a:pt x="20467" y="24008"/>
                      </a:lnTo>
                      <a:lnTo>
                        <a:pt x="33204" y="24008"/>
                      </a:lnTo>
                      <a:lnTo>
                        <a:pt x="33204" y="33193"/>
                      </a:lnTo>
                      <a:lnTo>
                        <a:pt x="20916" y="33193"/>
                      </a:lnTo>
                      <a:lnTo>
                        <a:pt x="20916" y="77177"/>
                      </a:lnTo>
                      <a:lnTo>
                        <a:pt x="7993" y="7717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2" name="Google Shape;2312;p90"/>
                <p:cNvSpPr/>
                <p:nvPr/>
              </p:nvSpPr>
              <p:spPr>
                <a:xfrm>
                  <a:off x="7727023" y="5230219"/>
                  <a:ext cx="44707" cy="55446"/>
                </a:xfrm>
                <a:custGeom>
                  <a:rect b="b" l="l" r="r" t="t"/>
                  <a:pathLst>
                    <a:path extrusionOk="0" h="55446" w="44707">
                      <a:moveTo>
                        <a:pt x="44707" y="54625"/>
                      </a:moveTo>
                      <a:lnTo>
                        <a:pt x="38918" y="54625"/>
                      </a:lnTo>
                      <a:cubicBezTo>
                        <a:pt x="37685" y="54625"/>
                        <a:pt x="36752" y="54438"/>
                        <a:pt x="36042" y="54065"/>
                      </a:cubicBezTo>
                      <a:cubicBezTo>
                        <a:pt x="35333" y="53691"/>
                        <a:pt x="34810" y="52945"/>
                        <a:pt x="34473" y="51862"/>
                      </a:cubicBezTo>
                      <a:lnTo>
                        <a:pt x="33316" y="48016"/>
                      </a:lnTo>
                      <a:cubicBezTo>
                        <a:pt x="31971" y="49248"/>
                        <a:pt x="30627" y="50331"/>
                        <a:pt x="29319" y="51265"/>
                      </a:cubicBezTo>
                      <a:cubicBezTo>
                        <a:pt x="28012" y="52161"/>
                        <a:pt x="26667" y="52945"/>
                        <a:pt x="25286" y="53579"/>
                      </a:cubicBezTo>
                      <a:cubicBezTo>
                        <a:pt x="23866" y="54214"/>
                        <a:pt x="22372" y="54662"/>
                        <a:pt x="20804" y="54998"/>
                      </a:cubicBezTo>
                      <a:cubicBezTo>
                        <a:pt x="19235" y="55297"/>
                        <a:pt x="17517" y="55446"/>
                        <a:pt x="15575" y="55446"/>
                      </a:cubicBezTo>
                      <a:cubicBezTo>
                        <a:pt x="13334" y="55446"/>
                        <a:pt x="11242" y="55147"/>
                        <a:pt x="9300"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52"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5" y="10417"/>
                        <a:pt x="18003" y="10902"/>
                      </a:cubicBezTo>
                      <a:cubicBezTo>
                        <a:pt x="16583" y="11388"/>
                        <a:pt x="15388" y="11948"/>
                        <a:pt x="14379" y="12545"/>
                      </a:cubicBezTo>
                      <a:cubicBezTo>
                        <a:pt x="13334" y="13180"/>
                        <a:pt x="12400" y="13703"/>
                        <a:pt x="11504" y="14225"/>
                      </a:cubicBezTo>
                      <a:cubicBezTo>
                        <a:pt x="10644" y="14711"/>
                        <a:pt x="9673" y="14935"/>
                        <a:pt x="8628" y="14935"/>
                      </a:cubicBezTo>
                      <a:cubicBezTo>
                        <a:pt x="7769" y="14935"/>
                        <a:pt x="7022" y="14711"/>
                        <a:pt x="6387" y="14263"/>
                      </a:cubicBezTo>
                      <a:cubicBezTo>
                        <a:pt x="5752" y="13815"/>
                        <a:pt x="5266" y="13255"/>
                        <a:pt x="4856" y="12583"/>
                      </a:cubicBezTo>
                      <a:lnTo>
                        <a:pt x="2503" y="8475"/>
                      </a:lnTo>
                      <a:cubicBezTo>
                        <a:pt x="8703"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59" y="14935"/>
                        <a:pt x="44707" y="17698"/>
                        <a:pt x="44707" y="20760"/>
                      </a:cubicBezTo>
                      <a:lnTo>
                        <a:pt x="44707" y="54625"/>
                      </a:lnTo>
                      <a:close/>
                      <a:moveTo>
                        <a:pt x="19608" y="46560"/>
                      </a:moveTo>
                      <a:cubicBezTo>
                        <a:pt x="20953" y="46560"/>
                        <a:pt x="22148" y="46448"/>
                        <a:pt x="23269" y="46224"/>
                      </a:cubicBezTo>
                      <a:cubicBezTo>
                        <a:pt x="24389" y="45962"/>
                        <a:pt x="25435" y="45627"/>
                        <a:pt x="26444"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687" y="46075"/>
                        <a:pt x="17442"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3" name="Google Shape;2313;p90"/>
                <p:cNvSpPr/>
                <p:nvPr/>
              </p:nvSpPr>
              <p:spPr>
                <a:xfrm>
                  <a:off x="7784616" y="5207144"/>
                  <a:ext cx="49525" cy="77699"/>
                </a:xfrm>
                <a:custGeom>
                  <a:rect b="b" l="l" r="r" t="t"/>
                  <a:pathLst>
                    <a:path extrusionOk="0" h="77699" w="49525">
                      <a:moveTo>
                        <a:pt x="12885" y="0"/>
                      </a:moveTo>
                      <a:lnTo>
                        <a:pt x="12885" y="44507"/>
                      </a:lnTo>
                      <a:lnTo>
                        <a:pt x="15313" y="44507"/>
                      </a:lnTo>
                      <a:cubicBezTo>
                        <a:pt x="16172" y="44507"/>
                        <a:pt x="16845" y="44395"/>
                        <a:pt x="17368" y="44133"/>
                      </a:cubicBezTo>
                      <a:cubicBezTo>
                        <a:pt x="17853" y="43909"/>
                        <a:pt x="18376" y="43424"/>
                        <a:pt x="18899" y="42789"/>
                      </a:cubicBezTo>
                      <a:lnTo>
                        <a:pt x="32270" y="26323"/>
                      </a:lnTo>
                      <a:cubicBezTo>
                        <a:pt x="32830" y="25614"/>
                        <a:pt x="33465" y="25053"/>
                        <a:pt x="34137" y="24643"/>
                      </a:cubicBezTo>
                      <a:cubicBezTo>
                        <a:pt x="34809" y="24269"/>
                        <a:pt x="35668" y="24045"/>
                        <a:pt x="36752" y="24045"/>
                      </a:cubicBezTo>
                      <a:lnTo>
                        <a:pt x="48554" y="24045"/>
                      </a:lnTo>
                      <a:lnTo>
                        <a:pt x="31896" y="43984"/>
                      </a:lnTo>
                      <a:cubicBezTo>
                        <a:pt x="31299" y="44693"/>
                        <a:pt x="30701" y="45365"/>
                        <a:pt x="30066" y="46000"/>
                      </a:cubicBezTo>
                      <a:cubicBezTo>
                        <a:pt x="29431" y="46597"/>
                        <a:pt x="28759" y="47120"/>
                        <a:pt x="28012" y="47568"/>
                      </a:cubicBezTo>
                      <a:cubicBezTo>
                        <a:pt x="28759" y="48091"/>
                        <a:pt x="29394" y="48726"/>
                        <a:pt x="29954" y="49398"/>
                      </a:cubicBezTo>
                      <a:cubicBezTo>
                        <a:pt x="30514" y="50107"/>
                        <a:pt x="31074" y="50854"/>
                        <a:pt x="31635" y="51675"/>
                      </a:cubicBezTo>
                      <a:lnTo>
                        <a:pt x="49525" y="77699"/>
                      </a:lnTo>
                      <a:lnTo>
                        <a:pt x="37835" y="77699"/>
                      </a:lnTo>
                      <a:cubicBezTo>
                        <a:pt x="36826" y="77699"/>
                        <a:pt x="35967" y="77513"/>
                        <a:pt x="35295" y="77177"/>
                      </a:cubicBezTo>
                      <a:cubicBezTo>
                        <a:pt x="34586" y="76803"/>
                        <a:pt x="33950" y="76244"/>
                        <a:pt x="33390" y="75385"/>
                      </a:cubicBezTo>
                      <a:lnTo>
                        <a:pt x="19758" y="55073"/>
                      </a:lnTo>
                      <a:cubicBezTo>
                        <a:pt x="19235" y="54252"/>
                        <a:pt x="18712" y="53729"/>
                        <a:pt x="18189" y="53505"/>
                      </a:cubicBezTo>
                      <a:cubicBezTo>
                        <a:pt x="17666" y="53244"/>
                        <a:pt x="16882" y="53131"/>
                        <a:pt x="15836" y="53131"/>
                      </a:cubicBezTo>
                      <a:lnTo>
                        <a:pt x="12885" y="53131"/>
                      </a:lnTo>
                      <a:lnTo>
                        <a:pt x="12885" y="77699"/>
                      </a:lnTo>
                      <a:lnTo>
                        <a:pt x="0" y="77699"/>
                      </a:lnTo>
                      <a:lnTo>
                        <a:pt x="0" y="0"/>
                      </a:lnTo>
                      <a:lnTo>
                        <a:pt x="1288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4" name="Google Shape;2314;p90"/>
                <p:cNvSpPr/>
                <p:nvPr/>
              </p:nvSpPr>
              <p:spPr>
                <a:xfrm>
                  <a:off x="7835373" y="5230368"/>
                  <a:ext cx="49002" cy="55259"/>
                </a:xfrm>
                <a:custGeom>
                  <a:rect b="b" l="l" r="r" t="t"/>
                  <a:pathLst>
                    <a:path extrusionOk="0" h="55259" w="49002">
                      <a:moveTo>
                        <a:pt x="25771" y="0"/>
                      </a:moveTo>
                      <a:cubicBezTo>
                        <a:pt x="29170" y="0"/>
                        <a:pt x="32270" y="523"/>
                        <a:pt x="35108" y="1606"/>
                      </a:cubicBezTo>
                      <a:cubicBezTo>
                        <a:pt x="37947" y="2688"/>
                        <a:pt x="40412" y="4294"/>
                        <a:pt x="42466" y="6348"/>
                      </a:cubicBezTo>
                      <a:cubicBezTo>
                        <a:pt x="44521" y="8438"/>
                        <a:pt x="46126" y="10978"/>
                        <a:pt x="47284" y="14002"/>
                      </a:cubicBezTo>
                      <a:cubicBezTo>
                        <a:pt x="48442" y="16989"/>
                        <a:pt x="49002" y="20424"/>
                        <a:pt x="49002" y="24307"/>
                      </a:cubicBezTo>
                      <a:cubicBezTo>
                        <a:pt x="49002" y="25278"/>
                        <a:pt x="48965" y="26099"/>
                        <a:pt x="48853" y="26734"/>
                      </a:cubicBezTo>
                      <a:cubicBezTo>
                        <a:pt x="48778" y="27369"/>
                        <a:pt x="48629" y="27891"/>
                        <a:pt x="48405" y="28265"/>
                      </a:cubicBezTo>
                      <a:cubicBezTo>
                        <a:pt x="48181" y="28638"/>
                        <a:pt x="47882" y="28862"/>
                        <a:pt x="47471" y="29049"/>
                      </a:cubicBezTo>
                      <a:cubicBezTo>
                        <a:pt x="47097" y="29198"/>
                        <a:pt x="46612" y="29273"/>
                        <a:pt x="46015" y="29273"/>
                      </a:cubicBezTo>
                      <a:lnTo>
                        <a:pt x="12886" y="29273"/>
                      </a:lnTo>
                      <a:cubicBezTo>
                        <a:pt x="13259" y="34762"/>
                        <a:pt x="14716" y="38831"/>
                        <a:pt x="17330" y="41407"/>
                      </a:cubicBezTo>
                      <a:cubicBezTo>
                        <a:pt x="19907" y="43984"/>
                        <a:pt x="23306" y="45253"/>
                        <a:pt x="27564" y="45253"/>
                      </a:cubicBezTo>
                      <a:cubicBezTo>
                        <a:pt x="29656" y="45253"/>
                        <a:pt x="31448" y="45029"/>
                        <a:pt x="32979" y="44544"/>
                      </a:cubicBezTo>
                      <a:cubicBezTo>
                        <a:pt x="34473" y="44059"/>
                        <a:pt x="35818" y="43498"/>
                        <a:pt x="36939" y="42901"/>
                      </a:cubicBezTo>
                      <a:cubicBezTo>
                        <a:pt x="38097" y="42341"/>
                        <a:pt x="39067" y="41781"/>
                        <a:pt x="39927" y="41296"/>
                      </a:cubicBezTo>
                      <a:cubicBezTo>
                        <a:pt x="40786" y="40810"/>
                        <a:pt x="41607" y="40549"/>
                        <a:pt x="42429" y="40549"/>
                      </a:cubicBezTo>
                      <a:cubicBezTo>
                        <a:pt x="42952" y="40549"/>
                        <a:pt x="43400" y="40661"/>
                        <a:pt x="43773" y="40885"/>
                      </a:cubicBezTo>
                      <a:cubicBezTo>
                        <a:pt x="44147" y="41071"/>
                        <a:pt x="44483" y="41370"/>
                        <a:pt x="44782" y="41781"/>
                      </a:cubicBezTo>
                      <a:lnTo>
                        <a:pt x="48517" y="46486"/>
                      </a:lnTo>
                      <a:cubicBezTo>
                        <a:pt x="47097" y="48128"/>
                        <a:pt x="45492" y="49547"/>
                        <a:pt x="43736" y="50667"/>
                      </a:cubicBezTo>
                      <a:cubicBezTo>
                        <a:pt x="41943" y="51825"/>
                        <a:pt x="40076" y="52721"/>
                        <a:pt x="38134" y="53393"/>
                      </a:cubicBezTo>
                      <a:cubicBezTo>
                        <a:pt x="36229" y="54065"/>
                        <a:pt x="34250" y="54550"/>
                        <a:pt x="32233" y="54849"/>
                      </a:cubicBezTo>
                      <a:cubicBezTo>
                        <a:pt x="30253" y="55110"/>
                        <a:pt x="28311" y="55260"/>
                        <a:pt x="26406" y="55260"/>
                      </a:cubicBezTo>
                      <a:cubicBezTo>
                        <a:pt x="22671" y="55260"/>
                        <a:pt x="19198" y="54625"/>
                        <a:pt x="16023" y="53393"/>
                      </a:cubicBezTo>
                      <a:cubicBezTo>
                        <a:pt x="12811" y="52161"/>
                        <a:pt x="10010" y="50331"/>
                        <a:pt x="7657" y="47905"/>
                      </a:cubicBezTo>
                      <a:cubicBezTo>
                        <a:pt x="5266" y="45477"/>
                        <a:pt x="3399" y="42490"/>
                        <a:pt x="2054" y="38906"/>
                      </a:cubicBezTo>
                      <a:cubicBezTo>
                        <a:pt x="672" y="35359"/>
                        <a:pt x="0" y="31214"/>
                        <a:pt x="0" y="26510"/>
                      </a:cubicBezTo>
                      <a:cubicBezTo>
                        <a:pt x="0" y="22851"/>
                        <a:pt x="598" y="19416"/>
                        <a:pt x="1793" y="16168"/>
                      </a:cubicBezTo>
                      <a:cubicBezTo>
                        <a:pt x="2951" y="12956"/>
                        <a:pt x="4669" y="10156"/>
                        <a:pt x="6872" y="7767"/>
                      </a:cubicBezTo>
                      <a:cubicBezTo>
                        <a:pt x="9076" y="5377"/>
                        <a:pt x="11803" y="3473"/>
                        <a:pt x="14977" y="2091"/>
                      </a:cubicBezTo>
                      <a:cubicBezTo>
                        <a:pt x="18189" y="710"/>
                        <a:pt x="21775" y="0"/>
                        <a:pt x="25771" y="0"/>
                      </a:cubicBezTo>
                      <a:close/>
                      <a:moveTo>
                        <a:pt x="26032" y="9260"/>
                      </a:moveTo>
                      <a:cubicBezTo>
                        <a:pt x="22297" y="9260"/>
                        <a:pt x="19347" y="10305"/>
                        <a:pt x="17218" y="12434"/>
                      </a:cubicBezTo>
                      <a:cubicBezTo>
                        <a:pt x="15089" y="14562"/>
                        <a:pt x="13707" y="17586"/>
                        <a:pt x="13147" y="21469"/>
                      </a:cubicBezTo>
                      <a:lnTo>
                        <a:pt x="37387" y="21469"/>
                      </a:lnTo>
                      <a:cubicBezTo>
                        <a:pt x="37387" y="19827"/>
                        <a:pt x="37163" y="18221"/>
                        <a:pt x="36714" y="16765"/>
                      </a:cubicBezTo>
                      <a:cubicBezTo>
                        <a:pt x="36266" y="15271"/>
                        <a:pt x="35557" y="13964"/>
                        <a:pt x="34623" y="12844"/>
                      </a:cubicBezTo>
                      <a:cubicBezTo>
                        <a:pt x="33689" y="11761"/>
                        <a:pt x="32494" y="10865"/>
                        <a:pt x="31075" y="10230"/>
                      </a:cubicBezTo>
                      <a:cubicBezTo>
                        <a:pt x="29618" y="9559"/>
                        <a:pt x="27975" y="9260"/>
                        <a:pt x="26032"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5" name="Google Shape;2315;p90"/>
                <p:cNvSpPr/>
                <p:nvPr/>
              </p:nvSpPr>
              <p:spPr>
                <a:xfrm>
                  <a:off x="7498631" y="5332449"/>
                  <a:ext cx="59684" cy="75608"/>
                </a:xfrm>
                <a:custGeom>
                  <a:rect b="b" l="l" r="r" t="t"/>
                  <a:pathLst>
                    <a:path extrusionOk="0" h="75608" w="59684">
                      <a:moveTo>
                        <a:pt x="59685" y="0"/>
                      </a:moveTo>
                      <a:lnTo>
                        <a:pt x="59685" y="11575"/>
                      </a:lnTo>
                      <a:lnTo>
                        <a:pt x="36939" y="11575"/>
                      </a:lnTo>
                      <a:lnTo>
                        <a:pt x="36939" y="75609"/>
                      </a:lnTo>
                      <a:lnTo>
                        <a:pt x="22858" y="75609"/>
                      </a:lnTo>
                      <a:lnTo>
                        <a:pt x="22858" y="11575"/>
                      </a:lnTo>
                      <a:lnTo>
                        <a:pt x="0" y="11575"/>
                      </a:lnTo>
                      <a:lnTo>
                        <a:pt x="0" y="0"/>
                      </a:lnTo>
                      <a:lnTo>
                        <a:pt x="5968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6" name="Google Shape;2316;p90"/>
                <p:cNvSpPr/>
                <p:nvPr/>
              </p:nvSpPr>
              <p:spPr>
                <a:xfrm>
                  <a:off x="7551070" y="5353433"/>
                  <a:ext cx="44707" cy="55446"/>
                </a:xfrm>
                <a:custGeom>
                  <a:rect b="b" l="l" r="r" t="t"/>
                  <a:pathLst>
                    <a:path extrusionOk="0" h="55446" w="44707">
                      <a:moveTo>
                        <a:pt x="44707" y="54625"/>
                      </a:moveTo>
                      <a:lnTo>
                        <a:pt x="38918" y="54625"/>
                      </a:lnTo>
                      <a:cubicBezTo>
                        <a:pt x="37685" y="54625"/>
                        <a:pt x="36752" y="54438"/>
                        <a:pt x="36042" y="54065"/>
                      </a:cubicBezTo>
                      <a:cubicBezTo>
                        <a:pt x="35332" y="53691"/>
                        <a:pt x="34810" y="52945"/>
                        <a:pt x="34473" y="51862"/>
                      </a:cubicBezTo>
                      <a:lnTo>
                        <a:pt x="33316" y="48016"/>
                      </a:lnTo>
                      <a:cubicBezTo>
                        <a:pt x="31971" y="49248"/>
                        <a:pt x="30626"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5" y="10417"/>
                        <a:pt x="18003" y="10902"/>
                      </a:cubicBezTo>
                      <a:cubicBezTo>
                        <a:pt x="16620" y="11388"/>
                        <a:pt x="15388" y="11948"/>
                        <a:pt x="14379" y="12545"/>
                      </a:cubicBezTo>
                      <a:cubicBezTo>
                        <a:pt x="13334" y="13180"/>
                        <a:pt x="12400" y="13703"/>
                        <a:pt x="11503" y="14225"/>
                      </a:cubicBezTo>
                      <a:cubicBezTo>
                        <a:pt x="10644" y="14711"/>
                        <a:pt x="9673" y="14935"/>
                        <a:pt x="8628" y="14935"/>
                      </a:cubicBezTo>
                      <a:cubicBezTo>
                        <a:pt x="7769" y="14935"/>
                        <a:pt x="7022" y="14711"/>
                        <a:pt x="6387" y="14263"/>
                      </a:cubicBezTo>
                      <a:cubicBezTo>
                        <a:pt x="5752" y="13815"/>
                        <a:pt x="5266" y="13255"/>
                        <a:pt x="4856" y="12583"/>
                      </a:cubicBezTo>
                      <a:lnTo>
                        <a:pt x="2540" y="8475"/>
                      </a:lnTo>
                      <a:cubicBezTo>
                        <a:pt x="8702"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59" y="14935"/>
                        <a:pt x="44707" y="17698"/>
                        <a:pt x="44707" y="20760"/>
                      </a:cubicBezTo>
                      <a:lnTo>
                        <a:pt x="44707" y="54625"/>
                      </a:lnTo>
                      <a:close/>
                      <a:moveTo>
                        <a:pt x="19608" y="46560"/>
                      </a:moveTo>
                      <a:cubicBezTo>
                        <a:pt x="20953" y="46560"/>
                        <a:pt x="22148" y="46448"/>
                        <a:pt x="23269" y="46224"/>
                      </a:cubicBezTo>
                      <a:cubicBezTo>
                        <a:pt x="24389" y="45962"/>
                        <a:pt x="25435" y="45627"/>
                        <a:pt x="26443"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724" y="46075"/>
                        <a:pt x="17480"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7" name="Google Shape;2317;p90"/>
                <p:cNvSpPr/>
                <p:nvPr/>
              </p:nvSpPr>
              <p:spPr>
                <a:xfrm>
                  <a:off x="7608663" y="5330358"/>
                  <a:ext cx="49338" cy="78483"/>
                </a:xfrm>
                <a:custGeom>
                  <a:rect b="b" l="l" r="r" t="t"/>
                  <a:pathLst>
                    <a:path extrusionOk="0" h="78483" w="49338">
                      <a:moveTo>
                        <a:pt x="0" y="77699"/>
                      </a:moveTo>
                      <a:lnTo>
                        <a:pt x="0" y="0"/>
                      </a:lnTo>
                      <a:lnTo>
                        <a:pt x="12923" y="0"/>
                      </a:lnTo>
                      <a:lnTo>
                        <a:pt x="12923" y="30654"/>
                      </a:lnTo>
                      <a:cubicBezTo>
                        <a:pt x="15015" y="28377"/>
                        <a:pt x="17442" y="26584"/>
                        <a:pt x="20131" y="25240"/>
                      </a:cubicBezTo>
                      <a:cubicBezTo>
                        <a:pt x="22820" y="23896"/>
                        <a:pt x="25958" y="23224"/>
                        <a:pt x="29543" y="23224"/>
                      </a:cubicBezTo>
                      <a:cubicBezTo>
                        <a:pt x="32456" y="23224"/>
                        <a:pt x="35145" y="23821"/>
                        <a:pt x="37573" y="25016"/>
                      </a:cubicBezTo>
                      <a:cubicBezTo>
                        <a:pt x="40001" y="26211"/>
                        <a:pt x="42055" y="27966"/>
                        <a:pt x="43848" y="30281"/>
                      </a:cubicBezTo>
                      <a:cubicBezTo>
                        <a:pt x="45603" y="32596"/>
                        <a:pt x="46948" y="35433"/>
                        <a:pt x="47919" y="38794"/>
                      </a:cubicBezTo>
                      <a:cubicBezTo>
                        <a:pt x="48890" y="42192"/>
                        <a:pt x="49338" y="46075"/>
                        <a:pt x="49338" y="50443"/>
                      </a:cubicBezTo>
                      <a:cubicBezTo>
                        <a:pt x="49338" y="54476"/>
                        <a:pt x="48815" y="58172"/>
                        <a:pt x="47732" y="61607"/>
                      </a:cubicBezTo>
                      <a:cubicBezTo>
                        <a:pt x="46649" y="65005"/>
                        <a:pt x="45118" y="67954"/>
                        <a:pt x="43101" y="70494"/>
                      </a:cubicBezTo>
                      <a:cubicBezTo>
                        <a:pt x="41084" y="72995"/>
                        <a:pt x="38694" y="74937"/>
                        <a:pt x="35818" y="76355"/>
                      </a:cubicBezTo>
                      <a:cubicBezTo>
                        <a:pt x="32979" y="77774"/>
                        <a:pt x="29805" y="78484"/>
                        <a:pt x="26294" y="78484"/>
                      </a:cubicBezTo>
                      <a:cubicBezTo>
                        <a:pt x="24650" y="78484"/>
                        <a:pt x="23156" y="78297"/>
                        <a:pt x="21812" y="77998"/>
                      </a:cubicBezTo>
                      <a:cubicBezTo>
                        <a:pt x="20430" y="77663"/>
                        <a:pt x="19198" y="77177"/>
                        <a:pt x="18077" y="76580"/>
                      </a:cubicBezTo>
                      <a:cubicBezTo>
                        <a:pt x="16956" y="75982"/>
                        <a:pt x="15911" y="75273"/>
                        <a:pt x="14977" y="74414"/>
                      </a:cubicBezTo>
                      <a:cubicBezTo>
                        <a:pt x="14006" y="73555"/>
                        <a:pt x="13110" y="72622"/>
                        <a:pt x="12213" y="71576"/>
                      </a:cubicBezTo>
                      <a:lnTo>
                        <a:pt x="11653" y="75198"/>
                      </a:lnTo>
                      <a:cubicBezTo>
                        <a:pt x="11429" y="76094"/>
                        <a:pt x="11093" y="76729"/>
                        <a:pt x="10570" y="77102"/>
                      </a:cubicBezTo>
                      <a:cubicBezTo>
                        <a:pt x="10084" y="77513"/>
                        <a:pt x="9375" y="77699"/>
                        <a:pt x="8515" y="77699"/>
                      </a:cubicBezTo>
                      <a:lnTo>
                        <a:pt x="0" y="77699"/>
                      </a:lnTo>
                      <a:close/>
                      <a:moveTo>
                        <a:pt x="25099" y="33268"/>
                      </a:moveTo>
                      <a:cubicBezTo>
                        <a:pt x="22410" y="33268"/>
                        <a:pt x="20094" y="33828"/>
                        <a:pt x="18227" y="34948"/>
                      </a:cubicBezTo>
                      <a:cubicBezTo>
                        <a:pt x="16322" y="36106"/>
                        <a:pt x="14529" y="37674"/>
                        <a:pt x="12923" y="39727"/>
                      </a:cubicBezTo>
                      <a:lnTo>
                        <a:pt x="12923" y="63773"/>
                      </a:lnTo>
                      <a:cubicBezTo>
                        <a:pt x="14379" y="65602"/>
                        <a:pt x="15948" y="66872"/>
                        <a:pt x="17704" y="67581"/>
                      </a:cubicBezTo>
                      <a:cubicBezTo>
                        <a:pt x="19421" y="68291"/>
                        <a:pt x="21289" y="68664"/>
                        <a:pt x="23306" y="68664"/>
                      </a:cubicBezTo>
                      <a:cubicBezTo>
                        <a:pt x="25248" y="68664"/>
                        <a:pt x="27041" y="68291"/>
                        <a:pt x="28609" y="67544"/>
                      </a:cubicBezTo>
                      <a:cubicBezTo>
                        <a:pt x="30178" y="66835"/>
                        <a:pt x="31485" y="65714"/>
                        <a:pt x="32606" y="64221"/>
                      </a:cubicBezTo>
                      <a:cubicBezTo>
                        <a:pt x="33689" y="62690"/>
                        <a:pt x="34548" y="60823"/>
                        <a:pt x="35145" y="58546"/>
                      </a:cubicBezTo>
                      <a:cubicBezTo>
                        <a:pt x="35706" y="56268"/>
                        <a:pt x="36005" y="53579"/>
                        <a:pt x="36005" y="50443"/>
                      </a:cubicBezTo>
                      <a:cubicBezTo>
                        <a:pt x="36005" y="47307"/>
                        <a:pt x="35781" y="44656"/>
                        <a:pt x="35258" y="42490"/>
                      </a:cubicBezTo>
                      <a:cubicBezTo>
                        <a:pt x="34735" y="40325"/>
                        <a:pt x="34025" y="38532"/>
                        <a:pt x="33091" y="37188"/>
                      </a:cubicBezTo>
                      <a:cubicBezTo>
                        <a:pt x="32158" y="35807"/>
                        <a:pt x="31000" y="34836"/>
                        <a:pt x="29655" y="34201"/>
                      </a:cubicBezTo>
                      <a:cubicBezTo>
                        <a:pt x="28311" y="33567"/>
                        <a:pt x="26779" y="33268"/>
                        <a:pt x="25099" y="3326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8" name="Google Shape;2318;p90"/>
                <p:cNvSpPr/>
                <p:nvPr/>
              </p:nvSpPr>
              <p:spPr>
                <a:xfrm>
                  <a:off x="7668945" y="5330358"/>
                  <a:ext cx="12922" cy="77699"/>
                </a:xfrm>
                <a:custGeom>
                  <a:rect b="b" l="l" r="r" t="t"/>
                  <a:pathLst>
                    <a:path extrusionOk="0" h="77699" w="12922">
                      <a:moveTo>
                        <a:pt x="12923" y="0"/>
                      </a:moveTo>
                      <a:lnTo>
                        <a:pt x="12923" y="77699"/>
                      </a:lnTo>
                      <a:lnTo>
                        <a:pt x="0" y="77699"/>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19" name="Google Shape;2319;p90"/>
                <p:cNvSpPr/>
                <p:nvPr/>
              </p:nvSpPr>
              <p:spPr>
                <a:xfrm>
                  <a:off x="7692848" y="5353582"/>
                  <a:ext cx="49002" cy="55259"/>
                </a:xfrm>
                <a:custGeom>
                  <a:rect b="b" l="l" r="r" t="t"/>
                  <a:pathLst>
                    <a:path extrusionOk="0" h="55259" w="49002">
                      <a:moveTo>
                        <a:pt x="25771" y="0"/>
                      </a:moveTo>
                      <a:cubicBezTo>
                        <a:pt x="29133" y="0"/>
                        <a:pt x="32270" y="523"/>
                        <a:pt x="35108" y="1606"/>
                      </a:cubicBezTo>
                      <a:cubicBezTo>
                        <a:pt x="37947" y="2688"/>
                        <a:pt x="40375" y="4294"/>
                        <a:pt x="42466" y="6348"/>
                      </a:cubicBezTo>
                      <a:cubicBezTo>
                        <a:pt x="44521" y="8438"/>
                        <a:pt x="46127" y="10978"/>
                        <a:pt x="47247" y="14002"/>
                      </a:cubicBezTo>
                      <a:cubicBezTo>
                        <a:pt x="48405" y="16989"/>
                        <a:pt x="49002" y="20424"/>
                        <a:pt x="49002" y="24307"/>
                      </a:cubicBezTo>
                      <a:cubicBezTo>
                        <a:pt x="49002" y="25278"/>
                        <a:pt x="48928" y="26099"/>
                        <a:pt x="48853" y="26734"/>
                      </a:cubicBezTo>
                      <a:cubicBezTo>
                        <a:pt x="48778" y="27369"/>
                        <a:pt x="48592" y="27891"/>
                        <a:pt x="48368" y="28265"/>
                      </a:cubicBezTo>
                      <a:cubicBezTo>
                        <a:pt x="48143" y="28638"/>
                        <a:pt x="47845" y="28862"/>
                        <a:pt x="47471" y="29049"/>
                      </a:cubicBezTo>
                      <a:cubicBezTo>
                        <a:pt x="47098" y="29198"/>
                        <a:pt x="46612" y="29273"/>
                        <a:pt x="46015" y="29273"/>
                      </a:cubicBezTo>
                      <a:lnTo>
                        <a:pt x="12848" y="29273"/>
                      </a:lnTo>
                      <a:cubicBezTo>
                        <a:pt x="13222" y="34762"/>
                        <a:pt x="14716" y="38831"/>
                        <a:pt x="17293" y="41407"/>
                      </a:cubicBezTo>
                      <a:cubicBezTo>
                        <a:pt x="19870" y="43984"/>
                        <a:pt x="23306" y="45253"/>
                        <a:pt x="27564" y="45253"/>
                      </a:cubicBezTo>
                      <a:cubicBezTo>
                        <a:pt x="29656" y="45253"/>
                        <a:pt x="31448" y="45029"/>
                        <a:pt x="32942" y="44544"/>
                      </a:cubicBezTo>
                      <a:cubicBezTo>
                        <a:pt x="34474" y="44059"/>
                        <a:pt x="35818" y="43498"/>
                        <a:pt x="36939" y="42901"/>
                      </a:cubicBezTo>
                      <a:cubicBezTo>
                        <a:pt x="38059" y="42341"/>
                        <a:pt x="39068" y="41781"/>
                        <a:pt x="39927" y="41296"/>
                      </a:cubicBezTo>
                      <a:cubicBezTo>
                        <a:pt x="40786" y="40810"/>
                        <a:pt x="41607" y="40549"/>
                        <a:pt x="42392" y="40549"/>
                      </a:cubicBezTo>
                      <a:cubicBezTo>
                        <a:pt x="42914" y="40549"/>
                        <a:pt x="43363" y="40661"/>
                        <a:pt x="43774" y="40885"/>
                      </a:cubicBezTo>
                      <a:cubicBezTo>
                        <a:pt x="44147" y="41071"/>
                        <a:pt x="44483" y="41370"/>
                        <a:pt x="44745" y="41781"/>
                      </a:cubicBezTo>
                      <a:lnTo>
                        <a:pt x="48517" y="46486"/>
                      </a:lnTo>
                      <a:cubicBezTo>
                        <a:pt x="47098" y="48128"/>
                        <a:pt x="45492" y="49547"/>
                        <a:pt x="43699" y="50667"/>
                      </a:cubicBezTo>
                      <a:cubicBezTo>
                        <a:pt x="41944" y="51825"/>
                        <a:pt x="40076" y="52721"/>
                        <a:pt x="38134" y="53393"/>
                      </a:cubicBezTo>
                      <a:cubicBezTo>
                        <a:pt x="36192" y="54065"/>
                        <a:pt x="34250" y="54550"/>
                        <a:pt x="32233" y="54849"/>
                      </a:cubicBezTo>
                      <a:cubicBezTo>
                        <a:pt x="30216"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6" y="16168"/>
                      </a:cubicBezTo>
                      <a:cubicBezTo>
                        <a:pt x="2951" y="12956"/>
                        <a:pt x="4669" y="10156"/>
                        <a:pt x="6873" y="7767"/>
                      </a:cubicBezTo>
                      <a:cubicBezTo>
                        <a:pt x="9076" y="5377"/>
                        <a:pt x="11765" y="3473"/>
                        <a:pt x="14977" y="2091"/>
                      </a:cubicBezTo>
                      <a:cubicBezTo>
                        <a:pt x="18152" y="710"/>
                        <a:pt x="21775" y="0"/>
                        <a:pt x="25771" y="0"/>
                      </a:cubicBezTo>
                      <a:close/>
                      <a:moveTo>
                        <a:pt x="26033" y="9260"/>
                      </a:moveTo>
                      <a:cubicBezTo>
                        <a:pt x="22261" y="9260"/>
                        <a:pt x="19310" y="10305"/>
                        <a:pt x="17181" y="12434"/>
                      </a:cubicBezTo>
                      <a:cubicBezTo>
                        <a:pt x="15052" y="14562"/>
                        <a:pt x="13707" y="17586"/>
                        <a:pt x="13110" y="21469"/>
                      </a:cubicBezTo>
                      <a:lnTo>
                        <a:pt x="37387" y="21469"/>
                      </a:lnTo>
                      <a:cubicBezTo>
                        <a:pt x="37387" y="19827"/>
                        <a:pt x="37163" y="18221"/>
                        <a:pt x="36715" y="16765"/>
                      </a:cubicBezTo>
                      <a:cubicBezTo>
                        <a:pt x="36229" y="15271"/>
                        <a:pt x="35557" y="13964"/>
                        <a:pt x="34623" y="12844"/>
                      </a:cubicBezTo>
                      <a:cubicBezTo>
                        <a:pt x="33652" y="11761"/>
                        <a:pt x="32494" y="10865"/>
                        <a:pt x="31038" y="10230"/>
                      </a:cubicBezTo>
                      <a:cubicBezTo>
                        <a:pt x="29618" y="9559"/>
                        <a:pt x="27938" y="9260"/>
                        <a:pt x="26033"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0" name="Google Shape;2320;p90"/>
                <p:cNvSpPr/>
                <p:nvPr/>
              </p:nvSpPr>
              <p:spPr>
                <a:xfrm>
                  <a:off x="7747640" y="5353582"/>
                  <a:ext cx="40038" cy="55297"/>
                </a:xfrm>
                <a:custGeom>
                  <a:rect b="b" l="l" r="r" t="t"/>
                  <a:pathLst>
                    <a:path extrusionOk="0" h="55297" w="40038">
                      <a:moveTo>
                        <a:pt x="36565" y="11276"/>
                      </a:moveTo>
                      <a:cubicBezTo>
                        <a:pt x="36192"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57" y="9932"/>
                      </a:cubicBezTo>
                      <a:cubicBezTo>
                        <a:pt x="25061" y="9596"/>
                        <a:pt x="23642" y="9409"/>
                        <a:pt x="21999" y="9409"/>
                      </a:cubicBezTo>
                      <a:cubicBezTo>
                        <a:pt x="19459" y="9409"/>
                        <a:pt x="17442" y="9932"/>
                        <a:pt x="15986" y="11015"/>
                      </a:cubicBezTo>
                      <a:cubicBezTo>
                        <a:pt x="14529" y="12097"/>
                        <a:pt x="13819" y="13516"/>
                        <a:pt x="13819" y="15271"/>
                      </a:cubicBezTo>
                      <a:cubicBezTo>
                        <a:pt x="13819" y="16429"/>
                        <a:pt x="14193"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8" y="24568"/>
                        <a:pt x="31747" y="25278"/>
                      </a:cubicBezTo>
                      <a:cubicBezTo>
                        <a:pt x="33316" y="25987"/>
                        <a:pt x="34698" y="26883"/>
                        <a:pt x="35930" y="28003"/>
                      </a:cubicBezTo>
                      <a:cubicBezTo>
                        <a:pt x="37200" y="29086"/>
                        <a:pt x="38171" y="30393"/>
                        <a:pt x="38918" y="31924"/>
                      </a:cubicBezTo>
                      <a:cubicBezTo>
                        <a:pt x="39665" y="33492"/>
                        <a:pt x="40038" y="35322"/>
                        <a:pt x="40038" y="37487"/>
                      </a:cubicBezTo>
                      <a:cubicBezTo>
                        <a:pt x="40038" y="40063"/>
                        <a:pt x="39590" y="42453"/>
                        <a:pt x="38619" y="44619"/>
                      </a:cubicBezTo>
                      <a:cubicBezTo>
                        <a:pt x="37685" y="46784"/>
                        <a:pt x="36303" y="48688"/>
                        <a:pt x="34511" y="50257"/>
                      </a:cubicBezTo>
                      <a:cubicBezTo>
                        <a:pt x="32681" y="51862"/>
                        <a:pt x="30440" y="53094"/>
                        <a:pt x="27788" y="53991"/>
                      </a:cubicBezTo>
                      <a:cubicBezTo>
                        <a:pt x="25136" y="54849"/>
                        <a:pt x="22074" y="55297"/>
                        <a:pt x="18600" y="55297"/>
                      </a:cubicBezTo>
                      <a:cubicBezTo>
                        <a:pt x="16770" y="55297"/>
                        <a:pt x="14940" y="55148"/>
                        <a:pt x="13184"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6" y="42117"/>
                        <a:pt x="5528" y="41968"/>
                        <a:pt x="6312" y="41968"/>
                      </a:cubicBezTo>
                      <a:cubicBezTo>
                        <a:pt x="7134" y="41968"/>
                        <a:pt x="7881" y="42192"/>
                        <a:pt x="8591" y="42640"/>
                      </a:cubicBezTo>
                      <a:cubicBezTo>
                        <a:pt x="9300" y="43125"/>
                        <a:pt x="10122" y="43611"/>
                        <a:pt x="11093" y="44133"/>
                      </a:cubicBezTo>
                      <a:cubicBezTo>
                        <a:pt x="12026" y="44656"/>
                        <a:pt x="13147" y="45141"/>
                        <a:pt x="14417" y="45590"/>
                      </a:cubicBezTo>
                      <a:cubicBezTo>
                        <a:pt x="15687" y="46038"/>
                        <a:pt x="17293" y="46261"/>
                        <a:pt x="19235" y="46261"/>
                      </a:cubicBezTo>
                      <a:cubicBezTo>
                        <a:pt x="20766" y="46261"/>
                        <a:pt x="22074" y="46075"/>
                        <a:pt x="23194" y="45701"/>
                      </a:cubicBezTo>
                      <a:cubicBezTo>
                        <a:pt x="24277" y="45328"/>
                        <a:pt x="25211" y="44880"/>
                        <a:pt x="25921" y="44282"/>
                      </a:cubicBezTo>
                      <a:cubicBezTo>
                        <a:pt x="26630" y="43685"/>
                        <a:pt x="27153" y="42976"/>
                        <a:pt x="27489" y="42192"/>
                      </a:cubicBezTo>
                      <a:cubicBezTo>
                        <a:pt x="27788"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53" y="31476"/>
                      </a:cubicBezTo>
                      <a:cubicBezTo>
                        <a:pt x="13110" y="30916"/>
                        <a:pt x="11503"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2" y="2203"/>
                        <a:pt x="13035" y="1344"/>
                      </a:cubicBezTo>
                      <a:cubicBezTo>
                        <a:pt x="15575" y="448"/>
                        <a:pt x="18488" y="0"/>
                        <a:pt x="21812" y="0"/>
                      </a:cubicBezTo>
                      <a:cubicBezTo>
                        <a:pt x="25509" y="0"/>
                        <a:pt x="28871" y="598"/>
                        <a:pt x="31896" y="1830"/>
                      </a:cubicBezTo>
                      <a:cubicBezTo>
                        <a:pt x="34922" y="3062"/>
                        <a:pt x="37462" y="4667"/>
                        <a:pt x="39478" y="6646"/>
                      </a:cubicBezTo>
                      <a:lnTo>
                        <a:pt x="36565"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321" name="Google Shape;2321;p90"/>
              <p:cNvSpPr/>
              <p:nvPr/>
            </p:nvSpPr>
            <p:spPr>
              <a:xfrm>
                <a:off x="7514654" y="4843658"/>
                <a:ext cx="295433" cy="259761"/>
              </a:xfrm>
              <a:custGeom>
                <a:rect b="b" l="l" r="r" t="t"/>
                <a:pathLst>
                  <a:path extrusionOk="0" h="259761" w="295433">
                    <a:moveTo>
                      <a:pt x="130013" y="230601"/>
                    </a:moveTo>
                    <a:lnTo>
                      <a:pt x="28685" y="230601"/>
                    </a:lnTo>
                    <a:cubicBezTo>
                      <a:pt x="12848" y="230601"/>
                      <a:pt x="0" y="217757"/>
                      <a:pt x="0" y="201926"/>
                    </a:cubicBezTo>
                    <a:lnTo>
                      <a:pt x="0" y="28694"/>
                    </a:lnTo>
                    <a:cubicBezTo>
                      <a:pt x="0" y="12867"/>
                      <a:pt x="12848" y="0"/>
                      <a:pt x="28685" y="0"/>
                    </a:cubicBezTo>
                    <a:lnTo>
                      <a:pt x="201985" y="0"/>
                    </a:lnTo>
                    <a:cubicBezTo>
                      <a:pt x="217822" y="0"/>
                      <a:pt x="230670" y="12867"/>
                      <a:pt x="230670" y="28694"/>
                    </a:cubicBezTo>
                    <a:lnTo>
                      <a:pt x="230670" y="92373"/>
                    </a:lnTo>
                    <a:cubicBezTo>
                      <a:pt x="230670" y="96581"/>
                      <a:pt x="227271" y="100005"/>
                      <a:pt x="223050" y="100005"/>
                    </a:cubicBezTo>
                    <a:cubicBezTo>
                      <a:pt x="218830" y="100005"/>
                      <a:pt x="215394" y="96581"/>
                      <a:pt x="215394" y="92373"/>
                    </a:cubicBezTo>
                    <a:lnTo>
                      <a:pt x="215394" y="28660"/>
                    </a:lnTo>
                    <a:cubicBezTo>
                      <a:pt x="215394" y="21245"/>
                      <a:pt x="209343" y="15204"/>
                      <a:pt x="201948" y="15204"/>
                    </a:cubicBezTo>
                    <a:lnTo>
                      <a:pt x="28685" y="15204"/>
                    </a:lnTo>
                    <a:cubicBezTo>
                      <a:pt x="21252" y="15204"/>
                      <a:pt x="15201" y="21245"/>
                      <a:pt x="15201" y="28660"/>
                    </a:cubicBezTo>
                    <a:lnTo>
                      <a:pt x="15201" y="201888"/>
                    </a:lnTo>
                    <a:cubicBezTo>
                      <a:pt x="15201" y="209281"/>
                      <a:pt x="21252" y="215330"/>
                      <a:pt x="28685" y="215330"/>
                    </a:cubicBezTo>
                    <a:lnTo>
                      <a:pt x="129976" y="215330"/>
                    </a:lnTo>
                    <a:cubicBezTo>
                      <a:pt x="134196" y="215330"/>
                      <a:pt x="137632" y="218765"/>
                      <a:pt x="137632" y="222984"/>
                    </a:cubicBezTo>
                    <a:cubicBezTo>
                      <a:pt x="137632" y="227166"/>
                      <a:pt x="134234" y="230601"/>
                      <a:pt x="130013" y="230601"/>
                    </a:cubicBezTo>
                    <a:close/>
                    <a:moveTo>
                      <a:pt x="128780" y="81064"/>
                    </a:moveTo>
                    <a:lnTo>
                      <a:pt x="101889" y="81064"/>
                    </a:lnTo>
                    <a:cubicBezTo>
                      <a:pt x="95839" y="81064"/>
                      <a:pt x="90908" y="76143"/>
                      <a:pt x="90908" y="70068"/>
                    </a:cubicBezTo>
                    <a:lnTo>
                      <a:pt x="90908" y="43211"/>
                    </a:lnTo>
                    <a:cubicBezTo>
                      <a:pt x="90908" y="37136"/>
                      <a:pt x="95839" y="32215"/>
                      <a:pt x="101889" y="32215"/>
                    </a:cubicBezTo>
                    <a:lnTo>
                      <a:pt x="128780" y="32215"/>
                    </a:lnTo>
                    <a:cubicBezTo>
                      <a:pt x="134831" y="32215"/>
                      <a:pt x="139761" y="37136"/>
                      <a:pt x="139761" y="43211"/>
                    </a:cubicBezTo>
                    <a:lnTo>
                      <a:pt x="139761" y="70068"/>
                    </a:lnTo>
                    <a:cubicBezTo>
                      <a:pt x="139761" y="76143"/>
                      <a:pt x="134831" y="81064"/>
                      <a:pt x="128780" y="81064"/>
                    </a:cubicBezTo>
                    <a:close/>
                    <a:moveTo>
                      <a:pt x="101889" y="42337"/>
                    </a:moveTo>
                    <a:cubicBezTo>
                      <a:pt x="101441" y="42337"/>
                      <a:pt x="101068" y="42714"/>
                      <a:pt x="101068" y="43181"/>
                    </a:cubicBezTo>
                    <a:lnTo>
                      <a:pt x="101068" y="70034"/>
                    </a:lnTo>
                    <a:cubicBezTo>
                      <a:pt x="101068" y="70505"/>
                      <a:pt x="101441" y="70878"/>
                      <a:pt x="101889" y="70878"/>
                    </a:cubicBezTo>
                    <a:lnTo>
                      <a:pt x="128780" y="70878"/>
                    </a:lnTo>
                    <a:cubicBezTo>
                      <a:pt x="129229" y="70878"/>
                      <a:pt x="129602" y="70505"/>
                      <a:pt x="129602" y="70034"/>
                    </a:cubicBezTo>
                    <a:lnTo>
                      <a:pt x="129602" y="43181"/>
                    </a:lnTo>
                    <a:cubicBezTo>
                      <a:pt x="129602" y="42714"/>
                      <a:pt x="129229" y="42337"/>
                      <a:pt x="128780" y="42337"/>
                    </a:cubicBezTo>
                    <a:lnTo>
                      <a:pt x="101889" y="42337"/>
                    </a:lnTo>
                    <a:close/>
                    <a:moveTo>
                      <a:pt x="128780" y="139292"/>
                    </a:moveTo>
                    <a:lnTo>
                      <a:pt x="101889" y="139292"/>
                    </a:lnTo>
                    <a:cubicBezTo>
                      <a:pt x="95839" y="139292"/>
                      <a:pt x="90908" y="134371"/>
                      <a:pt x="90908" y="128296"/>
                    </a:cubicBezTo>
                    <a:lnTo>
                      <a:pt x="90908" y="101439"/>
                    </a:lnTo>
                    <a:cubicBezTo>
                      <a:pt x="90908" y="95364"/>
                      <a:pt x="95839" y="90443"/>
                      <a:pt x="101889" y="90443"/>
                    </a:cubicBezTo>
                    <a:lnTo>
                      <a:pt x="128780" y="90443"/>
                    </a:lnTo>
                    <a:cubicBezTo>
                      <a:pt x="134831" y="90443"/>
                      <a:pt x="139761" y="95364"/>
                      <a:pt x="139761" y="101439"/>
                    </a:cubicBezTo>
                    <a:lnTo>
                      <a:pt x="139761" y="128296"/>
                    </a:lnTo>
                    <a:cubicBezTo>
                      <a:pt x="139761" y="134371"/>
                      <a:pt x="134831" y="139292"/>
                      <a:pt x="128780" y="139292"/>
                    </a:cubicBezTo>
                    <a:close/>
                    <a:moveTo>
                      <a:pt x="101889" y="100599"/>
                    </a:moveTo>
                    <a:cubicBezTo>
                      <a:pt x="101441" y="100599"/>
                      <a:pt x="101068" y="100972"/>
                      <a:pt x="101068" y="101439"/>
                    </a:cubicBezTo>
                    <a:lnTo>
                      <a:pt x="101068" y="128296"/>
                    </a:lnTo>
                    <a:cubicBezTo>
                      <a:pt x="101068" y="128763"/>
                      <a:pt x="101441" y="129136"/>
                      <a:pt x="101889" y="129136"/>
                    </a:cubicBezTo>
                    <a:lnTo>
                      <a:pt x="128780" y="129136"/>
                    </a:lnTo>
                    <a:cubicBezTo>
                      <a:pt x="129229" y="129136"/>
                      <a:pt x="129602" y="128763"/>
                      <a:pt x="129602" y="128296"/>
                    </a:cubicBezTo>
                    <a:lnTo>
                      <a:pt x="129602" y="101439"/>
                    </a:lnTo>
                    <a:cubicBezTo>
                      <a:pt x="129602" y="100972"/>
                      <a:pt x="129229" y="100599"/>
                      <a:pt x="128780" y="100599"/>
                    </a:cubicBezTo>
                    <a:lnTo>
                      <a:pt x="101889" y="100599"/>
                    </a:lnTo>
                    <a:close/>
                    <a:moveTo>
                      <a:pt x="187382" y="81064"/>
                    </a:moveTo>
                    <a:lnTo>
                      <a:pt x="160527" y="81064"/>
                    </a:lnTo>
                    <a:cubicBezTo>
                      <a:pt x="154439" y="81064"/>
                      <a:pt x="149510" y="76143"/>
                      <a:pt x="149510" y="70068"/>
                    </a:cubicBezTo>
                    <a:lnTo>
                      <a:pt x="149510" y="43211"/>
                    </a:lnTo>
                    <a:cubicBezTo>
                      <a:pt x="149510" y="37136"/>
                      <a:pt x="154439" y="32215"/>
                      <a:pt x="160527" y="32215"/>
                    </a:cubicBezTo>
                    <a:lnTo>
                      <a:pt x="187382" y="32215"/>
                    </a:lnTo>
                    <a:cubicBezTo>
                      <a:pt x="193470" y="32215"/>
                      <a:pt x="198400" y="37136"/>
                      <a:pt x="198400" y="43211"/>
                    </a:cubicBezTo>
                    <a:lnTo>
                      <a:pt x="198400" y="70068"/>
                    </a:lnTo>
                    <a:cubicBezTo>
                      <a:pt x="198400" y="76143"/>
                      <a:pt x="193432" y="81064"/>
                      <a:pt x="187382" y="81064"/>
                    </a:cubicBezTo>
                    <a:close/>
                    <a:moveTo>
                      <a:pt x="160490" y="42337"/>
                    </a:moveTo>
                    <a:cubicBezTo>
                      <a:pt x="160042" y="42337"/>
                      <a:pt x="159668" y="42714"/>
                      <a:pt x="159668" y="43181"/>
                    </a:cubicBezTo>
                    <a:lnTo>
                      <a:pt x="159668" y="70034"/>
                    </a:lnTo>
                    <a:cubicBezTo>
                      <a:pt x="159668" y="70505"/>
                      <a:pt x="160042" y="70878"/>
                      <a:pt x="160490" y="70878"/>
                    </a:cubicBezTo>
                    <a:lnTo>
                      <a:pt x="187344" y="70878"/>
                    </a:lnTo>
                    <a:cubicBezTo>
                      <a:pt x="187830" y="70878"/>
                      <a:pt x="188203" y="70505"/>
                      <a:pt x="188203" y="70034"/>
                    </a:cubicBezTo>
                    <a:lnTo>
                      <a:pt x="188203" y="43181"/>
                    </a:lnTo>
                    <a:cubicBezTo>
                      <a:pt x="188203" y="42714"/>
                      <a:pt x="187830" y="42337"/>
                      <a:pt x="187344" y="42337"/>
                    </a:cubicBezTo>
                    <a:lnTo>
                      <a:pt x="160490" y="42337"/>
                    </a:lnTo>
                    <a:close/>
                    <a:moveTo>
                      <a:pt x="70180" y="81064"/>
                    </a:moveTo>
                    <a:lnTo>
                      <a:pt x="43325" y="81064"/>
                    </a:lnTo>
                    <a:cubicBezTo>
                      <a:pt x="37237" y="81064"/>
                      <a:pt x="32307" y="76143"/>
                      <a:pt x="32307" y="70068"/>
                    </a:cubicBezTo>
                    <a:lnTo>
                      <a:pt x="32307" y="43211"/>
                    </a:lnTo>
                    <a:cubicBezTo>
                      <a:pt x="32307" y="37136"/>
                      <a:pt x="37237" y="32215"/>
                      <a:pt x="43325" y="32215"/>
                    </a:cubicBezTo>
                    <a:lnTo>
                      <a:pt x="70180" y="32215"/>
                    </a:lnTo>
                    <a:cubicBezTo>
                      <a:pt x="76268" y="32215"/>
                      <a:pt x="81160" y="37136"/>
                      <a:pt x="81160" y="43211"/>
                    </a:cubicBezTo>
                    <a:lnTo>
                      <a:pt x="81160" y="70068"/>
                    </a:lnTo>
                    <a:cubicBezTo>
                      <a:pt x="81160" y="76143"/>
                      <a:pt x="76268" y="81064"/>
                      <a:pt x="70180" y="81064"/>
                    </a:cubicBezTo>
                    <a:close/>
                    <a:moveTo>
                      <a:pt x="43288" y="42337"/>
                    </a:moveTo>
                    <a:cubicBezTo>
                      <a:pt x="42802" y="42337"/>
                      <a:pt x="42429" y="42714"/>
                      <a:pt x="42429" y="43181"/>
                    </a:cubicBezTo>
                    <a:lnTo>
                      <a:pt x="42429" y="70034"/>
                    </a:lnTo>
                    <a:cubicBezTo>
                      <a:pt x="42429" y="70505"/>
                      <a:pt x="42802" y="70878"/>
                      <a:pt x="43288" y="70878"/>
                    </a:cubicBezTo>
                    <a:lnTo>
                      <a:pt x="70142" y="70878"/>
                    </a:lnTo>
                    <a:cubicBezTo>
                      <a:pt x="70628" y="70878"/>
                      <a:pt x="71001" y="70505"/>
                      <a:pt x="71001" y="70034"/>
                    </a:cubicBezTo>
                    <a:lnTo>
                      <a:pt x="71001" y="43181"/>
                    </a:lnTo>
                    <a:cubicBezTo>
                      <a:pt x="71001" y="42714"/>
                      <a:pt x="70628" y="42337"/>
                      <a:pt x="70142" y="42337"/>
                    </a:cubicBezTo>
                    <a:lnTo>
                      <a:pt x="43288" y="42337"/>
                    </a:lnTo>
                    <a:close/>
                    <a:moveTo>
                      <a:pt x="70180" y="139292"/>
                    </a:moveTo>
                    <a:lnTo>
                      <a:pt x="43325" y="139292"/>
                    </a:lnTo>
                    <a:cubicBezTo>
                      <a:pt x="37237" y="139292"/>
                      <a:pt x="32307" y="134371"/>
                      <a:pt x="32307" y="128296"/>
                    </a:cubicBezTo>
                    <a:lnTo>
                      <a:pt x="32307" y="101439"/>
                    </a:lnTo>
                    <a:cubicBezTo>
                      <a:pt x="32307" y="95364"/>
                      <a:pt x="37237" y="90443"/>
                      <a:pt x="43325" y="90443"/>
                    </a:cubicBezTo>
                    <a:lnTo>
                      <a:pt x="70180" y="90443"/>
                    </a:lnTo>
                    <a:cubicBezTo>
                      <a:pt x="76268" y="90443"/>
                      <a:pt x="81160" y="95364"/>
                      <a:pt x="81160" y="101439"/>
                    </a:cubicBezTo>
                    <a:lnTo>
                      <a:pt x="81160" y="128296"/>
                    </a:lnTo>
                    <a:cubicBezTo>
                      <a:pt x="81160" y="134371"/>
                      <a:pt x="76268" y="139292"/>
                      <a:pt x="70180" y="139292"/>
                    </a:cubicBezTo>
                    <a:close/>
                    <a:moveTo>
                      <a:pt x="43288" y="100599"/>
                    </a:moveTo>
                    <a:cubicBezTo>
                      <a:pt x="42802" y="100599"/>
                      <a:pt x="42429" y="100972"/>
                      <a:pt x="42429" y="101439"/>
                    </a:cubicBezTo>
                    <a:lnTo>
                      <a:pt x="42429" y="128296"/>
                    </a:lnTo>
                    <a:cubicBezTo>
                      <a:pt x="42429" y="128763"/>
                      <a:pt x="42802" y="129136"/>
                      <a:pt x="43288" y="129136"/>
                    </a:cubicBezTo>
                    <a:lnTo>
                      <a:pt x="70142" y="129136"/>
                    </a:lnTo>
                    <a:cubicBezTo>
                      <a:pt x="70628" y="129136"/>
                      <a:pt x="71001" y="128763"/>
                      <a:pt x="71001" y="128296"/>
                    </a:cubicBezTo>
                    <a:lnTo>
                      <a:pt x="71001" y="101439"/>
                    </a:lnTo>
                    <a:cubicBezTo>
                      <a:pt x="71001" y="100972"/>
                      <a:pt x="70628" y="100599"/>
                      <a:pt x="70142" y="100599"/>
                    </a:cubicBezTo>
                    <a:lnTo>
                      <a:pt x="43288" y="100599"/>
                    </a:lnTo>
                    <a:close/>
                    <a:moveTo>
                      <a:pt x="70180" y="198080"/>
                    </a:moveTo>
                    <a:lnTo>
                      <a:pt x="43325" y="198080"/>
                    </a:lnTo>
                    <a:cubicBezTo>
                      <a:pt x="37237" y="198080"/>
                      <a:pt x="32307" y="193152"/>
                      <a:pt x="32307" y="187103"/>
                    </a:cubicBezTo>
                    <a:lnTo>
                      <a:pt x="32307" y="160220"/>
                    </a:lnTo>
                    <a:cubicBezTo>
                      <a:pt x="32307" y="154152"/>
                      <a:pt x="37237" y="149231"/>
                      <a:pt x="43325" y="149231"/>
                    </a:cubicBezTo>
                    <a:lnTo>
                      <a:pt x="70180" y="149231"/>
                    </a:lnTo>
                    <a:cubicBezTo>
                      <a:pt x="76268" y="149231"/>
                      <a:pt x="81160" y="154152"/>
                      <a:pt x="81160" y="160220"/>
                    </a:cubicBezTo>
                    <a:lnTo>
                      <a:pt x="81160" y="187103"/>
                    </a:lnTo>
                    <a:cubicBezTo>
                      <a:pt x="81160" y="193152"/>
                      <a:pt x="76268" y="198080"/>
                      <a:pt x="70180" y="198080"/>
                    </a:cubicBezTo>
                    <a:close/>
                    <a:moveTo>
                      <a:pt x="43288" y="159387"/>
                    </a:moveTo>
                    <a:cubicBezTo>
                      <a:pt x="42802" y="159387"/>
                      <a:pt x="42429" y="159772"/>
                      <a:pt x="42429" y="160220"/>
                    </a:cubicBezTo>
                    <a:lnTo>
                      <a:pt x="42429" y="187103"/>
                    </a:lnTo>
                    <a:cubicBezTo>
                      <a:pt x="42429" y="187551"/>
                      <a:pt x="42802" y="187924"/>
                      <a:pt x="43288" y="187924"/>
                    </a:cubicBezTo>
                    <a:lnTo>
                      <a:pt x="70142" y="187924"/>
                    </a:lnTo>
                    <a:cubicBezTo>
                      <a:pt x="70628" y="187924"/>
                      <a:pt x="71001" y="187551"/>
                      <a:pt x="71001" y="187103"/>
                    </a:cubicBezTo>
                    <a:lnTo>
                      <a:pt x="71001" y="160220"/>
                    </a:lnTo>
                    <a:cubicBezTo>
                      <a:pt x="71001" y="159772"/>
                      <a:pt x="70628" y="159387"/>
                      <a:pt x="70142" y="159387"/>
                    </a:cubicBezTo>
                    <a:lnTo>
                      <a:pt x="43288" y="159387"/>
                    </a:lnTo>
                    <a:close/>
                    <a:moveTo>
                      <a:pt x="227868" y="187738"/>
                    </a:moveTo>
                    <a:lnTo>
                      <a:pt x="223387" y="192256"/>
                    </a:lnTo>
                    <a:lnTo>
                      <a:pt x="222490" y="193152"/>
                    </a:lnTo>
                    <a:lnTo>
                      <a:pt x="221594" y="192256"/>
                    </a:lnTo>
                    <a:lnTo>
                      <a:pt x="217074" y="187738"/>
                    </a:lnTo>
                    <a:lnTo>
                      <a:pt x="216178" y="186841"/>
                    </a:lnTo>
                    <a:lnTo>
                      <a:pt x="217074" y="185945"/>
                    </a:lnTo>
                    <a:lnTo>
                      <a:pt x="221594" y="181427"/>
                    </a:lnTo>
                    <a:lnTo>
                      <a:pt x="222490" y="180531"/>
                    </a:lnTo>
                    <a:lnTo>
                      <a:pt x="223387" y="181427"/>
                    </a:lnTo>
                    <a:lnTo>
                      <a:pt x="227868" y="185945"/>
                    </a:lnTo>
                    <a:lnTo>
                      <a:pt x="228802" y="186841"/>
                    </a:lnTo>
                    <a:lnTo>
                      <a:pt x="227868" y="187738"/>
                    </a:lnTo>
                    <a:close/>
                    <a:moveTo>
                      <a:pt x="237355" y="182324"/>
                    </a:moveTo>
                    <a:lnTo>
                      <a:pt x="226972" y="171981"/>
                    </a:lnTo>
                    <a:lnTo>
                      <a:pt x="224731" y="170189"/>
                    </a:lnTo>
                    <a:lnTo>
                      <a:pt x="219763" y="170189"/>
                    </a:lnTo>
                    <a:lnTo>
                      <a:pt x="217971" y="171981"/>
                    </a:lnTo>
                    <a:lnTo>
                      <a:pt x="207625" y="182324"/>
                    </a:lnTo>
                    <a:lnTo>
                      <a:pt x="205832" y="184601"/>
                    </a:lnTo>
                    <a:lnTo>
                      <a:pt x="205832" y="189082"/>
                    </a:lnTo>
                    <a:lnTo>
                      <a:pt x="207625" y="191322"/>
                    </a:lnTo>
                    <a:lnTo>
                      <a:pt x="217971" y="201702"/>
                    </a:lnTo>
                    <a:lnTo>
                      <a:pt x="219763" y="203494"/>
                    </a:lnTo>
                    <a:lnTo>
                      <a:pt x="224731" y="203494"/>
                    </a:lnTo>
                    <a:lnTo>
                      <a:pt x="226972" y="201702"/>
                    </a:lnTo>
                    <a:lnTo>
                      <a:pt x="237355" y="191322"/>
                    </a:lnTo>
                    <a:lnTo>
                      <a:pt x="239148" y="189082"/>
                    </a:lnTo>
                    <a:lnTo>
                      <a:pt x="239148" y="184601"/>
                    </a:lnTo>
                    <a:lnTo>
                      <a:pt x="237355" y="182324"/>
                    </a:lnTo>
                    <a:close/>
                    <a:moveTo>
                      <a:pt x="205384" y="113899"/>
                    </a:moveTo>
                    <a:lnTo>
                      <a:pt x="201313" y="114350"/>
                    </a:lnTo>
                    <a:lnTo>
                      <a:pt x="196346" y="119301"/>
                    </a:lnTo>
                    <a:lnTo>
                      <a:pt x="195897" y="122904"/>
                    </a:lnTo>
                    <a:lnTo>
                      <a:pt x="195897" y="142264"/>
                    </a:lnTo>
                    <a:lnTo>
                      <a:pt x="179240" y="132358"/>
                    </a:lnTo>
                    <a:lnTo>
                      <a:pt x="175654" y="131007"/>
                    </a:lnTo>
                    <a:lnTo>
                      <a:pt x="168894" y="132806"/>
                    </a:lnTo>
                    <a:lnTo>
                      <a:pt x="166653" y="135961"/>
                    </a:lnTo>
                    <a:lnTo>
                      <a:pt x="165271" y="139113"/>
                    </a:lnTo>
                    <a:lnTo>
                      <a:pt x="167101" y="146315"/>
                    </a:lnTo>
                    <a:lnTo>
                      <a:pt x="169790" y="148567"/>
                    </a:lnTo>
                    <a:lnTo>
                      <a:pt x="199520" y="165223"/>
                    </a:lnTo>
                    <a:lnTo>
                      <a:pt x="201761" y="167015"/>
                    </a:lnTo>
                    <a:lnTo>
                      <a:pt x="205384" y="167463"/>
                    </a:lnTo>
                    <a:lnTo>
                      <a:pt x="208969" y="167015"/>
                    </a:lnTo>
                    <a:lnTo>
                      <a:pt x="213937" y="162087"/>
                    </a:lnTo>
                    <a:lnTo>
                      <a:pt x="214385" y="158021"/>
                    </a:lnTo>
                    <a:lnTo>
                      <a:pt x="214385" y="122904"/>
                    </a:lnTo>
                    <a:lnTo>
                      <a:pt x="213937" y="119301"/>
                    </a:lnTo>
                    <a:lnTo>
                      <a:pt x="208969" y="114350"/>
                    </a:lnTo>
                    <a:lnTo>
                      <a:pt x="205384" y="113899"/>
                    </a:lnTo>
                    <a:close/>
                    <a:moveTo>
                      <a:pt x="197728" y="190426"/>
                    </a:moveTo>
                    <a:lnTo>
                      <a:pt x="198176" y="189978"/>
                    </a:lnTo>
                    <a:lnTo>
                      <a:pt x="198176" y="189978"/>
                    </a:lnTo>
                    <a:lnTo>
                      <a:pt x="198176" y="189530"/>
                    </a:lnTo>
                    <a:lnTo>
                      <a:pt x="198176" y="189530"/>
                    </a:lnTo>
                    <a:lnTo>
                      <a:pt x="198176" y="189082"/>
                    </a:lnTo>
                    <a:lnTo>
                      <a:pt x="198176" y="189082"/>
                    </a:lnTo>
                    <a:lnTo>
                      <a:pt x="198624" y="188634"/>
                    </a:lnTo>
                    <a:lnTo>
                      <a:pt x="198624" y="188634"/>
                    </a:lnTo>
                    <a:lnTo>
                      <a:pt x="198624" y="188186"/>
                    </a:lnTo>
                    <a:lnTo>
                      <a:pt x="198624" y="188186"/>
                    </a:lnTo>
                    <a:lnTo>
                      <a:pt x="198624" y="187738"/>
                    </a:lnTo>
                    <a:lnTo>
                      <a:pt x="198624" y="187738"/>
                    </a:lnTo>
                    <a:lnTo>
                      <a:pt x="198624" y="187290"/>
                    </a:lnTo>
                    <a:lnTo>
                      <a:pt x="198624" y="187290"/>
                    </a:lnTo>
                    <a:lnTo>
                      <a:pt x="198624" y="186393"/>
                    </a:lnTo>
                    <a:lnTo>
                      <a:pt x="198624" y="186393"/>
                    </a:lnTo>
                    <a:lnTo>
                      <a:pt x="198624" y="185945"/>
                    </a:lnTo>
                    <a:lnTo>
                      <a:pt x="198624" y="185945"/>
                    </a:lnTo>
                    <a:lnTo>
                      <a:pt x="198624" y="185497"/>
                    </a:lnTo>
                    <a:lnTo>
                      <a:pt x="198624" y="185497"/>
                    </a:lnTo>
                    <a:lnTo>
                      <a:pt x="198624" y="185049"/>
                    </a:lnTo>
                    <a:lnTo>
                      <a:pt x="198624" y="185049"/>
                    </a:lnTo>
                    <a:lnTo>
                      <a:pt x="198176" y="184601"/>
                    </a:lnTo>
                    <a:lnTo>
                      <a:pt x="198176" y="184601"/>
                    </a:lnTo>
                    <a:lnTo>
                      <a:pt x="198176" y="184153"/>
                    </a:lnTo>
                    <a:lnTo>
                      <a:pt x="198176" y="184153"/>
                    </a:lnTo>
                    <a:lnTo>
                      <a:pt x="198176" y="183668"/>
                    </a:lnTo>
                    <a:lnTo>
                      <a:pt x="198176" y="183668"/>
                    </a:lnTo>
                    <a:lnTo>
                      <a:pt x="197728" y="183220"/>
                    </a:lnTo>
                    <a:lnTo>
                      <a:pt x="197728" y="183220"/>
                    </a:lnTo>
                    <a:lnTo>
                      <a:pt x="197728" y="182772"/>
                    </a:lnTo>
                    <a:lnTo>
                      <a:pt x="197728" y="182772"/>
                    </a:lnTo>
                    <a:lnTo>
                      <a:pt x="197728" y="182324"/>
                    </a:lnTo>
                    <a:lnTo>
                      <a:pt x="197280" y="182324"/>
                    </a:lnTo>
                    <a:lnTo>
                      <a:pt x="197280" y="181876"/>
                    </a:lnTo>
                    <a:lnTo>
                      <a:pt x="196794" y="181427"/>
                    </a:lnTo>
                    <a:lnTo>
                      <a:pt x="196794" y="181427"/>
                    </a:lnTo>
                    <a:lnTo>
                      <a:pt x="196794" y="180979"/>
                    </a:lnTo>
                    <a:lnTo>
                      <a:pt x="196346" y="180979"/>
                    </a:lnTo>
                    <a:lnTo>
                      <a:pt x="196346" y="180531"/>
                    </a:lnTo>
                    <a:lnTo>
                      <a:pt x="195897" y="180531"/>
                    </a:lnTo>
                    <a:lnTo>
                      <a:pt x="195897" y="180083"/>
                    </a:lnTo>
                    <a:lnTo>
                      <a:pt x="195449" y="180083"/>
                    </a:lnTo>
                    <a:lnTo>
                      <a:pt x="195449" y="179635"/>
                    </a:lnTo>
                    <a:lnTo>
                      <a:pt x="195001" y="179635"/>
                    </a:lnTo>
                    <a:lnTo>
                      <a:pt x="195001" y="179187"/>
                    </a:lnTo>
                    <a:lnTo>
                      <a:pt x="194553" y="179187"/>
                    </a:lnTo>
                    <a:lnTo>
                      <a:pt x="194104" y="178739"/>
                    </a:lnTo>
                    <a:lnTo>
                      <a:pt x="194104" y="178739"/>
                    </a:lnTo>
                    <a:lnTo>
                      <a:pt x="163478" y="161191"/>
                    </a:lnTo>
                    <a:lnTo>
                      <a:pt x="159893" y="159809"/>
                    </a:lnTo>
                    <a:lnTo>
                      <a:pt x="153132" y="161639"/>
                    </a:lnTo>
                    <a:lnTo>
                      <a:pt x="150854" y="164327"/>
                    </a:lnTo>
                    <a:lnTo>
                      <a:pt x="149510" y="167911"/>
                    </a:lnTo>
                    <a:lnTo>
                      <a:pt x="151340" y="174669"/>
                    </a:lnTo>
                    <a:lnTo>
                      <a:pt x="154029" y="177395"/>
                    </a:lnTo>
                    <a:lnTo>
                      <a:pt x="170686" y="186841"/>
                    </a:lnTo>
                    <a:lnTo>
                      <a:pt x="154029" y="196288"/>
                    </a:lnTo>
                    <a:lnTo>
                      <a:pt x="151340" y="198976"/>
                    </a:lnTo>
                    <a:lnTo>
                      <a:pt x="149510" y="205734"/>
                    </a:lnTo>
                    <a:lnTo>
                      <a:pt x="150854" y="208908"/>
                    </a:lnTo>
                    <a:lnTo>
                      <a:pt x="153132" y="212044"/>
                    </a:lnTo>
                    <a:lnTo>
                      <a:pt x="159893" y="213837"/>
                    </a:lnTo>
                    <a:lnTo>
                      <a:pt x="163478" y="212492"/>
                    </a:lnTo>
                    <a:lnTo>
                      <a:pt x="194104" y="194944"/>
                    </a:lnTo>
                    <a:lnTo>
                      <a:pt x="194104" y="194944"/>
                    </a:lnTo>
                    <a:lnTo>
                      <a:pt x="194553" y="194496"/>
                    </a:lnTo>
                    <a:lnTo>
                      <a:pt x="195001" y="194496"/>
                    </a:lnTo>
                    <a:lnTo>
                      <a:pt x="195001" y="194048"/>
                    </a:lnTo>
                    <a:lnTo>
                      <a:pt x="195449" y="194048"/>
                    </a:lnTo>
                    <a:lnTo>
                      <a:pt x="195449" y="193600"/>
                    </a:lnTo>
                    <a:lnTo>
                      <a:pt x="195897" y="193600"/>
                    </a:lnTo>
                    <a:lnTo>
                      <a:pt x="195897" y="193152"/>
                    </a:lnTo>
                    <a:lnTo>
                      <a:pt x="196346" y="193152"/>
                    </a:lnTo>
                    <a:lnTo>
                      <a:pt x="196346" y="192704"/>
                    </a:lnTo>
                    <a:lnTo>
                      <a:pt x="196794" y="192704"/>
                    </a:lnTo>
                    <a:lnTo>
                      <a:pt x="196794" y="192256"/>
                    </a:lnTo>
                    <a:lnTo>
                      <a:pt x="196794" y="192256"/>
                    </a:lnTo>
                    <a:lnTo>
                      <a:pt x="197280" y="191807"/>
                    </a:lnTo>
                    <a:lnTo>
                      <a:pt x="197280" y="191322"/>
                    </a:lnTo>
                    <a:lnTo>
                      <a:pt x="197728" y="191322"/>
                    </a:lnTo>
                    <a:lnTo>
                      <a:pt x="197728" y="190874"/>
                    </a:lnTo>
                    <a:lnTo>
                      <a:pt x="197728" y="190874"/>
                    </a:lnTo>
                    <a:lnTo>
                      <a:pt x="197728" y="190426"/>
                    </a:lnTo>
                    <a:close/>
                    <a:moveTo>
                      <a:pt x="205384" y="206182"/>
                    </a:moveTo>
                    <a:lnTo>
                      <a:pt x="201761" y="206630"/>
                    </a:lnTo>
                    <a:lnTo>
                      <a:pt x="199520" y="208460"/>
                    </a:lnTo>
                    <a:lnTo>
                      <a:pt x="169790" y="225113"/>
                    </a:lnTo>
                    <a:lnTo>
                      <a:pt x="167101" y="227353"/>
                    </a:lnTo>
                    <a:lnTo>
                      <a:pt x="165271" y="234559"/>
                    </a:lnTo>
                    <a:lnTo>
                      <a:pt x="166653" y="237695"/>
                    </a:lnTo>
                    <a:lnTo>
                      <a:pt x="168894" y="240869"/>
                    </a:lnTo>
                    <a:lnTo>
                      <a:pt x="175654" y="242661"/>
                    </a:lnTo>
                    <a:lnTo>
                      <a:pt x="179240" y="241317"/>
                    </a:lnTo>
                    <a:lnTo>
                      <a:pt x="195897" y="231423"/>
                    </a:lnTo>
                    <a:lnTo>
                      <a:pt x="195897" y="250763"/>
                    </a:lnTo>
                    <a:lnTo>
                      <a:pt x="196346" y="254385"/>
                    </a:lnTo>
                    <a:lnTo>
                      <a:pt x="201313" y="259314"/>
                    </a:lnTo>
                    <a:lnTo>
                      <a:pt x="205384" y="259762"/>
                    </a:lnTo>
                    <a:lnTo>
                      <a:pt x="208969" y="259314"/>
                    </a:lnTo>
                    <a:lnTo>
                      <a:pt x="213937" y="254385"/>
                    </a:lnTo>
                    <a:lnTo>
                      <a:pt x="214385" y="250763"/>
                    </a:lnTo>
                    <a:lnTo>
                      <a:pt x="214385" y="215666"/>
                    </a:lnTo>
                    <a:lnTo>
                      <a:pt x="213937" y="211596"/>
                    </a:lnTo>
                    <a:lnTo>
                      <a:pt x="208969" y="206630"/>
                    </a:lnTo>
                    <a:lnTo>
                      <a:pt x="205384" y="206182"/>
                    </a:lnTo>
                    <a:close/>
                    <a:moveTo>
                      <a:pt x="274742" y="225113"/>
                    </a:moveTo>
                    <a:lnTo>
                      <a:pt x="245460" y="208460"/>
                    </a:lnTo>
                    <a:lnTo>
                      <a:pt x="242733" y="206630"/>
                    </a:lnTo>
                    <a:lnTo>
                      <a:pt x="239596" y="206182"/>
                    </a:lnTo>
                    <a:lnTo>
                      <a:pt x="236011" y="206630"/>
                    </a:lnTo>
                    <a:lnTo>
                      <a:pt x="231043" y="211596"/>
                    </a:lnTo>
                    <a:lnTo>
                      <a:pt x="230595" y="215666"/>
                    </a:lnTo>
                    <a:lnTo>
                      <a:pt x="230595" y="250763"/>
                    </a:lnTo>
                    <a:lnTo>
                      <a:pt x="231043" y="254385"/>
                    </a:lnTo>
                    <a:lnTo>
                      <a:pt x="236011" y="259314"/>
                    </a:lnTo>
                    <a:lnTo>
                      <a:pt x="239596" y="259762"/>
                    </a:lnTo>
                    <a:lnTo>
                      <a:pt x="243182" y="259314"/>
                    </a:lnTo>
                    <a:lnTo>
                      <a:pt x="248598" y="254385"/>
                    </a:lnTo>
                    <a:lnTo>
                      <a:pt x="249046" y="250763"/>
                    </a:lnTo>
                    <a:lnTo>
                      <a:pt x="249046" y="231423"/>
                    </a:lnTo>
                    <a:lnTo>
                      <a:pt x="265703" y="241317"/>
                    </a:lnTo>
                    <a:lnTo>
                      <a:pt x="269326" y="242661"/>
                    </a:lnTo>
                    <a:lnTo>
                      <a:pt x="276087" y="240869"/>
                    </a:lnTo>
                    <a:lnTo>
                      <a:pt x="278327" y="237695"/>
                    </a:lnTo>
                    <a:lnTo>
                      <a:pt x="279672" y="234559"/>
                    </a:lnTo>
                    <a:lnTo>
                      <a:pt x="277879" y="227353"/>
                    </a:lnTo>
                    <a:lnTo>
                      <a:pt x="274742" y="225113"/>
                    </a:lnTo>
                    <a:close/>
                    <a:moveTo>
                      <a:pt x="290952" y="196288"/>
                    </a:moveTo>
                    <a:lnTo>
                      <a:pt x="273808" y="186841"/>
                    </a:lnTo>
                    <a:lnTo>
                      <a:pt x="290952" y="177395"/>
                    </a:lnTo>
                    <a:lnTo>
                      <a:pt x="293641" y="174669"/>
                    </a:lnTo>
                    <a:lnTo>
                      <a:pt x="295433" y="167911"/>
                    </a:lnTo>
                    <a:lnTo>
                      <a:pt x="294089" y="164327"/>
                    </a:lnTo>
                    <a:lnTo>
                      <a:pt x="291848" y="161639"/>
                    </a:lnTo>
                    <a:lnTo>
                      <a:pt x="285087" y="159809"/>
                    </a:lnTo>
                    <a:lnTo>
                      <a:pt x="281465" y="161191"/>
                    </a:lnTo>
                    <a:lnTo>
                      <a:pt x="250838" y="178739"/>
                    </a:lnTo>
                    <a:lnTo>
                      <a:pt x="250838" y="178739"/>
                    </a:lnTo>
                    <a:lnTo>
                      <a:pt x="250390" y="179187"/>
                    </a:lnTo>
                    <a:lnTo>
                      <a:pt x="249942" y="179187"/>
                    </a:lnTo>
                    <a:lnTo>
                      <a:pt x="249942" y="179635"/>
                    </a:lnTo>
                    <a:lnTo>
                      <a:pt x="249494" y="179635"/>
                    </a:lnTo>
                    <a:lnTo>
                      <a:pt x="249494" y="180083"/>
                    </a:lnTo>
                    <a:lnTo>
                      <a:pt x="249046" y="180083"/>
                    </a:lnTo>
                    <a:lnTo>
                      <a:pt x="248598" y="180531"/>
                    </a:lnTo>
                    <a:lnTo>
                      <a:pt x="248598" y="180531"/>
                    </a:lnTo>
                    <a:lnTo>
                      <a:pt x="248598" y="180979"/>
                    </a:lnTo>
                    <a:lnTo>
                      <a:pt x="248149" y="180979"/>
                    </a:lnTo>
                    <a:lnTo>
                      <a:pt x="248149" y="181427"/>
                    </a:lnTo>
                    <a:lnTo>
                      <a:pt x="247701" y="181427"/>
                    </a:lnTo>
                    <a:lnTo>
                      <a:pt x="247701" y="182324"/>
                    </a:lnTo>
                    <a:lnTo>
                      <a:pt x="247253" y="182324"/>
                    </a:lnTo>
                    <a:lnTo>
                      <a:pt x="247253" y="182772"/>
                    </a:lnTo>
                    <a:lnTo>
                      <a:pt x="247253" y="182772"/>
                    </a:lnTo>
                    <a:lnTo>
                      <a:pt x="247253" y="183220"/>
                    </a:lnTo>
                    <a:lnTo>
                      <a:pt x="246804" y="183220"/>
                    </a:lnTo>
                    <a:lnTo>
                      <a:pt x="246804" y="183668"/>
                    </a:lnTo>
                    <a:lnTo>
                      <a:pt x="246804" y="183668"/>
                    </a:lnTo>
                    <a:lnTo>
                      <a:pt x="246804" y="184153"/>
                    </a:lnTo>
                    <a:lnTo>
                      <a:pt x="246804" y="184153"/>
                    </a:lnTo>
                    <a:lnTo>
                      <a:pt x="246804" y="184601"/>
                    </a:lnTo>
                    <a:lnTo>
                      <a:pt x="246356" y="184601"/>
                    </a:lnTo>
                    <a:lnTo>
                      <a:pt x="246356" y="185049"/>
                    </a:lnTo>
                    <a:lnTo>
                      <a:pt x="246356" y="185049"/>
                    </a:lnTo>
                    <a:lnTo>
                      <a:pt x="246356" y="185497"/>
                    </a:lnTo>
                    <a:lnTo>
                      <a:pt x="246356" y="185497"/>
                    </a:lnTo>
                    <a:lnTo>
                      <a:pt x="246356" y="185945"/>
                    </a:lnTo>
                    <a:lnTo>
                      <a:pt x="246356" y="185945"/>
                    </a:lnTo>
                    <a:lnTo>
                      <a:pt x="246356" y="186393"/>
                    </a:lnTo>
                    <a:lnTo>
                      <a:pt x="246356" y="186393"/>
                    </a:lnTo>
                    <a:lnTo>
                      <a:pt x="246356" y="187290"/>
                    </a:lnTo>
                    <a:lnTo>
                      <a:pt x="246356" y="187290"/>
                    </a:lnTo>
                    <a:lnTo>
                      <a:pt x="246356" y="187738"/>
                    </a:lnTo>
                    <a:lnTo>
                      <a:pt x="246356" y="187738"/>
                    </a:lnTo>
                    <a:lnTo>
                      <a:pt x="246356" y="188186"/>
                    </a:lnTo>
                    <a:lnTo>
                      <a:pt x="246356" y="188186"/>
                    </a:lnTo>
                    <a:lnTo>
                      <a:pt x="246356" y="188634"/>
                    </a:lnTo>
                    <a:lnTo>
                      <a:pt x="246356" y="188634"/>
                    </a:lnTo>
                    <a:lnTo>
                      <a:pt x="246356" y="189082"/>
                    </a:lnTo>
                    <a:lnTo>
                      <a:pt x="246804" y="189082"/>
                    </a:lnTo>
                    <a:lnTo>
                      <a:pt x="246804" y="189530"/>
                    </a:lnTo>
                    <a:lnTo>
                      <a:pt x="246804" y="189530"/>
                    </a:lnTo>
                    <a:lnTo>
                      <a:pt x="246804" y="189978"/>
                    </a:lnTo>
                    <a:lnTo>
                      <a:pt x="246804" y="189978"/>
                    </a:lnTo>
                    <a:lnTo>
                      <a:pt x="246804" y="190426"/>
                    </a:lnTo>
                    <a:lnTo>
                      <a:pt x="247253" y="190426"/>
                    </a:lnTo>
                    <a:lnTo>
                      <a:pt x="247253" y="190874"/>
                    </a:lnTo>
                    <a:lnTo>
                      <a:pt x="247253" y="190874"/>
                    </a:lnTo>
                    <a:lnTo>
                      <a:pt x="247253" y="191322"/>
                    </a:lnTo>
                    <a:lnTo>
                      <a:pt x="247701" y="191322"/>
                    </a:lnTo>
                    <a:lnTo>
                      <a:pt x="247701" y="192256"/>
                    </a:lnTo>
                    <a:lnTo>
                      <a:pt x="248149" y="192256"/>
                    </a:lnTo>
                    <a:lnTo>
                      <a:pt x="248149" y="192704"/>
                    </a:lnTo>
                    <a:lnTo>
                      <a:pt x="248598" y="192704"/>
                    </a:lnTo>
                    <a:lnTo>
                      <a:pt x="248598" y="193152"/>
                    </a:lnTo>
                    <a:lnTo>
                      <a:pt x="248598" y="193152"/>
                    </a:lnTo>
                    <a:lnTo>
                      <a:pt x="249046" y="193600"/>
                    </a:lnTo>
                    <a:lnTo>
                      <a:pt x="249494" y="193600"/>
                    </a:lnTo>
                    <a:lnTo>
                      <a:pt x="249494" y="194048"/>
                    </a:lnTo>
                    <a:lnTo>
                      <a:pt x="249942" y="194048"/>
                    </a:lnTo>
                    <a:lnTo>
                      <a:pt x="249942" y="194496"/>
                    </a:lnTo>
                    <a:lnTo>
                      <a:pt x="250390" y="194496"/>
                    </a:lnTo>
                    <a:lnTo>
                      <a:pt x="250838" y="194944"/>
                    </a:lnTo>
                    <a:lnTo>
                      <a:pt x="250838" y="194944"/>
                    </a:lnTo>
                    <a:lnTo>
                      <a:pt x="281465" y="212492"/>
                    </a:lnTo>
                    <a:lnTo>
                      <a:pt x="285087" y="213837"/>
                    </a:lnTo>
                    <a:lnTo>
                      <a:pt x="291848" y="212044"/>
                    </a:lnTo>
                    <a:lnTo>
                      <a:pt x="294089" y="208908"/>
                    </a:lnTo>
                    <a:lnTo>
                      <a:pt x="295433" y="205734"/>
                    </a:lnTo>
                    <a:lnTo>
                      <a:pt x="293641" y="198976"/>
                    </a:lnTo>
                    <a:lnTo>
                      <a:pt x="290952" y="196288"/>
                    </a:lnTo>
                    <a:close/>
                    <a:moveTo>
                      <a:pt x="278327" y="135961"/>
                    </a:moveTo>
                    <a:lnTo>
                      <a:pt x="276087" y="132806"/>
                    </a:lnTo>
                    <a:lnTo>
                      <a:pt x="269326" y="131007"/>
                    </a:lnTo>
                    <a:lnTo>
                      <a:pt x="265703" y="132358"/>
                    </a:lnTo>
                    <a:lnTo>
                      <a:pt x="249046" y="142264"/>
                    </a:lnTo>
                    <a:lnTo>
                      <a:pt x="249046" y="122904"/>
                    </a:lnTo>
                    <a:lnTo>
                      <a:pt x="248598" y="119301"/>
                    </a:lnTo>
                    <a:lnTo>
                      <a:pt x="243182" y="114350"/>
                    </a:lnTo>
                    <a:lnTo>
                      <a:pt x="239596" y="113899"/>
                    </a:lnTo>
                    <a:lnTo>
                      <a:pt x="236011" y="114350"/>
                    </a:lnTo>
                    <a:lnTo>
                      <a:pt x="231043" y="119301"/>
                    </a:lnTo>
                    <a:lnTo>
                      <a:pt x="230595" y="122904"/>
                    </a:lnTo>
                    <a:lnTo>
                      <a:pt x="230595" y="158021"/>
                    </a:lnTo>
                    <a:lnTo>
                      <a:pt x="231043" y="162087"/>
                    </a:lnTo>
                    <a:lnTo>
                      <a:pt x="236011" y="167015"/>
                    </a:lnTo>
                    <a:lnTo>
                      <a:pt x="239596" y="167463"/>
                    </a:lnTo>
                    <a:lnTo>
                      <a:pt x="242733" y="167015"/>
                    </a:lnTo>
                    <a:lnTo>
                      <a:pt x="245460" y="165223"/>
                    </a:lnTo>
                    <a:lnTo>
                      <a:pt x="274742" y="148567"/>
                    </a:lnTo>
                    <a:lnTo>
                      <a:pt x="277879" y="146315"/>
                    </a:lnTo>
                    <a:lnTo>
                      <a:pt x="279672" y="139113"/>
                    </a:lnTo>
                    <a:lnTo>
                      <a:pt x="278327" y="135961"/>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322" name="Google Shape;2322;p90"/>
            <p:cNvGrpSpPr/>
            <p:nvPr/>
          </p:nvGrpSpPr>
          <p:grpSpPr>
            <a:xfrm>
              <a:off x="6395088" y="3785144"/>
              <a:ext cx="311101" cy="423916"/>
              <a:chOff x="8421534" y="4843658"/>
              <a:chExt cx="414801" cy="565221"/>
            </a:xfrm>
          </p:grpSpPr>
          <p:grpSp>
            <p:nvGrpSpPr>
              <p:cNvPr id="2323" name="Google Shape;2323;p90"/>
              <p:cNvGrpSpPr/>
              <p:nvPr/>
            </p:nvGrpSpPr>
            <p:grpSpPr>
              <a:xfrm>
                <a:off x="8525888" y="5207144"/>
                <a:ext cx="310447" cy="201735"/>
                <a:chOff x="8525888" y="5207144"/>
                <a:chExt cx="310447" cy="201735"/>
              </a:xfrm>
            </p:grpSpPr>
            <p:sp>
              <p:nvSpPr>
                <p:cNvPr id="2324" name="Google Shape;2324;p90"/>
                <p:cNvSpPr/>
                <p:nvPr/>
              </p:nvSpPr>
              <p:spPr>
                <a:xfrm>
                  <a:off x="8525888" y="5209235"/>
                  <a:ext cx="63792" cy="75608"/>
                </a:xfrm>
                <a:custGeom>
                  <a:rect b="b" l="l" r="r" t="t"/>
                  <a:pathLst>
                    <a:path extrusionOk="0" h="75608" w="63792">
                      <a:moveTo>
                        <a:pt x="63793" y="75609"/>
                      </a:moveTo>
                      <a:lnTo>
                        <a:pt x="49637" y="75609"/>
                      </a:lnTo>
                      <a:lnTo>
                        <a:pt x="49637" y="42565"/>
                      </a:lnTo>
                      <a:lnTo>
                        <a:pt x="14193" y="42565"/>
                      </a:lnTo>
                      <a:lnTo>
                        <a:pt x="14193" y="75609"/>
                      </a:lnTo>
                      <a:lnTo>
                        <a:pt x="0" y="75609"/>
                      </a:lnTo>
                      <a:lnTo>
                        <a:pt x="0" y="0"/>
                      </a:lnTo>
                      <a:lnTo>
                        <a:pt x="14193" y="0"/>
                      </a:lnTo>
                      <a:lnTo>
                        <a:pt x="14193" y="32521"/>
                      </a:lnTo>
                      <a:lnTo>
                        <a:pt x="49637" y="32521"/>
                      </a:lnTo>
                      <a:lnTo>
                        <a:pt x="49637" y="0"/>
                      </a:lnTo>
                      <a:lnTo>
                        <a:pt x="63793" y="0"/>
                      </a:lnTo>
                      <a:lnTo>
                        <a:pt x="63793" y="7560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5" name="Google Shape;2325;p90"/>
                <p:cNvSpPr/>
                <p:nvPr/>
              </p:nvSpPr>
              <p:spPr>
                <a:xfrm>
                  <a:off x="8597673" y="5231189"/>
                  <a:ext cx="54791" cy="71165"/>
                </a:xfrm>
                <a:custGeom>
                  <a:rect b="b" l="l" r="r" t="t"/>
                  <a:pathLst>
                    <a:path extrusionOk="0" h="71165" w="54791">
                      <a:moveTo>
                        <a:pt x="25585" y="68403"/>
                      </a:moveTo>
                      <a:cubicBezTo>
                        <a:pt x="25211" y="69299"/>
                        <a:pt x="24688" y="69971"/>
                        <a:pt x="24091" y="70456"/>
                      </a:cubicBezTo>
                      <a:cubicBezTo>
                        <a:pt x="23493" y="70942"/>
                        <a:pt x="22559" y="71166"/>
                        <a:pt x="21289" y="71166"/>
                      </a:cubicBezTo>
                      <a:lnTo>
                        <a:pt x="11653" y="71166"/>
                      </a:lnTo>
                      <a:lnTo>
                        <a:pt x="21700" y="49659"/>
                      </a:lnTo>
                      <a:lnTo>
                        <a:pt x="0" y="0"/>
                      </a:lnTo>
                      <a:lnTo>
                        <a:pt x="11317" y="0"/>
                      </a:lnTo>
                      <a:cubicBezTo>
                        <a:pt x="12363" y="0"/>
                        <a:pt x="13147" y="262"/>
                        <a:pt x="13707" y="747"/>
                      </a:cubicBezTo>
                      <a:cubicBezTo>
                        <a:pt x="14268" y="1232"/>
                        <a:pt x="14678" y="1793"/>
                        <a:pt x="14977" y="2427"/>
                      </a:cubicBezTo>
                      <a:lnTo>
                        <a:pt x="26406" y="30244"/>
                      </a:lnTo>
                      <a:cubicBezTo>
                        <a:pt x="26780" y="31140"/>
                        <a:pt x="27116" y="32073"/>
                        <a:pt x="27415" y="33044"/>
                      </a:cubicBezTo>
                      <a:cubicBezTo>
                        <a:pt x="27676" y="34015"/>
                        <a:pt x="27937" y="34985"/>
                        <a:pt x="28124" y="35994"/>
                      </a:cubicBezTo>
                      <a:cubicBezTo>
                        <a:pt x="28423" y="34985"/>
                        <a:pt x="28722" y="33978"/>
                        <a:pt x="29058" y="33044"/>
                      </a:cubicBezTo>
                      <a:cubicBezTo>
                        <a:pt x="29394" y="32111"/>
                        <a:pt x="29730" y="31140"/>
                        <a:pt x="30141" y="30169"/>
                      </a:cubicBezTo>
                      <a:lnTo>
                        <a:pt x="40898" y="2427"/>
                      </a:lnTo>
                      <a:cubicBezTo>
                        <a:pt x="41159" y="1718"/>
                        <a:pt x="41645" y="1158"/>
                        <a:pt x="42280" y="710"/>
                      </a:cubicBezTo>
                      <a:cubicBezTo>
                        <a:pt x="42914" y="262"/>
                        <a:pt x="43662" y="0"/>
                        <a:pt x="44446" y="0"/>
                      </a:cubicBezTo>
                      <a:lnTo>
                        <a:pt x="54792" y="0"/>
                      </a:lnTo>
                      <a:lnTo>
                        <a:pt x="25585" y="68403"/>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6" name="Google Shape;2326;p90"/>
                <p:cNvSpPr/>
                <p:nvPr/>
              </p:nvSpPr>
              <p:spPr>
                <a:xfrm>
                  <a:off x="8660159" y="5207144"/>
                  <a:ext cx="49376" cy="78483"/>
                </a:xfrm>
                <a:custGeom>
                  <a:rect b="b" l="l" r="r" t="t"/>
                  <a:pathLst>
                    <a:path extrusionOk="0" h="78483" w="49376">
                      <a:moveTo>
                        <a:pt x="0" y="77699"/>
                      </a:moveTo>
                      <a:lnTo>
                        <a:pt x="0" y="0"/>
                      </a:lnTo>
                      <a:lnTo>
                        <a:pt x="12923" y="0"/>
                      </a:lnTo>
                      <a:lnTo>
                        <a:pt x="12923" y="30654"/>
                      </a:lnTo>
                      <a:cubicBezTo>
                        <a:pt x="15052" y="28377"/>
                        <a:pt x="17442" y="26584"/>
                        <a:pt x="20131" y="25240"/>
                      </a:cubicBezTo>
                      <a:cubicBezTo>
                        <a:pt x="22821" y="23896"/>
                        <a:pt x="25958" y="23224"/>
                        <a:pt x="29543" y="23224"/>
                      </a:cubicBezTo>
                      <a:cubicBezTo>
                        <a:pt x="32494" y="23224"/>
                        <a:pt x="35146" y="23821"/>
                        <a:pt x="37574" y="25016"/>
                      </a:cubicBezTo>
                      <a:cubicBezTo>
                        <a:pt x="40001" y="26211"/>
                        <a:pt x="42093" y="27966"/>
                        <a:pt x="43849" y="30281"/>
                      </a:cubicBezTo>
                      <a:cubicBezTo>
                        <a:pt x="45604" y="32596"/>
                        <a:pt x="46986" y="35433"/>
                        <a:pt x="47920" y="38794"/>
                      </a:cubicBezTo>
                      <a:cubicBezTo>
                        <a:pt x="48891" y="42192"/>
                        <a:pt x="49376" y="46075"/>
                        <a:pt x="49376" y="50443"/>
                      </a:cubicBezTo>
                      <a:cubicBezTo>
                        <a:pt x="49376" y="54476"/>
                        <a:pt x="48816" y="58172"/>
                        <a:pt x="47733" y="61607"/>
                      </a:cubicBezTo>
                      <a:cubicBezTo>
                        <a:pt x="46650" y="65005"/>
                        <a:pt x="45118" y="67954"/>
                        <a:pt x="43101" y="70494"/>
                      </a:cubicBezTo>
                      <a:cubicBezTo>
                        <a:pt x="41122" y="72995"/>
                        <a:pt x="38694" y="74937"/>
                        <a:pt x="35856" y="76355"/>
                      </a:cubicBezTo>
                      <a:cubicBezTo>
                        <a:pt x="33017" y="77774"/>
                        <a:pt x="29843" y="78484"/>
                        <a:pt x="26294" y="78484"/>
                      </a:cubicBezTo>
                      <a:cubicBezTo>
                        <a:pt x="24651" y="78484"/>
                        <a:pt x="23157" y="78297"/>
                        <a:pt x="21812" y="77998"/>
                      </a:cubicBezTo>
                      <a:cubicBezTo>
                        <a:pt x="20468" y="77663"/>
                        <a:pt x="19198" y="77177"/>
                        <a:pt x="18115" y="76580"/>
                      </a:cubicBezTo>
                      <a:cubicBezTo>
                        <a:pt x="16994" y="75982"/>
                        <a:pt x="15948" y="75273"/>
                        <a:pt x="14977" y="74414"/>
                      </a:cubicBezTo>
                      <a:cubicBezTo>
                        <a:pt x="14043" y="73555"/>
                        <a:pt x="13110" y="72622"/>
                        <a:pt x="12251" y="71576"/>
                      </a:cubicBezTo>
                      <a:lnTo>
                        <a:pt x="11653" y="75198"/>
                      </a:lnTo>
                      <a:cubicBezTo>
                        <a:pt x="11467" y="76094"/>
                        <a:pt x="11093" y="76729"/>
                        <a:pt x="10608" y="77102"/>
                      </a:cubicBezTo>
                      <a:cubicBezTo>
                        <a:pt x="10085" y="77513"/>
                        <a:pt x="9412" y="77699"/>
                        <a:pt x="8516" y="77699"/>
                      </a:cubicBezTo>
                      <a:lnTo>
                        <a:pt x="0" y="77699"/>
                      </a:lnTo>
                      <a:close/>
                      <a:moveTo>
                        <a:pt x="25099" y="33268"/>
                      </a:moveTo>
                      <a:cubicBezTo>
                        <a:pt x="22410" y="33268"/>
                        <a:pt x="20131" y="33828"/>
                        <a:pt x="18227" y="34948"/>
                      </a:cubicBezTo>
                      <a:cubicBezTo>
                        <a:pt x="16322" y="36106"/>
                        <a:pt x="14566" y="37674"/>
                        <a:pt x="12923" y="39727"/>
                      </a:cubicBezTo>
                      <a:lnTo>
                        <a:pt x="12923" y="63773"/>
                      </a:lnTo>
                      <a:cubicBezTo>
                        <a:pt x="14380" y="65602"/>
                        <a:pt x="15986" y="66872"/>
                        <a:pt x="17704" y="67581"/>
                      </a:cubicBezTo>
                      <a:cubicBezTo>
                        <a:pt x="19422" y="68291"/>
                        <a:pt x="21289" y="68664"/>
                        <a:pt x="23343" y="68664"/>
                      </a:cubicBezTo>
                      <a:cubicBezTo>
                        <a:pt x="25286" y="68664"/>
                        <a:pt x="27041" y="68291"/>
                        <a:pt x="28610" y="67544"/>
                      </a:cubicBezTo>
                      <a:cubicBezTo>
                        <a:pt x="30179" y="66835"/>
                        <a:pt x="31523" y="65714"/>
                        <a:pt x="32606" y="64221"/>
                      </a:cubicBezTo>
                      <a:cubicBezTo>
                        <a:pt x="33689" y="62690"/>
                        <a:pt x="34548" y="60823"/>
                        <a:pt x="35146" y="58546"/>
                      </a:cubicBezTo>
                      <a:cubicBezTo>
                        <a:pt x="35744" y="56268"/>
                        <a:pt x="36042" y="53579"/>
                        <a:pt x="36042" y="50443"/>
                      </a:cubicBezTo>
                      <a:cubicBezTo>
                        <a:pt x="36042" y="47307"/>
                        <a:pt x="35781" y="44656"/>
                        <a:pt x="35258" y="42490"/>
                      </a:cubicBezTo>
                      <a:cubicBezTo>
                        <a:pt x="34772" y="40325"/>
                        <a:pt x="34063" y="38532"/>
                        <a:pt x="33092" y="37188"/>
                      </a:cubicBezTo>
                      <a:cubicBezTo>
                        <a:pt x="32158" y="35807"/>
                        <a:pt x="31038" y="34836"/>
                        <a:pt x="29693" y="34201"/>
                      </a:cubicBezTo>
                      <a:cubicBezTo>
                        <a:pt x="28348" y="33567"/>
                        <a:pt x="26817" y="33268"/>
                        <a:pt x="25099" y="3326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7" name="Google Shape;2327;p90"/>
                <p:cNvSpPr/>
                <p:nvPr/>
              </p:nvSpPr>
              <p:spPr>
                <a:xfrm>
                  <a:off x="8719619" y="5230219"/>
                  <a:ext cx="34212" cy="54624"/>
                </a:xfrm>
                <a:custGeom>
                  <a:rect b="b" l="l" r="r" t="t"/>
                  <a:pathLst>
                    <a:path extrusionOk="0" h="54624" w="34212">
                      <a:moveTo>
                        <a:pt x="0" y="54625"/>
                      </a:moveTo>
                      <a:lnTo>
                        <a:pt x="0" y="970"/>
                      </a:lnTo>
                      <a:lnTo>
                        <a:pt x="7582" y="970"/>
                      </a:lnTo>
                      <a:cubicBezTo>
                        <a:pt x="8889" y="970"/>
                        <a:pt x="9823" y="1232"/>
                        <a:pt x="10346" y="1717"/>
                      </a:cubicBezTo>
                      <a:cubicBezTo>
                        <a:pt x="10869" y="2203"/>
                        <a:pt x="11242" y="3061"/>
                        <a:pt x="11392" y="4219"/>
                      </a:cubicBezTo>
                      <a:lnTo>
                        <a:pt x="12176" y="10716"/>
                      </a:lnTo>
                      <a:cubicBezTo>
                        <a:pt x="14081" y="7393"/>
                        <a:pt x="16359" y="4779"/>
                        <a:pt x="18936" y="2875"/>
                      </a:cubicBezTo>
                      <a:cubicBezTo>
                        <a:pt x="21513" y="970"/>
                        <a:pt x="24389" y="0"/>
                        <a:pt x="27601" y="0"/>
                      </a:cubicBezTo>
                      <a:cubicBezTo>
                        <a:pt x="30253" y="0"/>
                        <a:pt x="32457" y="597"/>
                        <a:pt x="34212" y="1830"/>
                      </a:cubicBezTo>
                      <a:lnTo>
                        <a:pt x="32531" y="11500"/>
                      </a:lnTo>
                      <a:cubicBezTo>
                        <a:pt x="32419" y="12135"/>
                        <a:pt x="32195" y="12545"/>
                        <a:pt x="31859" y="12807"/>
                      </a:cubicBezTo>
                      <a:cubicBezTo>
                        <a:pt x="31486" y="13105"/>
                        <a:pt x="31038" y="13217"/>
                        <a:pt x="30440" y="13217"/>
                      </a:cubicBezTo>
                      <a:cubicBezTo>
                        <a:pt x="29917" y="13217"/>
                        <a:pt x="29207" y="13105"/>
                        <a:pt x="28274" y="12844"/>
                      </a:cubicBezTo>
                      <a:cubicBezTo>
                        <a:pt x="27377" y="12620"/>
                        <a:pt x="26182" y="12471"/>
                        <a:pt x="24688" y="12471"/>
                      </a:cubicBezTo>
                      <a:cubicBezTo>
                        <a:pt x="21999" y="12471"/>
                        <a:pt x="19683" y="13217"/>
                        <a:pt x="17778" y="14711"/>
                      </a:cubicBezTo>
                      <a:cubicBezTo>
                        <a:pt x="15873" y="16204"/>
                        <a:pt x="14230" y="18370"/>
                        <a:pt x="12923" y="21208"/>
                      </a:cubicBezTo>
                      <a:lnTo>
                        <a:pt x="12923"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8" name="Google Shape;2328;p90"/>
                <p:cNvSpPr/>
                <p:nvPr/>
              </p:nvSpPr>
              <p:spPr>
                <a:xfrm>
                  <a:off x="8761488" y="5207331"/>
                  <a:ext cx="16545" cy="77512"/>
                </a:xfrm>
                <a:custGeom>
                  <a:rect b="b" l="l" r="r" t="t"/>
                  <a:pathLst>
                    <a:path extrusionOk="0" h="77512" w="16545">
                      <a:moveTo>
                        <a:pt x="16546" y="8251"/>
                      </a:moveTo>
                      <a:cubicBezTo>
                        <a:pt x="16546" y="9371"/>
                        <a:pt x="16322" y="10417"/>
                        <a:pt x="15873" y="11388"/>
                      </a:cubicBezTo>
                      <a:cubicBezTo>
                        <a:pt x="15388" y="12359"/>
                        <a:pt x="14791" y="13217"/>
                        <a:pt x="14043" y="13927"/>
                      </a:cubicBezTo>
                      <a:cubicBezTo>
                        <a:pt x="13297" y="14673"/>
                        <a:pt x="12438" y="15271"/>
                        <a:pt x="11392" y="15682"/>
                      </a:cubicBezTo>
                      <a:cubicBezTo>
                        <a:pt x="10383" y="16130"/>
                        <a:pt x="9337" y="16354"/>
                        <a:pt x="8180" y="16354"/>
                      </a:cubicBezTo>
                      <a:cubicBezTo>
                        <a:pt x="7059" y="16354"/>
                        <a:pt x="6014" y="16130"/>
                        <a:pt x="5005" y="15682"/>
                      </a:cubicBezTo>
                      <a:cubicBezTo>
                        <a:pt x="3997" y="15271"/>
                        <a:pt x="3138" y="14673"/>
                        <a:pt x="2428" y="13927"/>
                      </a:cubicBezTo>
                      <a:cubicBezTo>
                        <a:pt x="1681" y="13217"/>
                        <a:pt x="1121" y="12359"/>
                        <a:pt x="672" y="11388"/>
                      </a:cubicBezTo>
                      <a:cubicBezTo>
                        <a:pt x="224" y="10417"/>
                        <a:pt x="0" y="9371"/>
                        <a:pt x="0" y="8251"/>
                      </a:cubicBezTo>
                      <a:cubicBezTo>
                        <a:pt x="0" y="7094"/>
                        <a:pt x="224" y="6011"/>
                        <a:pt x="672" y="5003"/>
                      </a:cubicBezTo>
                      <a:cubicBezTo>
                        <a:pt x="1121" y="3995"/>
                        <a:pt x="1681" y="3136"/>
                        <a:pt x="2428" y="2389"/>
                      </a:cubicBezTo>
                      <a:cubicBezTo>
                        <a:pt x="3138" y="1643"/>
                        <a:pt x="3997" y="1082"/>
                        <a:pt x="5005" y="634"/>
                      </a:cubicBezTo>
                      <a:cubicBezTo>
                        <a:pt x="6014" y="186"/>
                        <a:pt x="7059" y="0"/>
                        <a:pt x="8180" y="0"/>
                      </a:cubicBezTo>
                      <a:cubicBezTo>
                        <a:pt x="9337" y="0"/>
                        <a:pt x="10383" y="186"/>
                        <a:pt x="11392" y="634"/>
                      </a:cubicBezTo>
                      <a:cubicBezTo>
                        <a:pt x="12438" y="1082"/>
                        <a:pt x="13297" y="1643"/>
                        <a:pt x="14043" y="2389"/>
                      </a:cubicBezTo>
                      <a:cubicBezTo>
                        <a:pt x="14791" y="3136"/>
                        <a:pt x="15388" y="3995"/>
                        <a:pt x="15873" y="5003"/>
                      </a:cubicBezTo>
                      <a:cubicBezTo>
                        <a:pt x="16322" y="6011"/>
                        <a:pt x="16546" y="7094"/>
                        <a:pt x="16546" y="8251"/>
                      </a:cubicBezTo>
                      <a:close/>
                      <a:moveTo>
                        <a:pt x="14604" y="23858"/>
                      </a:moveTo>
                      <a:lnTo>
                        <a:pt x="14604" y="77513"/>
                      </a:lnTo>
                      <a:lnTo>
                        <a:pt x="1681" y="77513"/>
                      </a:lnTo>
                      <a:lnTo>
                        <a:pt x="1681" y="23858"/>
                      </a:lnTo>
                      <a:lnTo>
                        <a:pt x="14604" y="2385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29" name="Google Shape;2329;p90"/>
                <p:cNvSpPr/>
                <p:nvPr/>
              </p:nvSpPr>
              <p:spPr>
                <a:xfrm>
                  <a:off x="8786960" y="5207144"/>
                  <a:ext cx="49375" cy="78483"/>
                </a:xfrm>
                <a:custGeom>
                  <a:rect b="b" l="l" r="r" t="t"/>
                  <a:pathLst>
                    <a:path extrusionOk="0" h="78483" w="49375">
                      <a:moveTo>
                        <a:pt x="41458" y="77699"/>
                      </a:moveTo>
                      <a:cubicBezTo>
                        <a:pt x="39777" y="77699"/>
                        <a:pt x="38694" y="76916"/>
                        <a:pt x="38171" y="75348"/>
                      </a:cubicBezTo>
                      <a:lnTo>
                        <a:pt x="37125" y="70158"/>
                      </a:lnTo>
                      <a:cubicBezTo>
                        <a:pt x="36005" y="71427"/>
                        <a:pt x="34847" y="72547"/>
                        <a:pt x="33614" y="73555"/>
                      </a:cubicBezTo>
                      <a:cubicBezTo>
                        <a:pt x="32419" y="74563"/>
                        <a:pt x="31074" y="75459"/>
                        <a:pt x="29693" y="76169"/>
                      </a:cubicBezTo>
                      <a:cubicBezTo>
                        <a:pt x="28273" y="76916"/>
                        <a:pt x="26742" y="77476"/>
                        <a:pt x="25136" y="77886"/>
                      </a:cubicBezTo>
                      <a:cubicBezTo>
                        <a:pt x="23493" y="78260"/>
                        <a:pt x="21737" y="78484"/>
                        <a:pt x="19870" y="78484"/>
                      </a:cubicBezTo>
                      <a:cubicBezTo>
                        <a:pt x="16957" y="78484"/>
                        <a:pt x="14267" y="77849"/>
                        <a:pt x="11803" y="76654"/>
                      </a:cubicBezTo>
                      <a:cubicBezTo>
                        <a:pt x="9375" y="75422"/>
                        <a:pt x="7283" y="73667"/>
                        <a:pt x="5528" y="71352"/>
                      </a:cubicBezTo>
                      <a:cubicBezTo>
                        <a:pt x="3772" y="69037"/>
                        <a:pt x="2390" y="66162"/>
                        <a:pt x="1457" y="62727"/>
                      </a:cubicBezTo>
                      <a:cubicBezTo>
                        <a:pt x="486" y="59330"/>
                        <a:pt x="0" y="55409"/>
                        <a:pt x="0" y="51041"/>
                      </a:cubicBezTo>
                      <a:cubicBezTo>
                        <a:pt x="0" y="47045"/>
                        <a:pt x="560" y="43349"/>
                        <a:pt x="1643" y="39951"/>
                      </a:cubicBezTo>
                      <a:cubicBezTo>
                        <a:pt x="2689" y="36554"/>
                        <a:pt x="4258" y="33567"/>
                        <a:pt x="6274" y="31065"/>
                      </a:cubicBezTo>
                      <a:cubicBezTo>
                        <a:pt x="8291" y="28563"/>
                        <a:pt x="10719" y="26584"/>
                        <a:pt x="13558" y="25203"/>
                      </a:cubicBezTo>
                      <a:cubicBezTo>
                        <a:pt x="16359" y="23784"/>
                        <a:pt x="19534" y="23075"/>
                        <a:pt x="23082" y="23075"/>
                      </a:cubicBezTo>
                      <a:cubicBezTo>
                        <a:pt x="26070" y="23075"/>
                        <a:pt x="28610" y="23560"/>
                        <a:pt x="30738" y="24493"/>
                      </a:cubicBezTo>
                      <a:cubicBezTo>
                        <a:pt x="32867" y="25464"/>
                        <a:pt x="34772" y="26734"/>
                        <a:pt x="36453" y="28339"/>
                      </a:cubicBezTo>
                      <a:lnTo>
                        <a:pt x="36453" y="0"/>
                      </a:lnTo>
                      <a:lnTo>
                        <a:pt x="49376" y="0"/>
                      </a:lnTo>
                      <a:lnTo>
                        <a:pt x="49376" y="77699"/>
                      </a:lnTo>
                      <a:lnTo>
                        <a:pt x="41458" y="77699"/>
                      </a:lnTo>
                      <a:close/>
                      <a:moveTo>
                        <a:pt x="24277" y="68216"/>
                      </a:moveTo>
                      <a:cubicBezTo>
                        <a:pt x="26966" y="68216"/>
                        <a:pt x="29244" y="67656"/>
                        <a:pt x="31112" y="66573"/>
                      </a:cubicBezTo>
                      <a:cubicBezTo>
                        <a:pt x="33017" y="65453"/>
                        <a:pt x="34772" y="63847"/>
                        <a:pt x="36453" y="61794"/>
                      </a:cubicBezTo>
                      <a:lnTo>
                        <a:pt x="36453" y="37748"/>
                      </a:lnTo>
                      <a:cubicBezTo>
                        <a:pt x="34996" y="35994"/>
                        <a:pt x="33390" y="34724"/>
                        <a:pt x="31672" y="33977"/>
                      </a:cubicBezTo>
                      <a:cubicBezTo>
                        <a:pt x="29954" y="33268"/>
                        <a:pt x="28087" y="32894"/>
                        <a:pt x="26107" y="32894"/>
                      </a:cubicBezTo>
                      <a:cubicBezTo>
                        <a:pt x="24128" y="32894"/>
                        <a:pt x="22372" y="33268"/>
                        <a:pt x="20803" y="33977"/>
                      </a:cubicBezTo>
                      <a:cubicBezTo>
                        <a:pt x="19198" y="34724"/>
                        <a:pt x="17853" y="35844"/>
                        <a:pt x="16770" y="37300"/>
                      </a:cubicBezTo>
                      <a:cubicBezTo>
                        <a:pt x="15649" y="38794"/>
                        <a:pt x="14828" y="40661"/>
                        <a:pt x="14230" y="42976"/>
                      </a:cubicBezTo>
                      <a:cubicBezTo>
                        <a:pt x="13633" y="45253"/>
                        <a:pt x="13334" y="47941"/>
                        <a:pt x="13334" y="51041"/>
                      </a:cubicBezTo>
                      <a:cubicBezTo>
                        <a:pt x="13334" y="54177"/>
                        <a:pt x="13595" y="56828"/>
                        <a:pt x="14081" y="58994"/>
                      </a:cubicBezTo>
                      <a:cubicBezTo>
                        <a:pt x="14604" y="61196"/>
                        <a:pt x="15313" y="62951"/>
                        <a:pt x="16284" y="64333"/>
                      </a:cubicBezTo>
                      <a:cubicBezTo>
                        <a:pt x="17218" y="65714"/>
                        <a:pt x="18339" y="66722"/>
                        <a:pt x="19721" y="67320"/>
                      </a:cubicBezTo>
                      <a:cubicBezTo>
                        <a:pt x="21065" y="67917"/>
                        <a:pt x="22596" y="68216"/>
                        <a:pt x="24277" y="6821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0" name="Google Shape;2330;p90"/>
                <p:cNvSpPr/>
                <p:nvPr/>
              </p:nvSpPr>
              <p:spPr>
                <a:xfrm>
                  <a:off x="8535188" y="5332449"/>
                  <a:ext cx="59684" cy="75608"/>
                </a:xfrm>
                <a:custGeom>
                  <a:rect b="b" l="l" r="r" t="t"/>
                  <a:pathLst>
                    <a:path extrusionOk="0" h="75608" w="59684">
                      <a:moveTo>
                        <a:pt x="59684" y="0"/>
                      </a:moveTo>
                      <a:lnTo>
                        <a:pt x="59684" y="11575"/>
                      </a:lnTo>
                      <a:lnTo>
                        <a:pt x="36939" y="11575"/>
                      </a:lnTo>
                      <a:lnTo>
                        <a:pt x="36939" y="75609"/>
                      </a:lnTo>
                      <a:lnTo>
                        <a:pt x="22858" y="75609"/>
                      </a:lnTo>
                      <a:lnTo>
                        <a:pt x="22858" y="11575"/>
                      </a:lnTo>
                      <a:lnTo>
                        <a:pt x="0" y="11575"/>
                      </a:lnTo>
                      <a:lnTo>
                        <a:pt x="0" y="0"/>
                      </a:lnTo>
                      <a:lnTo>
                        <a:pt x="59684"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1" name="Google Shape;2331;p90"/>
                <p:cNvSpPr/>
                <p:nvPr/>
              </p:nvSpPr>
              <p:spPr>
                <a:xfrm>
                  <a:off x="8587627" y="5353433"/>
                  <a:ext cx="44707" cy="55446"/>
                </a:xfrm>
                <a:custGeom>
                  <a:rect b="b" l="l" r="r" t="t"/>
                  <a:pathLst>
                    <a:path extrusionOk="0" h="55446" w="44707">
                      <a:moveTo>
                        <a:pt x="44707" y="54625"/>
                      </a:moveTo>
                      <a:lnTo>
                        <a:pt x="38918" y="54625"/>
                      </a:lnTo>
                      <a:cubicBezTo>
                        <a:pt x="37685" y="54625"/>
                        <a:pt x="36752" y="54438"/>
                        <a:pt x="36042" y="54065"/>
                      </a:cubicBezTo>
                      <a:cubicBezTo>
                        <a:pt x="35332" y="53691"/>
                        <a:pt x="34809" y="52945"/>
                        <a:pt x="34473" y="51862"/>
                      </a:cubicBezTo>
                      <a:lnTo>
                        <a:pt x="33315" y="48016"/>
                      </a:lnTo>
                      <a:cubicBezTo>
                        <a:pt x="31971" y="49248"/>
                        <a:pt x="30626"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4"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4" y="10417"/>
                        <a:pt x="18002" y="10902"/>
                      </a:cubicBezTo>
                      <a:cubicBezTo>
                        <a:pt x="16620" y="11388"/>
                        <a:pt x="15388" y="11948"/>
                        <a:pt x="14379" y="12545"/>
                      </a:cubicBezTo>
                      <a:cubicBezTo>
                        <a:pt x="13334" y="13180"/>
                        <a:pt x="12400" y="13703"/>
                        <a:pt x="11503" y="14225"/>
                      </a:cubicBezTo>
                      <a:cubicBezTo>
                        <a:pt x="10644" y="14711"/>
                        <a:pt x="9673" y="14935"/>
                        <a:pt x="8627" y="14935"/>
                      </a:cubicBezTo>
                      <a:cubicBezTo>
                        <a:pt x="7769" y="14935"/>
                        <a:pt x="7022" y="14711"/>
                        <a:pt x="6387" y="14263"/>
                      </a:cubicBezTo>
                      <a:cubicBezTo>
                        <a:pt x="5752" y="13815"/>
                        <a:pt x="5266" y="13255"/>
                        <a:pt x="4893" y="12583"/>
                      </a:cubicBezTo>
                      <a:lnTo>
                        <a:pt x="2540" y="8475"/>
                      </a:lnTo>
                      <a:cubicBezTo>
                        <a:pt x="8702" y="2800"/>
                        <a:pt x="16135" y="0"/>
                        <a:pt x="24837" y="0"/>
                      </a:cubicBezTo>
                      <a:cubicBezTo>
                        <a:pt x="27975" y="0"/>
                        <a:pt x="30776" y="522"/>
                        <a:pt x="33241" y="1531"/>
                      </a:cubicBezTo>
                      <a:cubicBezTo>
                        <a:pt x="35706" y="2576"/>
                        <a:pt x="37798" y="3995"/>
                        <a:pt x="39478" y="5824"/>
                      </a:cubicBezTo>
                      <a:cubicBezTo>
                        <a:pt x="41196" y="7654"/>
                        <a:pt x="42504" y="9819"/>
                        <a:pt x="43400" y="12396"/>
                      </a:cubicBezTo>
                      <a:cubicBezTo>
                        <a:pt x="44296" y="14935"/>
                        <a:pt x="44707" y="17698"/>
                        <a:pt x="44707" y="20760"/>
                      </a:cubicBezTo>
                      <a:lnTo>
                        <a:pt x="44707" y="54625"/>
                      </a:lnTo>
                      <a:close/>
                      <a:moveTo>
                        <a:pt x="19608" y="46560"/>
                      </a:moveTo>
                      <a:cubicBezTo>
                        <a:pt x="20953" y="46560"/>
                        <a:pt x="22185" y="46448"/>
                        <a:pt x="23269" y="46224"/>
                      </a:cubicBezTo>
                      <a:cubicBezTo>
                        <a:pt x="24389" y="45962"/>
                        <a:pt x="25435" y="45627"/>
                        <a:pt x="26443"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2" y="39055"/>
                        <a:pt x="12362" y="40212"/>
                      </a:cubicBezTo>
                      <a:cubicBezTo>
                        <a:pt x="12362" y="42490"/>
                        <a:pt x="13035" y="44096"/>
                        <a:pt x="14379" y="45104"/>
                      </a:cubicBezTo>
                      <a:cubicBezTo>
                        <a:pt x="15724" y="46075"/>
                        <a:pt x="17479"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2" name="Google Shape;2332;p90"/>
                <p:cNvSpPr/>
                <p:nvPr/>
              </p:nvSpPr>
              <p:spPr>
                <a:xfrm>
                  <a:off x="8645219" y="5330358"/>
                  <a:ext cx="49338" cy="78483"/>
                </a:xfrm>
                <a:custGeom>
                  <a:rect b="b" l="l" r="r" t="t"/>
                  <a:pathLst>
                    <a:path extrusionOk="0" h="78483" w="49338">
                      <a:moveTo>
                        <a:pt x="0" y="77699"/>
                      </a:moveTo>
                      <a:lnTo>
                        <a:pt x="0" y="0"/>
                      </a:lnTo>
                      <a:lnTo>
                        <a:pt x="12923" y="0"/>
                      </a:lnTo>
                      <a:lnTo>
                        <a:pt x="12923" y="30654"/>
                      </a:lnTo>
                      <a:cubicBezTo>
                        <a:pt x="15015" y="28377"/>
                        <a:pt x="17442" y="26584"/>
                        <a:pt x="20131" y="25240"/>
                      </a:cubicBezTo>
                      <a:cubicBezTo>
                        <a:pt x="22821" y="23896"/>
                        <a:pt x="25958" y="23224"/>
                        <a:pt x="29543" y="23224"/>
                      </a:cubicBezTo>
                      <a:cubicBezTo>
                        <a:pt x="32457" y="23224"/>
                        <a:pt x="35146" y="23821"/>
                        <a:pt x="37574" y="25016"/>
                      </a:cubicBezTo>
                      <a:cubicBezTo>
                        <a:pt x="40001" y="26211"/>
                        <a:pt x="42093" y="27966"/>
                        <a:pt x="43849" y="30281"/>
                      </a:cubicBezTo>
                      <a:cubicBezTo>
                        <a:pt x="45604" y="32596"/>
                        <a:pt x="46948" y="35433"/>
                        <a:pt x="47920" y="38794"/>
                      </a:cubicBezTo>
                      <a:cubicBezTo>
                        <a:pt x="48891" y="42192"/>
                        <a:pt x="49339" y="46075"/>
                        <a:pt x="49339" y="50443"/>
                      </a:cubicBezTo>
                      <a:cubicBezTo>
                        <a:pt x="49339" y="54476"/>
                        <a:pt x="48816" y="58172"/>
                        <a:pt x="47733" y="61607"/>
                      </a:cubicBezTo>
                      <a:cubicBezTo>
                        <a:pt x="46650" y="65005"/>
                        <a:pt x="45118" y="67954"/>
                        <a:pt x="43101" y="70494"/>
                      </a:cubicBezTo>
                      <a:cubicBezTo>
                        <a:pt x="41084" y="72995"/>
                        <a:pt x="38694" y="74937"/>
                        <a:pt x="35856" y="76355"/>
                      </a:cubicBezTo>
                      <a:cubicBezTo>
                        <a:pt x="32980" y="77774"/>
                        <a:pt x="29805" y="78484"/>
                        <a:pt x="26294" y="78484"/>
                      </a:cubicBezTo>
                      <a:cubicBezTo>
                        <a:pt x="24651" y="78484"/>
                        <a:pt x="23157" y="78297"/>
                        <a:pt x="21812" y="77998"/>
                      </a:cubicBezTo>
                      <a:cubicBezTo>
                        <a:pt x="20430" y="77663"/>
                        <a:pt x="19198" y="77177"/>
                        <a:pt x="18077" y="76580"/>
                      </a:cubicBezTo>
                      <a:cubicBezTo>
                        <a:pt x="16957" y="75982"/>
                        <a:pt x="15948" y="75273"/>
                        <a:pt x="14977" y="74414"/>
                      </a:cubicBezTo>
                      <a:cubicBezTo>
                        <a:pt x="14006" y="73555"/>
                        <a:pt x="13110" y="72622"/>
                        <a:pt x="12213" y="71576"/>
                      </a:cubicBezTo>
                      <a:lnTo>
                        <a:pt x="11653" y="75198"/>
                      </a:lnTo>
                      <a:cubicBezTo>
                        <a:pt x="11429" y="76094"/>
                        <a:pt x="11093" y="76729"/>
                        <a:pt x="10570" y="77102"/>
                      </a:cubicBezTo>
                      <a:cubicBezTo>
                        <a:pt x="10085" y="77513"/>
                        <a:pt x="9375" y="77699"/>
                        <a:pt x="8516" y="77699"/>
                      </a:cubicBezTo>
                      <a:lnTo>
                        <a:pt x="0" y="77699"/>
                      </a:lnTo>
                      <a:close/>
                      <a:moveTo>
                        <a:pt x="25099" y="33268"/>
                      </a:moveTo>
                      <a:cubicBezTo>
                        <a:pt x="22410" y="33268"/>
                        <a:pt x="20131" y="33828"/>
                        <a:pt x="18227" y="34948"/>
                      </a:cubicBezTo>
                      <a:cubicBezTo>
                        <a:pt x="16322" y="36106"/>
                        <a:pt x="14529" y="37674"/>
                        <a:pt x="12923" y="39727"/>
                      </a:cubicBezTo>
                      <a:lnTo>
                        <a:pt x="12923" y="63773"/>
                      </a:lnTo>
                      <a:cubicBezTo>
                        <a:pt x="14380" y="65602"/>
                        <a:pt x="15948" y="66872"/>
                        <a:pt x="17704" y="67581"/>
                      </a:cubicBezTo>
                      <a:cubicBezTo>
                        <a:pt x="19422" y="68291"/>
                        <a:pt x="21289" y="68664"/>
                        <a:pt x="23306" y="68664"/>
                      </a:cubicBezTo>
                      <a:cubicBezTo>
                        <a:pt x="25248" y="68664"/>
                        <a:pt x="27041" y="68291"/>
                        <a:pt x="28610" y="67544"/>
                      </a:cubicBezTo>
                      <a:cubicBezTo>
                        <a:pt x="30179" y="66835"/>
                        <a:pt x="31486" y="65714"/>
                        <a:pt x="32606" y="64221"/>
                      </a:cubicBezTo>
                      <a:cubicBezTo>
                        <a:pt x="33689" y="62690"/>
                        <a:pt x="34548" y="60823"/>
                        <a:pt x="35146" y="58546"/>
                      </a:cubicBezTo>
                      <a:cubicBezTo>
                        <a:pt x="35706" y="56268"/>
                        <a:pt x="36005" y="53579"/>
                        <a:pt x="36005" y="50443"/>
                      </a:cubicBezTo>
                      <a:cubicBezTo>
                        <a:pt x="36005" y="47307"/>
                        <a:pt x="35781" y="44656"/>
                        <a:pt x="35258" y="42490"/>
                      </a:cubicBezTo>
                      <a:cubicBezTo>
                        <a:pt x="34772" y="40325"/>
                        <a:pt x="34026" y="38532"/>
                        <a:pt x="33092" y="37188"/>
                      </a:cubicBezTo>
                      <a:cubicBezTo>
                        <a:pt x="32158" y="35807"/>
                        <a:pt x="31000" y="34836"/>
                        <a:pt x="29656" y="34201"/>
                      </a:cubicBezTo>
                      <a:cubicBezTo>
                        <a:pt x="28311" y="33567"/>
                        <a:pt x="26817" y="33268"/>
                        <a:pt x="25099" y="3326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3" name="Google Shape;2333;p90"/>
                <p:cNvSpPr/>
                <p:nvPr/>
              </p:nvSpPr>
              <p:spPr>
                <a:xfrm>
                  <a:off x="8705501" y="5330358"/>
                  <a:ext cx="12923" cy="77699"/>
                </a:xfrm>
                <a:custGeom>
                  <a:rect b="b" l="l" r="r" t="t"/>
                  <a:pathLst>
                    <a:path extrusionOk="0" h="77699" w="12923">
                      <a:moveTo>
                        <a:pt x="12923" y="0"/>
                      </a:moveTo>
                      <a:lnTo>
                        <a:pt x="12923" y="77699"/>
                      </a:lnTo>
                      <a:lnTo>
                        <a:pt x="0" y="77699"/>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4" name="Google Shape;2334;p90"/>
                <p:cNvSpPr/>
                <p:nvPr/>
              </p:nvSpPr>
              <p:spPr>
                <a:xfrm>
                  <a:off x="8729405" y="5353582"/>
                  <a:ext cx="49002" cy="55259"/>
                </a:xfrm>
                <a:custGeom>
                  <a:rect b="b" l="l" r="r" t="t"/>
                  <a:pathLst>
                    <a:path extrusionOk="0" h="55259" w="49002">
                      <a:moveTo>
                        <a:pt x="25771" y="0"/>
                      </a:moveTo>
                      <a:cubicBezTo>
                        <a:pt x="29170" y="0"/>
                        <a:pt x="32270" y="523"/>
                        <a:pt x="35108" y="1606"/>
                      </a:cubicBezTo>
                      <a:cubicBezTo>
                        <a:pt x="37947" y="2688"/>
                        <a:pt x="40375" y="4294"/>
                        <a:pt x="42466" y="6348"/>
                      </a:cubicBezTo>
                      <a:cubicBezTo>
                        <a:pt x="44521" y="8438"/>
                        <a:pt x="46126" y="10978"/>
                        <a:pt x="47247" y="14002"/>
                      </a:cubicBezTo>
                      <a:cubicBezTo>
                        <a:pt x="48405" y="16989"/>
                        <a:pt x="49002" y="20424"/>
                        <a:pt x="49002" y="24307"/>
                      </a:cubicBezTo>
                      <a:cubicBezTo>
                        <a:pt x="49002" y="25278"/>
                        <a:pt x="48928" y="26099"/>
                        <a:pt x="48853" y="26734"/>
                      </a:cubicBezTo>
                      <a:cubicBezTo>
                        <a:pt x="48778" y="27369"/>
                        <a:pt x="48629" y="27891"/>
                        <a:pt x="48368" y="28265"/>
                      </a:cubicBezTo>
                      <a:cubicBezTo>
                        <a:pt x="48143" y="28638"/>
                        <a:pt x="47845" y="28862"/>
                        <a:pt x="47471" y="29049"/>
                      </a:cubicBezTo>
                      <a:cubicBezTo>
                        <a:pt x="47097" y="29198"/>
                        <a:pt x="46612" y="29273"/>
                        <a:pt x="46015" y="29273"/>
                      </a:cubicBezTo>
                      <a:lnTo>
                        <a:pt x="12848" y="29273"/>
                      </a:lnTo>
                      <a:cubicBezTo>
                        <a:pt x="13222" y="34762"/>
                        <a:pt x="14716" y="38831"/>
                        <a:pt x="17293" y="41407"/>
                      </a:cubicBezTo>
                      <a:cubicBezTo>
                        <a:pt x="19870" y="43984"/>
                        <a:pt x="23306" y="45253"/>
                        <a:pt x="27564" y="45253"/>
                      </a:cubicBezTo>
                      <a:cubicBezTo>
                        <a:pt x="29656" y="45253"/>
                        <a:pt x="31448" y="45029"/>
                        <a:pt x="32942" y="44544"/>
                      </a:cubicBezTo>
                      <a:cubicBezTo>
                        <a:pt x="34473" y="44059"/>
                        <a:pt x="35818" y="43498"/>
                        <a:pt x="36939" y="42901"/>
                      </a:cubicBezTo>
                      <a:cubicBezTo>
                        <a:pt x="38059" y="42341"/>
                        <a:pt x="39067" y="41781"/>
                        <a:pt x="39927" y="41296"/>
                      </a:cubicBezTo>
                      <a:cubicBezTo>
                        <a:pt x="40786"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2" y="49547"/>
                        <a:pt x="43699" y="50667"/>
                      </a:cubicBezTo>
                      <a:cubicBezTo>
                        <a:pt x="41943" y="51825"/>
                        <a:pt x="40076" y="52721"/>
                        <a:pt x="38134" y="53393"/>
                      </a:cubicBezTo>
                      <a:cubicBezTo>
                        <a:pt x="36192" y="54065"/>
                        <a:pt x="34250" y="54550"/>
                        <a:pt x="32233" y="54849"/>
                      </a:cubicBezTo>
                      <a:cubicBezTo>
                        <a:pt x="30215"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5" y="16168"/>
                      </a:cubicBezTo>
                      <a:cubicBezTo>
                        <a:pt x="2951" y="12956"/>
                        <a:pt x="4669" y="10156"/>
                        <a:pt x="6872" y="7767"/>
                      </a:cubicBezTo>
                      <a:cubicBezTo>
                        <a:pt x="9076" y="5377"/>
                        <a:pt x="11765" y="3473"/>
                        <a:pt x="14977" y="2091"/>
                      </a:cubicBezTo>
                      <a:cubicBezTo>
                        <a:pt x="18152" y="710"/>
                        <a:pt x="21775" y="0"/>
                        <a:pt x="25771" y="0"/>
                      </a:cubicBezTo>
                      <a:close/>
                      <a:moveTo>
                        <a:pt x="26032" y="9260"/>
                      </a:moveTo>
                      <a:cubicBezTo>
                        <a:pt x="22260" y="9260"/>
                        <a:pt x="19310" y="10305"/>
                        <a:pt x="17181" y="12434"/>
                      </a:cubicBezTo>
                      <a:cubicBezTo>
                        <a:pt x="15052" y="14562"/>
                        <a:pt x="13707" y="17586"/>
                        <a:pt x="13110" y="21469"/>
                      </a:cubicBezTo>
                      <a:lnTo>
                        <a:pt x="37387" y="21469"/>
                      </a:lnTo>
                      <a:cubicBezTo>
                        <a:pt x="37387" y="19827"/>
                        <a:pt x="37163" y="18221"/>
                        <a:pt x="36715" y="16765"/>
                      </a:cubicBezTo>
                      <a:cubicBezTo>
                        <a:pt x="36229" y="15271"/>
                        <a:pt x="35557" y="13964"/>
                        <a:pt x="34623" y="12844"/>
                      </a:cubicBezTo>
                      <a:cubicBezTo>
                        <a:pt x="33652" y="11761"/>
                        <a:pt x="32494" y="10865"/>
                        <a:pt x="31038" y="10230"/>
                      </a:cubicBezTo>
                      <a:cubicBezTo>
                        <a:pt x="29618" y="9559"/>
                        <a:pt x="27937" y="9260"/>
                        <a:pt x="26032"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5" name="Google Shape;2335;p90"/>
                <p:cNvSpPr/>
                <p:nvPr/>
              </p:nvSpPr>
              <p:spPr>
                <a:xfrm>
                  <a:off x="8784196" y="5353582"/>
                  <a:ext cx="40038" cy="55297"/>
                </a:xfrm>
                <a:custGeom>
                  <a:rect b="b" l="l" r="r" t="t"/>
                  <a:pathLst>
                    <a:path extrusionOk="0" h="55297" w="40038">
                      <a:moveTo>
                        <a:pt x="36565" y="11276"/>
                      </a:moveTo>
                      <a:cubicBezTo>
                        <a:pt x="36191"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57" y="9932"/>
                      </a:cubicBezTo>
                      <a:cubicBezTo>
                        <a:pt x="25061" y="9596"/>
                        <a:pt x="23642" y="9409"/>
                        <a:pt x="21999" y="9409"/>
                      </a:cubicBezTo>
                      <a:cubicBezTo>
                        <a:pt x="19459" y="9409"/>
                        <a:pt x="17479" y="9932"/>
                        <a:pt x="15986" y="11015"/>
                      </a:cubicBezTo>
                      <a:cubicBezTo>
                        <a:pt x="14529" y="12097"/>
                        <a:pt x="13819" y="13516"/>
                        <a:pt x="13819" y="15271"/>
                      </a:cubicBezTo>
                      <a:cubicBezTo>
                        <a:pt x="13819" y="16429"/>
                        <a:pt x="14192"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8" y="24568"/>
                        <a:pt x="31747" y="25278"/>
                      </a:cubicBezTo>
                      <a:cubicBezTo>
                        <a:pt x="33315" y="25987"/>
                        <a:pt x="34697" y="26883"/>
                        <a:pt x="35930" y="28003"/>
                      </a:cubicBezTo>
                      <a:cubicBezTo>
                        <a:pt x="37200" y="29086"/>
                        <a:pt x="38171" y="30393"/>
                        <a:pt x="38918" y="31924"/>
                      </a:cubicBezTo>
                      <a:cubicBezTo>
                        <a:pt x="39665" y="33492"/>
                        <a:pt x="40038" y="35322"/>
                        <a:pt x="40038" y="37487"/>
                      </a:cubicBezTo>
                      <a:cubicBezTo>
                        <a:pt x="40038" y="40063"/>
                        <a:pt x="39590" y="42453"/>
                        <a:pt x="38656" y="44619"/>
                      </a:cubicBezTo>
                      <a:cubicBezTo>
                        <a:pt x="37685" y="46784"/>
                        <a:pt x="36341" y="48688"/>
                        <a:pt x="34511" y="50257"/>
                      </a:cubicBezTo>
                      <a:cubicBezTo>
                        <a:pt x="32681" y="51862"/>
                        <a:pt x="30440" y="53094"/>
                        <a:pt x="27788" y="53991"/>
                      </a:cubicBezTo>
                      <a:cubicBezTo>
                        <a:pt x="25136" y="54849"/>
                        <a:pt x="22074" y="55297"/>
                        <a:pt x="18600" y="55297"/>
                      </a:cubicBezTo>
                      <a:cubicBezTo>
                        <a:pt x="16770" y="55297"/>
                        <a:pt x="14977" y="55148"/>
                        <a:pt x="13184"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5" y="42117"/>
                        <a:pt x="5528" y="41968"/>
                        <a:pt x="6312" y="41968"/>
                      </a:cubicBezTo>
                      <a:cubicBezTo>
                        <a:pt x="7134" y="41968"/>
                        <a:pt x="7881" y="42192"/>
                        <a:pt x="8590" y="42640"/>
                      </a:cubicBezTo>
                      <a:cubicBezTo>
                        <a:pt x="9300" y="43125"/>
                        <a:pt x="10159" y="43611"/>
                        <a:pt x="11093" y="44133"/>
                      </a:cubicBezTo>
                      <a:cubicBezTo>
                        <a:pt x="12026" y="44656"/>
                        <a:pt x="13147" y="45141"/>
                        <a:pt x="14417" y="45590"/>
                      </a:cubicBezTo>
                      <a:cubicBezTo>
                        <a:pt x="15687" y="46038"/>
                        <a:pt x="17293" y="46261"/>
                        <a:pt x="19235" y="46261"/>
                      </a:cubicBezTo>
                      <a:cubicBezTo>
                        <a:pt x="20766" y="46261"/>
                        <a:pt x="22074" y="46075"/>
                        <a:pt x="23194" y="45701"/>
                      </a:cubicBezTo>
                      <a:cubicBezTo>
                        <a:pt x="24277" y="45328"/>
                        <a:pt x="25211" y="44880"/>
                        <a:pt x="25920" y="44282"/>
                      </a:cubicBezTo>
                      <a:cubicBezTo>
                        <a:pt x="26630" y="43685"/>
                        <a:pt x="27153" y="42976"/>
                        <a:pt x="27489" y="42192"/>
                      </a:cubicBezTo>
                      <a:cubicBezTo>
                        <a:pt x="27788" y="41407"/>
                        <a:pt x="27975" y="40623"/>
                        <a:pt x="27975" y="39765"/>
                      </a:cubicBezTo>
                      <a:cubicBezTo>
                        <a:pt x="27975" y="38533"/>
                        <a:pt x="27601" y="37487"/>
                        <a:pt x="26854" y="36703"/>
                      </a:cubicBezTo>
                      <a:cubicBezTo>
                        <a:pt x="26107" y="35881"/>
                        <a:pt x="25099" y="35210"/>
                        <a:pt x="23866" y="34612"/>
                      </a:cubicBezTo>
                      <a:cubicBezTo>
                        <a:pt x="22633" y="34015"/>
                        <a:pt x="21214" y="33492"/>
                        <a:pt x="19646" y="33006"/>
                      </a:cubicBezTo>
                      <a:cubicBezTo>
                        <a:pt x="18040" y="32558"/>
                        <a:pt x="16434" y="32036"/>
                        <a:pt x="14753" y="31476"/>
                      </a:cubicBezTo>
                      <a:cubicBezTo>
                        <a:pt x="13110" y="30916"/>
                        <a:pt x="11503" y="30243"/>
                        <a:pt x="9898" y="29497"/>
                      </a:cubicBezTo>
                      <a:cubicBezTo>
                        <a:pt x="8329" y="28750"/>
                        <a:pt x="6910" y="27817"/>
                        <a:pt x="5677" y="26659"/>
                      </a:cubicBezTo>
                      <a:cubicBezTo>
                        <a:pt x="4444" y="25502"/>
                        <a:pt x="3436" y="24083"/>
                        <a:pt x="2689" y="22440"/>
                      </a:cubicBezTo>
                      <a:cubicBezTo>
                        <a:pt x="1942" y="20760"/>
                        <a:pt x="1568" y="18744"/>
                        <a:pt x="1568" y="16354"/>
                      </a:cubicBezTo>
                      <a:cubicBezTo>
                        <a:pt x="1568" y="14151"/>
                        <a:pt x="2017" y="12060"/>
                        <a:pt x="2876" y="10081"/>
                      </a:cubicBezTo>
                      <a:cubicBezTo>
                        <a:pt x="3735" y="8102"/>
                        <a:pt x="5042" y="6385"/>
                        <a:pt x="6723" y="4891"/>
                      </a:cubicBezTo>
                      <a:cubicBezTo>
                        <a:pt x="8404" y="3398"/>
                        <a:pt x="10532" y="2203"/>
                        <a:pt x="13035" y="1344"/>
                      </a:cubicBezTo>
                      <a:cubicBezTo>
                        <a:pt x="15574" y="448"/>
                        <a:pt x="18488" y="0"/>
                        <a:pt x="21812" y="0"/>
                      </a:cubicBezTo>
                      <a:cubicBezTo>
                        <a:pt x="25509" y="0"/>
                        <a:pt x="28871" y="598"/>
                        <a:pt x="31896" y="1830"/>
                      </a:cubicBezTo>
                      <a:cubicBezTo>
                        <a:pt x="34922" y="3062"/>
                        <a:pt x="37462" y="4667"/>
                        <a:pt x="39478" y="6646"/>
                      </a:cubicBezTo>
                      <a:lnTo>
                        <a:pt x="36565"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336" name="Google Shape;2336;p90"/>
              <p:cNvGrpSpPr/>
              <p:nvPr/>
            </p:nvGrpSpPr>
            <p:grpSpPr>
              <a:xfrm>
                <a:off x="8421534" y="4843658"/>
                <a:ext cx="380441" cy="248075"/>
                <a:chOff x="8421534" y="4843658"/>
                <a:chExt cx="380441" cy="248075"/>
              </a:xfrm>
            </p:grpSpPr>
            <p:sp>
              <p:nvSpPr>
                <p:cNvPr id="2337" name="Google Shape;2337;p90"/>
                <p:cNvSpPr/>
                <p:nvPr/>
              </p:nvSpPr>
              <p:spPr>
                <a:xfrm>
                  <a:off x="8729666" y="4872867"/>
                  <a:ext cx="43623" cy="43610"/>
                </a:xfrm>
                <a:custGeom>
                  <a:rect b="b" l="l" r="r" t="t"/>
                  <a:pathLst>
                    <a:path extrusionOk="0" h="43610" w="43623">
                      <a:moveTo>
                        <a:pt x="31821" y="43610"/>
                      </a:moveTo>
                      <a:lnTo>
                        <a:pt x="11839" y="43610"/>
                      </a:lnTo>
                      <a:cubicBezTo>
                        <a:pt x="5303" y="43610"/>
                        <a:pt x="0" y="38312"/>
                        <a:pt x="0" y="31789"/>
                      </a:cubicBezTo>
                      <a:lnTo>
                        <a:pt x="0" y="11818"/>
                      </a:lnTo>
                      <a:cubicBezTo>
                        <a:pt x="0" y="5298"/>
                        <a:pt x="5303" y="0"/>
                        <a:pt x="11839" y="0"/>
                      </a:cubicBezTo>
                      <a:lnTo>
                        <a:pt x="31821" y="0"/>
                      </a:lnTo>
                      <a:cubicBezTo>
                        <a:pt x="38320" y="0"/>
                        <a:pt x="43624" y="5298"/>
                        <a:pt x="43624" y="11818"/>
                      </a:cubicBezTo>
                      <a:lnTo>
                        <a:pt x="43624" y="31789"/>
                      </a:lnTo>
                      <a:cubicBezTo>
                        <a:pt x="43624" y="38312"/>
                        <a:pt x="38320" y="43610"/>
                        <a:pt x="31821" y="43610"/>
                      </a:cubicBezTo>
                      <a:close/>
                      <a:moveTo>
                        <a:pt x="11839" y="10869"/>
                      </a:moveTo>
                      <a:cubicBezTo>
                        <a:pt x="11279" y="10869"/>
                        <a:pt x="10943" y="11276"/>
                        <a:pt x="10943" y="11750"/>
                      </a:cubicBezTo>
                      <a:lnTo>
                        <a:pt x="10943" y="31722"/>
                      </a:lnTo>
                      <a:cubicBezTo>
                        <a:pt x="10943" y="32263"/>
                        <a:pt x="11354" y="32603"/>
                        <a:pt x="11839" y="32603"/>
                      </a:cubicBezTo>
                      <a:lnTo>
                        <a:pt x="31821" y="32603"/>
                      </a:lnTo>
                      <a:cubicBezTo>
                        <a:pt x="32344" y="32603"/>
                        <a:pt x="32681" y="32196"/>
                        <a:pt x="32681" y="31722"/>
                      </a:cubicBezTo>
                      <a:lnTo>
                        <a:pt x="32681" y="11750"/>
                      </a:lnTo>
                      <a:cubicBezTo>
                        <a:pt x="32681" y="11209"/>
                        <a:pt x="32307" y="10869"/>
                        <a:pt x="31821" y="10869"/>
                      </a:cubicBezTo>
                      <a:lnTo>
                        <a:pt x="11839" y="10869"/>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8" name="Google Shape;2338;p90"/>
                <p:cNvSpPr/>
                <p:nvPr/>
              </p:nvSpPr>
              <p:spPr>
                <a:xfrm>
                  <a:off x="8553751" y="4843658"/>
                  <a:ext cx="248224" cy="248075"/>
                </a:xfrm>
                <a:custGeom>
                  <a:rect b="b" l="l" r="r" t="t"/>
                  <a:pathLst>
                    <a:path extrusionOk="0" h="248075" w="248224">
                      <a:moveTo>
                        <a:pt x="217299" y="248075"/>
                      </a:moveTo>
                      <a:lnTo>
                        <a:pt x="30925" y="248075"/>
                      </a:lnTo>
                      <a:cubicBezTo>
                        <a:pt x="13932" y="248075"/>
                        <a:pt x="0" y="234223"/>
                        <a:pt x="0" y="217234"/>
                      </a:cubicBezTo>
                      <a:cubicBezTo>
                        <a:pt x="0" y="212754"/>
                        <a:pt x="3698" y="209020"/>
                        <a:pt x="8217" y="209020"/>
                      </a:cubicBezTo>
                      <a:cubicBezTo>
                        <a:pt x="12774" y="209020"/>
                        <a:pt x="16471" y="212679"/>
                        <a:pt x="16471" y="217234"/>
                      </a:cubicBezTo>
                      <a:cubicBezTo>
                        <a:pt x="16471" y="225262"/>
                        <a:pt x="22970" y="231684"/>
                        <a:pt x="31000" y="231684"/>
                      </a:cubicBezTo>
                      <a:lnTo>
                        <a:pt x="217374" y="231684"/>
                      </a:lnTo>
                      <a:cubicBezTo>
                        <a:pt x="225404" y="231684"/>
                        <a:pt x="231902" y="225187"/>
                        <a:pt x="231902" y="217234"/>
                      </a:cubicBezTo>
                      <a:lnTo>
                        <a:pt x="231902" y="30908"/>
                      </a:lnTo>
                      <a:cubicBezTo>
                        <a:pt x="231902" y="22892"/>
                        <a:pt x="225404" y="16369"/>
                        <a:pt x="217374" y="16369"/>
                      </a:cubicBezTo>
                      <a:lnTo>
                        <a:pt x="31000" y="16369"/>
                      </a:lnTo>
                      <a:cubicBezTo>
                        <a:pt x="22970" y="16369"/>
                        <a:pt x="16471" y="22892"/>
                        <a:pt x="16471" y="30908"/>
                      </a:cubicBezTo>
                      <a:cubicBezTo>
                        <a:pt x="16471" y="35389"/>
                        <a:pt x="12774" y="39126"/>
                        <a:pt x="8217" y="39126"/>
                      </a:cubicBezTo>
                      <a:cubicBezTo>
                        <a:pt x="3698" y="39126"/>
                        <a:pt x="0" y="35460"/>
                        <a:pt x="0" y="30908"/>
                      </a:cubicBezTo>
                      <a:cubicBezTo>
                        <a:pt x="0" y="13923"/>
                        <a:pt x="13857" y="0"/>
                        <a:pt x="30925" y="0"/>
                      </a:cubicBezTo>
                      <a:lnTo>
                        <a:pt x="217299" y="0"/>
                      </a:lnTo>
                      <a:cubicBezTo>
                        <a:pt x="234293" y="0"/>
                        <a:pt x="248224" y="13856"/>
                        <a:pt x="248224" y="30908"/>
                      </a:cubicBezTo>
                      <a:lnTo>
                        <a:pt x="248224" y="217234"/>
                      </a:lnTo>
                      <a:cubicBezTo>
                        <a:pt x="248224" y="234223"/>
                        <a:pt x="234367" y="248075"/>
                        <a:pt x="217299" y="24807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39" name="Google Shape;2339;p90"/>
                <p:cNvSpPr/>
                <p:nvPr/>
              </p:nvSpPr>
              <p:spPr>
                <a:xfrm>
                  <a:off x="8729666" y="4970207"/>
                  <a:ext cx="43623" cy="43602"/>
                </a:xfrm>
                <a:custGeom>
                  <a:rect b="b" l="l" r="r" t="t"/>
                  <a:pathLst>
                    <a:path extrusionOk="0" h="43602" w="43623">
                      <a:moveTo>
                        <a:pt x="31821" y="43603"/>
                      </a:moveTo>
                      <a:lnTo>
                        <a:pt x="11839" y="43603"/>
                      </a:lnTo>
                      <a:cubicBezTo>
                        <a:pt x="5303" y="43603"/>
                        <a:pt x="0" y="38301"/>
                        <a:pt x="0" y="31789"/>
                      </a:cubicBezTo>
                      <a:lnTo>
                        <a:pt x="0" y="11821"/>
                      </a:lnTo>
                      <a:cubicBezTo>
                        <a:pt x="0" y="5298"/>
                        <a:pt x="5303" y="0"/>
                        <a:pt x="11839" y="0"/>
                      </a:cubicBezTo>
                      <a:lnTo>
                        <a:pt x="31821" y="0"/>
                      </a:lnTo>
                      <a:cubicBezTo>
                        <a:pt x="38320" y="0"/>
                        <a:pt x="43624" y="5298"/>
                        <a:pt x="43624" y="11821"/>
                      </a:cubicBezTo>
                      <a:lnTo>
                        <a:pt x="43624" y="31789"/>
                      </a:lnTo>
                      <a:cubicBezTo>
                        <a:pt x="43624" y="38301"/>
                        <a:pt x="38320" y="43603"/>
                        <a:pt x="31821" y="43603"/>
                      </a:cubicBezTo>
                      <a:close/>
                      <a:moveTo>
                        <a:pt x="11839" y="11003"/>
                      </a:moveTo>
                      <a:cubicBezTo>
                        <a:pt x="11279" y="11003"/>
                        <a:pt x="10943" y="11414"/>
                        <a:pt x="10943" y="11888"/>
                      </a:cubicBezTo>
                      <a:lnTo>
                        <a:pt x="10943" y="31860"/>
                      </a:lnTo>
                      <a:cubicBezTo>
                        <a:pt x="10943" y="32402"/>
                        <a:pt x="11354" y="32741"/>
                        <a:pt x="11839" y="32741"/>
                      </a:cubicBezTo>
                      <a:lnTo>
                        <a:pt x="31821" y="32741"/>
                      </a:lnTo>
                      <a:cubicBezTo>
                        <a:pt x="32344" y="32741"/>
                        <a:pt x="32681" y="32334"/>
                        <a:pt x="32681" y="31860"/>
                      </a:cubicBezTo>
                      <a:lnTo>
                        <a:pt x="32681" y="11888"/>
                      </a:lnTo>
                      <a:cubicBezTo>
                        <a:pt x="32681" y="11343"/>
                        <a:pt x="32307" y="11003"/>
                        <a:pt x="31821" y="11003"/>
                      </a:cubicBezTo>
                      <a:lnTo>
                        <a:pt x="11839" y="1100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0" name="Google Shape;2340;p90"/>
                <p:cNvSpPr/>
                <p:nvPr/>
              </p:nvSpPr>
              <p:spPr>
                <a:xfrm>
                  <a:off x="8729666" y="4921503"/>
                  <a:ext cx="43623" cy="43610"/>
                </a:xfrm>
                <a:custGeom>
                  <a:rect b="b" l="l" r="r" t="t"/>
                  <a:pathLst>
                    <a:path extrusionOk="0" h="43610" w="43623">
                      <a:moveTo>
                        <a:pt x="31821" y="43610"/>
                      </a:moveTo>
                      <a:lnTo>
                        <a:pt x="11839" y="43610"/>
                      </a:lnTo>
                      <a:cubicBezTo>
                        <a:pt x="5303" y="43610"/>
                        <a:pt x="0" y="38312"/>
                        <a:pt x="0" y="31789"/>
                      </a:cubicBezTo>
                      <a:lnTo>
                        <a:pt x="0" y="11818"/>
                      </a:lnTo>
                      <a:cubicBezTo>
                        <a:pt x="0" y="5298"/>
                        <a:pt x="5303" y="0"/>
                        <a:pt x="11839" y="0"/>
                      </a:cubicBezTo>
                      <a:lnTo>
                        <a:pt x="31821" y="0"/>
                      </a:lnTo>
                      <a:cubicBezTo>
                        <a:pt x="38320" y="0"/>
                        <a:pt x="43624" y="5298"/>
                        <a:pt x="43624" y="11818"/>
                      </a:cubicBezTo>
                      <a:lnTo>
                        <a:pt x="43624" y="31789"/>
                      </a:lnTo>
                      <a:cubicBezTo>
                        <a:pt x="43624" y="38312"/>
                        <a:pt x="38320" y="43610"/>
                        <a:pt x="31821" y="43610"/>
                      </a:cubicBezTo>
                      <a:close/>
                      <a:moveTo>
                        <a:pt x="11839" y="11003"/>
                      </a:moveTo>
                      <a:cubicBezTo>
                        <a:pt x="11279" y="11003"/>
                        <a:pt x="10943" y="11411"/>
                        <a:pt x="10943" y="11888"/>
                      </a:cubicBezTo>
                      <a:lnTo>
                        <a:pt x="10943" y="31856"/>
                      </a:lnTo>
                      <a:cubicBezTo>
                        <a:pt x="10943" y="32402"/>
                        <a:pt x="11354" y="32741"/>
                        <a:pt x="11839" y="32741"/>
                      </a:cubicBezTo>
                      <a:lnTo>
                        <a:pt x="31821" y="32741"/>
                      </a:lnTo>
                      <a:cubicBezTo>
                        <a:pt x="32344" y="32741"/>
                        <a:pt x="32681" y="32335"/>
                        <a:pt x="32681" y="31856"/>
                      </a:cubicBezTo>
                      <a:lnTo>
                        <a:pt x="32681" y="11888"/>
                      </a:lnTo>
                      <a:cubicBezTo>
                        <a:pt x="32681" y="11343"/>
                        <a:pt x="32307" y="11003"/>
                        <a:pt x="31821" y="11003"/>
                      </a:cubicBezTo>
                      <a:lnTo>
                        <a:pt x="11839" y="1100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1" name="Google Shape;2341;p90"/>
                <p:cNvSpPr/>
                <p:nvPr/>
              </p:nvSpPr>
              <p:spPr>
                <a:xfrm>
                  <a:off x="8729666" y="5018925"/>
                  <a:ext cx="43623" cy="43610"/>
                </a:xfrm>
                <a:custGeom>
                  <a:rect b="b" l="l" r="r" t="t"/>
                  <a:pathLst>
                    <a:path extrusionOk="0" h="43610" w="43623">
                      <a:moveTo>
                        <a:pt x="31821" y="43611"/>
                      </a:moveTo>
                      <a:lnTo>
                        <a:pt x="11839" y="43611"/>
                      </a:lnTo>
                      <a:cubicBezTo>
                        <a:pt x="5303" y="43611"/>
                        <a:pt x="0" y="38308"/>
                        <a:pt x="0" y="31774"/>
                      </a:cubicBezTo>
                      <a:lnTo>
                        <a:pt x="0" y="11799"/>
                      </a:lnTo>
                      <a:cubicBezTo>
                        <a:pt x="0" y="5302"/>
                        <a:pt x="5303" y="0"/>
                        <a:pt x="11839" y="0"/>
                      </a:cubicBezTo>
                      <a:lnTo>
                        <a:pt x="31821" y="0"/>
                      </a:lnTo>
                      <a:cubicBezTo>
                        <a:pt x="38320" y="0"/>
                        <a:pt x="43624" y="5302"/>
                        <a:pt x="43624" y="11799"/>
                      </a:cubicBezTo>
                      <a:lnTo>
                        <a:pt x="43624" y="31774"/>
                      </a:lnTo>
                      <a:cubicBezTo>
                        <a:pt x="43624" y="38308"/>
                        <a:pt x="38320" y="43611"/>
                        <a:pt x="31821" y="43611"/>
                      </a:cubicBezTo>
                      <a:close/>
                      <a:moveTo>
                        <a:pt x="11839" y="10940"/>
                      </a:moveTo>
                      <a:cubicBezTo>
                        <a:pt x="11279" y="10940"/>
                        <a:pt x="10943" y="11313"/>
                        <a:pt x="10943" y="11799"/>
                      </a:cubicBezTo>
                      <a:lnTo>
                        <a:pt x="10943" y="31774"/>
                      </a:lnTo>
                      <a:cubicBezTo>
                        <a:pt x="10943" y="32335"/>
                        <a:pt x="11354" y="32670"/>
                        <a:pt x="11839" y="32670"/>
                      </a:cubicBezTo>
                      <a:lnTo>
                        <a:pt x="31821" y="32670"/>
                      </a:lnTo>
                      <a:cubicBezTo>
                        <a:pt x="32344" y="32670"/>
                        <a:pt x="32681" y="32260"/>
                        <a:pt x="32681" y="31774"/>
                      </a:cubicBezTo>
                      <a:lnTo>
                        <a:pt x="32681" y="11799"/>
                      </a:lnTo>
                      <a:cubicBezTo>
                        <a:pt x="32681" y="11276"/>
                        <a:pt x="32307" y="10940"/>
                        <a:pt x="31821" y="10940"/>
                      </a:cubicBezTo>
                      <a:lnTo>
                        <a:pt x="11839" y="10940"/>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2" name="Google Shape;2342;p90"/>
                <p:cNvSpPr/>
                <p:nvPr/>
              </p:nvSpPr>
              <p:spPr>
                <a:xfrm>
                  <a:off x="8680813" y="4872867"/>
                  <a:ext cx="43624" cy="43610"/>
                </a:xfrm>
                <a:custGeom>
                  <a:rect b="b" l="l" r="r" t="t"/>
                  <a:pathLst>
                    <a:path extrusionOk="0" h="43610" w="43624">
                      <a:moveTo>
                        <a:pt x="31822" y="43610"/>
                      </a:moveTo>
                      <a:lnTo>
                        <a:pt x="11840" y="43610"/>
                      </a:lnTo>
                      <a:cubicBezTo>
                        <a:pt x="5304" y="43610"/>
                        <a:pt x="0" y="38312"/>
                        <a:pt x="0" y="31789"/>
                      </a:cubicBezTo>
                      <a:lnTo>
                        <a:pt x="0" y="11818"/>
                      </a:lnTo>
                      <a:cubicBezTo>
                        <a:pt x="0" y="5298"/>
                        <a:pt x="5304" y="0"/>
                        <a:pt x="11840" y="0"/>
                      </a:cubicBezTo>
                      <a:lnTo>
                        <a:pt x="31822" y="0"/>
                      </a:lnTo>
                      <a:cubicBezTo>
                        <a:pt x="38320" y="0"/>
                        <a:pt x="43624" y="5298"/>
                        <a:pt x="43624" y="11818"/>
                      </a:cubicBezTo>
                      <a:lnTo>
                        <a:pt x="43624" y="31789"/>
                      </a:lnTo>
                      <a:cubicBezTo>
                        <a:pt x="43624" y="38312"/>
                        <a:pt x="38320" y="43610"/>
                        <a:pt x="31822" y="43610"/>
                      </a:cubicBezTo>
                      <a:close/>
                      <a:moveTo>
                        <a:pt x="11915" y="10869"/>
                      </a:moveTo>
                      <a:cubicBezTo>
                        <a:pt x="11354" y="10869"/>
                        <a:pt x="11018" y="11276"/>
                        <a:pt x="11018" y="11750"/>
                      </a:cubicBezTo>
                      <a:lnTo>
                        <a:pt x="11018" y="31722"/>
                      </a:lnTo>
                      <a:cubicBezTo>
                        <a:pt x="11018" y="32263"/>
                        <a:pt x="11429" y="32603"/>
                        <a:pt x="11915" y="32603"/>
                      </a:cubicBezTo>
                      <a:lnTo>
                        <a:pt x="31896" y="32603"/>
                      </a:lnTo>
                      <a:cubicBezTo>
                        <a:pt x="32419" y="32603"/>
                        <a:pt x="32755" y="32196"/>
                        <a:pt x="32755" y="31722"/>
                      </a:cubicBezTo>
                      <a:lnTo>
                        <a:pt x="32755" y="11750"/>
                      </a:lnTo>
                      <a:cubicBezTo>
                        <a:pt x="32755" y="11209"/>
                        <a:pt x="32345" y="10869"/>
                        <a:pt x="31896" y="10869"/>
                      </a:cubicBezTo>
                      <a:lnTo>
                        <a:pt x="11915" y="10869"/>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3" name="Google Shape;2343;p90"/>
                <p:cNvSpPr/>
                <p:nvPr/>
              </p:nvSpPr>
              <p:spPr>
                <a:xfrm>
                  <a:off x="8680813" y="4970207"/>
                  <a:ext cx="43624" cy="43602"/>
                </a:xfrm>
                <a:custGeom>
                  <a:rect b="b" l="l" r="r" t="t"/>
                  <a:pathLst>
                    <a:path extrusionOk="0" h="43602" w="43624">
                      <a:moveTo>
                        <a:pt x="31822" y="43603"/>
                      </a:moveTo>
                      <a:lnTo>
                        <a:pt x="11840" y="43603"/>
                      </a:lnTo>
                      <a:cubicBezTo>
                        <a:pt x="5304" y="43603"/>
                        <a:pt x="0" y="38301"/>
                        <a:pt x="0" y="31789"/>
                      </a:cubicBezTo>
                      <a:lnTo>
                        <a:pt x="0" y="11821"/>
                      </a:lnTo>
                      <a:cubicBezTo>
                        <a:pt x="0" y="5298"/>
                        <a:pt x="5304" y="0"/>
                        <a:pt x="11840" y="0"/>
                      </a:cubicBezTo>
                      <a:lnTo>
                        <a:pt x="31822" y="0"/>
                      </a:lnTo>
                      <a:cubicBezTo>
                        <a:pt x="38320" y="0"/>
                        <a:pt x="43624" y="5298"/>
                        <a:pt x="43624" y="11821"/>
                      </a:cubicBezTo>
                      <a:lnTo>
                        <a:pt x="43624" y="31789"/>
                      </a:lnTo>
                      <a:cubicBezTo>
                        <a:pt x="43624" y="38301"/>
                        <a:pt x="38320" y="43603"/>
                        <a:pt x="31822" y="43603"/>
                      </a:cubicBezTo>
                      <a:close/>
                      <a:moveTo>
                        <a:pt x="11915" y="11003"/>
                      </a:moveTo>
                      <a:cubicBezTo>
                        <a:pt x="11354" y="11003"/>
                        <a:pt x="11018" y="11414"/>
                        <a:pt x="11018" y="11888"/>
                      </a:cubicBezTo>
                      <a:lnTo>
                        <a:pt x="11018" y="31860"/>
                      </a:lnTo>
                      <a:cubicBezTo>
                        <a:pt x="11018" y="32402"/>
                        <a:pt x="11429" y="32741"/>
                        <a:pt x="11915" y="32741"/>
                      </a:cubicBezTo>
                      <a:lnTo>
                        <a:pt x="31896" y="32741"/>
                      </a:lnTo>
                      <a:cubicBezTo>
                        <a:pt x="32419" y="32741"/>
                        <a:pt x="32755" y="32334"/>
                        <a:pt x="32755" y="31860"/>
                      </a:cubicBezTo>
                      <a:lnTo>
                        <a:pt x="32755" y="11888"/>
                      </a:lnTo>
                      <a:cubicBezTo>
                        <a:pt x="32755" y="11343"/>
                        <a:pt x="32345" y="11003"/>
                        <a:pt x="31896" y="11003"/>
                      </a:cubicBezTo>
                      <a:lnTo>
                        <a:pt x="11915" y="1100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4" name="Google Shape;2344;p90"/>
                <p:cNvSpPr/>
                <p:nvPr/>
              </p:nvSpPr>
              <p:spPr>
                <a:xfrm>
                  <a:off x="8680813" y="4921503"/>
                  <a:ext cx="43624" cy="43610"/>
                </a:xfrm>
                <a:custGeom>
                  <a:rect b="b" l="l" r="r" t="t"/>
                  <a:pathLst>
                    <a:path extrusionOk="0" h="43610" w="43624">
                      <a:moveTo>
                        <a:pt x="31822" y="43610"/>
                      </a:moveTo>
                      <a:lnTo>
                        <a:pt x="11840" y="43610"/>
                      </a:lnTo>
                      <a:cubicBezTo>
                        <a:pt x="5304" y="43610"/>
                        <a:pt x="0" y="38312"/>
                        <a:pt x="0" y="31789"/>
                      </a:cubicBezTo>
                      <a:lnTo>
                        <a:pt x="0" y="11818"/>
                      </a:lnTo>
                      <a:cubicBezTo>
                        <a:pt x="0" y="5298"/>
                        <a:pt x="5304" y="0"/>
                        <a:pt x="11840" y="0"/>
                      </a:cubicBezTo>
                      <a:lnTo>
                        <a:pt x="31822" y="0"/>
                      </a:lnTo>
                      <a:cubicBezTo>
                        <a:pt x="38320" y="0"/>
                        <a:pt x="43624" y="5298"/>
                        <a:pt x="43624" y="11818"/>
                      </a:cubicBezTo>
                      <a:lnTo>
                        <a:pt x="43624" y="31789"/>
                      </a:lnTo>
                      <a:cubicBezTo>
                        <a:pt x="43624" y="38312"/>
                        <a:pt x="38320" y="43610"/>
                        <a:pt x="31822" y="43610"/>
                      </a:cubicBezTo>
                      <a:close/>
                      <a:moveTo>
                        <a:pt x="11915" y="11003"/>
                      </a:moveTo>
                      <a:cubicBezTo>
                        <a:pt x="11354" y="11003"/>
                        <a:pt x="11018" y="11411"/>
                        <a:pt x="11018" y="11888"/>
                      </a:cubicBezTo>
                      <a:lnTo>
                        <a:pt x="11018" y="31856"/>
                      </a:lnTo>
                      <a:cubicBezTo>
                        <a:pt x="11018" y="32402"/>
                        <a:pt x="11429" y="32741"/>
                        <a:pt x="11915" y="32741"/>
                      </a:cubicBezTo>
                      <a:lnTo>
                        <a:pt x="31896" y="32741"/>
                      </a:lnTo>
                      <a:cubicBezTo>
                        <a:pt x="32419" y="32741"/>
                        <a:pt x="32755" y="32335"/>
                        <a:pt x="32755" y="31856"/>
                      </a:cubicBezTo>
                      <a:lnTo>
                        <a:pt x="32755" y="11888"/>
                      </a:lnTo>
                      <a:cubicBezTo>
                        <a:pt x="32755" y="11343"/>
                        <a:pt x="32345" y="11003"/>
                        <a:pt x="31896" y="11003"/>
                      </a:cubicBezTo>
                      <a:lnTo>
                        <a:pt x="11915" y="11003"/>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5" name="Google Shape;2345;p90"/>
                <p:cNvSpPr/>
                <p:nvPr/>
              </p:nvSpPr>
              <p:spPr>
                <a:xfrm>
                  <a:off x="8680813" y="5018925"/>
                  <a:ext cx="43624" cy="43610"/>
                </a:xfrm>
                <a:custGeom>
                  <a:rect b="b" l="l" r="r" t="t"/>
                  <a:pathLst>
                    <a:path extrusionOk="0" h="43610" w="43624">
                      <a:moveTo>
                        <a:pt x="31822" y="43611"/>
                      </a:moveTo>
                      <a:lnTo>
                        <a:pt x="11840" y="43611"/>
                      </a:lnTo>
                      <a:cubicBezTo>
                        <a:pt x="5304" y="43611"/>
                        <a:pt x="0" y="38308"/>
                        <a:pt x="0" y="31774"/>
                      </a:cubicBezTo>
                      <a:lnTo>
                        <a:pt x="0" y="11799"/>
                      </a:lnTo>
                      <a:cubicBezTo>
                        <a:pt x="0" y="5302"/>
                        <a:pt x="5304" y="0"/>
                        <a:pt x="11840" y="0"/>
                      </a:cubicBezTo>
                      <a:lnTo>
                        <a:pt x="31822" y="0"/>
                      </a:lnTo>
                      <a:cubicBezTo>
                        <a:pt x="38320" y="0"/>
                        <a:pt x="43624" y="5302"/>
                        <a:pt x="43624" y="11799"/>
                      </a:cubicBezTo>
                      <a:lnTo>
                        <a:pt x="43624" y="31774"/>
                      </a:lnTo>
                      <a:cubicBezTo>
                        <a:pt x="43624" y="38308"/>
                        <a:pt x="38320" y="43611"/>
                        <a:pt x="31822" y="43611"/>
                      </a:cubicBezTo>
                      <a:close/>
                      <a:moveTo>
                        <a:pt x="11915" y="10940"/>
                      </a:moveTo>
                      <a:cubicBezTo>
                        <a:pt x="11354" y="10940"/>
                        <a:pt x="11018" y="11313"/>
                        <a:pt x="11018" y="11799"/>
                      </a:cubicBezTo>
                      <a:lnTo>
                        <a:pt x="11018" y="31774"/>
                      </a:lnTo>
                      <a:cubicBezTo>
                        <a:pt x="11018" y="32335"/>
                        <a:pt x="11429" y="32670"/>
                        <a:pt x="11915" y="32670"/>
                      </a:cubicBezTo>
                      <a:lnTo>
                        <a:pt x="31896" y="32670"/>
                      </a:lnTo>
                      <a:cubicBezTo>
                        <a:pt x="32419" y="32670"/>
                        <a:pt x="32755" y="32260"/>
                        <a:pt x="32755" y="31774"/>
                      </a:cubicBezTo>
                      <a:lnTo>
                        <a:pt x="32755" y="11799"/>
                      </a:lnTo>
                      <a:cubicBezTo>
                        <a:pt x="32755" y="11276"/>
                        <a:pt x="32345" y="10940"/>
                        <a:pt x="31896" y="10940"/>
                      </a:cubicBezTo>
                      <a:lnTo>
                        <a:pt x="11915" y="10940"/>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6" name="Google Shape;2346;p90"/>
                <p:cNvSpPr/>
                <p:nvPr/>
              </p:nvSpPr>
              <p:spPr>
                <a:xfrm>
                  <a:off x="8458099" y="4917497"/>
                  <a:ext cx="42578" cy="10865"/>
                </a:xfrm>
                <a:custGeom>
                  <a:rect b="b" l="l" r="r" t="t"/>
                  <a:pathLst>
                    <a:path extrusionOk="0" h="10865" w="42578">
                      <a:moveTo>
                        <a:pt x="37163" y="10865"/>
                      </a:moveTo>
                      <a:lnTo>
                        <a:pt x="5416" y="10865"/>
                      </a:lnTo>
                      <a:cubicBezTo>
                        <a:pt x="2428" y="10865"/>
                        <a:pt x="0" y="8420"/>
                        <a:pt x="0" y="5433"/>
                      </a:cubicBezTo>
                      <a:cubicBezTo>
                        <a:pt x="0" y="2442"/>
                        <a:pt x="2428" y="0"/>
                        <a:pt x="5416" y="0"/>
                      </a:cubicBezTo>
                      <a:lnTo>
                        <a:pt x="37163" y="0"/>
                      </a:lnTo>
                      <a:cubicBezTo>
                        <a:pt x="40151" y="0"/>
                        <a:pt x="42578" y="2442"/>
                        <a:pt x="42578" y="5433"/>
                      </a:cubicBezTo>
                      <a:cubicBezTo>
                        <a:pt x="42578" y="8420"/>
                        <a:pt x="40151" y="10865"/>
                        <a:pt x="37163"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7" name="Google Shape;2347;p90"/>
                <p:cNvSpPr/>
                <p:nvPr/>
              </p:nvSpPr>
              <p:spPr>
                <a:xfrm>
                  <a:off x="8515916" y="4917497"/>
                  <a:ext cx="60804" cy="10865"/>
                </a:xfrm>
                <a:custGeom>
                  <a:rect b="b" l="l" r="r" t="t"/>
                  <a:pathLst>
                    <a:path extrusionOk="0" h="10865" w="60804">
                      <a:moveTo>
                        <a:pt x="55389" y="10865"/>
                      </a:moveTo>
                      <a:lnTo>
                        <a:pt x="5416" y="10865"/>
                      </a:lnTo>
                      <a:cubicBezTo>
                        <a:pt x="2428" y="10865"/>
                        <a:pt x="0" y="8420"/>
                        <a:pt x="0" y="5433"/>
                      </a:cubicBezTo>
                      <a:cubicBezTo>
                        <a:pt x="0" y="2442"/>
                        <a:pt x="2428" y="0"/>
                        <a:pt x="5416" y="0"/>
                      </a:cubicBezTo>
                      <a:lnTo>
                        <a:pt x="55389" y="0"/>
                      </a:lnTo>
                      <a:cubicBezTo>
                        <a:pt x="58377" y="0"/>
                        <a:pt x="60805" y="2442"/>
                        <a:pt x="60805" y="5433"/>
                      </a:cubicBezTo>
                      <a:cubicBezTo>
                        <a:pt x="60805" y="8420"/>
                        <a:pt x="58377" y="10865"/>
                        <a:pt x="55389"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8" name="Google Shape;2348;p90"/>
                <p:cNvSpPr/>
                <p:nvPr/>
              </p:nvSpPr>
              <p:spPr>
                <a:xfrm>
                  <a:off x="8590503" y="4917497"/>
                  <a:ext cx="54231" cy="10865"/>
                </a:xfrm>
                <a:custGeom>
                  <a:rect b="b" l="l" r="r" t="t"/>
                  <a:pathLst>
                    <a:path extrusionOk="0" h="10865" w="54231">
                      <a:moveTo>
                        <a:pt x="48815" y="10865"/>
                      </a:moveTo>
                      <a:lnTo>
                        <a:pt x="5453" y="10865"/>
                      </a:lnTo>
                      <a:cubicBezTo>
                        <a:pt x="2465" y="10865"/>
                        <a:pt x="0" y="8420"/>
                        <a:pt x="0" y="5433"/>
                      </a:cubicBezTo>
                      <a:cubicBezTo>
                        <a:pt x="0" y="2442"/>
                        <a:pt x="2465" y="0"/>
                        <a:pt x="5453" y="0"/>
                      </a:cubicBezTo>
                      <a:lnTo>
                        <a:pt x="48815" y="0"/>
                      </a:lnTo>
                      <a:cubicBezTo>
                        <a:pt x="51804" y="0"/>
                        <a:pt x="54231" y="2442"/>
                        <a:pt x="54231" y="5433"/>
                      </a:cubicBezTo>
                      <a:cubicBezTo>
                        <a:pt x="54231" y="8420"/>
                        <a:pt x="51804" y="10865"/>
                        <a:pt x="48815"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49" name="Google Shape;2349;p90"/>
                <p:cNvSpPr/>
                <p:nvPr/>
              </p:nvSpPr>
              <p:spPr>
                <a:xfrm>
                  <a:off x="8473039" y="4947042"/>
                  <a:ext cx="125082" cy="10869"/>
                </a:xfrm>
                <a:custGeom>
                  <a:rect b="b" l="l" r="r" t="t"/>
                  <a:pathLst>
                    <a:path extrusionOk="0" h="10869" w="125082">
                      <a:moveTo>
                        <a:pt x="119667" y="10869"/>
                      </a:moveTo>
                      <a:lnTo>
                        <a:pt x="5416" y="10869"/>
                      </a:lnTo>
                      <a:cubicBezTo>
                        <a:pt x="2428" y="10869"/>
                        <a:pt x="0" y="8423"/>
                        <a:pt x="0" y="5436"/>
                      </a:cubicBezTo>
                      <a:cubicBezTo>
                        <a:pt x="0" y="2445"/>
                        <a:pt x="2428" y="0"/>
                        <a:pt x="5416" y="0"/>
                      </a:cubicBezTo>
                      <a:lnTo>
                        <a:pt x="119667" y="0"/>
                      </a:lnTo>
                      <a:cubicBezTo>
                        <a:pt x="122656" y="0"/>
                        <a:pt x="125083" y="2445"/>
                        <a:pt x="125083" y="5436"/>
                      </a:cubicBezTo>
                      <a:cubicBezTo>
                        <a:pt x="125083" y="8423"/>
                        <a:pt x="122656" y="10869"/>
                        <a:pt x="119667" y="10869"/>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0" name="Google Shape;2350;p90"/>
                <p:cNvSpPr/>
                <p:nvPr/>
              </p:nvSpPr>
              <p:spPr>
                <a:xfrm>
                  <a:off x="8421534" y="4947042"/>
                  <a:ext cx="37983" cy="10869"/>
                </a:xfrm>
                <a:custGeom>
                  <a:rect b="b" l="l" r="r" t="t"/>
                  <a:pathLst>
                    <a:path extrusionOk="0" h="10869" w="37983">
                      <a:moveTo>
                        <a:pt x="32531" y="10869"/>
                      </a:moveTo>
                      <a:lnTo>
                        <a:pt x="5415" y="10869"/>
                      </a:lnTo>
                      <a:cubicBezTo>
                        <a:pt x="2427" y="10869"/>
                        <a:pt x="0" y="8423"/>
                        <a:pt x="0" y="5436"/>
                      </a:cubicBezTo>
                      <a:cubicBezTo>
                        <a:pt x="0" y="2445"/>
                        <a:pt x="2427" y="0"/>
                        <a:pt x="5415" y="0"/>
                      </a:cubicBezTo>
                      <a:lnTo>
                        <a:pt x="32531" y="0"/>
                      </a:lnTo>
                      <a:cubicBezTo>
                        <a:pt x="35519" y="0"/>
                        <a:pt x="37984" y="2445"/>
                        <a:pt x="37984" y="5436"/>
                      </a:cubicBezTo>
                      <a:cubicBezTo>
                        <a:pt x="37984" y="8423"/>
                        <a:pt x="35519" y="10869"/>
                        <a:pt x="32531" y="10869"/>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1" name="Google Shape;2351;p90"/>
                <p:cNvSpPr/>
                <p:nvPr/>
              </p:nvSpPr>
              <p:spPr>
                <a:xfrm>
                  <a:off x="8453542" y="4977069"/>
                  <a:ext cx="88742" cy="10865"/>
                </a:xfrm>
                <a:custGeom>
                  <a:rect b="b" l="l" r="r" t="t"/>
                  <a:pathLst>
                    <a:path extrusionOk="0" h="10865" w="88742">
                      <a:moveTo>
                        <a:pt x="83289" y="10865"/>
                      </a:moveTo>
                      <a:lnTo>
                        <a:pt x="5415" y="10865"/>
                      </a:lnTo>
                      <a:cubicBezTo>
                        <a:pt x="2428" y="10865"/>
                        <a:pt x="0" y="8423"/>
                        <a:pt x="0" y="5433"/>
                      </a:cubicBezTo>
                      <a:cubicBezTo>
                        <a:pt x="0" y="2445"/>
                        <a:pt x="2428" y="0"/>
                        <a:pt x="5415" y="0"/>
                      </a:cubicBezTo>
                      <a:lnTo>
                        <a:pt x="83289" y="0"/>
                      </a:lnTo>
                      <a:cubicBezTo>
                        <a:pt x="86277" y="0"/>
                        <a:pt x="88742" y="2445"/>
                        <a:pt x="88742" y="5433"/>
                      </a:cubicBezTo>
                      <a:cubicBezTo>
                        <a:pt x="88742" y="8423"/>
                        <a:pt x="86277" y="10865"/>
                        <a:pt x="83289"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2" name="Google Shape;2352;p90"/>
                <p:cNvSpPr/>
                <p:nvPr/>
              </p:nvSpPr>
              <p:spPr>
                <a:xfrm>
                  <a:off x="8557560" y="4977069"/>
                  <a:ext cx="107827" cy="10865"/>
                </a:xfrm>
                <a:custGeom>
                  <a:rect b="b" l="l" r="r" t="t"/>
                  <a:pathLst>
                    <a:path extrusionOk="0" h="10865" w="107827">
                      <a:moveTo>
                        <a:pt x="102412" y="10865"/>
                      </a:moveTo>
                      <a:lnTo>
                        <a:pt x="5453" y="10865"/>
                      </a:lnTo>
                      <a:cubicBezTo>
                        <a:pt x="2465" y="10865"/>
                        <a:pt x="0" y="8423"/>
                        <a:pt x="0" y="5433"/>
                      </a:cubicBezTo>
                      <a:cubicBezTo>
                        <a:pt x="0" y="2445"/>
                        <a:pt x="2465" y="0"/>
                        <a:pt x="5453" y="0"/>
                      </a:cubicBezTo>
                      <a:lnTo>
                        <a:pt x="102412" y="0"/>
                      </a:lnTo>
                      <a:cubicBezTo>
                        <a:pt x="105400" y="0"/>
                        <a:pt x="107828" y="2445"/>
                        <a:pt x="107828" y="5433"/>
                      </a:cubicBezTo>
                      <a:cubicBezTo>
                        <a:pt x="107828" y="8423"/>
                        <a:pt x="105400" y="10865"/>
                        <a:pt x="102412"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3" name="Google Shape;2353;p90"/>
                <p:cNvSpPr/>
                <p:nvPr/>
              </p:nvSpPr>
              <p:spPr>
                <a:xfrm>
                  <a:off x="8610298" y="4946960"/>
                  <a:ext cx="10943" cy="10951"/>
                </a:xfrm>
                <a:custGeom>
                  <a:rect b="b" l="l" r="r" t="t"/>
                  <a:pathLst>
                    <a:path extrusionOk="0" h="10951" w="10943">
                      <a:moveTo>
                        <a:pt x="5491" y="10951"/>
                      </a:moveTo>
                      <a:cubicBezTo>
                        <a:pt x="4071" y="10951"/>
                        <a:pt x="2652" y="10410"/>
                        <a:pt x="1644" y="9390"/>
                      </a:cubicBezTo>
                      <a:cubicBezTo>
                        <a:pt x="672" y="8304"/>
                        <a:pt x="0" y="7012"/>
                        <a:pt x="0" y="5451"/>
                      </a:cubicBezTo>
                      <a:cubicBezTo>
                        <a:pt x="0" y="4025"/>
                        <a:pt x="672" y="2599"/>
                        <a:pt x="1644" y="1579"/>
                      </a:cubicBezTo>
                      <a:cubicBezTo>
                        <a:pt x="3735" y="-526"/>
                        <a:pt x="7321" y="-526"/>
                        <a:pt x="9375" y="1579"/>
                      </a:cubicBezTo>
                      <a:cubicBezTo>
                        <a:pt x="10308" y="2528"/>
                        <a:pt x="10944" y="3954"/>
                        <a:pt x="10944" y="5451"/>
                      </a:cubicBezTo>
                      <a:cubicBezTo>
                        <a:pt x="10944" y="6945"/>
                        <a:pt x="10383" y="8304"/>
                        <a:pt x="9375" y="9390"/>
                      </a:cubicBezTo>
                      <a:cubicBezTo>
                        <a:pt x="8292" y="10343"/>
                        <a:pt x="6984" y="10951"/>
                        <a:pt x="5416" y="10951"/>
                      </a:cubicBezTo>
                      <a:lnTo>
                        <a:pt x="5491" y="10951"/>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4" name="Google Shape;2354;p90"/>
                <p:cNvSpPr/>
                <p:nvPr/>
              </p:nvSpPr>
              <p:spPr>
                <a:xfrm>
                  <a:off x="8501499" y="5007089"/>
                  <a:ext cx="86837" cy="10865"/>
                </a:xfrm>
                <a:custGeom>
                  <a:rect b="b" l="l" r="r" t="t"/>
                  <a:pathLst>
                    <a:path extrusionOk="0" h="10865" w="86837">
                      <a:moveTo>
                        <a:pt x="81422" y="10865"/>
                      </a:moveTo>
                      <a:lnTo>
                        <a:pt x="5453" y="10865"/>
                      </a:lnTo>
                      <a:cubicBezTo>
                        <a:pt x="2465" y="10865"/>
                        <a:pt x="0" y="8438"/>
                        <a:pt x="0" y="5451"/>
                      </a:cubicBezTo>
                      <a:cubicBezTo>
                        <a:pt x="0" y="2464"/>
                        <a:pt x="2465" y="0"/>
                        <a:pt x="5453" y="0"/>
                      </a:cubicBezTo>
                      <a:lnTo>
                        <a:pt x="81422" y="0"/>
                      </a:lnTo>
                      <a:cubicBezTo>
                        <a:pt x="84410" y="0"/>
                        <a:pt x="86837" y="2464"/>
                        <a:pt x="86837" y="5451"/>
                      </a:cubicBezTo>
                      <a:cubicBezTo>
                        <a:pt x="86837" y="8438"/>
                        <a:pt x="84410" y="10865"/>
                        <a:pt x="81422"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55" name="Google Shape;2355;p90"/>
                <p:cNvSpPr/>
                <p:nvPr/>
              </p:nvSpPr>
              <p:spPr>
                <a:xfrm>
                  <a:off x="8602081" y="5007089"/>
                  <a:ext cx="54231" cy="10865"/>
                </a:xfrm>
                <a:custGeom>
                  <a:rect b="b" l="l" r="r" t="t"/>
                  <a:pathLst>
                    <a:path extrusionOk="0" h="10865" w="54231">
                      <a:moveTo>
                        <a:pt x="48778" y="10865"/>
                      </a:moveTo>
                      <a:lnTo>
                        <a:pt x="5415" y="10865"/>
                      </a:lnTo>
                      <a:cubicBezTo>
                        <a:pt x="2428" y="10865"/>
                        <a:pt x="0" y="8438"/>
                        <a:pt x="0" y="5451"/>
                      </a:cubicBezTo>
                      <a:cubicBezTo>
                        <a:pt x="0" y="2464"/>
                        <a:pt x="2428" y="0"/>
                        <a:pt x="5415" y="0"/>
                      </a:cubicBezTo>
                      <a:lnTo>
                        <a:pt x="48778" y="0"/>
                      </a:lnTo>
                      <a:cubicBezTo>
                        <a:pt x="51766" y="0"/>
                        <a:pt x="54231" y="2464"/>
                        <a:pt x="54231" y="5451"/>
                      </a:cubicBezTo>
                      <a:cubicBezTo>
                        <a:pt x="54231" y="8438"/>
                        <a:pt x="51766" y="10865"/>
                        <a:pt x="48778" y="10865"/>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356" name="Google Shape;2356;p90"/>
            <p:cNvGrpSpPr/>
            <p:nvPr/>
          </p:nvGrpSpPr>
          <p:grpSpPr>
            <a:xfrm>
              <a:off x="1809382" y="1201609"/>
              <a:ext cx="840929" cy="258952"/>
              <a:chOff x="2307259" y="1398945"/>
              <a:chExt cx="1121238" cy="345269"/>
            </a:xfrm>
          </p:grpSpPr>
          <p:sp>
            <p:nvSpPr>
              <p:cNvPr id="2357" name="Google Shape;2357;p90"/>
              <p:cNvSpPr/>
              <p:nvPr/>
            </p:nvSpPr>
            <p:spPr>
              <a:xfrm>
                <a:off x="2307259" y="1398945"/>
                <a:ext cx="1121238" cy="345269"/>
              </a:xfrm>
              <a:custGeom>
                <a:rect b="b" l="l" r="r" t="t"/>
                <a:pathLst>
                  <a:path extrusionOk="0" h="345269" w="1121238">
                    <a:moveTo>
                      <a:pt x="1067685" y="0"/>
                    </a:moveTo>
                    <a:cubicBezTo>
                      <a:pt x="1097262" y="0"/>
                      <a:pt x="1121239" y="23969"/>
                      <a:pt x="1121239" y="53537"/>
                    </a:cubicBezTo>
                    <a:lnTo>
                      <a:pt x="1121239" y="291733"/>
                    </a:lnTo>
                    <a:cubicBezTo>
                      <a:pt x="1121239" y="321300"/>
                      <a:pt x="1097262" y="345269"/>
                      <a:pt x="1067685" y="345269"/>
                    </a:cubicBezTo>
                    <a:lnTo>
                      <a:pt x="53553" y="345269"/>
                    </a:lnTo>
                    <a:cubicBezTo>
                      <a:pt x="23977" y="345269"/>
                      <a:pt x="0" y="321300"/>
                      <a:pt x="0" y="291733"/>
                    </a:cubicBezTo>
                    <a:lnTo>
                      <a:pt x="0" y="53537"/>
                    </a:lnTo>
                    <a:cubicBezTo>
                      <a:pt x="0" y="23969"/>
                      <a:pt x="23977" y="0"/>
                      <a:pt x="53553" y="0"/>
                    </a:cubicBezTo>
                    <a:close/>
                  </a:path>
                </a:pathLst>
              </a:custGeom>
              <a:solidFill>
                <a:srgbClr val="DFF1F9"/>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358" name="Google Shape;2358;p90"/>
              <p:cNvGrpSpPr/>
              <p:nvPr/>
            </p:nvGrpSpPr>
            <p:grpSpPr>
              <a:xfrm>
                <a:off x="2794813" y="1479005"/>
                <a:ext cx="447478" cy="185802"/>
                <a:chOff x="2794813" y="1479005"/>
                <a:chExt cx="447478" cy="185802"/>
              </a:xfrm>
            </p:grpSpPr>
            <p:sp>
              <p:nvSpPr>
                <p:cNvPr id="2359" name="Google Shape;2359;p90"/>
                <p:cNvSpPr/>
                <p:nvPr/>
              </p:nvSpPr>
              <p:spPr>
                <a:xfrm>
                  <a:off x="2794813" y="1480124"/>
                  <a:ext cx="57424" cy="68983"/>
                </a:xfrm>
                <a:custGeom>
                  <a:rect b="b" l="l" r="r" t="t"/>
                  <a:pathLst>
                    <a:path extrusionOk="0" h="68983" w="57424">
                      <a:moveTo>
                        <a:pt x="50325" y="52320"/>
                      </a:moveTo>
                      <a:cubicBezTo>
                        <a:pt x="51012" y="52320"/>
                        <a:pt x="51602" y="52586"/>
                        <a:pt x="52099" y="53115"/>
                      </a:cubicBezTo>
                      <a:lnTo>
                        <a:pt x="57047" y="58482"/>
                      </a:lnTo>
                      <a:cubicBezTo>
                        <a:pt x="54310" y="61873"/>
                        <a:pt x="50937" y="64473"/>
                        <a:pt x="46941" y="66274"/>
                      </a:cubicBezTo>
                      <a:cubicBezTo>
                        <a:pt x="42941" y="68079"/>
                        <a:pt x="38141" y="68984"/>
                        <a:pt x="32539" y="68984"/>
                      </a:cubicBezTo>
                      <a:cubicBezTo>
                        <a:pt x="27526" y="68984"/>
                        <a:pt x="23022" y="68127"/>
                        <a:pt x="19022" y="66417"/>
                      </a:cubicBezTo>
                      <a:cubicBezTo>
                        <a:pt x="15022" y="64707"/>
                        <a:pt x="11604" y="62326"/>
                        <a:pt x="8773" y="59274"/>
                      </a:cubicBezTo>
                      <a:cubicBezTo>
                        <a:pt x="5939" y="56225"/>
                        <a:pt x="3769" y="52586"/>
                        <a:pt x="2260" y="48353"/>
                      </a:cubicBezTo>
                      <a:cubicBezTo>
                        <a:pt x="751" y="44123"/>
                        <a:pt x="0" y="39504"/>
                        <a:pt x="0" y="34494"/>
                      </a:cubicBezTo>
                      <a:cubicBezTo>
                        <a:pt x="0" y="29422"/>
                        <a:pt x="837" y="24777"/>
                        <a:pt x="2517" y="20561"/>
                      </a:cubicBezTo>
                      <a:cubicBezTo>
                        <a:pt x="4202" y="16346"/>
                        <a:pt x="6562" y="12711"/>
                        <a:pt x="9614" y="9663"/>
                      </a:cubicBezTo>
                      <a:cubicBezTo>
                        <a:pt x="12665" y="6614"/>
                        <a:pt x="16314" y="4241"/>
                        <a:pt x="20561" y="2545"/>
                      </a:cubicBezTo>
                      <a:cubicBezTo>
                        <a:pt x="24811" y="850"/>
                        <a:pt x="29502" y="0"/>
                        <a:pt x="34638" y="0"/>
                      </a:cubicBezTo>
                      <a:cubicBezTo>
                        <a:pt x="39650" y="0"/>
                        <a:pt x="44031" y="802"/>
                        <a:pt x="47781" y="2407"/>
                      </a:cubicBezTo>
                      <a:cubicBezTo>
                        <a:pt x="51531" y="4007"/>
                        <a:pt x="54747" y="6133"/>
                        <a:pt x="57425" y="8777"/>
                      </a:cubicBezTo>
                      <a:lnTo>
                        <a:pt x="53223" y="14611"/>
                      </a:lnTo>
                      <a:cubicBezTo>
                        <a:pt x="52969" y="14982"/>
                        <a:pt x="52651" y="15311"/>
                        <a:pt x="52263" y="15591"/>
                      </a:cubicBezTo>
                      <a:cubicBezTo>
                        <a:pt x="51871" y="15869"/>
                        <a:pt x="51337" y="16011"/>
                        <a:pt x="50653" y="16011"/>
                      </a:cubicBezTo>
                      <a:cubicBezTo>
                        <a:pt x="49936" y="16011"/>
                        <a:pt x="49204" y="15730"/>
                        <a:pt x="48457" y="15168"/>
                      </a:cubicBezTo>
                      <a:cubicBezTo>
                        <a:pt x="47710" y="14611"/>
                        <a:pt x="46761" y="14002"/>
                        <a:pt x="45611" y="13349"/>
                      </a:cubicBezTo>
                      <a:cubicBezTo>
                        <a:pt x="44457" y="12696"/>
                        <a:pt x="43000" y="12091"/>
                        <a:pt x="41245" y="11530"/>
                      </a:cubicBezTo>
                      <a:cubicBezTo>
                        <a:pt x="39486" y="10968"/>
                        <a:pt x="37252" y="10691"/>
                        <a:pt x="34548" y="10691"/>
                      </a:cubicBezTo>
                      <a:cubicBezTo>
                        <a:pt x="31370" y="10691"/>
                        <a:pt x="28453" y="11242"/>
                        <a:pt x="25793" y="12346"/>
                      </a:cubicBezTo>
                      <a:cubicBezTo>
                        <a:pt x="23130" y="13451"/>
                        <a:pt x="20845" y="15030"/>
                        <a:pt x="18929" y="17083"/>
                      </a:cubicBezTo>
                      <a:cubicBezTo>
                        <a:pt x="17013" y="19136"/>
                        <a:pt x="15522" y="21633"/>
                        <a:pt x="14447" y="24576"/>
                      </a:cubicBezTo>
                      <a:cubicBezTo>
                        <a:pt x="13375" y="27515"/>
                        <a:pt x="12837" y="30822"/>
                        <a:pt x="12837" y="34494"/>
                      </a:cubicBezTo>
                      <a:cubicBezTo>
                        <a:pt x="12837" y="38289"/>
                        <a:pt x="13375" y="41666"/>
                        <a:pt x="14447" y="44619"/>
                      </a:cubicBezTo>
                      <a:cubicBezTo>
                        <a:pt x="15522" y="47576"/>
                        <a:pt x="16975" y="50067"/>
                        <a:pt x="18813" y="52087"/>
                      </a:cubicBezTo>
                      <a:cubicBezTo>
                        <a:pt x="20647" y="54110"/>
                        <a:pt x="22809" y="55657"/>
                        <a:pt x="25300" y="56732"/>
                      </a:cubicBezTo>
                      <a:cubicBezTo>
                        <a:pt x="27792" y="57804"/>
                        <a:pt x="30470" y="58340"/>
                        <a:pt x="33331" y="58340"/>
                      </a:cubicBezTo>
                      <a:cubicBezTo>
                        <a:pt x="35041" y="58340"/>
                        <a:pt x="36591" y="58249"/>
                        <a:pt x="37977" y="58063"/>
                      </a:cubicBezTo>
                      <a:cubicBezTo>
                        <a:pt x="39362" y="57873"/>
                        <a:pt x="40636" y="57578"/>
                        <a:pt x="41805" y="57173"/>
                      </a:cubicBezTo>
                      <a:cubicBezTo>
                        <a:pt x="42970" y="56772"/>
                        <a:pt x="44076" y="56251"/>
                        <a:pt x="45122" y="55613"/>
                      </a:cubicBezTo>
                      <a:cubicBezTo>
                        <a:pt x="46164" y="54975"/>
                        <a:pt x="47195" y="54187"/>
                        <a:pt x="48225" y="53254"/>
                      </a:cubicBezTo>
                      <a:cubicBezTo>
                        <a:pt x="48535" y="52973"/>
                        <a:pt x="48864" y="52751"/>
                        <a:pt x="49204" y="52579"/>
                      </a:cubicBezTo>
                      <a:cubicBezTo>
                        <a:pt x="49548" y="52408"/>
                        <a:pt x="49921" y="52320"/>
                        <a:pt x="50325" y="52320"/>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0" name="Google Shape;2360;p90"/>
                <p:cNvSpPr/>
                <p:nvPr/>
              </p:nvSpPr>
              <p:spPr>
                <a:xfrm>
                  <a:off x="2857370" y="1499727"/>
                  <a:ext cx="47385" cy="49333"/>
                </a:xfrm>
                <a:custGeom>
                  <a:rect b="b" l="l" r="r" t="t"/>
                  <a:pathLst>
                    <a:path extrusionOk="0" h="49333" w="47385">
                      <a:moveTo>
                        <a:pt x="23762" y="0"/>
                      </a:moveTo>
                      <a:cubicBezTo>
                        <a:pt x="27340" y="0"/>
                        <a:pt x="30585" y="576"/>
                        <a:pt x="33495" y="1728"/>
                      </a:cubicBezTo>
                      <a:cubicBezTo>
                        <a:pt x="36408" y="2881"/>
                        <a:pt x="38888" y="4514"/>
                        <a:pt x="40942" y="6629"/>
                      </a:cubicBezTo>
                      <a:cubicBezTo>
                        <a:pt x="42997" y="8744"/>
                        <a:pt x="44584" y="11329"/>
                        <a:pt x="45704" y="14377"/>
                      </a:cubicBezTo>
                      <a:cubicBezTo>
                        <a:pt x="46825" y="17426"/>
                        <a:pt x="47385" y="20835"/>
                        <a:pt x="47385" y="24598"/>
                      </a:cubicBezTo>
                      <a:cubicBezTo>
                        <a:pt x="47385" y="28393"/>
                        <a:pt x="46825" y="31817"/>
                        <a:pt x="45704" y="34866"/>
                      </a:cubicBezTo>
                      <a:cubicBezTo>
                        <a:pt x="44584" y="37914"/>
                        <a:pt x="42997" y="40514"/>
                        <a:pt x="40942" y="42661"/>
                      </a:cubicBezTo>
                      <a:cubicBezTo>
                        <a:pt x="38888" y="44805"/>
                        <a:pt x="36408" y="46457"/>
                        <a:pt x="33495" y="47606"/>
                      </a:cubicBezTo>
                      <a:cubicBezTo>
                        <a:pt x="30585" y="48758"/>
                        <a:pt x="27340" y="49334"/>
                        <a:pt x="23762" y="49334"/>
                      </a:cubicBezTo>
                      <a:cubicBezTo>
                        <a:pt x="20184" y="49334"/>
                        <a:pt x="16930" y="48758"/>
                        <a:pt x="14006" y="47606"/>
                      </a:cubicBezTo>
                      <a:cubicBezTo>
                        <a:pt x="11078" y="46457"/>
                        <a:pt x="8579" y="44805"/>
                        <a:pt x="6510" y="42661"/>
                      </a:cubicBezTo>
                      <a:cubicBezTo>
                        <a:pt x="4441" y="40514"/>
                        <a:pt x="2835" y="37914"/>
                        <a:pt x="1703" y="34866"/>
                      </a:cubicBezTo>
                      <a:cubicBezTo>
                        <a:pt x="564" y="31817"/>
                        <a:pt x="0" y="28393"/>
                        <a:pt x="0" y="24598"/>
                      </a:cubicBezTo>
                      <a:cubicBezTo>
                        <a:pt x="0" y="20835"/>
                        <a:pt x="564" y="17426"/>
                        <a:pt x="1703" y="14377"/>
                      </a:cubicBezTo>
                      <a:cubicBezTo>
                        <a:pt x="2835" y="11329"/>
                        <a:pt x="4441" y="8744"/>
                        <a:pt x="6510" y="6629"/>
                      </a:cubicBezTo>
                      <a:cubicBezTo>
                        <a:pt x="8579" y="4514"/>
                        <a:pt x="11078" y="2881"/>
                        <a:pt x="14006" y="1728"/>
                      </a:cubicBezTo>
                      <a:cubicBezTo>
                        <a:pt x="16930" y="576"/>
                        <a:pt x="20184" y="0"/>
                        <a:pt x="23762" y="0"/>
                      </a:cubicBezTo>
                      <a:close/>
                      <a:moveTo>
                        <a:pt x="23762" y="40466"/>
                      </a:moveTo>
                      <a:cubicBezTo>
                        <a:pt x="27743" y="40466"/>
                        <a:pt x="30694" y="39128"/>
                        <a:pt x="32610" y="36452"/>
                      </a:cubicBezTo>
                      <a:cubicBezTo>
                        <a:pt x="34522" y="33775"/>
                        <a:pt x="35482" y="29856"/>
                        <a:pt x="35482" y="24693"/>
                      </a:cubicBezTo>
                      <a:cubicBezTo>
                        <a:pt x="35482" y="19526"/>
                        <a:pt x="34522" y="15591"/>
                        <a:pt x="32610" y="12882"/>
                      </a:cubicBezTo>
                      <a:cubicBezTo>
                        <a:pt x="30694" y="10177"/>
                        <a:pt x="27743" y="8824"/>
                        <a:pt x="23762" y="8824"/>
                      </a:cubicBezTo>
                      <a:cubicBezTo>
                        <a:pt x="19717" y="8824"/>
                        <a:pt x="16725" y="10184"/>
                        <a:pt x="14798" y="12908"/>
                      </a:cubicBezTo>
                      <a:cubicBezTo>
                        <a:pt x="12867" y="15628"/>
                        <a:pt x="11903" y="19559"/>
                        <a:pt x="11903" y="24693"/>
                      </a:cubicBezTo>
                      <a:cubicBezTo>
                        <a:pt x="11903" y="29826"/>
                        <a:pt x="12867" y="33739"/>
                        <a:pt x="14798" y="36430"/>
                      </a:cubicBezTo>
                      <a:cubicBezTo>
                        <a:pt x="16725" y="39121"/>
                        <a:pt x="19717" y="40466"/>
                        <a:pt x="23762" y="4046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1" name="Google Shape;2361;p90"/>
                <p:cNvSpPr/>
                <p:nvPr/>
              </p:nvSpPr>
              <p:spPr>
                <a:xfrm>
                  <a:off x="2913767" y="1499727"/>
                  <a:ext cx="41737" cy="48633"/>
                </a:xfrm>
                <a:custGeom>
                  <a:rect b="b" l="l" r="r" t="t"/>
                  <a:pathLst>
                    <a:path extrusionOk="0" h="48633" w="41737">
                      <a:moveTo>
                        <a:pt x="0" y="48634"/>
                      </a:moveTo>
                      <a:lnTo>
                        <a:pt x="0" y="747"/>
                      </a:lnTo>
                      <a:lnTo>
                        <a:pt x="7048" y="747"/>
                      </a:lnTo>
                      <a:cubicBezTo>
                        <a:pt x="8542" y="747"/>
                        <a:pt x="9524" y="1448"/>
                        <a:pt x="9991" y="2848"/>
                      </a:cubicBezTo>
                      <a:lnTo>
                        <a:pt x="10783" y="6629"/>
                      </a:lnTo>
                      <a:cubicBezTo>
                        <a:pt x="11750" y="5634"/>
                        <a:pt x="12766" y="4733"/>
                        <a:pt x="13842" y="3923"/>
                      </a:cubicBezTo>
                      <a:cubicBezTo>
                        <a:pt x="14914" y="3114"/>
                        <a:pt x="16053" y="2414"/>
                        <a:pt x="17248" y="1823"/>
                      </a:cubicBezTo>
                      <a:cubicBezTo>
                        <a:pt x="18451" y="1233"/>
                        <a:pt x="19732" y="780"/>
                        <a:pt x="21102" y="467"/>
                      </a:cubicBezTo>
                      <a:cubicBezTo>
                        <a:pt x="22473" y="157"/>
                        <a:pt x="23963" y="0"/>
                        <a:pt x="25584" y="0"/>
                      </a:cubicBezTo>
                      <a:cubicBezTo>
                        <a:pt x="28199" y="0"/>
                        <a:pt x="30514" y="445"/>
                        <a:pt x="32539" y="1331"/>
                      </a:cubicBezTo>
                      <a:cubicBezTo>
                        <a:pt x="34563" y="2217"/>
                        <a:pt x="36251" y="3464"/>
                        <a:pt x="37607" y="5065"/>
                      </a:cubicBezTo>
                      <a:cubicBezTo>
                        <a:pt x="38959" y="6669"/>
                        <a:pt x="39986" y="8584"/>
                        <a:pt x="40688" y="10808"/>
                      </a:cubicBezTo>
                      <a:cubicBezTo>
                        <a:pt x="41387" y="13032"/>
                        <a:pt x="41738" y="15482"/>
                        <a:pt x="41738" y="18158"/>
                      </a:cubicBezTo>
                      <a:lnTo>
                        <a:pt x="41738" y="48634"/>
                      </a:lnTo>
                      <a:lnTo>
                        <a:pt x="30204" y="48634"/>
                      </a:lnTo>
                      <a:lnTo>
                        <a:pt x="30204" y="18158"/>
                      </a:lnTo>
                      <a:cubicBezTo>
                        <a:pt x="30204" y="15234"/>
                        <a:pt x="29528" y="12970"/>
                        <a:pt x="28173" y="11366"/>
                      </a:cubicBezTo>
                      <a:cubicBezTo>
                        <a:pt x="26821" y="9765"/>
                        <a:pt x="24789" y="8963"/>
                        <a:pt x="22081" y="8963"/>
                      </a:cubicBezTo>
                      <a:cubicBezTo>
                        <a:pt x="20090" y="8963"/>
                        <a:pt x="18223" y="9415"/>
                        <a:pt x="16479" y="10315"/>
                      </a:cubicBezTo>
                      <a:cubicBezTo>
                        <a:pt x="14738" y="11220"/>
                        <a:pt x="13087" y="12448"/>
                        <a:pt x="11530" y="14002"/>
                      </a:cubicBezTo>
                      <a:lnTo>
                        <a:pt x="11530" y="48634"/>
                      </a:lnTo>
                      <a:lnTo>
                        <a:pt x="0" y="4863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2" name="Google Shape;2362;p90"/>
                <p:cNvSpPr/>
                <p:nvPr/>
              </p:nvSpPr>
              <p:spPr>
                <a:xfrm>
                  <a:off x="2966852" y="1499727"/>
                  <a:ext cx="41737" cy="48633"/>
                </a:xfrm>
                <a:custGeom>
                  <a:rect b="b" l="l" r="r" t="t"/>
                  <a:pathLst>
                    <a:path extrusionOk="0" h="48633" w="41737">
                      <a:moveTo>
                        <a:pt x="0" y="48634"/>
                      </a:moveTo>
                      <a:lnTo>
                        <a:pt x="0" y="747"/>
                      </a:lnTo>
                      <a:lnTo>
                        <a:pt x="7048" y="747"/>
                      </a:lnTo>
                      <a:cubicBezTo>
                        <a:pt x="8542" y="747"/>
                        <a:pt x="9524" y="1448"/>
                        <a:pt x="9991" y="2848"/>
                      </a:cubicBezTo>
                      <a:lnTo>
                        <a:pt x="10783" y="6629"/>
                      </a:lnTo>
                      <a:cubicBezTo>
                        <a:pt x="11750" y="5634"/>
                        <a:pt x="12766" y="4733"/>
                        <a:pt x="13842" y="3923"/>
                      </a:cubicBezTo>
                      <a:cubicBezTo>
                        <a:pt x="14914" y="3114"/>
                        <a:pt x="16053" y="2414"/>
                        <a:pt x="17248" y="1823"/>
                      </a:cubicBezTo>
                      <a:cubicBezTo>
                        <a:pt x="18451" y="1233"/>
                        <a:pt x="19732" y="780"/>
                        <a:pt x="21102" y="467"/>
                      </a:cubicBezTo>
                      <a:cubicBezTo>
                        <a:pt x="22473" y="157"/>
                        <a:pt x="23963" y="0"/>
                        <a:pt x="25584" y="0"/>
                      </a:cubicBezTo>
                      <a:cubicBezTo>
                        <a:pt x="28199" y="0"/>
                        <a:pt x="30514" y="445"/>
                        <a:pt x="32539" y="1331"/>
                      </a:cubicBezTo>
                      <a:cubicBezTo>
                        <a:pt x="34563" y="2217"/>
                        <a:pt x="36251" y="3464"/>
                        <a:pt x="37603" y="5065"/>
                      </a:cubicBezTo>
                      <a:cubicBezTo>
                        <a:pt x="38959" y="6669"/>
                        <a:pt x="39986" y="8584"/>
                        <a:pt x="40688" y="10808"/>
                      </a:cubicBezTo>
                      <a:cubicBezTo>
                        <a:pt x="41387" y="13032"/>
                        <a:pt x="41738" y="15482"/>
                        <a:pt x="41738" y="18158"/>
                      </a:cubicBezTo>
                      <a:lnTo>
                        <a:pt x="41738" y="48634"/>
                      </a:lnTo>
                      <a:lnTo>
                        <a:pt x="30204" y="48634"/>
                      </a:lnTo>
                      <a:lnTo>
                        <a:pt x="30204" y="18158"/>
                      </a:lnTo>
                      <a:cubicBezTo>
                        <a:pt x="30204" y="15234"/>
                        <a:pt x="29528" y="12970"/>
                        <a:pt x="28173" y="11366"/>
                      </a:cubicBezTo>
                      <a:cubicBezTo>
                        <a:pt x="26821" y="9765"/>
                        <a:pt x="24789" y="8963"/>
                        <a:pt x="22081" y="8963"/>
                      </a:cubicBezTo>
                      <a:cubicBezTo>
                        <a:pt x="20090" y="8963"/>
                        <a:pt x="18223" y="9415"/>
                        <a:pt x="16479" y="10315"/>
                      </a:cubicBezTo>
                      <a:cubicBezTo>
                        <a:pt x="14734" y="11220"/>
                        <a:pt x="13087" y="12448"/>
                        <a:pt x="11530" y="14002"/>
                      </a:cubicBezTo>
                      <a:lnTo>
                        <a:pt x="11530" y="48634"/>
                      </a:lnTo>
                      <a:lnTo>
                        <a:pt x="0" y="48634"/>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3" name="Google Shape;2363;p90"/>
                <p:cNvSpPr/>
                <p:nvPr/>
              </p:nvSpPr>
              <p:spPr>
                <a:xfrm>
                  <a:off x="3016713" y="1499727"/>
                  <a:ext cx="43747" cy="49333"/>
                </a:xfrm>
                <a:custGeom>
                  <a:rect b="b" l="l" r="r" t="t"/>
                  <a:pathLst>
                    <a:path extrusionOk="0" h="49333" w="43747">
                      <a:moveTo>
                        <a:pt x="23018" y="0"/>
                      </a:moveTo>
                      <a:cubicBezTo>
                        <a:pt x="26033" y="0"/>
                        <a:pt x="28815" y="485"/>
                        <a:pt x="31351" y="1448"/>
                      </a:cubicBezTo>
                      <a:cubicBezTo>
                        <a:pt x="33887" y="2414"/>
                        <a:pt x="36072" y="3822"/>
                        <a:pt x="37910" y="5674"/>
                      </a:cubicBezTo>
                      <a:cubicBezTo>
                        <a:pt x="39743" y="7522"/>
                        <a:pt x="41178" y="9794"/>
                        <a:pt x="42208" y="12485"/>
                      </a:cubicBezTo>
                      <a:cubicBezTo>
                        <a:pt x="43232" y="15180"/>
                        <a:pt x="43747" y="18250"/>
                        <a:pt x="43747" y="21703"/>
                      </a:cubicBezTo>
                      <a:cubicBezTo>
                        <a:pt x="43747" y="22574"/>
                        <a:pt x="43706" y="23300"/>
                        <a:pt x="43628" y="23876"/>
                      </a:cubicBezTo>
                      <a:cubicBezTo>
                        <a:pt x="43553" y="24452"/>
                        <a:pt x="43411" y="24901"/>
                        <a:pt x="43209" y="25229"/>
                      </a:cubicBezTo>
                      <a:cubicBezTo>
                        <a:pt x="43004" y="25553"/>
                        <a:pt x="42735" y="25787"/>
                        <a:pt x="42391" y="25929"/>
                      </a:cubicBezTo>
                      <a:cubicBezTo>
                        <a:pt x="42052" y="26067"/>
                        <a:pt x="41611" y="26136"/>
                        <a:pt x="41084" y="26136"/>
                      </a:cubicBezTo>
                      <a:lnTo>
                        <a:pt x="11485" y="26136"/>
                      </a:lnTo>
                      <a:cubicBezTo>
                        <a:pt x="11829" y="31055"/>
                        <a:pt x="13151" y="34665"/>
                        <a:pt x="15451" y="36966"/>
                      </a:cubicBezTo>
                      <a:cubicBezTo>
                        <a:pt x="17760" y="39270"/>
                        <a:pt x="20807" y="40419"/>
                        <a:pt x="24606" y="40419"/>
                      </a:cubicBezTo>
                      <a:cubicBezTo>
                        <a:pt x="26473" y="40419"/>
                        <a:pt x="28083" y="40204"/>
                        <a:pt x="29439" y="39766"/>
                      </a:cubicBezTo>
                      <a:cubicBezTo>
                        <a:pt x="30791" y="39332"/>
                        <a:pt x="31971" y="38847"/>
                        <a:pt x="32987" y="38319"/>
                      </a:cubicBezTo>
                      <a:cubicBezTo>
                        <a:pt x="33995" y="37790"/>
                        <a:pt x="34884" y="37309"/>
                        <a:pt x="35646" y="36871"/>
                      </a:cubicBezTo>
                      <a:cubicBezTo>
                        <a:pt x="36408" y="36437"/>
                        <a:pt x="37148" y="36218"/>
                        <a:pt x="37861" y="36218"/>
                      </a:cubicBezTo>
                      <a:cubicBezTo>
                        <a:pt x="38328" y="36218"/>
                        <a:pt x="38735" y="36313"/>
                        <a:pt x="39079" y="36499"/>
                      </a:cubicBezTo>
                      <a:cubicBezTo>
                        <a:pt x="39419" y="36685"/>
                        <a:pt x="39717" y="36951"/>
                        <a:pt x="39964" y="37294"/>
                      </a:cubicBezTo>
                      <a:lnTo>
                        <a:pt x="43325" y="41494"/>
                      </a:lnTo>
                      <a:cubicBezTo>
                        <a:pt x="42052" y="42986"/>
                        <a:pt x="40617" y="44240"/>
                        <a:pt x="39030" y="45250"/>
                      </a:cubicBezTo>
                      <a:cubicBezTo>
                        <a:pt x="37443" y="46260"/>
                        <a:pt x="35788" y="47070"/>
                        <a:pt x="34059" y="47679"/>
                      </a:cubicBezTo>
                      <a:cubicBezTo>
                        <a:pt x="32330" y="48284"/>
                        <a:pt x="30570" y="48710"/>
                        <a:pt x="28785" y="48962"/>
                      </a:cubicBezTo>
                      <a:cubicBezTo>
                        <a:pt x="26992" y="49210"/>
                        <a:pt x="25256" y="49334"/>
                        <a:pt x="23575" y="49334"/>
                      </a:cubicBezTo>
                      <a:cubicBezTo>
                        <a:pt x="20247" y="49334"/>
                        <a:pt x="17151" y="48780"/>
                        <a:pt x="14286" y="47679"/>
                      </a:cubicBezTo>
                      <a:cubicBezTo>
                        <a:pt x="11421" y="46574"/>
                        <a:pt x="8930" y="44940"/>
                        <a:pt x="6816" y="42778"/>
                      </a:cubicBezTo>
                      <a:cubicBezTo>
                        <a:pt x="4702" y="40616"/>
                        <a:pt x="3033" y="37940"/>
                        <a:pt x="1823" y="34749"/>
                      </a:cubicBezTo>
                      <a:cubicBezTo>
                        <a:pt x="609" y="31559"/>
                        <a:pt x="0" y="27865"/>
                        <a:pt x="0" y="23664"/>
                      </a:cubicBezTo>
                      <a:cubicBezTo>
                        <a:pt x="0" y="20397"/>
                        <a:pt x="527" y="17324"/>
                        <a:pt x="1587" y="14447"/>
                      </a:cubicBezTo>
                      <a:cubicBezTo>
                        <a:pt x="2648" y="11570"/>
                        <a:pt x="4164" y="9065"/>
                        <a:pt x="6140" y="6932"/>
                      </a:cubicBezTo>
                      <a:cubicBezTo>
                        <a:pt x="8116" y="4802"/>
                        <a:pt x="10529" y="3114"/>
                        <a:pt x="13379" y="1867"/>
                      </a:cubicBezTo>
                      <a:cubicBezTo>
                        <a:pt x="16221" y="624"/>
                        <a:pt x="19437" y="0"/>
                        <a:pt x="23018" y="0"/>
                      </a:cubicBezTo>
                      <a:close/>
                      <a:moveTo>
                        <a:pt x="23250" y="8262"/>
                      </a:moveTo>
                      <a:cubicBezTo>
                        <a:pt x="19889" y="8262"/>
                        <a:pt x="17259" y="9210"/>
                        <a:pt x="15362" y="11110"/>
                      </a:cubicBezTo>
                      <a:cubicBezTo>
                        <a:pt x="13461" y="13006"/>
                        <a:pt x="12247" y="15701"/>
                        <a:pt x="11716" y="19183"/>
                      </a:cubicBezTo>
                      <a:lnTo>
                        <a:pt x="33379" y="19183"/>
                      </a:lnTo>
                      <a:cubicBezTo>
                        <a:pt x="33379" y="17692"/>
                        <a:pt x="33181" y="16284"/>
                        <a:pt x="32774" y="14961"/>
                      </a:cubicBezTo>
                      <a:cubicBezTo>
                        <a:pt x="32371" y="13637"/>
                        <a:pt x="31747" y="12478"/>
                        <a:pt x="30907" y="11482"/>
                      </a:cubicBezTo>
                      <a:cubicBezTo>
                        <a:pt x="30070" y="10487"/>
                        <a:pt x="29005" y="9703"/>
                        <a:pt x="27736" y="9127"/>
                      </a:cubicBezTo>
                      <a:cubicBezTo>
                        <a:pt x="26458" y="8551"/>
                        <a:pt x="24961" y="8262"/>
                        <a:pt x="23250" y="826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4" name="Google Shape;2364;p90"/>
                <p:cNvSpPr/>
                <p:nvPr/>
              </p:nvSpPr>
              <p:spPr>
                <a:xfrm>
                  <a:off x="3066619" y="1499727"/>
                  <a:ext cx="40385" cy="49333"/>
                </a:xfrm>
                <a:custGeom>
                  <a:rect b="b" l="l" r="r" t="t"/>
                  <a:pathLst>
                    <a:path extrusionOk="0" h="49333" w="40385">
                      <a:moveTo>
                        <a:pt x="36882" y="10877"/>
                      </a:moveTo>
                      <a:cubicBezTo>
                        <a:pt x="36539" y="11311"/>
                        <a:pt x="36206" y="11653"/>
                        <a:pt x="35878" y="11901"/>
                      </a:cubicBezTo>
                      <a:cubicBezTo>
                        <a:pt x="35557" y="12153"/>
                        <a:pt x="35079" y="12277"/>
                        <a:pt x="34459" y="12277"/>
                      </a:cubicBezTo>
                      <a:cubicBezTo>
                        <a:pt x="33865" y="12277"/>
                        <a:pt x="33289" y="12099"/>
                        <a:pt x="32729" y="11741"/>
                      </a:cubicBezTo>
                      <a:cubicBezTo>
                        <a:pt x="32169" y="11384"/>
                        <a:pt x="31500" y="10979"/>
                        <a:pt x="30724" y="10527"/>
                      </a:cubicBezTo>
                      <a:cubicBezTo>
                        <a:pt x="29943" y="10075"/>
                        <a:pt x="29020" y="9670"/>
                        <a:pt x="27941" y="9313"/>
                      </a:cubicBezTo>
                      <a:cubicBezTo>
                        <a:pt x="26869" y="8955"/>
                        <a:pt x="25539" y="8777"/>
                        <a:pt x="23952" y="8777"/>
                      </a:cubicBezTo>
                      <a:cubicBezTo>
                        <a:pt x="21928" y="8777"/>
                        <a:pt x="20157" y="9141"/>
                        <a:pt x="18630" y="9874"/>
                      </a:cubicBezTo>
                      <a:cubicBezTo>
                        <a:pt x="17102" y="10604"/>
                        <a:pt x="15836" y="11653"/>
                        <a:pt x="14824" y="13025"/>
                      </a:cubicBezTo>
                      <a:cubicBezTo>
                        <a:pt x="13812" y="14392"/>
                        <a:pt x="13057" y="16051"/>
                        <a:pt x="12561" y="17995"/>
                      </a:cubicBezTo>
                      <a:cubicBezTo>
                        <a:pt x="12064" y="19938"/>
                        <a:pt x="11814" y="22140"/>
                        <a:pt x="11814" y="24598"/>
                      </a:cubicBezTo>
                      <a:cubicBezTo>
                        <a:pt x="11814" y="27150"/>
                        <a:pt x="12083" y="29422"/>
                        <a:pt x="12632" y="31413"/>
                      </a:cubicBezTo>
                      <a:cubicBezTo>
                        <a:pt x="13173" y="33403"/>
                        <a:pt x="13961" y="35077"/>
                        <a:pt x="14988" y="36430"/>
                      </a:cubicBezTo>
                      <a:cubicBezTo>
                        <a:pt x="16015" y="37783"/>
                        <a:pt x="17259" y="38811"/>
                        <a:pt x="18723" y="39511"/>
                      </a:cubicBezTo>
                      <a:cubicBezTo>
                        <a:pt x="20184" y="40211"/>
                        <a:pt x="21834" y="40561"/>
                        <a:pt x="23672" y="40561"/>
                      </a:cubicBezTo>
                      <a:cubicBezTo>
                        <a:pt x="25506" y="40561"/>
                        <a:pt x="26996" y="40335"/>
                        <a:pt x="28128" y="39883"/>
                      </a:cubicBezTo>
                      <a:cubicBezTo>
                        <a:pt x="29267" y="39431"/>
                        <a:pt x="30223" y="38935"/>
                        <a:pt x="31004" y="38388"/>
                      </a:cubicBezTo>
                      <a:cubicBezTo>
                        <a:pt x="31781" y="37845"/>
                        <a:pt x="32453" y="37349"/>
                        <a:pt x="33032" y="36897"/>
                      </a:cubicBezTo>
                      <a:cubicBezTo>
                        <a:pt x="33607" y="36445"/>
                        <a:pt x="34253" y="36218"/>
                        <a:pt x="34970" y="36218"/>
                      </a:cubicBezTo>
                      <a:cubicBezTo>
                        <a:pt x="35904" y="36218"/>
                        <a:pt x="36606" y="36576"/>
                        <a:pt x="37073" y="37294"/>
                      </a:cubicBezTo>
                      <a:lnTo>
                        <a:pt x="40386" y="41494"/>
                      </a:lnTo>
                      <a:cubicBezTo>
                        <a:pt x="39108" y="42986"/>
                        <a:pt x="37727" y="44240"/>
                        <a:pt x="36229" y="45250"/>
                      </a:cubicBezTo>
                      <a:cubicBezTo>
                        <a:pt x="34739" y="46260"/>
                        <a:pt x="33189" y="47070"/>
                        <a:pt x="31586" y="47679"/>
                      </a:cubicBezTo>
                      <a:cubicBezTo>
                        <a:pt x="29980" y="48284"/>
                        <a:pt x="28326" y="48710"/>
                        <a:pt x="26611" y="48962"/>
                      </a:cubicBezTo>
                      <a:cubicBezTo>
                        <a:pt x="24901" y="49210"/>
                        <a:pt x="23205" y="49334"/>
                        <a:pt x="21524" y="49334"/>
                      </a:cubicBezTo>
                      <a:cubicBezTo>
                        <a:pt x="18566" y="49334"/>
                        <a:pt x="15784" y="48780"/>
                        <a:pt x="13166" y="47679"/>
                      </a:cubicBezTo>
                      <a:cubicBezTo>
                        <a:pt x="10551" y="46574"/>
                        <a:pt x="8273" y="44962"/>
                        <a:pt x="6327" y="42847"/>
                      </a:cubicBezTo>
                      <a:cubicBezTo>
                        <a:pt x="4381" y="40732"/>
                        <a:pt x="2842" y="38140"/>
                        <a:pt x="1707" y="35077"/>
                      </a:cubicBezTo>
                      <a:cubicBezTo>
                        <a:pt x="568" y="32011"/>
                        <a:pt x="0" y="28517"/>
                        <a:pt x="0" y="24598"/>
                      </a:cubicBezTo>
                      <a:cubicBezTo>
                        <a:pt x="0" y="21083"/>
                        <a:pt x="508" y="17823"/>
                        <a:pt x="1516" y="14819"/>
                      </a:cubicBezTo>
                      <a:cubicBezTo>
                        <a:pt x="2532" y="11818"/>
                        <a:pt x="4015" y="9218"/>
                        <a:pt x="5980" y="7027"/>
                      </a:cubicBezTo>
                      <a:cubicBezTo>
                        <a:pt x="7937" y="4831"/>
                        <a:pt x="10364" y="3114"/>
                        <a:pt x="13263" y="1867"/>
                      </a:cubicBezTo>
                      <a:cubicBezTo>
                        <a:pt x="16154" y="624"/>
                        <a:pt x="19485" y="0"/>
                        <a:pt x="23254" y="0"/>
                      </a:cubicBezTo>
                      <a:cubicBezTo>
                        <a:pt x="26832" y="0"/>
                        <a:pt x="29965" y="576"/>
                        <a:pt x="32658" y="1728"/>
                      </a:cubicBezTo>
                      <a:cubicBezTo>
                        <a:pt x="35351" y="2881"/>
                        <a:pt x="37771" y="4529"/>
                        <a:pt x="39919" y="6676"/>
                      </a:cubicBezTo>
                      <a:lnTo>
                        <a:pt x="36882" y="1087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5" name="Google Shape;2365;p90"/>
                <p:cNvSpPr/>
                <p:nvPr/>
              </p:nvSpPr>
              <p:spPr>
                <a:xfrm>
                  <a:off x="3110038" y="1485820"/>
                  <a:ext cx="32632" cy="63288"/>
                </a:xfrm>
                <a:custGeom>
                  <a:rect b="b" l="l" r="r" t="t"/>
                  <a:pathLst>
                    <a:path extrusionOk="0" h="63288" w="32632">
                      <a:moveTo>
                        <a:pt x="20075" y="63288"/>
                      </a:moveTo>
                      <a:cubicBezTo>
                        <a:pt x="15937" y="63288"/>
                        <a:pt x="12747" y="62114"/>
                        <a:pt x="10506" y="59762"/>
                      </a:cubicBezTo>
                      <a:cubicBezTo>
                        <a:pt x="8265" y="57414"/>
                        <a:pt x="7145" y="54172"/>
                        <a:pt x="7145" y="50034"/>
                      </a:cubicBezTo>
                      <a:lnTo>
                        <a:pt x="7145" y="23289"/>
                      </a:lnTo>
                      <a:lnTo>
                        <a:pt x="2286" y="23289"/>
                      </a:lnTo>
                      <a:cubicBezTo>
                        <a:pt x="1666" y="23289"/>
                        <a:pt x="1128" y="23088"/>
                        <a:pt x="680" y="22683"/>
                      </a:cubicBezTo>
                      <a:cubicBezTo>
                        <a:pt x="228" y="22279"/>
                        <a:pt x="0" y="21673"/>
                        <a:pt x="0" y="20864"/>
                      </a:cubicBezTo>
                      <a:lnTo>
                        <a:pt x="0" y="16288"/>
                      </a:lnTo>
                      <a:lnTo>
                        <a:pt x="7705" y="15030"/>
                      </a:lnTo>
                      <a:lnTo>
                        <a:pt x="10133" y="1962"/>
                      </a:lnTo>
                      <a:cubicBezTo>
                        <a:pt x="10256" y="1338"/>
                        <a:pt x="10544" y="857"/>
                        <a:pt x="10996" y="514"/>
                      </a:cubicBezTo>
                      <a:cubicBezTo>
                        <a:pt x="11444" y="171"/>
                        <a:pt x="12015" y="0"/>
                        <a:pt x="12699" y="0"/>
                      </a:cubicBezTo>
                      <a:lnTo>
                        <a:pt x="18675" y="0"/>
                      </a:lnTo>
                      <a:lnTo>
                        <a:pt x="18675" y="15074"/>
                      </a:lnTo>
                      <a:lnTo>
                        <a:pt x="31280" y="15074"/>
                      </a:lnTo>
                      <a:lnTo>
                        <a:pt x="31280" y="23289"/>
                      </a:lnTo>
                      <a:lnTo>
                        <a:pt x="18675" y="23289"/>
                      </a:lnTo>
                      <a:lnTo>
                        <a:pt x="18675" y="49239"/>
                      </a:lnTo>
                      <a:cubicBezTo>
                        <a:pt x="18675" y="50734"/>
                        <a:pt x="19052" y="51901"/>
                        <a:pt x="19795" y="52739"/>
                      </a:cubicBezTo>
                      <a:cubicBezTo>
                        <a:pt x="20542" y="53578"/>
                        <a:pt x="21539" y="54001"/>
                        <a:pt x="22787" y="54001"/>
                      </a:cubicBezTo>
                      <a:cubicBezTo>
                        <a:pt x="23500" y="54001"/>
                        <a:pt x="24098" y="53914"/>
                        <a:pt x="24580" y="53742"/>
                      </a:cubicBezTo>
                      <a:cubicBezTo>
                        <a:pt x="25065" y="53571"/>
                        <a:pt x="25483" y="53392"/>
                        <a:pt x="25842" y="53206"/>
                      </a:cubicBezTo>
                      <a:cubicBezTo>
                        <a:pt x="26201" y="53020"/>
                        <a:pt x="26522" y="52842"/>
                        <a:pt x="26798" y="52670"/>
                      </a:cubicBezTo>
                      <a:cubicBezTo>
                        <a:pt x="27078" y="52499"/>
                        <a:pt x="27358" y="52411"/>
                        <a:pt x="27638" y="52411"/>
                      </a:cubicBezTo>
                      <a:cubicBezTo>
                        <a:pt x="27982" y="52411"/>
                        <a:pt x="28258" y="52499"/>
                        <a:pt x="28479" y="52670"/>
                      </a:cubicBezTo>
                      <a:cubicBezTo>
                        <a:pt x="28699" y="52842"/>
                        <a:pt x="28931" y="53097"/>
                        <a:pt x="29181" y="53440"/>
                      </a:cubicBezTo>
                      <a:lnTo>
                        <a:pt x="32632" y="59040"/>
                      </a:lnTo>
                      <a:cubicBezTo>
                        <a:pt x="30955" y="60440"/>
                        <a:pt x="29024" y="61498"/>
                        <a:pt x="26847" y="62212"/>
                      </a:cubicBezTo>
                      <a:cubicBezTo>
                        <a:pt x="24669" y="62931"/>
                        <a:pt x="22410" y="63288"/>
                        <a:pt x="20075" y="63288"/>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6" name="Google Shape;2366;p90"/>
                <p:cNvSpPr/>
                <p:nvPr/>
              </p:nvSpPr>
              <p:spPr>
                <a:xfrm>
                  <a:off x="3147294" y="1499727"/>
                  <a:ext cx="43747" cy="49333"/>
                </a:xfrm>
                <a:custGeom>
                  <a:rect b="b" l="l" r="r" t="t"/>
                  <a:pathLst>
                    <a:path extrusionOk="0" h="49333" w="43747">
                      <a:moveTo>
                        <a:pt x="23018" y="0"/>
                      </a:moveTo>
                      <a:cubicBezTo>
                        <a:pt x="26033" y="0"/>
                        <a:pt x="28811" y="485"/>
                        <a:pt x="31351" y="1448"/>
                      </a:cubicBezTo>
                      <a:cubicBezTo>
                        <a:pt x="33887" y="2414"/>
                        <a:pt x="36072" y="3822"/>
                        <a:pt x="37910" y="5674"/>
                      </a:cubicBezTo>
                      <a:cubicBezTo>
                        <a:pt x="39743" y="7522"/>
                        <a:pt x="41178" y="9794"/>
                        <a:pt x="42205" y="12485"/>
                      </a:cubicBezTo>
                      <a:cubicBezTo>
                        <a:pt x="43232" y="15180"/>
                        <a:pt x="43747" y="18250"/>
                        <a:pt x="43747" y="21703"/>
                      </a:cubicBezTo>
                      <a:cubicBezTo>
                        <a:pt x="43747" y="22574"/>
                        <a:pt x="43706" y="23300"/>
                        <a:pt x="43628" y="23876"/>
                      </a:cubicBezTo>
                      <a:cubicBezTo>
                        <a:pt x="43553" y="24452"/>
                        <a:pt x="43411" y="24901"/>
                        <a:pt x="43209" y="25229"/>
                      </a:cubicBezTo>
                      <a:cubicBezTo>
                        <a:pt x="43004" y="25553"/>
                        <a:pt x="42735" y="25787"/>
                        <a:pt x="42392" y="25929"/>
                      </a:cubicBezTo>
                      <a:cubicBezTo>
                        <a:pt x="42048" y="26067"/>
                        <a:pt x="41611" y="26136"/>
                        <a:pt x="41084" y="26136"/>
                      </a:cubicBezTo>
                      <a:lnTo>
                        <a:pt x="11485" y="26136"/>
                      </a:lnTo>
                      <a:cubicBezTo>
                        <a:pt x="11829" y="31055"/>
                        <a:pt x="13151" y="34665"/>
                        <a:pt x="15451" y="36966"/>
                      </a:cubicBezTo>
                      <a:cubicBezTo>
                        <a:pt x="17760" y="39270"/>
                        <a:pt x="20807" y="40419"/>
                        <a:pt x="24606" y="40419"/>
                      </a:cubicBezTo>
                      <a:cubicBezTo>
                        <a:pt x="26473" y="40419"/>
                        <a:pt x="28083" y="40204"/>
                        <a:pt x="29435" y="39766"/>
                      </a:cubicBezTo>
                      <a:cubicBezTo>
                        <a:pt x="30791" y="39332"/>
                        <a:pt x="31971" y="38847"/>
                        <a:pt x="32987" y="38319"/>
                      </a:cubicBezTo>
                      <a:cubicBezTo>
                        <a:pt x="33995" y="37790"/>
                        <a:pt x="34881" y="37309"/>
                        <a:pt x="35646" y="36871"/>
                      </a:cubicBezTo>
                      <a:cubicBezTo>
                        <a:pt x="36408" y="36437"/>
                        <a:pt x="37148" y="36218"/>
                        <a:pt x="37861" y="36218"/>
                      </a:cubicBezTo>
                      <a:cubicBezTo>
                        <a:pt x="38328" y="36218"/>
                        <a:pt x="38735" y="36313"/>
                        <a:pt x="39079" y="36499"/>
                      </a:cubicBezTo>
                      <a:cubicBezTo>
                        <a:pt x="39419" y="36685"/>
                        <a:pt x="39714" y="36951"/>
                        <a:pt x="39964" y="37294"/>
                      </a:cubicBezTo>
                      <a:lnTo>
                        <a:pt x="43325" y="41494"/>
                      </a:lnTo>
                      <a:cubicBezTo>
                        <a:pt x="42048" y="42986"/>
                        <a:pt x="40617" y="44240"/>
                        <a:pt x="39030" y="45250"/>
                      </a:cubicBezTo>
                      <a:cubicBezTo>
                        <a:pt x="37443" y="46260"/>
                        <a:pt x="35788" y="47070"/>
                        <a:pt x="34059" y="47679"/>
                      </a:cubicBezTo>
                      <a:cubicBezTo>
                        <a:pt x="32330" y="48284"/>
                        <a:pt x="30570" y="48710"/>
                        <a:pt x="28785" y="48962"/>
                      </a:cubicBezTo>
                      <a:cubicBezTo>
                        <a:pt x="26992" y="49210"/>
                        <a:pt x="25256" y="49334"/>
                        <a:pt x="23575" y="49334"/>
                      </a:cubicBezTo>
                      <a:cubicBezTo>
                        <a:pt x="20247" y="49334"/>
                        <a:pt x="17147" y="48780"/>
                        <a:pt x="14286" y="47679"/>
                      </a:cubicBezTo>
                      <a:cubicBezTo>
                        <a:pt x="11421" y="46574"/>
                        <a:pt x="8930" y="44940"/>
                        <a:pt x="6816" y="42778"/>
                      </a:cubicBezTo>
                      <a:cubicBezTo>
                        <a:pt x="4699" y="40616"/>
                        <a:pt x="3033" y="37940"/>
                        <a:pt x="1823" y="34749"/>
                      </a:cubicBezTo>
                      <a:cubicBezTo>
                        <a:pt x="609" y="31559"/>
                        <a:pt x="0" y="27865"/>
                        <a:pt x="0" y="23664"/>
                      </a:cubicBezTo>
                      <a:cubicBezTo>
                        <a:pt x="0" y="20397"/>
                        <a:pt x="527" y="17324"/>
                        <a:pt x="1587" y="14447"/>
                      </a:cubicBezTo>
                      <a:cubicBezTo>
                        <a:pt x="2648" y="11570"/>
                        <a:pt x="4164" y="9065"/>
                        <a:pt x="6140" y="6932"/>
                      </a:cubicBezTo>
                      <a:cubicBezTo>
                        <a:pt x="8112" y="4802"/>
                        <a:pt x="10529" y="3114"/>
                        <a:pt x="13379" y="1867"/>
                      </a:cubicBezTo>
                      <a:cubicBezTo>
                        <a:pt x="16221" y="624"/>
                        <a:pt x="19437" y="0"/>
                        <a:pt x="23018" y="0"/>
                      </a:cubicBezTo>
                      <a:close/>
                      <a:moveTo>
                        <a:pt x="23250" y="8262"/>
                      </a:moveTo>
                      <a:cubicBezTo>
                        <a:pt x="19889" y="8262"/>
                        <a:pt x="17259" y="9210"/>
                        <a:pt x="15362" y="11110"/>
                      </a:cubicBezTo>
                      <a:cubicBezTo>
                        <a:pt x="13461" y="13006"/>
                        <a:pt x="12247" y="15701"/>
                        <a:pt x="11717" y="19183"/>
                      </a:cubicBezTo>
                      <a:lnTo>
                        <a:pt x="33379" y="19183"/>
                      </a:lnTo>
                      <a:cubicBezTo>
                        <a:pt x="33379" y="17692"/>
                        <a:pt x="33177" y="16284"/>
                        <a:pt x="32774" y="14961"/>
                      </a:cubicBezTo>
                      <a:cubicBezTo>
                        <a:pt x="32371" y="13637"/>
                        <a:pt x="31747" y="12478"/>
                        <a:pt x="30907" y="11482"/>
                      </a:cubicBezTo>
                      <a:cubicBezTo>
                        <a:pt x="30066" y="10487"/>
                        <a:pt x="29006" y="9703"/>
                        <a:pt x="27732" y="9127"/>
                      </a:cubicBezTo>
                      <a:cubicBezTo>
                        <a:pt x="26458" y="8551"/>
                        <a:pt x="24961" y="8262"/>
                        <a:pt x="23250" y="826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7" name="Google Shape;2367;p90"/>
                <p:cNvSpPr/>
                <p:nvPr/>
              </p:nvSpPr>
              <p:spPr>
                <a:xfrm>
                  <a:off x="3197111" y="1479005"/>
                  <a:ext cx="44068" cy="70055"/>
                </a:xfrm>
                <a:custGeom>
                  <a:rect b="b" l="l" r="r" t="t"/>
                  <a:pathLst>
                    <a:path extrusionOk="0" h="70055" w="44068">
                      <a:moveTo>
                        <a:pt x="37021" y="69355"/>
                      </a:moveTo>
                      <a:cubicBezTo>
                        <a:pt x="35527" y="69355"/>
                        <a:pt x="34548" y="68655"/>
                        <a:pt x="34081" y="67255"/>
                      </a:cubicBezTo>
                      <a:lnTo>
                        <a:pt x="33148" y="62635"/>
                      </a:lnTo>
                      <a:cubicBezTo>
                        <a:pt x="32150" y="63755"/>
                        <a:pt x="31108" y="64765"/>
                        <a:pt x="30018" y="65669"/>
                      </a:cubicBezTo>
                      <a:cubicBezTo>
                        <a:pt x="28927" y="66570"/>
                        <a:pt x="27751" y="67350"/>
                        <a:pt x="26492" y="68003"/>
                      </a:cubicBezTo>
                      <a:cubicBezTo>
                        <a:pt x="25229" y="68655"/>
                        <a:pt x="23877" y="69162"/>
                        <a:pt x="22428" y="69520"/>
                      </a:cubicBezTo>
                      <a:cubicBezTo>
                        <a:pt x="20983" y="69877"/>
                        <a:pt x="19422" y="70056"/>
                        <a:pt x="17741" y="70056"/>
                      </a:cubicBezTo>
                      <a:cubicBezTo>
                        <a:pt x="15123" y="70056"/>
                        <a:pt x="12729" y="69512"/>
                        <a:pt x="10551" y="68422"/>
                      </a:cubicBezTo>
                      <a:cubicBezTo>
                        <a:pt x="8370" y="67332"/>
                        <a:pt x="6495" y="65753"/>
                        <a:pt x="4923" y="63686"/>
                      </a:cubicBezTo>
                      <a:cubicBezTo>
                        <a:pt x="3350" y="61615"/>
                        <a:pt x="2136" y="59058"/>
                        <a:pt x="1281" y="56007"/>
                      </a:cubicBezTo>
                      <a:cubicBezTo>
                        <a:pt x="426" y="52958"/>
                        <a:pt x="0" y="49472"/>
                        <a:pt x="0" y="45553"/>
                      </a:cubicBezTo>
                      <a:cubicBezTo>
                        <a:pt x="0" y="42005"/>
                        <a:pt x="478" y="38709"/>
                        <a:pt x="1445" y="35657"/>
                      </a:cubicBezTo>
                      <a:cubicBezTo>
                        <a:pt x="2409" y="32608"/>
                        <a:pt x="3795" y="29965"/>
                        <a:pt x="5602" y="27722"/>
                      </a:cubicBezTo>
                      <a:cubicBezTo>
                        <a:pt x="7406" y="25484"/>
                        <a:pt x="9569" y="23734"/>
                        <a:pt x="12090" y="22472"/>
                      </a:cubicBezTo>
                      <a:cubicBezTo>
                        <a:pt x="14611" y="21214"/>
                        <a:pt x="17442" y="20583"/>
                        <a:pt x="20587" y="20583"/>
                      </a:cubicBezTo>
                      <a:cubicBezTo>
                        <a:pt x="23261" y="20583"/>
                        <a:pt x="25551" y="21010"/>
                        <a:pt x="27448" y="21867"/>
                      </a:cubicBezTo>
                      <a:cubicBezTo>
                        <a:pt x="29349" y="22724"/>
                        <a:pt x="31045" y="23865"/>
                        <a:pt x="32535" y="25298"/>
                      </a:cubicBezTo>
                      <a:lnTo>
                        <a:pt x="32535" y="0"/>
                      </a:lnTo>
                      <a:lnTo>
                        <a:pt x="44068" y="0"/>
                      </a:lnTo>
                      <a:lnTo>
                        <a:pt x="44068" y="69355"/>
                      </a:lnTo>
                      <a:lnTo>
                        <a:pt x="37021" y="69355"/>
                      </a:lnTo>
                      <a:close/>
                      <a:moveTo>
                        <a:pt x="21659" y="60907"/>
                      </a:moveTo>
                      <a:cubicBezTo>
                        <a:pt x="24057" y="60907"/>
                        <a:pt x="26096" y="60411"/>
                        <a:pt x="27777" y="59416"/>
                      </a:cubicBezTo>
                      <a:cubicBezTo>
                        <a:pt x="29457" y="58420"/>
                        <a:pt x="31045" y="57002"/>
                        <a:pt x="32535" y="55168"/>
                      </a:cubicBezTo>
                      <a:lnTo>
                        <a:pt x="32535" y="33699"/>
                      </a:lnTo>
                      <a:cubicBezTo>
                        <a:pt x="31232" y="32113"/>
                        <a:pt x="29808" y="30990"/>
                        <a:pt x="28266" y="30337"/>
                      </a:cubicBezTo>
                      <a:cubicBezTo>
                        <a:pt x="26727" y="29684"/>
                        <a:pt x="25065" y="29356"/>
                        <a:pt x="23295" y="29356"/>
                      </a:cubicBezTo>
                      <a:cubicBezTo>
                        <a:pt x="21551" y="29356"/>
                        <a:pt x="19971" y="29684"/>
                        <a:pt x="18555" y="30337"/>
                      </a:cubicBezTo>
                      <a:cubicBezTo>
                        <a:pt x="17136" y="30990"/>
                        <a:pt x="15941" y="31978"/>
                        <a:pt x="14958" y="33301"/>
                      </a:cubicBezTo>
                      <a:cubicBezTo>
                        <a:pt x="13980" y="34625"/>
                        <a:pt x="13225" y="36306"/>
                        <a:pt x="12695" y="38341"/>
                      </a:cubicBezTo>
                      <a:cubicBezTo>
                        <a:pt x="12165" y="40379"/>
                        <a:pt x="11903" y="42785"/>
                        <a:pt x="11903" y="45553"/>
                      </a:cubicBezTo>
                      <a:cubicBezTo>
                        <a:pt x="11903" y="48353"/>
                        <a:pt x="12131" y="50727"/>
                        <a:pt x="12579" y="52670"/>
                      </a:cubicBezTo>
                      <a:cubicBezTo>
                        <a:pt x="13031" y="54614"/>
                        <a:pt x="13677" y="56204"/>
                        <a:pt x="14518" y="57432"/>
                      </a:cubicBezTo>
                      <a:cubicBezTo>
                        <a:pt x="15358" y="58661"/>
                        <a:pt x="16385" y="59547"/>
                        <a:pt x="17595" y="60091"/>
                      </a:cubicBezTo>
                      <a:cubicBezTo>
                        <a:pt x="18813" y="60638"/>
                        <a:pt x="20165" y="60907"/>
                        <a:pt x="21659" y="60907"/>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8" name="Google Shape;2368;p90"/>
                <p:cNvSpPr/>
                <p:nvPr/>
              </p:nvSpPr>
              <p:spPr>
                <a:xfrm>
                  <a:off x="2807131" y="1581684"/>
                  <a:ext cx="42578" cy="67490"/>
                </a:xfrm>
                <a:custGeom>
                  <a:rect b="b" l="l" r="r" t="t"/>
                  <a:pathLst>
                    <a:path extrusionOk="0" h="67490" w="42578">
                      <a:moveTo>
                        <a:pt x="42578" y="0"/>
                      </a:moveTo>
                      <a:lnTo>
                        <a:pt x="42578" y="9987"/>
                      </a:lnTo>
                      <a:lnTo>
                        <a:pt x="12654" y="9987"/>
                      </a:lnTo>
                      <a:lnTo>
                        <a:pt x="12654" y="28703"/>
                      </a:lnTo>
                      <a:lnTo>
                        <a:pt x="36233" y="28703"/>
                      </a:lnTo>
                      <a:lnTo>
                        <a:pt x="36233" y="38366"/>
                      </a:lnTo>
                      <a:lnTo>
                        <a:pt x="12654" y="38366"/>
                      </a:lnTo>
                      <a:lnTo>
                        <a:pt x="12654" y="57454"/>
                      </a:lnTo>
                      <a:lnTo>
                        <a:pt x="42578" y="57454"/>
                      </a:lnTo>
                      <a:lnTo>
                        <a:pt x="42578" y="67490"/>
                      </a:lnTo>
                      <a:lnTo>
                        <a:pt x="0" y="67490"/>
                      </a:lnTo>
                      <a:lnTo>
                        <a:pt x="0" y="0"/>
                      </a:lnTo>
                      <a:lnTo>
                        <a:pt x="42578" y="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69" name="Google Shape;2369;p90"/>
                <p:cNvSpPr/>
                <p:nvPr/>
              </p:nvSpPr>
              <p:spPr>
                <a:xfrm>
                  <a:off x="2856712" y="1600538"/>
                  <a:ext cx="40382" cy="49333"/>
                </a:xfrm>
                <a:custGeom>
                  <a:rect b="b" l="l" r="r" t="t"/>
                  <a:pathLst>
                    <a:path extrusionOk="0" h="49333" w="40382">
                      <a:moveTo>
                        <a:pt x="36882" y="10877"/>
                      </a:moveTo>
                      <a:cubicBezTo>
                        <a:pt x="36539" y="11311"/>
                        <a:pt x="36206" y="11653"/>
                        <a:pt x="35878" y="11901"/>
                      </a:cubicBezTo>
                      <a:cubicBezTo>
                        <a:pt x="35553" y="12153"/>
                        <a:pt x="35075" y="12277"/>
                        <a:pt x="34455" y="12277"/>
                      </a:cubicBezTo>
                      <a:cubicBezTo>
                        <a:pt x="33865" y="12277"/>
                        <a:pt x="33289" y="12099"/>
                        <a:pt x="32729" y="11741"/>
                      </a:cubicBezTo>
                      <a:cubicBezTo>
                        <a:pt x="32169" y="11384"/>
                        <a:pt x="31497" y="10979"/>
                        <a:pt x="30720" y="10527"/>
                      </a:cubicBezTo>
                      <a:cubicBezTo>
                        <a:pt x="29939" y="10075"/>
                        <a:pt x="29017" y="9670"/>
                        <a:pt x="27941" y="9313"/>
                      </a:cubicBezTo>
                      <a:cubicBezTo>
                        <a:pt x="26869" y="8955"/>
                        <a:pt x="25539" y="8777"/>
                        <a:pt x="23952" y="8777"/>
                      </a:cubicBezTo>
                      <a:cubicBezTo>
                        <a:pt x="21928" y="8777"/>
                        <a:pt x="20154" y="9141"/>
                        <a:pt x="18630" y="9874"/>
                      </a:cubicBezTo>
                      <a:cubicBezTo>
                        <a:pt x="17102" y="10604"/>
                        <a:pt x="15836" y="11653"/>
                        <a:pt x="14824" y="13024"/>
                      </a:cubicBezTo>
                      <a:cubicBezTo>
                        <a:pt x="13812" y="14392"/>
                        <a:pt x="13057" y="16051"/>
                        <a:pt x="12561" y="17995"/>
                      </a:cubicBezTo>
                      <a:cubicBezTo>
                        <a:pt x="12060" y="19938"/>
                        <a:pt x="11814" y="22140"/>
                        <a:pt x="11814" y="24598"/>
                      </a:cubicBezTo>
                      <a:cubicBezTo>
                        <a:pt x="11814" y="27150"/>
                        <a:pt x="12083" y="29422"/>
                        <a:pt x="12632" y="31413"/>
                      </a:cubicBezTo>
                      <a:cubicBezTo>
                        <a:pt x="13173" y="33403"/>
                        <a:pt x="13961" y="35077"/>
                        <a:pt x="14988" y="36430"/>
                      </a:cubicBezTo>
                      <a:cubicBezTo>
                        <a:pt x="16015" y="37783"/>
                        <a:pt x="17259" y="38811"/>
                        <a:pt x="18723" y="39511"/>
                      </a:cubicBezTo>
                      <a:cubicBezTo>
                        <a:pt x="20184" y="40211"/>
                        <a:pt x="21834" y="40561"/>
                        <a:pt x="23672" y="40561"/>
                      </a:cubicBezTo>
                      <a:cubicBezTo>
                        <a:pt x="25506" y="40561"/>
                        <a:pt x="26992" y="40335"/>
                        <a:pt x="28128" y="39883"/>
                      </a:cubicBezTo>
                      <a:cubicBezTo>
                        <a:pt x="29267" y="39431"/>
                        <a:pt x="30223" y="38935"/>
                        <a:pt x="31004" y="38388"/>
                      </a:cubicBezTo>
                      <a:cubicBezTo>
                        <a:pt x="31781" y="37845"/>
                        <a:pt x="32453" y="37349"/>
                        <a:pt x="33032" y="36897"/>
                      </a:cubicBezTo>
                      <a:cubicBezTo>
                        <a:pt x="33607" y="36445"/>
                        <a:pt x="34253" y="36218"/>
                        <a:pt x="34970" y="36218"/>
                      </a:cubicBezTo>
                      <a:cubicBezTo>
                        <a:pt x="35904" y="36218"/>
                        <a:pt x="36606" y="36576"/>
                        <a:pt x="37073" y="37294"/>
                      </a:cubicBezTo>
                      <a:lnTo>
                        <a:pt x="40382" y="41494"/>
                      </a:lnTo>
                      <a:cubicBezTo>
                        <a:pt x="39108" y="42986"/>
                        <a:pt x="37723" y="44241"/>
                        <a:pt x="36229" y="45249"/>
                      </a:cubicBezTo>
                      <a:cubicBezTo>
                        <a:pt x="34739" y="46261"/>
                        <a:pt x="33189" y="47071"/>
                        <a:pt x="31586" y="47680"/>
                      </a:cubicBezTo>
                      <a:cubicBezTo>
                        <a:pt x="29980" y="48285"/>
                        <a:pt x="28326" y="48710"/>
                        <a:pt x="26611" y="48961"/>
                      </a:cubicBezTo>
                      <a:cubicBezTo>
                        <a:pt x="24901" y="49211"/>
                        <a:pt x="23205" y="49334"/>
                        <a:pt x="21524" y="49334"/>
                      </a:cubicBezTo>
                      <a:cubicBezTo>
                        <a:pt x="18566" y="49334"/>
                        <a:pt x="15780" y="48781"/>
                        <a:pt x="13166" y="47680"/>
                      </a:cubicBezTo>
                      <a:cubicBezTo>
                        <a:pt x="10551" y="46575"/>
                        <a:pt x="8273" y="44962"/>
                        <a:pt x="6327" y="42848"/>
                      </a:cubicBezTo>
                      <a:cubicBezTo>
                        <a:pt x="4381" y="40732"/>
                        <a:pt x="2842" y="38140"/>
                        <a:pt x="1707" y="35077"/>
                      </a:cubicBezTo>
                      <a:cubicBezTo>
                        <a:pt x="568" y="32011"/>
                        <a:pt x="0" y="28517"/>
                        <a:pt x="0" y="24598"/>
                      </a:cubicBezTo>
                      <a:cubicBezTo>
                        <a:pt x="0" y="21083"/>
                        <a:pt x="508" y="17823"/>
                        <a:pt x="1516" y="14819"/>
                      </a:cubicBezTo>
                      <a:cubicBezTo>
                        <a:pt x="2532" y="11818"/>
                        <a:pt x="4015" y="9218"/>
                        <a:pt x="5976" y="7027"/>
                      </a:cubicBezTo>
                      <a:cubicBezTo>
                        <a:pt x="7937" y="4831"/>
                        <a:pt x="10364" y="3114"/>
                        <a:pt x="13263" y="1867"/>
                      </a:cubicBezTo>
                      <a:cubicBezTo>
                        <a:pt x="16154" y="624"/>
                        <a:pt x="19485" y="0"/>
                        <a:pt x="23250" y="0"/>
                      </a:cubicBezTo>
                      <a:cubicBezTo>
                        <a:pt x="26828" y="0"/>
                        <a:pt x="29965" y="576"/>
                        <a:pt x="32658" y="1728"/>
                      </a:cubicBezTo>
                      <a:cubicBezTo>
                        <a:pt x="35351" y="2881"/>
                        <a:pt x="37771" y="4529"/>
                        <a:pt x="39915" y="6676"/>
                      </a:cubicBezTo>
                      <a:lnTo>
                        <a:pt x="36882" y="10877"/>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0" name="Google Shape;2370;p90"/>
                <p:cNvSpPr/>
                <p:nvPr/>
              </p:nvSpPr>
              <p:spPr>
                <a:xfrm>
                  <a:off x="2901158" y="1600538"/>
                  <a:ext cx="47388" cy="49333"/>
                </a:xfrm>
                <a:custGeom>
                  <a:rect b="b" l="l" r="r" t="t"/>
                  <a:pathLst>
                    <a:path extrusionOk="0" h="49333" w="47388">
                      <a:moveTo>
                        <a:pt x="23765" y="0"/>
                      </a:moveTo>
                      <a:cubicBezTo>
                        <a:pt x="27343" y="0"/>
                        <a:pt x="30589" y="576"/>
                        <a:pt x="33499" y="1728"/>
                      </a:cubicBezTo>
                      <a:cubicBezTo>
                        <a:pt x="36408" y="2881"/>
                        <a:pt x="38888" y="4514"/>
                        <a:pt x="40942" y="6629"/>
                      </a:cubicBezTo>
                      <a:cubicBezTo>
                        <a:pt x="43000" y="8744"/>
                        <a:pt x="44588" y="11329"/>
                        <a:pt x="45708" y="14377"/>
                      </a:cubicBezTo>
                      <a:cubicBezTo>
                        <a:pt x="46825" y="17425"/>
                        <a:pt x="47389" y="20835"/>
                        <a:pt x="47389" y="24598"/>
                      </a:cubicBezTo>
                      <a:cubicBezTo>
                        <a:pt x="47389" y="28393"/>
                        <a:pt x="46825" y="31817"/>
                        <a:pt x="45708" y="34866"/>
                      </a:cubicBezTo>
                      <a:cubicBezTo>
                        <a:pt x="44588" y="37914"/>
                        <a:pt x="43000" y="40514"/>
                        <a:pt x="40942" y="42662"/>
                      </a:cubicBezTo>
                      <a:cubicBezTo>
                        <a:pt x="38888" y="44805"/>
                        <a:pt x="36408" y="46459"/>
                        <a:pt x="33499" y="47605"/>
                      </a:cubicBezTo>
                      <a:cubicBezTo>
                        <a:pt x="30589" y="48759"/>
                        <a:pt x="27343" y="49334"/>
                        <a:pt x="23765" y="49334"/>
                      </a:cubicBezTo>
                      <a:cubicBezTo>
                        <a:pt x="20187" y="49334"/>
                        <a:pt x="16930" y="48759"/>
                        <a:pt x="14006" y="47605"/>
                      </a:cubicBezTo>
                      <a:cubicBezTo>
                        <a:pt x="11082" y="46459"/>
                        <a:pt x="8583" y="44805"/>
                        <a:pt x="6510" y="42662"/>
                      </a:cubicBezTo>
                      <a:cubicBezTo>
                        <a:pt x="4445" y="40514"/>
                        <a:pt x="2839" y="37914"/>
                        <a:pt x="1703" y="34866"/>
                      </a:cubicBezTo>
                      <a:cubicBezTo>
                        <a:pt x="568" y="31817"/>
                        <a:pt x="0" y="28393"/>
                        <a:pt x="0" y="24598"/>
                      </a:cubicBezTo>
                      <a:cubicBezTo>
                        <a:pt x="0" y="20835"/>
                        <a:pt x="568" y="17425"/>
                        <a:pt x="1703" y="14377"/>
                      </a:cubicBezTo>
                      <a:cubicBezTo>
                        <a:pt x="2839" y="11329"/>
                        <a:pt x="4445" y="8744"/>
                        <a:pt x="6510" y="6629"/>
                      </a:cubicBezTo>
                      <a:cubicBezTo>
                        <a:pt x="8583" y="4514"/>
                        <a:pt x="11082" y="2881"/>
                        <a:pt x="14006" y="1728"/>
                      </a:cubicBezTo>
                      <a:cubicBezTo>
                        <a:pt x="16930" y="576"/>
                        <a:pt x="20187" y="0"/>
                        <a:pt x="23765" y="0"/>
                      </a:cubicBezTo>
                      <a:close/>
                      <a:moveTo>
                        <a:pt x="23765" y="40466"/>
                      </a:moveTo>
                      <a:cubicBezTo>
                        <a:pt x="27747" y="40466"/>
                        <a:pt x="30697" y="39128"/>
                        <a:pt x="32613" y="36452"/>
                      </a:cubicBezTo>
                      <a:cubicBezTo>
                        <a:pt x="34522" y="33775"/>
                        <a:pt x="35482" y="29856"/>
                        <a:pt x="35482" y="24693"/>
                      </a:cubicBezTo>
                      <a:cubicBezTo>
                        <a:pt x="35482" y="19526"/>
                        <a:pt x="34522" y="15591"/>
                        <a:pt x="32613" y="12882"/>
                      </a:cubicBezTo>
                      <a:cubicBezTo>
                        <a:pt x="30697" y="10177"/>
                        <a:pt x="27747" y="8824"/>
                        <a:pt x="23765" y="8824"/>
                      </a:cubicBezTo>
                      <a:cubicBezTo>
                        <a:pt x="19721" y="8824"/>
                        <a:pt x="16729" y="10184"/>
                        <a:pt x="14798" y="12908"/>
                      </a:cubicBezTo>
                      <a:cubicBezTo>
                        <a:pt x="12871" y="15628"/>
                        <a:pt x="11907" y="19559"/>
                        <a:pt x="11907" y="24693"/>
                      </a:cubicBezTo>
                      <a:cubicBezTo>
                        <a:pt x="11907" y="29826"/>
                        <a:pt x="12871" y="33739"/>
                        <a:pt x="14798" y="36430"/>
                      </a:cubicBezTo>
                      <a:cubicBezTo>
                        <a:pt x="16729" y="39121"/>
                        <a:pt x="19721" y="40466"/>
                        <a:pt x="23765" y="40466"/>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1" name="Google Shape;2371;p90"/>
                <p:cNvSpPr/>
                <p:nvPr/>
              </p:nvSpPr>
              <p:spPr>
                <a:xfrm>
                  <a:off x="2953357" y="1600538"/>
                  <a:ext cx="35758" cy="49382"/>
                </a:xfrm>
                <a:custGeom>
                  <a:rect b="b" l="l" r="r" t="t"/>
                  <a:pathLst>
                    <a:path extrusionOk="0" h="49382" w="35758">
                      <a:moveTo>
                        <a:pt x="32632" y="10082"/>
                      </a:moveTo>
                      <a:cubicBezTo>
                        <a:pt x="32318" y="10581"/>
                        <a:pt x="31993" y="10932"/>
                        <a:pt x="31650" y="11132"/>
                      </a:cubicBezTo>
                      <a:cubicBezTo>
                        <a:pt x="31310" y="11336"/>
                        <a:pt x="30873" y="11435"/>
                        <a:pt x="30346" y="11435"/>
                      </a:cubicBezTo>
                      <a:cubicBezTo>
                        <a:pt x="29782" y="11435"/>
                        <a:pt x="29185" y="11282"/>
                        <a:pt x="28546" y="10968"/>
                      </a:cubicBezTo>
                      <a:cubicBezTo>
                        <a:pt x="27907" y="10658"/>
                        <a:pt x="27168" y="10308"/>
                        <a:pt x="26331" y="9918"/>
                      </a:cubicBezTo>
                      <a:cubicBezTo>
                        <a:pt x="25487" y="9532"/>
                        <a:pt x="24531" y="9181"/>
                        <a:pt x="23459" y="8868"/>
                      </a:cubicBezTo>
                      <a:cubicBezTo>
                        <a:pt x="22383" y="8558"/>
                        <a:pt x="21114" y="8401"/>
                        <a:pt x="19653" y="8401"/>
                      </a:cubicBezTo>
                      <a:cubicBezTo>
                        <a:pt x="17379" y="8401"/>
                        <a:pt x="15593" y="8886"/>
                        <a:pt x="14282" y="9849"/>
                      </a:cubicBezTo>
                      <a:cubicBezTo>
                        <a:pt x="12975" y="10815"/>
                        <a:pt x="12325" y="12073"/>
                        <a:pt x="12325" y="13630"/>
                      </a:cubicBezTo>
                      <a:cubicBezTo>
                        <a:pt x="12325" y="14658"/>
                        <a:pt x="12658" y="15519"/>
                        <a:pt x="13326" y="16219"/>
                      </a:cubicBezTo>
                      <a:cubicBezTo>
                        <a:pt x="13995" y="16919"/>
                        <a:pt x="14884" y="17535"/>
                        <a:pt x="15989" y="18064"/>
                      </a:cubicBezTo>
                      <a:cubicBezTo>
                        <a:pt x="17091" y="18592"/>
                        <a:pt x="18346" y="19066"/>
                        <a:pt x="19747" y="19486"/>
                      </a:cubicBezTo>
                      <a:cubicBezTo>
                        <a:pt x="21147" y="19909"/>
                        <a:pt x="22578" y="20368"/>
                        <a:pt x="24042" y="20864"/>
                      </a:cubicBezTo>
                      <a:cubicBezTo>
                        <a:pt x="25506" y="21363"/>
                        <a:pt x="26936" y="21929"/>
                        <a:pt x="28337" y="22567"/>
                      </a:cubicBezTo>
                      <a:cubicBezTo>
                        <a:pt x="29738" y="23205"/>
                        <a:pt x="30992" y="24014"/>
                        <a:pt x="32098" y="24995"/>
                      </a:cubicBezTo>
                      <a:cubicBezTo>
                        <a:pt x="33200" y="25976"/>
                        <a:pt x="34089" y="27150"/>
                        <a:pt x="34757" y="28517"/>
                      </a:cubicBezTo>
                      <a:cubicBezTo>
                        <a:pt x="35426" y="29888"/>
                        <a:pt x="35758" y="31537"/>
                        <a:pt x="35758" y="33465"/>
                      </a:cubicBezTo>
                      <a:cubicBezTo>
                        <a:pt x="35758" y="35770"/>
                        <a:pt x="35340" y="37892"/>
                        <a:pt x="34500" y="39836"/>
                      </a:cubicBezTo>
                      <a:cubicBezTo>
                        <a:pt x="33659" y="41783"/>
                        <a:pt x="32427" y="43461"/>
                        <a:pt x="30813" y="44879"/>
                      </a:cubicBezTo>
                      <a:cubicBezTo>
                        <a:pt x="29192" y="46295"/>
                        <a:pt x="27194" y="47396"/>
                        <a:pt x="24811" y="48188"/>
                      </a:cubicBezTo>
                      <a:cubicBezTo>
                        <a:pt x="22432" y="48983"/>
                        <a:pt x="19698" y="49382"/>
                        <a:pt x="16617" y="49382"/>
                      </a:cubicBezTo>
                      <a:cubicBezTo>
                        <a:pt x="14970" y="49382"/>
                        <a:pt x="13356" y="49233"/>
                        <a:pt x="11787" y="48938"/>
                      </a:cubicBezTo>
                      <a:cubicBezTo>
                        <a:pt x="10215" y="48639"/>
                        <a:pt x="8706" y="48229"/>
                        <a:pt x="7257" y="47702"/>
                      </a:cubicBezTo>
                      <a:cubicBezTo>
                        <a:pt x="5812" y="47172"/>
                        <a:pt x="4471" y="46548"/>
                        <a:pt x="3242" y="45835"/>
                      </a:cubicBezTo>
                      <a:cubicBezTo>
                        <a:pt x="2013" y="45118"/>
                        <a:pt x="934" y="44338"/>
                        <a:pt x="0" y="43502"/>
                      </a:cubicBezTo>
                      <a:lnTo>
                        <a:pt x="2659" y="39113"/>
                      </a:lnTo>
                      <a:cubicBezTo>
                        <a:pt x="3003" y="38585"/>
                        <a:pt x="3406" y="38180"/>
                        <a:pt x="3873" y="37899"/>
                      </a:cubicBezTo>
                      <a:cubicBezTo>
                        <a:pt x="4340" y="37618"/>
                        <a:pt x="4930" y="37480"/>
                        <a:pt x="5647" y="37480"/>
                      </a:cubicBezTo>
                      <a:cubicBezTo>
                        <a:pt x="6364" y="37480"/>
                        <a:pt x="7040" y="37680"/>
                        <a:pt x="7679" y="38085"/>
                      </a:cubicBezTo>
                      <a:cubicBezTo>
                        <a:pt x="8314" y="38490"/>
                        <a:pt x="9057" y="38927"/>
                        <a:pt x="9894" y="39394"/>
                      </a:cubicBezTo>
                      <a:cubicBezTo>
                        <a:pt x="10738" y="39861"/>
                        <a:pt x="11724" y="40295"/>
                        <a:pt x="12859" y="40700"/>
                      </a:cubicBezTo>
                      <a:cubicBezTo>
                        <a:pt x="13995" y="41104"/>
                        <a:pt x="15436" y="41305"/>
                        <a:pt x="17177" y="41305"/>
                      </a:cubicBezTo>
                      <a:cubicBezTo>
                        <a:pt x="18548" y="41305"/>
                        <a:pt x="19724" y="41145"/>
                        <a:pt x="20703" y="40816"/>
                      </a:cubicBezTo>
                      <a:cubicBezTo>
                        <a:pt x="21685" y="40488"/>
                        <a:pt x="22492" y="40061"/>
                        <a:pt x="23130" y="39533"/>
                      </a:cubicBezTo>
                      <a:cubicBezTo>
                        <a:pt x="23769" y="39004"/>
                        <a:pt x="24236" y="38388"/>
                        <a:pt x="24531" y="37688"/>
                      </a:cubicBezTo>
                      <a:cubicBezTo>
                        <a:pt x="24826" y="36988"/>
                        <a:pt x="24975" y="36266"/>
                        <a:pt x="24975" y="35518"/>
                      </a:cubicBezTo>
                      <a:cubicBezTo>
                        <a:pt x="24975" y="34399"/>
                        <a:pt x="24639" y="33480"/>
                        <a:pt x="23971" y="32765"/>
                      </a:cubicBezTo>
                      <a:cubicBezTo>
                        <a:pt x="23302" y="32051"/>
                        <a:pt x="22417" y="31427"/>
                        <a:pt x="21312" y="30898"/>
                      </a:cubicBezTo>
                      <a:cubicBezTo>
                        <a:pt x="20206" y="30370"/>
                        <a:pt x="18944" y="29896"/>
                        <a:pt x="17528" y="29477"/>
                      </a:cubicBezTo>
                      <a:cubicBezTo>
                        <a:pt x="16112" y="29054"/>
                        <a:pt x="14667" y="28598"/>
                        <a:pt x="13188" y="28098"/>
                      </a:cubicBezTo>
                      <a:cubicBezTo>
                        <a:pt x="11709" y="27602"/>
                        <a:pt x="10260" y="27019"/>
                        <a:pt x="8844" y="26348"/>
                      </a:cubicBezTo>
                      <a:cubicBezTo>
                        <a:pt x="7429" y="25681"/>
                        <a:pt x="6166" y="24831"/>
                        <a:pt x="5061" y="23803"/>
                      </a:cubicBezTo>
                      <a:cubicBezTo>
                        <a:pt x="3955" y="22778"/>
                        <a:pt x="3070" y="21517"/>
                        <a:pt x="2402" y="20025"/>
                      </a:cubicBezTo>
                      <a:cubicBezTo>
                        <a:pt x="1733" y="18530"/>
                        <a:pt x="1401" y="16725"/>
                        <a:pt x="1401" y="14611"/>
                      </a:cubicBezTo>
                      <a:cubicBezTo>
                        <a:pt x="1401" y="12649"/>
                        <a:pt x="1785" y="10782"/>
                        <a:pt x="2566" y="9010"/>
                      </a:cubicBezTo>
                      <a:cubicBezTo>
                        <a:pt x="3343" y="7234"/>
                        <a:pt x="4486" y="5688"/>
                        <a:pt x="5995" y="4365"/>
                      </a:cubicBezTo>
                      <a:cubicBezTo>
                        <a:pt x="7507" y="3045"/>
                        <a:pt x="9390" y="1984"/>
                        <a:pt x="11646" y="1193"/>
                      </a:cubicBezTo>
                      <a:cubicBezTo>
                        <a:pt x="13901" y="398"/>
                        <a:pt x="16508" y="0"/>
                        <a:pt x="19466" y="0"/>
                      </a:cubicBezTo>
                      <a:cubicBezTo>
                        <a:pt x="22768" y="0"/>
                        <a:pt x="25767" y="547"/>
                        <a:pt x="28479" y="1634"/>
                      </a:cubicBezTo>
                      <a:cubicBezTo>
                        <a:pt x="31183" y="2724"/>
                        <a:pt x="33443" y="4157"/>
                        <a:pt x="35247" y="5929"/>
                      </a:cubicBezTo>
                      <a:lnTo>
                        <a:pt x="32632" y="1008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2" name="Google Shape;2372;p90"/>
                <p:cNvSpPr/>
                <p:nvPr/>
              </p:nvSpPr>
              <p:spPr>
                <a:xfrm>
                  <a:off x="2992526" y="1601286"/>
                  <a:ext cx="48927" cy="63521"/>
                </a:xfrm>
                <a:custGeom>
                  <a:rect b="b" l="l" r="r" t="t"/>
                  <a:pathLst>
                    <a:path extrusionOk="0" h="63521" w="48927">
                      <a:moveTo>
                        <a:pt x="22828" y="61050"/>
                      </a:moveTo>
                      <a:cubicBezTo>
                        <a:pt x="22488" y="61856"/>
                        <a:pt x="22044" y="62472"/>
                        <a:pt x="21498" y="62890"/>
                      </a:cubicBezTo>
                      <a:cubicBezTo>
                        <a:pt x="20953" y="63309"/>
                        <a:pt x="20120" y="63521"/>
                        <a:pt x="19000" y="63521"/>
                      </a:cubicBezTo>
                      <a:lnTo>
                        <a:pt x="10409" y="63521"/>
                      </a:lnTo>
                      <a:lnTo>
                        <a:pt x="19377" y="44337"/>
                      </a:lnTo>
                      <a:lnTo>
                        <a:pt x="0" y="0"/>
                      </a:lnTo>
                      <a:lnTo>
                        <a:pt x="10081" y="0"/>
                      </a:lnTo>
                      <a:cubicBezTo>
                        <a:pt x="11014" y="0"/>
                        <a:pt x="11735" y="219"/>
                        <a:pt x="12232" y="653"/>
                      </a:cubicBezTo>
                      <a:cubicBezTo>
                        <a:pt x="12729" y="1090"/>
                        <a:pt x="13102" y="1586"/>
                        <a:pt x="13349" y="2148"/>
                      </a:cubicBezTo>
                      <a:lnTo>
                        <a:pt x="23579" y="26979"/>
                      </a:lnTo>
                      <a:cubicBezTo>
                        <a:pt x="23915" y="27788"/>
                        <a:pt x="24214" y="28627"/>
                        <a:pt x="24464" y="29498"/>
                      </a:cubicBezTo>
                      <a:cubicBezTo>
                        <a:pt x="24710" y="30370"/>
                        <a:pt x="24931" y="31241"/>
                        <a:pt x="25117" y="32113"/>
                      </a:cubicBezTo>
                      <a:cubicBezTo>
                        <a:pt x="25364" y="31208"/>
                        <a:pt x="25637" y="30337"/>
                        <a:pt x="25935" y="29498"/>
                      </a:cubicBezTo>
                      <a:cubicBezTo>
                        <a:pt x="26230" y="28656"/>
                        <a:pt x="26548" y="27803"/>
                        <a:pt x="26888" y="26931"/>
                      </a:cubicBezTo>
                      <a:lnTo>
                        <a:pt x="36509" y="2148"/>
                      </a:lnTo>
                      <a:cubicBezTo>
                        <a:pt x="36755" y="1524"/>
                        <a:pt x="37166" y="1014"/>
                        <a:pt x="37745" y="609"/>
                      </a:cubicBezTo>
                      <a:cubicBezTo>
                        <a:pt x="38320" y="204"/>
                        <a:pt x="38967" y="0"/>
                        <a:pt x="39684" y="0"/>
                      </a:cubicBezTo>
                      <a:lnTo>
                        <a:pt x="48928" y="0"/>
                      </a:lnTo>
                      <a:lnTo>
                        <a:pt x="22828" y="61050"/>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3" name="Google Shape;2373;p90"/>
                <p:cNvSpPr/>
                <p:nvPr/>
              </p:nvSpPr>
              <p:spPr>
                <a:xfrm>
                  <a:off x="3043974" y="1600538"/>
                  <a:ext cx="35758" cy="49382"/>
                </a:xfrm>
                <a:custGeom>
                  <a:rect b="b" l="l" r="r" t="t"/>
                  <a:pathLst>
                    <a:path extrusionOk="0" h="49382" w="35758">
                      <a:moveTo>
                        <a:pt x="32632" y="10082"/>
                      </a:moveTo>
                      <a:cubicBezTo>
                        <a:pt x="32318" y="10581"/>
                        <a:pt x="31993" y="10932"/>
                        <a:pt x="31650" y="11132"/>
                      </a:cubicBezTo>
                      <a:cubicBezTo>
                        <a:pt x="31306" y="11336"/>
                        <a:pt x="30873" y="11435"/>
                        <a:pt x="30346" y="11435"/>
                      </a:cubicBezTo>
                      <a:cubicBezTo>
                        <a:pt x="29782" y="11435"/>
                        <a:pt x="29185" y="11282"/>
                        <a:pt x="28546" y="10968"/>
                      </a:cubicBezTo>
                      <a:cubicBezTo>
                        <a:pt x="27907" y="10658"/>
                        <a:pt x="27168" y="10308"/>
                        <a:pt x="26328" y="9918"/>
                      </a:cubicBezTo>
                      <a:cubicBezTo>
                        <a:pt x="25487" y="9532"/>
                        <a:pt x="24531" y="9181"/>
                        <a:pt x="23459" y="8868"/>
                      </a:cubicBezTo>
                      <a:cubicBezTo>
                        <a:pt x="22383" y="8558"/>
                        <a:pt x="21114" y="8401"/>
                        <a:pt x="19650" y="8401"/>
                      </a:cubicBezTo>
                      <a:cubicBezTo>
                        <a:pt x="17379" y="8401"/>
                        <a:pt x="15590" y="8886"/>
                        <a:pt x="14282" y="9849"/>
                      </a:cubicBezTo>
                      <a:cubicBezTo>
                        <a:pt x="12975" y="10815"/>
                        <a:pt x="12322" y="12073"/>
                        <a:pt x="12322" y="13630"/>
                      </a:cubicBezTo>
                      <a:cubicBezTo>
                        <a:pt x="12322" y="14658"/>
                        <a:pt x="12654" y="15519"/>
                        <a:pt x="13326" y="16219"/>
                      </a:cubicBezTo>
                      <a:cubicBezTo>
                        <a:pt x="13995" y="16919"/>
                        <a:pt x="14884" y="17535"/>
                        <a:pt x="15989" y="18064"/>
                      </a:cubicBezTo>
                      <a:cubicBezTo>
                        <a:pt x="17091" y="18592"/>
                        <a:pt x="18346" y="19066"/>
                        <a:pt x="19747" y="19486"/>
                      </a:cubicBezTo>
                      <a:cubicBezTo>
                        <a:pt x="21147" y="19909"/>
                        <a:pt x="22574" y="20368"/>
                        <a:pt x="24042" y="20864"/>
                      </a:cubicBezTo>
                      <a:cubicBezTo>
                        <a:pt x="25506" y="21363"/>
                        <a:pt x="26933" y="21929"/>
                        <a:pt x="28333" y="22567"/>
                      </a:cubicBezTo>
                      <a:cubicBezTo>
                        <a:pt x="29734" y="23205"/>
                        <a:pt x="30989" y="24014"/>
                        <a:pt x="32094" y="24995"/>
                      </a:cubicBezTo>
                      <a:cubicBezTo>
                        <a:pt x="33196" y="25976"/>
                        <a:pt x="34089" y="27150"/>
                        <a:pt x="34754" y="28517"/>
                      </a:cubicBezTo>
                      <a:cubicBezTo>
                        <a:pt x="35426" y="29888"/>
                        <a:pt x="35758" y="31537"/>
                        <a:pt x="35758" y="33465"/>
                      </a:cubicBezTo>
                      <a:cubicBezTo>
                        <a:pt x="35758" y="35770"/>
                        <a:pt x="35336" y="37892"/>
                        <a:pt x="34500" y="39836"/>
                      </a:cubicBezTo>
                      <a:cubicBezTo>
                        <a:pt x="33656" y="41783"/>
                        <a:pt x="32427" y="43461"/>
                        <a:pt x="30813" y="44879"/>
                      </a:cubicBezTo>
                      <a:cubicBezTo>
                        <a:pt x="29192" y="46295"/>
                        <a:pt x="27194" y="47396"/>
                        <a:pt x="24811" y="48188"/>
                      </a:cubicBezTo>
                      <a:cubicBezTo>
                        <a:pt x="22428" y="48983"/>
                        <a:pt x="19698" y="49382"/>
                        <a:pt x="16617" y="49382"/>
                      </a:cubicBezTo>
                      <a:cubicBezTo>
                        <a:pt x="14966" y="49382"/>
                        <a:pt x="13356" y="49233"/>
                        <a:pt x="11787" y="48938"/>
                      </a:cubicBezTo>
                      <a:cubicBezTo>
                        <a:pt x="10215" y="48639"/>
                        <a:pt x="8706" y="48229"/>
                        <a:pt x="7257" y="47702"/>
                      </a:cubicBezTo>
                      <a:cubicBezTo>
                        <a:pt x="5808" y="47172"/>
                        <a:pt x="4471" y="46548"/>
                        <a:pt x="3242" y="45835"/>
                      </a:cubicBezTo>
                      <a:cubicBezTo>
                        <a:pt x="2013" y="45118"/>
                        <a:pt x="934" y="44338"/>
                        <a:pt x="0" y="43502"/>
                      </a:cubicBezTo>
                      <a:lnTo>
                        <a:pt x="2656" y="39113"/>
                      </a:lnTo>
                      <a:cubicBezTo>
                        <a:pt x="2999" y="38585"/>
                        <a:pt x="3406" y="38180"/>
                        <a:pt x="3873" y="37899"/>
                      </a:cubicBezTo>
                      <a:cubicBezTo>
                        <a:pt x="4340" y="37618"/>
                        <a:pt x="4930" y="37480"/>
                        <a:pt x="5643" y="37480"/>
                      </a:cubicBezTo>
                      <a:cubicBezTo>
                        <a:pt x="6364" y="37480"/>
                        <a:pt x="7037" y="37680"/>
                        <a:pt x="7675" y="38085"/>
                      </a:cubicBezTo>
                      <a:cubicBezTo>
                        <a:pt x="8314" y="38490"/>
                        <a:pt x="9053" y="38927"/>
                        <a:pt x="9894" y="39394"/>
                      </a:cubicBezTo>
                      <a:cubicBezTo>
                        <a:pt x="10738" y="39861"/>
                        <a:pt x="11720" y="40295"/>
                        <a:pt x="12859" y="40700"/>
                      </a:cubicBezTo>
                      <a:cubicBezTo>
                        <a:pt x="13995" y="41104"/>
                        <a:pt x="15433" y="41305"/>
                        <a:pt x="17177" y="41305"/>
                      </a:cubicBezTo>
                      <a:cubicBezTo>
                        <a:pt x="18544" y="41305"/>
                        <a:pt x="19724" y="41145"/>
                        <a:pt x="20703" y="40816"/>
                      </a:cubicBezTo>
                      <a:cubicBezTo>
                        <a:pt x="21681" y="40488"/>
                        <a:pt x="22492" y="40061"/>
                        <a:pt x="23130" y="39533"/>
                      </a:cubicBezTo>
                      <a:cubicBezTo>
                        <a:pt x="23769" y="39004"/>
                        <a:pt x="24236" y="38388"/>
                        <a:pt x="24531" y="37688"/>
                      </a:cubicBezTo>
                      <a:cubicBezTo>
                        <a:pt x="24826" y="36988"/>
                        <a:pt x="24975" y="36266"/>
                        <a:pt x="24975" y="35518"/>
                      </a:cubicBezTo>
                      <a:cubicBezTo>
                        <a:pt x="24975" y="34399"/>
                        <a:pt x="24639" y="33480"/>
                        <a:pt x="23971" y="32765"/>
                      </a:cubicBezTo>
                      <a:cubicBezTo>
                        <a:pt x="23302" y="32051"/>
                        <a:pt x="22417" y="31427"/>
                        <a:pt x="21312" y="30898"/>
                      </a:cubicBezTo>
                      <a:cubicBezTo>
                        <a:pt x="20206" y="30370"/>
                        <a:pt x="18944" y="29896"/>
                        <a:pt x="17528" y="29477"/>
                      </a:cubicBezTo>
                      <a:cubicBezTo>
                        <a:pt x="16112" y="29054"/>
                        <a:pt x="14663" y="28598"/>
                        <a:pt x="13188" y="28098"/>
                      </a:cubicBezTo>
                      <a:cubicBezTo>
                        <a:pt x="11705" y="27602"/>
                        <a:pt x="10260" y="27019"/>
                        <a:pt x="8844" y="26348"/>
                      </a:cubicBezTo>
                      <a:cubicBezTo>
                        <a:pt x="7429" y="25681"/>
                        <a:pt x="6166" y="24831"/>
                        <a:pt x="5061" y="23803"/>
                      </a:cubicBezTo>
                      <a:cubicBezTo>
                        <a:pt x="3955" y="22778"/>
                        <a:pt x="3070" y="21517"/>
                        <a:pt x="2402" y="20025"/>
                      </a:cubicBezTo>
                      <a:cubicBezTo>
                        <a:pt x="1729" y="18530"/>
                        <a:pt x="1401" y="16725"/>
                        <a:pt x="1401" y="14611"/>
                      </a:cubicBezTo>
                      <a:cubicBezTo>
                        <a:pt x="1401" y="12649"/>
                        <a:pt x="1785" y="10782"/>
                        <a:pt x="2566" y="9010"/>
                      </a:cubicBezTo>
                      <a:cubicBezTo>
                        <a:pt x="3343" y="7234"/>
                        <a:pt x="4486" y="5688"/>
                        <a:pt x="5995" y="4365"/>
                      </a:cubicBezTo>
                      <a:cubicBezTo>
                        <a:pt x="7503" y="3045"/>
                        <a:pt x="9386" y="1984"/>
                        <a:pt x="11646" y="1193"/>
                      </a:cubicBezTo>
                      <a:cubicBezTo>
                        <a:pt x="13901" y="398"/>
                        <a:pt x="16505" y="0"/>
                        <a:pt x="19463" y="0"/>
                      </a:cubicBezTo>
                      <a:cubicBezTo>
                        <a:pt x="22764" y="0"/>
                        <a:pt x="25767" y="547"/>
                        <a:pt x="28479" y="1634"/>
                      </a:cubicBezTo>
                      <a:cubicBezTo>
                        <a:pt x="31183" y="2724"/>
                        <a:pt x="33443" y="4157"/>
                        <a:pt x="35247" y="5929"/>
                      </a:cubicBezTo>
                      <a:lnTo>
                        <a:pt x="32632" y="10082"/>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4" name="Google Shape;2374;p90"/>
                <p:cNvSpPr/>
                <p:nvPr/>
              </p:nvSpPr>
              <p:spPr>
                <a:xfrm>
                  <a:off x="3084633" y="1586632"/>
                  <a:ext cx="32635" cy="63289"/>
                </a:xfrm>
                <a:custGeom>
                  <a:rect b="b" l="l" r="r" t="t"/>
                  <a:pathLst>
                    <a:path extrusionOk="0" h="63289" w="32635">
                      <a:moveTo>
                        <a:pt x="20075" y="63289"/>
                      </a:moveTo>
                      <a:cubicBezTo>
                        <a:pt x="15937" y="63289"/>
                        <a:pt x="12747" y="62113"/>
                        <a:pt x="10506" y="59761"/>
                      </a:cubicBezTo>
                      <a:cubicBezTo>
                        <a:pt x="8265" y="57412"/>
                        <a:pt x="7145" y="54172"/>
                        <a:pt x="7145" y="50034"/>
                      </a:cubicBezTo>
                      <a:lnTo>
                        <a:pt x="7145" y="23289"/>
                      </a:lnTo>
                      <a:lnTo>
                        <a:pt x="2289" y="23289"/>
                      </a:lnTo>
                      <a:cubicBezTo>
                        <a:pt x="1669" y="23289"/>
                        <a:pt x="1128" y="23088"/>
                        <a:pt x="680" y="22683"/>
                      </a:cubicBezTo>
                      <a:cubicBezTo>
                        <a:pt x="228" y="22279"/>
                        <a:pt x="0" y="21673"/>
                        <a:pt x="0" y="20864"/>
                      </a:cubicBezTo>
                      <a:lnTo>
                        <a:pt x="0" y="16288"/>
                      </a:lnTo>
                      <a:lnTo>
                        <a:pt x="7705" y="15030"/>
                      </a:lnTo>
                      <a:lnTo>
                        <a:pt x="10133" y="1962"/>
                      </a:lnTo>
                      <a:cubicBezTo>
                        <a:pt x="10256" y="1338"/>
                        <a:pt x="10547" y="857"/>
                        <a:pt x="10999" y="514"/>
                      </a:cubicBezTo>
                      <a:cubicBezTo>
                        <a:pt x="11448" y="171"/>
                        <a:pt x="12015" y="0"/>
                        <a:pt x="12703" y="0"/>
                      </a:cubicBezTo>
                      <a:lnTo>
                        <a:pt x="18675" y="0"/>
                      </a:lnTo>
                      <a:lnTo>
                        <a:pt x="18675" y="15074"/>
                      </a:lnTo>
                      <a:lnTo>
                        <a:pt x="31280" y="15074"/>
                      </a:lnTo>
                      <a:lnTo>
                        <a:pt x="31280" y="23289"/>
                      </a:lnTo>
                      <a:lnTo>
                        <a:pt x="18675" y="23289"/>
                      </a:lnTo>
                      <a:lnTo>
                        <a:pt x="18675" y="49239"/>
                      </a:lnTo>
                      <a:cubicBezTo>
                        <a:pt x="18675" y="50734"/>
                        <a:pt x="19052" y="51901"/>
                        <a:pt x="19795" y="52739"/>
                      </a:cubicBezTo>
                      <a:cubicBezTo>
                        <a:pt x="20542" y="53578"/>
                        <a:pt x="21539" y="54001"/>
                        <a:pt x="22787" y="54001"/>
                      </a:cubicBezTo>
                      <a:cubicBezTo>
                        <a:pt x="23500" y="54001"/>
                        <a:pt x="24098" y="53914"/>
                        <a:pt x="24580" y="53742"/>
                      </a:cubicBezTo>
                      <a:cubicBezTo>
                        <a:pt x="25065" y="53571"/>
                        <a:pt x="25487" y="53392"/>
                        <a:pt x="25842" y="53206"/>
                      </a:cubicBezTo>
                      <a:cubicBezTo>
                        <a:pt x="26201" y="53020"/>
                        <a:pt x="26522" y="52842"/>
                        <a:pt x="26798" y="52670"/>
                      </a:cubicBezTo>
                      <a:cubicBezTo>
                        <a:pt x="27078" y="52499"/>
                        <a:pt x="27358" y="52411"/>
                        <a:pt x="27642" y="52411"/>
                      </a:cubicBezTo>
                      <a:cubicBezTo>
                        <a:pt x="27982" y="52411"/>
                        <a:pt x="28262" y="52499"/>
                        <a:pt x="28479" y="52670"/>
                      </a:cubicBezTo>
                      <a:cubicBezTo>
                        <a:pt x="28699" y="52842"/>
                        <a:pt x="28931" y="53097"/>
                        <a:pt x="29181" y="53440"/>
                      </a:cubicBezTo>
                      <a:lnTo>
                        <a:pt x="32636" y="59040"/>
                      </a:lnTo>
                      <a:cubicBezTo>
                        <a:pt x="30955" y="60440"/>
                        <a:pt x="29024" y="61497"/>
                        <a:pt x="26847" y="62214"/>
                      </a:cubicBezTo>
                      <a:cubicBezTo>
                        <a:pt x="24669" y="62931"/>
                        <a:pt x="22410" y="63289"/>
                        <a:pt x="20075" y="63289"/>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5" name="Google Shape;2375;p90"/>
                <p:cNvSpPr/>
                <p:nvPr/>
              </p:nvSpPr>
              <p:spPr>
                <a:xfrm>
                  <a:off x="3121889" y="1600538"/>
                  <a:ext cx="43747" cy="49333"/>
                </a:xfrm>
                <a:custGeom>
                  <a:rect b="b" l="l" r="r" t="t"/>
                  <a:pathLst>
                    <a:path extrusionOk="0" h="49333" w="43747">
                      <a:moveTo>
                        <a:pt x="23018" y="0"/>
                      </a:moveTo>
                      <a:cubicBezTo>
                        <a:pt x="26036" y="0"/>
                        <a:pt x="28815" y="485"/>
                        <a:pt x="31351" y="1448"/>
                      </a:cubicBezTo>
                      <a:cubicBezTo>
                        <a:pt x="33887" y="2414"/>
                        <a:pt x="36072" y="3822"/>
                        <a:pt x="37910" y="5674"/>
                      </a:cubicBezTo>
                      <a:cubicBezTo>
                        <a:pt x="39743" y="7522"/>
                        <a:pt x="41178" y="9794"/>
                        <a:pt x="42209" y="12485"/>
                      </a:cubicBezTo>
                      <a:cubicBezTo>
                        <a:pt x="43232" y="15180"/>
                        <a:pt x="43747" y="18250"/>
                        <a:pt x="43747" y="21703"/>
                      </a:cubicBezTo>
                      <a:cubicBezTo>
                        <a:pt x="43747" y="22574"/>
                        <a:pt x="43706" y="23300"/>
                        <a:pt x="43632" y="23876"/>
                      </a:cubicBezTo>
                      <a:cubicBezTo>
                        <a:pt x="43553" y="24452"/>
                        <a:pt x="43411" y="24900"/>
                        <a:pt x="43209" y="25229"/>
                      </a:cubicBezTo>
                      <a:cubicBezTo>
                        <a:pt x="43008" y="25553"/>
                        <a:pt x="42735" y="25786"/>
                        <a:pt x="42392" y="25929"/>
                      </a:cubicBezTo>
                      <a:cubicBezTo>
                        <a:pt x="42052" y="26067"/>
                        <a:pt x="41611" y="26136"/>
                        <a:pt x="41084" y="26136"/>
                      </a:cubicBezTo>
                      <a:lnTo>
                        <a:pt x="11485" y="26136"/>
                      </a:lnTo>
                      <a:cubicBezTo>
                        <a:pt x="11829" y="31055"/>
                        <a:pt x="13151" y="34665"/>
                        <a:pt x="15455" y="36966"/>
                      </a:cubicBezTo>
                      <a:cubicBezTo>
                        <a:pt x="17760" y="39270"/>
                        <a:pt x="20807" y="40419"/>
                        <a:pt x="24606" y="40419"/>
                      </a:cubicBezTo>
                      <a:cubicBezTo>
                        <a:pt x="26473" y="40419"/>
                        <a:pt x="28083" y="40204"/>
                        <a:pt x="29439" y="39766"/>
                      </a:cubicBezTo>
                      <a:cubicBezTo>
                        <a:pt x="30791" y="39332"/>
                        <a:pt x="31971" y="38847"/>
                        <a:pt x="32987" y="38319"/>
                      </a:cubicBezTo>
                      <a:cubicBezTo>
                        <a:pt x="33995" y="37790"/>
                        <a:pt x="34884" y="37309"/>
                        <a:pt x="35646" y="36871"/>
                      </a:cubicBezTo>
                      <a:cubicBezTo>
                        <a:pt x="36408" y="36437"/>
                        <a:pt x="37148" y="36218"/>
                        <a:pt x="37865" y="36218"/>
                      </a:cubicBezTo>
                      <a:cubicBezTo>
                        <a:pt x="38332" y="36218"/>
                        <a:pt x="38735" y="36313"/>
                        <a:pt x="39079" y="36499"/>
                      </a:cubicBezTo>
                      <a:cubicBezTo>
                        <a:pt x="39422" y="36685"/>
                        <a:pt x="39717" y="36951"/>
                        <a:pt x="39964" y="37294"/>
                      </a:cubicBezTo>
                      <a:lnTo>
                        <a:pt x="43325" y="41494"/>
                      </a:lnTo>
                      <a:cubicBezTo>
                        <a:pt x="42052" y="42986"/>
                        <a:pt x="40617" y="44241"/>
                        <a:pt x="39030" y="45249"/>
                      </a:cubicBezTo>
                      <a:cubicBezTo>
                        <a:pt x="37443" y="46261"/>
                        <a:pt x="35788" y="47071"/>
                        <a:pt x="34059" y="47680"/>
                      </a:cubicBezTo>
                      <a:cubicBezTo>
                        <a:pt x="32330" y="48285"/>
                        <a:pt x="30570" y="48710"/>
                        <a:pt x="28785" y="48961"/>
                      </a:cubicBezTo>
                      <a:cubicBezTo>
                        <a:pt x="26992" y="49211"/>
                        <a:pt x="25259" y="49334"/>
                        <a:pt x="23575" y="49334"/>
                      </a:cubicBezTo>
                      <a:cubicBezTo>
                        <a:pt x="20247" y="49334"/>
                        <a:pt x="17151" y="48781"/>
                        <a:pt x="14286" y="47680"/>
                      </a:cubicBezTo>
                      <a:cubicBezTo>
                        <a:pt x="11421" y="46575"/>
                        <a:pt x="8930" y="44939"/>
                        <a:pt x="6816" y="42777"/>
                      </a:cubicBezTo>
                      <a:cubicBezTo>
                        <a:pt x="4702" y="40616"/>
                        <a:pt x="3033" y="37940"/>
                        <a:pt x="1823" y="34749"/>
                      </a:cubicBezTo>
                      <a:cubicBezTo>
                        <a:pt x="609" y="31559"/>
                        <a:pt x="0" y="27865"/>
                        <a:pt x="0" y="23664"/>
                      </a:cubicBezTo>
                      <a:cubicBezTo>
                        <a:pt x="0" y="20397"/>
                        <a:pt x="527" y="17324"/>
                        <a:pt x="1591" y="14447"/>
                      </a:cubicBezTo>
                      <a:cubicBezTo>
                        <a:pt x="2648" y="11570"/>
                        <a:pt x="4164" y="9065"/>
                        <a:pt x="6140" y="6932"/>
                      </a:cubicBezTo>
                      <a:cubicBezTo>
                        <a:pt x="8116" y="4802"/>
                        <a:pt x="10529" y="3114"/>
                        <a:pt x="13379" y="1867"/>
                      </a:cubicBezTo>
                      <a:cubicBezTo>
                        <a:pt x="16225" y="624"/>
                        <a:pt x="19437" y="0"/>
                        <a:pt x="23018" y="0"/>
                      </a:cubicBezTo>
                      <a:close/>
                      <a:moveTo>
                        <a:pt x="23250" y="8262"/>
                      </a:moveTo>
                      <a:cubicBezTo>
                        <a:pt x="19889" y="8262"/>
                        <a:pt x="17259" y="9210"/>
                        <a:pt x="15362" y="11110"/>
                      </a:cubicBezTo>
                      <a:cubicBezTo>
                        <a:pt x="13461" y="13006"/>
                        <a:pt x="12247" y="15701"/>
                        <a:pt x="11720" y="19183"/>
                      </a:cubicBezTo>
                      <a:lnTo>
                        <a:pt x="33379" y="19183"/>
                      </a:lnTo>
                      <a:cubicBezTo>
                        <a:pt x="33379" y="17692"/>
                        <a:pt x="33181" y="16284"/>
                        <a:pt x="32774" y="14961"/>
                      </a:cubicBezTo>
                      <a:cubicBezTo>
                        <a:pt x="32371" y="13637"/>
                        <a:pt x="31747" y="12477"/>
                        <a:pt x="30907" y="11482"/>
                      </a:cubicBezTo>
                      <a:cubicBezTo>
                        <a:pt x="30070" y="10487"/>
                        <a:pt x="29006" y="9703"/>
                        <a:pt x="27736" y="9127"/>
                      </a:cubicBezTo>
                      <a:cubicBezTo>
                        <a:pt x="26458" y="8551"/>
                        <a:pt x="24961" y="8262"/>
                        <a:pt x="23250" y="8262"/>
                      </a:cubicBez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76" name="Google Shape;2376;p90"/>
                <p:cNvSpPr/>
                <p:nvPr/>
              </p:nvSpPr>
              <p:spPr>
                <a:xfrm>
                  <a:off x="3175018" y="1600538"/>
                  <a:ext cx="67273" cy="48635"/>
                </a:xfrm>
                <a:custGeom>
                  <a:rect b="b" l="l" r="r" t="t"/>
                  <a:pathLst>
                    <a:path extrusionOk="0" h="48635" w="67273">
                      <a:moveTo>
                        <a:pt x="0" y="48636"/>
                      </a:moveTo>
                      <a:lnTo>
                        <a:pt x="0" y="747"/>
                      </a:lnTo>
                      <a:lnTo>
                        <a:pt x="7048" y="747"/>
                      </a:lnTo>
                      <a:cubicBezTo>
                        <a:pt x="8546" y="747"/>
                        <a:pt x="9524" y="1448"/>
                        <a:pt x="9991" y="2848"/>
                      </a:cubicBezTo>
                      <a:lnTo>
                        <a:pt x="10738" y="6396"/>
                      </a:lnTo>
                      <a:cubicBezTo>
                        <a:pt x="11578" y="5462"/>
                        <a:pt x="12456" y="4605"/>
                        <a:pt x="13379" y="3829"/>
                      </a:cubicBezTo>
                      <a:cubicBezTo>
                        <a:pt x="14294" y="3052"/>
                        <a:pt x="15272" y="2381"/>
                        <a:pt x="16318" y="1823"/>
                      </a:cubicBezTo>
                      <a:cubicBezTo>
                        <a:pt x="17360" y="1262"/>
                        <a:pt x="18480" y="817"/>
                        <a:pt x="19679" y="492"/>
                      </a:cubicBezTo>
                      <a:cubicBezTo>
                        <a:pt x="20875" y="164"/>
                        <a:pt x="22193" y="0"/>
                        <a:pt x="23623" y="0"/>
                      </a:cubicBezTo>
                      <a:cubicBezTo>
                        <a:pt x="26641" y="0"/>
                        <a:pt x="29125" y="817"/>
                        <a:pt x="31071" y="2450"/>
                      </a:cubicBezTo>
                      <a:cubicBezTo>
                        <a:pt x="33013" y="4084"/>
                        <a:pt x="34470" y="6257"/>
                        <a:pt x="35437" y="8963"/>
                      </a:cubicBezTo>
                      <a:cubicBezTo>
                        <a:pt x="36184" y="7376"/>
                        <a:pt x="37118" y="6017"/>
                        <a:pt x="38238" y="4879"/>
                      </a:cubicBezTo>
                      <a:cubicBezTo>
                        <a:pt x="39359" y="3745"/>
                        <a:pt x="40588" y="2819"/>
                        <a:pt x="41925" y="2100"/>
                      </a:cubicBezTo>
                      <a:cubicBezTo>
                        <a:pt x="43262" y="1386"/>
                        <a:pt x="44685" y="857"/>
                        <a:pt x="46197" y="514"/>
                      </a:cubicBezTo>
                      <a:cubicBezTo>
                        <a:pt x="47706" y="171"/>
                        <a:pt x="49223" y="0"/>
                        <a:pt x="50747" y="0"/>
                      </a:cubicBezTo>
                      <a:cubicBezTo>
                        <a:pt x="53391" y="0"/>
                        <a:pt x="55744" y="405"/>
                        <a:pt x="57798" y="1214"/>
                      </a:cubicBezTo>
                      <a:cubicBezTo>
                        <a:pt x="59852" y="2024"/>
                        <a:pt x="61582" y="3205"/>
                        <a:pt x="62982" y="4762"/>
                      </a:cubicBezTo>
                      <a:cubicBezTo>
                        <a:pt x="64383" y="6319"/>
                        <a:pt x="65447" y="8215"/>
                        <a:pt x="66179" y="10458"/>
                      </a:cubicBezTo>
                      <a:cubicBezTo>
                        <a:pt x="66911" y="12696"/>
                        <a:pt x="67274" y="15263"/>
                        <a:pt x="67274" y="18158"/>
                      </a:cubicBezTo>
                      <a:lnTo>
                        <a:pt x="67274" y="48636"/>
                      </a:lnTo>
                      <a:lnTo>
                        <a:pt x="55744" y="48636"/>
                      </a:lnTo>
                      <a:lnTo>
                        <a:pt x="55744" y="18158"/>
                      </a:lnTo>
                      <a:cubicBezTo>
                        <a:pt x="55744" y="15106"/>
                        <a:pt x="55075" y="12813"/>
                        <a:pt x="53735" y="11274"/>
                      </a:cubicBezTo>
                      <a:cubicBezTo>
                        <a:pt x="52397" y="9732"/>
                        <a:pt x="50437" y="8963"/>
                        <a:pt x="47856" y="8963"/>
                      </a:cubicBezTo>
                      <a:cubicBezTo>
                        <a:pt x="46672" y="8963"/>
                        <a:pt x="45574" y="9167"/>
                        <a:pt x="44562" y="9568"/>
                      </a:cubicBezTo>
                      <a:cubicBezTo>
                        <a:pt x="43553" y="9973"/>
                        <a:pt x="42664" y="10556"/>
                        <a:pt x="41902" y="11318"/>
                      </a:cubicBezTo>
                      <a:cubicBezTo>
                        <a:pt x="41137" y="12084"/>
                        <a:pt x="40539" y="13039"/>
                        <a:pt x="40106" y="14191"/>
                      </a:cubicBezTo>
                      <a:cubicBezTo>
                        <a:pt x="39669" y="15340"/>
                        <a:pt x="39452" y="16663"/>
                        <a:pt x="39452" y="18158"/>
                      </a:cubicBezTo>
                      <a:lnTo>
                        <a:pt x="39452" y="48636"/>
                      </a:lnTo>
                      <a:lnTo>
                        <a:pt x="27870" y="48636"/>
                      </a:lnTo>
                      <a:lnTo>
                        <a:pt x="27870" y="18158"/>
                      </a:lnTo>
                      <a:cubicBezTo>
                        <a:pt x="27870" y="14953"/>
                        <a:pt x="27228" y="12620"/>
                        <a:pt x="25935" y="11158"/>
                      </a:cubicBezTo>
                      <a:cubicBezTo>
                        <a:pt x="24643" y="9695"/>
                        <a:pt x="22735" y="8963"/>
                        <a:pt x="20217" y="8963"/>
                      </a:cubicBezTo>
                      <a:cubicBezTo>
                        <a:pt x="18566" y="8963"/>
                        <a:pt x="17016" y="9375"/>
                        <a:pt x="15567" y="10199"/>
                      </a:cubicBezTo>
                      <a:cubicBezTo>
                        <a:pt x="14126" y="11023"/>
                        <a:pt x="12773" y="12153"/>
                        <a:pt x="11530" y="13582"/>
                      </a:cubicBezTo>
                      <a:lnTo>
                        <a:pt x="11530" y="48636"/>
                      </a:lnTo>
                      <a:lnTo>
                        <a:pt x="0" y="48636"/>
                      </a:lnTo>
                      <a:close/>
                    </a:path>
                  </a:pathLst>
                </a:custGeom>
                <a:solidFill>
                  <a:srgbClr val="000000"/>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sp>
          <p:nvSpPr>
            <p:cNvPr id="2377" name="Google Shape;2377;p90"/>
            <p:cNvSpPr/>
            <p:nvPr/>
          </p:nvSpPr>
          <p:spPr>
            <a:xfrm>
              <a:off x="2584800" y="1109900"/>
              <a:ext cx="5045986" cy="448575"/>
            </a:xfrm>
            <a:custGeom>
              <a:rect b="b" l="l" r="r" t="t"/>
              <a:pathLst>
                <a:path extrusionOk="0" h="598100" w="6661368">
                  <a:moveTo>
                    <a:pt x="6620172" y="0"/>
                  </a:moveTo>
                  <a:cubicBezTo>
                    <a:pt x="6642925" y="0"/>
                    <a:pt x="6661369" y="18439"/>
                    <a:pt x="6661369" y="41184"/>
                  </a:cubicBezTo>
                  <a:lnTo>
                    <a:pt x="6661369" y="556917"/>
                  </a:lnTo>
                  <a:cubicBezTo>
                    <a:pt x="6661369" y="579662"/>
                    <a:pt x="6642925" y="598101"/>
                    <a:pt x="6620172" y="598101"/>
                  </a:cubicBezTo>
                  <a:lnTo>
                    <a:pt x="41196" y="598101"/>
                  </a:lnTo>
                  <a:cubicBezTo>
                    <a:pt x="18444" y="598101"/>
                    <a:pt x="0" y="579662"/>
                    <a:pt x="0" y="556917"/>
                  </a:cubicBezTo>
                  <a:lnTo>
                    <a:pt x="0" y="41184"/>
                  </a:lnTo>
                  <a:cubicBezTo>
                    <a:pt x="0" y="18439"/>
                    <a:pt x="18444" y="0"/>
                    <a:pt x="41196" y="0"/>
                  </a:cubicBezTo>
                  <a:close/>
                </a:path>
              </a:pathLst>
            </a:custGeom>
            <a:solidFill>
              <a:srgbClr val="FFFFFF"/>
            </a:solidFill>
            <a:ln cap="flat" cmpd="sng" w="16275">
              <a:solidFill>
                <a:srgbClr val="29B5E8"/>
              </a:solidFill>
              <a:prstDash val="solid"/>
              <a:miter lim="8000"/>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378" name="Google Shape;2378;p90"/>
            <p:cNvGrpSpPr/>
            <p:nvPr/>
          </p:nvGrpSpPr>
          <p:grpSpPr>
            <a:xfrm>
              <a:off x="3402662" y="1203682"/>
              <a:ext cx="577420" cy="299078"/>
              <a:chOff x="4431633" y="1401709"/>
              <a:chExt cx="769893" cy="398771"/>
            </a:xfrm>
          </p:grpSpPr>
          <p:sp>
            <p:nvSpPr>
              <p:cNvPr id="2379" name="Google Shape;2379;p90"/>
              <p:cNvSpPr/>
              <p:nvPr/>
            </p:nvSpPr>
            <p:spPr>
              <a:xfrm>
                <a:off x="4681650" y="1401709"/>
                <a:ext cx="240048" cy="239975"/>
              </a:xfrm>
              <a:custGeom>
                <a:rect b="b" l="l" r="r" t="t"/>
                <a:pathLst>
                  <a:path extrusionOk="0" h="239975" w="240048">
                    <a:moveTo>
                      <a:pt x="232604" y="94486"/>
                    </a:moveTo>
                    <a:lnTo>
                      <a:pt x="213160" y="94486"/>
                    </a:lnTo>
                    <a:cubicBezTo>
                      <a:pt x="210979" y="86483"/>
                      <a:pt x="207778" y="78836"/>
                      <a:pt x="203599" y="71648"/>
                    </a:cubicBezTo>
                    <a:lnTo>
                      <a:pt x="215125" y="60127"/>
                    </a:lnTo>
                    <a:cubicBezTo>
                      <a:pt x="216522" y="58731"/>
                      <a:pt x="217306" y="56841"/>
                      <a:pt x="217306" y="54864"/>
                    </a:cubicBezTo>
                    <a:cubicBezTo>
                      <a:pt x="217306" y="52894"/>
                      <a:pt x="216522" y="50997"/>
                      <a:pt x="215125" y="49602"/>
                    </a:cubicBezTo>
                    <a:lnTo>
                      <a:pt x="190008" y="24488"/>
                    </a:lnTo>
                    <a:cubicBezTo>
                      <a:pt x="187214" y="21697"/>
                      <a:pt x="182269" y="21697"/>
                      <a:pt x="179479" y="24488"/>
                    </a:cubicBezTo>
                    <a:lnTo>
                      <a:pt x="167829" y="36140"/>
                    </a:lnTo>
                    <a:cubicBezTo>
                      <a:pt x="160606" y="32004"/>
                      <a:pt x="152942" y="28857"/>
                      <a:pt x="144930" y="26727"/>
                    </a:cubicBezTo>
                    <a:lnTo>
                      <a:pt x="144930" y="7443"/>
                    </a:lnTo>
                    <a:cubicBezTo>
                      <a:pt x="144930" y="3329"/>
                      <a:pt x="141595" y="0"/>
                      <a:pt x="137483" y="0"/>
                    </a:cubicBezTo>
                    <a:lnTo>
                      <a:pt x="101964" y="0"/>
                    </a:lnTo>
                    <a:cubicBezTo>
                      <a:pt x="97852" y="0"/>
                      <a:pt x="94516" y="3329"/>
                      <a:pt x="94516" y="7443"/>
                    </a:cubicBezTo>
                    <a:lnTo>
                      <a:pt x="94516" y="26872"/>
                    </a:lnTo>
                    <a:cubicBezTo>
                      <a:pt x="86516" y="29060"/>
                      <a:pt x="78871" y="32259"/>
                      <a:pt x="71670" y="36438"/>
                    </a:cubicBezTo>
                    <a:lnTo>
                      <a:pt x="60144" y="24917"/>
                    </a:lnTo>
                    <a:cubicBezTo>
                      <a:pt x="57234" y="22010"/>
                      <a:pt x="52525" y="22010"/>
                      <a:pt x="49615" y="24917"/>
                    </a:cubicBezTo>
                    <a:lnTo>
                      <a:pt x="24501" y="50023"/>
                    </a:lnTo>
                    <a:cubicBezTo>
                      <a:pt x="21592" y="52931"/>
                      <a:pt x="21592" y="57641"/>
                      <a:pt x="24501" y="60548"/>
                    </a:cubicBezTo>
                    <a:lnTo>
                      <a:pt x="36150" y="72193"/>
                    </a:lnTo>
                    <a:cubicBezTo>
                      <a:pt x="32016" y="79411"/>
                      <a:pt x="28864" y="87079"/>
                      <a:pt x="26735" y="95089"/>
                    </a:cubicBezTo>
                    <a:lnTo>
                      <a:pt x="7448" y="95089"/>
                    </a:lnTo>
                    <a:cubicBezTo>
                      <a:pt x="3335" y="95089"/>
                      <a:pt x="0" y="98418"/>
                      <a:pt x="0" y="102532"/>
                    </a:cubicBezTo>
                    <a:lnTo>
                      <a:pt x="0" y="138040"/>
                    </a:lnTo>
                    <a:cubicBezTo>
                      <a:pt x="0" y="142154"/>
                      <a:pt x="3335" y="145483"/>
                      <a:pt x="7448" y="145483"/>
                    </a:cubicBezTo>
                    <a:lnTo>
                      <a:pt x="26888" y="145483"/>
                    </a:lnTo>
                    <a:cubicBezTo>
                      <a:pt x="29069" y="153486"/>
                      <a:pt x="32274" y="161133"/>
                      <a:pt x="36453" y="168329"/>
                    </a:cubicBezTo>
                    <a:lnTo>
                      <a:pt x="24927" y="179850"/>
                    </a:lnTo>
                    <a:cubicBezTo>
                      <a:pt x="23530" y="181245"/>
                      <a:pt x="22746" y="183135"/>
                      <a:pt x="22746" y="185112"/>
                    </a:cubicBezTo>
                    <a:cubicBezTo>
                      <a:pt x="22746" y="187089"/>
                      <a:pt x="23530" y="188979"/>
                      <a:pt x="24927" y="190374"/>
                    </a:cubicBezTo>
                    <a:lnTo>
                      <a:pt x="50041" y="215481"/>
                    </a:lnTo>
                    <a:cubicBezTo>
                      <a:pt x="52950" y="218388"/>
                      <a:pt x="57660" y="218388"/>
                      <a:pt x="60570" y="215481"/>
                    </a:cubicBezTo>
                    <a:lnTo>
                      <a:pt x="72219" y="203836"/>
                    </a:lnTo>
                    <a:cubicBezTo>
                      <a:pt x="79438" y="207965"/>
                      <a:pt x="87099" y="211112"/>
                      <a:pt x="95121" y="213249"/>
                    </a:cubicBezTo>
                    <a:lnTo>
                      <a:pt x="95121" y="232533"/>
                    </a:lnTo>
                    <a:cubicBezTo>
                      <a:pt x="95121" y="236647"/>
                      <a:pt x="98453" y="239976"/>
                      <a:pt x="102565" y="239976"/>
                    </a:cubicBezTo>
                    <a:lnTo>
                      <a:pt x="138084" y="239976"/>
                    </a:lnTo>
                    <a:cubicBezTo>
                      <a:pt x="142197" y="239976"/>
                      <a:pt x="145532" y="236647"/>
                      <a:pt x="145532" y="232533"/>
                    </a:cubicBezTo>
                    <a:lnTo>
                      <a:pt x="145532" y="213097"/>
                    </a:lnTo>
                    <a:cubicBezTo>
                      <a:pt x="153532" y="210909"/>
                      <a:pt x="161178" y="207710"/>
                      <a:pt x="168378" y="203531"/>
                    </a:cubicBezTo>
                    <a:lnTo>
                      <a:pt x="179904" y="215059"/>
                    </a:lnTo>
                    <a:cubicBezTo>
                      <a:pt x="181301" y="216455"/>
                      <a:pt x="183195" y="217240"/>
                      <a:pt x="185167" y="217240"/>
                    </a:cubicBezTo>
                    <a:cubicBezTo>
                      <a:pt x="187143" y="217240"/>
                      <a:pt x="189036" y="216455"/>
                      <a:pt x="190433" y="215059"/>
                    </a:cubicBezTo>
                    <a:lnTo>
                      <a:pt x="215551" y="189946"/>
                    </a:lnTo>
                    <a:cubicBezTo>
                      <a:pt x="218457" y="187038"/>
                      <a:pt x="218457" y="182328"/>
                      <a:pt x="215551" y="179421"/>
                    </a:cubicBezTo>
                    <a:lnTo>
                      <a:pt x="203901" y="167776"/>
                    </a:lnTo>
                    <a:cubicBezTo>
                      <a:pt x="208036" y="160558"/>
                      <a:pt x="211188" y="152890"/>
                      <a:pt x="213317" y="144880"/>
                    </a:cubicBezTo>
                    <a:lnTo>
                      <a:pt x="232604" y="144880"/>
                    </a:lnTo>
                    <a:cubicBezTo>
                      <a:pt x="236717" y="144880"/>
                      <a:pt x="240048" y="141551"/>
                      <a:pt x="240048" y="137437"/>
                    </a:cubicBezTo>
                    <a:lnTo>
                      <a:pt x="240048" y="101929"/>
                    </a:lnTo>
                    <a:cubicBezTo>
                      <a:pt x="240048" y="97815"/>
                      <a:pt x="236717" y="94486"/>
                      <a:pt x="232604" y="94486"/>
                    </a:cubicBezTo>
                    <a:close/>
                    <a:moveTo>
                      <a:pt x="225157" y="129993"/>
                    </a:moveTo>
                    <a:lnTo>
                      <a:pt x="207401" y="129993"/>
                    </a:lnTo>
                    <a:cubicBezTo>
                      <a:pt x="203849" y="129993"/>
                      <a:pt x="200790" y="132501"/>
                      <a:pt x="200099" y="135990"/>
                    </a:cubicBezTo>
                    <a:cubicBezTo>
                      <a:pt x="198056" y="146283"/>
                      <a:pt x="194075" y="155972"/>
                      <a:pt x="188267" y="164796"/>
                    </a:cubicBezTo>
                    <a:cubicBezTo>
                      <a:pt x="186325" y="167747"/>
                      <a:pt x="186724" y="171658"/>
                      <a:pt x="189223" y="174151"/>
                    </a:cubicBezTo>
                    <a:lnTo>
                      <a:pt x="199756" y="184683"/>
                    </a:lnTo>
                    <a:lnTo>
                      <a:pt x="185167" y="199272"/>
                    </a:lnTo>
                    <a:lnTo>
                      <a:pt x="174728" y="188826"/>
                    </a:lnTo>
                    <a:cubicBezTo>
                      <a:pt x="172225" y="186326"/>
                      <a:pt x="168289" y="185940"/>
                      <a:pt x="165327" y="187896"/>
                    </a:cubicBezTo>
                    <a:cubicBezTo>
                      <a:pt x="156539" y="193769"/>
                      <a:pt x="146869" y="197818"/>
                      <a:pt x="136583" y="199933"/>
                    </a:cubicBezTo>
                    <a:cubicBezTo>
                      <a:pt x="133121" y="200645"/>
                      <a:pt x="130641" y="203691"/>
                      <a:pt x="130641" y="207223"/>
                    </a:cubicBezTo>
                    <a:lnTo>
                      <a:pt x="130641" y="225090"/>
                    </a:lnTo>
                    <a:lnTo>
                      <a:pt x="110013" y="225090"/>
                    </a:lnTo>
                    <a:lnTo>
                      <a:pt x="110013" y="207339"/>
                    </a:lnTo>
                    <a:cubicBezTo>
                      <a:pt x="110013" y="203792"/>
                      <a:pt x="107503" y="200733"/>
                      <a:pt x="104022" y="200042"/>
                    </a:cubicBezTo>
                    <a:cubicBezTo>
                      <a:pt x="93710" y="197985"/>
                      <a:pt x="84014" y="194009"/>
                      <a:pt x="75203" y="188208"/>
                    </a:cubicBezTo>
                    <a:cubicBezTo>
                      <a:pt x="72252" y="186260"/>
                      <a:pt x="68346" y="186667"/>
                      <a:pt x="65843" y="189160"/>
                    </a:cubicBezTo>
                    <a:lnTo>
                      <a:pt x="55303" y="199693"/>
                    </a:lnTo>
                    <a:lnTo>
                      <a:pt x="40718" y="185112"/>
                    </a:lnTo>
                    <a:lnTo>
                      <a:pt x="51165" y="174674"/>
                    </a:lnTo>
                    <a:cubicBezTo>
                      <a:pt x="53675" y="172166"/>
                      <a:pt x="54063" y="168227"/>
                      <a:pt x="52091" y="165276"/>
                    </a:cubicBezTo>
                    <a:cubicBezTo>
                      <a:pt x="46224" y="156495"/>
                      <a:pt x="42175" y="146828"/>
                      <a:pt x="40050" y="136535"/>
                    </a:cubicBezTo>
                    <a:cubicBezTo>
                      <a:pt x="39337" y="133075"/>
                      <a:pt x="36293" y="130597"/>
                      <a:pt x="32755" y="130597"/>
                    </a:cubicBezTo>
                    <a:lnTo>
                      <a:pt x="14891" y="130597"/>
                    </a:lnTo>
                    <a:lnTo>
                      <a:pt x="14891" y="109976"/>
                    </a:lnTo>
                    <a:lnTo>
                      <a:pt x="32644" y="109976"/>
                    </a:lnTo>
                    <a:cubicBezTo>
                      <a:pt x="36195" y="109976"/>
                      <a:pt x="39254" y="107468"/>
                      <a:pt x="39949" y="103986"/>
                    </a:cubicBezTo>
                    <a:cubicBezTo>
                      <a:pt x="41996" y="93686"/>
                      <a:pt x="45977" y="83990"/>
                      <a:pt x="51785" y="75173"/>
                    </a:cubicBezTo>
                    <a:cubicBezTo>
                      <a:pt x="53727" y="72222"/>
                      <a:pt x="53327" y="68311"/>
                      <a:pt x="50829" y="65818"/>
                    </a:cubicBezTo>
                    <a:lnTo>
                      <a:pt x="40293" y="55286"/>
                    </a:lnTo>
                    <a:lnTo>
                      <a:pt x="54878" y="40705"/>
                    </a:lnTo>
                    <a:lnTo>
                      <a:pt x="65324" y="51143"/>
                    </a:lnTo>
                    <a:cubicBezTo>
                      <a:pt x="67838" y="53650"/>
                      <a:pt x="71771" y="54028"/>
                      <a:pt x="74725" y="52073"/>
                    </a:cubicBezTo>
                    <a:cubicBezTo>
                      <a:pt x="83513" y="46200"/>
                      <a:pt x="93183" y="42151"/>
                      <a:pt x="103465" y="40036"/>
                    </a:cubicBezTo>
                    <a:cubicBezTo>
                      <a:pt x="106924" y="39324"/>
                      <a:pt x="109408" y="36278"/>
                      <a:pt x="109408" y="32746"/>
                    </a:cubicBezTo>
                    <a:lnTo>
                      <a:pt x="109408" y="14886"/>
                    </a:lnTo>
                    <a:lnTo>
                      <a:pt x="130039" y="14886"/>
                    </a:lnTo>
                    <a:lnTo>
                      <a:pt x="130039" y="32636"/>
                    </a:lnTo>
                    <a:cubicBezTo>
                      <a:pt x="130039" y="36191"/>
                      <a:pt x="132553" y="39244"/>
                      <a:pt x="136034" y="39934"/>
                    </a:cubicBezTo>
                    <a:cubicBezTo>
                      <a:pt x="146331" y="41984"/>
                      <a:pt x="156027" y="45960"/>
                      <a:pt x="164849" y="51768"/>
                    </a:cubicBezTo>
                    <a:cubicBezTo>
                      <a:pt x="167799" y="53723"/>
                      <a:pt x="171717" y="53316"/>
                      <a:pt x="174205" y="50815"/>
                    </a:cubicBezTo>
                    <a:lnTo>
                      <a:pt x="184741" y="40276"/>
                    </a:lnTo>
                    <a:lnTo>
                      <a:pt x="199330" y="54864"/>
                    </a:lnTo>
                    <a:lnTo>
                      <a:pt x="188887" y="65302"/>
                    </a:lnTo>
                    <a:cubicBezTo>
                      <a:pt x="186373" y="67810"/>
                      <a:pt x="185985" y="71749"/>
                      <a:pt x="187961" y="74700"/>
                    </a:cubicBezTo>
                    <a:cubicBezTo>
                      <a:pt x="193828" y="83474"/>
                      <a:pt x="197877" y="93141"/>
                      <a:pt x="199998" y="103426"/>
                    </a:cubicBezTo>
                    <a:cubicBezTo>
                      <a:pt x="200708" y="106886"/>
                      <a:pt x="203756" y="109372"/>
                      <a:pt x="207289" y="109372"/>
                    </a:cubicBezTo>
                    <a:lnTo>
                      <a:pt x="225157" y="109372"/>
                    </a:lnTo>
                    <a:lnTo>
                      <a:pt x="225157" y="129993"/>
                    </a:lnTo>
                    <a:close/>
                    <a:moveTo>
                      <a:pt x="92358" y="121649"/>
                    </a:moveTo>
                    <a:lnTo>
                      <a:pt x="92358" y="172261"/>
                    </a:lnTo>
                    <a:cubicBezTo>
                      <a:pt x="92358" y="173286"/>
                      <a:pt x="91525" y="174122"/>
                      <a:pt x="90498" y="174122"/>
                    </a:cubicBezTo>
                    <a:lnTo>
                      <a:pt x="67584" y="174122"/>
                    </a:lnTo>
                    <a:cubicBezTo>
                      <a:pt x="66557" y="174122"/>
                      <a:pt x="65724" y="173286"/>
                      <a:pt x="65724" y="172261"/>
                    </a:cubicBezTo>
                    <a:lnTo>
                      <a:pt x="65724" y="121649"/>
                    </a:lnTo>
                    <a:cubicBezTo>
                      <a:pt x="65724" y="120624"/>
                      <a:pt x="66557" y="119788"/>
                      <a:pt x="67584" y="119788"/>
                    </a:cubicBezTo>
                    <a:lnTo>
                      <a:pt x="90498" y="119788"/>
                    </a:lnTo>
                    <a:cubicBezTo>
                      <a:pt x="91525" y="119788"/>
                      <a:pt x="92358" y="120624"/>
                      <a:pt x="92358" y="121649"/>
                    </a:cubicBezTo>
                    <a:close/>
                    <a:moveTo>
                      <a:pt x="132284" y="97350"/>
                    </a:moveTo>
                    <a:lnTo>
                      <a:pt x="132284" y="172261"/>
                    </a:lnTo>
                    <a:cubicBezTo>
                      <a:pt x="132284" y="173286"/>
                      <a:pt x="131451" y="174122"/>
                      <a:pt x="130420" y="174122"/>
                    </a:cubicBezTo>
                    <a:lnTo>
                      <a:pt x="107506" y="174122"/>
                    </a:lnTo>
                    <a:cubicBezTo>
                      <a:pt x="106479" y="174122"/>
                      <a:pt x="105646" y="173286"/>
                      <a:pt x="105646" y="172261"/>
                    </a:cubicBezTo>
                    <a:lnTo>
                      <a:pt x="105646" y="97350"/>
                    </a:lnTo>
                    <a:cubicBezTo>
                      <a:pt x="105646" y="96325"/>
                      <a:pt x="106479" y="95489"/>
                      <a:pt x="107506" y="95489"/>
                    </a:cubicBezTo>
                    <a:lnTo>
                      <a:pt x="130420" y="95489"/>
                    </a:lnTo>
                    <a:cubicBezTo>
                      <a:pt x="131451" y="95489"/>
                      <a:pt x="132284" y="96325"/>
                      <a:pt x="132284" y="97350"/>
                    </a:cubicBezTo>
                    <a:close/>
                    <a:moveTo>
                      <a:pt x="172207" y="66763"/>
                    </a:moveTo>
                    <a:lnTo>
                      <a:pt x="172207" y="172261"/>
                    </a:lnTo>
                    <a:cubicBezTo>
                      <a:pt x="172207" y="173286"/>
                      <a:pt x="171374" y="174122"/>
                      <a:pt x="170347" y="174122"/>
                    </a:cubicBezTo>
                    <a:lnTo>
                      <a:pt x="147433" y="174122"/>
                    </a:lnTo>
                    <a:cubicBezTo>
                      <a:pt x="146402" y="174122"/>
                      <a:pt x="145569" y="173286"/>
                      <a:pt x="145569" y="172261"/>
                    </a:cubicBezTo>
                    <a:lnTo>
                      <a:pt x="145569" y="66763"/>
                    </a:lnTo>
                    <a:cubicBezTo>
                      <a:pt x="145569" y="65738"/>
                      <a:pt x="146402" y="64902"/>
                      <a:pt x="147433" y="64902"/>
                    </a:cubicBezTo>
                    <a:lnTo>
                      <a:pt x="170347" y="64902"/>
                    </a:lnTo>
                    <a:cubicBezTo>
                      <a:pt x="171374" y="64902"/>
                      <a:pt x="172207" y="65738"/>
                      <a:pt x="172207" y="6676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380" name="Google Shape;2380;p90"/>
              <p:cNvGrpSpPr/>
              <p:nvPr/>
            </p:nvGrpSpPr>
            <p:grpSpPr>
              <a:xfrm>
                <a:off x="4431633" y="1703930"/>
                <a:ext cx="769893" cy="96550"/>
                <a:chOff x="4431633" y="1703930"/>
                <a:chExt cx="769893" cy="96550"/>
              </a:xfrm>
            </p:grpSpPr>
            <p:sp>
              <p:nvSpPr>
                <p:cNvPr id="2381" name="Google Shape;2381;p90"/>
                <p:cNvSpPr/>
                <p:nvPr/>
              </p:nvSpPr>
              <p:spPr>
                <a:xfrm>
                  <a:off x="4431633" y="1706021"/>
                  <a:ext cx="47687" cy="75586"/>
                </a:xfrm>
                <a:custGeom>
                  <a:rect b="b" l="l" r="r" t="t"/>
                  <a:pathLst>
                    <a:path extrusionOk="0" h="75586" w="47687">
                      <a:moveTo>
                        <a:pt x="47688" y="0"/>
                      </a:moveTo>
                      <a:lnTo>
                        <a:pt x="47688" y="11186"/>
                      </a:lnTo>
                      <a:lnTo>
                        <a:pt x="14170" y="11186"/>
                      </a:lnTo>
                      <a:lnTo>
                        <a:pt x="14170" y="32148"/>
                      </a:lnTo>
                      <a:lnTo>
                        <a:pt x="40576" y="32148"/>
                      </a:lnTo>
                      <a:lnTo>
                        <a:pt x="40576" y="42968"/>
                      </a:lnTo>
                      <a:lnTo>
                        <a:pt x="14170" y="42968"/>
                      </a:lnTo>
                      <a:lnTo>
                        <a:pt x="14170" y="64351"/>
                      </a:lnTo>
                      <a:lnTo>
                        <a:pt x="47688" y="64351"/>
                      </a:lnTo>
                      <a:lnTo>
                        <a:pt x="47688" y="75586"/>
                      </a:lnTo>
                      <a:lnTo>
                        <a:pt x="0" y="75586"/>
                      </a:lnTo>
                      <a:lnTo>
                        <a:pt x="0" y="0"/>
                      </a:lnTo>
                      <a:lnTo>
                        <a:pt x="47688"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2" name="Google Shape;2382;p90"/>
                <p:cNvSpPr/>
                <p:nvPr/>
              </p:nvSpPr>
              <p:spPr>
                <a:xfrm>
                  <a:off x="4485125" y="1727979"/>
                  <a:ext cx="53962" cy="53628"/>
                </a:xfrm>
                <a:custGeom>
                  <a:rect b="b" l="l" r="r" t="t"/>
                  <a:pathLst>
                    <a:path extrusionOk="0" h="53628" w="53962">
                      <a:moveTo>
                        <a:pt x="18357" y="25976"/>
                      </a:moveTo>
                      <a:lnTo>
                        <a:pt x="732" y="0"/>
                      </a:lnTo>
                      <a:lnTo>
                        <a:pt x="13177" y="0"/>
                      </a:lnTo>
                      <a:cubicBezTo>
                        <a:pt x="14118" y="0"/>
                        <a:pt x="14816" y="127"/>
                        <a:pt x="15268" y="388"/>
                      </a:cubicBezTo>
                      <a:cubicBezTo>
                        <a:pt x="15720" y="650"/>
                        <a:pt x="16124" y="1079"/>
                        <a:pt x="16475" y="1669"/>
                      </a:cubicBezTo>
                      <a:lnTo>
                        <a:pt x="27713" y="19602"/>
                      </a:lnTo>
                      <a:cubicBezTo>
                        <a:pt x="27889" y="19009"/>
                        <a:pt x="28109" y="18415"/>
                        <a:pt x="28363" y="17821"/>
                      </a:cubicBezTo>
                      <a:cubicBezTo>
                        <a:pt x="28628" y="17231"/>
                        <a:pt x="28946" y="16638"/>
                        <a:pt x="29334" y="16044"/>
                      </a:cubicBezTo>
                      <a:lnTo>
                        <a:pt x="38380" y="1934"/>
                      </a:lnTo>
                      <a:cubicBezTo>
                        <a:pt x="38795" y="1269"/>
                        <a:pt x="39232" y="780"/>
                        <a:pt x="39684" y="467"/>
                      </a:cubicBezTo>
                      <a:cubicBezTo>
                        <a:pt x="40139" y="153"/>
                        <a:pt x="40700" y="0"/>
                        <a:pt x="41364" y="0"/>
                      </a:cubicBezTo>
                      <a:lnTo>
                        <a:pt x="53230" y="0"/>
                      </a:lnTo>
                      <a:lnTo>
                        <a:pt x="35557" y="25401"/>
                      </a:lnTo>
                      <a:lnTo>
                        <a:pt x="53962" y="53628"/>
                      </a:lnTo>
                      <a:lnTo>
                        <a:pt x="41518" y="53628"/>
                      </a:lnTo>
                      <a:cubicBezTo>
                        <a:pt x="40576" y="53628"/>
                        <a:pt x="39818" y="53385"/>
                        <a:pt x="39239" y="52900"/>
                      </a:cubicBezTo>
                      <a:cubicBezTo>
                        <a:pt x="38672" y="52411"/>
                        <a:pt x="38190" y="51851"/>
                        <a:pt x="37805" y="51224"/>
                      </a:cubicBezTo>
                      <a:lnTo>
                        <a:pt x="26410" y="32562"/>
                      </a:lnTo>
                      <a:cubicBezTo>
                        <a:pt x="26096" y="33817"/>
                        <a:pt x="25659" y="34866"/>
                        <a:pt x="25095" y="35702"/>
                      </a:cubicBezTo>
                      <a:lnTo>
                        <a:pt x="15059" y="51224"/>
                      </a:lnTo>
                      <a:cubicBezTo>
                        <a:pt x="14678" y="51817"/>
                        <a:pt x="14204" y="52366"/>
                        <a:pt x="13651" y="52870"/>
                      </a:cubicBezTo>
                      <a:cubicBezTo>
                        <a:pt x="13087" y="53378"/>
                        <a:pt x="12396" y="53628"/>
                        <a:pt x="11556" y="53628"/>
                      </a:cubicBezTo>
                      <a:lnTo>
                        <a:pt x="0" y="53628"/>
                      </a:lnTo>
                      <a:lnTo>
                        <a:pt x="18357" y="259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3" name="Google Shape;2383;p90"/>
                <p:cNvSpPr/>
                <p:nvPr/>
              </p:nvSpPr>
              <p:spPr>
                <a:xfrm>
                  <a:off x="4542382" y="1711565"/>
                  <a:ext cx="36550" cy="70881"/>
                </a:xfrm>
                <a:custGeom>
                  <a:rect b="b" l="l" r="r" t="t"/>
                  <a:pathLst>
                    <a:path extrusionOk="0" h="70881" w="36550">
                      <a:moveTo>
                        <a:pt x="22484" y="70882"/>
                      </a:moveTo>
                      <a:cubicBezTo>
                        <a:pt x="17846" y="70882"/>
                        <a:pt x="14275" y="69560"/>
                        <a:pt x="11765" y="66932"/>
                      </a:cubicBezTo>
                      <a:cubicBezTo>
                        <a:pt x="9255" y="64303"/>
                        <a:pt x="8000" y="60670"/>
                        <a:pt x="8000" y="56033"/>
                      </a:cubicBezTo>
                      <a:lnTo>
                        <a:pt x="8000" y="26084"/>
                      </a:lnTo>
                      <a:lnTo>
                        <a:pt x="2562" y="26084"/>
                      </a:lnTo>
                      <a:cubicBezTo>
                        <a:pt x="1864" y="26084"/>
                        <a:pt x="1259" y="25856"/>
                        <a:pt x="758" y="25401"/>
                      </a:cubicBezTo>
                      <a:cubicBezTo>
                        <a:pt x="250" y="24949"/>
                        <a:pt x="0" y="24269"/>
                        <a:pt x="0" y="23362"/>
                      </a:cubicBezTo>
                      <a:lnTo>
                        <a:pt x="0" y="18239"/>
                      </a:lnTo>
                      <a:lnTo>
                        <a:pt x="8628" y="16828"/>
                      </a:lnTo>
                      <a:lnTo>
                        <a:pt x="11347" y="2192"/>
                      </a:lnTo>
                      <a:cubicBezTo>
                        <a:pt x="11485" y="1497"/>
                        <a:pt x="11810" y="952"/>
                        <a:pt x="12310" y="575"/>
                      </a:cubicBezTo>
                      <a:cubicBezTo>
                        <a:pt x="12818" y="187"/>
                        <a:pt x="13453" y="0"/>
                        <a:pt x="14219" y="0"/>
                      </a:cubicBezTo>
                      <a:lnTo>
                        <a:pt x="20916" y="0"/>
                      </a:lnTo>
                      <a:lnTo>
                        <a:pt x="20916" y="16880"/>
                      </a:lnTo>
                      <a:lnTo>
                        <a:pt x="35030" y="16880"/>
                      </a:lnTo>
                      <a:lnTo>
                        <a:pt x="35030" y="26084"/>
                      </a:lnTo>
                      <a:lnTo>
                        <a:pt x="20916" y="26084"/>
                      </a:lnTo>
                      <a:lnTo>
                        <a:pt x="20916" y="55144"/>
                      </a:lnTo>
                      <a:cubicBezTo>
                        <a:pt x="20916" y="56817"/>
                        <a:pt x="21330" y="58127"/>
                        <a:pt x="22170" y="59068"/>
                      </a:cubicBezTo>
                      <a:cubicBezTo>
                        <a:pt x="23007" y="60009"/>
                        <a:pt x="24124" y="60476"/>
                        <a:pt x="25517" y="60476"/>
                      </a:cubicBezTo>
                      <a:cubicBezTo>
                        <a:pt x="26316" y="60476"/>
                        <a:pt x="26989" y="60379"/>
                        <a:pt x="27530" y="60192"/>
                      </a:cubicBezTo>
                      <a:cubicBezTo>
                        <a:pt x="28068" y="59998"/>
                        <a:pt x="28539" y="59796"/>
                        <a:pt x="28942" y="59587"/>
                      </a:cubicBezTo>
                      <a:cubicBezTo>
                        <a:pt x="29342" y="59382"/>
                        <a:pt x="29700" y="59176"/>
                        <a:pt x="30014" y="58986"/>
                      </a:cubicBezTo>
                      <a:cubicBezTo>
                        <a:pt x="30328" y="58799"/>
                        <a:pt x="30641" y="58699"/>
                        <a:pt x="30955" y="58699"/>
                      </a:cubicBezTo>
                      <a:cubicBezTo>
                        <a:pt x="31336" y="58699"/>
                        <a:pt x="31650" y="58799"/>
                        <a:pt x="31896" y="58986"/>
                      </a:cubicBezTo>
                      <a:cubicBezTo>
                        <a:pt x="32139" y="59176"/>
                        <a:pt x="32397" y="59468"/>
                        <a:pt x="32681" y="59849"/>
                      </a:cubicBezTo>
                      <a:lnTo>
                        <a:pt x="36550" y="66121"/>
                      </a:lnTo>
                      <a:cubicBezTo>
                        <a:pt x="34668" y="67689"/>
                        <a:pt x="32505" y="68877"/>
                        <a:pt x="30063" y="69680"/>
                      </a:cubicBezTo>
                      <a:cubicBezTo>
                        <a:pt x="27624" y="70479"/>
                        <a:pt x="25095" y="70882"/>
                        <a:pt x="22484" y="7088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4" name="Google Shape;2384;p90"/>
                <p:cNvSpPr/>
                <p:nvPr/>
              </p:nvSpPr>
              <p:spPr>
                <a:xfrm>
                  <a:off x="4584105" y="1727139"/>
                  <a:ext cx="48998" cy="55252"/>
                </a:xfrm>
                <a:custGeom>
                  <a:rect b="b" l="l" r="r" t="t"/>
                  <a:pathLst>
                    <a:path extrusionOk="0" h="55252" w="48998">
                      <a:moveTo>
                        <a:pt x="25782" y="0"/>
                      </a:moveTo>
                      <a:cubicBezTo>
                        <a:pt x="29163" y="0"/>
                        <a:pt x="32274" y="541"/>
                        <a:pt x="35116" y="1620"/>
                      </a:cubicBezTo>
                      <a:cubicBezTo>
                        <a:pt x="37958" y="2700"/>
                        <a:pt x="40405" y="4279"/>
                        <a:pt x="42463" y="6355"/>
                      </a:cubicBezTo>
                      <a:cubicBezTo>
                        <a:pt x="44517" y="8423"/>
                        <a:pt x="46123" y="10970"/>
                        <a:pt x="47273" y="13983"/>
                      </a:cubicBezTo>
                      <a:cubicBezTo>
                        <a:pt x="48420" y="17000"/>
                        <a:pt x="48999" y="20442"/>
                        <a:pt x="48999" y="24307"/>
                      </a:cubicBezTo>
                      <a:cubicBezTo>
                        <a:pt x="48999" y="25285"/>
                        <a:pt x="48954" y="26095"/>
                        <a:pt x="48864" y="26741"/>
                      </a:cubicBezTo>
                      <a:cubicBezTo>
                        <a:pt x="48778" y="27383"/>
                        <a:pt x="48621" y="27888"/>
                        <a:pt x="48394" y="28253"/>
                      </a:cubicBezTo>
                      <a:cubicBezTo>
                        <a:pt x="48170" y="28619"/>
                        <a:pt x="47863" y="28881"/>
                        <a:pt x="47479" y="29041"/>
                      </a:cubicBezTo>
                      <a:cubicBezTo>
                        <a:pt x="47098" y="29194"/>
                        <a:pt x="46608" y="29273"/>
                        <a:pt x="46018" y="29273"/>
                      </a:cubicBezTo>
                      <a:lnTo>
                        <a:pt x="12867" y="29273"/>
                      </a:lnTo>
                      <a:cubicBezTo>
                        <a:pt x="13248" y="34780"/>
                        <a:pt x="14731" y="38824"/>
                        <a:pt x="17308" y="41400"/>
                      </a:cubicBezTo>
                      <a:cubicBezTo>
                        <a:pt x="19892" y="43984"/>
                        <a:pt x="23306" y="45268"/>
                        <a:pt x="27557" y="45268"/>
                      </a:cubicBezTo>
                      <a:cubicBezTo>
                        <a:pt x="29652" y="45268"/>
                        <a:pt x="31452" y="45025"/>
                        <a:pt x="32972" y="44536"/>
                      </a:cubicBezTo>
                      <a:cubicBezTo>
                        <a:pt x="34488" y="44047"/>
                        <a:pt x="35811" y="43510"/>
                        <a:pt x="36946" y="42920"/>
                      </a:cubicBezTo>
                      <a:cubicBezTo>
                        <a:pt x="38078" y="42326"/>
                        <a:pt x="39068" y="41788"/>
                        <a:pt x="39926" y="41299"/>
                      </a:cubicBezTo>
                      <a:cubicBezTo>
                        <a:pt x="40778" y="40810"/>
                        <a:pt x="41607" y="40564"/>
                        <a:pt x="42410" y="40564"/>
                      </a:cubicBezTo>
                      <a:cubicBezTo>
                        <a:pt x="42933" y="40564"/>
                        <a:pt x="43385" y="40672"/>
                        <a:pt x="43766" y="40877"/>
                      </a:cubicBezTo>
                      <a:cubicBezTo>
                        <a:pt x="44151" y="41086"/>
                        <a:pt x="44483" y="41385"/>
                        <a:pt x="44763" y="41766"/>
                      </a:cubicBezTo>
                      <a:lnTo>
                        <a:pt x="48528" y="46470"/>
                      </a:lnTo>
                      <a:cubicBezTo>
                        <a:pt x="47098" y="48147"/>
                        <a:pt x="45492" y="49547"/>
                        <a:pt x="43717" y="50678"/>
                      </a:cubicBezTo>
                      <a:cubicBezTo>
                        <a:pt x="41940" y="51813"/>
                        <a:pt x="40084" y="52721"/>
                        <a:pt x="38145" y="53397"/>
                      </a:cubicBezTo>
                      <a:cubicBezTo>
                        <a:pt x="36214" y="54076"/>
                        <a:pt x="34242" y="54558"/>
                        <a:pt x="32236" y="54834"/>
                      </a:cubicBezTo>
                      <a:cubicBezTo>
                        <a:pt x="30234" y="55110"/>
                        <a:pt x="28292" y="55252"/>
                        <a:pt x="26410" y="55252"/>
                      </a:cubicBezTo>
                      <a:cubicBezTo>
                        <a:pt x="22679" y="55252"/>
                        <a:pt x="19209" y="54632"/>
                        <a:pt x="16004" y="53397"/>
                      </a:cubicBezTo>
                      <a:cubicBezTo>
                        <a:pt x="12796" y="52161"/>
                        <a:pt x="10006" y="50331"/>
                        <a:pt x="7634" y="47908"/>
                      </a:cubicBezTo>
                      <a:cubicBezTo>
                        <a:pt x="5266" y="45485"/>
                        <a:pt x="3403" y="42490"/>
                        <a:pt x="2039" y="38917"/>
                      </a:cubicBezTo>
                      <a:cubicBezTo>
                        <a:pt x="684" y="35348"/>
                        <a:pt x="0" y="31207"/>
                        <a:pt x="0" y="26502"/>
                      </a:cubicBezTo>
                      <a:cubicBezTo>
                        <a:pt x="0" y="22843"/>
                        <a:pt x="598" y="19404"/>
                        <a:pt x="1782" y="16178"/>
                      </a:cubicBezTo>
                      <a:cubicBezTo>
                        <a:pt x="2962" y="12956"/>
                        <a:pt x="4665" y="10152"/>
                        <a:pt x="6876" y="7762"/>
                      </a:cubicBezTo>
                      <a:cubicBezTo>
                        <a:pt x="9091" y="5377"/>
                        <a:pt x="11795" y="3487"/>
                        <a:pt x="14981" y="2095"/>
                      </a:cubicBezTo>
                      <a:cubicBezTo>
                        <a:pt x="18174" y="698"/>
                        <a:pt x="21775" y="0"/>
                        <a:pt x="25782" y="0"/>
                      </a:cubicBezTo>
                      <a:close/>
                      <a:moveTo>
                        <a:pt x="26040" y="9256"/>
                      </a:moveTo>
                      <a:cubicBezTo>
                        <a:pt x="22275" y="9256"/>
                        <a:pt x="19332" y="10316"/>
                        <a:pt x="17207" y="12441"/>
                      </a:cubicBezTo>
                      <a:cubicBezTo>
                        <a:pt x="15082" y="14569"/>
                        <a:pt x="13719" y="17582"/>
                        <a:pt x="13128" y="21484"/>
                      </a:cubicBezTo>
                      <a:lnTo>
                        <a:pt x="37387" y="21484"/>
                      </a:lnTo>
                      <a:cubicBezTo>
                        <a:pt x="37387" y="19811"/>
                        <a:pt x="37163" y="18236"/>
                        <a:pt x="36711" y="16753"/>
                      </a:cubicBezTo>
                      <a:cubicBezTo>
                        <a:pt x="36255" y="15271"/>
                        <a:pt x="35561" y="13975"/>
                        <a:pt x="34619" y="12859"/>
                      </a:cubicBezTo>
                      <a:cubicBezTo>
                        <a:pt x="33678" y="11746"/>
                        <a:pt x="32494" y="10869"/>
                        <a:pt x="31064" y="10219"/>
                      </a:cubicBezTo>
                      <a:cubicBezTo>
                        <a:pt x="29633" y="9577"/>
                        <a:pt x="27960" y="9256"/>
                        <a:pt x="26040" y="925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5" name="Google Shape;2385;p90"/>
                <p:cNvSpPr/>
                <p:nvPr/>
              </p:nvSpPr>
              <p:spPr>
                <a:xfrm>
                  <a:off x="4643610" y="1726982"/>
                  <a:ext cx="34197" cy="54625"/>
                </a:xfrm>
                <a:custGeom>
                  <a:rect b="b" l="l" r="r" t="t"/>
                  <a:pathLst>
                    <a:path extrusionOk="0" h="54625" w="34197">
                      <a:moveTo>
                        <a:pt x="0" y="54625"/>
                      </a:moveTo>
                      <a:lnTo>
                        <a:pt x="0" y="997"/>
                      </a:lnTo>
                      <a:lnTo>
                        <a:pt x="7582" y="997"/>
                      </a:lnTo>
                      <a:cubicBezTo>
                        <a:pt x="8908" y="997"/>
                        <a:pt x="9834" y="1236"/>
                        <a:pt x="10357" y="1725"/>
                      </a:cubicBezTo>
                      <a:cubicBezTo>
                        <a:pt x="10876" y="2214"/>
                        <a:pt x="11227" y="3054"/>
                        <a:pt x="11403" y="4234"/>
                      </a:cubicBezTo>
                      <a:lnTo>
                        <a:pt x="12187" y="10720"/>
                      </a:lnTo>
                      <a:cubicBezTo>
                        <a:pt x="14099" y="7408"/>
                        <a:pt x="16352" y="4794"/>
                        <a:pt x="18929" y="2879"/>
                      </a:cubicBezTo>
                      <a:cubicBezTo>
                        <a:pt x="21510" y="960"/>
                        <a:pt x="24400" y="0"/>
                        <a:pt x="27612" y="0"/>
                      </a:cubicBezTo>
                      <a:cubicBezTo>
                        <a:pt x="30261" y="0"/>
                        <a:pt x="32457" y="609"/>
                        <a:pt x="34197" y="1830"/>
                      </a:cubicBezTo>
                      <a:lnTo>
                        <a:pt x="32524" y="11500"/>
                      </a:lnTo>
                      <a:cubicBezTo>
                        <a:pt x="32423" y="12127"/>
                        <a:pt x="32191" y="12572"/>
                        <a:pt x="31844" y="12833"/>
                      </a:cubicBezTo>
                      <a:cubicBezTo>
                        <a:pt x="31497" y="13094"/>
                        <a:pt x="31026" y="13225"/>
                        <a:pt x="30436" y="13225"/>
                      </a:cubicBezTo>
                      <a:cubicBezTo>
                        <a:pt x="29913" y="13225"/>
                        <a:pt x="29196" y="13102"/>
                        <a:pt x="28289" y="12863"/>
                      </a:cubicBezTo>
                      <a:cubicBezTo>
                        <a:pt x="27381" y="12616"/>
                        <a:pt x="26182" y="12493"/>
                        <a:pt x="24681" y="12493"/>
                      </a:cubicBezTo>
                      <a:cubicBezTo>
                        <a:pt x="21999" y="12493"/>
                        <a:pt x="19698" y="13232"/>
                        <a:pt x="17782" y="14715"/>
                      </a:cubicBezTo>
                      <a:cubicBezTo>
                        <a:pt x="15862" y="16197"/>
                        <a:pt x="14241" y="18366"/>
                        <a:pt x="12915" y="21226"/>
                      </a:cubicBezTo>
                      <a:lnTo>
                        <a:pt x="12915"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6" name="Google Shape;2386;p90"/>
                <p:cNvSpPr/>
                <p:nvPr/>
              </p:nvSpPr>
              <p:spPr>
                <a:xfrm>
                  <a:off x="4686330" y="1727139"/>
                  <a:ext cx="46746" cy="54468"/>
                </a:xfrm>
                <a:custGeom>
                  <a:rect b="b" l="l" r="r" t="t"/>
                  <a:pathLst>
                    <a:path extrusionOk="0" h="54468" w="46746">
                      <a:moveTo>
                        <a:pt x="0" y="54468"/>
                      </a:moveTo>
                      <a:lnTo>
                        <a:pt x="0" y="840"/>
                      </a:lnTo>
                      <a:lnTo>
                        <a:pt x="7895" y="840"/>
                      </a:lnTo>
                      <a:cubicBezTo>
                        <a:pt x="9569" y="840"/>
                        <a:pt x="10667" y="1620"/>
                        <a:pt x="11190" y="3189"/>
                      </a:cubicBezTo>
                      <a:lnTo>
                        <a:pt x="12079" y="7426"/>
                      </a:lnTo>
                      <a:cubicBezTo>
                        <a:pt x="13158" y="6310"/>
                        <a:pt x="14301" y="5298"/>
                        <a:pt x="15504" y="4391"/>
                      </a:cubicBezTo>
                      <a:cubicBezTo>
                        <a:pt x="16706" y="3487"/>
                        <a:pt x="17976" y="2700"/>
                        <a:pt x="19321" y="2039"/>
                      </a:cubicBezTo>
                      <a:cubicBezTo>
                        <a:pt x="20662" y="1381"/>
                        <a:pt x="22103" y="874"/>
                        <a:pt x="23635" y="523"/>
                      </a:cubicBezTo>
                      <a:cubicBezTo>
                        <a:pt x="25170" y="175"/>
                        <a:pt x="26839" y="0"/>
                        <a:pt x="28651" y="0"/>
                      </a:cubicBezTo>
                      <a:cubicBezTo>
                        <a:pt x="31583" y="0"/>
                        <a:pt x="34178" y="497"/>
                        <a:pt x="36445" y="1490"/>
                      </a:cubicBezTo>
                      <a:cubicBezTo>
                        <a:pt x="38713" y="2483"/>
                        <a:pt x="40602" y="3876"/>
                        <a:pt x="42119" y="5675"/>
                      </a:cubicBezTo>
                      <a:cubicBezTo>
                        <a:pt x="43635" y="7468"/>
                        <a:pt x="44785" y="9614"/>
                        <a:pt x="45570" y="12101"/>
                      </a:cubicBezTo>
                      <a:cubicBezTo>
                        <a:pt x="46354" y="14595"/>
                        <a:pt x="46746" y="17336"/>
                        <a:pt x="46746" y="20334"/>
                      </a:cubicBezTo>
                      <a:lnTo>
                        <a:pt x="46746" y="54468"/>
                      </a:lnTo>
                      <a:lnTo>
                        <a:pt x="33831" y="54468"/>
                      </a:lnTo>
                      <a:lnTo>
                        <a:pt x="33831" y="20334"/>
                      </a:lnTo>
                      <a:cubicBezTo>
                        <a:pt x="33831" y="17060"/>
                        <a:pt x="33073" y="14524"/>
                        <a:pt x="31556" y="12728"/>
                      </a:cubicBezTo>
                      <a:cubicBezTo>
                        <a:pt x="30040" y="10932"/>
                        <a:pt x="27765" y="10036"/>
                        <a:pt x="24733" y="10036"/>
                      </a:cubicBezTo>
                      <a:cubicBezTo>
                        <a:pt x="22503" y="10036"/>
                        <a:pt x="20408" y="10544"/>
                        <a:pt x="18458" y="11552"/>
                      </a:cubicBezTo>
                      <a:cubicBezTo>
                        <a:pt x="16508" y="12568"/>
                        <a:pt x="14656" y="13942"/>
                        <a:pt x="12915" y="15682"/>
                      </a:cubicBezTo>
                      <a:lnTo>
                        <a:pt x="12915"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7" name="Google Shape;2387;p90"/>
                <p:cNvSpPr/>
                <p:nvPr/>
              </p:nvSpPr>
              <p:spPr>
                <a:xfrm>
                  <a:off x="4743116" y="1726982"/>
                  <a:ext cx="44703" cy="55465"/>
                </a:xfrm>
                <a:custGeom>
                  <a:rect b="b" l="l" r="r" t="t"/>
                  <a:pathLst>
                    <a:path extrusionOk="0" h="55465" w="44703">
                      <a:moveTo>
                        <a:pt x="44703" y="54625"/>
                      </a:moveTo>
                      <a:lnTo>
                        <a:pt x="38903" y="54625"/>
                      </a:lnTo>
                      <a:cubicBezTo>
                        <a:pt x="37685" y="54625"/>
                        <a:pt x="36726" y="54442"/>
                        <a:pt x="36027" y="54080"/>
                      </a:cubicBezTo>
                      <a:cubicBezTo>
                        <a:pt x="35329" y="53710"/>
                        <a:pt x="34806" y="52971"/>
                        <a:pt x="34459" y="51855"/>
                      </a:cubicBezTo>
                      <a:lnTo>
                        <a:pt x="33308" y="48042"/>
                      </a:lnTo>
                      <a:cubicBezTo>
                        <a:pt x="31949" y="49260"/>
                        <a:pt x="30615" y="50331"/>
                        <a:pt x="29308" y="51257"/>
                      </a:cubicBezTo>
                      <a:cubicBezTo>
                        <a:pt x="28001" y="52176"/>
                        <a:pt x="26649" y="52952"/>
                        <a:pt x="25255" y="53583"/>
                      </a:cubicBezTo>
                      <a:cubicBezTo>
                        <a:pt x="23859" y="54211"/>
                        <a:pt x="22380" y="54677"/>
                        <a:pt x="20811" y="54991"/>
                      </a:cubicBezTo>
                      <a:cubicBezTo>
                        <a:pt x="19242" y="55305"/>
                        <a:pt x="17498" y="55465"/>
                        <a:pt x="15582" y="55465"/>
                      </a:cubicBezTo>
                      <a:cubicBezTo>
                        <a:pt x="13315" y="55465"/>
                        <a:pt x="11227" y="55159"/>
                        <a:pt x="9307" y="54547"/>
                      </a:cubicBezTo>
                      <a:cubicBezTo>
                        <a:pt x="7388" y="53934"/>
                        <a:pt x="5744" y="53016"/>
                        <a:pt x="4366" y="51791"/>
                      </a:cubicBezTo>
                      <a:cubicBezTo>
                        <a:pt x="2988" y="50566"/>
                        <a:pt x="1916" y="49047"/>
                        <a:pt x="1150" y="47228"/>
                      </a:cubicBezTo>
                      <a:cubicBezTo>
                        <a:pt x="381" y="45410"/>
                        <a:pt x="0" y="43293"/>
                        <a:pt x="0" y="40885"/>
                      </a:cubicBezTo>
                      <a:cubicBezTo>
                        <a:pt x="0" y="38854"/>
                        <a:pt x="530" y="36856"/>
                        <a:pt x="1591" y="34877"/>
                      </a:cubicBezTo>
                      <a:cubicBezTo>
                        <a:pt x="2659" y="32902"/>
                        <a:pt x="4426" y="31117"/>
                        <a:pt x="6902" y="29527"/>
                      </a:cubicBezTo>
                      <a:cubicBezTo>
                        <a:pt x="9375" y="27936"/>
                        <a:pt x="12669" y="26614"/>
                        <a:pt x="16785" y="25569"/>
                      </a:cubicBezTo>
                      <a:cubicBezTo>
                        <a:pt x="20897" y="24520"/>
                        <a:pt x="26006" y="23993"/>
                        <a:pt x="32106" y="23993"/>
                      </a:cubicBezTo>
                      <a:lnTo>
                        <a:pt x="32106" y="20831"/>
                      </a:lnTo>
                      <a:cubicBezTo>
                        <a:pt x="32106" y="17216"/>
                        <a:pt x="31347" y="14539"/>
                        <a:pt x="29831" y="12803"/>
                      </a:cubicBezTo>
                      <a:cubicBezTo>
                        <a:pt x="28315" y="11059"/>
                        <a:pt x="26111" y="10193"/>
                        <a:pt x="23216" y="10193"/>
                      </a:cubicBezTo>
                      <a:cubicBezTo>
                        <a:pt x="21125" y="10193"/>
                        <a:pt x="19380" y="10440"/>
                        <a:pt x="17987" y="10925"/>
                      </a:cubicBezTo>
                      <a:cubicBezTo>
                        <a:pt x="16591" y="11414"/>
                        <a:pt x="15380" y="11963"/>
                        <a:pt x="14350" y="12572"/>
                      </a:cubicBezTo>
                      <a:cubicBezTo>
                        <a:pt x="13323" y="13184"/>
                        <a:pt x="12374" y="13729"/>
                        <a:pt x="11504" y="14218"/>
                      </a:cubicBezTo>
                      <a:cubicBezTo>
                        <a:pt x="10630" y="14707"/>
                        <a:pt x="9673" y="14950"/>
                        <a:pt x="8628" y="14950"/>
                      </a:cubicBezTo>
                      <a:cubicBezTo>
                        <a:pt x="7757" y="14950"/>
                        <a:pt x="7007" y="14726"/>
                        <a:pt x="6379" y="14270"/>
                      </a:cubicBezTo>
                      <a:cubicBezTo>
                        <a:pt x="5752" y="13819"/>
                        <a:pt x="5247" y="13262"/>
                        <a:pt x="4859" y="12598"/>
                      </a:cubicBezTo>
                      <a:lnTo>
                        <a:pt x="2510" y="8472"/>
                      </a:lnTo>
                      <a:cubicBezTo>
                        <a:pt x="8680" y="2823"/>
                        <a:pt x="16120" y="0"/>
                        <a:pt x="24837" y="0"/>
                      </a:cubicBezTo>
                      <a:cubicBezTo>
                        <a:pt x="27975" y="0"/>
                        <a:pt x="30772" y="515"/>
                        <a:pt x="33230" y="1542"/>
                      </a:cubicBezTo>
                      <a:cubicBezTo>
                        <a:pt x="35687" y="2573"/>
                        <a:pt x="37771" y="4003"/>
                        <a:pt x="39478" y="5832"/>
                      </a:cubicBezTo>
                      <a:cubicBezTo>
                        <a:pt x="41185" y="7658"/>
                        <a:pt x="42485" y="9846"/>
                        <a:pt x="43374" y="12389"/>
                      </a:cubicBezTo>
                      <a:cubicBezTo>
                        <a:pt x="44263" y="14931"/>
                        <a:pt x="44703" y="17720"/>
                        <a:pt x="44703" y="20752"/>
                      </a:cubicBezTo>
                      <a:lnTo>
                        <a:pt x="44703" y="54625"/>
                      </a:lnTo>
                      <a:close/>
                      <a:moveTo>
                        <a:pt x="19608" y="46575"/>
                      </a:moveTo>
                      <a:cubicBezTo>
                        <a:pt x="20931" y="46575"/>
                        <a:pt x="22152" y="46459"/>
                        <a:pt x="23269" y="46217"/>
                      </a:cubicBezTo>
                      <a:cubicBezTo>
                        <a:pt x="24382" y="45978"/>
                        <a:pt x="25439" y="45615"/>
                        <a:pt x="26432" y="45134"/>
                      </a:cubicBezTo>
                      <a:cubicBezTo>
                        <a:pt x="27422" y="44656"/>
                        <a:pt x="28382" y="44062"/>
                        <a:pt x="29308" y="43360"/>
                      </a:cubicBezTo>
                      <a:cubicBezTo>
                        <a:pt x="30231" y="42658"/>
                        <a:pt x="31161" y="41826"/>
                        <a:pt x="32106" y="40866"/>
                      </a:cubicBezTo>
                      <a:lnTo>
                        <a:pt x="32106" y="31886"/>
                      </a:lnTo>
                      <a:cubicBezTo>
                        <a:pt x="28341" y="31886"/>
                        <a:pt x="25196" y="32125"/>
                        <a:pt x="22667" y="32596"/>
                      </a:cubicBezTo>
                      <a:cubicBezTo>
                        <a:pt x="20139" y="33070"/>
                        <a:pt x="18107" y="33679"/>
                        <a:pt x="16576" y="34414"/>
                      </a:cubicBezTo>
                      <a:cubicBezTo>
                        <a:pt x="15041" y="35150"/>
                        <a:pt x="13950" y="36012"/>
                        <a:pt x="13308" y="36994"/>
                      </a:cubicBezTo>
                      <a:cubicBezTo>
                        <a:pt x="12661" y="37976"/>
                        <a:pt x="12340" y="39048"/>
                        <a:pt x="12340" y="40205"/>
                      </a:cubicBezTo>
                      <a:cubicBezTo>
                        <a:pt x="12340" y="42487"/>
                        <a:pt x="13009" y="44118"/>
                        <a:pt x="14350" y="45100"/>
                      </a:cubicBezTo>
                      <a:cubicBezTo>
                        <a:pt x="15694" y="46086"/>
                        <a:pt x="17450"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8" name="Google Shape;2388;p90"/>
                <p:cNvSpPr/>
                <p:nvPr/>
              </p:nvSpPr>
              <p:spPr>
                <a:xfrm>
                  <a:off x="4801366" y="1703930"/>
                  <a:ext cx="12915" cy="77677"/>
                </a:xfrm>
                <a:custGeom>
                  <a:rect b="b" l="l" r="r" t="t"/>
                  <a:pathLst>
                    <a:path extrusionOk="0" h="77677" w="12915">
                      <a:moveTo>
                        <a:pt x="12915" y="0"/>
                      </a:moveTo>
                      <a:lnTo>
                        <a:pt x="12915" y="77677"/>
                      </a:lnTo>
                      <a:lnTo>
                        <a:pt x="0" y="77677"/>
                      </a:lnTo>
                      <a:lnTo>
                        <a:pt x="0" y="0"/>
                      </a:lnTo>
                      <a:lnTo>
                        <a:pt x="1291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89" name="Google Shape;2389;p90"/>
                <p:cNvSpPr/>
                <p:nvPr/>
              </p:nvSpPr>
              <p:spPr>
                <a:xfrm>
                  <a:off x="4849782" y="1706021"/>
                  <a:ext cx="47687" cy="75586"/>
                </a:xfrm>
                <a:custGeom>
                  <a:rect b="b" l="l" r="r" t="t"/>
                  <a:pathLst>
                    <a:path extrusionOk="0" h="75586" w="47687">
                      <a:moveTo>
                        <a:pt x="47687" y="0"/>
                      </a:moveTo>
                      <a:lnTo>
                        <a:pt x="47687" y="11186"/>
                      </a:lnTo>
                      <a:lnTo>
                        <a:pt x="14170" y="11186"/>
                      </a:lnTo>
                      <a:lnTo>
                        <a:pt x="14170" y="32148"/>
                      </a:lnTo>
                      <a:lnTo>
                        <a:pt x="40580" y="32148"/>
                      </a:lnTo>
                      <a:lnTo>
                        <a:pt x="40580" y="42968"/>
                      </a:lnTo>
                      <a:lnTo>
                        <a:pt x="14170" y="42968"/>
                      </a:lnTo>
                      <a:lnTo>
                        <a:pt x="14170" y="64351"/>
                      </a:lnTo>
                      <a:lnTo>
                        <a:pt x="47687" y="64351"/>
                      </a:lnTo>
                      <a:lnTo>
                        <a:pt x="47687" y="75586"/>
                      </a:lnTo>
                      <a:lnTo>
                        <a:pt x="0" y="75586"/>
                      </a:lnTo>
                      <a:lnTo>
                        <a:pt x="0" y="0"/>
                      </a:lnTo>
                      <a:lnTo>
                        <a:pt x="47687"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0" name="Google Shape;2390;p90"/>
                <p:cNvSpPr/>
                <p:nvPr/>
              </p:nvSpPr>
              <p:spPr>
                <a:xfrm>
                  <a:off x="4908921" y="1727139"/>
                  <a:ext cx="46750" cy="54468"/>
                </a:xfrm>
                <a:custGeom>
                  <a:rect b="b" l="l" r="r" t="t"/>
                  <a:pathLst>
                    <a:path extrusionOk="0" h="54468" w="46750">
                      <a:moveTo>
                        <a:pt x="0" y="54468"/>
                      </a:moveTo>
                      <a:lnTo>
                        <a:pt x="0" y="840"/>
                      </a:lnTo>
                      <a:lnTo>
                        <a:pt x="7899" y="840"/>
                      </a:lnTo>
                      <a:cubicBezTo>
                        <a:pt x="9573" y="840"/>
                        <a:pt x="10671" y="1620"/>
                        <a:pt x="11190" y="3189"/>
                      </a:cubicBezTo>
                      <a:lnTo>
                        <a:pt x="12082" y="7426"/>
                      </a:lnTo>
                      <a:cubicBezTo>
                        <a:pt x="13162" y="6310"/>
                        <a:pt x="14301" y="5298"/>
                        <a:pt x="15507" y="4391"/>
                      </a:cubicBezTo>
                      <a:cubicBezTo>
                        <a:pt x="16710" y="3487"/>
                        <a:pt x="17980" y="2700"/>
                        <a:pt x="19325" y="2039"/>
                      </a:cubicBezTo>
                      <a:cubicBezTo>
                        <a:pt x="20662" y="1381"/>
                        <a:pt x="22103" y="874"/>
                        <a:pt x="23635" y="523"/>
                      </a:cubicBezTo>
                      <a:cubicBezTo>
                        <a:pt x="25173" y="175"/>
                        <a:pt x="26843" y="0"/>
                        <a:pt x="28654" y="0"/>
                      </a:cubicBezTo>
                      <a:cubicBezTo>
                        <a:pt x="31583" y="0"/>
                        <a:pt x="34182" y="497"/>
                        <a:pt x="36449" y="1490"/>
                      </a:cubicBezTo>
                      <a:cubicBezTo>
                        <a:pt x="38713" y="2483"/>
                        <a:pt x="40602" y="3876"/>
                        <a:pt x="42123" y="5675"/>
                      </a:cubicBezTo>
                      <a:cubicBezTo>
                        <a:pt x="43639" y="7468"/>
                        <a:pt x="44785" y="9614"/>
                        <a:pt x="45570" y="12101"/>
                      </a:cubicBezTo>
                      <a:cubicBezTo>
                        <a:pt x="46354" y="14595"/>
                        <a:pt x="46750" y="17336"/>
                        <a:pt x="46750" y="20334"/>
                      </a:cubicBezTo>
                      <a:lnTo>
                        <a:pt x="46750" y="54468"/>
                      </a:lnTo>
                      <a:lnTo>
                        <a:pt x="33835" y="54468"/>
                      </a:lnTo>
                      <a:lnTo>
                        <a:pt x="33835" y="20334"/>
                      </a:lnTo>
                      <a:cubicBezTo>
                        <a:pt x="33835" y="17060"/>
                        <a:pt x="33077" y="14524"/>
                        <a:pt x="31556" y="12728"/>
                      </a:cubicBezTo>
                      <a:cubicBezTo>
                        <a:pt x="30040" y="10932"/>
                        <a:pt x="27769" y="10036"/>
                        <a:pt x="24733" y="10036"/>
                      </a:cubicBezTo>
                      <a:cubicBezTo>
                        <a:pt x="22507" y="10036"/>
                        <a:pt x="20411" y="10544"/>
                        <a:pt x="18462" y="11552"/>
                      </a:cubicBezTo>
                      <a:cubicBezTo>
                        <a:pt x="16508" y="12568"/>
                        <a:pt x="14660" y="13942"/>
                        <a:pt x="12915" y="15682"/>
                      </a:cubicBezTo>
                      <a:lnTo>
                        <a:pt x="12915"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1" name="Google Shape;2391;p90"/>
                <p:cNvSpPr/>
                <p:nvPr/>
              </p:nvSpPr>
              <p:spPr>
                <a:xfrm>
                  <a:off x="4963148" y="1727034"/>
                  <a:ext cx="51243" cy="73446"/>
                </a:xfrm>
                <a:custGeom>
                  <a:rect b="b" l="l" r="r" t="t"/>
                  <a:pathLst>
                    <a:path extrusionOk="0" h="73446" w="51243">
                      <a:moveTo>
                        <a:pt x="23792" y="0"/>
                      </a:moveTo>
                      <a:cubicBezTo>
                        <a:pt x="26088" y="0"/>
                        <a:pt x="28251" y="239"/>
                        <a:pt x="30272" y="709"/>
                      </a:cubicBezTo>
                      <a:cubicBezTo>
                        <a:pt x="32292" y="1176"/>
                        <a:pt x="34141" y="1863"/>
                        <a:pt x="35818" y="2770"/>
                      </a:cubicBezTo>
                      <a:lnTo>
                        <a:pt x="51243" y="2770"/>
                      </a:lnTo>
                      <a:lnTo>
                        <a:pt x="51243" y="7580"/>
                      </a:lnTo>
                      <a:cubicBezTo>
                        <a:pt x="51243" y="8382"/>
                        <a:pt x="51034" y="9010"/>
                        <a:pt x="50616" y="9461"/>
                      </a:cubicBezTo>
                      <a:cubicBezTo>
                        <a:pt x="50194" y="9913"/>
                        <a:pt x="49480" y="10227"/>
                        <a:pt x="48468" y="10402"/>
                      </a:cubicBezTo>
                      <a:lnTo>
                        <a:pt x="43658" y="11291"/>
                      </a:lnTo>
                      <a:cubicBezTo>
                        <a:pt x="44009" y="12198"/>
                        <a:pt x="44278" y="13154"/>
                        <a:pt x="44472" y="14166"/>
                      </a:cubicBezTo>
                      <a:cubicBezTo>
                        <a:pt x="44662" y="15178"/>
                        <a:pt x="44756" y="16242"/>
                        <a:pt x="44756" y="17355"/>
                      </a:cubicBezTo>
                      <a:cubicBezTo>
                        <a:pt x="44756" y="20002"/>
                        <a:pt x="44229" y="22399"/>
                        <a:pt x="43161" y="24542"/>
                      </a:cubicBezTo>
                      <a:cubicBezTo>
                        <a:pt x="42096" y="26689"/>
                        <a:pt x="40636" y="28511"/>
                        <a:pt x="38772" y="30005"/>
                      </a:cubicBezTo>
                      <a:cubicBezTo>
                        <a:pt x="36909" y="31506"/>
                        <a:pt x="34694" y="32663"/>
                        <a:pt x="32128" y="33484"/>
                      </a:cubicBezTo>
                      <a:cubicBezTo>
                        <a:pt x="29569" y="34302"/>
                        <a:pt x="26787" y="34709"/>
                        <a:pt x="23792" y="34709"/>
                      </a:cubicBezTo>
                      <a:cubicBezTo>
                        <a:pt x="21767" y="34709"/>
                        <a:pt x="19799" y="34519"/>
                        <a:pt x="17883" y="34134"/>
                      </a:cubicBezTo>
                      <a:cubicBezTo>
                        <a:pt x="16210" y="35153"/>
                        <a:pt x="15373" y="36296"/>
                        <a:pt x="15373" y="37558"/>
                      </a:cubicBezTo>
                      <a:cubicBezTo>
                        <a:pt x="15373" y="38648"/>
                        <a:pt x="15870" y="39447"/>
                        <a:pt x="16859" y="39951"/>
                      </a:cubicBezTo>
                      <a:cubicBezTo>
                        <a:pt x="17853" y="40463"/>
                        <a:pt x="19164" y="40821"/>
                        <a:pt x="20781" y="41030"/>
                      </a:cubicBezTo>
                      <a:cubicBezTo>
                        <a:pt x="22406" y="41243"/>
                        <a:pt x="24244" y="41348"/>
                        <a:pt x="26301" y="41348"/>
                      </a:cubicBezTo>
                      <a:cubicBezTo>
                        <a:pt x="28359" y="41348"/>
                        <a:pt x="30466" y="41437"/>
                        <a:pt x="32625" y="41613"/>
                      </a:cubicBezTo>
                      <a:cubicBezTo>
                        <a:pt x="34787" y="41785"/>
                        <a:pt x="36898" y="42091"/>
                        <a:pt x="38952" y="42528"/>
                      </a:cubicBezTo>
                      <a:cubicBezTo>
                        <a:pt x="41010" y="42964"/>
                        <a:pt x="42847" y="43655"/>
                        <a:pt x="44472" y="44596"/>
                      </a:cubicBezTo>
                      <a:cubicBezTo>
                        <a:pt x="46093" y="45545"/>
                        <a:pt x="47396" y="46829"/>
                        <a:pt x="48394" y="48457"/>
                      </a:cubicBezTo>
                      <a:cubicBezTo>
                        <a:pt x="49383" y="50081"/>
                        <a:pt x="49880" y="52172"/>
                        <a:pt x="49880" y="54718"/>
                      </a:cubicBezTo>
                      <a:cubicBezTo>
                        <a:pt x="49880" y="57097"/>
                        <a:pt x="49298" y="59408"/>
                        <a:pt x="48132" y="61645"/>
                      </a:cubicBezTo>
                      <a:cubicBezTo>
                        <a:pt x="46963" y="63877"/>
                        <a:pt x="45271" y="65879"/>
                        <a:pt x="43056" y="67622"/>
                      </a:cubicBezTo>
                      <a:cubicBezTo>
                        <a:pt x="40842" y="69370"/>
                        <a:pt x="38134" y="70777"/>
                        <a:pt x="34925" y="71841"/>
                      </a:cubicBezTo>
                      <a:cubicBezTo>
                        <a:pt x="31721" y="72909"/>
                        <a:pt x="28061" y="73447"/>
                        <a:pt x="23948" y="73447"/>
                      </a:cubicBezTo>
                      <a:cubicBezTo>
                        <a:pt x="19866" y="73447"/>
                        <a:pt x="16329" y="73051"/>
                        <a:pt x="13330" y="72267"/>
                      </a:cubicBezTo>
                      <a:cubicBezTo>
                        <a:pt x="10331" y="71487"/>
                        <a:pt x="7847" y="70438"/>
                        <a:pt x="5883" y="69131"/>
                      </a:cubicBezTo>
                      <a:cubicBezTo>
                        <a:pt x="3910" y="67824"/>
                        <a:pt x="2439" y="66315"/>
                        <a:pt x="1460" y="64609"/>
                      </a:cubicBezTo>
                      <a:cubicBezTo>
                        <a:pt x="486" y="62903"/>
                        <a:pt x="0" y="61122"/>
                        <a:pt x="0" y="59277"/>
                      </a:cubicBezTo>
                      <a:cubicBezTo>
                        <a:pt x="0" y="56768"/>
                        <a:pt x="766" y="54662"/>
                        <a:pt x="2301" y="52956"/>
                      </a:cubicBezTo>
                      <a:cubicBezTo>
                        <a:pt x="3832" y="51250"/>
                        <a:pt x="5961" y="49883"/>
                        <a:pt x="8680" y="48879"/>
                      </a:cubicBezTo>
                      <a:cubicBezTo>
                        <a:pt x="7354" y="48143"/>
                        <a:pt x="6290" y="47169"/>
                        <a:pt x="5490" y="45948"/>
                      </a:cubicBezTo>
                      <a:cubicBezTo>
                        <a:pt x="4687" y="44731"/>
                        <a:pt x="4284" y="43147"/>
                        <a:pt x="4284" y="41191"/>
                      </a:cubicBezTo>
                      <a:cubicBezTo>
                        <a:pt x="4284" y="40388"/>
                        <a:pt x="4422" y="39567"/>
                        <a:pt x="4706" y="38708"/>
                      </a:cubicBezTo>
                      <a:cubicBezTo>
                        <a:pt x="4982" y="37857"/>
                        <a:pt x="5412" y="37009"/>
                        <a:pt x="5983" y="36176"/>
                      </a:cubicBezTo>
                      <a:cubicBezTo>
                        <a:pt x="6562" y="35336"/>
                        <a:pt x="7283" y="34545"/>
                        <a:pt x="8153" y="33798"/>
                      </a:cubicBezTo>
                      <a:cubicBezTo>
                        <a:pt x="9027" y="33048"/>
                        <a:pt x="10055" y="32375"/>
                        <a:pt x="11242" y="31786"/>
                      </a:cubicBezTo>
                      <a:cubicBezTo>
                        <a:pt x="8523" y="30318"/>
                        <a:pt x="6387" y="28369"/>
                        <a:pt x="4837" y="25927"/>
                      </a:cubicBezTo>
                      <a:cubicBezTo>
                        <a:pt x="3283" y="23489"/>
                        <a:pt x="2510" y="20629"/>
                        <a:pt x="2510" y="17355"/>
                      </a:cubicBezTo>
                      <a:cubicBezTo>
                        <a:pt x="2510" y="14707"/>
                        <a:pt x="3036" y="12314"/>
                        <a:pt x="4101" y="10171"/>
                      </a:cubicBezTo>
                      <a:cubicBezTo>
                        <a:pt x="5169" y="8024"/>
                        <a:pt x="6648" y="6194"/>
                        <a:pt x="8549" y="4678"/>
                      </a:cubicBezTo>
                      <a:cubicBezTo>
                        <a:pt x="10447" y="3163"/>
                        <a:pt x="12695" y="2005"/>
                        <a:pt x="15295" y="1202"/>
                      </a:cubicBezTo>
                      <a:cubicBezTo>
                        <a:pt x="17890" y="399"/>
                        <a:pt x="20725" y="0"/>
                        <a:pt x="23792" y="0"/>
                      </a:cubicBezTo>
                      <a:close/>
                      <a:moveTo>
                        <a:pt x="37962" y="56828"/>
                      </a:moveTo>
                      <a:cubicBezTo>
                        <a:pt x="37962" y="55760"/>
                        <a:pt x="37648" y="54886"/>
                        <a:pt x="37021" y="54211"/>
                      </a:cubicBezTo>
                      <a:cubicBezTo>
                        <a:pt x="36393" y="53535"/>
                        <a:pt x="35534" y="53012"/>
                        <a:pt x="34455" y="52635"/>
                      </a:cubicBezTo>
                      <a:cubicBezTo>
                        <a:pt x="33376" y="52262"/>
                        <a:pt x="32109" y="51985"/>
                        <a:pt x="30668" y="51810"/>
                      </a:cubicBezTo>
                      <a:cubicBezTo>
                        <a:pt x="29218" y="51631"/>
                        <a:pt x="27687" y="51541"/>
                        <a:pt x="26062" y="51541"/>
                      </a:cubicBezTo>
                      <a:lnTo>
                        <a:pt x="21046" y="51541"/>
                      </a:lnTo>
                      <a:cubicBezTo>
                        <a:pt x="19321" y="51541"/>
                        <a:pt x="17651" y="51350"/>
                        <a:pt x="16053" y="50966"/>
                      </a:cubicBezTo>
                      <a:cubicBezTo>
                        <a:pt x="14585" y="51769"/>
                        <a:pt x="13412" y="52717"/>
                        <a:pt x="12519" y="53815"/>
                      </a:cubicBezTo>
                      <a:cubicBezTo>
                        <a:pt x="11634" y="54912"/>
                        <a:pt x="11190" y="56178"/>
                        <a:pt x="11190" y="57608"/>
                      </a:cubicBezTo>
                      <a:cubicBezTo>
                        <a:pt x="11190" y="58549"/>
                        <a:pt x="11421" y="59427"/>
                        <a:pt x="11892" y="60248"/>
                      </a:cubicBezTo>
                      <a:cubicBezTo>
                        <a:pt x="12363" y="61066"/>
                        <a:pt x="13117" y="61771"/>
                        <a:pt x="14144" y="62361"/>
                      </a:cubicBezTo>
                      <a:cubicBezTo>
                        <a:pt x="15168" y="62951"/>
                        <a:pt x="16505" y="63414"/>
                        <a:pt x="18141" y="63747"/>
                      </a:cubicBezTo>
                      <a:cubicBezTo>
                        <a:pt x="19780" y="64075"/>
                        <a:pt x="21786" y="64243"/>
                        <a:pt x="24158" y="64243"/>
                      </a:cubicBezTo>
                      <a:cubicBezTo>
                        <a:pt x="26559" y="64243"/>
                        <a:pt x="28636" y="64056"/>
                        <a:pt x="30380" y="63683"/>
                      </a:cubicBezTo>
                      <a:cubicBezTo>
                        <a:pt x="32120" y="63310"/>
                        <a:pt x="33558" y="62791"/>
                        <a:pt x="34694" y="62137"/>
                      </a:cubicBezTo>
                      <a:cubicBezTo>
                        <a:pt x="35825" y="61480"/>
                        <a:pt x="36651" y="60692"/>
                        <a:pt x="37177" y="59789"/>
                      </a:cubicBezTo>
                      <a:cubicBezTo>
                        <a:pt x="37700" y="58881"/>
                        <a:pt x="37962" y="57892"/>
                        <a:pt x="37962" y="56828"/>
                      </a:cubicBezTo>
                      <a:close/>
                      <a:moveTo>
                        <a:pt x="23792" y="26450"/>
                      </a:moveTo>
                      <a:cubicBezTo>
                        <a:pt x="25394" y="26450"/>
                        <a:pt x="26787" y="26233"/>
                        <a:pt x="27975" y="25797"/>
                      </a:cubicBezTo>
                      <a:cubicBezTo>
                        <a:pt x="29155" y="25360"/>
                        <a:pt x="30141" y="24762"/>
                        <a:pt x="30925" y="23997"/>
                      </a:cubicBezTo>
                      <a:cubicBezTo>
                        <a:pt x="31713" y="23231"/>
                        <a:pt x="32303" y="22305"/>
                        <a:pt x="32707" y="21226"/>
                      </a:cubicBezTo>
                      <a:cubicBezTo>
                        <a:pt x="33107" y="20147"/>
                        <a:pt x="33308" y="18956"/>
                        <a:pt x="33308" y="17668"/>
                      </a:cubicBezTo>
                      <a:cubicBezTo>
                        <a:pt x="33308" y="15021"/>
                        <a:pt x="32513" y="12919"/>
                        <a:pt x="30925" y="11373"/>
                      </a:cubicBezTo>
                      <a:cubicBezTo>
                        <a:pt x="29338" y="9820"/>
                        <a:pt x="26962" y="9047"/>
                        <a:pt x="23792" y="9047"/>
                      </a:cubicBezTo>
                      <a:cubicBezTo>
                        <a:pt x="20617" y="9047"/>
                        <a:pt x="18242" y="9820"/>
                        <a:pt x="16654" y="11373"/>
                      </a:cubicBezTo>
                      <a:cubicBezTo>
                        <a:pt x="15067" y="12919"/>
                        <a:pt x="14271" y="15021"/>
                        <a:pt x="14271" y="17668"/>
                      </a:cubicBezTo>
                      <a:cubicBezTo>
                        <a:pt x="14271" y="18923"/>
                        <a:pt x="14473" y="20091"/>
                        <a:pt x="14872" y="21174"/>
                      </a:cubicBezTo>
                      <a:cubicBezTo>
                        <a:pt x="15276" y="22253"/>
                        <a:pt x="15870" y="23183"/>
                        <a:pt x="16654" y="23967"/>
                      </a:cubicBezTo>
                      <a:cubicBezTo>
                        <a:pt x="17438" y="24755"/>
                        <a:pt x="18428" y="25360"/>
                        <a:pt x="19635" y="25797"/>
                      </a:cubicBezTo>
                      <a:cubicBezTo>
                        <a:pt x="20837" y="26233"/>
                        <a:pt x="22223" y="26450"/>
                        <a:pt x="23792" y="2645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2" name="Google Shape;2392;p90"/>
                <p:cNvSpPr/>
                <p:nvPr/>
              </p:nvSpPr>
              <p:spPr>
                <a:xfrm>
                  <a:off x="5021656" y="1704090"/>
                  <a:ext cx="16523" cy="77516"/>
                </a:xfrm>
                <a:custGeom>
                  <a:rect b="b" l="l" r="r" t="t"/>
                  <a:pathLst>
                    <a:path extrusionOk="0" h="77516" w="16523">
                      <a:moveTo>
                        <a:pt x="16523" y="8255"/>
                      </a:moveTo>
                      <a:cubicBezTo>
                        <a:pt x="16523" y="9372"/>
                        <a:pt x="16296" y="10421"/>
                        <a:pt x="15844" y="11392"/>
                      </a:cubicBezTo>
                      <a:cubicBezTo>
                        <a:pt x="15388" y="12366"/>
                        <a:pt x="14790" y="13221"/>
                        <a:pt x="14040" y="13957"/>
                      </a:cubicBezTo>
                      <a:cubicBezTo>
                        <a:pt x="13289" y="14685"/>
                        <a:pt x="12408" y="15267"/>
                        <a:pt x="11399" y="15708"/>
                      </a:cubicBezTo>
                      <a:cubicBezTo>
                        <a:pt x="10387" y="16145"/>
                        <a:pt x="9307" y="16358"/>
                        <a:pt x="8154" y="16358"/>
                      </a:cubicBezTo>
                      <a:cubicBezTo>
                        <a:pt x="7040" y="16358"/>
                        <a:pt x="5984" y="16145"/>
                        <a:pt x="4994" y="15708"/>
                      </a:cubicBezTo>
                      <a:cubicBezTo>
                        <a:pt x="4000" y="15267"/>
                        <a:pt x="3137" y="14685"/>
                        <a:pt x="2402" y="13957"/>
                      </a:cubicBezTo>
                      <a:cubicBezTo>
                        <a:pt x="1673" y="13221"/>
                        <a:pt x="1091" y="12366"/>
                        <a:pt x="654" y="11392"/>
                      </a:cubicBezTo>
                      <a:cubicBezTo>
                        <a:pt x="217" y="10421"/>
                        <a:pt x="0" y="9372"/>
                        <a:pt x="0" y="8255"/>
                      </a:cubicBezTo>
                      <a:cubicBezTo>
                        <a:pt x="0" y="7109"/>
                        <a:pt x="217" y="6030"/>
                        <a:pt x="654" y="5014"/>
                      </a:cubicBezTo>
                      <a:cubicBezTo>
                        <a:pt x="1091" y="4006"/>
                        <a:pt x="1673" y="3133"/>
                        <a:pt x="2402" y="2401"/>
                      </a:cubicBezTo>
                      <a:cubicBezTo>
                        <a:pt x="3137" y="1669"/>
                        <a:pt x="4000" y="1087"/>
                        <a:pt x="4994" y="650"/>
                      </a:cubicBezTo>
                      <a:cubicBezTo>
                        <a:pt x="5984" y="217"/>
                        <a:pt x="7040" y="0"/>
                        <a:pt x="8154" y="0"/>
                      </a:cubicBezTo>
                      <a:cubicBezTo>
                        <a:pt x="9307" y="0"/>
                        <a:pt x="10387" y="217"/>
                        <a:pt x="11399" y="650"/>
                      </a:cubicBezTo>
                      <a:cubicBezTo>
                        <a:pt x="12408" y="1087"/>
                        <a:pt x="13289" y="1669"/>
                        <a:pt x="14040" y="2401"/>
                      </a:cubicBezTo>
                      <a:cubicBezTo>
                        <a:pt x="14790" y="3133"/>
                        <a:pt x="15388" y="4006"/>
                        <a:pt x="15844" y="5014"/>
                      </a:cubicBezTo>
                      <a:cubicBezTo>
                        <a:pt x="16296" y="6030"/>
                        <a:pt x="16523" y="7109"/>
                        <a:pt x="16523" y="8255"/>
                      </a:cubicBezTo>
                      <a:close/>
                      <a:moveTo>
                        <a:pt x="14589" y="23889"/>
                      </a:moveTo>
                      <a:lnTo>
                        <a:pt x="14589" y="77517"/>
                      </a:lnTo>
                      <a:lnTo>
                        <a:pt x="1673" y="77517"/>
                      </a:lnTo>
                      <a:lnTo>
                        <a:pt x="1673" y="23889"/>
                      </a:lnTo>
                      <a:lnTo>
                        <a:pt x="14589" y="2388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3" name="Google Shape;2393;p90"/>
                <p:cNvSpPr/>
                <p:nvPr/>
              </p:nvSpPr>
              <p:spPr>
                <a:xfrm>
                  <a:off x="5050830" y="1727139"/>
                  <a:ext cx="46750" cy="54468"/>
                </a:xfrm>
                <a:custGeom>
                  <a:rect b="b" l="l" r="r" t="t"/>
                  <a:pathLst>
                    <a:path extrusionOk="0" h="54468" w="46750">
                      <a:moveTo>
                        <a:pt x="0" y="54468"/>
                      </a:moveTo>
                      <a:lnTo>
                        <a:pt x="0" y="840"/>
                      </a:lnTo>
                      <a:lnTo>
                        <a:pt x="7899" y="840"/>
                      </a:lnTo>
                      <a:cubicBezTo>
                        <a:pt x="9573" y="840"/>
                        <a:pt x="10671" y="1620"/>
                        <a:pt x="11190" y="3189"/>
                      </a:cubicBezTo>
                      <a:lnTo>
                        <a:pt x="12082" y="7426"/>
                      </a:lnTo>
                      <a:cubicBezTo>
                        <a:pt x="13162" y="6310"/>
                        <a:pt x="14301" y="5298"/>
                        <a:pt x="15507" y="4391"/>
                      </a:cubicBezTo>
                      <a:cubicBezTo>
                        <a:pt x="16710" y="3487"/>
                        <a:pt x="17980" y="2700"/>
                        <a:pt x="19325" y="2039"/>
                      </a:cubicBezTo>
                      <a:cubicBezTo>
                        <a:pt x="20665" y="1381"/>
                        <a:pt x="22103" y="874"/>
                        <a:pt x="23635" y="523"/>
                      </a:cubicBezTo>
                      <a:cubicBezTo>
                        <a:pt x="25173" y="175"/>
                        <a:pt x="26843" y="0"/>
                        <a:pt x="28654" y="0"/>
                      </a:cubicBezTo>
                      <a:cubicBezTo>
                        <a:pt x="31583" y="0"/>
                        <a:pt x="34182" y="497"/>
                        <a:pt x="36449" y="1490"/>
                      </a:cubicBezTo>
                      <a:cubicBezTo>
                        <a:pt x="38716" y="2483"/>
                        <a:pt x="40602" y="3876"/>
                        <a:pt x="42123" y="5675"/>
                      </a:cubicBezTo>
                      <a:cubicBezTo>
                        <a:pt x="43639" y="7468"/>
                        <a:pt x="44789" y="9614"/>
                        <a:pt x="45574" y="12101"/>
                      </a:cubicBezTo>
                      <a:cubicBezTo>
                        <a:pt x="46358" y="14595"/>
                        <a:pt x="46750" y="17336"/>
                        <a:pt x="46750" y="20334"/>
                      </a:cubicBezTo>
                      <a:lnTo>
                        <a:pt x="46750" y="54468"/>
                      </a:lnTo>
                      <a:lnTo>
                        <a:pt x="33835" y="54468"/>
                      </a:lnTo>
                      <a:lnTo>
                        <a:pt x="33835" y="20334"/>
                      </a:lnTo>
                      <a:cubicBezTo>
                        <a:pt x="33835" y="17060"/>
                        <a:pt x="33077" y="14524"/>
                        <a:pt x="31560" y="12728"/>
                      </a:cubicBezTo>
                      <a:cubicBezTo>
                        <a:pt x="30040" y="10932"/>
                        <a:pt x="27769" y="10036"/>
                        <a:pt x="24733" y="10036"/>
                      </a:cubicBezTo>
                      <a:cubicBezTo>
                        <a:pt x="22507" y="10036"/>
                        <a:pt x="20411" y="10544"/>
                        <a:pt x="18462" y="11552"/>
                      </a:cubicBezTo>
                      <a:cubicBezTo>
                        <a:pt x="16508" y="12568"/>
                        <a:pt x="14660" y="13942"/>
                        <a:pt x="12915" y="15682"/>
                      </a:cubicBezTo>
                      <a:lnTo>
                        <a:pt x="12915"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4" name="Google Shape;2394;p90"/>
                <p:cNvSpPr/>
                <p:nvPr/>
              </p:nvSpPr>
              <p:spPr>
                <a:xfrm>
                  <a:off x="5106678" y="1727139"/>
                  <a:ext cx="48994" cy="55252"/>
                </a:xfrm>
                <a:custGeom>
                  <a:rect b="b" l="l" r="r" t="t"/>
                  <a:pathLst>
                    <a:path extrusionOk="0" h="55252" w="48994">
                      <a:moveTo>
                        <a:pt x="25778" y="0"/>
                      </a:moveTo>
                      <a:cubicBezTo>
                        <a:pt x="29159" y="0"/>
                        <a:pt x="32270" y="541"/>
                        <a:pt x="35112" y="1620"/>
                      </a:cubicBezTo>
                      <a:cubicBezTo>
                        <a:pt x="37954" y="2700"/>
                        <a:pt x="40401" y="4279"/>
                        <a:pt x="42459" y="6355"/>
                      </a:cubicBezTo>
                      <a:cubicBezTo>
                        <a:pt x="44513" y="8423"/>
                        <a:pt x="46119" y="10970"/>
                        <a:pt x="47269" y="13983"/>
                      </a:cubicBezTo>
                      <a:cubicBezTo>
                        <a:pt x="48416" y="17000"/>
                        <a:pt x="48995" y="20442"/>
                        <a:pt x="48995" y="24307"/>
                      </a:cubicBezTo>
                      <a:cubicBezTo>
                        <a:pt x="48995" y="25285"/>
                        <a:pt x="48950" y="26095"/>
                        <a:pt x="48864" y="26741"/>
                      </a:cubicBezTo>
                      <a:cubicBezTo>
                        <a:pt x="48774" y="27383"/>
                        <a:pt x="48618" y="27888"/>
                        <a:pt x="48393" y="28253"/>
                      </a:cubicBezTo>
                      <a:cubicBezTo>
                        <a:pt x="48166" y="28619"/>
                        <a:pt x="47859" y="28881"/>
                        <a:pt x="47475" y="29041"/>
                      </a:cubicBezTo>
                      <a:cubicBezTo>
                        <a:pt x="47094" y="29194"/>
                        <a:pt x="46604" y="29273"/>
                        <a:pt x="46014" y="29273"/>
                      </a:cubicBezTo>
                      <a:lnTo>
                        <a:pt x="12863" y="29273"/>
                      </a:lnTo>
                      <a:cubicBezTo>
                        <a:pt x="13244" y="34780"/>
                        <a:pt x="14727" y="38824"/>
                        <a:pt x="17304" y="41400"/>
                      </a:cubicBezTo>
                      <a:cubicBezTo>
                        <a:pt x="19889" y="43984"/>
                        <a:pt x="23302" y="45268"/>
                        <a:pt x="27553" y="45268"/>
                      </a:cubicBezTo>
                      <a:cubicBezTo>
                        <a:pt x="29648" y="45268"/>
                        <a:pt x="31448" y="45025"/>
                        <a:pt x="32968" y="44536"/>
                      </a:cubicBezTo>
                      <a:cubicBezTo>
                        <a:pt x="34485" y="44047"/>
                        <a:pt x="35807" y="43510"/>
                        <a:pt x="36942" y="42920"/>
                      </a:cubicBezTo>
                      <a:cubicBezTo>
                        <a:pt x="38074" y="42326"/>
                        <a:pt x="39064" y="41788"/>
                        <a:pt x="39923" y="41299"/>
                      </a:cubicBezTo>
                      <a:cubicBezTo>
                        <a:pt x="40774" y="40810"/>
                        <a:pt x="41603" y="40564"/>
                        <a:pt x="42406" y="40564"/>
                      </a:cubicBezTo>
                      <a:cubicBezTo>
                        <a:pt x="42929" y="40564"/>
                        <a:pt x="43381" y="40672"/>
                        <a:pt x="43762" y="40877"/>
                      </a:cubicBezTo>
                      <a:cubicBezTo>
                        <a:pt x="44147" y="41086"/>
                        <a:pt x="44479" y="41385"/>
                        <a:pt x="44759" y="41766"/>
                      </a:cubicBezTo>
                      <a:lnTo>
                        <a:pt x="48524" y="46470"/>
                      </a:lnTo>
                      <a:cubicBezTo>
                        <a:pt x="47094" y="48147"/>
                        <a:pt x="45488" y="49547"/>
                        <a:pt x="43714" y="50678"/>
                      </a:cubicBezTo>
                      <a:cubicBezTo>
                        <a:pt x="41936" y="51813"/>
                        <a:pt x="40080" y="52721"/>
                        <a:pt x="38141" y="53397"/>
                      </a:cubicBezTo>
                      <a:cubicBezTo>
                        <a:pt x="36210" y="54076"/>
                        <a:pt x="34238" y="54558"/>
                        <a:pt x="32233" y="54834"/>
                      </a:cubicBezTo>
                      <a:cubicBezTo>
                        <a:pt x="30231" y="55110"/>
                        <a:pt x="28288" y="55252"/>
                        <a:pt x="26406" y="55252"/>
                      </a:cubicBezTo>
                      <a:cubicBezTo>
                        <a:pt x="22675" y="55252"/>
                        <a:pt x="19205" y="54632"/>
                        <a:pt x="16000" y="53397"/>
                      </a:cubicBezTo>
                      <a:cubicBezTo>
                        <a:pt x="12792" y="52161"/>
                        <a:pt x="10002" y="50331"/>
                        <a:pt x="7630" y="47908"/>
                      </a:cubicBezTo>
                      <a:cubicBezTo>
                        <a:pt x="5263" y="45485"/>
                        <a:pt x="3399" y="42490"/>
                        <a:pt x="2035" y="38917"/>
                      </a:cubicBezTo>
                      <a:cubicBezTo>
                        <a:pt x="680" y="35348"/>
                        <a:pt x="0" y="31207"/>
                        <a:pt x="0" y="26502"/>
                      </a:cubicBezTo>
                      <a:cubicBezTo>
                        <a:pt x="0" y="22843"/>
                        <a:pt x="594" y="19404"/>
                        <a:pt x="1778" y="16178"/>
                      </a:cubicBezTo>
                      <a:cubicBezTo>
                        <a:pt x="2958" y="12956"/>
                        <a:pt x="4661" y="10152"/>
                        <a:pt x="6872" y="7762"/>
                      </a:cubicBezTo>
                      <a:cubicBezTo>
                        <a:pt x="9087" y="5377"/>
                        <a:pt x="11791" y="3487"/>
                        <a:pt x="14977" y="2095"/>
                      </a:cubicBezTo>
                      <a:cubicBezTo>
                        <a:pt x="18170" y="698"/>
                        <a:pt x="21771" y="0"/>
                        <a:pt x="25778" y="0"/>
                      </a:cubicBezTo>
                      <a:close/>
                      <a:moveTo>
                        <a:pt x="26036" y="9256"/>
                      </a:moveTo>
                      <a:cubicBezTo>
                        <a:pt x="22271" y="9256"/>
                        <a:pt x="19328" y="10316"/>
                        <a:pt x="17203" y="12441"/>
                      </a:cubicBezTo>
                      <a:cubicBezTo>
                        <a:pt x="15078" y="14569"/>
                        <a:pt x="13715" y="17582"/>
                        <a:pt x="13124" y="21484"/>
                      </a:cubicBezTo>
                      <a:lnTo>
                        <a:pt x="37383" y="21484"/>
                      </a:lnTo>
                      <a:cubicBezTo>
                        <a:pt x="37383" y="19811"/>
                        <a:pt x="37159" y="18236"/>
                        <a:pt x="36707" y="16753"/>
                      </a:cubicBezTo>
                      <a:cubicBezTo>
                        <a:pt x="36255" y="15271"/>
                        <a:pt x="35557" y="13975"/>
                        <a:pt x="34615" y="12859"/>
                      </a:cubicBezTo>
                      <a:cubicBezTo>
                        <a:pt x="33674" y="11746"/>
                        <a:pt x="32490" y="10869"/>
                        <a:pt x="31060" y="10219"/>
                      </a:cubicBezTo>
                      <a:cubicBezTo>
                        <a:pt x="29629" y="9577"/>
                        <a:pt x="27956" y="9256"/>
                        <a:pt x="26036" y="925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5" name="Google Shape;2395;p90"/>
                <p:cNvSpPr/>
                <p:nvPr/>
              </p:nvSpPr>
              <p:spPr>
                <a:xfrm>
                  <a:off x="5161473" y="1727139"/>
                  <a:ext cx="40053" cy="55308"/>
                </a:xfrm>
                <a:custGeom>
                  <a:rect b="b" l="l" r="r" t="t"/>
                  <a:pathLst>
                    <a:path extrusionOk="0" h="55308" w="40053">
                      <a:moveTo>
                        <a:pt x="36554" y="11291"/>
                      </a:moveTo>
                      <a:cubicBezTo>
                        <a:pt x="36203" y="11851"/>
                        <a:pt x="35837" y="12243"/>
                        <a:pt x="35456" y="12467"/>
                      </a:cubicBezTo>
                      <a:cubicBezTo>
                        <a:pt x="35071" y="12699"/>
                        <a:pt x="34582" y="12807"/>
                        <a:pt x="33992" y="12807"/>
                      </a:cubicBezTo>
                      <a:cubicBezTo>
                        <a:pt x="33360" y="12807"/>
                        <a:pt x="32688" y="12631"/>
                        <a:pt x="31979" y="12284"/>
                      </a:cubicBezTo>
                      <a:cubicBezTo>
                        <a:pt x="31265" y="11941"/>
                        <a:pt x="30436" y="11545"/>
                        <a:pt x="29495" y="11108"/>
                      </a:cubicBezTo>
                      <a:cubicBezTo>
                        <a:pt x="28554" y="10675"/>
                        <a:pt x="27482" y="10283"/>
                        <a:pt x="26279" y="9936"/>
                      </a:cubicBezTo>
                      <a:cubicBezTo>
                        <a:pt x="25073" y="9585"/>
                        <a:pt x="23653" y="9409"/>
                        <a:pt x="22018" y="9409"/>
                      </a:cubicBezTo>
                      <a:cubicBezTo>
                        <a:pt x="19470" y="9409"/>
                        <a:pt x="17465" y="9947"/>
                        <a:pt x="16004" y="11030"/>
                      </a:cubicBezTo>
                      <a:cubicBezTo>
                        <a:pt x="14540" y="12112"/>
                        <a:pt x="13808" y="13520"/>
                        <a:pt x="13808" y="15264"/>
                      </a:cubicBezTo>
                      <a:cubicBezTo>
                        <a:pt x="13808" y="16417"/>
                        <a:pt x="14178" y="17381"/>
                        <a:pt x="14929" y="18169"/>
                      </a:cubicBezTo>
                      <a:cubicBezTo>
                        <a:pt x="15679" y="18949"/>
                        <a:pt x="16673" y="19640"/>
                        <a:pt x="17909" y="20230"/>
                      </a:cubicBezTo>
                      <a:cubicBezTo>
                        <a:pt x="19145" y="20823"/>
                        <a:pt x="20550" y="21353"/>
                        <a:pt x="22119" y="21824"/>
                      </a:cubicBezTo>
                      <a:cubicBezTo>
                        <a:pt x="23687" y="22294"/>
                        <a:pt x="25293" y="22813"/>
                        <a:pt x="26929" y="23366"/>
                      </a:cubicBezTo>
                      <a:cubicBezTo>
                        <a:pt x="28569" y="23926"/>
                        <a:pt x="30175" y="24564"/>
                        <a:pt x="31740" y="25278"/>
                      </a:cubicBezTo>
                      <a:cubicBezTo>
                        <a:pt x="33308" y="25991"/>
                        <a:pt x="34713" y="26898"/>
                        <a:pt x="35949" y="27992"/>
                      </a:cubicBezTo>
                      <a:cubicBezTo>
                        <a:pt x="37185" y="29090"/>
                        <a:pt x="38182" y="30404"/>
                        <a:pt x="38929" y="31939"/>
                      </a:cubicBezTo>
                      <a:cubicBezTo>
                        <a:pt x="39680" y="33473"/>
                        <a:pt x="40054" y="35318"/>
                        <a:pt x="40054" y="37480"/>
                      </a:cubicBezTo>
                      <a:cubicBezTo>
                        <a:pt x="40054" y="40060"/>
                        <a:pt x="39583" y="42438"/>
                        <a:pt x="38642" y="44619"/>
                      </a:cubicBezTo>
                      <a:cubicBezTo>
                        <a:pt x="37701" y="46795"/>
                        <a:pt x="36326" y="48677"/>
                        <a:pt x="34515" y="50260"/>
                      </a:cubicBezTo>
                      <a:cubicBezTo>
                        <a:pt x="32699" y="51847"/>
                        <a:pt x="30462" y="53083"/>
                        <a:pt x="27795" y="53972"/>
                      </a:cubicBezTo>
                      <a:cubicBezTo>
                        <a:pt x="25129" y="54864"/>
                        <a:pt x="22070" y="55308"/>
                        <a:pt x="18619" y="55308"/>
                      </a:cubicBezTo>
                      <a:cubicBezTo>
                        <a:pt x="16770" y="55308"/>
                        <a:pt x="14962" y="55140"/>
                        <a:pt x="13207" y="54808"/>
                      </a:cubicBezTo>
                      <a:cubicBezTo>
                        <a:pt x="11444" y="54476"/>
                        <a:pt x="9756" y="54016"/>
                        <a:pt x="8131" y="53426"/>
                      </a:cubicBezTo>
                      <a:cubicBezTo>
                        <a:pt x="6514" y="52833"/>
                        <a:pt x="5012" y="52135"/>
                        <a:pt x="3634" y="51332"/>
                      </a:cubicBezTo>
                      <a:cubicBezTo>
                        <a:pt x="2260" y="50533"/>
                        <a:pt x="1050" y="49659"/>
                        <a:pt x="0" y="48718"/>
                      </a:cubicBezTo>
                      <a:lnTo>
                        <a:pt x="2981" y="43808"/>
                      </a:lnTo>
                      <a:cubicBezTo>
                        <a:pt x="3365" y="43215"/>
                        <a:pt x="3821" y="42759"/>
                        <a:pt x="4344" y="42445"/>
                      </a:cubicBezTo>
                      <a:cubicBezTo>
                        <a:pt x="4863" y="42132"/>
                        <a:pt x="5528" y="41979"/>
                        <a:pt x="6331" y="41979"/>
                      </a:cubicBezTo>
                      <a:cubicBezTo>
                        <a:pt x="7134" y="41979"/>
                        <a:pt x="7888" y="42203"/>
                        <a:pt x="8602" y="42655"/>
                      </a:cubicBezTo>
                      <a:cubicBezTo>
                        <a:pt x="9319" y="43106"/>
                        <a:pt x="10144" y="43595"/>
                        <a:pt x="11085" y="44122"/>
                      </a:cubicBezTo>
                      <a:cubicBezTo>
                        <a:pt x="12027" y="44641"/>
                        <a:pt x="13136" y="45130"/>
                        <a:pt x="14410" y="45582"/>
                      </a:cubicBezTo>
                      <a:cubicBezTo>
                        <a:pt x="15679" y="46034"/>
                        <a:pt x="17289" y="46261"/>
                        <a:pt x="19246" y="46261"/>
                      </a:cubicBezTo>
                      <a:cubicBezTo>
                        <a:pt x="20778" y="46261"/>
                        <a:pt x="22092" y="46078"/>
                        <a:pt x="23190" y="45713"/>
                      </a:cubicBezTo>
                      <a:cubicBezTo>
                        <a:pt x="24288" y="45347"/>
                        <a:pt x="25196" y="44869"/>
                        <a:pt x="25913" y="44275"/>
                      </a:cubicBezTo>
                      <a:cubicBezTo>
                        <a:pt x="26623" y="43685"/>
                        <a:pt x="27149" y="42994"/>
                        <a:pt x="27482" y="42210"/>
                      </a:cubicBezTo>
                      <a:cubicBezTo>
                        <a:pt x="27810" y="41426"/>
                        <a:pt x="27979" y="40616"/>
                        <a:pt x="27979" y="39783"/>
                      </a:cubicBezTo>
                      <a:cubicBezTo>
                        <a:pt x="27979" y="38529"/>
                        <a:pt x="27601" y="37498"/>
                        <a:pt x="26854" y="36699"/>
                      </a:cubicBezTo>
                      <a:cubicBezTo>
                        <a:pt x="26104" y="35896"/>
                        <a:pt x="25110" y="35198"/>
                        <a:pt x="23870" y="34605"/>
                      </a:cubicBezTo>
                      <a:cubicBezTo>
                        <a:pt x="22634" y="34015"/>
                        <a:pt x="21222" y="33481"/>
                        <a:pt x="19635" y="33010"/>
                      </a:cubicBezTo>
                      <a:cubicBezTo>
                        <a:pt x="18047" y="32540"/>
                        <a:pt x="16430" y="32028"/>
                        <a:pt x="14772" y="31468"/>
                      </a:cubicBezTo>
                      <a:cubicBezTo>
                        <a:pt x="13117" y="30916"/>
                        <a:pt x="11500" y="30258"/>
                        <a:pt x="9913" y="29508"/>
                      </a:cubicBezTo>
                      <a:cubicBezTo>
                        <a:pt x="8325" y="28761"/>
                        <a:pt x="6913" y="27809"/>
                        <a:pt x="5677" y="26659"/>
                      </a:cubicBezTo>
                      <a:cubicBezTo>
                        <a:pt x="4437" y="25509"/>
                        <a:pt x="3444" y="24098"/>
                        <a:pt x="2693" y="22425"/>
                      </a:cubicBezTo>
                      <a:cubicBezTo>
                        <a:pt x="1946" y="20756"/>
                        <a:pt x="1569" y="18732"/>
                        <a:pt x="1569" y="16361"/>
                      </a:cubicBezTo>
                      <a:cubicBezTo>
                        <a:pt x="1569" y="14166"/>
                        <a:pt x="2009" y="12079"/>
                        <a:pt x="2880" y="10089"/>
                      </a:cubicBezTo>
                      <a:cubicBezTo>
                        <a:pt x="3746" y="8102"/>
                        <a:pt x="5031" y="6366"/>
                        <a:pt x="6719" y="4887"/>
                      </a:cubicBezTo>
                      <a:cubicBezTo>
                        <a:pt x="8411" y="3405"/>
                        <a:pt x="10521" y="2222"/>
                        <a:pt x="13050" y="1337"/>
                      </a:cubicBezTo>
                      <a:cubicBezTo>
                        <a:pt x="15575" y="448"/>
                        <a:pt x="18495" y="0"/>
                        <a:pt x="21805" y="0"/>
                      </a:cubicBezTo>
                      <a:cubicBezTo>
                        <a:pt x="25502" y="0"/>
                        <a:pt x="28867" y="609"/>
                        <a:pt x="31896" y="1833"/>
                      </a:cubicBezTo>
                      <a:cubicBezTo>
                        <a:pt x="34933" y="3050"/>
                        <a:pt x="37458" y="4652"/>
                        <a:pt x="39482" y="6639"/>
                      </a:cubicBezTo>
                      <a:lnTo>
                        <a:pt x="36554" y="11291"/>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396" name="Google Shape;2396;p90"/>
            <p:cNvGrpSpPr/>
            <p:nvPr/>
          </p:nvGrpSpPr>
          <p:grpSpPr>
            <a:xfrm>
              <a:off x="4933197" y="1209331"/>
              <a:ext cx="294658" cy="279904"/>
              <a:chOff x="6472346" y="1409242"/>
              <a:chExt cx="392877" cy="373205"/>
            </a:xfrm>
          </p:grpSpPr>
          <p:grpSp>
            <p:nvGrpSpPr>
              <p:cNvPr id="2397" name="Google Shape;2397;p90"/>
              <p:cNvGrpSpPr/>
              <p:nvPr/>
            </p:nvGrpSpPr>
            <p:grpSpPr>
              <a:xfrm>
                <a:off x="6493925" y="1409242"/>
                <a:ext cx="347951" cy="237508"/>
                <a:chOff x="6493925" y="1409242"/>
                <a:chExt cx="347951" cy="237508"/>
              </a:xfrm>
            </p:grpSpPr>
            <p:sp>
              <p:nvSpPr>
                <p:cNvPr id="2398" name="Google Shape;2398;p90"/>
                <p:cNvSpPr/>
                <p:nvPr/>
              </p:nvSpPr>
              <p:spPr>
                <a:xfrm>
                  <a:off x="6529806" y="1457450"/>
                  <a:ext cx="272353" cy="189300"/>
                </a:xfrm>
                <a:custGeom>
                  <a:rect b="b" l="l" r="r" t="t"/>
                  <a:pathLst>
                    <a:path extrusionOk="0" h="189300" w="272353">
                      <a:moveTo>
                        <a:pt x="270616" y="77516"/>
                      </a:moveTo>
                      <a:cubicBezTo>
                        <a:pt x="269458" y="76329"/>
                        <a:pt x="267927" y="75659"/>
                        <a:pt x="266284" y="75630"/>
                      </a:cubicBezTo>
                      <a:cubicBezTo>
                        <a:pt x="264603" y="75648"/>
                        <a:pt x="263072" y="76217"/>
                        <a:pt x="261839" y="77381"/>
                      </a:cubicBezTo>
                      <a:lnTo>
                        <a:pt x="240961" y="98269"/>
                      </a:lnTo>
                      <a:cubicBezTo>
                        <a:pt x="240326" y="97587"/>
                        <a:pt x="239654" y="96940"/>
                        <a:pt x="238907" y="96345"/>
                      </a:cubicBezTo>
                      <a:lnTo>
                        <a:pt x="162116" y="33791"/>
                      </a:lnTo>
                      <a:cubicBezTo>
                        <a:pt x="160137" y="32186"/>
                        <a:pt x="157336" y="31956"/>
                        <a:pt x="155132" y="33222"/>
                      </a:cubicBezTo>
                      <a:cubicBezTo>
                        <a:pt x="131490" y="46814"/>
                        <a:pt x="115056" y="42447"/>
                        <a:pt x="105420" y="36342"/>
                      </a:cubicBezTo>
                      <a:cubicBezTo>
                        <a:pt x="105420" y="36342"/>
                        <a:pt x="105420" y="36342"/>
                        <a:pt x="105420" y="36340"/>
                      </a:cubicBezTo>
                      <a:lnTo>
                        <a:pt x="139408" y="18307"/>
                      </a:lnTo>
                      <a:cubicBezTo>
                        <a:pt x="139558" y="18240"/>
                        <a:pt x="139669" y="18167"/>
                        <a:pt x="139819" y="18089"/>
                      </a:cubicBezTo>
                      <a:lnTo>
                        <a:pt x="147999" y="13744"/>
                      </a:lnTo>
                      <a:cubicBezTo>
                        <a:pt x="150874" y="12239"/>
                        <a:pt x="154273" y="11927"/>
                        <a:pt x="157336" y="12895"/>
                      </a:cubicBezTo>
                      <a:lnTo>
                        <a:pt x="182509" y="21057"/>
                      </a:lnTo>
                      <a:cubicBezTo>
                        <a:pt x="192370" y="24305"/>
                        <a:pt x="203089" y="23914"/>
                        <a:pt x="212688" y="19963"/>
                      </a:cubicBezTo>
                      <a:lnTo>
                        <a:pt x="223668" y="15479"/>
                      </a:lnTo>
                      <a:cubicBezTo>
                        <a:pt x="225199" y="14852"/>
                        <a:pt x="226395" y="13670"/>
                        <a:pt x="227030" y="12146"/>
                      </a:cubicBezTo>
                      <a:cubicBezTo>
                        <a:pt x="227665" y="10624"/>
                        <a:pt x="227665" y="8944"/>
                        <a:pt x="227030" y="7419"/>
                      </a:cubicBezTo>
                      <a:cubicBezTo>
                        <a:pt x="225722" y="4267"/>
                        <a:pt x="222137" y="2757"/>
                        <a:pt x="218962" y="4045"/>
                      </a:cubicBezTo>
                      <a:lnTo>
                        <a:pt x="208019" y="8536"/>
                      </a:lnTo>
                      <a:cubicBezTo>
                        <a:pt x="201109" y="11367"/>
                        <a:pt x="193415" y="11643"/>
                        <a:pt x="186319" y="9315"/>
                      </a:cubicBezTo>
                      <a:lnTo>
                        <a:pt x="161145" y="1144"/>
                      </a:lnTo>
                      <a:cubicBezTo>
                        <a:pt x="154908" y="-833"/>
                        <a:pt x="148036" y="-228"/>
                        <a:pt x="142247" y="2804"/>
                      </a:cubicBezTo>
                      <a:lnTo>
                        <a:pt x="136719" y="5740"/>
                      </a:lnTo>
                      <a:cubicBezTo>
                        <a:pt x="132536" y="3775"/>
                        <a:pt x="128016" y="2615"/>
                        <a:pt x="123460" y="2372"/>
                      </a:cubicBezTo>
                      <a:cubicBezTo>
                        <a:pt x="122900" y="2338"/>
                        <a:pt x="122340" y="2372"/>
                        <a:pt x="121891" y="2473"/>
                      </a:cubicBezTo>
                      <a:cubicBezTo>
                        <a:pt x="99145" y="6089"/>
                        <a:pt x="75914" y="8051"/>
                        <a:pt x="52907" y="8308"/>
                      </a:cubicBezTo>
                      <a:cubicBezTo>
                        <a:pt x="51264" y="8337"/>
                        <a:pt x="49695" y="9006"/>
                        <a:pt x="48575" y="10195"/>
                      </a:cubicBezTo>
                      <a:cubicBezTo>
                        <a:pt x="47417" y="11381"/>
                        <a:pt x="46782" y="12944"/>
                        <a:pt x="46819" y="14594"/>
                      </a:cubicBezTo>
                      <a:cubicBezTo>
                        <a:pt x="46856" y="16243"/>
                        <a:pt x="47529" y="17783"/>
                        <a:pt x="48724" y="18930"/>
                      </a:cubicBezTo>
                      <a:cubicBezTo>
                        <a:pt x="49882" y="20050"/>
                        <a:pt x="51376" y="20664"/>
                        <a:pt x="53019" y="20664"/>
                      </a:cubicBezTo>
                      <a:cubicBezTo>
                        <a:pt x="53056" y="20664"/>
                        <a:pt x="53094" y="20662"/>
                        <a:pt x="53131" y="20662"/>
                      </a:cubicBezTo>
                      <a:lnTo>
                        <a:pt x="53094" y="19207"/>
                      </a:lnTo>
                      <a:lnTo>
                        <a:pt x="53243" y="20662"/>
                      </a:lnTo>
                      <a:cubicBezTo>
                        <a:pt x="74943" y="20394"/>
                        <a:pt x="96792" y="18651"/>
                        <a:pt x="118306" y="15512"/>
                      </a:cubicBezTo>
                      <a:lnTo>
                        <a:pt x="99668" y="25392"/>
                      </a:lnTo>
                      <a:cubicBezTo>
                        <a:pt x="97801" y="26370"/>
                        <a:pt x="96195" y="27828"/>
                        <a:pt x="95037" y="29605"/>
                      </a:cubicBezTo>
                      <a:cubicBezTo>
                        <a:pt x="93244" y="32362"/>
                        <a:pt x="92609" y="35652"/>
                        <a:pt x="93319" y="38870"/>
                      </a:cubicBezTo>
                      <a:cubicBezTo>
                        <a:pt x="93991" y="42088"/>
                        <a:pt x="95896" y="44849"/>
                        <a:pt x="98660" y="46650"/>
                      </a:cubicBezTo>
                      <a:cubicBezTo>
                        <a:pt x="108296" y="52826"/>
                        <a:pt x="128764" y="60873"/>
                        <a:pt x="157522" y="45974"/>
                      </a:cubicBezTo>
                      <a:lnTo>
                        <a:pt x="231138" y="105924"/>
                      </a:lnTo>
                      <a:cubicBezTo>
                        <a:pt x="232446" y="106973"/>
                        <a:pt x="233342" y="108370"/>
                        <a:pt x="233790" y="109983"/>
                      </a:cubicBezTo>
                      <a:cubicBezTo>
                        <a:pt x="234574" y="112549"/>
                        <a:pt x="234014" y="115332"/>
                        <a:pt x="232371" y="117424"/>
                      </a:cubicBezTo>
                      <a:cubicBezTo>
                        <a:pt x="229570" y="120907"/>
                        <a:pt x="224565" y="121604"/>
                        <a:pt x="220904" y="118993"/>
                      </a:cubicBezTo>
                      <a:lnTo>
                        <a:pt x="220083" y="118417"/>
                      </a:lnTo>
                      <a:cubicBezTo>
                        <a:pt x="219933" y="118272"/>
                        <a:pt x="219747" y="118136"/>
                        <a:pt x="219597" y="118015"/>
                      </a:cubicBezTo>
                      <a:lnTo>
                        <a:pt x="218776" y="117438"/>
                      </a:lnTo>
                      <a:cubicBezTo>
                        <a:pt x="218701" y="117361"/>
                        <a:pt x="218589" y="117274"/>
                        <a:pt x="218477" y="117198"/>
                      </a:cubicBezTo>
                      <a:lnTo>
                        <a:pt x="174031" y="85175"/>
                      </a:lnTo>
                      <a:lnTo>
                        <a:pt x="167570" y="80511"/>
                      </a:lnTo>
                      <a:lnTo>
                        <a:pt x="163610" y="77689"/>
                      </a:lnTo>
                      <a:cubicBezTo>
                        <a:pt x="162229" y="76759"/>
                        <a:pt x="160585" y="76416"/>
                        <a:pt x="158979" y="76722"/>
                      </a:cubicBezTo>
                      <a:cubicBezTo>
                        <a:pt x="157373" y="77028"/>
                        <a:pt x="155954" y="77947"/>
                        <a:pt x="155020" y="79310"/>
                      </a:cubicBezTo>
                      <a:cubicBezTo>
                        <a:pt x="154087" y="80671"/>
                        <a:pt x="153750" y="82315"/>
                        <a:pt x="154049" y="83936"/>
                      </a:cubicBezTo>
                      <a:cubicBezTo>
                        <a:pt x="154348" y="85558"/>
                        <a:pt x="155282" y="86962"/>
                        <a:pt x="156626" y="87871"/>
                      </a:cubicBezTo>
                      <a:lnTo>
                        <a:pt x="211306" y="127244"/>
                      </a:lnTo>
                      <a:cubicBezTo>
                        <a:pt x="214742" y="129984"/>
                        <a:pt x="215526" y="134788"/>
                        <a:pt x="213098" y="138470"/>
                      </a:cubicBezTo>
                      <a:cubicBezTo>
                        <a:pt x="211866" y="140362"/>
                        <a:pt x="209961" y="141659"/>
                        <a:pt x="207758" y="142124"/>
                      </a:cubicBezTo>
                      <a:cubicBezTo>
                        <a:pt x="205554" y="142584"/>
                        <a:pt x="203275" y="142163"/>
                        <a:pt x="201445" y="140959"/>
                      </a:cubicBezTo>
                      <a:lnTo>
                        <a:pt x="150352" y="104737"/>
                      </a:lnTo>
                      <a:cubicBezTo>
                        <a:pt x="150015" y="104494"/>
                        <a:pt x="149642" y="104295"/>
                        <a:pt x="149268" y="104135"/>
                      </a:cubicBezTo>
                      <a:cubicBezTo>
                        <a:pt x="148148" y="103655"/>
                        <a:pt x="146915" y="103515"/>
                        <a:pt x="145683" y="103741"/>
                      </a:cubicBezTo>
                      <a:cubicBezTo>
                        <a:pt x="144077" y="104047"/>
                        <a:pt x="142658" y="104963"/>
                        <a:pt x="141724" y="106327"/>
                      </a:cubicBezTo>
                      <a:cubicBezTo>
                        <a:pt x="139782" y="109138"/>
                        <a:pt x="140529" y="112988"/>
                        <a:pt x="143330" y="114897"/>
                      </a:cubicBezTo>
                      <a:lnTo>
                        <a:pt x="188821" y="147177"/>
                      </a:lnTo>
                      <a:cubicBezTo>
                        <a:pt x="192295" y="149654"/>
                        <a:pt x="193154" y="154525"/>
                        <a:pt x="190764" y="158034"/>
                      </a:cubicBezTo>
                      <a:cubicBezTo>
                        <a:pt x="188298" y="161593"/>
                        <a:pt x="183406" y="162484"/>
                        <a:pt x="179820" y="160022"/>
                      </a:cubicBezTo>
                      <a:lnTo>
                        <a:pt x="134104" y="128343"/>
                      </a:lnTo>
                      <a:cubicBezTo>
                        <a:pt x="131303" y="126403"/>
                        <a:pt x="127419" y="127104"/>
                        <a:pt x="125477" y="129905"/>
                      </a:cubicBezTo>
                      <a:cubicBezTo>
                        <a:pt x="124058" y="131953"/>
                        <a:pt x="124095" y="134559"/>
                        <a:pt x="125290" y="136575"/>
                      </a:cubicBezTo>
                      <a:cubicBezTo>
                        <a:pt x="122937" y="135452"/>
                        <a:pt x="120397" y="134770"/>
                        <a:pt x="117745" y="134597"/>
                      </a:cubicBezTo>
                      <a:cubicBezTo>
                        <a:pt x="117372" y="134576"/>
                        <a:pt x="117036" y="134588"/>
                        <a:pt x="116700" y="134584"/>
                      </a:cubicBezTo>
                      <a:cubicBezTo>
                        <a:pt x="116700" y="130195"/>
                        <a:pt x="115281" y="125794"/>
                        <a:pt x="112405" y="122117"/>
                      </a:cubicBezTo>
                      <a:lnTo>
                        <a:pt x="112442" y="122091"/>
                      </a:lnTo>
                      <a:lnTo>
                        <a:pt x="111508" y="121044"/>
                      </a:lnTo>
                      <a:cubicBezTo>
                        <a:pt x="111434" y="120941"/>
                        <a:pt x="111321" y="120840"/>
                        <a:pt x="111247" y="120740"/>
                      </a:cubicBezTo>
                      <a:lnTo>
                        <a:pt x="110686" y="120107"/>
                      </a:lnTo>
                      <a:lnTo>
                        <a:pt x="110649" y="120128"/>
                      </a:lnTo>
                      <a:cubicBezTo>
                        <a:pt x="107138" y="116577"/>
                        <a:pt x="102507" y="114458"/>
                        <a:pt x="97465" y="114131"/>
                      </a:cubicBezTo>
                      <a:cubicBezTo>
                        <a:pt x="97054" y="114105"/>
                        <a:pt x="96643" y="114114"/>
                        <a:pt x="96232" y="114113"/>
                      </a:cubicBezTo>
                      <a:cubicBezTo>
                        <a:pt x="96158" y="109419"/>
                        <a:pt x="94514" y="104725"/>
                        <a:pt x="91190" y="100929"/>
                      </a:cubicBezTo>
                      <a:lnTo>
                        <a:pt x="90630" y="100310"/>
                      </a:lnTo>
                      <a:cubicBezTo>
                        <a:pt x="84280" y="93082"/>
                        <a:pt x="73935" y="91436"/>
                        <a:pt x="65755" y="95732"/>
                      </a:cubicBezTo>
                      <a:cubicBezTo>
                        <a:pt x="64933" y="92933"/>
                        <a:pt x="63551" y="90259"/>
                        <a:pt x="61497" y="87930"/>
                      </a:cubicBezTo>
                      <a:lnTo>
                        <a:pt x="61311" y="87699"/>
                      </a:lnTo>
                      <a:cubicBezTo>
                        <a:pt x="53878" y="79260"/>
                        <a:pt x="40955" y="78436"/>
                        <a:pt x="32477" y="85860"/>
                      </a:cubicBezTo>
                      <a:lnTo>
                        <a:pt x="22019" y="95045"/>
                      </a:lnTo>
                      <a:lnTo>
                        <a:pt x="9918" y="85843"/>
                      </a:lnTo>
                      <a:cubicBezTo>
                        <a:pt x="7191" y="83779"/>
                        <a:pt x="3307" y="84313"/>
                        <a:pt x="1253" y="87020"/>
                      </a:cubicBezTo>
                      <a:cubicBezTo>
                        <a:pt x="-801" y="89730"/>
                        <a:pt x="-279" y="93615"/>
                        <a:pt x="2448" y="95677"/>
                      </a:cubicBezTo>
                      <a:lnTo>
                        <a:pt x="13279" y="103918"/>
                      </a:lnTo>
                      <a:cubicBezTo>
                        <a:pt x="11524" y="106754"/>
                        <a:pt x="10478" y="109994"/>
                        <a:pt x="10254" y="113413"/>
                      </a:cubicBezTo>
                      <a:cubicBezTo>
                        <a:pt x="9544" y="124731"/>
                        <a:pt x="18172" y="134519"/>
                        <a:pt x="29451" y="135228"/>
                      </a:cubicBezTo>
                      <a:cubicBezTo>
                        <a:pt x="29750" y="135260"/>
                        <a:pt x="30087" y="135258"/>
                        <a:pt x="30423" y="135261"/>
                      </a:cubicBezTo>
                      <a:cubicBezTo>
                        <a:pt x="30423" y="140042"/>
                        <a:pt x="32066" y="144839"/>
                        <a:pt x="35428" y="148699"/>
                      </a:cubicBezTo>
                      <a:lnTo>
                        <a:pt x="35988" y="149335"/>
                      </a:lnTo>
                      <a:cubicBezTo>
                        <a:pt x="39536" y="153393"/>
                        <a:pt x="44653" y="155915"/>
                        <a:pt x="49994" y="156247"/>
                      </a:cubicBezTo>
                      <a:cubicBezTo>
                        <a:pt x="50479" y="156291"/>
                        <a:pt x="50890" y="156283"/>
                        <a:pt x="51413" y="156291"/>
                      </a:cubicBezTo>
                      <a:cubicBezTo>
                        <a:pt x="52571" y="156291"/>
                        <a:pt x="53728" y="156184"/>
                        <a:pt x="54849" y="155992"/>
                      </a:cubicBezTo>
                      <a:cubicBezTo>
                        <a:pt x="55409" y="159935"/>
                        <a:pt x="57090" y="163629"/>
                        <a:pt x="59816" y="166666"/>
                      </a:cubicBezTo>
                      <a:cubicBezTo>
                        <a:pt x="63365" y="170724"/>
                        <a:pt x="68482" y="173246"/>
                        <a:pt x="73822" y="173580"/>
                      </a:cubicBezTo>
                      <a:cubicBezTo>
                        <a:pt x="74308" y="173621"/>
                        <a:pt x="74719" y="173598"/>
                        <a:pt x="75242" y="173622"/>
                      </a:cubicBezTo>
                      <a:cubicBezTo>
                        <a:pt x="78342" y="173622"/>
                        <a:pt x="81367" y="172916"/>
                        <a:pt x="84094" y="171586"/>
                      </a:cubicBezTo>
                      <a:cubicBezTo>
                        <a:pt x="85027" y="174930"/>
                        <a:pt x="86820" y="178000"/>
                        <a:pt x="89323" y="180520"/>
                      </a:cubicBezTo>
                      <a:cubicBezTo>
                        <a:pt x="93207" y="184366"/>
                        <a:pt x="98324" y="186482"/>
                        <a:pt x="103777" y="186482"/>
                      </a:cubicBezTo>
                      <a:cubicBezTo>
                        <a:pt x="103814" y="186486"/>
                        <a:pt x="103814" y="186486"/>
                        <a:pt x="103851" y="186482"/>
                      </a:cubicBezTo>
                      <a:cubicBezTo>
                        <a:pt x="108782" y="186482"/>
                        <a:pt x="113562" y="184691"/>
                        <a:pt x="117260" y="181432"/>
                      </a:cubicBezTo>
                      <a:lnTo>
                        <a:pt x="125589" y="174129"/>
                      </a:lnTo>
                      <a:lnTo>
                        <a:pt x="147139" y="186545"/>
                      </a:lnTo>
                      <a:cubicBezTo>
                        <a:pt x="150202" y="188330"/>
                        <a:pt x="153713" y="189282"/>
                        <a:pt x="157261" y="189301"/>
                      </a:cubicBezTo>
                      <a:lnTo>
                        <a:pt x="157261" y="188756"/>
                      </a:lnTo>
                      <a:lnTo>
                        <a:pt x="157261" y="189301"/>
                      </a:lnTo>
                      <a:lnTo>
                        <a:pt x="157261" y="189301"/>
                      </a:lnTo>
                      <a:cubicBezTo>
                        <a:pt x="163909" y="189290"/>
                        <a:pt x="170109" y="186030"/>
                        <a:pt x="173882" y="180575"/>
                      </a:cubicBezTo>
                      <a:cubicBezTo>
                        <a:pt x="175599" y="178110"/>
                        <a:pt x="176720" y="175353"/>
                        <a:pt x="177206" y="172483"/>
                      </a:cubicBezTo>
                      <a:cubicBezTo>
                        <a:pt x="179447" y="173330"/>
                        <a:pt x="181837" y="173778"/>
                        <a:pt x="184265" y="173779"/>
                      </a:cubicBezTo>
                      <a:lnTo>
                        <a:pt x="184302" y="173779"/>
                      </a:lnTo>
                      <a:cubicBezTo>
                        <a:pt x="185497" y="173779"/>
                        <a:pt x="186730" y="173668"/>
                        <a:pt x="187925" y="173449"/>
                      </a:cubicBezTo>
                      <a:cubicBezTo>
                        <a:pt x="193191" y="172501"/>
                        <a:pt x="197897" y="169440"/>
                        <a:pt x="200922" y="165049"/>
                      </a:cubicBezTo>
                      <a:cubicBezTo>
                        <a:pt x="203089" y="161908"/>
                        <a:pt x="204209" y="158344"/>
                        <a:pt x="204396" y="154762"/>
                      </a:cubicBezTo>
                      <a:cubicBezTo>
                        <a:pt x="204695" y="154791"/>
                        <a:pt x="205031" y="154824"/>
                        <a:pt x="205330" y="154839"/>
                      </a:cubicBezTo>
                      <a:lnTo>
                        <a:pt x="205330" y="154872"/>
                      </a:lnTo>
                      <a:lnTo>
                        <a:pt x="206301" y="154870"/>
                      </a:lnTo>
                      <a:cubicBezTo>
                        <a:pt x="212949" y="154863"/>
                        <a:pt x="219261" y="151644"/>
                        <a:pt x="223146" y="146263"/>
                      </a:cubicBezTo>
                      <a:cubicBezTo>
                        <a:pt x="225984" y="142346"/>
                        <a:pt x="227329" y="137672"/>
                        <a:pt x="227067" y="132908"/>
                      </a:cubicBezTo>
                      <a:cubicBezTo>
                        <a:pt x="232931" y="132559"/>
                        <a:pt x="238496" y="129687"/>
                        <a:pt x="242119" y="125019"/>
                      </a:cubicBezTo>
                      <a:cubicBezTo>
                        <a:pt x="245368" y="120829"/>
                        <a:pt x="246825" y="115553"/>
                        <a:pt x="246339" y="110349"/>
                      </a:cubicBezTo>
                      <a:lnTo>
                        <a:pt x="270616" y="86096"/>
                      </a:lnTo>
                      <a:cubicBezTo>
                        <a:pt x="272932" y="83691"/>
                        <a:pt x="272932" y="79921"/>
                        <a:pt x="270616" y="77516"/>
                      </a:cubicBezTo>
                      <a:close/>
                      <a:moveTo>
                        <a:pt x="25716" y="108210"/>
                      </a:moveTo>
                      <a:cubicBezTo>
                        <a:pt x="26202" y="107908"/>
                        <a:pt x="26613" y="107538"/>
                        <a:pt x="26987" y="107119"/>
                      </a:cubicBezTo>
                      <a:lnTo>
                        <a:pt x="40656" y="95130"/>
                      </a:lnTo>
                      <a:cubicBezTo>
                        <a:pt x="42113" y="93840"/>
                        <a:pt x="43980" y="93131"/>
                        <a:pt x="45923" y="93131"/>
                      </a:cubicBezTo>
                      <a:lnTo>
                        <a:pt x="46520" y="93143"/>
                      </a:lnTo>
                      <a:cubicBezTo>
                        <a:pt x="48649" y="93275"/>
                        <a:pt x="50666" y="94270"/>
                        <a:pt x="52048" y="95872"/>
                      </a:cubicBezTo>
                      <a:lnTo>
                        <a:pt x="52235" y="96065"/>
                      </a:lnTo>
                      <a:lnTo>
                        <a:pt x="52235" y="96065"/>
                      </a:lnTo>
                      <a:cubicBezTo>
                        <a:pt x="55185" y="99421"/>
                        <a:pt x="54849" y="104543"/>
                        <a:pt x="51488" y="107483"/>
                      </a:cubicBezTo>
                      <a:lnTo>
                        <a:pt x="36100" y="120964"/>
                      </a:lnTo>
                      <a:cubicBezTo>
                        <a:pt x="34457" y="122370"/>
                        <a:pt x="32327" y="123045"/>
                        <a:pt x="30161" y="122860"/>
                      </a:cubicBezTo>
                      <a:cubicBezTo>
                        <a:pt x="28107" y="122685"/>
                        <a:pt x="26202" y="121757"/>
                        <a:pt x="24820" y="120235"/>
                      </a:cubicBezTo>
                      <a:lnTo>
                        <a:pt x="24372" y="119705"/>
                      </a:lnTo>
                      <a:cubicBezTo>
                        <a:pt x="23102" y="118123"/>
                        <a:pt x="22467" y="116149"/>
                        <a:pt x="22617" y="114107"/>
                      </a:cubicBezTo>
                      <a:cubicBezTo>
                        <a:pt x="22729" y="111950"/>
                        <a:pt x="23700" y="109978"/>
                        <a:pt x="25343" y="108554"/>
                      </a:cubicBezTo>
                      <a:lnTo>
                        <a:pt x="25716" y="108210"/>
                      </a:lnTo>
                      <a:close/>
                      <a:moveTo>
                        <a:pt x="95710" y="165521"/>
                      </a:moveTo>
                      <a:cubicBezTo>
                        <a:pt x="95859" y="163394"/>
                        <a:pt x="96792" y="161451"/>
                        <a:pt x="98399" y="160032"/>
                      </a:cubicBezTo>
                      <a:lnTo>
                        <a:pt x="109753" y="150045"/>
                      </a:lnTo>
                      <a:cubicBezTo>
                        <a:pt x="109790" y="150013"/>
                        <a:pt x="109827" y="149977"/>
                        <a:pt x="109865" y="149944"/>
                      </a:cubicBezTo>
                      <a:lnTo>
                        <a:pt x="111060" y="148905"/>
                      </a:lnTo>
                      <a:cubicBezTo>
                        <a:pt x="112517" y="147615"/>
                        <a:pt x="114421" y="146905"/>
                        <a:pt x="116363" y="146905"/>
                      </a:cubicBezTo>
                      <a:lnTo>
                        <a:pt x="116401" y="146905"/>
                      </a:lnTo>
                      <a:cubicBezTo>
                        <a:pt x="118716" y="146908"/>
                        <a:pt x="120920" y="147907"/>
                        <a:pt x="122451" y="149650"/>
                      </a:cubicBezTo>
                      <a:cubicBezTo>
                        <a:pt x="125402" y="152995"/>
                        <a:pt x="125066" y="158115"/>
                        <a:pt x="121742" y="161059"/>
                      </a:cubicBezTo>
                      <a:lnTo>
                        <a:pt x="109118" y="172130"/>
                      </a:lnTo>
                      <a:cubicBezTo>
                        <a:pt x="107474" y="173555"/>
                        <a:pt x="105383" y="174266"/>
                        <a:pt x="103254" y="174122"/>
                      </a:cubicBezTo>
                      <a:cubicBezTo>
                        <a:pt x="101088" y="173982"/>
                        <a:pt x="99108" y="173010"/>
                        <a:pt x="97689" y="171385"/>
                      </a:cubicBezTo>
                      <a:cubicBezTo>
                        <a:pt x="96269" y="169759"/>
                        <a:pt x="95560" y="167677"/>
                        <a:pt x="95710" y="165521"/>
                      </a:cubicBezTo>
                      <a:close/>
                      <a:moveTo>
                        <a:pt x="69639" y="147030"/>
                      </a:moveTo>
                      <a:lnTo>
                        <a:pt x="89285" y="129771"/>
                      </a:lnTo>
                      <a:cubicBezTo>
                        <a:pt x="89360" y="129694"/>
                        <a:pt x="89435" y="129609"/>
                        <a:pt x="89547" y="129532"/>
                      </a:cubicBezTo>
                      <a:lnTo>
                        <a:pt x="90779" y="128437"/>
                      </a:lnTo>
                      <a:cubicBezTo>
                        <a:pt x="92161" y="127215"/>
                        <a:pt x="93954" y="126514"/>
                        <a:pt x="95784" y="126444"/>
                      </a:cubicBezTo>
                      <a:lnTo>
                        <a:pt x="96120" y="126444"/>
                      </a:lnTo>
                      <a:cubicBezTo>
                        <a:pt x="96307" y="126444"/>
                        <a:pt x="96494" y="126449"/>
                        <a:pt x="96680" y="126455"/>
                      </a:cubicBezTo>
                      <a:cubicBezTo>
                        <a:pt x="98772" y="126585"/>
                        <a:pt x="100789" y="127575"/>
                        <a:pt x="102208" y="129172"/>
                      </a:cubicBezTo>
                      <a:lnTo>
                        <a:pt x="102357" y="129325"/>
                      </a:lnTo>
                      <a:cubicBezTo>
                        <a:pt x="103777" y="130952"/>
                        <a:pt x="104487" y="133033"/>
                        <a:pt x="104337" y="135190"/>
                      </a:cubicBezTo>
                      <a:cubicBezTo>
                        <a:pt x="104188" y="137347"/>
                        <a:pt x="103216" y="139320"/>
                        <a:pt x="101611" y="140744"/>
                      </a:cubicBezTo>
                      <a:lnTo>
                        <a:pt x="80508" y="159243"/>
                      </a:lnTo>
                      <a:cubicBezTo>
                        <a:pt x="78939" y="160657"/>
                        <a:pt x="76773" y="161398"/>
                        <a:pt x="74682" y="161239"/>
                      </a:cubicBezTo>
                      <a:cubicBezTo>
                        <a:pt x="72515" y="161089"/>
                        <a:pt x="70573" y="160133"/>
                        <a:pt x="69117" y="158546"/>
                      </a:cubicBezTo>
                      <a:cubicBezTo>
                        <a:pt x="67660" y="156912"/>
                        <a:pt x="66913" y="154805"/>
                        <a:pt x="67025" y="152609"/>
                      </a:cubicBezTo>
                      <a:cubicBezTo>
                        <a:pt x="67137" y="150457"/>
                        <a:pt x="68071" y="148482"/>
                        <a:pt x="69639" y="147030"/>
                      </a:cubicBezTo>
                      <a:close/>
                      <a:moveTo>
                        <a:pt x="45362" y="129302"/>
                      </a:moveTo>
                      <a:lnTo>
                        <a:pt x="59630" y="116770"/>
                      </a:lnTo>
                      <a:cubicBezTo>
                        <a:pt x="59742" y="116674"/>
                        <a:pt x="59854" y="116568"/>
                        <a:pt x="59929" y="116470"/>
                      </a:cubicBezTo>
                      <a:lnTo>
                        <a:pt x="69901" y="107717"/>
                      </a:lnTo>
                      <a:cubicBezTo>
                        <a:pt x="71395" y="106427"/>
                        <a:pt x="73263" y="105718"/>
                        <a:pt x="75204" y="105718"/>
                      </a:cubicBezTo>
                      <a:lnTo>
                        <a:pt x="75242" y="105718"/>
                      </a:lnTo>
                      <a:cubicBezTo>
                        <a:pt x="75429" y="105718"/>
                        <a:pt x="75578" y="105727"/>
                        <a:pt x="75802" y="105744"/>
                      </a:cubicBezTo>
                      <a:cubicBezTo>
                        <a:pt x="77931" y="105876"/>
                        <a:pt x="79948" y="106868"/>
                        <a:pt x="81330" y="108468"/>
                      </a:cubicBezTo>
                      <a:lnTo>
                        <a:pt x="81853" y="109072"/>
                      </a:lnTo>
                      <a:cubicBezTo>
                        <a:pt x="84803" y="112425"/>
                        <a:pt x="84467" y="117547"/>
                        <a:pt x="81106" y="120491"/>
                      </a:cubicBezTo>
                      <a:lnTo>
                        <a:pt x="56679" y="141929"/>
                      </a:lnTo>
                      <a:cubicBezTo>
                        <a:pt x="53355" y="144871"/>
                        <a:pt x="48201" y="144540"/>
                        <a:pt x="45288" y="141197"/>
                      </a:cubicBezTo>
                      <a:lnTo>
                        <a:pt x="44728" y="140586"/>
                      </a:lnTo>
                      <a:cubicBezTo>
                        <a:pt x="41852" y="137279"/>
                        <a:pt x="42150" y="132267"/>
                        <a:pt x="45362" y="129302"/>
                      </a:cubicBezTo>
                      <a:close/>
                      <a:moveTo>
                        <a:pt x="161743" y="162560"/>
                      </a:moveTo>
                      <a:cubicBezTo>
                        <a:pt x="165142" y="164867"/>
                        <a:pt x="166188" y="169449"/>
                        <a:pt x="164096" y="172984"/>
                      </a:cubicBezTo>
                      <a:cubicBezTo>
                        <a:pt x="161855" y="176733"/>
                        <a:pt x="157112" y="177991"/>
                        <a:pt x="153302" y="175849"/>
                      </a:cubicBezTo>
                      <a:lnTo>
                        <a:pt x="134291" y="164875"/>
                      </a:lnTo>
                      <a:cubicBezTo>
                        <a:pt x="138213" y="157772"/>
                        <a:pt x="137615" y="148752"/>
                        <a:pt x="132274" y="142151"/>
                      </a:cubicBezTo>
                      <a:lnTo>
                        <a:pt x="161743" y="16256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399" name="Google Shape;2399;p90"/>
                <p:cNvSpPr/>
                <p:nvPr/>
              </p:nvSpPr>
              <p:spPr>
                <a:xfrm>
                  <a:off x="6739308" y="1409242"/>
                  <a:ext cx="102568" cy="155343"/>
                </a:xfrm>
                <a:custGeom>
                  <a:rect b="b" l="l" r="r" t="t"/>
                  <a:pathLst>
                    <a:path extrusionOk="0" h="155343" w="102568">
                      <a:moveTo>
                        <a:pt x="102349" y="129240"/>
                      </a:moveTo>
                      <a:lnTo>
                        <a:pt x="74262" y="6739"/>
                      </a:lnTo>
                      <a:cubicBezTo>
                        <a:pt x="73963" y="5517"/>
                        <a:pt x="73441" y="4351"/>
                        <a:pt x="72656" y="3365"/>
                      </a:cubicBezTo>
                      <a:cubicBezTo>
                        <a:pt x="71237" y="1534"/>
                        <a:pt x="69183" y="365"/>
                        <a:pt x="66905" y="71"/>
                      </a:cubicBezTo>
                      <a:cubicBezTo>
                        <a:pt x="64589" y="-222"/>
                        <a:pt x="62310" y="399"/>
                        <a:pt x="60480" y="1817"/>
                      </a:cubicBezTo>
                      <a:lnTo>
                        <a:pt x="3373" y="46035"/>
                      </a:lnTo>
                      <a:cubicBezTo>
                        <a:pt x="-138" y="48754"/>
                        <a:pt x="-1034" y="53659"/>
                        <a:pt x="1282" y="57444"/>
                      </a:cubicBezTo>
                      <a:lnTo>
                        <a:pt x="58949" y="151209"/>
                      </a:lnTo>
                      <a:cubicBezTo>
                        <a:pt x="60518" y="153768"/>
                        <a:pt x="63319" y="155344"/>
                        <a:pt x="66270" y="155344"/>
                      </a:cubicBezTo>
                      <a:cubicBezTo>
                        <a:pt x="67726" y="155357"/>
                        <a:pt x="69257" y="154984"/>
                        <a:pt x="70602" y="154243"/>
                      </a:cubicBezTo>
                      <a:lnTo>
                        <a:pt x="98129" y="138774"/>
                      </a:lnTo>
                      <a:cubicBezTo>
                        <a:pt x="101490" y="136896"/>
                        <a:pt x="103208" y="132975"/>
                        <a:pt x="102349" y="129240"/>
                      </a:cubicBezTo>
                      <a:close/>
                      <a:moveTo>
                        <a:pt x="83973" y="126788"/>
                      </a:moveTo>
                      <a:lnTo>
                        <a:pt x="69369" y="134990"/>
                      </a:lnTo>
                      <a:lnTo>
                        <a:pt x="20181" y="54985"/>
                      </a:lnTo>
                      <a:lnTo>
                        <a:pt x="60368" y="23863"/>
                      </a:lnTo>
                      <a:lnTo>
                        <a:pt x="83973" y="12678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0" name="Google Shape;2400;p90"/>
                <p:cNvSpPr/>
                <p:nvPr/>
              </p:nvSpPr>
              <p:spPr>
                <a:xfrm>
                  <a:off x="6493925" y="1410938"/>
                  <a:ext cx="102581" cy="155320"/>
                </a:xfrm>
                <a:custGeom>
                  <a:rect b="b" l="l" r="r" t="t"/>
                  <a:pathLst>
                    <a:path extrusionOk="0" h="155320" w="102581">
                      <a:moveTo>
                        <a:pt x="99209" y="46036"/>
                      </a:moveTo>
                      <a:lnTo>
                        <a:pt x="42101" y="1820"/>
                      </a:lnTo>
                      <a:cubicBezTo>
                        <a:pt x="41093" y="1041"/>
                        <a:pt x="39935" y="505"/>
                        <a:pt x="38740" y="225"/>
                      </a:cubicBezTo>
                      <a:cubicBezTo>
                        <a:pt x="36461" y="-297"/>
                        <a:pt x="34146" y="97"/>
                        <a:pt x="32167" y="1329"/>
                      </a:cubicBezTo>
                      <a:cubicBezTo>
                        <a:pt x="30187" y="2561"/>
                        <a:pt x="28842" y="4484"/>
                        <a:pt x="28320" y="6744"/>
                      </a:cubicBezTo>
                      <a:lnTo>
                        <a:pt x="233" y="129216"/>
                      </a:lnTo>
                      <a:cubicBezTo>
                        <a:pt x="-664" y="132958"/>
                        <a:pt x="1092" y="136883"/>
                        <a:pt x="4416" y="138763"/>
                      </a:cubicBezTo>
                      <a:lnTo>
                        <a:pt x="31980" y="154213"/>
                      </a:lnTo>
                      <a:cubicBezTo>
                        <a:pt x="33287" y="154937"/>
                        <a:pt x="34744" y="155321"/>
                        <a:pt x="36238" y="155321"/>
                      </a:cubicBezTo>
                      <a:cubicBezTo>
                        <a:pt x="39263" y="155321"/>
                        <a:pt x="42026" y="153786"/>
                        <a:pt x="43633" y="151207"/>
                      </a:cubicBezTo>
                      <a:lnTo>
                        <a:pt x="101300" y="57442"/>
                      </a:lnTo>
                      <a:cubicBezTo>
                        <a:pt x="103616" y="53657"/>
                        <a:pt x="102719" y="48754"/>
                        <a:pt x="99209" y="46036"/>
                      </a:cubicBezTo>
                      <a:close/>
                      <a:moveTo>
                        <a:pt x="82401" y="54988"/>
                      </a:moveTo>
                      <a:lnTo>
                        <a:pt x="33212" y="135000"/>
                      </a:lnTo>
                      <a:lnTo>
                        <a:pt x="18609" y="126800"/>
                      </a:lnTo>
                      <a:lnTo>
                        <a:pt x="42213" y="23866"/>
                      </a:lnTo>
                      <a:lnTo>
                        <a:pt x="82401" y="5498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01" name="Google Shape;2401;p90"/>
              <p:cNvGrpSpPr/>
              <p:nvPr/>
            </p:nvGrpSpPr>
            <p:grpSpPr>
              <a:xfrm>
                <a:off x="6472346" y="1706021"/>
                <a:ext cx="392877" cy="76426"/>
                <a:chOff x="6472346" y="1706021"/>
                <a:chExt cx="392877" cy="76426"/>
              </a:xfrm>
            </p:grpSpPr>
            <p:sp>
              <p:nvSpPr>
                <p:cNvPr id="2402" name="Google Shape;2402;p90"/>
                <p:cNvSpPr/>
                <p:nvPr/>
              </p:nvSpPr>
              <p:spPr>
                <a:xfrm>
                  <a:off x="6472346" y="1706021"/>
                  <a:ext cx="53932" cy="75586"/>
                </a:xfrm>
                <a:custGeom>
                  <a:rect b="b" l="l" r="r" t="t"/>
                  <a:pathLst>
                    <a:path extrusionOk="0" h="75586" w="53932">
                      <a:moveTo>
                        <a:pt x="14043" y="48980"/>
                      </a:moveTo>
                      <a:lnTo>
                        <a:pt x="14043" y="75586"/>
                      </a:lnTo>
                      <a:lnTo>
                        <a:pt x="0" y="75586"/>
                      </a:lnTo>
                      <a:lnTo>
                        <a:pt x="0" y="0"/>
                      </a:lnTo>
                      <a:lnTo>
                        <a:pt x="24613" y="0"/>
                      </a:lnTo>
                      <a:cubicBezTo>
                        <a:pt x="29655" y="0"/>
                        <a:pt x="34025" y="594"/>
                        <a:pt x="37723" y="1781"/>
                      </a:cubicBezTo>
                      <a:cubicBezTo>
                        <a:pt x="41420" y="2961"/>
                        <a:pt x="44483" y="4615"/>
                        <a:pt x="46873" y="6747"/>
                      </a:cubicBezTo>
                      <a:cubicBezTo>
                        <a:pt x="49301" y="8868"/>
                        <a:pt x="51056" y="11414"/>
                        <a:pt x="52214" y="14375"/>
                      </a:cubicBezTo>
                      <a:cubicBezTo>
                        <a:pt x="53372" y="17340"/>
                        <a:pt x="53932" y="20580"/>
                        <a:pt x="53932" y="24098"/>
                      </a:cubicBezTo>
                      <a:cubicBezTo>
                        <a:pt x="53932" y="27757"/>
                        <a:pt x="53335" y="31110"/>
                        <a:pt x="52102" y="34160"/>
                      </a:cubicBezTo>
                      <a:cubicBezTo>
                        <a:pt x="50907" y="37211"/>
                        <a:pt x="49077" y="39832"/>
                        <a:pt x="46612" y="42027"/>
                      </a:cubicBezTo>
                      <a:cubicBezTo>
                        <a:pt x="44184" y="44223"/>
                        <a:pt x="41122" y="45933"/>
                        <a:pt x="37461" y="47150"/>
                      </a:cubicBezTo>
                      <a:cubicBezTo>
                        <a:pt x="33801" y="48371"/>
                        <a:pt x="29543" y="48980"/>
                        <a:pt x="24613" y="48980"/>
                      </a:cubicBezTo>
                      <a:lnTo>
                        <a:pt x="14043" y="48980"/>
                      </a:lnTo>
                      <a:close/>
                      <a:moveTo>
                        <a:pt x="14043" y="38002"/>
                      </a:moveTo>
                      <a:lnTo>
                        <a:pt x="24613" y="38002"/>
                      </a:lnTo>
                      <a:cubicBezTo>
                        <a:pt x="27190" y="38002"/>
                        <a:pt x="29431" y="37681"/>
                        <a:pt x="31373" y="37035"/>
                      </a:cubicBezTo>
                      <a:cubicBezTo>
                        <a:pt x="33278" y="36389"/>
                        <a:pt x="34847" y="35467"/>
                        <a:pt x="36117" y="34268"/>
                      </a:cubicBezTo>
                      <a:cubicBezTo>
                        <a:pt x="37349" y="33066"/>
                        <a:pt x="38320" y="31599"/>
                        <a:pt x="38918" y="29874"/>
                      </a:cubicBezTo>
                      <a:cubicBezTo>
                        <a:pt x="39553" y="28149"/>
                        <a:pt x="39889" y="26226"/>
                        <a:pt x="39889" y="24098"/>
                      </a:cubicBezTo>
                      <a:cubicBezTo>
                        <a:pt x="39889" y="22078"/>
                        <a:pt x="39553" y="20248"/>
                        <a:pt x="38918" y="18613"/>
                      </a:cubicBezTo>
                      <a:cubicBezTo>
                        <a:pt x="38320" y="16970"/>
                        <a:pt x="37349" y="15577"/>
                        <a:pt x="36117" y="14427"/>
                      </a:cubicBezTo>
                      <a:cubicBezTo>
                        <a:pt x="34847" y="13281"/>
                        <a:pt x="33278" y="12396"/>
                        <a:pt x="31373" y="11787"/>
                      </a:cubicBezTo>
                      <a:cubicBezTo>
                        <a:pt x="29431" y="11179"/>
                        <a:pt x="27190" y="10873"/>
                        <a:pt x="24613" y="10873"/>
                      </a:cubicBezTo>
                      <a:lnTo>
                        <a:pt x="14043" y="10873"/>
                      </a:lnTo>
                      <a:lnTo>
                        <a:pt x="14043" y="3800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3" name="Google Shape;2403;p90"/>
                <p:cNvSpPr/>
                <p:nvPr/>
              </p:nvSpPr>
              <p:spPr>
                <a:xfrm>
                  <a:off x="6531209" y="1726982"/>
                  <a:ext cx="44707" cy="55465"/>
                </a:xfrm>
                <a:custGeom>
                  <a:rect b="b" l="l" r="r" t="t"/>
                  <a:pathLst>
                    <a:path extrusionOk="0" h="55465" w="44707">
                      <a:moveTo>
                        <a:pt x="44707" y="54625"/>
                      </a:moveTo>
                      <a:lnTo>
                        <a:pt x="38880" y="54625"/>
                      </a:lnTo>
                      <a:cubicBezTo>
                        <a:pt x="37685" y="54625"/>
                        <a:pt x="36714" y="54442"/>
                        <a:pt x="36042" y="54080"/>
                      </a:cubicBezTo>
                      <a:cubicBezTo>
                        <a:pt x="35332" y="53710"/>
                        <a:pt x="34809" y="52971"/>
                        <a:pt x="34473" y="51855"/>
                      </a:cubicBezTo>
                      <a:lnTo>
                        <a:pt x="33315" y="48042"/>
                      </a:lnTo>
                      <a:cubicBezTo>
                        <a:pt x="31933" y="49260"/>
                        <a:pt x="30626" y="50331"/>
                        <a:pt x="29319" y="51257"/>
                      </a:cubicBezTo>
                      <a:cubicBezTo>
                        <a:pt x="28012" y="52176"/>
                        <a:pt x="26630" y="52952"/>
                        <a:pt x="25248" y="53583"/>
                      </a:cubicBezTo>
                      <a:cubicBezTo>
                        <a:pt x="23866" y="54211"/>
                        <a:pt x="22372" y="54677"/>
                        <a:pt x="20803" y="54991"/>
                      </a:cubicBezTo>
                      <a:cubicBezTo>
                        <a:pt x="19235" y="55305"/>
                        <a:pt x="17479" y="55465"/>
                        <a:pt x="15574" y="55465"/>
                      </a:cubicBezTo>
                      <a:cubicBezTo>
                        <a:pt x="13296" y="55465"/>
                        <a:pt x="11205" y="55159"/>
                        <a:pt x="9300" y="54547"/>
                      </a:cubicBezTo>
                      <a:cubicBezTo>
                        <a:pt x="7395" y="53934"/>
                        <a:pt x="5751" y="53016"/>
                        <a:pt x="4370" y="51791"/>
                      </a:cubicBezTo>
                      <a:cubicBezTo>
                        <a:pt x="2988" y="50566"/>
                        <a:pt x="1904" y="49047"/>
                        <a:pt x="1158" y="47228"/>
                      </a:cubicBezTo>
                      <a:cubicBezTo>
                        <a:pt x="373" y="45410"/>
                        <a:pt x="0" y="43293"/>
                        <a:pt x="0" y="40885"/>
                      </a:cubicBezTo>
                      <a:cubicBezTo>
                        <a:pt x="0" y="38854"/>
                        <a:pt x="522" y="36856"/>
                        <a:pt x="1606" y="34877"/>
                      </a:cubicBezTo>
                      <a:cubicBezTo>
                        <a:pt x="2652" y="32902"/>
                        <a:pt x="4407" y="31117"/>
                        <a:pt x="6910" y="29527"/>
                      </a:cubicBezTo>
                      <a:cubicBezTo>
                        <a:pt x="9374" y="27936"/>
                        <a:pt x="12661" y="26614"/>
                        <a:pt x="16770" y="25569"/>
                      </a:cubicBezTo>
                      <a:cubicBezTo>
                        <a:pt x="20878" y="24520"/>
                        <a:pt x="25995" y="23993"/>
                        <a:pt x="32120" y="23993"/>
                      </a:cubicBezTo>
                      <a:lnTo>
                        <a:pt x="32120" y="20831"/>
                      </a:lnTo>
                      <a:cubicBezTo>
                        <a:pt x="32120" y="17216"/>
                        <a:pt x="31336" y="14539"/>
                        <a:pt x="29842" y="12803"/>
                      </a:cubicBezTo>
                      <a:cubicBezTo>
                        <a:pt x="28311" y="11059"/>
                        <a:pt x="26107" y="10193"/>
                        <a:pt x="23194" y="10193"/>
                      </a:cubicBezTo>
                      <a:cubicBezTo>
                        <a:pt x="21102" y="10193"/>
                        <a:pt x="19384" y="10440"/>
                        <a:pt x="18002" y="10925"/>
                      </a:cubicBezTo>
                      <a:cubicBezTo>
                        <a:pt x="16583" y="11414"/>
                        <a:pt x="15388" y="11963"/>
                        <a:pt x="14342" y="12572"/>
                      </a:cubicBezTo>
                      <a:cubicBezTo>
                        <a:pt x="13334" y="13184"/>
                        <a:pt x="12362" y="13729"/>
                        <a:pt x="11503" y="14218"/>
                      </a:cubicBezTo>
                      <a:cubicBezTo>
                        <a:pt x="10644" y="14707"/>
                        <a:pt x="9673" y="14950"/>
                        <a:pt x="8627" y="14950"/>
                      </a:cubicBezTo>
                      <a:cubicBezTo>
                        <a:pt x="7769" y="14950"/>
                        <a:pt x="6984" y="14726"/>
                        <a:pt x="6387" y="14270"/>
                      </a:cubicBezTo>
                      <a:cubicBezTo>
                        <a:pt x="5751" y="13819"/>
                        <a:pt x="5229" y="13262"/>
                        <a:pt x="4855" y="12598"/>
                      </a:cubicBezTo>
                      <a:lnTo>
                        <a:pt x="2502" y="8472"/>
                      </a:lnTo>
                      <a:cubicBezTo>
                        <a:pt x="8665" y="2823"/>
                        <a:pt x="16135" y="0"/>
                        <a:pt x="24837" y="0"/>
                      </a:cubicBezTo>
                      <a:cubicBezTo>
                        <a:pt x="27975" y="0"/>
                        <a:pt x="30776" y="515"/>
                        <a:pt x="33241" y="1542"/>
                      </a:cubicBezTo>
                      <a:cubicBezTo>
                        <a:pt x="35668" y="2573"/>
                        <a:pt x="37760" y="4003"/>
                        <a:pt x="39478" y="5832"/>
                      </a:cubicBezTo>
                      <a:cubicBezTo>
                        <a:pt x="41196" y="7658"/>
                        <a:pt x="42466" y="9846"/>
                        <a:pt x="43363" y="12389"/>
                      </a:cubicBezTo>
                      <a:cubicBezTo>
                        <a:pt x="44259" y="14931"/>
                        <a:pt x="44707" y="17720"/>
                        <a:pt x="44707" y="20752"/>
                      </a:cubicBezTo>
                      <a:lnTo>
                        <a:pt x="44707" y="54625"/>
                      </a:lnTo>
                      <a:close/>
                      <a:moveTo>
                        <a:pt x="19608" y="46575"/>
                      </a:moveTo>
                      <a:cubicBezTo>
                        <a:pt x="20916" y="46575"/>
                        <a:pt x="22148" y="46459"/>
                        <a:pt x="23269" y="46217"/>
                      </a:cubicBezTo>
                      <a:cubicBezTo>
                        <a:pt x="24389" y="45978"/>
                        <a:pt x="25435" y="45615"/>
                        <a:pt x="26443" y="45134"/>
                      </a:cubicBezTo>
                      <a:cubicBezTo>
                        <a:pt x="27414" y="44656"/>
                        <a:pt x="28385" y="44062"/>
                        <a:pt x="29319" y="43360"/>
                      </a:cubicBezTo>
                      <a:cubicBezTo>
                        <a:pt x="30215" y="42658"/>
                        <a:pt x="31149" y="41826"/>
                        <a:pt x="32120" y="40866"/>
                      </a:cubicBezTo>
                      <a:lnTo>
                        <a:pt x="32120" y="31886"/>
                      </a:lnTo>
                      <a:cubicBezTo>
                        <a:pt x="28348" y="31886"/>
                        <a:pt x="25173" y="32125"/>
                        <a:pt x="22671" y="32596"/>
                      </a:cubicBezTo>
                      <a:cubicBezTo>
                        <a:pt x="20131" y="33070"/>
                        <a:pt x="18114" y="33679"/>
                        <a:pt x="16583" y="34414"/>
                      </a:cubicBezTo>
                      <a:cubicBezTo>
                        <a:pt x="15051" y="35150"/>
                        <a:pt x="13931" y="36012"/>
                        <a:pt x="13296" y="36994"/>
                      </a:cubicBezTo>
                      <a:cubicBezTo>
                        <a:pt x="12661" y="37976"/>
                        <a:pt x="12325" y="39048"/>
                        <a:pt x="12325" y="40205"/>
                      </a:cubicBezTo>
                      <a:cubicBezTo>
                        <a:pt x="12325" y="42487"/>
                        <a:pt x="12998" y="44118"/>
                        <a:pt x="14342" y="45100"/>
                      </a:cubicBezTo>
                      <a:cubicBezTo>
                        <a:pt x="15687" y="46086"/>
                        <a:pt x="17442"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4" name="Google Shape;2404;p90"/>
                <p:cNvSpPr/>
                <p:nvPr/>
              </p:nvSpPr>
              <p:spPr>
                <a:xfrm>
                  <a:off x="6588615" y="1726982"/>
                  <a:ext cx="34211" cy="54625"/>
                </a:xfrm>
                <a:custGeom>
                  <a:rect b="b" l="l" r="r" t="t"/>
                  <a:pathLst>
                    <a:path extrusionOk="0" h="54625" w="34211">
                      <a:moveTo>
                        <a:pt x="0" y="54625"/>
                      </a:moveTo>
                      <a:lnTo>
                        <a:pt x="0" y="997"/>
                      </a:lnTo>
                      <a:lnTo>
                        <a:pt x="7582" y="997"/>
                      </a:lnTo>
                      <a:cubicBezTo>
                        <a:pt x="8926" y="997"/>
                        <a:pt x="9823" y="1236"/>
                        <a:pt x="10345" y="1725"/>
                      </a:cubicBezTo>
                      <a:cubicBezTo>
                        <a:pt x="10868" y="2214"/>
                        <a:pt x="11242" y="3054"/>
                        <a:pt x="11391" y="4234"/>
                      </a:cubicBezTo>
                      <a:lnTo>
                        <a:pt x="12176" y="10720"/>
                      </a:lnTo>
                      <a:cubicBezTo>
                        <a:pt x="14118" y="7408"/>
                        <a:pt x="16359" y="4794"/>
                        <a:pt x="18936" y="2879"/>
                      </a:cubicBezTo>
                      <a:cubicBezTo>
                        <a:pt x="21513" y="960"/>
                        <a:pt x="24389" y="0"/>
                        <a:pt x="27601" y="0"/>
                      </a:cubicBezTo>
                      <a:cubicBezTo>
                        <a:pt x="30253" y="0"/>
                        <a:pt x="32456" y="609"/>
                        <a:pt x="34212" y="1830"/>
                      </a:cubicBezTo>
                      <a:lnTo>
                        <a:pt x="32531" y="11500"/>
                      </a:lnTo>
                      <a:cubicBezTo>
                        <a:pt x="32419" y="12127"/>
                        <a:pt x="32195" y="12572"/>
                        <a:pt x="31859" y="12833"/>
                      </a:cubicBezTo>
                      <a:cubicBezTo>
                        <a:pt x="31485" y="13094"/>
                        <a:pt x="31037" y="13225"/>
                        <a:pt x="30439" y="13225"/>
                      </a:cubicBezTo>
                      <a:cubicBezTo>
                        <a:pt x="29917" y="13225"/>
                        <a:pt x="29207" y="13102"/>
                        <a:pt x="28311" y="12863"/>
                      </a:cubicBezTo>
                      <a:cubicBezTo>
                        <a:pt x="27377" y="12616"/>
                        <a:pt x="26182" y="12493"/>
                        <a:pt x="24688" y="12493"/>
                      </a:cubicBezTo>
                      <a:cubicBezTo>
                        <a:pt x="21998" y="12493"/>
                        <a:pt x="19683" y="13232"/>
                        <a:pt x="17778" y="14715"/>
                      </a:cubicBezTo>
                      <a:cubicBezTo>
                        <a:pt x="15873" y="16197"/>
                        <a:pt x="14230" y="18366"/>
                        <a:pt x="12923" y="21226"/>
                      </a:cubicBezTo>
                      <a:lnTo>
                        <a:pt x="12923"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5" name="Google Shape;2405;p90"/>
                <p:cNvSpPr/>
                <p:nvPr/>
              </p:nvSpPr>
              <p:spPr>
                <a:xfrm>
                  <a:off x="6626487" y="1711565"/>
                  <a:ext cx="36527" cy="70881"/>
                </a:xfrm>
                <a:custGeom>
                  <a:rect b="b" l="l" r="r" t="t"/>
                  <a:pathLst>
                    <a:path extrusionOk="0" h="70881" w="36527">
                      <a:moveTo>
                        <a:pt x="22484" y="70882"/>
                      </a:moveTo>
                      <a:cubicBezTo>
                        <a:pt x="17816" y="70882"/>
                        <a:pt x="14268" y="69560"/>
                        <a:pt x="11765" y="66932"/>
                      </a:cubicBezTo>
                      <a:cubicBezTo>
                        <a:pt x="9263" y="64303"/>
                        <a:pt x="7993" y="60670"/>
                        <a:pt x="7993" y="56033"/>
                      </a:cubicBezTo>
                      <a:lnTo>
                        <a:pt x="7993" y="26084"/>
                      </a:lnTo>
                      <a:lnTo>
                        <a:pt x="2540" y="26084"/>
                      </a:lnTo>
                      <a:cubicBezTo>
                        <a:pt x="1867" y="26084"/>
                        <a:pt x="1233" y="25856"/>
                        <a:pt x="747" y="25401"/>
                      </a:cubicBezTo>
                      <a:cubicBezTo>
                        <a:pt x="224" y="24949"/>
                        <a:pt x="0" y="24269"/>
                        <a:pt x="0" y="23362"/>
                      </a:cubicBezTo>
                      <a:lnTo>
                        <a:pt x="0" y="18239"/>
                      </a:lnTo>
                      <a:lnTo>
                        <a:pt x="8628" y="16828"/>
                      </a:lnTo>
                      <a:lnTo>
                        <a:pt x="11317" y="2192"/>
                      </a:lnTo>
                      <a:cubicBezTo>
                        <a:pt x="11467" y="1497"/>
                        <a:pt x="11803" y="952"/>
                        <a:pt x="12288" y="575"/>
                      </a:cubicBezTo>
                      <a:cubicBezTo>
                        <a:pt x="12811" y="187"/>
                        <a:pt x="13446" y="0"/>
                        <a:pt x="14193" y="0"/>
                      </a:cubicBezTo>
                      <a:lnTo>
                        <a:pt x="20916" y="0"/>
                      </a:lnTo>
                      <a:lnTo>
                        <a:pt x="20916" y="16880"/>
                      </a:lnTo>
                      <a:lnTo>
                        <a:pt x="35034" y="16880"/>
                      </a:lnTo>
                      <a:lnTo>
                        <a:pt x="35034" y="26084"/>
                      </a:lnTo>
                      <a:lnTo>
                        <a:pt x="20916" y="26084"/>
                      </a:lnTo>
                      <a:lnTo>
                        <a:pt x="20916" y="55144"/>
                      </a:lnTo>
                      <a:cubicBezTo>
                        <a:pt x="20916" y="56817"/>
                        <a:pt x="21327" y="58127"/>
                        <a:pt x="22148" y="59068"/>
                      </a:cubicBezTo>
                      <a:cubicBezTo>
                        <a:pt x="23007" y="60009"/>
                        <a:pt x="24128" y="60476"/>
                        <a:pt x="25510" y="60476"/>
                      </a:cubicBezTo>
                      <a:cubicBezTo>
                        <a:pt x="26294" y="60476"/>
                        <a:pt x="26967" y="60379"/>
                        <a:pt x="27527" y="60192"/>
                      </a:cubicBezTo>
                      <a:cubicBezTo>
                        <a:pt x="28049" y="59998"/>
                        <a:pt x="28535" y="59796"/>
                        <a:pt x="28946" y="59587"/>
                      </a:cubicBezTo>
                      <a:cubicBezTo>
                        <a:pt x="29320" y="59382"/>
                        <a:pt x="29693" y="59176"/>
                        <a:pt x="29992" y="58986"/>
                      </a:cubicBezTo>
                      <a:cubicBezTo>
                        <a:pt x="30328" y="58799"/>
                        <a:pt x="30627" y="58699"/>
                        <a:pt x="30925" y="58699"/>
                      </a:cubicBezTo>
                      <a:cubicBezTo>
                        <a:pt x="31336" y="58699"/>
                        <a:pt x="31635" y="58799"/>
                        <a:pt x="31896" y="58986"/>
                      </a:cubicBezTo>
                      <a:cubicBezTo>
                        <a:pt x="32121" y="59176"/>
                        <a:pt x="32382" y="59468"/>
                        <a:pt x="32681" y="59849"/>
                      </a:cubicBezTo>
                      <a:lnTo>
                        <a:pt x="36528" y="66121"/>
                      </a:lnTo>
                      <a:cubicBezTo>
                        <a:pt x="34660" y="67689"/>
                        <a:pt x="32494" y="68877"/>
                        <a:pt x="30066" y="69680"/>
                      </a:cubicBezTo>
                      <a:cubicBezTo>
                        <a:pt x="27601" y="70479"/>
                        <a:pt x="25099" y="70882"/>
                        <a:pt x="22484" y="7088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6" name="Google Shape;2406;p90"/>
                <p:cNvSpPr/>
                <p:nvPr/>
              </p:nvSpPr>
              <p:spPr>
                <a:xfrm>
                  <a:off x="6671791" y="1727139"/>
                  <a:ext cx="46761" cy="54468"/>
                </a:xfrm>
                <a:custGeom>
                  <a:rect b="b" l="l" r="r" t="t"/>
                  <a:pathLst>
                    <a:path extrusionOk="0" h="54468" w="46761">
                      <a:moveTo>
                        <a:pt x="0" y="54468"/>
                      </a:moveTo>
                      <a:lnTo>
                        <a:pt x="0" y="840"/>
                      </a:lnTo>
                      <a:lnTo>
                        <a:pt x="7918" y="840"/>
                      </a:lnTo>
                      <a:cubicBezTo>
                        <a:pt x="9599" y="840"/>
                        <a:pt x="10682" y="1620"/>
                        <a:pt x="11205" y="3189"/>
                      </a:cubicBezTo>
                      <a:lnTo>
                        <a:pt x="12102" y="7426"/>
                      </a:lnTo>
                      <a:cubicBezTo>
                        <a:pt x="13184" y="6310"/>
                        <a:pt x="14305" y="5298"/>
                        <a:pt x="15537" y="4391"/>
                      </a:cubicBezTo>
                      <a:cubicBezTo>
                        <a:pt x="16733" y="3487"/>
                        <a:pt x="18003" y="2700"/>
                        <a:pt x="19347" y="2039"/>
                      </a:cubicBezTo>
                      <a:cubicBezTo>
                        <a:pt x="20692" y="1381"/>
                        <a:pt x="22111" y="874"/>
                        <a:pt x="23642" y="523"/>
                      </a:cubicBezTo>
                      <a:cubicBezTo>
                        <a:pt x="25174" y="175"/>
                        <a:pt x="26854" y="0"/>
                        <a:pt x="28685" y="0"/>
                      </a:cubicBezTo>
                      <a:cubicBezTo>
                        <a:pt x="31598" y="0"/>
                        <a:pt x="34212" y="497"/>
                        <a:pt x="36453" y="1490"/>
                      </a:cubicBezTo>
                      <a:cubicBezTo>
                        <a:pt x="38731" y="2483"/>
                        <a:pt x="40636" y="3876"/>
                        <a:pt x="42130" y="5675"/>
                      </a:cubicBezTo>
                      <a:cubicBezTo>
                        <a:pt x="43662" y="7468"/>
                        <a:pt x="44819" y="9614"/>
                        <a:pt x="45604" y="12101"/>
                      </a:cubicBezTo>
                      <a:cubicBezTo>
                        <a:pt x="46388" y="14595"/>
                        <a:pt x="46761" y="17336"/>
                        <a:pt x="46761" y="20334"/>
                      </a:cubicBezTo>
                      <a:lnTo>
                        <a:pt x="46761" y="54468"/>
                      </a:lnTo>
                      <a:lnTo>
                        <a:pt x="33839" y="54468"/>
                      </a:lnTo>
                      <a:lnTo>
                        <a:pt x="33839" y="20334"/>
                      </a:lnTo>
                      <a:cubicBezTo>
                        <a:pt x="33839" y="17060"/>
                        <a:pt x="33092" y="14524"/>
                        <a:pt x="31560" y="12728"/>
                      </a:cubicBezTo>
                      <a:cubicBezTo>
                        <a:pt x="30066" y="10932"/>
                        <a:pt x="27788" y="10036"/>
                        <a:pt x="24763" y="10036"/>
                      </a:cubicBezTo>
                      <a:cubicBezTo>
                        <a:pt x="22522" y="10036"/>
                        <a:pt x="20430" y="10544"/>
                        <a:pt x="18488" y="11552"/>
                      </a:cubicBezTo>
                      <a:cubicBezTo>
                        <a:pt x="16509" y="12568"/>
                        <a:pt x="14678" y="13942"/>
                        <a:pt x="12923" y="15682"/>
                      </a:cubicBezTo>
                      <a:lnTo>
                        <a:pt x="12923"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7" name="Google Shape;2407;p90"/>
                <p:cNvSpPr/>
                <p:nvPr/>
              </p:nvSpPr>
              <p:spPr>
                <a:xfrm>
                  <a:off x="6727666" y="1727139"/>
                  <a:ext cx="48964" cy="55252"/>
                </a:xfrm>
                <a:custGeom>
                  <a:rect b="b" l="l" r="r" t="t"/>
                  <a:pathLst>
                    <a:path extrusionOk="0" h="55252" w="48964">
                      <a:moveTo>
                        <a:pt x="25771" y="0"/>
                      </a:moveTo>
                      <a:cubicBezTo>
                        <a:pt x="29132" y="0"/>
                        <a:pt x="32270" y="541"/>
                        <a:pt x="35108" y="1620"/>
                      </a:cubicBezTo>
                      <a:cubicBezTo>
                        <a:pt x="37947" y="2700"/>
                        <a:pt x="40374" y="4279"/>
                        <a:pt x="42429" y="6355"/>
                      </a:cubicBezTo>
                      <a:cubicBezTo>
                        <a:pt x="44520" y="8423"/>
                        <a:pt x="46126" y="10970"/>
                        <a:pt x="47247" y="13983"/>
                      </a:cubicBezTo>
                      <a:cubicBezTo>
                        <a:pt x="48405" y="17000"/>
                        <a:pt x="48965" y="20442"/>
                        <a:pt x="48965" y="24307"/>
                      </a:cubicBezTo>
                      <a:cubicBezTo>
                        <a:pt x="48965" y="25285"/>
                        <a:pt x="48928" y="26095"/>
                        <a:pt x="48853" y="26741"/>
                      </a:cubicBezTo>
                      <a:cubicBezTo>
                        <a:pt x="48778" y="27383"/>
                        <a:pt x="48592" y="27888"/>
                        <a:pt x="48367" y="28253"/>
                      </a:cubicBezTo>
                      <a:cubicBezTo>
                        <a:pt x="48143" y="28619"/>
                        <a:pt x="47844" y="28881"/>
                        <a:pt x="47471" y="29041"/>
                      </a:cubicBezTo>
                      <a:cubicBezTo>
                        <a:pt x="47097" y="29194"/>
                        <a:pt x="46575" y="29273"/>
                        <a:pt x="46014" y="29273"/>
                      </a:cubicBezTo>
                      <a:lnTo>
                        <a:pt x="12848" y="29273"/>
                      </a:lnTo>
                      <a:cubicBezTo>
                        <a:pt x="13221" y="34780"/>
                        <a:pt x="14715" y="38824"/>
                        <a:pt x="17293" y="41400"/>
                      </a:cubicBezTo>
                      <a:cubicBezTo>
                        <a:pt x="19870" y="43984"/>
                        <a:pt x="23306" y="45268"/>
                        <a:pt x="27526" y="45268"/>
                      </a:cubicBezTo>
                      <a:cubicBezTo>
                        <a:pt x="29618" y="45268"/>
                        <a:pt x="31448" y="45025"/>
                        <a:pt x="32942" y="44536"/>
                      </a:cubicBezTo>
                      <a:cubicBezTo>
                        <a:pt x="34473" y="44047"/>
                        <a:pt x="35781" y="43510"/>
                        <a:pt x="36939" y="42920"/>
                      </a:cubicBezTo>
                      <a:cubicBezTo>
                        <a:pt x="38059" y="42326"/>
                        <a:pt x="39067" y="41788"/>
                        <a:pt x="39926" y="41299"/>
                      </a:cubicBezTo>
                      <a:cubicBezTo>
                        <a:pt x="40748" y="40810"/>
                        <a:pt x="41607" y="40564"/>
                        <a:pt x="42391" y="40564"/>
                      </a:cubicBezTo>
                      <a:cubicBezTo>
                        <a:pt x="42914" y="40564"/>
                        <a:pt x="43363" y="40672"/>
                        <a:pt x="43736" y="40877"/>
                      </a:cubicBezTo>
                      <a:cubicBezTo>
                        <a:pt x="44147" y="41086"/>
                        <a:pt x="44483" y="41385"/>
                        <a:pt x="44744" y="41766"/>
                      </a:cubicBezTo>
                      <a:lnTo>
                        <a:pt x="48517" y="46470"/>
                      </a:lnTo>
                      <a:cubicBezTo>
                        <a:pt x="47097" y="48147"/>
                        <a:pt x="45491" y="49547"/>
                        <a:pt x="43699" y="50678"/>
                      </a:cubicBezTo>
                      <a:cubicBezTo>
                        <a:pt x="41906" y="51813"/>
                        <a:pt x="40076" y="52721"/>
                        <a:pt x="38134" y="53397"/>
                      </a:cubicBezTo>
                      <a:cubicBezTo>
                        <a:pt x="36191" y="54076"/>
                        <a:pt x="34212" y="54558"/>
                        <a:pt x="32233" y="54834"/>
                      </a:cubicBezTo>
                      <a:cubicBezTo>
                        <a:pt x="30215" y="55110"/>
                        <a:pt x="28273" y="55252"/>
                        <a:pt x="26406" y="55252"/>
                      </a:cubicBezTo>
                      <a:cubicBezTo>
                        <a:pt x="22671" y="55252"/>
                        <a:pt x="19198" y="54632"/>
                        <a:pt x="15986" y="53397"/>
                      </a:cubicBezTo>
                      <a:cubicBezTo>
                        <a:pt x="12773" y="52161"/>
                        <a:pt x="10009" y="50331"/>
                        <a:pt x="7619" y="47908"/>
                      </a:cubicBezTo>
                      <a:cubicBezTo>
                        <a:pt x="5266" y="45485"/>
                        <a:pt x="3398" y="42490"/>
                        <a:pt x="2017" y="38917"/>
                      </a:cubicBezTo>
                      <a:cubicBezTo>
                        <a:pt x="672" y="35348"/>
                        <a:pt x="0" y="31207"/>
                        <a:pt x="0" y="26502"/>
                      </a:cubicBezTo>
                      <a:cubicBezTo>
                        <a:pt x="0" y="22843"/>
                        <a:pt x="597" y="19404"/>
                        <a:pt x="1755" y="16178"/>
                      </a:cubicBezTo>
                      <a:cubicBezTo>
                        <a:pt x="2950" y="12956"/>
                        <a:pt x="4631" y="10152"/>
                        <a:pt x="6872" y="7762"/>
                      </a:cubicBezTo>
                      <a:cubicBezTo>
                        <a:pt x="9076" y="5377"/>
                        <a:pt x="11765" y="3487"/>
                        <a:pt x="14977" y="2095"/>
                      </a:cubicBezTo>
                      <a:cubicBezTo>
                        <a:pt x="18152" y="698"/>
                        <a:pt x="21775" y="0"/>
                        <a:pt x="25771" y="0"/>
                      </a:cubicBezTo>
                      <a:close/>
                      <a:moveTo>
                        <a:pt x="26032" y="9256"/>
                      </a:moveTo>
                      <a:cubicBezTo>
                        <a:pt x="22260" y="9256"/>
                        <a:pt x="19309" y="10316"/>
                        <a:pt x="17181" y="12441"/>
                      </a:cubicBezTo>
                      <a:cubicBezTo>
                        <a:pt x="15052" y="14569"/>
                        <a:pt x="13707" y="17582"/>
                        <a:pt x="13110" y="21484"/>
                      </a:cubicBezTo>
                      <a:lnTo>
                        <a:pt x="37387" y="21484"/>
                      </a:lnTo>
                      <a:cubicBezTo>
                        <a:pt x="37387" y="19811"/>
                        <a:pt x="37162" y="18236"/>
                        <a:pt x="36677" y="16753"/>
                      </a:cubicBezTo>
                      <a:cubicBezTo>
                        <a:pt x="36229" y="15271"/>
                        <a:pt x="35557" y="13975"/>
                        <a:pt x="34586" y="12859"/>
                      </a:cubicBezTo>
                      <a:cubicBezTo>
                        <a:pt x="33652" y="11746"/>
                        <a:pt x="32494" y="10869"/>
                        <a:pt x="31037" y="10219"/>
                      </a:cubicBezTo>
                      <a:cubicBezTo>
                        <a:pt x="29618" y="9577"/>
                        <a:pt x="27937" y="9256"/>
                        <a:pt x="26032" y="9256"/>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8" name="Google Shape;2408;p90"/>
                <p:cNvSpPr/>
                <p:nvPr/>
              </p:nvSpPr>
              <p:spPr>
                <a:xfrm>
                  <a:off x="6787164" y="1726982"/>
                  <a:ext cx="34174" cy="54625"/>
                </a:xfrm>
                <a:custGeom>
                  <a:rect b="b" l="l" r="r" t="t"/>
                  <a:pathLst>
                    <a:path extrusionOk="0" h="54625" w="34174">
                      <a:moveTo>
                        <a:pt x="0" y="54625"/>
                      </a:moveTo>
                      <a:lnTo>
                        <a:pt x="0" y="997"/>
                      </a:lnTo>
                      <a:lnTo>
                        <a:pt x="7582" y="997"/>
                      </a:lnTo>
                      <a:cubicBezTo>
                        <a:pt x="8889" y="997"/>
                        <a:pt x="9823" y="1236"/>
                        <a:pt x="10346" y="1725"/>
                      </a:cubicBezTo>
                      <a:cubicBezTo>
                        <a:pt x="10869" y="2214"/>
                        <a:pt x="11205" y="3054"/>
                        <a:pt x="11392" y="4234"/>
                      </a:cubicBezTo>
                      <a:lnTo>
                        <a:pt x="12176" y="10720"/>
                      </a:lnTo>
                      <a:cubicBezTo>
                        <a:pt x="14081" y="7408"/>
                        <a:pt x="16359" y="4794"/>
                        <a:pt x="18936" y="2879"/>
                      </a:cubicBezTo>
                      <a:cubicBezTo>
                        <a:pt x="21513" y="960"/>
                        <a:pt x="24389" y="0"/>
                        <a:pt x="27601" y="0"/>
                      </a:cubicBezTo>
                      <a:cubicBezTo>
                        <a:pt x="30253" y="0"/>
                        <a:pt x="32457" y="609"/>
                        <a:pt x="34175" y="1830"/>
                      </a:cubicBezTo>
                      <a:lnTo>
                        <a:pt x="32532" y="11500"/>
                      </a:lnTo>
                      <a:cubicBezTo>
                        <a:pt x="32419" y="12127"/>
                        <a:pt x="32195" y="12572"/>
                        <a:pt x="31822" y="12833"/>
                      </a:cubicBezTo>
                      <a:cubicBezTo>
                        <a:pt x="31486" y="13094"/>
                        <a:pt x="31000" y="13225"/>
                        <a:pt x="30440" y="13225"/>
                      </a:cubicBezTo>
                      <a:cubicBezTo>
                        <a:pt x="29917" y="13225"/>
                        <a:pt x="29207" y="13102"/>
                        <a:pt x="28274" y="12863"/>
                      </a:cubicBezTo>
                      <a:cubicBezTo>
                        <a:pt x="27377" y="12616"/>
                        <a:pt x="26182" y="12493"/>
                        <a:pt x="24688" y="12493"/>
                      </a:cubicBezTo>
                      <a:cubicBezTo>
                        <a:pt x="21999" y="12493"/>
                        <a:pt x="19683" y="13232"/>
                        <a:pt x="17778" y="14715"/>
                      </a:cubicBezTo>
                      <a:cubicBezTo>
                        <a:pt x="15873" y="16197"/>
                        <a:pt x="14230" y="18366"/>
                        <a:pt x="12923" y="21226"/>
                      </a:cubicBezTo>
                      <a:lnTo>
                        <a:pt x="12923"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09" name="Google Shape;2409;p90"/>
                <p:cNvSpPr/>
                <p:nvPr/>
              </p:nvSpPr>
              <p:spPr>
                <a:xfrm>
                  <a:off x="6825185" y="1727139"/>
                  <a:ext cx="40038" cy="55308"/>
                </a:xfrm>
                <a:custGeom>
                  <a:rect b="b" l="l" r="r" t="t"/>
                  <a:pathLst>
                    <a:path extrusionOk="0" h="55308" w="40038">
                      <a:moveTo>
                        <a:pt x="36528" y="11291"/>
                      </a:moveTo>
                      <a:cubicBezTo>
                        <a:pt x="36191" y="11851"/>
                        <a:pt x="35818" y="12243"/>
                        <a:pt x="35444" y="12467"/>
                      </a:cubicBezTo>
                      <a:cubicBezTo>
                        <a:pt x="35071" y="12699"/>
                        <a:pt x="34548" y="12807"/>
                        <a:pt x="33988" y="12807"/>
                      </a:cubicBezTo>
                      <a:cubicBezTo>
                        <a:pt x="33353" y="12807"/>
                        <a:pt x="32681" y="12631"/>
                        <a:pt x="31971" y="12284"/>
                      </a:cubicBezTo>
                      <a:cubicBezTo>
                        <a:pt x="31261" y="11941"/>
                        <a:pt x="30402" y="11545"/>
                        <a:pt x="29469" y="11108"/>
                      </a:cubicBezTo>
                      <a:cubicBezTo>
                        <a:pt x="28535" y="10675"/>
                        <a:pt x="27452" y="10283"/>
                        <a:pt x="26257" y="9936"/>
                      </a:cubicBezTo>
                      <a:cubicBezTo>
                        <a:pt x="25061" y="9585"/>
                        <a:pt x="23642" y="9409"/>
                        <a:pt x="21999" y="9409"/>
                      </a:cubicBezTo>
                      <a:cubicBezTo>
                        <a:pt x="19459" y="9409"/>
                        <a:pt x="17442" y="9947"/>
                        <a:pt x="15986" y="11030"/>
                      </a:cubicBezTo>
                      <a:cubicBezTo>
                        <a:pt x="14529" y="12112"/>
                        <a:pt x="13782" y="13520"/>
                        <a:pt x="13782" y="15264"/>
                      </a:cubicBezTo>
                      <a:cubicBezTo>
                        <a:pt x="13782" y="16417"/>
                        <a:pt x="14156" y="17381"/>
                        <a:pt x="14902" y="18169"/>
                      </a:cubicBezTo>
                      <a:cubicBezTo>
                        <a:pt x="15649" y="18949"/>
                        <a:pt x="16658" y="19640"/>
                        <a:pt x="17890" y="20230"/>
                      </a:cubicBezTo>
                      <a:cubicBezTo>
                        <a:pt x="19123" y="20823"/>
                        <a:pt x="20542" y="21353"/>
                        <a:pt x="22111" y="21824"/>
                      </a:cubicBezTo>
                      <a:cubicBezTo>
                        <a:pt x="23679" y="22294"/>
                        <a:pt x="25286" y="22813"/>
                        <a:pt x="26929" y="23366"/>
                      </a:cubicBezTo>
                      <a:cubicBezTo>
                        <a:pt x="28535" y="23926"/>
                        <a:pt x="30141" y="24564"/>
                        <a:pt x="31710" y="25278"/>
                      </a:cubicBezTo>
                      <a:cubicBezTo>
                        <a:pt x="33278" y="25991"/>
                        <a:pt x="34698" y="26898"/>
                        <a:pt x="35930" y="27992"/>
                      </a:cubicBezTo>
                      <a:cubicBezTo>
                        <a:pt x="37162" y="29090"/>
                        <a:pt x="38171" y="30404"/>
                        <a:pt x="38918" y="31939"/>
                      </a:cubicBezTo>
                      <a:cubicBezTo>
                        <a:pt x="39665" y="33473"/>
                        <a:pt x="40038" y="35318"/>
                        <a:pt x="40038" y="37480"/>
                      </a:cubicBezTo>
                      <a:cubicBezTo>
                        <a:pt x="40038" y="40060"/>
                        <a:pt x="39553" y="42438"/>
                        <a:pt x="38619" y="44619"/>
                      </a:cubicBezTo>
                      <a:cubicBezTo>
                        <a:pt x="37685" y="46795"/>
                        <a:pt x="36303" y="48677"/>
                        <a:pt x="34511" y="50260"/>
                      </a:cubicBezTo>
                      <a:cubicBezTo>
                        <a:pt x="32681" y="51847"/>
                        <a:pt x="30440" y="53083"/>
                        <a:pt x="27788" y="53972"/>
                      </a:cubicBezTo>
                      <a:cubicBezTo>
                        <a:pt x="25099" y="54864"/>
                        <a:pt x="22036" y="55308"/>
                        <a:pt x="18600" y="55308"/>
                      </a:cubicBezTo>
                      <a:cubicBezTo>
                        <a:pt x="16732" y="55308"/>
                        <a:pt x="14940" y="55140"/>
                        <a:pt x="13184" y="54808"/>
                      </a:cubicBezTo>
                      <a:cubicBezTo>
                        <a:pt x="11429" y="54476"/>
                        <a:pt x="9748" y="54016"/>
                        <a:pt x="8105" y="53426"/>
                      </a:cubicBezTo>
                      <a:cubicBezTo>
                        <a:pt x="6499" y="52833"/>
                        <a:pt x="5005" y="52135"/>
                        <a:pt x="3623" y="51332"/>
                      </a:cubicBezTo>
                      <a:cubicBezTo>
                        <a:pt x="2241" y="50533"/>
                        <a:pt x="1046" y="49659"/>
                        <a:pt x="0" y="48718"/>
                      </a:cubicBezTo>
                      <a:lnTo>
                        <a:pt x="2951" y="43808"/>
                      </a:lnTo>
                      <a:cubicBezTo>
                        <a:pt x="3362" y="43215"/>
                        <a:pt x="3810" y="42759"/>
                        <a:pt x="4333" y="42445"/>
                      </a:cubicBezTo>
                      <a:cubicBezTo>
                        <a:pt x="4855" y="42132"/>
                        <a:pt x="5528" y="41979"/>
                        <a:pt x="6312" y="41979"/>
                      </a:cubicBezTo>
                      <a:cubicBezTo>
                        <a:pt x="7096" y="41979"/>
                        <a:pt x="7881" y="42203"/>
                        <a:pt x="8590" y="42655"/>
                      </a:cubicBezTo>
                      <a:cubicBezTo>
                        <a:pt x="9300" y="43106"/>
                        <a:pt x="10122" y="43595"/>
                        <a:pt x="11055" y="44122"/>
                      </a:cubicBezTo>
                      <a:cubicBezTo>
                        <a:pt x="12026" y="44641"/>
                        <a:pt x="13110" y="45130"/>
                        <a:pt x="14379" y="45582"/>
                      </a:cubicBezTo>
                      <a:cubicBezTo>
                        <a:pt x="15649" y="46034"/>
                        <a:pt x="17255" y="46261"/>
                        <a:pt x="19235" y="46261"/>
                      </a:cubicBezTo>
                      <a:cubicBezTo>
                        <a:pt x="20766" y="46261"/>
                        <a:pt x="22074" y="46078"/>
                        <a:pt x="23156" y="45713"/>
                      </a:cubicBezTo>
                      <a:cubicBezTo>
                        <a:pt x="24277" y="45347"/>
                        <a:pt x="25173" y="44869"/>
                        <a:pt x="25883" y="44275"/>
                      </a:cubicBezTo>
                      <a:cubicBezTo>
                        <a:pt x="26593" y="43685"/>
                        <a:pt x="27116" y="42994"/>
                        <a:pt x="27452" y="42210"/>
                      </a:cubicBezTo>
                      <a:cubicBezTo>
                        <a:pt x="27788" y="41426"/>
                        <a:pt x="27975" y="40616"/>
                        <a:pt x="27975" y="39783"/>
                      </a:cubicBezTo>
                      <a:cubicBezTo>
                        <a:pt x="27975" y="38529"/>
                        <a:pt x="27601" y="37498"/>
                        <a:pt x="26854" y="36699"/>
                      </a:cubicBezTo>
                      <a:cubicBezTo>
                        <a:pt x="26070" y="35896"/>
                        <a:pt x="25099" y="35198"/>
                        <a:pt x="23866" y="34605"/>
                      </a:cubicBezTo>
                      <a:cubicBezTo>
                        <a:pt x="22633" y="34015"/>
                        <a:pt x="21214" y="33481"/>
                        <a:pt x="19608" y="33010"/>
                      </a:cubicBezTo>
                      <a:cubicBezTo>
                        <a:pt x="18040" y="32540"/>
                        <a:pt x="16396" y="32028"/>
                        <a:pt x="14753" y="31468"/>
                      </a:cubicBezTo>
                      <a:cubicBezTo>
                        <a:pt x="13110" y="30916"/>
                        <a:pt x="11466" y="30258"/>
                        <a:pt x="9898" y="29508"/>
                      </a:cubicBezTo>
                      <a:cubicBezTo>
                        <a:pt x="8291" y="28761"/>
                        <a:pt x="6910" y="27809"/>
                        <a:pt x="5677" y="26659"/>
                      </a:cubicBezTo>
                      <a:cubicBezTo>
                        <a:pt x="4407" y="25509"/>
                        <a:pt x="3436" y="24098"/>
                        <a:pt x="2689" y="22425"/>
                      </a:cubicBezTo>
                      <a:cubicBezTo>
                        <a:pt x="1942" y="20756"/>
                        <a:pt x="1569" y="18732"/>
                        <a:pt x="1569" y="16361"/>
                      </a:cubicBezTo>
                      <a:cubicBezTo>
                        <a:pt x="1569" y="14166"/>
                        <a:pt x="1980" y="12079"/>
                        <a:pt x="2876" y="10089"/>
                      </a:cubicBezTo>
                      <a:cubicBezTo>
                        <a:pt x="3735" y="8102"/>
                        <a:pt x="5005" y="6366"/>
                        <a:pt x="6686" y="4887"/>
                      </a:cubicBezTo>
                      <a:cubicBezTo>
                        <a:pt x="8404" y="3405"/>
                        <a:pt x="10495" y="2222"/>
                        <a:pt x="13035" y="1337"/>
                      </a:cubicBezTo>
                      <a:cubicBezTo>
                        <a:pt x="15575" y="448"/>
                        <a:pt x="18488" y="0"/>
                        <a:pt x="21775" y="0"/>
                      </a:cubicBezTo>
                      <a:cubicBezTo>
                        <a:pt x="25472" y="0"/>
                        <a:pt x="28834" y="609"/>
                        <a:pt x="31896" y="1833"/>
                      </a:cubicBezTo>
                      <a:cubicBezTo>
                        <a:pt x="34922" y="3050"/>
                        <a:pt x="37424" y="4652"/>
                        <a:pt x="39478" y="6639"/>
                      </a:cubicBezTo>
                      <a:lnTo>
                        <a:pt x="36528" y="11291"/>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410" name="Google Shape;2410;p90"/>
            <p:cNvGrpSpPr/>
            <p:nvPr/>
          </p:nvGrpSpPr>
          <p:grpSpPr>
            <a:xfrm>
              <a:off x="2282199" y="1471022"/>
              <a:ext cx="8571" cy="576811"/>
              <a:chOff x="2937682" y="1758163"/>
              <a:chExt cx="11428" cy="769081"/>
            </a:xfrm>
          </p:grpSpPr>
          <p:sp>
            <p:nvSpPr>
              <p:cNvPr id="2411" name="Google Shape;2411;p90"/>
              <p:cNvSpPr/>
              <p:nvPr/>
            </p:nvSpPr>
            <p:spPr>
              <a:xfrm>
                <a:off x="2937682" y="2515819"/>
                <a:ext cx="11428" cy="11425"/>
              </a:xfrm>
              <a:custGeom>
                <a:rect b="b" l="l" r="r" t="t"/>
                <a:pathLst>
                  <a:path extrusionOk="0" h="11425" w="11428">
                    <a:moveTo>
                      <a:pt x="5714" y="11425"/>
                    </a:moveTo>
                    <a:cubicBezTo>
                      <a:pt x="4183" y="11425"/>
                      <a:pt x="2764" y="10828"/>
                      <a:pt x="1681" y="9745"/>
                    </a:cubicBezTo>
                    <a:cubicBezTo>
                      <a:pt x="598" y="8662"/>
                      <a:pt x="0" y="7244"/>
                      <a:pt x="0" y="5713"/>
                    </a:cubicBezTo>
                    <a:cubicBezTo>
                      <a:pt x="0" y="5339"/>
                      <a:pt x="37" y="4966"/>
                      <a:pt x="112" y="4593"/>
                    </a:cubicBezTo>
                    <a:cubicBezTo>
                      <a:pt x="187" y="4219"/>
                      <a:pt x="299" y="3846"/>
                      <a:pt x="411" y="3510"/>
                    </a:cubicBezTo>
                    <a:cubicBezTo>
                      <a:pt x="560" y="3174"/>
                      <a:pt x="747" y="2838"/>
                      <a:pt x="934" y="2539"/>
                    </a:cubicBezTo>
                    <a:cubicBezTo>
                      <a:pt x="1158" y="2203"/>
                      <a:pt x="1382" y="1904"/>
                      <a:pt x="1643" y="1643"/>
                    </a:cubicBezTo>
                    <a:cubicBezTo>
                      <a:pt x="1905" y="1382"/>
                      <a:pt x="2204" y="1157"/>
                      <a:pt x="2540" y="933"/>
                    </a:cubicBezTo>
                    <a:cubicBezTo>
                      <a:pt x="2839" y="747"/>
                      <a:pt x="3175" y="560"/>
                      <a:pt x="3511" y="411"/>
                    </a:cubicBezTo>
                    <a:cubicBezTo>
                      <a:pt x="3847" y="261"/>
                      <a:pt x="4220" y="187"/>
                      <a:pt x="4594" y="112"/>
                    </a:cubicBezTo>
                    <a:cubicBezTo>
                      <a:pt x="5341" y="-37"/>
                      <a:pt x="6088" y="-37"/>
                      <a:pt x="6835" y="112"/>
                    </a:cubicBezTo>
                    <a:cubicBezTo>
                      <a:pt x="7171" y="187"/>
                      <a:pt x="7545" y="261"/>
                      <a:pt x="7881" y="411"/>
                    </a:cubicBezTo>
                    <a:cubicBezTo>
                      <a:pt x="8254" y="560"/>
                      <a:pt x="8590" y="747"/>
                      <a:pt x="8889" y="933"/>
                    </a:cubicBezTo>
                    <a:cubicBezTo>
                      <a:pt x="9188" y="1157"/>
                      <a:pt x="9487" y="1382"/>
                      <a:pt x="9748" y="1643"/>
                    </a:cubicBezTo>
                    <a:cubicBezTo>
                      <a:pt x="10831" y="2726"/>
                      <a:pt x="11429" y="4219"/>
                      <a:pt x="11429" y="5713"/>
                    </a:cubicBezTo>
                    <a:cubicBezTo>
                      <a:pt x="11429" y="6459"/>
                      <a:pt x="11280" y="7206"/>
                      <a:pt x="10981" y="7878"/>
                    </a:cubicBezTo>
                    <a:cubicBezTo>
                      <a:pt x="10719" y="8588"/>
                      <a:pt x="10271" y="9185"/>
                      <a:pt x="9748" y="9745"/>
                    </a:cubicBezTo>
                    <a:cubicBezTo>
                      <a:pt x="8665" y="10828"/>
                      <a:pt x="7246" y="11425"/>
                      <a:pt x="5714" y="1142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12" name="Google Shape;2412;p90"/>
              <p:cNvSpPr/>
              <p:nvPr/>
            </p:nvSpPr>
            <p:spPr>
              <a:xfrm>
                <a:off x="2937682" y="1788481"/>
                <a:ext cx="11428" cy="708444"/>
              </a:xfrm>
              <a:custGeom>
                <a:rect b="b" l="l" r="r" t="t"/>
                <a:pathLst>
                  <a:path extrusionOk="0" h="708444" w="11428">
                    <a:moveTo>
                      <a:pt x="0" y="702732"/>
                    </a:moveTo>
                    <a:cubicBezTo>
                      <a:pt x="0" y="699596"/>
                      <a:pt x="2540" y="697020"/>
                      <a:pt x="5714" y="697020"/>
                    </a:cubicBezTo>
                    <a:lnTo>
                      <a:pt x="5714" y="697020"/>
                    </a:lnTo>
                    <a:cubicBezTo>
                      <a:pt x="8889" y="697020"/>
                      <a:pt x="11429" y="699596"/>
                      <a:pt x="11429" y="702732"/>
                    </a:cubicBezTo>
                    <a:lnTo>
                      <a:pt x="11429" y="702732"/>
                    </a:lnTo>
                    <a:cubicBezTo>
                      <a:pt x="11429" y="705906"/>
                      <a:pt x="8889" y="708445"/>
                      <a:pt x="5714" y="708445"/>
                    </a:cubicBezTo>
                    <a:lnTo>
                      <a:pt x="5714" y="708445"/>
                    </a:lnTo>
                    <a:cubicBezTo>
                      <a:pt x="2540" y="708445"/>
                      <a:pt x="0" y="705906"/>
                      <a:pt x="0" y="702732"/>
                    </a:cubicBezTo>
                    <a:close/>
                    <a:moveTo>
                      <a:pt x="0" y="672414"/>
                    </a:moveTo>
                    <a:cubicBezTo>
                      <a:pt x="0" y="669278"/>
                      <a:pt x="2540" y="666701"/>
                      <a:pt x="5714" y="666701"/>
                    </a:cubicBezTo>
                    <a:lnTo>
                      <a:pt x="5714" y="666701"/>
                    </a:lnTo>
                    <a:cubicBezTo>
                      <a:pt x="8889" y="666701"/>
                      <a:pt x="11429" y="669278"/>
                      <a:pt x="11429" y="672414"/>
                    </a:cubicBezTo>
                    <a:lnTo>
                      <a:pt x="11429" y="672414"/>
                    </a:lnTo>
                    <a:cubicBezTo>
                      <a:pt x="11429" y="675592"/>
                      <a:pt x="8889" y="678127"/>
                      <a:pt x="5714" y="678127"/>
                    </a:cubicBezTo>
                    <a:lnTo>
                      <a:pt x="5714" y="678127"/>
                    </a:lnTo>
                    <a:cubicBezTo>
                      <a:pt x="2540" y="678127"/>
                      <a:pt x="0" y="675592"/>
                      <a:pt x="0" y="672414"/>
                    </a:cubicBezTo>
                    <a:close/>
                    <a:moveTo>
                      <a:pt x="0" y="642133"/>
                    </a:moveTo>
                    <a:cubicBezTo>
                      <a:pt x="0" y="638960"/>
                      <a:pt x="2540" y="636421"/>
                      <a:pt x="5714" y="636421"/>
                    </a:cubicBezTo>
                    <a:lnTo>
                      <a:pt x="5714" y="636421"/>
                    </a:lnTo>
                    <a:cubicBezTo>
                      <a:pt x="8889" y="636421"/>
                      <a:pt x="11429" y="638960"/>
                      <a:pt x="11429" y="642133"/>
                    </a:cubicBezTo>
                    <a:lnTo>
                      <a:pt x="11429" y="642133"/>
                    </a:lnTo>
                    <a:cubicBezTo>
                      <a:pt x="11429" y="645270"/>
                      <a:pt x="8889" y="647846"/>
                      <a:pt x="5714" y="647846"/>
                    </a:cubicBezTo>
                    <a:lnTo>
                      <a:pt x="5714" y="647846"/>
                    </a:lnTo>
                    <a:cubicBezTo>
                      <a:pt x="2540" y="647846"/>
                      <a:pt x="0" y="645270"/>
                      <a:pt x="0" y="642133"/>
                    </a:cubicBezTo>
                    <a:close/>
                    <a:moveTo>
                      <a:pt x="0" y="611815"/>
                    </a:moveTo>
                    <a:cubicBezTo>
                      <a:pt x="0" y="608679"/>
                      <a:pt x="2540" y="606102"/>
                      <a:pt x="5714" y="606102"/>
                    </a:cubicBezTo>
                    <a:lnTo>
                      <a:pt x="5714" y="606102"/>
                    </a:lnTo>
                    <a:cubicBezTo>
                      <a:pt x="8889" y="606102"/>
                      <a:pt x="11429" y="608679"/>
                      <a:pt x="11429" y="611815"/>
                    </a:cubicBezTo>
                    <a:lnTo>
                      <a:pt x="11429" y="611815"/>
                    </a:lnTo>
                    <a:cubicBezTo>
                      <a:pt x="11429" y="614989"/>
                      <a:pt x="8889" y="617528"/>
                      <a:pt x="5714" y="617528"/>
                    </a:cubicBezTo>
                    <a:lnTo>
                      <a:pt x="5714" y="617528"/>
                    </a:lnTo>
                    <a:cubicBezTo>
                      <a:pt x="2540" y="617528"/>
                      <a:pt x="0" y="614989"/>
                      <a:pt x="0" y="611815"/>
                    </a:cubicBezTo>
                    <a:close/>
                    <a:moveTo>
                      <a:pt x="0" y="581497"/>
                    </a:moveTo>
                    <a:cubicBezTo>
                      <a:pt x="0" y="578361"/>
                      <a:pt x="2540" y="575784"/>
                      <a:pt x="5714" y="575784"/>
                    </a:cubicBezTo>
                    <a:lnTo>
                      <a:pt x="5714" y="575784"/>
                    </a:lnTo>
                    <a:cubicBezTo>
                      <a:pt x="8889" y="575784"/>
                      <a:pt x="11429" y="578361"/>
                      <a:pt x="11429" y="581497"/>
                    </a:cubicBezTo>
                    <a:lnTo>
                      <a:pt x="11429" y="581497"/>
                    </a:lnTo>
                    <a:cubicBezTo>
                      <a:pt x="11429" y="584671"/>
                      <a:pt x="8889" y="587247"/>
                      <a:pt x="5714" y="587247"/>
                    </a:cubicBezTo>
                    <a:lnTo>
                      <a:pt x="5714" y="587247"/>
                    </a:lnTo>
                    <a:cubicBezTo>
                      <a:pt x="2540" y="587247"/>
                      <a:pt x="0" y="584671"/>
                      <a:pt x="0" y="581497"/>
                    </a:cubicBezTo>
                    <a:close/>
                    <a:moveTo>
                      <a:pt x="0" y="551216"/>
                    </a:moveTo>
                    <a:cubicBezTo>
                      <a:pt x="0" y="548042"/>
                      <a:pt x="2540" y="545503"/>
                      <a:pt x="5714" y="545503"/>
                    </a:cubicBezTo>
                    <a:lnTo>
                      <a:pt x="5714" y="545503"/>
                    </a:lnTo>
                    <a:cubicBezTo>
                      <a:pt x="8889" y="545503"/>
                      <a:pt x="11429" y="548042"/>
                      <a:pt x="11429" y="551216"/>
                    </a:cubicBezTo>
                    <a:lnTo>
                      <a:pt x="11429" y="551216"/>
                    </a:lnTo>
                    <a:cubicBezTo>
                      <a:pt x="11429" y="554390"/>
                      <a:pt x="8889" y="556929"/>
                      <a:pt x="5714" y="556929"/>
                    </a:cubicBezTo>
                    <a:lnTo>
                      <a:pt x="5714" y="556929"/>
                    </a:lnTo>
                    <a:cubicBezTo>
                      <a:pt x="2540" y="556929"/>
                      <a:pt x="0" y="554390"/>
                      <a:pt x="0" y="551216"/>
                    </a:cubicBezTo>
                    <a:close/>
                    <a:moveTo>
                      <a:pt x="0" y="520898"/>
                    </a:moveTo>
                    <a:cubicBezTo>
                      <a:pt x="0" y="517761"/>
                      <a:pt x="2540" y="515185"/>
                      <a:pt x="5714" y="515185"/>
                    </a:cubicBezTo>
                    <a:lnTo>
                      <a:pt x="5714" y="515185"/>
                    </a:lnTo>
                    <a:cubicBezTo>
                      <a:pt x="8889" y="515185"/>
                      <a:pt x="11429" y="517761"/>
                      <a:pt x="11429" y="520898"/>
                    </a:cubicBezTo>
                    <a:lnTo>
                      <a:pt x="11429" y="520898"/>
                    </a:lnTo>
                    <a:cubicBezTo>
                      <a:pt x="11429" y="524072"/>
                      <a:pt x="8889" y="526610"/>
                      <a:pt x="5714" y="526610"/>
                    </a:cubicBezTo>
                    <a:lnTo>
                      <a:pt x="5714" y="526610"/>
                    </a:lnTo>
                    <a:cubicBezTo>
                      <a:pt x="2540" y="526610"/>
                      <a:pt x="0" y="524072"/>
                      <a:pt x="0" y="520898"/>
                    </a:cubicBezTo>
                    <a:close/>
                    <a:moveTo>
                      <a:pt x="0" y="490580"/>
                    </a:moveTo>
                    <a:cubicBezTo>
                      <a:pt x="0" y="487443"/>
                      <a:pt x="2540" y="484867"/>
                      <a:pt x="5714" y="484867"/>
                    </a:cubicBezTo>
                    <a:lnTo>
                      <a:pt x="5714" y="484867"/>
                    </a:lnTo>
                    <a:cubicBezTo>
                      <a:pt x="8889" y="484867"/>
                      <a:pt x="11429" y="487443"/>
                      <a:pt x="11429" y="490580"/>
                    </a:cubicBezTo>
                    <a:lnTo>
                      <a:pt x="11429" y="490580"/>
                    </a:lnTo>
                    <a:cubicBezTo>
                      <a:pt x="11429" y="493753"/>
                      <a:pt x="8889" y="496292"/>
                      <a:pt x="5714" y="496292"/>
                    </a:cubicBezTo>
                    <a:lnTo>
                      <a:pt x="5714" y="496292"/>
                    </a:lnTo>
                    <a:cubicBezTo>
                      <a:pt x="2540" y="496292"/>
                      <a:pt x="0" y="493753"/>
                      <a:pt x="0" y="490580"/>
                    </a:cubicBezTo>
                    <a:close/>
                    <a:moveTo>
                      <a:pt x="0" y="460299"/>
                    </a:moveTo>
                    <a:cubicBezTo>
                      <a:pt x="0" y="457125"/>
                      <a:pt x="2540" y="454586"/>
                      <a:pt x="5714" y="454586"/>
                    </a:cubicBezTo>
                    <a:lnTo>
                      <a:pt x="5714" y="454586"/>
                    </a:lnTo>
                    <a:cubicBezTo>
                      <a:pt x="8889" y="454586"/>
                      <a:pt x="11429" y="457125"/>
                      <a:pt x="11429" y="460299"/>
                    </a:cubicBezTo>
                    <a:lnTo>
                      <a:pt x="11429" y="460299"/>
                    </a:lnTo>
                    <a:cubicBezTo>
                      <a:pt x="11429" y="463473"/>
                      <a:pt x="8889" y="466012"/>
                      <a:pt x="5714" y="466012"/>
                    </a:cubicBezTo>
                    <a:lnTo>
                      <a:pt x="5714" y="466012"/>
                    </a:lnTo>
                    <a:cubicBezTo>
                      <a:pt x="2540" y="466012"/>
                      <a:pt x="0" y="463473"/>
                      <a:pt x="0" y="460299"/>
                    </a:cubicBezTo>
                    <a:close/>
                    <a:moveTo>
                      <a:pt x="0" y="429981"/>
                    </a:moveTo>
                    <a:cubicBezTo>
                      <a:pt x="0" y="426844"/>
                      <a:pt x="2540" y="424268"/>
                      <a:pt x="5714" y="424268"/>
                    </a:cubicBezTo>
                    <a:lnTo>
                      <a:pt x="5714" y="424268"/>
                    </a:lnTo>
                    <a:cubicBezTo>
                      <a:pt x="8889" y="424268"/>
                      <a:pt x="11429" y="426844"/>
                      <a:pt x="11429" y="429981"/>
                    </a:cubicBezTo>
                    <a:lnTo>
                      <a:pt x="11429" y="429981"/>
                    </a:lnTo>
                    <a:cubicBezTo>
                      <a:pt x="11429" y="433154"/>
                      <a:pt x="8889" y="435697"/>
                      <a:pt x="5714" y="435697"/>
                    </a:cubicBezTo>
                    <a:lnTo>
                      <a:pt x="5714" y="435697"/>
                    </a:lnTo>
                    <a:cubicBezTo>
                      <a:pt x="2540" y="435697"/>
                      <a:pt x="0" y="433154"/>
                      <a:pt x="0" y="429981"/>
                    </a:cubicBezTo>
                    <a:close/>
                    <a:moveTo>
                      <a:pt x="0" y="399662"/>
                    </a:moveTo>
                    <a:cubicBezTo>
                      <a:pt x="0" y="396526"/>
                      <a:pt x="2540" y="393950"/>
                      <a:pt x="5714" y="393950"/>
                    </a:cubicBezTo>
                    <a:lnTo>
                      <a:pt x="5714" y="393950"/>
                    </a:lnTo>
                    <a:cubicBezTo>
                      <a:pt x="8889" y="393950"/>
                      <a:pt x="11429" y="396526"/>
                      <a:pt x="11429" y="399662"/>
                    </a:cubicBezTo>
                    <a:lnTo>
                      <a:pt x="11429" y="399662"/>
                    </a:lnTo>
                    <a:cubicBezTo>
                      <a:pt x="11429" y="402836"/>
                      <a:pt x="8889" y="405412"/>
                      <a:pt x="5714" y="405412"/>
                    </a:cubicBezTo>
                    <a:lnTo>
                      <a:pt x="5714" y="405412"/>
                    </a:lnTo>
                    <a:cubicBezTo>
                      <a:pt x="2540" y="405412"/>
                      <a:pt x="0" y="402836"/>
                      <a:pt x="0" y="399662"/>
                    </a:cubicBezTo>
                    <a:close/>
                    <a:moveTo>
                      <a:pt x="0" y="369382"/>
                    </a:moveTo>
                    <a:cubicBezTo>
                      <a:pt x="0" y="366208"/>
                      <a:pt x="2540" y="363669"/>
                      <a:pt x="5714" y="363669"/>
                    </a:cubicBezTo>
                    <a:lnTo>
                      <a:pt x="5714" y="363669"/>
                    </a:lnTo>
                    <a:cubicBezTo>
                      <a:pt x="8889" y="363669"/>
                      <a:pt x="11429" y="366208"/>
                      <a:pt x="11429" y="369382"/>
                    </a:cubicBezTo>
                    <a:lnTo>
                      <a:pt x="11429" y="369382"/>
                    </a:lnTo>
                    <a:cubicBezTo>
                      <a:pt x="11429" y="372555"/>
                      <a:pt x="8889" y="375094"/>
                      <a:pt x="5714" y="375094"/>
                    </a:cubicBezTo>
                    <a:lnTo>
                      <a:pt x="5714" y="375094"/>
                    </a:lnTo>
                    <a:cubicBezTo>
                      <a:pt x="2540" y="375094"/>
                      <a:pt x="0" y="372555"/>
                      <a:pt x="0" y="369382"/>
                    </a:cubicBezTo>
                    <a:close/>
                    <a:moveTo>
                      <a:pt x="0" y="339063"/>
                    </a:moveTo>
                    <a:cubicBezTo>
                      <a:pt x="0" y="335927"/>
                      <a:pt x="2540" y="333351"/>
                      <a:pt x="5714" y="333351"/>
                    </a:cubicBezTo>
                    <a:lnTo>
                      <a:pt x="5714" y="333351"/>
                    </a:lnTo>
                    <a:cubicBezTo>
                      <a:pt x="8889" y="333351"/>
                      <a:pt x="11429" y="335927"/>
                      <a:pt x="11429" y="339063"/>
                    </a:cubicBezTo>
                    <a:lnTo>
                      <a:pt x="11429" y="339063"/>
                    </a:lnTo>
                    <a:cubicBezTo>
                      <a:pt x="11429" y="342237"/>
                      <a:pt x="8889" y="344813"/>
                      <a:pt x="5714" y="344813"/>
                    </a:cubicBezTo>
                    <a:lnTo>
                      <a:pt x="5714" y="344813"/>
                    </a:lnTo>
                    <a:cubicBezTo>
                      <a:pt x="2540" y="344813"/>
                      <a:pt x="0" y="342237"/>
                      <a:pt x="0" y="339063"/>
                    </a:cubicBezTo>
                    <a:close/>
                    <a:moveTo>
                      <a:pt x="0" y="308749"/>
                    </a:moveTo>
                    <a:cubicBezTo>
                      <a:pt x="0" y="305609"/>
                      <a:pt x="2540" y="303033"/>
                      <a:pt x="5714" y="303033"/>
                    </a:cubicBezTo>
                    <a:lnTo>
                      <a:pt x="5714" y="303033"/>
                    </a:lnTo>
                    <a:cubicBezTo>
                      <a:pt x="8889" y="303033"/>
                      <a:pt x="11429" y="305609"/>
                      <a:pt x="11429" y="308749"/>
                    </a:cubicBezTo>
                    <a:lnTo>
                      <a:pt x="11429" y="308749"/>
                    </a:lnTo>
                    <a:cubicBezTo>
                      <a:pt x="11429" y="311919"/>
                      <a:pt x="8889" y="314495"/>
                      <a:pt x="5714" y="314495"/>
                    </a:cubicBezTo>
                    <a:lnTo>
                      <a:pt x="5714" y="314495"/>
                    </a:lnTo>
                    <a:cubicBezTo>
                      <a:pt x="2540" y="314495"/>
                      <a:pt x="0" y="311919"/>
                      <a:pt x="0" y="308749"/>
                    </a:cubicBezTo>
                    <a:close/>
                    <a:moveTo>
                      <a:pt x="0" y="278464"/>
                    </a:moveTo>
                    <a:cubicBezTo>
                      <a:pt x="0" y="275291"/>
                      <a:pt x="2540" y="272752"/>
                      <a:pt x="5714" y="272752"/>
                    </a:cubicBezTo>
                    <a:lnTo>
                      <a:pt x="5714" y="272752"/>
                    </a:lnTo>
                    <a:cubicBezTo>
                      <a:pt x="8889" y="272752"/>
                      <a:pt x="11429" y="275291"/>
                      <a:pt x="11429" y="278464"/>
                    </a:cubicBezTo>
                    <a:lnTo>
                      <a:pt x="11429" y="278464"/>
                    </a:lnTo>
                    <a:cubicBezTo>
                      <a:pt x="11429" y="281638"/>
                      <a:pt x="8889" y="284177"/>
                      <a:pt x="5714" y="284177"/>
                    </a:cubicBezTo>
                    <a:lnTo>
                      <a:pt x="5714" y="284177"/>
                    </a:lnTo>
                    <a:cubicBezTo>
                      <a:pt x="2540" y="284177"/>
                      <a:pt x="0" y="281638"/>
                      <a:pt x="0" y="278464"/>
                    </a:cubicBezTo>
                    <a:close/>
                    <a:moveTo>
                      <a:pt x="0" y="248146"/>
                    </a:moveTo>
                    <a:cubicBezTo>
                      <a:pt x="0" y="245010"/>
                      <a:pt x="2540" y="242434"/>
                      <a:pt x="5714" y="242434"/>
                    </a:cubicBezTo>
                    <a:lnTo>
                      <a:pt x="5714" y="242434"/>
                    </a:lnTo>
                    <a:cubicBezTo>
                      <a:pt x="8889" y="242434"/>
                      <a:pt x="11429" y="245010"/>
                      <a:pt x="11429" y="248146"/>
                    </a:cubicBezTo>
                    <a:lnTo>
                      <a:pt x="11429" y="248146"/>
                    </a:lnTo>
                    <a:cubicBezTo>
                      <a:pt x="11429" y="251320"/>
                      <a:pt x="8889" y="253896"/>
                      <a:pt x="5714" y="253896"/>
                    </a:cubicBezTo>
                    <a:lnTo>
                      <a:pt x="5714" y="253896"/>
                    </a:lnTo>
                    <a:cubicBezTo>
                      <a:pt x="2540" y="253896"/>
                      <a:pt x="0" y="251320"/>
                      <a:pt x="0" y="248146"/>
                    </a:cubicBezTo>
                    <a:close/>
                    <a:moveTo>
                      <a:pt x="0" y="217865"/>
                    </a:moveTo>
                    <a:cubicBezTo>
                      <a:pt x="0" y="214692"/>
                      <a:pt x="2540" y="212153"/>
                      <a:pt x="5714" y="212153"/>
                    </a:cubicBezTo>
                    <a:lnTo>
                      <a:pt x="5714" y="212153"/>
                    </a:lnTo>
                    <a:cubicBezTo>
                      <a:pt x="8889" y="212153"/>
                      <a:pt x="11429" y="214692"/>
                      <a:pt x="11429" y="217865"/>
                    </a:cubicBezTo>
                    <a:lnTo>
                      <a:pt x="11429" y="217865"/>
                    </a:lnTo>
                    <a:cubicBezTo>
                      <a:pt x="11429" y="221005"/>
                      <a:pt x="8889" y="223578"/>
                      <a:pt x="5714" y="223578"/>
                    </a:cubicBezTo>
                    <a:lnTo>
                      <a:pt x="5714" y="223578"/>
                    </a:lnTo>
                    <a:cubicBezTo>
                      <a:pt x="2540" y="223578"/>
                      <a:pt x="0" y="221005"/>
                      <a:pt x="0" y="217865"/>
                    </a:cubicBezTo>
                    <a:close/>
                    <a:moveTo>
                      <a:pt x="0" y="187547"/>
                    </a:moveTo>
                    <a:cubicBezTo>
                      <a:pt x="0" y="184373"/>
                      <a:pt x="2540" y="181834"/>
                      <a:pt x="5714" y="181834"/>
                    </a:cubicBezTo>
                    <a:lnTo>
                      <a:pt x="5714" y="181834"/>
                    </a:lnTo>
                    <a:cubicBezTo>
                      <a:pt x="8889" y="181834"/>
                      <a:pt x="11429" y="184373"/>
                      <a:pt x="11429" y="187547"/>
                    </a:cubicBezTo>
                    <a:lnTo>
                      <a:pt x="11429" y="187547"/>
                    </a:lnTo>
                    <a:cubicBezTo>
                      <a:pt x="11429" y="190721"/>
                      <a:pt x="8889" y="193260"/>
                      <a:pt x="5714" y="193260"/>
                    </a:cubicBezTo>
                    <a:lnTo>
                      <a:pt x="5714" y="193260"/>
                    </a:lnTo>
                    <a:cubicBezTo>
                      <a:pt x="2540" y="193260"/>
                      <a:pt x="0" y="190721"/>
                      <a:pt x="0" y="187547"/>
                    </a:cubicBezTo>
                    <a:close/>
                    <a:moveTo>
                      <a:pt x="0" y="157229"/>
                    </a:moveTo>
                    <a:cubicBezTo>
                      <a:pt x="0" y="154093"/>
                      <a:pt x="2540" y="151516"/>
                      <a:pt x="5714" y="151516"/>
                    </a:cubicBezTo>
                    <a:lnTo>
                      <a:pt x="5714" y="151516"/>
                    </a:lnTo>
                    <a:cubicBezTo>
                      <a:pt x="8889" y="151516"/>
                      <a:pt x="11429" y="154093"/>
                      <a:pt x="11429" y="157229"/>
                    </a:cubicBezTo>
                    <a:lnTo>
                      <a:pt x="11429" y="157229"/>
                    </a:lnTo>
                    <a:cubicBezTo>
                      <a:pt x="11429" y="160403"/>
                      <a:pt x="8889" y="162979"/>
                      <a:pt x="5714" y="162979"/>
                    </a:cubicBezTo>
                    <a:lnTo>
                      <a:pt x="5714" y="162979"/>
                    </a:lnTo>
                    <a:cubicBezTo>
                      <a:pt x="2540" y="162979"/>
                      <a:pt x="0" y="160403"/>
                      <a:pt x="0" y="157229"/>
                    </a:cubicBezTo>
                    <a:close/>
                    <a:moveTo>
                      <a:pt x="0" y="126948"/>
                    </a:moveTo>
                    <a:cubicBezTo>
                      <a:pt x="0" y="123774"/>
                      <a:pt x="2540" y="121235"/>
                      <a:pt x="5714" y="121235"/>
                    </a:cubicBezTo>
                    <a:lnTo>
                      <a:pt x="5714" y="121235"/>
                    </a:lnTo>
                    <a:cubicBezTo>
                      <a:pt x="8889" y="121235"/>
                      <a:pt x="11429" y="123774"/>
                      <a:pt x="11429" y="126948"/>
                    </a:cubicBezTo>
                    <a:lnTo>
                      <a:pt x="11429" y="126948"/>
                    </a:lnTo>
                    <a:cubicBezTo>
                      <a:pt x="11429" y="130084"/>
                      <a:pt x="8889" y="132661"/>
                      <a:pt x="5714" y="132661"/>
                    </a:cubicBezTo>
                    <a:lnTo>
                      <a:pt x="5714" y="132661"/>
                    </a:lnTo>
                    <a:cubicBezTo>
                      <a:pt x="2540" y="132661"/>
                      <a:pt x="0" y="130084"/>
                      <a:pt x="0" y="126948"/>
                    </a:cubicBezTo>
                    <a:close/>
                    <a:moveTo>
                      <a:pt x="0" y="96630"/>
                    </a:moveTo>
                    <a:cubicBezTo>
                      <a:pt x="0" y="93456"/>
                      <a:pt x="2540" y="90917"/>
                      <a:pt x="5714" y="90917"/>
                    </a:cubicBezTo>
                    <a:lnTo>
                      <a:pt x="5714" y="90917"/>
                    </a:lnTo>
                    <a:cubicBezTo>
                      <a:pt x="8889" y="90917"/>
                      <a:pt x="11429" y="93456"/>
                      <a:pt x="11429" y="96630"/>
                    </a:cubicBezTo>
                    <a:lnTo>
                      <a:pt x="11429" y="96630"/>
                    </a:lnTo>
                    <a:cubicBezTo>
                      <a:pt x="11429" y="99804"/>
                      <a:pt x="8889" y="102343"/>
                      <a:pt x="5714" y="102343"/>
                    </a:cubicBezTo>
                    <a:lnTo>
                      <a:pt x="5714" y="102343"/>
                    </a:lnTo>
                    <a:cubicBezTo>
                      <a:pt x="2540" y="102343"/>
                      <a:pt x="0" y="99804"/>
                      <a:pt x="0" y="96630"/>
                    </a:cubicBezTo>
                    <a:close/>
                    <a:moveTo>
                      <a:pt x="0" y="66312"/>
                    </a:moveTo>
                    <a:cubicBezTo>
                      <a:pt x="0" y="63175"/>
                      <a:pt x="2540" y="60599"/>
                      <a:pt x="5714" y="60599"/>
                    </a:cubicBezTo>
                    <a:lnTo>
                      <a:pt x="5714" y="60599"/>
                    </a:lnTo>
                    <a:cubicBezTo>
                      <a:pt x="8889" y="60599"/>
                      <a:pt x="11429" y="63175"/>
                      <a:pt x="11429" y="66312"/>
                    </a:cubicBezTo>
                    <a:lnTo>
                      <a:pt x="11429" y="66312"/>
                    </a:lnTo>
                    <a:cubicBezTo>
                      <a:pt x="11429" y="69485"/>
                      <a:pt x="8889" y="72062"/>
                      <a:pt x="5714" y="72062"/>
                    </a:cubicBezTo>
                    <a:lnTo>
                      <a:pt x="5714" y="72062"/>
                    </a:lnTo>
                    <a:cubicBezTo>
                      <a:pt x="2540" y="72062"/>
                      <a:pt x="0" y="69485"/>
                      <a:pt x="0" y="66312"/>
                    </a:cubicBezTo>
                    <a:close/>
                    <a:moveTo>
                      <a:pt x="0" y="36031"/>
                    </a:moveTo>
                    <a:cubicBezTo>
                      <a:pt x="0" y="32857"/>
                      <a:pt x="2540" y="30318"/>
                      <a:pt x="5714" y="30318"/>
                    </a:cubicBezTo>
                    <a:lnTo>
                      <a:pt x="5714" y="30318"/>
                    </a:lnTo>
                    <a:cubicBezTo>
                      <a:pt x="8889" y="30318"/>
                      <a:pt x="11429" y="32857"/>
                      <a:pt x="11429" y="36031"/>
                    </a:cubicBezTo>
                    <a:lnTo>
                      <a:pt x="11429" y="36031"/>
                    </a:lnTo>
                    <a:cubicBezTo>
                      <a:pt x="11429" y="39167"/>
                      <a:pt x="8889" y="41744"/>
                      <a:pt x="5714" y="41744"/>
                    </a:cubicBezTo>
                    <a:lnTo>
                      <a:pt x="5714" y="41744"/>
                    </a:lnTo>
                    <a:cubicBezTo>
                      <a:pt x="2540" y="41744"/>
                      <a:pt x="0" y="39167"/>
                      <a:pt x="0" y="36031"/>
                    </a:cubicBezTo>
                    <a:close/>
                    <a:moveTo>
                      <a:pt x="0" y="5713"/>
                    </a:moveTo>
                    <a:cubicBezTo>
                      <a:pt x="0" y="2580"/>
                      <a:pt x="2540" y="0"/>
                      <a:pt x="5714" y="0"/>
                    </a:cubicBezTo>
                    <a:lnTo>
                      <a:pt x="5714" y="0"/>
                    </a:lnTo>
                    <a:cubicBezTo>
                      <a:pt x="8889" y="0"/>
                      <a:pt x="11429" y="2580"/>
                      <a:pt x="11429" y="5713"/>
                    </a:cubicBezTo>
                    <a:lnTo>
                      <a:pt x="11429" y="5713"/>
                    </a:lnTo>
                    <a:cubicBezTo>
                      <a:pt x="11429" y="8886"/>
                      <a:pt x="8889" y="11425"/>
                      <a:pt x="5714" y="11425"/>
                    </a:cubicBezTo>
                    <a:lnTo>
                      <a:pt x="5714" y="11425"/>
                    </a:lnTo>
                    <a:cubicBezTo>
                      <a:pt x="2540" y="11425"/>
                      <a:pt x="0" y="8886"/>
                      <a:pt x="0" y="571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13" name="Google Shape;2413;p90"/>
              <p:cNvSpPr/>
              <p:nvPr/>
            </p:nvSpPr>
            <p:spPr>
              <a:xfrm>
                <a:off x="2937682" y="1758163"/>
                <a:ext cx="11428" cy="11429"/>
              </a:xfrm>
              <a:custGeom>
                <a:rect b="b" l="l" r="r" t="t"/>
                <a:pathLst>
                  <a:path extrusionOk="0" h="11429" w="11428">
                    <a:moveTo>
                      <a:pt x="5714" y="11429"/>
                    </a:moveTo>
                    <a:cubicBezTo>
                      <a:pt x="4183" y="11429"/>
                      <a:pt x="2726" y="10865"/>
                      <a:pt x="1643" y="9782"/>
                    </a:cubicBezTo>
                    <a:cubicBezTo>
                      <a:pt x="598" y="8700"/>
                      <a:pt x="0" y="7244"/>
                      <a:pt x="0" y="5713"/>
                    </a:cubicBezTo>
                    <a:cubicBezTo>
                      <a:pt x="0" y="5339"/>
                      <a:pt x="37" y="4966"/>
                      <a:pt x="112" y="4593"/>
                    </a:cubicBezTo>
                    <a:cubicBezTo>
                      <a:pt x="187" y="4256"/>
                      <a:pt x="299" y="3883"/>
                      <a:pt x="411" y="3547"/>
                    </a:cubicBezTo>
                    <a:cubicBezTo>
                      <a:pt x="560" y="3211"/>
                      <a:pt x="747" y="2875"/>
                      <a:pt x="971" y="2539"/>
                    </a:cubicBezTo>
                    <a:cubicBezTo>
                      <a:pt x="1158" y="2240"/>
                      <a:pt x="1382" y="1942"/>
                      <a:pt x="1643" y="1680"/>
                    </a:cubicBezTo>
                    <a:cubicBezTo>
                      <a:pt x="1942" y="1419"/>
                      <a:pt x="2204" y="1195"/>
                      <a:pt x="2540" y="971"/>
                    </a:cubicBezTo>
                    <a:cubicBezTo>
                      <a:pt x="2839" y="784"/>
                      <a:pt x="3175" y="597"/>
                      <a:pt x="3511" y="448"/>
                    </a:cubicBezTo>
                    <a:cubicBezTo>
                      <a:pt x="3847" y="299"/>
                      <a:pt x="4220" y="187"/>
                      <a:pt x="4594" y="112"/>
                    </a:cubicBezTo>
                    <a:cubicBezTo>
                      <a:pt x="5341" y="-37"/>
                      <a:pt x="6088" y="-37"/>
                      <a:pt x="6835" y="112"/>
                    </a:cubicBezTo>
                    <a:cubicBezTo>
                      <a:pt x="7171" y="187"/>
                      <a:pt x="7545" y="299"/>
                      <a:pt x="7881" y="448"/>
                    </a:cubicBezTo>
                    <a:cubicBezTo>
                      <a:pt x="8254" y="597"/>
                      <a:pt x="8553" y="784"/>
                      <a:pt x="8889" y="971"/>
                    </a:cubicBezTo>
                    <a:cubicBezTo>
                      <a:pt x="9188" y="1195"/>
                      <a:pt x="9487" y="1419"/>
                      <a:pt x="9748" y="1680"/>
                    </a:cubicBezTo>
                    <a:cubicBezTo>
                      <a:pt x="10010" y="1942"/>
                      <a:pt x="10271" y="2240"/>
                      <a:pt x="10458" y="2539"/>
                    </a:cubicBezTo>
                    <a:cubicBezTo>
                      <a:pt x="10682" y="2875"/>
                      <a:pt x="10831" y="3211"/>
                      <a:pt x="10981" y="3547"/>
                    </a:cubicBezTo>
                    <a:cubicBezTo>
                      <a:pt x="11130" y="3883"/>
                      <a:pt x="11242" y="4256"/>
                      <a:pt x="11317" y="4593"/>
                    </a:cubicBezTo>
                    <a:cubicBezTo>
                      <a:pt x="11392" y="4966"/>
                      <a:pt x="11429" y="5339"/>
                      <a:pt x="11429" y="5713"/>
                    </a:cubicBezTo>
                    <a:cubicBezTo>
                      <a:pt x="11429" y="7244"/>
                      <a:pt x="10831" y="8700"/>
                      <a:pt x="9748" y="9782"/>
                    </a:cubicBezTo>
                    <a:cubicBezTo>
                      <a:pt x="8702" y="10865"/>
                      <a:pt x="7246" y="11429"/>
                      <a:pt x="5714" y="1142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14" name="Google Shape;2414;p90"/>
            <p:cNvGrpSpPr/>
            <p:nvPr/>
          </p:nvGrpSpPr>
          <p:grpSpPr>
            <a:xfrm>
              <a:off x="3917008" y="1300587"/>
              <a:ext cx="886353" cy="8407"/>
              <a:chOff x="5117427" y="1530916"/>
              <a:chExt cx="1181804" cy="11209"/>
            </a:xfrm>
          </p:grpSpPr>
          <p:sp>
            <p:nvSpPr>
              <p:cNvPr id="2415" name="Google Shape;2415;p90"/>
              <p:cNvSpPr/>
              <p:nvPr/>
            </p:nvSpPr>
            <p:spPr>
              <a:xfrm>
                <a:off x="5117427" y="1530916"/>
                <a:ext cx="11167" cy="11209"/>
              </a:xfrm>
              <a:custGeom>
                <a:rect b="b" l="l" r="r" t="t"/>
                <a:pathLst>
                  <a:path extrusionOk="0" h="11209" w="11167">
                    <a:moveTo>
                      <a:pt x="5602" y="11209"/>
                    </a:moveTo>
                    <a:cubicBezTo>
                      <a:pt x="4108" y="11209"/>
                      <a:pt x="2689" y="10615"/>
                      <a:pt x="1606" y="9532"/>
                    </a:cubicBezTo>
                    <a:cubicBezTo>
                      <a:pt x="560" y="8486"/>
                      <a:pt x="0" y="7104"/>
                      <a:pt x="0" y="5609"/>
                    </a:cubicBezTo>
                    <a:cubicBezTo>
                      <a:pt x="0" y="4117"/>
                      <a:pt x="597" y="2659"/>
                      <a:pt x="1606" y="1652"/>
                    </a:cubicBezTo>
                    <a:cubicBezTo>
                      <a:pt x="1867" y="1390"/>
                      <a:pt x="2166" y="1131"/>
                      <a:pt x="2465" y="941"/>
                    </a:cubicBezTo>
                    <a:cubicBezTo>
                      <a:pt x="2764" y="756"/>
                      <a:pt x="3100" y="570"/>
                      <a:pt x="3436" y="420"/>
                    </a:cubicBezTo>
                    <a:cubicBezTo>
                      <a:pt x="3772" y="271"/>
                      <a:pt x="4146" y="158"/>
                      <a:pt x="4482" y="85"/>
                    </a:cubicBezTo>
                    <a:cubicBezTo>
                      <a:pt x="5229" y="-28"/>
                      <a:pt x="5976" y="-28"/>
                      <a:pt x="6685" y="85"/>
                    </a:cubicBezTo>
                    <a:cubicBezTo>
                      <a:pt x="7059" y="157"/>
                      <a:pt x="7395" y="271"/>
                      <a:pt x="7731" y="420"/>
                    </a:cubicBezTo>
                    <a:cubicBezTo>
                      <a:pt x="8067" y="570"/>
                      <a:pt x="8404" y="756"/>
                      <a:pt x="8702" y="941"/>
                    </a:cubicBezTo>
                    <a:cubicBezTo>
                      <a:pt x="9001" y="1131"/>
                      <a:pt x="9300" y="1390"/>
                      <a:pt x="9561" y="1652"/>
                    </a:cubicBezTo>
                    <a:cubicBezTo>
                      <a:pt x="10607" y="2659"/>
                      <a:pt x="11167" y="4117"/>
                      <a:pt x="11167" y="5609"/>
                    </a:cubicBezTo>
                    <a:cubicBezTo>
                      <a:pt x="11167" y="7104"/>
                      <a:pt x="10607" y="8486"/>
                      <a:pt x="9561" y="9532"/>
                    </a:cubicBezTo>
                    <a:cubicBezTo>
                      <a:pt x="8478" y="10615"/>
                      <a:pt x="7059" y="11209"/>
                      <a:pt x="5602" y="1120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16" name="Google Shape;2416;p90"/>
              <p:cNvSpPr/>
              <p:nvPr/>
            </p:nvSpPr>
            <p:spPr>
              <a:xfrm>
                <a:off x="5147456" y="1530924"/>
                <a:ext cx="1121784" cy="11201"/>
              </a:xfrm>
              <a:custGeom>
                <a:rect b="b" l="l" r="r" t="t"/>
                <a:pathLst>
                  <a:path extrusionOk="0" h="11201" w="1121784">
                    <a:moveTo>
                      <a:pt x="1110542" y="5601"/>
                    </a:moveTo>
                    <a:cubicBezTo>
                      <a:pt x="1110542" y="2505"/>
                      <a:pt x="1113082" y="0"/>
                      <a:pt x="1116182" y="0"/>
                    </a:cubicBezTo>
                    <a:lnTo>
                      <a:pt x="1116182" y="0"/>
                    </a:lnTo>
                    <a:cubicBezTo>
                      <a:pt x="1119244" y="0"/>
                      <a:pt x="1121784" y="2505"/>
                      <a:pt x="1121784" y="5601"/>
                    </a:cubicBezTo>
                    <a:lnTo>
                      <a:pt x="1121784" y="5601"/>
                    </a:lnTo>
                    <a:cubicBezTo>
                      <a:pt x="1121784" y="8700"/>
                      <a:pt x="1119244" y="11201"/>
                      <a:pt x="1116182" y="11201"/>
                    </a:cubicBezTo>
                    <a:lnTo>
                      <a:pt x="1116182" y="11201"/>
                    </a:lnTo>
                    <a:cubicBezTo>
                      <a:pt x="1113082" y="11201"/>
                      <a:pt x="1110542" y="8700"/>
                      <a:pt x="1110542" y="5601"/>
                    </a:cubicBezTo>
                    <a:close/>
                    <a:moveTo>
                      <a:pt x="1080550" y="5601"/>
                    </a:moveTo>
                    <a:cubicBezTo>
                      <a:pt x="1080550" y="2505"/>
                      <a:pt x="1083053" y="0"/>
                      <a:pt x="1086153" y="0"/>
                    </a:cubicBezTo>
                    <a:lnTo>
                      <a:pt x="1086153" y="0"/>
                    </a:lnTo>
                    <a:cubicBezTo>
                      <a:pt x="1089253" y="0"/>
                      <a:pt x="1091755" y="2505"/>
                      <a:pt x="1091755" y="5601"/>
                    </a:cubicBezTo>
                    <a:lnTo>
                      <a:pt x="1091755" y="5601"/>
                    </a:lnTo>
                    <a:cubicBezTo>
                      <a:pt x="1091755" y="8700"/>
                      <a:pt x="1089253" y="11201"/>
                      <a:pt x="1086153" y="11201"/>
                    </a:cubicBezTo>
                    <a:lnTo>
                      <a:pt x="1086153" y="11201"/>
                    </a:lnTo>
                    <a:cubicBezTo>
                      <a:pt x="1083053" y="11201"/>
                      <a:pt x="1080550" y="8700"/>
                      <a:pt x="1080550" y="5601"/>
                    </a:cubicBezTo>
                    <a:close/>
                    <a:moveTo>
                      <a:pt x="1050521" y="5601"/>
                    </a:moveTo>
                    <a:cubicBezTo>
                      <a:pt x="1050521" y="2505"/>
                      <a:pt x="1053024" y="0"/>
                      <a:pt x="1056124" y="0"/>
                    </a:cubicBezTo>
                    <a:lnTo>
                      <a:pt x="1056124" y="0"/>
                    </a:lnTo>
                    <a:cubicBezTo>
                      <a:pt x="1059224" y="0"/>
                      <a:pt x="1061726" y="2505"/>
                      <a:pt x="1061726" y="5601"/>
                    </a:cubicBezTo>
                    <a:lnTo>
                      <a:pt x="1061726" y="5601"/>
                    </a:lnTo>
                    <a:cubicBezTo>
                      <a:pt x="1061726" y="8700"/>
                      <a:pt x="1059224" y="11201"/>
                      <a:pt x="1056124" y="11201"/>
                    </a:cubicBezTo>
                    <a:lnTo>
                      <a:pt x="1056124" y="11201"/>
                    </a:lnTo>
                    <a:cubicBezTo>
                      <a:pt x="1053024" y="11201"/>
                      <a:pt x="1050521" y="8700"/>
                      <a:pt x="1050521" y="5601"/>
                    </a:cubicBezTo>
                    <a:close/>
                    <a:moveTo>
                      <a:pt x="1020493" y="5601"/>
                    </a:moveTo>
                    <a:cubicBezTo>
                      <a:pt x="1020493" y="2505"/>
                      <a:pt x="1023032" y="0"/>
                      <a:pt x="1026095" y="0"/>
                    </a:cubicBezTo>
                    <a:lnTo>
                      <a:pt x="1026095" y="0"/>
                    </a:lnTo>
                    <a:cubicBezTo>
                      <a:pt x="1029195" y="0"/>
                      <a:pt x="1031735" y="2505"/>
                      <a:pt x="1031735" y="5601"/>
                    </a:cubicBezTo>
                    <a:lnTo>
                      <a:pt x="1031735" y="5601"/>
                    </a:lnTo>
                    <a:cubicBezTo>
                      <a:pt x="1031735" y="8700"/>
                      <a:pt x="1029195" y="11201"/>
                      <a:pt x="1026095" y="11201"/>
                    </a:cubicBezTo>
                    <a:lnTo>
                      <a:pt x="1026095" y="11201"/>
                    </a:lnTo>
                    <a:cubicBezTo>
                      <a:pt x="1023032" y="11201"/>
                      <a:pt x="1020493" y="8700"/>
                      <a:pt x="1020493" y="5601"/>
                    </a:cubicBezTo>
                    <a:close/>
                    <a:moveTo>
                      <a:pt x="990501" y="5601"/>
                    </a:moveTo>
                    <a:cubicBezTo>
                      <a:pt x="990501" y="2505"/>
                      <a:pt x="993004" y="0"/>
                      <a:pt x="996104" y="0"/>
                    </a:cubicBezTo>
                    <a:lnTo>
                      <a:pt x="996104" y="0"/>
                    </a:lnTo>
                    <a:cubicBezTo>
                      <a:pt x="999203" y="0"/>
                      <a:pt x="1001706" y="2505"/>
                      <a:pt x="1001706" y="5601"/>
                    </a:cubicBezTo>
                    <a:lnTo>
                      <a:pt x="1001706" y="5601"/>
                    </a:lnTo>
                    <a:cubicBezTo>
                      <a:pt x="1001706" y="8700"/>
                      <a:pt x="999203" y="11201"/>
                      <a:pt x="996104" y="11201"/>
                    </a:cubicBezTo>
                    <a:lnTo>
                      <a:pt x="996104" y="11201"/>
                    </a:lnTo>
                    <a:cubicBezTo>
                      <a:pt x="993004" y="11201"/>
                      <a:pt x="990501" y="8700"/>
                      <a:pt x="990501" y="5601"/>
                    </a:cubicBezTo>
                    <a:close/>
                    <a:moveTo>
                      <a:pt x="960472" y="5601"/>
                    </a:moveTo>
                    <a:cubicBezTo>
                      <a:pt x="960472" y="2505"/>
                      <a:pt x="962975" y="0"/>
                      <a:pt x="966075" y="0"/>
                    </a:cubicBezTo>
                    <a:lnTo>
                      <a:pt x="966075" y="0"/>
                    </a:lnTo>
                    <a:cubicBezTo>
                      <a:pt x="969175" y="0"/>
                      <a:pt x="971677" y="2505"/>
                      <a:pt x="971677" y="5601"/>
                    </a:cubicBezTo>
                    <a:lnTo>
                      <a:pt x="971677" y="5601"/>
                    </a:lnTo>
                    <a:cubicBezTo>
                      <a:pt x="971677" y="8700"/>
                      <a:pt x="969175" y="11201"/>
                      <a:pt x="966075" y="11201"/>
                    </a:cubicBezTo>
                    <a:lnTo>
                      <a:pt x="966075" y="11201"/>
                    </a:lnTo>
                    <a:cubicBezTo>
                      <a:pt x="962975" y="11201"/>
                      <a:pt x="960472" y="8700"/>
                      <a:pt x="960472" y="5601"/>
                    </a:cubicBezTo>
                    <a:close/>
                    <a:moveTo>
                      <a:pt x="930481" y="5601"/>
                    </a:moveTo>
                    <a:cubicBezTo>
                      <a:pt x="930481" y="2505"/>
                      <a:pt x="932983" y="0"/>
                      <a:pt x="936046" y="0"/>
                    </a:cubicBezTo>
                    <a:lnTo>
                      <a:pt x="936046" y="0"/>
                    </a:lnTo>
                    <a:cubicBezTo>
                      <a:pt x="939146" y="0"/>
                      <a:pt x="941686" y="2505"/>
                      <a:pt x="941686" y="5601"/>
                    </a:cubicBezTo>
                    <a:lnTo>
                      <a:pt x="941686" y="5601"/>
                    </a:lnTo>
                    <a:cubicBezTo>
                      <a:pt x="941686" y="8700"/>
                      <a:pt x="939146" y="11201"/>
                      <a:pt x="936046" y="11201"/>
                    </a:cubicBezTo>
                    <a:lnTo>
                      <a:pt x="936046" y="11201"/>
                    </a:lnTo>
                    <a:cubicBezTo>
                      <a:pt x="932983" y="11201"/>
                      <a:pt x="930481" y="8700"/>
                      <a:pt x="930481" y="5601"/>
                    </a:cubicBezTo>
                    <a:close/>
                    <a:moveTo>
                      <a:pt x="900452" y="5601"/>
                    </a:moveTo>
                    <a:cubicBezTo>
                      <a:pt x="900452" y="2505"/>
                      <a:pt x="902954" y="0"/>
                      <a:pt x="906054" y="0"/>
                    </a:cubicBezTo>
                    <a:lnTo>
                      <a:pt x="906054" y="0"/>
                    </a:lnTo>
                    <a:cubicBezTo>
                      <a:pt x="909154" y="0"/>
                      <a:pt x="911657" y="2505"/>
                      <a:pt x="911657" y="5601"/>
                    </a:cubicBezTo>
                    <a:lnTo>
                      <a:pt x="911657" y="5601"/>
                    </a:lnTo>
                    <a:cubicBezTo>
                      <a:pt x="911657" y="8700"/>
                      <a:pt x="909154" y="11201"/>
                      <a:pt x="906054" y="11201"/>
                    </a:cubicBezTo>
                    <a:lnTo>
                      <a:pt x="906054" y="11201"/>
                    </a:lnTo>
                    <a:cubicBezTo>
                      <a:pt x="902954" y="11201"/>
                      <a:pt x="900452" y="8700"/>
                      <a:pt x="900452" y="5601"/>
                    </a:cubicBezTo>
                    <a:close/>
                    <a:moveTo>
                      <a:pt x="870427" y="5601"/>
                    </a:moveTo>
                    <a:cubicBezTo>
                      <a:pt x="870427" y="2505"/>
                      <a:pt x="872929" y="0"/>
                      <a:pt x="876029" y="0"/>
                    </a:cubicBezTo>
                    <a:lnTo>
                      <a:pt x="876029" y="0"/>
                    </a:lnTo>
                    <a:cubicBezTo>
                      <a:pt x="879129" y="0"/>
                      <a:pt x="881632" y="2505"/>
                      <a:pt x="881632" y="5601"/>
                    </a:cubicBezTo>
                    <a:lnTo>
                      <a:pt x="881632" y="5601"/>
                    </a:lnTo>
                    <a:cubicBezTo>
                      <a:pt x="881632" y="8700"/>
                      <a:pt x="879129" y="11201"/>
                      <a:pt x="876029" y="11201"/>
                    </a:cubicBezTo>
                    <a:lnTo>
                      <a:pt x="876029" y="11201"/>
                    </a:lnTo>
                    <a:cubicBezTo>
                      <a:pt x="872929" y="11201"/>
                      <a:pt x="870427" y="8700"/>
                      <a:pt x="870427" y="5601"/>
                    </a:cubicBezTo>
                    <a:close/>
                    <a:moveTo>
                      <a:pt x="840435" y="5601"/>
                    </a:moveTo>
                    <a:cubicBezTo>
                      <a:pt x="840435" y="2505"/>
                      <a:pt x="842938" y="0"/>
                      <a:pt x="846038" y="0"/>
                    </a:cubicBezTo>
                    <a:lnTo>
                      <a:pt x="846038" y="0"/>
                    </a:lnTo>
                    <a:cubicBezTo>
                      <a:pt x="849100" y="0"/>
                      <a:pt x="851640" y="2505"/>
                      <a:pt x="851640" y="5601"/>
                    </a:cubicBezTo>
                    <a:lnTo>
                      <a:pt x="851640" y="5601"/>
                    </a:lnTo>
                    <a:cubicBezTo>
                      <a:pt x="851640" y="8700"/>
                      <a:pt x="849100" y="11201"/>
                      <a:pt x="846038" y="11201"/>
                    </a:cubicBezTo>
                    <a:lnTo>
                      <a:pt x="846038" y="11201"/>
                    </a:lnTo>
                    <a:cubicBezTo>
                      <a:pt x="842938" y="11201"/>
                      <a:pt x="840435" y="8700"/>
                      <a:pt x="840435" y="5601"/>
                    </a:cubicBezTo>
                    <a:close/>
                    <a:moveTo>
                      <a:pt x="810406" y="5601"/>
                    </a:moveTo>
                    <a:cubicBezTo>
                      <a:pt x="810406" y="2505"/>
                      <a:pt x="812909" y="0"/>
                      <a:pt x="816009" y="0"/>
                    </a:cubicBezTo>
                    <a:lnTo>
                      <a:pt x="816009" y="0"/>
                    </a:lnTo>
                    <a:cubicBezTo>
                      <a:pt x="819109" y="0"/>
                      <a:pt x="821611" y="2505"/>
                      <a:pt x="821611" y="5601"/>
                    </a:cubicBezTo>
                    <a:lnTo>
                      <a:pt x="821611" y="5601"/>
                    </a:lnTo>
                    <a:cubicBezTo>
                      <a:pt x="821611" y="8700"/>
                      <a:pt x="819109" y="11201"/>
                      <a:pt x="816009" y="11201"/>
                    </a:cubicBezTo>
                    <a:lnTo>
                      <a:pt x="816009" y="11201"/>
                    </a:lnTo>
                    <a:cubicBezTo>
                      <a:pt x="812909" y="11201"/>
                      <a:pt x="810406" y="8700"/>
                      <a:pt x="810406" y="5601"/>
                    </a:cubicBezTo>
                    <a:close/>
                    <a:moveTo>
                      <a:pt x="780377" y="5601"/>
                    </a:moveTo>
                    <a:cubicBezTo>
                      <a:pt x="780377" y="2505"/>
                      <a:pt x="782880" y="0"/>
                      <a:pt x="785980" y="0"/>
                    </a:cubicBezTo>
                    <a:lnTo>
                      <a:pt x="785980" y="0"/>
                    </a:lnTo>
                    <a:cubicBezTo>
                      <a:pt x="789080" y="0"/>
                      <a:pt x="791582" y="2505"/>
                      <a:pt x="791582" y="5601"/>
                    </a:cubicBezTo>
                    <a:lnTo>
                      <a:pt x="791582" y="5601"/>
                    </a:lnTo>
                    <a:cubicBezTo>
                      <a:pt x="791582" y="8700"/>
                      <a:pt x="789080" y="11201"/>
                      <a:pt x="785980" y="11201"/>
                    </a:cubicBezTo>
                    <a:lnTo>
                      <a:pt x="785980" y="11201"/>
                    </a:lnTo>
                    <a:cubicBezTo>
                      <a:pt x="782880" y="11201"/>
                      <a:pt x="780377" y="8700"/>
                      <a:pt x="780377" y="5601"/>
                    </a:cubicBezTo>
                    <a:close/>
                    <a:moveTo>
                      <a:pt x="750386" y="5601"/>
                    </a:moveTo>
                    <a:cubicBezTo>
                      <a:pt x="750386" y="2505"/>
                      <a:pt x="752888" y="0"/>
                      <a:pt x="755988" y="0"/>
                    </a:cubicBezTo>
                    <a:lnTo>
                      <a:pt x="755988" y="0"/>
                    </a:lnTo>
                    <a:cubicBezTo>
                      <a:pt x="759051" y="0"/>
                      <a:pt x="761591" y="2505"/>
                      <a:pt x="761591" y="5601"/>
                    </a:cubicBezTo>
                    <a:lnTo>
                      <a:pt x="761591" y="5601"/>
                    </a:lnTo>
                    <a:cubicBezTo>
                      <a:pt x="761591" y="8700"/>
                      <a:pt x="759051" y="11201"/>
                      <a:pt x="755988" y="11201"/>
                    </a:cubicBezTo>
                    <a:lnTo>
                      <a:pt x="755988" y="11201"/>
                    </a:lnTo>
                    <a:cubicBezTo>
                      <a:pt x="752888" y="11201"/>
                      <a:pt x="750386" y="8700"/>
                      <a:pt x="750386" y="5601"/>
                    </a:cubicBezTo>
                    <a:close/>
                    <a:moveTo>
                      <a:pt x="720357" y="5601"/>
                    </a:moveTo>
                    <a:cubicBezTo>
                      <a:pt x="720357" y="2505"/>
                      <a:pt x="722860" y="0"/>
                      <a:pt x="725959" y="0"/>
                    </a:cubicBezTo>
                    <a:lnTo>
                      <a:pt x="725959" y="0"/>
                    </a:lnTo>
                    <a:cubicBezTo>
                      <a:pt x="729059" y="0"/>
                      <a:pt x="731562" y="2505"/>
                      <a:pt x="731562" y="5601"/>
                    </a:cubicBezTo>
                    <a:lnTo>
                      <a:pt x="731562" y="5601"/>
                    </a:lnTo>
                    <a:cubicBezTo>
                      <a:pt x="731562" y="8700"/>
                      <a:pt x="729059" y="11201"/>
                      <a:pt x="725959" y="11201"/>
                    </a:cubicBezTo>
                    <a:lnTo>
                      <a:pt x="725959" y="11201"/>
                    </a:lnTo>
                    <a:cubicBezTo>
                      <a:pt x="722860" y="11201"/>
                      <a:pt x="720357" y="8700"/>
                      <a:pt x="720357" y="5601"/>
                    </a:cubicBezTo>
                    <a:close/>
                    <a:moveTo>
                      <a:pt x="690366" y="5601"/>
                    </a:moveTo>
                    <a:cubicBezTo>
                      <a:pt x="690366" y="2505"/>
                      <a:pt x="692868" y="0"/>
                      <a:pt x="695931" y="0"/>
                    </a:cubicBezTo>
                    <a:lnTo>
                      <a:pt x="695931" y="0"/>
                    </a:lnTo>
                    <a:cubicBezTo>
                      <a:pt x="699031" y="0"/>
                      <a:pt x="701533" y="2505"/>
                      <a:pt x="701533" y="5601"/>
                    </a:cubicBezTo>
                    <a:lnTo>
                      <a:pt x="701533" y="5601"/>
                    </a:lnTo>
                    <a:cubicBezTo>
                      <a:pt x="701533" y="8700"/>
                      <a:pt x="699031" y="11201"/>
                      <a:pt x="695931" y="11201"/>
                    </a:cubicBezTo>
                    <a:lnTo>
                      <a:pt x="695931" y="11201"/>
                    </a:lnTo>
                    <a:cubicBezTo>
                      <a:pt x="692868" y="11201"/>
                      <a:pt x="690366" y="8700"/>
                      <a:pt x="690366" y="5601"/>
                    </a:cubicBezTo>
                    <a:close/>
                    <a:moveTo>
                      <a:pt x="660337" y="5601"/>
                    </a:moveTo>
                    <a:cubicBezTo>
                      <a:pt x="660337" y="2505"/>
                      <a:pt x="662839" y="0"/>
                      <a:pt x="665939" y="0"/>
                    </a:cubicBezTo>
                    <a:lnTo>
                      <a:pt x="665939" y="0"/>
                    </a:lnTo>
                    <a:cubicBezTo>
                      <a:pt x="669039" y="0"/>
                      <a:pt x="671542" y="2505"/>
                      <a:pt x="671542" y="5601"/>
                    </a:cubicBezTo>
                    <a:lnTo>
                      <a:pt x="671542" y="5601"/>
                    </a:lnTo>
                    <a:cubicBezTo>
                      <a:pt x="671542" y="8700"/>
                      <a:pt x="669039" y="11201"/>
                      <a:pt x="665939" y="11201"/>
                    </a:cubicBezTo>
                    <a:lnTo>
                      <a:pt x="665939" y="11201"/>
                    </a:lnTo>
                    <a:cubicBezTo>
                      <a:pt x="662839" y="11201"/>
                      <a:pt x="660337" y="8700"/>
                      <a:pt x="660337" y="5601"/>
                    </a:cubicBezTo>
                    <a:close/>
                    <a:moveTo>
                      <a:pt x="630308" y="5601"/>
                    </a:moveTo>
                    <a:cubicBezTo>
                      <a:pt x="630308" y="2505"/>
                      <a:pt x="632810" y="0"/>
                      <a:pt x="635910" y="0"/>
                    </a:cubicBezTo>
                    <a:lnTo>
                      <a:pt x="635910" y="0"/>
                    </a:lnTo>
                    <a:cubicBezTo>
                      <a:pt x="639010" y="0"/>
                      <a:pt x="641513" y="2505"/>
                      <a:pt x="641513" y="5601"/>
                    </a:cubicBezTo>
                    <a:lnTo>
                      <a:pt x="641513" y="5601"/>
                    </a:lnTo>
                    <a:cubicBezTo>
                      <a:pt x="641513" y="8700"/>
                      <a:pt x="639010" y="11201"/>
                      <a:pt x="635910" y="11201"/>
                    </a:cubicBezTo>
                    <a:lnTo>
                      <a:pt x="635910" y="11201"/>
                    </a:lnTo>
                    <a:cubicBezTo>
                      <a:pt x="632810" y="11201"/>
                      <a:pt x="630308" y="8700"/>
                      <a:pt x="630308" y="5601"/>
                    </a:cubicBezTo>
                    <a:close/>
                    <a:moveTo>
                      <a:pt x="600316" y="5601"/>
                    </a:moveTo>
                    <a:cubicBezTo>
                      <a:pt x="600316" y="2505"/>
                      <a:pt x="602819" y="0"/>
                      <a:pt x="605919" y="0"/>
                    </a:cubicBezTo>
                    <a:lnTo>
                      <a:pt x="605919" y="0"/>
                    </a:lnTo>
                    <a:cubicBezTo>
                      <a:pt x="608981" y="0"/>
                      <a:pt x="611484" y="2505"/>
                      <a:pt x="611484" y="5601"/>
                    </a:cubicBezTo>
                    <a:lnTo>
                      <a:pt x="611484" y="5601"/>
                    </a:lnTo>
                    <a:cubicBezTo>
                      <a:pt x="611484" y="8700"/>
                      <a:pt x="608981" y="11201"/>
                      <a:pt x="605919" y="11201"/>
                    </a:cubicBezTo>
                    <a:lnTo>
                      <a:pt x="605919" y="11201"/>
                    </a:lnTo>
                    <a:cubicBezTo>
                      <a:pt x="602819" y="11201"/>
                      <a:pt x="600316" y="8700"/>
                      <a:pt x="600316" y="5601"/>
                    </a:cubicBezTo>
                    <a:close/>
                    <a:moveTo>
                      <a:pt x="570287" y="5601"/>
                    </a:moveTo>
                    <a:cubicBezTo>
                      <a:pt x="570287" y="2505"/>
                      <a:pt x="572790" y="0"/>
                      <a:pt x="575890" y="0"/>
                    </a:cubicBezTo>
                    <a:lnTo>
                      <a:pt x="575890" y="0"/>
                    </a:lnTo>
                    <a:cubicBezTo>
                      <a:pt x="578990" y="0"/>
                      <a:pt x="581492" y="2505"/>
                      <a:pt x="581492" y="5601"/>
                    </a:cubicBezTo>
                    <a:lnTo>
                      <a:pt x="581492" y="5601"/>
                    </a:lnTo>
                    <a:cubicBezTo>
                      <a:pt x="581492" y="8700"/>
                      <a:pt x="578990" y="11201"/>
                      <a:pt x="575890" y="11201"/>
                    </a:cubicBezTo>
                    <a:lnTo>
                      <a:pt x="575890" y="11201"/>
                    </a:lnTo>
                    <a:cubicBezTo>
                      <a:pt x="572790" y="11201"/>
                      <a:pt x="570287" y="8700"/>
                      <a:pt x="570287" y="5601"/>
                    </a:cubicBezTo>
                    <a:close/>
                    <a:moveTo>
                      <a:pt x="540258" y="5601"/>
                    </a:moveTo>
                    <a:cubicBezTo>
                      <a:pt x="540258" y="2505"/>
                      <a:pt x="542761" y="0"/>
                      <a:pt x="545861" y="0"/>
                    </a:cubicBezTo>
                    <a:lnTo>
                      <a:pt x="545861" y="0"/>
                    </a:lnTo>
                    <a:cubicBezTo>
                      <a:pt x="548961" y="0"/>
                      <a:pt x="551463" y="2505"/>
                      <a:pt x="551463" y="5601"/>
                    </a:cubicBezTo>
                    <a:lnTo>
                      <a:pt x="551463" y="5601"/>
                    </a:lnTo>
                    <a:cubicBezTo>
                      <a:pt x="551463" y="8700"/>
                      <a:pt x="548961" y="11201"/>
                      <a:pt x="545861" y="11201"/>
                    </a:cubicBezTo>
                    <a:lnTo>
                      <a:pt x="545861" y="11201"/>
                    </a:lnTo>
                    <a:cubicBezTo>
                      <a:pt x="542761" y="11201"/>
                      <a:pt x="540258" y="8700"/>
                      <a:pt x="540258" y="5601"/>
                    </a:cubicBezTo>
                    <a:close/>
                    <a:moveTo>
                      <a:pt x="510230" y="5601"/>
                    </a:moveTo>
                    <a:cubicBezTo>
                      <a:pt x="510230" y="2505"/>
                      <a:pt x="512769" y="0"/>
                      <a:pt x="515869" y="0"/>
                    </a:cubicBezTo>
                    <a:lnTo>
                      <a:pt x="515869" y="0"/>
                    </a:lnTo>
                    <a:cubicBezTo>
                      <a:pt x="518932" y="0"/>
                      <a:pt x="521434" y="2505"/>
                      <a:pt x="521434" y="5601"/>
                    </a:cubicBezTo>
                    <a:lnTo>
                      <a:pt x="521434" y="5601"/>
                    </a:lnTo>
                    <a:cubicBezTo>
                      <a:pt x="521434" y="8700"/>
                      <a:pt x="518932" y="11201"/>
                      <a:pt x="515869" y="11201"/>
                    </a:cubicBezTo>
                    <a:lnTo>
                      <a:pt x="515869" y="11201"/>
                    </a:lnTo>
                    <a:cubicBezTo>
                      <a:pt x="512769" y="11201"/>
                      <a:pt x="510230" y="8700"/>
                      <a:pt x="510230" y="5601"/>
                    </a:cubicBezTo>
                    <a:close/>
                    <a:moveTo>
                      <a:pt x="480238" y="5601"/>
                    </a:moveTo>
                    <a:cubicBezTo>
                      <a:pt x="480238" y="2505"/>
                      <a:pt x="482740" y="0"/>
                      <a:pt x="485840" y="0"/>
                    </a:cubicBezTo>
                    <a:lnTo>
                      <a:pt x="485840" y="0"/>
                    </a:lnTo>
                    <a:cubicBezTo>
                      <a:pt x="488941" y="0"/>
                      <a:pt x="491443" y="2505"/>
                      <a:pt x="491443" y="5601"/>
                    </a:cubicBezTo>
                    <a:lnTo>
                      <a:pt x="491443" y="5601"/>
                    </a:lnTo>
                    <a:cubicBezTo>
                      <a:pt x="491443" y="8700"/>
                      <a:pt x="488941" y="11201"/>
                      <a:pt x="485840" y="11201"/>
                    </a:cubicBezTo>
                    <a:lnTo>
                      <a:pt x="485840" y="11201"/>
                    </a:lnTo>
                    <a:cubicBezTo>
                      <a:pt x="482740" y="11201"/>
                      <a:pt x="480238" y="8700"/>
                      <a:pt x="480238" y="5601"/>
                    </a:cubicBezTo>
                    <a:close/>
                    <a:moveTo>
                      <a:pt x="450209" y="5601"/>
                    </a:moveTo>
                    <a:cubicBezTo>
                      <a:pt x="450209" y="2505"/>
                      <a:pt x="452712" y="0"/>
                      <a:pt x="455812" y="0"/>
                    </a:cubicBezTo>
                    <a:lnTo>
                      <a:pt x="455812" y="0"/>
                    </a:lnTo>
                    <a:cubicBezTo>
                      <a:pt x="458911" y="0"/>
                      <a:pt x="461414" y="2505"/>
                      <a:pt x="461414" y="5601"/>
                    </a:cubicBezTo>
                    <a:lnTo>
                      <a:pt x="461414" y="5601"/>
                    </a:lnTo>
                    <a:cubicBezTo>
                      <a:pt x="461414" y="8700"/>
                      <a:pt x="458911" y="11201"/>
                      <a:pt x="455812" y="11201"/>
                    </a:cubicBezTo>
                    <a:lnTo>
                      <a:pt x="455812" y="11201"/>
                    </a:lnTo>
                    <a:cubicBezTo>
                      <a:pt x="452712" y="11201"/>
                      <a:pt x="450209" y="8700"/>
                      <a:pt x="450209" y="5601"/>
                    </a:cubicBezTo>
                    <a:close/>
                    <a:moveTo>
                      <a:pt x="420180" y="5601"/>
                    </a:moveTo>
                    <a:cubicBezTo>
                      <a:pt x="420180" y="2505"/>
                      <a:pt x="422720" y="0"/>
                      <a:pt x="425820" y="0"/>
                    </a:cubicBezTo>
                    <a:lnTo>
                      <a:pt x="425820" y="0"/>
                    </a:lnTo>
                    <a:cubicBezTo>
                      <a:pt x="428883" y="0"/>
                      <a:pt x="431422" y="2505"/>
                      <a:pt x="431422" y="5601"/>
                    </a:cubicBezTo>
                    <a:lnTo>
                      <a:pt x="431422" y="5601"/>
                    </a:lnTo>
                    <a:cubicBezTo>
                      <a:pt x="431422" y="8700"/>
                      <a:pt x="428883" y="11201"/>
                      <a:pt x="425820" y="11201"/>
                    </a:cubicBezTo>
                    <a:lnTo>
                      <a:pt x="425820" y="11201"/>
                    </a:lnTo>
                    <a:cubicBezTo>
                      <a:pt x="422720" y="11201"/>
                      <a:pt x="420180" y="8700"/>
                      <a:pt x="420180" y="5601"/>
                    </a:cubicBezTo>
                    <a:close/>
                    <a:moveTo>
                      <a:pt x="390189" y="5601"/>
                    </a:moveTo>
                    <a:cubicBezTo>
                      <a:pt x="390189" y="2505"/>
                      <a:pt x="392691" y="0"/>
                      <a:pt x="395791" y="0"/>
                    </a:cubicBezTo>
                    <a:lnTo>
                      <a:pt x="395791" y="0"/>
                    </a:lnTo>
                    <a:cubicBezTo>
                      <a:pt x="398891" y="0"/>
                      <a:pt x="401394" y="2505"/>
                      <a:pt x="401394" y="5601"/>
                    </a:cubicBezTo>
                    <a:lnTo>
                      <a:pt x="401394" y="5601"/>
                    </a:lnTo>
                    <a:cubicBezTo>
                      <a:pt x="401394" y="8700"/>
                      <a:pt x="398891" y="11201"/>
                      <a:pt x="395791" y="11201"/>
                    </a:cubicBezTo>
                    <a:lnTo>
                      <a:pt x="395791" y="11201"/>
                    </a:lnTo>
                    <a:cubicBezTo>
                      <a:pt x="392691" y="11201"/>
                      <a:pt x="390189" y="8700"/>
                      <a:pt x="390189" y="5601"/>
                    </a:cubicBezTo>
                    <a:close/>
                    <a:moveTo>
                      <a:pt x="360160" y="5601"/>
                    </a:moveTo>
                    <a:cubicBezTo>
                      <a:pt x="360160" y="2505"/>
                      <a:pt x="362662" y="0"/>
                      <a:pt x="365762" y="0"/>
                    </a:cubicBezTo>
                    <a:lnTo>
                      <a:pt x="365762" y="0"/>
                    </a:lnTo>
                    <a:cubicBezTo>
                      <a:pt x="368862" y="0"/>
                      <a:pt x="371365" y="2505"/>
                      <a:pt x="371365" y="5601"/>
                    </a:cubicBezTo>
                    <a:lnTo>
                      <a:pt x="371365" y="5601"/>
                    </a:lnTo>
                    <a:cubicBezTo>
                      <a:pt x="371365" y="8700"/>
                      <a:pt x="368862" y="11201"/>
                      <a:pt x="365762" y="11201"/>
                    </a:cubicBezTo>
                    <a:lnTo>
                      <a:pt x="365762" y="11201"/>
                    </a:lnTo>
                    <a:cubicBezTo>
                      <a:pt x="362662" y="11201"/>
                      <a:pt x="360160" y="8700"/>
                      <a:pt x="360160" y="5601"/>
                    </a:cubicBezTo>
                    <a:close/>
                    <a:moveTo>
                      <a:pt x="330131" y="5601"/>
                    </a:moveTo>
                    <a:cubicBezTo>
                      <a:pt x="330131" y="2505"/>
                      <a:pt x="332671" y="0"/>
                      <a:pt x="335733" y="0"/>
                    </a:cubicBezTo>
                    <a:lnTo>
                      <a:pt x="335733" y="0"/>
                    </a:lnTo>
                    <a:cubicBezTo>
                      <a:pt x="338833" y="0"/>
                      <a:pt x="341373" y="2505"/>
                      <a:pt x="341373" y="5601"/>
                    </a:cubicBezTo>
                    <a:lnTo>
                      <a:pt x="341373" y="5601"/>
                    </a:lnTo>
                    <a:cubicBezTo>
                      <a:pt x="341373" y="8700"/>
                      <a:pt x="338833" y="11201"/>
                      <a:pt x="335733" y="11201"/>
                    </a:cubicBezTo>
                    <a:lnTo>
                      <a:pt x="335733" y="11201"/>
                    </a:lnTo>
                    <a:cubicBezTo>
                      <a:pt x="332671" y="11201"/>
                      <a:pt x="330131" y="8700"/>
                      <a:pt x="330131" y="5601"/>
                    </a:cubicBezTo>
                    <a:close/>
                    <a:moveTo>
                      <a:pt x="300140" y="5601"/>
                    </a:moveTo>
                    <a:cubicBezTo>
                      <a:pt x="300140" y="2505"/>
                      <a:pt x="302642" y="0"/>
                      <a:pt x="305742" y="0"/>
                    </a:cubicBezTo>
                    <a:lnTo>
                      <a:pt x="305742" y="0"/>
                    </a:lnTo>
                    <a:cubicBezTo>
                      <a:pt x="308804" y="0"/>
                      <a:pt x="311344" y="2505"/>
                      <a:pt x="311344" y="5601"/>
                    </a:cubicBezTo>
                    <a:lnTo>
                      <a:pt x="311344" y="5601"/>
                    </a:lnTo>
                    <a:cubicBezTo>
                      <a:pt x="311344" y="8700"/>
                      <a:pt x="308804" y="11201"/>
                      <a:pt x="305742" y="11201"/>
                    </a:cubicBezTo>
                    <a:lnTo>
                      <a:pt x="305742" y="11201"/>
                    </a:lnTo>
                    <a:cubicBezTo>
                      <a:pt x="302642" y="11201"/>
                      <a:pt x="300140" y="8700"/>
                      <a:pt x="300140" y="5601"/>
                    </a:cubicBezTo>
                    <a:close/>
                    <a:moveTo>
                      <a:pt x="270111" y="5601"/>
                    </a:moveTo>
                    <a:cubicBezTo>
                      <a:pt x="270111" y="2505"/>
                      <a:pt x="272613" y="0"/>
                      <a:pt x="275713" y="0"/>
                    </a:cubicBezTo>
                    <a:lnTo>
                      <a:pt x="275713" y="0"/>
                    </a:lnTo>
                    <a:cubicBezTo>
                      <a:pt x="278813" y="0"/>
                      <a:pt x="281315" y="2505"/>
                      <a:pt x="281315" y="5601"/>
                    </a:cubicBezTo>
                    <a:lnTo>
                      <a:pt x="281315" y="5601"/>
                    </a:lnTo>
                    <a:cubicBezTo>
                      <a:pt x="281315" y="8700"/>
                      <a:pt x="278813" y="11201"/>
                      <a:pt x="275713" y="11201"/>
                    </a:cubicBezTo>
                    <a:lnTo>
                      <a:pt x="275713" y="11201"/>
                    </a:lnTo>
                    <a:cubicBezTo>
                      <a:pt x="272613" y="11201"/>
                      <a:pt x="270111" y="8700"/>
                      <a:pt x="270111" y="5601"/>
                    </a:cubicBezTo>
                    <a:close/>
                    <a:moveTo>
                      <a:pt x="240119" y="5601"/>
                    </a:moveTo>
                    <a:cubicBezTo>
                      <a:pt x="240119" y="2505"/>
                      <a:pt x="242621" y="0"/>
                      <a:pt x="245684" y="0"/>
                    </a:cubicBezTo>
                    <a:lnTo>
                      <a:pt x="245684" y="0"/>
                    </a:lnTo>
                    <a:cubicBezTo>
                      <a:pt x="248784" y="0"/>
                      <a:pt x="251324" y="2505"/>
                      <a:pt x="251324" y="5601"/>
                    </a:cubicBezTo>
                    <a:lnTo>
                      <a:pt x="251324" y="5601"/>
                    </a:lnTo>
                    <a:cubicBezTo>
                      <a:pt x="251324" y="8700"/>
                      <a:pt x="248784" y="11201"/>
                      <a:pt x="245684" y="11201"/>
                    </a:cubicBezTo>
                    <a:lnTo>
                      <a:pt x="245684" y="11201"/>
                    </a:lnTo>
                    <a:cubicBezTo>
                      <a:pt x="242621" y="11201"/>
                      <a:pt x="240119" y="8700"/>
                      <a:pt x="240119" y="5601"/>
                    </a:cubicBezTo>
                    <a:close/>
                    <a:moveTo>
                      <a:pt x="210090" y="5601"/>
                    </a:moveTo>
                    <a:cubicBezTo>
                      <a:pt x="210090" y="2505"/>
                      <a:pt x="212593" y="0"/>
                      <a:pt x="215693" y="0"/>
                    </a:cubicBezTo>
                    <a:lnTo>
                      <a:pt x="215693" y="0"/>
                    </a:lnTo>
                    <a:cubicBezTo>
                      <a:pt x="218793" y="0"/>
                      <a:pt x="221295" y="2505"/>
                      <a:pt x="221295" y="5601"/>
                    </a:cubicBezTo>
                    <a:lnTo>
                      <a:pt x="221295" y="5601"/>
                    </a:lnTo>
                    <a:cubicBezTo>
                      <a:pt x="221295" y="8700"/>
                      <a:pt x="218793" y="11201"/>
                      <a:pt x="215693" y="11201"/>
                    </a:cubicBezTo>
                    <a:lnTo>
                      <a:pt x="215693" y="11201"/>
                    </a:lnTo>
                    <a:cubicBezTo>
                      <a:pt x="212593" y="11201"/>
                      <a:pt x="210090" y="8700"/>
                      <a:pt x="210090" y="5601"/>
                    </a:cubicBezTo>
                    <a:close/>
                    <a:moveTo>
                      <a:pt x="180061" y="5601"/>
                    </a:moveTo>
                    <a:cubicBezTo>
                      <a:pt x="180061" y="2505"/>
                      <a:pt x="182564" y="0"/>
                      <a:pt x="185664" y="0"/>
                    </a:cubicBezTo>
                    <a:lnTo>
                      <a:pt x="185664" y="0"/>
                    </a:lnTo>
                    <a:cubicBezTo>
                      <a:pt x="188764" y="0"/>
                      <a:pt x="191266" y="2505"/>
                      <a:pt x="191266" y="5601"/>
                    </a:cubicBezTo>
                    <a:lnTo>
                      <a:pt x="191266" y="5601"/>
                    </a:lnTo>
                    <a:cubicBezTo>
                      <a:pt x="191266" y="8700"/>
                      <a:pt x="188764" y="11201"/>
                      <a:pt x="185664" y="11201"/>
                    </a:cubicBezTo>
                    <a:lnTo>
                      <a:pt x="185664" y="11201"/>
                    </a:lnTo>
                    <a:cubicBezTo>
                      <a:pt x="182564" y="11201"/>
                      <a:pt x="180061" y="8700"/>
                      <a:pt x="180061" y="5601"/>
                    </a:cubicBezTo>
                    <a:close/>
                    <a:moveTo>
                      <a:pt x="150070" y="5601"/>
                    </a:moveTo>
                    <a:cubicBezTo>
                      <a:pt x="150070" y="2505"/>
                      <a:pt x="152572" y="0"/>
                      <a:pt x="155672" y="0"/>
                    </a:cubicBezTo>
                    <a:lnTo>
                      <a:pt x="155672" y="0"/>
                    </a:lnTo>
                    <a:cubicBezTo>
                      <a:pt x="158735" y="0"/>
                      <a:pt x="161274" y="2505"/>
                      <a:pt x="161274" y="5601"/>
                    </a:cubicBezTo>
                    <a:lnTo>
                      <a:pt x="161274" y="5601"/>
                    </a:lnTo>
                    <a:cubicBezTo>
                      <a:pt x="161274" y="8700"/>
                      <a:pt x="158735" y="11201"/>
                      <a:pt x="155672" y="11201"/>
                    </a:cubicBezTo>
                    <a:lnTo>
                      <a:pt x="155672" y="11201"/>
                    </a:lnTo>
                    <a:cubicBezTo>
                      <a:pt x="152572" y="11201"/>
                      <a:pt x="150070" y="8700"/>
                      <a:pt x="150070" y="5601"/>
                    </a:cubicBezTo>
                    <a:close/>
                    <a:moveTo>
                      <a:pt x="120041" y="5601"/>
                    </a:moveTo>
                    <a:cubicBezTo>
                      <a:pt x="120041" y="2505"/>
                      <a:pt x="122543" y="0"/>
                      <a:pt x="125643" y="0"/>
                    </a:cubicBezTo>
                    <a:lnTo>
                      <a:pt x="125643" y="0"/>
                    </a:lnTo>
                    <a:cubicBezTo>
                      <a:pt x="128743" y="0"/>
                      <a:pt x="131246" y="2505"/>
                      <a:pt x="131246" y="5601"/>
                    </a:cubicBezTo>
                    <a:lnTo>
                      <a:pt x="131246" y="5601"/>
                    </a:lnTo>
                    <a:cubicBezTo>
                      <a:pt x="131246" y="8700"/>
                      <a:pt x="128743" y="11201"/>
                      <a:pt x="125643" y="11201"/>
                    </a:cubicBezTo>
                    <a:lnTo>
                      <a:pt x="125643" y="11201"/>
                    </a:lnTo>
                    <a:cubicBezTo>
                      <a:pt x="122543" y="11201"/>
                      <a:pt x="120041" y="8700"/>
                      <a:pt x="120041" y="5601"/>
                    </a:cubicBezTo>
                    <a:close/>
                    <a:moveTo>
                      <a:pt x="90012" y="5601"/>
                    </a:moveTo>
                    <a:cubicBezTo>
                      <a:pt x="90012" y="2505"/>
                      <a:pt x="92514" y="0"/>
                      <a:pt x="95614" y="0"/>
                    </a:cubicBezTo>
                    <a:lnTo>
                      <a:pt x="95614" y="0"/>
                    </a:lnTo>
                    <a:cubicBezTo>
                      <a:pt x="98714" y="0"/>
                      <a:pt x="101217" y="2505"/>
                      <a:pt x="101217" y="5601"/>
                    </a:cubicBezTo>
                    <a:lnTo>
                      <a:pt x="101217" y="5601"/>
                    </a:lnTo>
                    <a:cubicBezTo>
                      <a:pt x="101217" y="8700"/>
                      <a:pt x="98714" y="11201"/>
                      <a:pt x="95614" y="11201"/>
                    </a:cubicBezTo>
                    <a:lnTo>
                      <a:pt x="95614" y="11201"/>
                    </a:lnTo>
                    <a:cubicBezTo>
                      <a:pt x="92514" y="11201"/>
                      <a:pt x="90012" y="8700"/>
                      <a:pt x="90012" y="5601"/>
                    </a:cubicBezTo>
                    <a:close/>
                    <a:moveTo>
                      <a:pt x="60020" y="5601"/>
                    </a:moveTo>
                    <a:cubicBezTo>
                      <a:pt x="60020" y="2505"/>
                      <a:pt x="62523" y="0"/>
                      <a:pt x="65623" y="0"/>
                    </a:cubicBezTo>
                    <a:lnTo>
                      <a:pt x="65623" y="0"/>
                    </a:lnTo>
                    <a:cubicBezTo>
                      <a:pt x="68686" y="0"/>
                      <a:pt x="71188" y="2505"/>
                      <a:pt x="71188" y="5601"/>
                    </a:cubicBezTo>
                    <a:lnTo>
                      <a:pt x="71188" y="5601"/>
                    </a:lnTo>
                    <a:cubicBezTo>
                      <a:pt x="71188" y="8700"/>
                      <a:pt x="68686" y="11201"/>
                      <a:pt x="65623" y="11201"/>
                    </a:cubicBezTo>
                    <a:lnTo>
                      <a:pt x="65623" y="11201"/>
                    </a:lnTo>
                    <a:cubicBezTo>
                      <a:pt x="62523" y="11201"/>
                      <a:pt x="60020" y="8700"/>
                      <a:pt x="60020" y="5601"/>
                    </a:cubicBezTo>
                    <a:close/>
                    <a:moveTo>
                      <a:pt x="29992" y="5601"/>
                    </a:moveTo>
                    <a:cubicBezTo>
                      <a:pt x="29992" y="2505"/>
                      <a:pt x="32494" y="0"/>
                      <a:pt x="35594" y="0"/>
                    </a:cubicBezTo>
                    <a:lnTo>
                      <a:pt x="35594" y="0"/>
                    </a:lnTo>
                    <a:cubicBezTo>
                      <a:pt x="38694" y="0"/>
                      <a:pt x="41196" y="2505"/>
                      <a:pt x="41196" y="5601"/>
                    </a:cubicBezTo>
                    <a:lnTo>
                      <a:pt x="41196" y="5601"/>
                    </a:lnTo>
                    <a:cubicBezTo>
                      <a:pt x="41196" y="8700"/>
                      <a:pt x="38694" y="11201"/>
                      <a:pt x="35594" y="11201"/>
                    </a:cubicBezTo>
                    <a:lnTo>
                      <a:pt x="35594" y="11201"/>
                    </a:lnTo>
                    <a:cubicBezTo>
                      <a:pt x="32494" y="11201"/>
                      <a:pt x="29992" y="8700"/>
                      <a:pt x="29992" y="5601"/>
                    </a:cubicBezTo>
                    <a:close/>
                    <a:moveTo>
                      <a:pt x="0" y="5601"/>
                    </a:moveTo>
                    <a:cubicBezTo>
                      <a:pt x="0" y="2505"/>
                      <a:pt x="2465" y="0"/>
                      <a:pt x="5565" y="0"/>
                    </a:cubicBezTo>
                    <a:lnTo>
                      <a:pt x="5565" y="0"/>
                    </a:lnTo>
                    <a:cubicBezTo>
                      <a:pt x="8665" y="0"/>
                      <a:pt x="11168" y="2505"/>
                      <a:pt x="11168" y="5601"/>
                    </a:cubicBezTo>
                    <a:lnTo>
                      <a:pt x="11168" y="5601"/>
                    </a:lnTo>
                    <a:cubicBezTo>
                      <a:pt x="11168" y="8700"/>
                      <a:pt x="8665" y="11201"/>
                      <a:pt x="5565" y="11201"/>
                    </a:cubicBezTo>
                    <a:lnTo>
                      <a:pt x="5565" y="11201"/>
                    </a:lnTo>
                    <a:cubicBezTo>
                      <a:pt x="2465" y="11201"/>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17" name="Google Shape;2417;p90"/>
              <p:cNvSpPr/>
              <p:nvPr/>
            </p:nvSpPr>
            <p:spPr>
              <a:xfrm>
                <a:off x="6288027" y="1530916"/>
                <a:ext cx="11204" cy="11209"/>
              </a:xfrm>
              <a:custGeom>
                <a:rect b="b" l="l" r="r" t="t"/>
                <a:pathLst>
                  <a:path extrusionOk="0" h="11209" w="11204">
                    <a:moveTo>
                      <a:pt x="5602" y="11209"/>
                    </a:moveTo>
                    <a:cubicBezTo>
                      <a:pt x="4109" y="11209"/>
                      <a:pt x="2727" y="10615"/>
                      <a:pt x="1644" y="9532"/>
                    </a:cubicBezTo>
                    <a:cubicBezTo>
                      <a:pt x="598" y="8486"/>
                      <a:pt x="0" y="7104"/>
                      <a:pt x="0" y="5609"/>
                    </a:cubicBezTo>
                    <a:cubicBezTo>
                      <a:pt x="0" y="4117"/>
                      <a:pt x="598" y="2659"/>
                      <a:pt x="1644" y="1652"/>
                    </a:cubicBezTo>
                    <a:cubicBezTo>
                      <a:pt x="1905" y="1390"/>
                      <a:pt x="2204" y="1131"/>
                      <a:pt x="2503" y="941"/>
                    </a:cubicBezTo>
                    <a:cubicBezTo>
                      <a:pt x="2801" y="756"/>
                      <a:pt x="3138" y="570"/>
                      <a:pt x="3474" y="420"/>
                    </a:cubicBezTo>
                    <a:cubicBezTo>
                      <a:pt x="3810" y="271"/>
                      <a:pt x="4146" y="158"/>
                      <a:pt x="4520" y="85"/>
                    </a:cubicBezTo>
                    <a:cubicBezTo>
                      <a:pt x="5229" y="-28"/>
                      <a:pt x="5976" y="-28"/>
                      <a:pt x="6723" y="85"/>
                    </a:cubicBezTo>
                    <a:cubicBezTo>
                      <a:pt x="7059" y="157"/>
                      <a:pt x="7433" y="271"/>
                      <a:pt x="7769" y="420"/>
                    </a:cubicBezTo>
                    <a:cubicBezTo>
                      <a:pt x="8105" y="570"/>
                      <a:pt x="8404" y="756"/>
                      <a:pt x="8740" y="941"/>
                    </a:cubicBezTo>
                    <a:cubicBezTo>
                      <a:pt x="9039" y="1131"/>
                      <a:pt x="9300" y="1390"/>
                      <a:pt x="9562" y="1652"/>
                    </a:cubicBezTo>
                    <a:cubicBezTo>
                      <a:pt x="9823" y="1915"/>
                      <a:pt x="10085" y="2174"/>
                      <a:pt x="10271" y="2473"/>
                    </a:cubicBezTo>
                    <a:cubicBezTo>
                      <a:pt x="10458" y="2808"/>
                      <a:pt x="10645" y="3107"/>
                      <a:pt x="10794" y="3446"/>
                    </a:cubicBezTo>
                    <a:cubicBezTo>
                      <a:pt x="10944" y="3782"/>
                      <a:pt x="11018" y="4154"/>
                      <a:pt x="11093" y="4489"/>
                    </a:cubicBezTo>
                    <a:cubicBezTo>
                      <a:pt x="11168" y="4865"/>
                      <a:pt x="11205" y="5237"/>
                      <a:pt x="11205" y="5609"/>
                    </a:cubicBezTo>
                    <a:cubicBezTo>
                      <a:pt x="11205" y="7104"/>
                      <a:pt x="10645" y="8486"/>
                      <a:pt x="9562" y="9532"/>
                    </a:cubicBezTo>
                    <a:cubicBezTo>
                      <a:pt x="9039" y="10090"/>
                      <a:pt x="8441" y="10502"/>
                      <a:pt x="7769" y="10765"/>
                    </a:cubicBezTo>
                    <a:cubicBezTo>
                      <a:pt x="7059" y="11060"/>
                      <a:pt x="6350" y="11209"/>
                      <a:pt x="5602" y="1120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18" name="Google Shape;2418;p90"/>
            <p:cNvGrpSpPr/>
            <p:nvPr/>
          </p:nvGrpSpPr>
          <p:grpSpPr>
            <a:xfrm>
              <a:off x="5307942" y="1300571"/>
              <a:ext cx="688927" cy="8422"/>
              <a:chOff x="6972006" y="1530895"/>
              <a:chExt cx="918569" cy="11230"/>
            </a:xfrm>
          </p:grpSpPr>
          <p:sp>
            <p:nvSpPr>
              <p:cNvPr id="2419" name="Google Shape;2419;p90"/>
              <p:cNvSpPr/>
              <p:nvPr/>
            </p:nvSpPr>
            <p:spPr>
              <a:xfrm>
                <a:off x="6972006" y="1530895"/>
                <a:ext cx="11204" cy="11230"/>
              </a:xfrm>
              <a:custGeom>
                <a:rect b="b" l="l" r="r" t="t"/>
                <a:pathLst>
                  <a:path extrusionOk="0" h="11230" w="11204">
                    <a:moveTo>
                      <a:pt x="5602" y="11230"/>
                    </a:moveTo>
                    <a:cubicBezTo>
                      <a:pt x="4856" y="11230"/>
                      <a:pt x="4146" y="11081"/>
                      <a:pt x="3474" y="10785"/>
                    </a:cubicBezTo>
                    <a:cubicBezTo>
                      <a:pt x="2801" y="10523"/>
                      <a:pt x="2167" y="10111"/>
                      <a:pt x="1644" y="9553"/>
                    </a:cubicBezTo>
                    <a:cubicBezTo>
                      <a:pt x="598" y="8506"/>
                      <a:pt x="0" y="7124"/>
                      <a:pt x="0" y="5629"/>
                    </a:cubicBezTo>
                    <a:cubicBezTo>
                      <a:pt x="0" y="5258"/>
                      <a:pt x="37" y="4886"/>
                      <a:pt x="112" y="4510"/>
                    </a:cubicBezTo>
                    <a:cubicBezTo>
                      <a:pt x="187" y="4175"/>
                      <a:pt x="299" y="3803"/>
                      <a:pt x="448" y="3467"/>
                    </a:cubicBezTo>
                    <a:cubicBezTo>
                      <a:pt x="560" y="3128"/>
                      <a:pt x="747" y="2829"/>
                      <a:pt x="934" y="2494"/>
                    </a:cubicBezTo>
                    <a:cubicBezTo>
                      <a:pt x="1158" y="2195"/>
                      <a:pt x="1382" y="1936"/>
                      <a:pt x="1644" y="1673"/>
                    </a:cubicBezTo>
                    <a:cubicBezTo>
                      <a:pt x="2951" y="368"/>
                      <a:pt x="4893" y="-267"/>
                      <a:pt x="6723" y="105"/>
                    </a:cubicBezTo>
                    <a:cubicBezTo>
                      <a:pt x="7059" y="178"/>
                      <a:pt x="7432" y="291"/>
                      <a:pt x="7769" y="441"/>
                    </a:cubicBezTo>
                    <a:cubicBezTo>
                      <a:pt x="8105" y="590"/>
                      <a:pt x="8404" y="776"/>
                      <a:pt x="8703" y="962"/>
                    </a:cubicBezTo>
                    <a:cubicBezTo>
                      <a:pt x="9039" y="1152"/>
                      <a:pt x="9300" y="1411"/>
                      <a:pt x="9562" y="1673"/>
                    </a:cubicBezTo>
                    <a:cubicBezTo>
                      <a:pt x="10608" y="2720"/>
                      <a:pt x="11205" y="4138"/>
                      <a:pt x="11205" y="5629"/>
                    </a:cubicBezTo>
                    <a:cubicBezTo>
                      <a:pt x="11205" y="6377"/>
                      <a:pt x="11093" y="7088"/>
                      <a:pt x="10794" y="7759"/>
                    </a:cubicBezTo>
                    <a:cubicBezTo>
                      <a:pt x="10495" y="8430"/>
                      <a:pt x="10085" y="9028"/>
                      <a:pt x="9562" y="9553"/>
                    </a:cubicBezTo>
                    <a:cubicBezTo>
                      <a:pt x="9039" y="10111"/>
                      <a:pt x="8441" y="10523"/>
                      <a:pt x="7769" y="10785"/>
                    </a:cubicBezTo>
                    <a:cubicBezTo>
                      <a:pt x="7059" y="11081"/>
                      <a:pt x="6350" y="11230"/>
                      <a:pt x="5602" y="11230"/>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0" name="Google Shape;2420;p90"/>
              <p:cNvSpPr/>
              <p:nvPr/>
            </p:nvSpPr>
            <p:spPr>
              <a:xfrm>
                <a:off x="7002259" y="1530924"/>
                <a:ext cx="858063" cy="11201"/>
              </a:xfrm>
              <a:custGeom>
                <a:rect b="b" l="l" r="r" t="t"/>
                <a:pathLst>
                  <a:path extrusionOk="0" h="11201" w="858063">
                    <a:moveTo>
                      <a:pt x="846859" y="5601"/>
                    </a:moveTo>
                    <a:cubicBezTo>
                      <a:pt x="846859" y="2505"/>
                      <a:pt x="849361" y="0"/>
                      <a:pt x="852462" y="0"/>
                    </a:cubicBezTo>
                    <a:lnTo>
                      <a:pt x="852462" y="0"/>
                    </a:lnTo>
                    <a:cubicBezTo>
                      <a:pt x="855561" y="0"/>
                      <a:pt x="858064" y="2505"/>
                      <a:pt x="858064" y="5601"/>
                    </a:cubicBezTo>
                    <a:lnTo>
                      <a:pt x="858064" y="5601"/>
                    </a:lnTo>
                    <a:cubicBezTo>
                      <a:pt x="858064" y="8700"/>
                      <a:pt x="855561" y="11201"/>
                      <a:pt x="852462" y="11201"/>
                    </a:cubicBezTo>
                    <a:lnTo>
                      <a:pt x="852462" y="11201"/>
                    </a:lnTo>
                    <a:cubicBezTo>
                      <a:pt x="849361" y="11201"/>
                      <a:pt x="846859" y="8700"/>
                      <a:pt x="846859" y="5601"/>
                    </a:cubicBezTo>
                    <a:close/>
                    <a:moveTo>
                      <a:pt x="816606" y="5601"/>
                    </a:moveTo>
                    <a:cubicBezTo>
                      <a:pt x="816606" y="2505"/>
                      <a:pt x="819146" y="0"/>
                      <a:pt x="822246" y="0"/>
                    </a:cubicBezTo>
                    <a:lnTo>
                      <a:pt x="822246" y="0"/>
                    </a:lnTo>
                    <a:cubicBezTo>
                      <a:pt x="825309" y="0"/>
                      <a:pt x="827848" y="2505"/>
                      <a:pt x="827848" y="5601"/>
                    </a:cubicBezTo>
                    <a:lnTo>
                      <a:pt x="827848" y="5601"/>
                    </a:lnTo>
                    <a:cubicBezTo>
                      <a:pt x="827848" y="8700"/>
                      <a:pt x="825309" y="11201"/>
                      <a:pt x="822246" y="11201"/>
                    </a:cubicBezTo>
                    <a:lnTo>
                      <a:pt x="822246" y="11201"/>
                    </a:lnTo>
                    <a:cubicBezTo>
                      <a:pt x="819146" y="11201"/>
                      <a:pt x="816606" y="8700"/>
                      <a:pt x="816606" y="5601"/>
                    </a:cubicBezTo>
                    <a:close/>
                    <a:moveTo>
                      <a:pt x="786390" y="5601"/>
                    </a:moveTo>
                    <a:cubicBezTo>
                      <a:pt x="786390" y="2505"/>
                      <a:pt x="788893" y="0"/>
                      <a:pt x="791993" y="0"/>
                    </a:cubicBezTo>
                    <a:lnTo>
                      <a:pt x="791993" y="0"/>
                    </a:lnTo>
                    <a:cubicBezTo>
                      <a:pt x="795093" y="0"/>
                      <a:pt x="797595" y="2505"/>
                      <a:pt x="797595" y="5601"/>
                    </a:cubicBezTo>
                    <a:lnTo>
                      <a:pt x="797595" y="5601"/>
                    </a:lnTo>
                    <a:cubicBezTo>
                      <a:pt x="797595" y="8700"/>
                      <a:pt x="795093" y="11201"/>
                      <a:pt x="791993" y="11201"/>
                    </a:cubicBezTo>
                    <a:lnTo>
                      <a:pt x="791993" y="11201"/>
                    </a:lnTo>
                    <a:cubicBezTo>
                      <a:pt x="788893" y="11201"/>
                      <a:pt x="786390" y="8700"/>
                      <a:pt x="786390" y="5601"/>
                    </a:cubicBezTo>
                    <a:close/>
                    <a:moveTo>
                      <a:pt x="756137" y="5601"/>
                    </a:moveTo>
                    <a:cubicBezTo>
                      <a:pt x="756137" y="2505"/>
                      <a:pt x="758640" y="0"/>
                      <a:pt x="761740" y="0"/>
                    </a:cubicBezTo>
                    <a:lnTo>
                      <a:pt x="761740" y="0"/>
                    </a:lnTo>
                    <a:cubicBezTo>
                      <a:pt x="764840" y="0"/>
                      <a:pt x="767342" y="2505"/>
                      <a:pt x="767342" y="5601"/>
                    </a:cubicBezTo>
                    <a:lnTo>
                      <a:pt x="767342" y="5601"/>
                    </a:lnTo>
                    <a:cubicBezTo>
                      <a:pt x="767342" y="8700"/>
                      <a:pt x="764840" y="11201"/>
                      <a:pt x="761740" y="11201"/>
                    </a:cubicBezTo>
                    <a:lnTo>
                      <a:pt x="761740" y="11201"/>
                    </a:lnTo>
                    <a:cubicBezTo>
                      <a:pt x="758640" y="11201"/>
                      <a:pt x="756137" y="8700"/>
                      <a:pt x="756137" y="5601"/>
                    </a:cubicBezTo>
                    <a:close/>
                    <a:moveTo>
                      <a:pt x="725885" y="5601"/>
                    </a:moveTo>
                    <a:cubicBezTo>
                      <a:pt x="725885" y="2505"/>
                      <a:pt x="728387" y="0"/>
                      <a:pt x="731487" y="0"/>
                    </a:cubicBezTo>
                    <a:lnTo>
                      <a:pt x="731487" y="0"/>
                    </a:lnTo>
                    <a:cubicBezTo>
                      <a:pt x="734587" y="0"/>
                      <a:pt x="737089" y="2505"/>
                      <a:pt x="737089" y="5601"/>
                    </a:cubicBezTo>
                    <a:lnTo>
                      <a:pt x="737089" y="5601"/>
                    </a:lnTo>
                    <a:cubicBezTo>
                      <a:pt x="737089" y="8700"/>
                      <a:pt x="734587" y="11201"/>
                      <a:pt x="731487" y="11201"/>
                    </a:cubicBezTo>
                    <a:lnTo>
                      <a:pt x="731487" y="11201"/>
                    </a:lnTo>
                    <a:cubicBezTo>
                      <a:pt x="728387" y="11201"/>
                      <a:pt x="725885" y="8700"/>
                      <a:pt x="725885" y="5601"/>
                    </a:cubicBezTo>
                    <a:close/>
                    <a:moveTo>
                      <a:pt x="695632" y="5601"/>
                    </a:moveTo>
                    <a:cubicBezTo>
                      <a:pt x="695632" y="2505"/>
                      <a:pt x="698134" y="0"/>
                      <a:pt x="701234" y="0"/>
                    </a:cubicBezTo>
                    <a:lnTo>
                      <a:pt x="701234" y="0"/>
                    </a:lnTo>
                    <a:cubicBezTo>
                      <a:pt x="704334" y="0"/>
                      <a:pt x="706837" y="2505"/>
                      <a:pt x="706837" y="5601"/>
                    </a:cubicBezTo>
                    <a:lnTo>
                      <a:pt x="706837" y="5601"/>
                    </a:lnTo>
                    <a:cubicBezTo>
                      <a:pt x="706837" y="8700"/>
                      <a:pt x="704334" y="11201"/>
                      <a:pt x="701234" y="11201"/>
                    </a:cubicBezTo>
                    <a:lnTo>
                      <a:pt x="701234" y="11201"/>
                    </a:lnTo>
                    <a:cubicBezTo>
                      <a:pt x="698134" y="11201"/>
                      <a:pt x="695632" y="8700"/>
                      <a:pt x="695632" y="5601"/>
                    </a:cubicBezTo>
                    <a:close/>
                    <a:moveTo>
                      <a:pt x="665416" y="5601"/>
                    </a:moveTo>
                    <a:cubicBezTo>
                      <a:pt x="665416" y="2505"/>
                      <a:pt x="667881" y="0"/>
                      <a:pt x="670981" y="0"/>
                    </a:cubicBezTo>
                    <a:lnTo>
                      <a:pt x="670981" y="0"/>
                    </a:lnTo>
                    <a:cubicBezTo>
                      <a:pt x="674081" y="0"/>
                      <a:pt x="676583" y="2505"/>
                      <a:pt x="676583" y="5601"/>
                    </a:cubicBezTo>
                    <a:lnTo>
                      <a:pt x="676583" y="5601"/>
                    </a:lnTo>
                    <a:cubicBezTo>
                      <a:pt x="676583" y="8700"/>
                      <a:pt x="674081" y="11201"/>
                      <a:pt x="670981" y="11201"/>
                    </a:cubicBezTo>
                    <a:lnTo>
                      <a:pt x="670981" y="11201"/>
                    </a:lnTo>
                    <a:cubicBezTo>
                      <a:pt x="667881" y="11201"/>
                      <a:pt x="665416" y="8700"/>
                      <a:pt x="665416" y="5601"/>
                    </a:cubicBezTo>
                    <a:close/>
                    <a:moveTo>
                      <a:pt x="635163" y="5601"/>
                    </a:moveTo>
                    <a:cubicBezTo>
                      <a:pt x="635163" y="2505"/>
                      <a:pt x="637665" y="0"/>
                      <a:pt x="640765" y="0"/>
                    </a:cubicBezTo>
                    <a:lnTo>
                      <a:pt x="640765" y="0"/>
                    </a:lnTo>
                    <a:cubicBezTo>
                      <a:pt x="643828" y="0"/>
                      <a:pt x="646368" y="2505"/>
                      <a:pt x="646368" y="5601"/>
                    </a:cubicBezTo>
                    <a:lnTo>
                      <a:pt x="646368" y="5601"/>
                    </a:lnTo>
                    <a:cubicBezTo>
                      <a:pt x="646368" y="8700"/>
                      <a:pt x="643828" y="11201"/>
                      <a:pt x="640765" y="11201"/>
                    </a:cubicBezTo>
                    <a:lnTo>
                      <a:pt x="640765" y="11201"/>
                    </a:lnTo>
                    <a:cubicBezTo>
                      <a:pt x="637665" y="11201"/>
                      <a:pt x="635163" y="8700"/>
                      <a:pt x="635163" y="5601"/>
                    </a:cubicBezTo>
                    <a:close/>
                    <a:moveTo>
                      <a:pt x="604910" y="5601"/>
                    </a:moveTo>
                    <a:cubicBezTo>
                      <a:pt x="604910" y="2505"/>
                      <a:pt x="607413" y="0"/>
                      <a:pt x="610512" y="0"/>
                    </a:cubicBezTo>
                    <a:lnTo>
                      <a:pt x="610512" y="0"/>
                    </a:lnTo>
                    <a:cubicBezTo>
                      <a:pt x="613612" y="0"/>
                      <a:pt x="616115" y="2505"/>
                      <a:pt x="616115" y="5601"/>
                    </a:cubicBezTo>
                    <a:lnTo>
                      <a:pt x="616115" y="5601"/>
                    </a:lnTo>
                    <a:cubicBezTo>
                      <a:pt x="616115" y="8700"/>
                      <a:pt x="613612" y="11201"/>
                      <a:pt x="610512" y="11201"/>
                    </a:cubicBezTo>
                    <a:lnTo>
                      <a:pt x="610512" y="11201"/>
                    </a:lnTo>
                    <a:cubicBezTo>
                      <a:pt x="607413" y="11201"/>
                      <a:pt x="604910" y="8700"/>
                      <a:pt x="604910" y="5601"/>
                    </a:cubicBezTo>
                    <a:close/>
                    <a:moveTo>
                      <a:pt x="574657" y="5601"/>
                    </a:moveTo>
                    <a:cubicBezTo>
                      <a:pt x="574657" y="2505"/>
                      <a:pt x="577159" y="0"/>
                      <a:pt x="580259" y="0"/>
                    </a:cubicBezTo>
                    <a:lnTo>
                      <a:pt x="580259" y="0"/>
                    </a:lnTo>
                    <a:cubicBezTo>
                      <a:pt x="583359" y="0"/>
                      <a:pt x="585862" y="2505"/>
                      <a:pt x="585862" y="5601"/>
                    </a:cubicBezTo>
                    <a:lnTo>
                      <a:pt x="585862" y="5601"/>
                    </a:lnTo>
                    <a:cubicBezTo>
                      <a:pt x="585862" y="8700"/>
                      <a:pt x="583359" y="11201"/>
                      <a:pt x="580259" y="11201"/>
                    </a:cubicBezTo>
                    <a:lnTo>
                      <a:pt x="580259" y="11201"/>
                    </a:lnTo>
                    <a:cubicBezTo>
                      <a:pt x="577159" y="11201"/>
                      <a:pt x="574657" y="8700"/>
                      <a:pt x="574657" y="5601"/>
                    </a:cubicBezTo>
                    <a:close/>
                    <a:moveTo>
                      <a:pt x="544404" y="5601"/>
                    </a:moveTo>
                    <a:cubicBezTo>
                      <a:pt x="544404" y="2505"/>
                      <a:pt x="546906" y="0"/>
                      <a:pt x="550007" y="0"/>
                    </a:cubicBezTo>
                    <a:lnTo>
                      <a:pt x="550007" y="0"/>
                    </a:lnTo>
                    <a:cubicBezTo>
                      <a:pt x="553106" y="0"/>
                      <a:pt x="555609" y="2505"/>
                      <a:pt x="555609" y="5601"/>
                    </a:cubicBezTo>
                    <a:lnTo>
                      <a:pt x="555609" y="5601"/>
                    </a:lnTo>
                    <a:cubicBezTo>
                      <a:pt x="555609" y="8700"/>
                      <a:pt x="553106" y="11201"/>
                      <a:pt x="550007" y="11201"/>
                    </a:cubicBezTo>
                    <a:lnTo>
                      <a:pt x="550007" y="11201"/>
                    </a:lnTo>
                    <a:cubicBezTo>
                      <a:pt x="546906" y="11201"/>
                      <a:pt x="544404" y="8700"/>
                      <a:pt x="544404" y="5601"/>
                    </a:cubicBezTo>
                    <a:close/>
                    <a:moveTo>
                      <a:pt x="514188" y="5601"/>
                    </a:moveTo>
                    <a:cubicBezTo>
                      <a:pt x="514188" y="2505"/>
                      <a:pt x="516691" y="0"/>
                      <a:pt x="519791" y="0"/>
                    </a:cubicBezTo>
                    <a:lnTo>
                      <a:pt x="519791" y="0"/>
                    </a:lnTo>
                    <a:cubicBezTo>
                      <a:pt x="522854" y="0"/>
                      <a:pt x="525356" y="2505"/>
                      <a:pt x="525356" y="5601"/>
                    </a:cubicBezTo>
                    <a:lnTo>
                      <a:pt x="525356" y="5601"/>
                    </a:lnTo>
                    <a:cubicBezTo>
                      <a:pt x="525356" y="8700"/>
                      <a:pt x="522854" y="11201"/>
                      <a:pt x="519791" y="11201"/>
                    </a:cubicBezTo>
                    <a:lnTo>
                      <a:pt x="519791" y="11201"/>
                    </a:lnTo>
                    <a:cubicBezTo>
                      <a:pt x="516691" y="11201"/>
                      <a:pt x="514188" y="8700"/>
                      <a:pt x="514188" y="5601"/>
                    </a:cubicBezTo>
                    <a:close/>
                    <a:moveTo>
                      <a:pt x="483935" y="5601"/>
                    </a:moveTo>
                    <a:cubicBezTo>
                      <a:pt x="483935" y="2505"/>
                      <a:pt x="486438" y="0"/>
                      <a:pt x="489538" y="0"/>
                    </a:cubicBezTo>
                    <a:lnTo>
                      <a:pt x="489538" y="0"/>
                    </a:lnTo>
                    <a:cubicBezTo>
                      <a:pt x="492638" y="0"/>
                      <a:pt x="495140" y="2505"/>
                      <a:pt x="495140" y="5601"/>
                    </a:cubicBezTo>
                    <a:lnTo>
                      <a:pt x="495140" y="5601"/>
                    </a:lnTo>
                    <a:cubicBezTo>
                      <a:pt x="495140" y="8700"/>
                      <a:pt x="492638" y="11201"/>
                      <a:pt x="489538" y="11201"/>
                    </a:cubicBezTo>
                    <a:lnTo>
                      <a:pt x="489538" y="11201"/>
                    </a:lnTo>
                    <a:cubicBezTo>
                      <a:pt x="486438" y="11201"/>
                      <a:pt x="483935" y="8700"/>
                      <a:pt x="483935" y="5601"/>
                    </a:cubicBezTo>
                    <a:close/>
                    <a:moveTo>
                      <a:pt x="453682" y="5601"/>
                    </a:moveTo>
                    <a:cubicBezTo>
                      <a:pt x="453682" y="2505"/>
                      <a:pt x="456185" y="0"/>
                      <a:pt x="459285" y="0"/>
                    </a:cubicBezTo>
                    <a:lnTo>
                      <a:pt x="459285" y="0"/>
                    </a:lnTo>
                    <a:cubicBezTo>
                      <a:pt x="462385" y="0"/>
                      <a:pt x="464887" y="2505"/>
                      <a:pt x="464887" y="5601"/>
                    </a:cubicBezTo>
                    <a:lnTo>
                      <a:pt x="464887" y="5601"/>
                    </a:lnTo>
                    <a:cubicBezTo>
                      <a:pt x="464887" y="8700"/>
                      <a:pt x="462385" y="11201"/>
                      <a:pt x="459285" y="11201"/>
                    </a:cubicBezTo>
                    <a:lnTo>
                      <a:pt x="459285" y="11201"/>
                    </a:lnTo>
                    <a:cubicBezTo>
                      <a:pt x="456185" y="11201"/>
                      <a:pt x="453682" y="8700"/>
                      <a:pt x="453682" y="5601"/>
                    </a:cubicBezTo>
                    <a:close/>
                    <a:moveTo>
                      <a:pt x="423430" y="5601"/>
                    </a:moveTo>
                    <a:cubicBezTo>
                      <a:pt x="423430" y="2505"/>
                      <a:pt x="425932" y="0"/>
                      <a:pt x="429032" y="0"/>
                    </a:cubicBezTo>
                    <a:lnTo>
                      <a:pt x="429032" y="0"/>
                    </a:lnTo>
                    <a:cubicBezTo>
                      <a:pt x="432132" y="0"/>
                      <a:pt x="434634" y="2505"/>
                      <a:pt x="434634" y="5601"/>
                    </a:cubicBezTo>
                    <a:lnTo>
                      <a:pt x="434634" y="5601"/>
                    </a:lnTo>
                    <a:cubicBezTo>
                      <a:pt x="434634" y="8700"/>
                      <a:pt x="432132" y="11201"/>
                      <a:pt x="429032" y="11201"/>
                    </a:cubicBezTo>
                    <a:lnTo>
                      <a:pt x="429032" y="11201"/>
                    </a:lnTo>
                    <a:cubicBezTo>
                      <a:pt x="425932" y="11201"/>
                      <a:pt x="423430" y="8700"/>
                      <a:pt x="423430" y="5601"/>
                    </a:cubicBezTo>
                    <a:close/>
                    <a:moveTo>
                      <a:pt x="393176" y="5601"/>
                    </a:moveTo>
                    <a:cubicBezTo>
                      <a:pt x="393176" y="2505"/>
                      <a:pt x="395716" y="0"/>
                      <a:pt x="398779" y="0"/>
                    </a:cubicBezTo>
                    <a:lnTo>
                      <a:pt x="398779" y="0"/>
                    </a:lnTo>
                    <a:cubicBezTo>
                      <a:pt x="401879" y="0"/>
                      <a:pt x="404381" y="2505"/>
                      <a:pt x="404381" y="5601"/>
                    </a:cubicBezTo>
                    <a:lnTo>
                      <a:pt x="404381" y="5601"/>
                    </a:lnTo>
                    <a:cubicBezTo>
                      <a:pt x="404381" y="8700"/>
                      <a:pt x="401879" y="11201"/>
                      <a:pt x="398779" y="11201"/>
                    </a:cubicBezTo>
                    <a:lnTo>
                      <a:pt x="398779" y="11201"/>
                    </a:lnTo>
                    <a:cubicBezTo>
                      <a:pt x="395716" y="11201"/>
                      <a:pt x="393176" y="8700"/>
                      <a:pt x="393176" y="5601"/>
                    </a:cubicBezTo>
                    <a:close/>
                    <a:moveTo>
                      <a:pt x="362923" y="5601"/>
                    </a:moveTo>
                    <a:cubicBezTo>
                      <a:pt x="362923" y="2505"/>
                      <a:pt x="365426" y="0"/>
                      <a:pt x="368526" y="0"/>
                    </a:cubicBezTo>
                    <a:lnTo>
                      <a:pt x="368526" y="0"/>
                    </a:lnTo>
                    <a:cubicBezTo>
                      <a:pt x="371626" y="0"/>
                      <a:pt x="374166" y="2505"/>
                      <a:pt x="374166" y="5601"/>
                    </a:cubicBezTo>
                    <a:lnTo>
                      <a:pt x="374166" y="5601"/>
                    </a:lnTo>
                    <a:cubicBezTo>
                      <a:pt x="374166" y="8700"/>
                      <a:pt x="371626" y="11201"/>
                      <a:pt x="368526" y="11201"/>
                    </a:cubicBezTo>
                    <a:lnTo>
                      <a:pt x="368526" y="11201"/>
                    </a:lnTo>
                    <a:cubicBezTo>
                      <a:pt x="365426" y="11201"/>
                      <a:pt x="362923" y="8700"/>
                      <a:pt x="362923" y="5601"/>
                    </a:cubicBezTo>
                    <a:close/>
                    <a:moveTo>
                      <a:pt x="332708" y="5601"/>
                    </a:moveTo>
                    <a:cubicBezTo>
                      <a:pt x="332708" y="2505"/>
                      <a:pt x="335210" y="0"/>
                      <a:pt x="338310" y="0"/>
                    </a:cubicBezTo>
                    <a:lnTo>
                      <a:pt x="338310" y="0"/>
                    </a:lnTo>
                    <a:cubicBezTo>
                      <a:pt x="341410" y="0"/>
                      <a:pt x="343913" y="2505"/>
                      <a:pt x="343913" y="5601"/>
                    </a:cubicBezTo>
                    <a:lnTo>
                      <a:pt x="343913" y="5601"/>
                    </a:lnTo>
                    <a:cubicBezTo>
                      <a:pt x="343913" y="8700"/>
                      <a:pt x="341410" y="11201"/>
                      <a:pt x="338310" y="11201"/>
                    </a:cubicBezTo>
                    <a:lnTo>
                      <a:pt x="338310" y="11201"/>
                    </a:lnTo>
                    <a:cubicBezTo>
                      <a:pt x="335210" y="11201"/>
                      <a:pt x="332708" y="8700"/>
                      <a:pt x="332708" y="5601"/>
                    </a:cubicBezTo>
                    <a:close/>
                    <a:moveTo>
                      <a:pt x="302455" y="5601"/>
                    </a:moveTo>
                    <a:cubicBezTo>
                      <a:pt x="302455" y="2505"/>
                      <a:pt x="304957" y="0"/>
                      <a:pt x="308057" y="0"/>
                    </a:cubicBezTo>
                    <a:lnTo>
                      <a:pt x="308057" y="0"/>
                    </a:lnTo>
                    <a:cubicBezTo>
                      <a:pt x="311157" y="0"/>
                      <a:pt x="313660" y="2505"/>
                      <a:pt x="313660" y="5601"/>
                    </a:cubicBezTo>
                    <a:lnTo>
                      <a:pt x="313660" y="5601"/>
                    </a:lnTo>
                    <a:cubicBezTo>
                      <a:pt x="313660" y="8700"/>
                      <a:pt x="311157" y="11201"/>
                      <a:pt x="308057" y="11201"/>
                    </a:cubicBezTo>
                    <a:lnTo>
                      <a:pt x="308057" y="11201"/>
                    </a:lnTo>
                    <a:cubicBezTo>
                      <a:pt x="304957" y="11201"/>
                      <a:pt x="302455" y="8700"/>
                      <a:pt x="302455" y="5601"/>
                    </a:cubicBezTo>
                    <a:close/>
                    <a:moveTo>
                      <a:pt x="272202" y="5601"/>
                    </a:moveTo>
                    <a:cubicBezTo>
                      <a:pt x="272202" y="2505"/>
                      <a:pt x="274704" y="0"/>
                      <a:pt x="277805" y="0"/>
                    </a:cubicBezTo>
                    <a:lnTo>
                      <a:pt x="277805" y="0"/>
                    </a:lnTo>
                    <a:cubicBezTo>
                      <a:pt x="280904" y="0"/>
                      <a:pt x="283407" y="2505"/>
                      <a:pt x="283407" y="5601"/>
                    </a:cubicBezTo>
                    <a:lnTo>
                      <a:pt x="283407" y="5601"/>
                    </a:lnTo>
                    <a:cubicBezTo>
                      <a:pt x="283407" y="8700"/>
                      <a:pt x="280904" y="11201"/>
                      <a:pt x="277805" y="11201"/>
                    </a:cubicBezTo>
                    <a:lnTo>
                      <a:pt x="277805" y="11201"/>
                    </a:lnTo>
                    <a:cubicBezTo>
                      <a:pt x="274704" y="11201"/>
                      <a:pt x="272202" y="8700"/>
                      <a:pt x="272202" y="5601"/>
                    </a:cubicBezTo>
                    <a:close/>
                    <a:moveTo>
                      <a:pt x="241949" y="5601"/>
                    </a:moveTo>
                    <a:cubicBezTo>
                      <a:pt x="241949" y="2505"/>
                      <a:pt x="244451" y="0"/>
                      <a:pt x="247551" y="0"/>
                    </a:cubicBezTo>
                    <a:lnTo>
                      <a:pt x="247551" y="0"/>
                    </a:lnTo>
                    <a:cubicBezTo>
                      <a:pt x="250651" y="0"/>
                      <a:pt x="253154" y="2505"/>
                      <a:pt x="253154" y="5601"/>
                    </a:cubicBezTo>
                    <a:lnTo>
                      <a:pt x="253154" y="5601"/>
                    </a:lnTo>
                    <a:cubicBezTo>
                      <a:pt x="253154" y="8700"/>
                      <a:pt x="250651" y="11201"/>
                      <a:pt x="247551" y="11201"/>
                    </a:cubicBezTo>
                    <a:lnTo>
                      <a:pt x="247551" y="11201"/>
                    </a:lnTo>
                    <a:cubicBezTo>
                      <a:pt x="244451" y="11201"/>
                      <a:pt x="241949" y="8700"/>
                      <a:pt x="241949" y="5601"/>
                    </a:cubicBezTo>
                    <a:close/>
                    <a:moveTo>
                      <a:pt x="211733" y="5601"/>
                    </a:moveTo>
                    <a:cubicBezTo>
                      <a:pt x="211733" y="2505"/>
                      <a:pt x="214236" y="0"/>
                      <a:pt x="217336" y="0"/>
                    </a:cubicBezTo>
                    <a:lnTo>
                      <a:pt x="217336" y="0"/>
                    </a:lnTo>
                    <a:cubicBezTo>
                      <a:pt x="220399" y="0"/>
                      <a:pt x="222901" y="2505"/>
                      <a:pt x="222901" y="5601"/>
                    </a:cubicBezTo>
                    <a:lnTo>
                      <a:pt x="222901" y="5601"/>
                    </a:lnTo>
                    <a:cubicBezTo>
                      <a:pt x="222901" y="8700"/>
                      <a:pt x="220399" y="11201"/>
                      <a:pt x="217336" y="11201"/>
                    </a:cubicBezTo>
                    <a:lnTo>
                      <a:pt x="217336" y="11201"/>
                    </a:lnTo>
                    <a:cubicBezTo>
                      <a:pt x="214236" y="11201"/>
                      <a:pt x="211733" y="8700"/>
                      <a:pt x="211733" y="5601"/>
                    </a:cubicBezTo>
                    <a:close/>
                    <a:moveTo>
                      <a:pt x="181480" y="5601"/>
                    </a:moveTo>
                    <a:cubicBezTo>
                      <a:pt x="181480" y="2505"/>
                      <a:pt x="183983" y="0"/>
                      <a:pt x="187083" y="0"/>
                    </a:cubicBezTo>
                    <a:lnTo>
                      <a:pt x="187083" y="0"/>
                    </a:lnTo>
                    <a:cubicBezTo>
                      <a:pt x="190145" y="0"/>
                      <a:pt x="192685" y="2505"/>
                      <a:pt x="192685" y="5601"/>
                    </a:cubicBezTo>
                    <a:lnTo>
                      <a:pt x="192685" y="5601"/>
                    </a:lnTo>
                    <a:cubicBezTo>
                      <a:pt x="192685" y="8700"/>
                      <a:pt x="190145" y="11201"/>
                      <a:pt x="187083" y="11201"/>
                    </a:cubicBezTo>
                    <a:lnTo>
                      <a:pt x="187083" y="11201"/>
                    </a:lnTo>
                    <a:cubicBezTo>
                      <a:pt x="183983" y="11201"/>
                      <a:pt x="181480" y="8700"/>
                      <a:pt x="181480" y="5601"/>
                    </a:cubicBezTo>
                    <a:close/>
                    <a:moveTo>
                      <a:pt x="151227" y="5601"/>
                    </a:moveTo>
                    <a:cubicBezTo>
                      <a:pt x="151227" y="2505"/>
                      <a:pt x="153730" y="0"/>
                      <a:pt x="156830" y="0"/>
                    </a:cubicBezTo>
                    <a:lnTo>
                      <a:pt x="156830" y="0"/>
                    </a:lnTo>
                    <a:cubicBezTo>
                      <a:pt x="159930" y="0"/>
                      <a:pt x="162432" y="2505"/>
                      <a:pt x="162432" y="5601"/>
                    </a:cubicBezTo>
                    <a:lnTo>
                      <a:pt x="162432" y="5601"/>
                    </a:lnTo>
                    <a:cubicBezTo>
                      <a:pt x="162432" y="8700"/>
                      <a:pt x="159930" y="11201"/>
                      <a:pt x="156830" y="11201"/>
                    </a:cubicBezTo>
                    <a:lnTo>
                      <a:pt x="156830" y="11201"/>
                    </a:lnTo>
                    <a:cubicBezTo>
                      <a:pt x="153730" y="11201"/>
                      <a:pt x="151227" y="8700"/>
                      <a:pt x="151227" y="5601"/>
                    </a:cubicBezTo>
                    <a:close/>
                    <a:moveTo>
                      <a:pt x="120974" y="5601"/>
                    </a:moveTo>
                    <a:cubicBezTo>
                      <a:pt x="120974" y="2505"/>
                      <a:pt x="123477" y="0"/>
                      <a:pt x="126577" y="0"/>
                    </a:cubicBezTo>
                    <a:lnTo>
                      <a:pt x="126577" y="0"/>
                    </a:lnTo>
                    <a:cubicBezTo>
                      <a:pt x="129677" y="0"/>
                      <a:pt x="132179" y="2505"/>
                      <a:pt x="132179" y="5601"/>
                    </a:cubicBezTo>
                    <a:lnTo>
                      <a:pt x="132179" y="5601"/>
                    </a:lnTo>
                    <a:cubicBezTo>
                      <a:pt x="132179" y="8700"/>
                      <a:pt x="129677" y="11201"/>
                      <a:pt x="126577" y="11201"/>
                    </a:cubicBezTo>
                    <a:lnTo>
                      <a:pt x="126577" y="11201"/>
                    </a:lnTo>
                    <a:cubicBezTo>
                      <a:pt x="123477" y="11201"/>
                      <a:pt x="120974" y="8700"/>
                      <a:pt x="120974" y="5601"/>
                    </a:cubicBezTo>
                    <a:close/>
                    <a:moveTo>
                      <a:pt x="90721" y="5601"/>
                    </a:moveTo>
                    <a:cubicBezTo>
                      <a:pt x="90721" y="2505"/>
                      <a:pt x="93224" y="0"/>
                      <a:pt x="96324" y="0"/>
                    </a:cubicBezTo>
                    <a:lnTo>
                      <a:pt x="96324" y="0"/>
                    </a:lnTo>
                    <a:cubicBezTo>
                      <a:pt x="99424" y="0"/>
                      <a:pt x="101926" y="2505"/>
                      <a:pt x="101926" y="5601"/>
                    </a:cubicBezTo>
                    <a:lnTo>
                      <a:pt x="101926" y="5601"/>
                    </a:lnTo>
                    <a:cubicBezTo>
                      <a:pt x="101926" y="8700"/>
                      <a:pt x="99424" y="11201"/>
                      <a:pt x="96324" y="11201"/>
                    </a:cubicBezTo>
                    <a:lnTo>
                      <a:pt x="96324" y="11201"/>
                    </a:lnTo>
                    <a:cubicBezTo>
                      <a:pt x="93224" y="11201"/>
                      <a:pt x="90721" y="8700"/>
                      <a:pt x="90721" y="5601"/>
                    </a:cubicBezTo>
                    <a:close/>
                    <a:moveTo>
                      <a:pt x="60468" y="5601"/>
                    </a:moveTo>
                    <a:cubicBezTo>
                      <a:pt x="60468" y="2505"/>
                      <a:pt x="63008" y="0"/>
                      <a:pt x="66108" y="0"/>
                    </a:cubicBezTo>
                    <a:lnTo>
                      <a:pt x="66108" y="0"/>
                    </a:lnTo>
                    <a:cubicBezTo>
                      <a:pt x="69171" y="0"/>
                      <a:pt x="71711" y="2505"/>
                      <a:pt x="71711" y="5601"/>
                    </a:cubicBezTo>
                    <a:lnTo>
                      <a:pt x="71711" y="5601"/>
                    </a:lnTo>
                    <a:cubicBezTo>
                      <a:pt x="71711" y="8700"/>
                      <a:pt x="69171" y="11201"/>
                      <a:pt x="66108" y="11201"/>
                    </a:cubicBezTo>
                    <a:lnTo>
                      <a:pt x="66108" y="11201"/>
                    </a:lnTo>
                    <a:cubicBezTo>
                      <a:pt x="63008" y="11201"/>
                      <a:pt x="60468" y="8700"/>
                      <a:pt x="60468" y="5601"/>
                    </a:cubicBezTo>
                    <a:close/>
                    <a:moveTo>
                      <a:pt x="30253" y="5601"/>
                    </a:moveTo>
                    <a:cubicBezTo>
                      <a:pt x="30253" y="2505"/>
                      <a:pt x="32755" y="0"/>
                      <a:pt x="35855" y="0"/>
                    </a:cubicBezTo>
                    <a:lnTo>
                      <a:pt x="35855" y="0"/>
                    </a:lnTo>
                    <a:cubicBezTo>
                      <a:pt x="38955" y="0"/>
                      <a:pt x="41458" y="2505"/>
                      <a:pt x="41458" y="5601"/>
                    </a:cubicBezTo>
                    <a:lnTo>
                      <a:pt x="41458" y="5601"/>
                    </a:lnTo>
                    <a:cubicBezTo>
                      <a:pt x="41458" y="8700"/>
                      <a:pt x="38955" y="11201"/>
                      <a:pt x="35855" y="11201"/>
                    </a:cubicBezTo>
                    <a:lnTo>
                      <a:pt x="35855" y="11201"/>
                    </a:lnTo>
                    <a:cubicBezTo>
                      <a:pt x="32755" y="11201"/>
                      <a:pt x="30253" y="8700"/>
                      <a:pt x="30253" y="5601"/>
                    </a:cubicBezTo>
                    <a:close/>
                    <a:moveTo>
                      <a:pt x="0" y="5601"/>
                    </a:moveTo>
                    <a:cubicBezTo>
                      <a:pt x="0" y="2505"/>
                      <a:pt x="2502" y="0"/>
                      <a:pt x="5602" y="0"/>
                    </a:cubicBezTo>
                    <a:lnTo>
                      <a:pt x="5602" y="0"/>
                    </a:lnTo>
                    <a:cubicBezTo>
                      <a:pt x="8702" y="0"/>
                      <a:pt x="11205" y="2505"/>
                      <a:pt x="11205" y="5601"/>
                    </a:cubicBezTo>
                    <a:lnTo>
                      <a:pt x="11205" y="5601"/>
                    </a:lnTo>
                    <a:cubicBezTo>
                      <a:pt x="11205" y="8700"/>
                      <a:pt x="8702" y="11201"/>
                      <a:pt x="5602" y="11201"/>
                    </a:cubicBezTo>
                    <a:lnTo>
                      <a:pt x="5602" y="11201"/>
                    </a:lnTo>
                    <a:cubicBezTo>
                      <a:pt x="2502" y="11201"/>
                      <a:pt x="0" y="8700"/>
                      <a:pt x="0" y="560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1" name="Google Shape;2421;p90"/>
              <p:cNvSpPr/>
              <p:nvPr/>
            </p:nvSpPr>
            <p:spPr>
              <a:xfrm>
                <a:off x="7879371" y="1530916"/>
                <a:ext cx="11204" cy="11209"/>
              </a:xfrm>
              <a:custGeom>
                <a:rect b="b" l="l" r="r" t="t"/>
                <a:pathLst>
                  <a:path extrusionOk="0" h="11209" w="11204">
                    <a:moveTo>
                      <a:pt x="5602" y="11209"/>
                    </a:moveTo>
                    <a:cubicBezTo>
                      <a:pt x="4108" y="11209"/>
                      <a:pt x="2726" y="10615"/>
                      <a:pt x="1643" y="9532"/>
                    </a:cubicBezTo>
                    <a:cubicBezTo>
                      <a:pt x="598" y="8486"/>
                      <a:pt x="0" y="7104"/>
                      <a:pt x="0" y="5609"/>
                    </a:cubicBezTo>
                    <a:cubicBezTo>
                      <a:pt x="0" y="4117"/>
                      <a:pt x="598" y="2659"/>
                      <a:pt x="1643" y="1652"/>
                    </a:cubicBezTo>
                    <a:cubicBezTo>
                      <a:pt x="1905" y="1390"/>
                      <a:pt x="2203" y="1131"/>
                      <a:pt x="2503" y="941"/>
                    </a:cubicBezTo>
                    <a:cubicBezTo>
                      <a:pt x="2801" y="756"/>
                      <a:pt x="3137" y="570"/>
                      <a:pt x="3473" y="420"/>
                    </a:cubicBezTo>
                    <a:cubicBezTo>
                      <a:pt x="3810" y="271"/>
                      <a:pt x="4146" y="158"/>
                      <a:pt x="4519" y="85"/>
                    </a:cubicBezTo>
                    <a:cubicBezTo>
                      <a:pt x="5229" y="-28"/>
                      <a:pt x="5976" y="-28"/>
                      <a:pt x="6686" y="85"/>
                    </a:cubicBezTo>
                    <a:cubicBezTo>
                      <a:pt x="7059" y="157"/>
                      <a:pt x="7395" y="271"/>
                      <a:pt x="7731" y="420"/>
                    </a:cubicBezTo>
                    <a:cubicBezTo>
                      <a:pt x="8068" y="570"/>
                      <a:pt x="8404" y="756"/>
                      <a:pt x="8702" y="941"/>
                    </a:cubicBezTo>
                    <a:cubicBezTo>
                      <a:pt x="9039" y="1131"/>
                      <a:pt x="9300" y="1390"/>
                      <a:pt x="9561" y="1652"/>
                    </a:cubicBezTo>
                    <a:cubicBezTo>
                      <a:pt x="10607" y="2659"/>
                      <a:pt x="11205" y="4117"/>
                      <a:pt x="11205" y="5609"/>
                    </a:cubicBezTo>
                    <a:cubicBezTo>
                      <a:pt x="11205" y="7104"/>
                      <a:pt x="10644" y="8486"/>
                      <a:pt x="9561" y="9532"/>
                    </a:cubicBezTo>
                    <a:cubicBezTo>
                      <a:pt x="9039" y="10090"/>
                      <a:pt x="8441" y="10502"/>
                      <a:pt x="7769" y="10765"/>
                    </a:cubicBezTo>
                    <a:cubicBezTo>
                      <a:pt x="7059" y="11060"/>
                      <a:pt x="6349" y="11209"/>
                      <a:pt x="5602" y="11209"/>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22" name="Google Shape;2422;p90"/>
            <p:cNvGrpSpPr/>
            <p:nvPr/>
          </p:nvGrpSpPr>
          <p:grpSpPr>
            <a:xfrm>
              <a:off x="6057487" y="1228502"/>
              <a:ext cx="821816" cy="273236"/>
              <a:chOff x="7971400" y="1434803"/>
              <a:chExt cx="1095755" cy="364315"/>
            </a:xfrm>
          </p:grpSpPr>
          <p:grpSp>
            <p:nvGrpSpPr>
              <p:cNvPr id="2423" name="Google Shape;2423;p90"/>
              <p:cNvGrpSpPr/>
              <p:nvPr/>
            </p:nvGrpSpPr>
            <p:grpSpPr>
              <a:xfrm>
                <a:off x="7971400" y="1703930"/>
                <a:ext cx="1095755" cy="95188"/>
                <a:chOff x="7971400" y="1703930"/>
                <a:chExt cx="1095755" cy="95188"/>
              </a:xfrm>
            </p:grpSpPr>
            <p:sp>
              <p:nvSpPr>
                <p:cNvPr id="2424" name="Google Shape;2424;p90"/>
                <p:cNvSpPr/>
                <p:nvPr/>
              </p:nvSpPr>
              <p:spPr>
                <a:xfrm>
                  <a:off x="7971400" y="1705184"/>
                  <a:ext cx="51056" cy="77259"/>
                </a:xfrm>
                <a:custGeom>
                  <a:rect b="b" l="l" r="r" t="t"/>
                  <a:pathLst>
                    <a:path extrusionOk="0" h="77259" w="51056">
                      <a:moveTo>
                        <a:pt x="46276" y="14584"/>
                      </a:moveTo>
                      <a:cubicBezTo>
                        <a:pt x="45865" y="15350"/>
                        <a:pt x="45416" y="15887"/>
                        <a:pt x="44931" y="16201"/>
                      </a:cubicBezTo>
                      <a:cubicBezTo>
                        <a:pt x="44408" y="16514"/>
                        <a:pt x="43811" y="16675"/>
                        <a:pt x="43138" y="16675"/>
                      </a:cubicBezTo>
                      <a:cubicBezTo>
                        <a:pt x="42429" y="16675"/>
                        <a:pt x="41645" y="16406"/>
                        <a:pt x="40785" y="15865"/>
                      </a:cubicBezTo>
                      <a:cubicBezTo>
                        <a:pt x="39889" y="15323"/>
                        <a:pt x="38880" y="14722"/>
                        <a:pt x="37685" y="14058"/>
                      </a:cubicBezTo>
                      <a:cubicBezTo>
                        <a:pt x="36490" y="13397"/>
                        <a:pt x="35108" y="12796"/>
                        <a:pt x="33540" y="12258"/>
                      </a:cubicBezTo>
                      <a:cubicBezTo>
                        <a:pt x="31933" y="11717"/>
                        <a:pt x="30066" y="11448"/>
                        <a:pt x="27900" y="11448"/>
                      </a:cubicBezTo>
                      <a:cubicBezTo>
                        <a:pt x="25958" y="11448"/>
                        <a:pt x="24240" y="11679"/>
                        <a:pt x="22820" y="12153"/>
                      </a:cubicBezTo>
                      <a:cubicBezTo>
                        <a:pt x="21364" y="12620"/>
                        <a:pt x="20131" y="13277"/>
                        <a:pt x="19160" y="14114"/>
                      </a:cubicBezTo>
                      <a:cubicBezTo>
                        <a:pt x="18152" y="14946"/>
                        <a:pt x="17404" y="15951"/>
                        <a:pt x="16919" y="17119"/>
                      </a:cubicBezTo>
                      <a:cubicBezTo>
                        <a:pt x="16434" y="18288"/>
                        <a:pt x="16209" y="19569"/>
                        <a:pt x="16209" y="20961"/>
                      </a:cubicBezTo>
                      <a:cubicBezTo>
                        <a:pt x="16209" y="22735"/>
                        <a:pt x="16695" y="24221"/>
                        <a:pt x="17666" y="25405"/>
                      </a:cubicBezTo>
                      <a:cubicBezTo>
                        <a:pt x="18675" y="26588"/>
                        <a:pt x="19982" y="27600"/>
                        <a:pt x="21625" y="28436"/>
                      </a:cubicBezTo>
                      <a:cubicBezTo>
                        <a:pt x="23269" y="29269"/>
                        <a:pt x="25136" y="30023"/>
                        <a:pt x="27227" y="30684"/>
                      </a:cubicBezTo>
                      <a:cubicBezTo>
                        <a:pt x="29319" y="31345"/>
                        <a:pt x="31448" y="32051"/>
                        <a:pt x="33614" y="32801"/>
                      </a:cubicBezTo>
                      <a:cubicBezTo>
                        <a:pt x="35818" y="33552"/>
                        <a:pt x="37947" y="34418"/>
                        <a:pt x="40038" y="35415"/>
                      </a:cubicBezTo>
                      <a:cubicBezTo>
                        <a:pt x="42130" y="36408"/>
                        <a:pt x="43998" y="37663"/>
                        <a:pt x="45641" y="39178"/>
                      </a:cubicBezTo>
                      <a:cubicBezTo>
                        <a:pt x="47284" y="40694"/>
                        <a:pt x="48592" y="42550"/>
                        <a:pt x="49563" y="44745"/>
                      </a:cubicBezTo>
                      <a:cubicBezTo>
                        <a:pt x="50571" y="46941"/>
                        <a:pt x="51056" y="49607"/>
                        <a:pt x="51056" y="52743"/>
                      </a:cubicBezTo>
                      <a:cubicBezTo>
                        <a:pt x="51056" y="56160"/>
                        <a:pt x="50496" y="59356"/>
                        <a:pt x="49301" y="62335"/>
                      </a:cubicBezTo>
                      <a:cubicBezTo>
                        <a:pt x="48143" y="65315"/>
                        <a:pt x="46425" y="67910"/>
                        <a:pt x="44184" y="70124"/>
                      </a:cubicBezTo>
                      <a:cubicBezTo>
                        <a:pt x="41943" y="72338"/>
                        <a:pt x="39217" y="74078"/>
                        <a:pt x="35967" y="75351"/>
                      </a:cubicBezTo>
                      <a:cubicBezTo>
                        <a:pt x="32718" y="76621"/>
                        <a:pt x="29021" y="77259"/>
                        <a:pt x="24837" y="77259"/>
                      </a:cubicBezTo>
                      <a:cubicBezTo>
                        <a:pt x="22410" y="77259"/>
                        <a:pt x="20057" y="77020"/>
                        <a:pt x="17704" y="76553"/>
                      </a:cubicBezTo>
                      <a:cubicBezTo>
                        <a:pt x="15388" y="76079"/>
                        <a:pt x="13147" y="75411"/>
                        <a:pt x="10980" y="74541"/>
                      </a:cubicBezTo>
                      <a:cubicBezTo>
                        <a:pt x="8852" y="73667"/>
                        <a:pt x="6835" y="72625"/>
                        <a:pt x="4967" y="71405"/>
                      </a:cubicBezTo>
                      <a:cubicBezTo>
                        <a:pt x="3100" y="70184"/>
                        <a:pt x="1457" y="68825"/>
                        <a:pt x="0" y="67327"/>
                      </a:cubicBezTo>
                      <a:lnTo>
                        <a:pt x="4071" y="60584"/>
                      </a:lnTo>
                      <a:cubicBezTo>
                        <a:pt x="4444" y="60095"/>
                        <a:pt x="4893" y="59688"/>
                        <a:pt x="5453" y="59356"/>
                      </a:cubicBezTo>
                      <a:cubicBezTo>
                        <a:pt x="5976" y="59023"/>
                        <a:pt x="6574" y="58855"/>
                        <a:pt x="7246" y="58855"/>
                      </a:cubicBezTo>
                      <a:cubicBezTo>
                        <a:pt x="8142" y="58855"/>
                        <a:pt x="9076" y="59214"/>
                        <a:pt x="10084" y="59927"/>
                      </a:cubicBezTo>
                      <a:cubicBezTo>
                        <a:pt x="11093" y="60644"/>
                        <a:pt x="12288" y="61439"/>
                        <a:pt x="13670" y="62309"/>
                      </a:cubicBezTo>
                      <a:cubicBezTo>
                        <a:pt x="15052" y="63179"/>
                        <a:pt x="16658" y="63974"/>
                        <a:pt x="18525" y="64688"/>
                      </a:cubicBezTo>
                      <a:cubicBezTo>
                        <a:pt x="20393" y="65401"/>
                        <a:pt x="22633" y="65759"/>
                        <a:pt x="25248" y="65759"/>
                      </a:cubicBezTo>
                      <a:cubicBezTo>
                        <a:pt x="29244" y="65759"/>
                        <a:pt x="32344" y="64807"/>
                        <a:pt x="34548" y="62910"/>
                      </a:cubicBezTo>
                      <a:cubicBezTo>
                        <a:pt x="36752" y="61010"/>
                        <a:pt x="37835" y="58284"/>
                        <a:pt x="37835" y="54730"/>
                      </a:cubicBezTo>
                      <a:cubicBezTo>
                        <a:pt x="37835" y="52743"/>
                        <a:pt x="37349" y="51123"/>
                        <a:pt x="36341" y="49868"/>
                      </a:cubicBezTo>
                      <a:cubicBezTo>
                        <a:pt x="35370" y="48610"/>
                        <a:pt x="34025" y="47561"/>
                        <a:pt x="32419" y="46706"/>
                      </a:cubicBezTo>
                      <a:cubicBezTo>
                        <a:pt x="30776" y="45854"/>
                        <a:pt x="28908" y="45126"/>
                        <a:pt x="26817" y="44533"/>
                      </a:cubicBezTo>
                      <a:cubicBezTo>
                        <a:pt x="24725" y="43943"/>
                        <a:pt x="22596" y="43301"/>
                        <a:pt x="20430" y="42602"/>
                      </a:cubicBezTo>
                      <a:cubicBezTo>
                        <a:pt x="18264" y="41904"/>
                        <a:pt x="16135" y="41071"/>
                        <a:pt x="14043" y="40093"/>
                      </a:cubicBezTo>
                      <a:cubicBezTo>
                        <a:pt x="11952" y="39115"/>
                        <a:pt x="10084" y="37845"/>
                        <a:pt x="8441" y="36277"/>
                      </a:cubicBezTo>
                      <a:cubicBezTo>
                        <a:pt x="6797" y="34709"/>
                        <a:pt x="5490" y="32749"/>
                        <a:pt x="4519" y="30393"/>
                      </a:cubicBezTo>
                      <a:cubicBezTo>
                        <a:pt x="3511" y="28044"/>
                        <a:pt x="3025" y="25143"/>
                        <a:pt x="3025" y="21693"/>
                      </a:cubicBezTo>
                      <a:cubicBezTo>
                        <a:pt x="3025" y="18941"/>
                        <a:pt x="3548" y="16257"/>
                        <a:pt x="4669" y="13643"/>
                      </a:cubicBezTo>
                      <a:cubicBezTo>
                        <a:pt x="5751" y="11030"/>
                        <a:pt x="7358" y="8715"/>
                        <a:pt x="9486" y="6691"/>
                      </a:cubicBezTo>
                      <a:cubicBezTo>
                        <a:pt x="11578" y="4667"/>
                        <a:pt x="14155" y="3047"/>
                        <a:pt x="17255" y="1830"/>
                      </a:cubicBezTo>
                      <a:cubicBezTo>
                        <a:pt x="20318" y="612"/>
                        <a:pt x="23829" y="0"/>
                        <a:pt x="27750" y="0"/>
                      </a:cubicBezTo>
                      <a:cubicBezTo>
                        <a:pt x="32195" y="0"/>
                        <a:pt x="36341" y="698"/>
                        <a:pt x="40076" y="2091"/>
                      </a:cubicBezTo>
                      <a:cubicBezTo>
                        <a:pt x="43848" y="3484"/>
                        <a:pt x="47060" y="5436"/>
                        <a:pt x="49712" y="7945"/>
                      </a:cubicBezTo>
                      <a:lnTo>
                        <a:pt x="46276" y="14584"/>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5" name="Google Shape;2425;p90"/>
                <p:cNvSpPr/>
                <p:nvPr/>
              </p:nvSpPr>
              <p:spPr>
                <a:xfrm>
                  <a:off x="8032503" y="1727139"/>
                  <a:ext cx="46761" cy="54468"/>
                </a:xfrm>
                <a:custGeom>
                  <a:rect b="b" l="l" r="r" t="t"/>
                  <a:pathLst>
                    <a:path extrusionOk="0" h="54468" w="46761">
                      <a:moveTo>
                        <a:pt x="0" y="54468"/>
                      </a:moveTo>
                      <a:lnTo>
                        <a:pt x="0" y="836"/>
                      </a:lnTo>
                      <a:lnTo>
                        <a:pt x="7918" y="836"/>
                      </a:lnTo>
                      <a:cubicBezTo>
                        <a:pt x="9561" y="836"/>
                        <a:pt x="10682" y="1620"/>
                        <a:pt x="11205" y="3189"/>
                      </a:cubicBezTo>
                      <a:lnTo>
                        <a:pt x="12101" y="7423"/>
                      </a:lnTo>
                      <a:cubicBezTo>
                        <a:pt x="13184" y="6310"/>
                        <a:pt x="14305" y="5294"/>
                        <a:pt x="15500" y="4391"/>
                      </a:cubicBezTo>
                      <a:cubicBezTo>
                        <a:pt x="16732" y="3484"/>
                        <a:pt x="18002" y="2700"/>
                        <a:pt x="19347" y="2035"/>
                      </a:cubicBezTo>
                      <a:cubicBezTo>
                        <a:pt x="20654" y="1378"/>
                        <a:pt x="22111" y="870"/>
                        <a:pt x="23642" y="519"/>
                      </a:cubicBezTo>
                      <a:cubicBezTo>
                        <a:pt x="25173" y="175"/>
                        <a:pt x="26854" y="0"/>
                        <a:pt x="28647" y="0"/>
                      </a:cubicBezTo>
                      <a:cubicBezTo>
                        <a:pt x="31597" y="0"/>
                        <a:pt x="34175" y="497"/>
                        <a:pt x="36453" y="1490"/>
                      </a:cubicBezTo>
                      <a:cubicBezTo>
                        <a:pt x="38731" y="2479"/>
                        <a:pt x="40599" y="3872"/>
                        <a:pt x="42130" y="5672"/>
                      </a:cubicBezTo>
                      <a:cubicBezTo>
                        <a:pt x="43661" y="7464"/>
                        <a:pt x="44782" y="9611"/>
                        <a:pt x="45566" y="12101"/>
                      </a:cubicBezTo>
                      <a:cubicBezTo>
                        <a:pt x="46351" y="14595"/>
                        <a:pt x="46761" y="17336"/>
                        <a:pt x="46761" y="20334"/>
                      </a:cubicBezTo>
                      <a:lnTo>
                        <a:pt x="46761" y="54468"/>
                      </a:lnTo>
                      <a:lnTo>
                        <a:pt x="33838" y="54468"/>
                      </a:lnTo>
                      <a:lnTo>
                        <a:pt x="33838" y="20334"/>
                      </a:lnTo>
                      <a:cubicBezTo>
                        <a:pt x="33838" y="17060"/>
                        <a:pt x="33091" y="14521"/>
                        <a:pt x="31560" y="12728"/>
                      </a:cubicBezTo>
                      <a:cubicBezTo>
                        <a:pt x="30029" y="10932"/>
                        <a:pt x="27788" y="10036"/>
                        <a:pt x="24725" y="10036"/>
                      </a:cubicBezTo>
                      <a:cubicBezTo>
                        <a:pt x="22522" y="10036"/>
                        <a:pt x="20430" y="10540"/>
                        <a:pt x="18450" y="11552"/>
                      </a:cubicBezTo>
                      <a:cubicBezTo>
                        <a:pt x="16509" y="12564"/>
                        <a:pt x="14678" y="13938"/>
                        <a:pt x="12923" y="15682"/>
                      </a:cubicBezTo>
                      <a:lnTo>
                        <a:pt x="12923"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6" name="Google Shape;2426;p90"/>
                <p:cNvSpPr/>
                <p:nvPr/>
              </p:nvSpPr>
              <p:spPr>
                <a:xfrm>
                  <a:off x="8088266" y="1727139"/>
                  <a:ext cx="53073" cy="55248"/>
                </a:xfrm>
                <a:custGeom>
                  <a:rect b="b" l="l" r="r" t="t"/>
                  <a:pathLst>
                    <a:path extrusionOk="0" h="55248" w="53073">
                      <a:moveTo>
                        <a:pt x="26593" y="0"/>
                      </a:moveTo>
                      <a:cubicBezTo>
                        <a:pt x="30589" y="0"/>
                        <a:pt x="34250" y="642"/>
                        <a:pt x="37499" y="1934"/>
                      </a:cubicBezTo>
                      <a:cubicBezTo>
                        <a:pt x="40748" y="3226"/>
                        <a:pt x="43549" y="5056"/>
                        <a:pt x="45828" y="7423"/>
                      </a:cubicBezTo>
                      <a:cubicBezTo>
                        <a:pt x="48143" y="9790"/>
                        <a:pt x="49936" y="12684"/>
                        <a:pt x="51169" y="16100"/>
                      </a:cubicBezTo>
                      <a:cubicBezTo>
                        <a:pt x="52439" y="19516"/>
                        <a:pt x="53074" y="23329"/>
                        <a:pt x="53074" y="27544"/>
                      </a:cubicBezTo>
                      <a:cubicBezTo>
                        <a:pt x="53074" y="31797"/>
                        <a:pt x="52439" y="35631"/>
                        <a:pt x="51169" y="39044"/>
                      </a:cubicBezTo>
                      <a:cubicBezTo>
                        <a:pt x="49936" y="42460"/>
                        <a:pt x="48143" y="45373"/>
                        <a:pt x="45828" y="47774"/>
                      </a:cubicBezTo>
                      <a:cubicBezTo>
                        <a:pt x="43549" y="50182"/>
                        <a:pt x="40748" y="52026"/>
                        <a:pt x="37499" y="53318"/>
                      </a:cubicBezTo>
                      <a:cubicBezTo>
                        <a:pt x="34250" y="54606"/>
                        <a:pt x="30589" y="55249"/>
                        <a:pt x="26593" y="55249"/>
                      </a:cubicBezTo>
                      <a:cubicBezTo>
                        <a:pt x="22597" y="55249"/>
                        <a:pt x="18936" y="54606"/>
                        <a:pt x="15687" y="53318"/>
                      </a:cubicBezTo>
                      <a:cubicBezTo>
                        <a:pt x="12400" y="52026"/>
                        <a:pt x="9599" y="50182"/>
                        <a:pt x="7283" y="47774"/>
                      </a:cubicBezTo>
                      <a:cubicBezTo>
                        <a:pt x="4968" y="45373"/>
                        <a:pt x="3175" y="42460"/>
                        <a:pt x="1905" y="39044"/>
                      </a:cubicBezTo>
                      <a:cubicBezTo>
                        <a:pt x="635" y="35631"/>
                        <a:pt x="0" y="31797"/>
                        <a:pt x="0" y="27544"/>
                      </a:cubicBezTo>
                      <a:cubicBezTo>
                        <a:pt x="0" y="23329"/>
                        <a:pt x="635" y="19516"/>
                        <a:pt x="1905" y="16100"/>
                      </a:cubicBezTo>
                      <a:cubicBezTo>
                        <a:pt x="3175" y="12684"/>
                        <a:pt x="4968" y="9790"/>
                        <a:pt x="7283" y="7423"/>
                      </a:cubicBezTo>
                      <a:cubicBezTo>
                        <a:pt x="9599" y="5056"/>
                        <a:pt x="12400" y="3226"/>
                        <a:pt x="15687" y="1934"/>
                      </a:cubicBezTo>
                      <a:cubicBezTo>
                        <a:pt x="18936" y="642"/>
                        <a:pt x="22597" y="0"/>
                        <a:pt x="26593" y="0"/>
                      </a:cubicBezTo>
                      <a:close/>
                      <a:moveTo>
                        <a:pt x="26593" y="45317"/>
                      </a:moveTo>
                      <a:cubicBezTo>
                        <a:pt x="31075" y="45317"/>
                        <a:pt x="34362" y="43823"/>
                        <a:pt x="36490" y="40825"/>
                      </a:cubicBezTo>
                      <a:cubicBezTo>
                        <a:pt x="38657" y="37827"/>
                        <a:pt x="39740" y="33436"/>
                        <a:pt x="39740" y="27652"/>
                      </a:cubicBezTo>
                      <a:cubicBezTo>
                        <a:pt x="39740" y="21869"/>
                        <a:pt x="38657" y="17459"/>
                        <a:pt x="36490" y="14427"/>
                      </a:cubicBezTo>
                      <a:cubicBezTo>
                        <a:pt x="34362" y="11392"/>
                        <a:pt x="31075" y="9880"/>
                        <a:pt x="26593" y="9880"/>
                      </a:cubicBezTo>
                      <a:cubicBezTo>
                        <a:pt x="22074" y="9880"/>
                        <a:pt x="18712" y="11403"/>
                        <a:pt x="16546" y="14453"/>
                      </a:cubicBezTo>
                      <a:cubicBezTo>
                        <a:pt x="14380" y="17504"/>
                        <a:pt x="13334" y="21902"/>
                        <a:pt x="13334" y="27652"/>
                      </a:cubicBezTo>
                      <a:cubicBezTo>
                        <a:pt x="13334" y="33402"/>
                        <a:pt x="14380" y="37786"/>
                        <a:pt x="16546" y="40795"/>
                      </a:cubicBezTo>
                      <a:cubicBezTo>
                        <a:pt x="18712" y="43816"/>
                        <a:pt x="22074" y="45317"/>
                        <a:pt x="26593" y="4531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7" name="Google Shape;2427;p90"/>
                <p:cNvSpPr/>
                <p:nvPr/>
              </p:nvSpPr>
              <p:spPr>
                <a:xfrm>
                  <a:off x="8144887" y="1727871"/>
                  <a:ext cx="81982" cy="53736"/>
                </a:xfrm>
                <a:custGeom>
                  <a:rect b="b" l="l" r="r" t="t"/>
                  <a:pathLst>
                    <a:path extrusionOk="0" h="53736" w="81982">
                      <a:moveTo>
                        <a:pt x="0" y="105"/>
                      </a:moveTo>
                      <a:lnTo>
                        <a:pt x="10234" y="105"/>
                      </a:lnTo>
                      <a:cubicBezTo>
                        <a:pt x="11205" y="105"/>
                        <a:pt x="12026" y="332"/>
                        <a:pt x="12699" y="784"/>
                      </a:cubicBezTo>
                      <a:cubicBezTo>
                        <a:pt x="13371" y="1240"/>
                        <a:pt x="13782" y="1811"/>
                        <a:pt x="13969" y="2509"/>
                      </a:cubicBezTo>
                      <a:lnTo>
                        <a:pt x="21625" y="31151"/>
                      </a:lnTo>
                      <a:cubicBezTo>
                        <a:pt x="22074" y="32719"/>
                        <a:pt x="22410" y="34254"/>
                        <a:pt x="22671" y="35755"/>
                      </a:cubicBezTo>
                      <a:cubicBezTo>
                        <a:pt x="22933" y="37252"/>
                        <a:pt x="23157" y="38753"/>
                        <a:pt x="23418" y="40250"/>
                      </a:cubicBezTo>
                      <a:cubicBezTo>
                        <a:pt x="23792" y="38753"/>
                        <a:pt x="24202" y="37252"/>
                        <a:pt x="24650" y="35755"/>
                      </a:cubicBezTo>
                      <a:cubicBezTo>
                        <a:pt x="25099" y="34254"/>
                        <a:pt x="25547" y="32719"/>
                        <a:pt x="26032" y="31151"/>
                      </a:cubicBezTo>
                      <a:lnTo>
                        <a:pt x="34922" y="2405"/>
                      </a:lnTo>
                      <a:cubicBezTo>
                        <a:pt x="35146" y="1706"/>
                        <a:pt x="35557" y="1131"/>
                        <a:pt x="36192" y="676"/>
                      </a:cubicBezTo>
                      <a:cubicBezTo>
                        <a:pt x="36789" y="224"/>
                        <a:pt x="37536" y="0"/>
                        <a:pt x="38358" y="0"/>
                      </a:cubicBezTo>
                      <a:lnTo>
                        <a:pt x="44072" y="0"/>
                      </a:lnTo>
                      <a:cubicBezTo>
                        <a:pt x="45006" y="0"/>
                        <a:pt x="45790" y="224"/>
                        <a:pt x="46425" y="676"/>
                      </a:cubicBezTo>
                      <a:cubicBezTo>
                        <a:pt x="47060" y="1131"/>
                        <a:pt x="47471" y="1706"/>
                        <a:pt x="47695" y="2405"/>
                      </a:cubicBezTo>
                      <a:lnTo>
                        <a:pt x="56472" y="31677"/>
                      </a:lnTo>
                      <a:cubicBezTo>
                        <a:pt x="56920" y="33171"/>
                        <a:pt x="57331" y="34631"/>
                        <a:pt x="57705" y="36042"/>
                      </a:cubicBezTo>
                      <a:cubicBezTo>
                        <a:pt x="58041" y="37453"/>
                        <a:pt x="58414" y="38876"/>
                        <a:pt x="58750" y="40302"/>
                      </a:cubicBezTo>
                      <a:cubicBezTo>
                        <a:pt x="59012" y="38801"/>
                        <a:pt x="59273" y="37308"/>
                        <a:pt x="59572" y="35807"/>
                      </a:cubicBezTo>
                      <a:cubicBezTo>
                        <a:pt x="59871" y="34310"/>
                        <a:pt x="60245" y="32756"/>
                        <a:pt x="60693" y="31151"/>
                      </a:cubicBezTo>
                      <a:lnTo>
                        <a:pt x="68648" y="2509"/>
                      </a:lnTo>
                      <a:cubicBezTo>
                        <a:pt x="68835" y="1811"/>
                        <a:pt x="69246" y="1240"/>
                        <a:pt x="69918" y="784"/>
                      </a:cubicBezTo>
                      <a:cubicBezTo>
                        <a:pt x="70553" y="332"/>
                        <a:pt x="71337" y="105"/>
                        <a:pt x="72197" y="105"/>
                      </a:cubicBezTo>
                      <a:lnTo>
                        <a:pt x="81982" y="105"/>
                      </a:lnTo>
                      <a:lnTo>
                        <a:pt x="64988" y="53736"/>
                      </a:lnTo>
                      <a:lnTo>
                        <a:pt x="54567" y="53736"/>
                      </a:lnTo>
                      <a:cubicBezTo>
                        <a:pt x="53447" y="53736"/>
                        <a:pt x="52662" y="52971"/>
                        <a:pt x="52177" y="51433"/>
                      </a:cubicBezTo>
                      <a:lnTo>
                        <a:pt x="42504" y="20439"/>
                      </a:lnTo>
                      <a:cubicBezTo>
                        <a:pt x="42205" y="19427"/>
                        <a:pt x="41906" y="18407"/>
                        <a:pt x="41645" y="17381"/>
                      </a:cubicBezTo>
                      <a:cubicBezTo>
                        <a:pt x="41383" y="16354"/>
                        <a:pt x="41159" y="15335"/>
                        <a:pt x="40972" y="14323"/>
                      </a:cubicBezTo>
                      <a:cubicBezTo>
                        <a:pt x="40786" y="15368"/>
                        <a:pt x="40561" y="16406"/>
                        <a:pt x="40300" y="17433"/>
                      </a:cubicBezTo>
                      <a:cubicBezTo>
                        <a:pt x="40076" y="18460"/>
                        <a:pt x="39777" y="19498"/>
                        <a:pt x="39479" y="20543"/>
                      </a:cubicBezTo>
                      <a:lnTo>
                        <a:pt x="29693" y="51433"/>
                      </a:lnTo>
                      <a:cubicBezTo>
                        <a:pt x="29207" y="52971"/>
                        <a:pt x="28274" y="53736"/>
                        <a:pt x="26854" y="53736"/>
                      </a:cubicBezTo>
                      <a:lnTo>
                        <a:pt x="16994" y="53736"/>
                      </a:lnTo>
                      <a:lnTo>
                        <a:pt x="0" y="10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8" name="Google Shape;2428;p90"/>
                <p:cNvSpPr/>
                <p:nvPr/>
              </p:nvSpPr>
              <p:spPr>
                <a:xfrm>
                  <a:off x="8228438" y="1704453"/>
                  <a:ext cx="55277" cy="77154"/>
                </a:xfrm>
                <a:custGeom>
                  <a:rect b="b" l="l" r="r" t="t"/>
                  <a:pathLst>
                    <a:path extrusionOk="0" h="77154" w="55277">
                      <a:moveTo>
                        <a:pt x="7993" y="77155"/>
                      </a:moveTo>
                      <a:lnTo>
                        <a:pt x="7993" y="33249"/>
                      </a:lnTo>
                      <a:lnTo>
                        <a:pt x="3362" y="32510"/>
                      </a:lnTo>
                      <a:cubicBezTo>
                        <a:pt x="2316" y="32338"/>
                        <a:pt x="1531" y="31991"/>
                        <a:pt x="896" y="31468"/>
                      </a:cubicBezTo>
                      <a:cubicBezTo>
                        <a:pt x="299" y="30942"/>
                        <a:pt x="0" y="30214"/>
                        <a:pt x="0" y="29273"/>
                      </a:cubicBezTo>
                      <a:lnTo>
                        <a:pt x="0" y="23993"/>
                      </a:lnTo>
                      <a:lnTo>
                        <a:pt x="7993" y="23993"/>
                      </a:lnTo>
                      <a:lnTo>
                        <a:pt x="7993" y="21745"/>
                      </a:lnTo>
                      <a:cubicBezTo>
                        <a:pt x="7993" y="18889"/>
                        <a:pt x="8441" y="16152"/>
                        <a:pt x="9337" y="13535"/>
                      </a:cubicBezTo>
                      <a:cubicBezTo>
                        <a:pt x="10234" y="10925"/>
                        <a:pt x="11578" y="8618"/>
                        <a:pt x="13446" y="6613"/>
                      </a:cubicBezTo>
                      <a:cubicBezTo>
                        <a:pt x="15276" y="4611"/>
                        <a:pt x="17629" y="3006"/>
                        <a:pt x="20430" y="1803"/>
                      </a:cubicBezTo>
                      <a:cubicBezTo>
                        <a:pt x="23269" y="597"/>
                        <a:pt x="26630" y="0"/>
                        <a:pt x="30477" y="0"/>
                      </a:cubicBezTo>
                      <a:cubicBezTo>
                        <a:pt x="33652" y="0"/>
                        <a:pt x="36677" y="105"/>
                        <a:pt x="39516" y="314"/>
                      </a:cubicBezTo>
                      <a:cubicBezTo>
                        <a:pt x="42354" y="523"/>
                        <a:pt x="45193" y="627"/>
                        <a:pt x="47994" y="627"/>
                      </a:cubicBezTo>
                      <a:lnTo>
                        <a:pt x="55277" y="627"/>
                      </a:lnTo>
                      <a:lnTo>
                        <a:pt x="55277" y="77155"/>
                      </a:lnTo>
                      <a:lnTo>
                        <a:pt x="42391" y="77155"/>
                      </a:lnTo>
                      <a:lnTo>
                        <a:pt x="42391" y="9409"/>
                      </a:lnTo>
                      <a:lnTo>
                        <a:pt x="32532" y="9409"/>
                      </a:lnTo>
                      <a:cubicBezTo>
                        <a:pt x="28610" y="9409"/>
                        <a:pt x="25622" y="10481"/>
                        <a:pt x="23568" y="12631"/>
                      </a:cubicBezTo>
                      <a:cubicBezTo>
                        <a:pt x="21513" y="14775"/>
                        <a:pt x="20505" y="17825"/>
                        <a:pt x="20505" y="21775"/>
                      </a:cubicBezTo>
                      <a:lnTo>
                        <a:pt x="20505" y="23993"/>
                      </a:lnTo>
                      <a:lnTo>
                        <a:pt x="33204" y="23993"/>
                      </a:lnTo>
                      <a:lnTo>
                        <a:pt x="33204" y="33193"/>
                      </a:lnTo>
                      <a:lnTo>
                        <a:pt x="20916" y="33193"/>
                      </a:lnTo>
                      <a:lnTo>
                        <a:pt x="20916" y="77155"/>
                      </a:lnTo>
                      <a:lnTo>
                        <a:pt x="7993" y="7715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29" name="Google Shape;2429;p90"/>
                <p:cNvSpPr/>
                <p:nvPr/>
              </p:nvSpPr>
              <p:spPr>
                <a:xfrm>
                  <a:off x="8296003" y="1726978"/>
                  <a:ext cx="44707" cy="55465"/>
                </a:xfrm>
                <a:custGeom>
                  <a:rect b="b" l="l" r="r" t="t"/>
                  <a:pathLst>
                    <a:path extrusionOk="0" h="55465" w="44707">
                      <a:moveTo>
                        <a:pt x="44708" y="54629"/>
                      </a:moveTo>
                      <a:lnTo>
                        <a:pt x="38881" y="54629"/>
                      </a:lnTo>
                      <a:cubicBezTo>
                        <a:pt x="37686" y="54629"/>
                        <a:pt x="36715" y="54446"/>
                        <a:pt x="36005" y="54080"/>
                      </a:cubicBezTo>
                      <a:cubicBezTo>
                        <a:pt x="35333" y="53710"/>
                        <a:pt x="34810" y="52975"/>
                        <a:pt x="34436" y="51858"/>
                      </a:cubicBezTo>
                      <a:lnTo>
                        <a:pt x="33278" y="48042"/>
                      </a:lnTo>
                      <a:cubicBezTo>
                        <a:pt x="31934" y="49263"/>
                        <a:pt x="30589" y="50335"/>
                        <a:pt x="29282" y="51257"/>
                      </a:cubicBezTo>
                      <a:cubicBezTo>
                        <a:pt x="27975" y="52179"/>
                        <a:pt x="26630" y="52952"/>
                        <a:pt x="25248" y="53583"/>
                      </a:cubicBezTo>
                      <a:cubicBezTo>
                        <a:pt x="23866" y="54211"/>
                        <a:pt x="22373" y="54681"/>
                        <a:pt x="20804" y="54995"/>
                      </a:cubicBezTo>
                      <a:cubicBezTo>
                        <a:pt x="19235" y="55308"/>
                        <a:pt x="17480" y="55465"/>
                        <a:pt x="15575" y="55465"/>
                      </a:cubicBezTo>
                      <a:cubicBezTo>
                        <a:pt x="13297" y="55465"/>
                        <a:pt x="11205" y="55159"/>
                        <a:pt x="9300" y="54550"/>
                      </a:cubicBezTo>
                      <a:cubicBezTo>
                        <a:pt x="7396" y="53938"/>
                        <a:pt x="5715" y="53020"/>
                        <a:pt x="4370" y="51795"/>
                      </a:cubicBezTo>
                      <a:cubicBezTo>
                        <a:pt x="2988" y="50566"/>
                        <a:pt x="1905" y="49051"/>
                        <a:pt x="1158" y="47228"/>
                      </a:cubicBezTo>
                      <a:cubicBezTo>
                        <a:pt x="374" y="45414"/>
                        <a:pt x="0" y="43297"/>
                        <a:pt x="0" y="40885"/>
                      </a:cubicBezTo>
                      <a:cubicBezTo>
                        <a:pt x="0" y="38857"/>
                        <a:pt x="523" y="36856"/>
                        <a:pt x="1569" y="34877"/>
                      </a:cubicBezTo>
                      <a:cubicBezTo>
                        <a:pt x="2652" y="32906"/>
                        <a:pt x="4407" y="31117"/>
                        <a:pt x="6910" y="29530"/>
                      </a:cubicBezTo>
                      <a:cubicBezTo>
                        <a:pt x="9375" y="27940"/>
                        <a:pt x="12661" y="26618"/>
                        <a:pt x="16770" y="25569"/>
                      </a:cubicBezTo>
                      <a:cubicBezTo>
                        <a:pt x="20879" y="24520"/>
                        <a:pt x="25995" y="23993"/>
                        <a:pt x="32083" y="23993"/>
                      </a:cubicBezTo>
                      <a:lnTo>
                        <a:pt x="32083" y="20834"/>
                      </a:lnTo>
                      <a:cubicBezTo>
                        <a:pt x="32083" y="17220"/>
                        <a:pt x="31336" y="14543"/>
                        <a:pt x="29805" y="12803"/>
                      </a:cubicBezTo>
                      <a:cubicBezTo>
                        <a:pt x="28311" y="11063"/>
                        <a:pt x="26108" y="10197"/>
                        <a:pt x="23194" y="10197"/>
                      </a:cubicBezTo>
                      <a:cubicBezTo>
                        <a:pt x="21102" y="10197"/>
                        <a:pt x="19385" y="10440"/>
                        <a:pt x="17965" y="10925"/>
                      </a:cubicBezTo>
                      <a:cubicBezTo>
                        <a:pt x="16583" y="11414"/>
                        <a:pt x="15351" y="11967"/>
                        <a:pt x="14342" y="12575"/>
                      </a:cubicBezTo>
                      <a:cubicBezTo>
                        <a:pt x="13297" y="13188"/>
                        <a:pt x="12363" y="13733"/>
                        <a:pt x="11504" y="14222"/>
                      </a:cubicBezTo>
                      <a:cubicBezTo>
                        <a:pt x="10608" y="14711"/>
                        <a:pt x="9674" y="14950"/>
                        <a:pt x="8628" y="14950"/>
                      </a:cubicBezTo>
                      <a:cubicBezTo>
                        <a:pt x="7732" y="14950"/>
                        <a:pt x="6985" y="14726"/>
                        <a:pt x="6350" y="14274"/>
                      </a:cubicBezTo>
                      <a:cubicBezTo>
                        <a:pt x="5752" y="13822"/>
                        <a:pt x="5229" y="13262"/>
                        <a:pt x="4856" y="12601"/>
                      </a:cubicBezTo>
                      <a:lnTo>
                        <a:pt x="2503" y="8472"/>
                      </a:lnTo>
                      <a:cubicBezTo>
                        <a:pt x="8665" y="2823"/>
                        <a:pt x="16098" y="0"/>
                        <a:pt x="24837" y="0"/>
                      </a:cubicBezTo>
                      <a:cubicBezTo>
                        <a:pt x="27975" y="0"/>
                        <a:pt x="30776" y="519"/>
                        <a:pt x="33204" y="1546"/>
                      </a:cubicBezTo>
                      <a:cubicBezTo>
                        <a:pt x="35669" y="2576"/>
                        <a:pt x="37761" y="4003"/>
                        <a:pt x="39479" y="5832"/>
                      </a:cubicBezTo>
                      <a:cubicBezTo>
                        <a:pt x="41159" y="7658"/>
                        <a:pt x="42467" y="9846"/>
                        <a:pt x="43363" y="12392"/>
                      </a:cubicBezTo>
                      <a:cubicBezTo>
                        <a:pt x="44259" y="14935"/>
                        <a:pt x="44708" y="17720"/>
                        <a:pt x="44708" y="20756"/>
                      </a:cubicBezTo>
                      <a:lnTo>
                        <a:pt x="44708" y="54629"/>
                      </a:lnTo>
                      <a:close/>
                      <a:moveTo>
                        <a:pt x="19608" y="46579"/>
                      </a:moveTo>
                      <a:cubicBezTo>
                        <a:pt x="20916" y="46579"/>
                        <a:pt x="22148" y="46459"/>
                        <a:pt x="23269" y="46217"/>
                      </a:cubicBezTo>
                      <a:cubicBezTo>
                        <a:pt x="24352" y="45978"/>
                        <a:pt x="25435" y="45615"/>
                        <a:pt x="26406" y="45134"/>
                      </a:cubicBezTo>
                      <a:cubicBezTo>
                        <a:pt x="27415" y="44656"/>
                        <a:pt x="28386" y="44062"/>
                        <a:pt x="29282" y="43364"/>
                      </a:cubicBezTo>
                      <a:cubicBezTo>
                        <a:pt x="30216" y="42658"/>
                        <a:pt x="31150" y="41826"/>
                        <a:pt x="32083" y="40870"/>
                      </a:cubicBezTo>
                      <a:lnTo>
                        <a:pt x="32083" y="31890"/>
                      </a:lnTo>
                      <a:cubicBezTo>
                        <a:pt x="28311" y="31890"/>
                        <a:pt x="25174" y="32125"/>
                        <a:pt x="22671" y="32600"/>
                      </a:cubicBezTo>
                      <a:cubicBezTo>
                        <a:pt x="20131" y="33074"/>
                        <a:pt x="18115" y="33679"/>
                        <a:pt x="16583" y="34414"/>
                      </a:cubicBezTo>
                      <a:cubicBezTo>
                        <a:pt x="15015" y="35150"/>
                        <a:pt x="13932" y="36012"/>
                        <a:pt x="13297"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0" name="Google Shape;2430;p90"/>
                <p:cNvSpPr/>
                <p:nvPr/>
              </p:nvSpPr>
              <p:spPr>
                <a:xfrm>
                  <a:off x="8353558" y="1703930"/>
                  <a:ext cx="49525" cy="77677"/>
                </a:xfrm>
                <a:custGeom>
                  <a:rect b="b" l="l" r="r" t="t"/>
                  <a:pathLst>
                    <a:path extrusionOk="0" h="77677" w="49525">
                      <a:moveTo>
                        <a:pt x="12923" y="0"/>
                      </a:moveTo>
                      <a:lnTo>
                        <a:pt x="12923" y="44484"/>
                      </a:lnTo>
                      <a:lnTo>
                        <a:pt x="15313" y="44484"/>
                      </a:lnTo>
                      <a:cubicBezTo>
                        <a:pt x="16209" y="44484"/>
                        <a:pt x="16882" y="44361"/>
                        <a:pt x="17368" y="44118"/>
                      </a:cubicBezTo>
                      <a:cubicBezTo>
                        <a:pt x="17853" y="43875"/>
                        <a:pt x="18376" y="43416"/>
                        <a:pt x="18936" y="42759"/>
                      </a:cubicBezTo>
                      <a:lnTo>
                        <a:pt x="32270" y="26293"/>
                      </a:lnTo>
                      <a:cubicBezTo>
                        <a:pt x="32868" y="25595"/>
                        <a:pt x="33502" y="25050"/>
                        <a:pt x="34137" y="24647"/>
                      </a:cubicBezTo>
                      <a:cubicBezTo>
                        <a:pt x="34810" y="24247"/>
                        <a:pt x="35669" y="24045"/>
                        <a:pt x="36752" y="24045"/>
                      </a:cubicBezTo>
                      <a:lnTo>
                        <a:pt x="48592" y="24045"/>
                      </a:lnTo>
                      <a:lnTo>
                        <a:pt x="31896" y="43961"/>
                      </a:lnTo>
                      <a:cubicBezTo>
                        <a:pt x="31299" y="44693"/>
                        <a:pt x="30701" y="45365"/>
                        <a:pt x="30066" y="45970"/>
                      </a:cubicBezTo>
                      <a:cubicBezTo>
                        <a:pt x="29431" y="46582"/>
                        <a:pt x="28759" y="47116"/>
                        <a:pt x="28012" y="47568"/>
                      </a:cubicBezTo>
                      <a:cubicBezTo>
                        <a:pt x="28759" y="48091"/>
                        <a:pt x="29394" y="48700"/>
                        <a:pt x="29954" y="49398"/>
                      </a:cubicBezTo>
                      <a:cubicBezTo>
                        <a:pt x="30515" y="50096"/>
                        <a:pt x="31075" y="50843"/>
                        <a:pt x="31635" y="51645"/>
                      </a:cubicBezTo>
                      <a:lnTo>
                        <a:pt x="49525" y="77677"/>
                      </a:lnTo>
                      <a:lnTo>
                        <a:pt x="37872" y="77677"/>
                      </a:lnTo>
                      <a:cubicBezTo>
                        <a:pt x="36864" y="77677"/>
                        <a:pt x="36005" y="77502"/>
                        <a:pt x="35295" y="77155"/>
                      </a:cubicBezTo>
                      <a:cubicBezTo>
                        <a:pt x="34586" y="76804"/>
                        <a:pt x="33988" y="76214"/>
                        <a:pt x="33428" y="75374"/>
                      </a:cubicBezTo>
                      <a:lnTo>
                        <a:pt x="19758" y="55043"/>
                      </a:lnTo>
                      <a:cubicBezTo>
                        <a:pt x="19235" y="54240"/>
                        <a:pt x="18712" y="53718"/>
                        <a:pt x="18189" y="53475"/>
                      </a:cubicBezTo>
                      <a:cubicBezTo>
                        <a:pt x="17666" y="53229"/>
                        <a:pt x="16882" y="53109"/>
                        <a:pt x="15836" y="53109"/>
                      </a:cubicBezTo>
                      <a:lnTo>
                        <a:pt x="12923" y="53109"/>
                      </a:lnTo>
                      <a:lnTo>
                        <a:pt x="12923" y="77677"/>
                      </a:lnTo>
                      <a:lnTo>
                        <a:pt x="0" y="77677"/>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1" name="Google Shape;2431;p90"/>
                <p:cNvSpPr/>
                <p:nvPr/>
              </p:nvSpPr>
              <p:spPr>
                <a:xfrm>
                  <a:off x="8404353" y="1727139"/>
                  <a:ext cx="48965" cy="55248"/>
                </a:xfrm>
                <a:custGeom>
                  <a:rect b="b" l="l" r="r" t="t"/>
                  <a:pathLst>
                    <a:path extrusionOk="0" h="55248" w="48965">
                      <a:moveTo>
                        <a:pt x="25771" y="0"/>
                      </a:moveTo>
                      <a:cubicBezTo>
                        <a:pt x="29133" y="0"/>
                        <a:pt x="32270" y="541"/>
                        <a:pt x="35108" y="1620"/>
                      </a:cubicBezTo>
                      <a:cubicBezTo>
                        <a:pt x="37947" y="2700"/>
                        <a:pt x="40375" y="4275"/>
                        <a:pt x="42429" y="6351"/>
                      </a:cubicBezTo>
                      <a:cubicBezTo>
                        <a:pt x="44483" y="8423"/>
                        <a:pt x="46089" y="10970"/>
                        <a:pt x="47247" y="13983"/>
                      </a:cubicBezTo>
                      <a:cubicBezTo>
                        <a:pt x="48405" y="16996"/>
                        <a:pt x="48965" y="20439"/>
                        <a:pt x="48965" y="24307"/>
                      </a:cubicBezTo>
                      <a:cubicBezTo>
                        <a:pt x="48965" y="25285"/>
                        <a:pt x="48928" y="26095"/>
                        <a:pt x="48853" y="26738"/>
                      </a:cubicBezTo>
                      <a:cubicBezTo>
                        <a:pt x="48741" y="27380"/>
                        <a:pt x="48592" y="27888"/>
                        <a:pt x="48368" y="28253"/>
                      </a:cubicBezTo>
                      <a:cubicBezTo>
                        <a:pt x="48143" y="28616"/>
                        <a:pt x="47845" y="28881"/>
                        <a:pt x="47471" y="29038"/>
                      </a:cubicBezTo>
                      <a:cubicBezTo>
                        <a:pt x="47061" y="29194"/>
                        <a:pt x="46575" y="29273"/>
                        <a:pt x="46015" y="29273"/>
                      </a:cubicBezTo>
                      <a:lnTo>
                        <a:pt x="12848" y="29273"/>
                      </a:lnTo>
                      <a:cubicBezTo>
                        <a:pt x="13222" y="34780"/>
                        <a:pt x="14716" y="38820"/>
                        <a:pt x="17293" y="41400"/>
                      </a:cubicBezTo>
                      <a:cubicBezTo>
                        <a:pt x="19870" y="43980"/>
                        <a:pt x="23269" y="45264"/>
                        <a:pt x="27526" y="45264"/>
                      </a:cubicBezTo>
                      <a:cubicBezTo>
                        <a:pt x="29618" y="45264"/>
                        <a:pt x="31448" y="45025"/>
                        <a:pt x="32942" y="44536"/>
                      </a:cubicBezTo>
                      <a:cubicBezTo>
                        <a:pt x="34474" y="44047"/>
                        <a:pt x="35781" y="43510"/>
                        <a:pt x="36939" y="42916"/>
                      </a:cubicBezTo>
                      <a:cubicBezTo>
                        <a:pt x="38059" y="42322"/>
                        <a:pt x="39068" y="41785"/>
                        <a:pt x="39889" y="41295"/>
                      </a:cubicBezTo>
                      <a:cubicBezTo>
                        <a:pt x="40748" y="40806"/>
                        <a:pt x="41570" y="40564"/>
                        <a:pt x="42392" y="40564"/>
                      </a:cubicBezTo>
                      <a:cubicBezTo>
                        <a:pt x="42914" y="40564"/>
                        <a:pt x="43363" y="40668"/>
                        <a:pt x="43736" y="40877"/>
                      </a:cubicBezTo>
                      <a:cubicBezTo>
                        <a:pt x="44147" y="41086"/>
                        <a:pt x="44446" y="41381"/>
                        <a:pt x="44745" y="41766"/>
                      </a:cubicBezTo>
                      <a:lnTo>
                        <a:pt x="48517" y="46470"/>
                      </a:lnTo>
                      <a:cubicBezTo>
                        <a:pt x="47061" y="48143"/>
                        <a:pt x="45454" y="49547"/>
                        <a:pt x="43699" y="50678"/>
                      </a:cubicBezTo>
                      <a:cubicBezTo>
                        <a:pt x="41906" y="51810"/>
                        <a:pt x="40076" y="52717"/>
                        <a:pt x="38134" y="53397"/>
                      </a:cubicBezTo>
                      <a:cubicBezTo>
                        <a:pt x="36192" y="54076"/>
                        <a:pt x="34212" y="54554"/>
                        <a:pt x="32233" y="54834"/>
                      </a:cubicBezTo>
                      <a:cubicBezTo>
                        <a:pt x="30216" y="55110"/>
                        <a:pt x="28274" y="55249"/>
                        <a:pt x="26406" y="55249"/>
                      </a:cubicBezTo>
                      <a:cubicBezTo>
                        <a:pt x="22671" y="55249"/>
                        <a:pt x="19198" y="54629"/>
                        <a:pt x="15986" y="53397"/>
                      </a:cubicBezTo>
                      <a:cubicBezTo>
                        <a:pt x="12774" y="52157"/>
                        <a:pt x="9972" y="50327"/>
                        <a:pt x="7619" y="47904"/>
                      </a:cubicBezTo>
                      <a:cubicBezTo>
                        <a:pt x="5229" y="45485"/>
                        <a:pt x="3399" y="42487"/>
                        <a:pt x="2017" y="38913"/>
                      </a:cubicBezTo>
                      <a:cubicBezTo>
                        <a:pt x="672" y="35344"/>
                        <a:pt x="0" y="31207"/>
                        <a:pt x="0" y="26502"/>
                      </a:cubicBezTo>
                      <a:cubicBezTo>
                        <a:pt x="0" y="22843"/>
                        <a:pt x="560" y="19401"/>
                        <a:pt x="1756" y="16175"/>
                      </a:cubicBezTo>
                      <a:cubicBezTo>
                        <a:pt x="2951" y="12952"/>
                        <a:pt x="4631" y="10148"/>
                        <a:pt x="6873" y="7762"/>
                      </a:cubicBezTo>
                      <a:cubicBezTo>
                        <a:pt x="9076" y="5377"/>
                        <a:pt x="11765" y="3484"/>
                        <a:pt x="14977" y="2091"/>
                      </a:cubicBezTo>
                      <a:cubicBezTo>
                        <a:pt x="18152" y="694"/>
                        <a:pt x="21738" y="0"/>
                        <a:pt x="25771" y="0"/>
                      </a:cubicBezTo>
                      <a:close/>
                      <a:moveTo>
                        <a:pt x="26033" y="9252"/>
                      </a:moveTo>
                      <a:cubicBezTo>
                        <a:pt x="22261" y="9252"/>
                        <a:pt x="19310" y="10313"/>
                        <a:pt x="17181" y="12441"/>
                      </a:cubicBezTo>
                      <a:cubicBezTo>
                        <a:pt x="15052" y="14565"/>
                        <a:pt x="13707" y="17579"/>
                        <a:pt x="13110" y="21484"/>
                      </a:cubicBezTo>
                      <a:lnTo>
                        <a:pt x="37387" y="21484"/>
                      </a:lnTo>
                      <a:cubicBezTo>
                        <a:pt x="37387" y="19808"/>
                        <a:pt x="37125" y="18232"/>
                        <a:pt x="36677" y="16753"/>
                      </a:cubicBezTo>
                      <a:cubicBezTo>
                        <a:pt x="36229" y="15271"/>
                        <a:pt x="35557" y="13975"/>
                        <a:pt x="34586" y="12859"/>
                      </a:cubicBezTo>
                      <a:cubicBezTo>
                        <a:pt x="33652" y="11743"/>
                        <a:pt x="32457" y="10865"/>
                        <a:pt x="31038" y="10219"/>
                      </a:cubicBezTo>
                      <a:cubicBezTo>
                        <a:pt x="29618" y="9577"/>
                        <a:pt x="27938" y="9252"/>
                        <a:pt x="26033" y="925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2" name="Google Shape;2432;p90"/>
                <p:cNvSpPr/>
                <p:nvPr/>
              </p:nvSpPr>
              <p:spPr>
                <a:xfrm>
                  <a:off x="8484766" y="1706021"/>
                  <a:ext cx="81982" cy="75586"/>
                </a:xfrm>
                <a:custGeom>
                  <a:rect b="b" l="l" r="r" t="t"/>
                  <a:pathLst>
                    <a:path extrusionOk="0" h="75586" w="81982">
                      <a:moveTo>
                        <a:pt x="39590" y="47699"/>
                      </a:moveTo>
                      <a:cubicBezTo>
                        <a:pt x="40113" y="48901"/>
                        <a:pt x="40599" y="50111"/>
                        <a:pt x="41084" y="51332"/>
                      </a:cubicBezTo>
                      <a:cubicBezTo>
                        <a:pt x="41570" y="50077"/>
                        <a:pt x="42093" y="48838"/>
                        <a:pt x="42616" y="47620"/>
                      </a:cubicBezTo>
                      <a:cubicBezTo>
                        <a:pt x="43139" y="46403"/>
                        <a:pt x="43699" y="45231"/>
                        <a:pt x="44259" y="44118"/>
                      </a:cubicBezTo>
                      <a:lnTo>
                        <a:pt x="66669" y="2248"/>
                      </a:lnTo>
                      <a:cubicBezTo>
                        <a:pt x="66930" y="1721"/>
                        <a:pt x="67229" y="1307"/>
                        <a:pt x="67528" y="993"/>
                      </a:cubicBezTo>
                      <a:cubicBezTo>
                        <a:pt x="67827" y="680"/>
                        <a:pt x="68163" y="452"/>
                        <a:pt x="68499" y="314"/>
                      </a:cubicBezTo>
                      <a:cubicBezTo>
                        <a:pt x="68872" y="175"/>
                        <a:pt x="69283" y="90"/>
                        <a:pt x="69731" y="52"/>
                      </a:cubicBezTo>
                      <a:cubicBezTo>
                        <a:pt x="70180" y="15"/>
                        <a:pt x="70740" y="0"/>
                        <a:pt x="71375" y="0"/>
                      </a:cubicBezTo>
                      <a:lnTo>
                        <a:pt x="81982" y="0"/>
                      </a:lnTo>
                      <a:lnTo>
                        <a:pt x="81982" y="75586"/>
                      </a:lnTo>
                      <a:lnTo>
                        <a:pt x="69582" y="75586"/>
                      </a:lnTo>
                      <a:lnTo>
                        <a:pt x="69582" y="26764"/>
                      </a:lnTo>
                      <a:cubicBezTo>
                        <a:pt x="69582" y="25860"/>
                        <a:pt x="69619" y="24863"/>
                        <a:pt x="69657" y="23780"/>
                      </a:cubicBezTo>
                      <a:cubicBezTo>
                        <a:pt x="69731" y="22701"/>
                        <a:pt x="69806" y="21607"/>
                        <a:pt x="69880" y="20491"/>
                      </a:cubicBezTo>
                      <a:lnTo>
                        <a:pt x="47060" y="63355"/>
                      </a:lnTo>
                      <a:cubicBezTo>
                        <a:pt x="46537" y="64329"/>
                        <a:pt x="45828" y="65087"/>
                        <a:pt x="45006" y="65625"/>
                      </a:cubicBezTo>
                      <a:cubicBezTo>
                        <a:pt x="44185" y="66170"/>
                        <a:pt x="43176" y="66435"/>
                        <a:pt x="42093" y="66435"/>
                      </a:cubicBezTo>
                      <a:lnTo>
                        <a:pt x="40151" y="66435"/>
                      </a:lnTo>
                      <a:cubicBezTo>
                        <a:pt x="39030" y="66435"/>
                        <a:pt x="38059" y="66170"/>
                        <a:pt x="37200" y="65625"/>
                      </a:cubicBezTo>
                      <a:cubicBezTo>
                        <a:pt x="36378" y="65087"/>
                        <a:pt x="35706" y="64329"/>
                        <a:pt x="35183" y="63355"/>
                      </a:cubicBezTo>
                      <a:lnTo>
                        <a:pt x="12026" y="20330"/>
                      </a:lnTo>
                      <a:cubicBezTo>
                        <a:pt x="12139" y="21484"/>
                        <a:pt x="12251" y="22608"/>
                        <a:pt x="12288" y="23706"/>
                      </a:cubicBezTo>
                      <a:cubicBezTo>
                        <a:pt x="12363" y="24803"/>
                        <a:pt x="12363" y="25823"/>
                        <a:pt x="12363" y="26764"/>
                      </a:cubicBezTo>
                      <a:lnTo>
                        <a:pt x="12363" y="75586"/>
                      </a:lnTo>
                      <a:lnTo>
                        <a:pt x="0" y="75586"/>
                      </a:lnTo>
                      <a:lnTo>
                        <a:pt x="0" y="0"/>
                      </a:lnTo>
                      <a:lnTo>
                        <a:pt x="10607" y="0"/>
                      </a:lnTo>
                      <a:cubicBezTo>
                        <a:pt x="11242" y="0"/>
                        <a:pt x="11765" y="15"/>
                        <a:pt x="12213" y="52"/>
                      </a:cubicBezTo>
                      <a:cubicBezTo>
                        <a:pt x="12661" y="90"/>
                        <a:pt x="13072" y="175"/>
                        <a:pt x="13446" y="314"/>
                      </a:cubicBezTo>
                      <a:cubicBezTo>
                        <a:pt x="13820" y="452"/>
                        <a:pt x="14156" y="680"/>
                        <a:pt x="14454" y="993"/>
                      </a:cubicBezTo>
                      <a:cubicBezTo>
                        <a:pt x="14790" y="1307"/>
                        <a:pt x="15089" y="1721"/>
                        <a:pt x="15351" y="2248"/>
                      </a:cubicBezTo>
                      <a:lnTo>
                        <a:pt x="37947" y="44223"/>
                      </a:lnTo>
                      <a:cubicBezTo>
                        <a:pt x="38545" y="45339"/>
                        <a:pt x="39105" y="46497"/>
                        <a:pt x="39590" y="4769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3" name="Google Shape;2433;p90"/>
                <p:cNvSpPr/>
                <p:nvPr/>
              </p:nvSpPr>
              <p:spPr>
                <a:xfrm>
                  <a:off x="8578625" y="1726978"/>
                  <a:ext cx="44707" cy="55465"/>
                </a:xfrm>
                <a:custGeom>
                  <a:rect b="b" l="l" r="r" t="t"/>
                  <a:pathLst>
                    <a:path extrusionOk="0" h="55465" w="44707">
                      <a:moveTo>
                        <a:pt x="44707" y="54629"/>
                      </a:moveTo>
                      <a:lnTo>
                        <a:pt x="38881" y="54629"/>
                      </a:lnTo>
                      <a:cubicBezTo>
                        <a:pt x="37685" y="54629"/>
                        <a:pt x="36714" y="54446"/>
                        <a:pt x="36005" y="54080"/>
                      </a:cubicBezTo>
                      <a:cubicBezTo>
                        <a:pt x="35332" y="53710"/>
                        <a:pt x="34810" y="52975"/>
                        <a:pt x="34436" y="51858"/>
                      </a:cubicBezTo>
                      <a:lnTo>
                        <a:pt x="33278" y="48042"/>
                      </a:lnTo>
                      <a:cubicBezTo>
                        <a:pt x="31934" y="49263"/>
                        <a:pt x="30589" y="50335"/>
                        <a:pt x="29282" y="51257"/>
                      </a:cubicBezTo>
                      <a:cubicBezTo>
                        <a:pt x="27975" y="52179"/>
                        <a:pt x="26630" y="52952"/>
                        <a:pt x="25248" y="53583"/>
                      </a:cubicBezTo>
                      <a:cubicBezTo>
                        <a:pt x="23866" y="54211"/>
                        <a:pt x="22372" y="54681"/>
                        <a:pt x="20804" y="54995"/>
                      </a:cubicBezTo>
                      <a:cubicBezTo>
                        <a:pt x="19235" y="55308"/>
                        <a:pt x="17480" y="55465"/>
                        <a:pt x="15575" y="55465"/>
                      </a:cubicBezTo>
                      <a:cubicBezTo>
                        <a:pt x="13297" y="55465"/>
                        <a:pt x="11205" y="55159"/>
                        <a:pt x="9300" y="54550"/>
                      </a:cubicBezTo>
                      <a:cubicBezTo>
                        <a:pt x="7358" y="53938"/>
                        <a:pt x="5715" y="53020"/>
                        <a:pt x="4370" y="51795"/>
                      </a:cubicBezTo>
                      <a:cubicBezTo>
                        <a:pt x="2988" y="50566"/>
                        <a:pt x="1905" y="49051"/>
                        <a:pt x="1158" y="47228"/>
                      </a:cubicBezTo>
                      <a:cubicBezTo>
                        <a:pt x="373" y="45414"/>
                        <a:pt x="0" y="43297"/>
                        <a:pt x="0" y="40885"/>
                      </a:cubicBezTo>
                      <a:cubicBezTo>
                        <a:pt x="0" y="38857"/>
                        <a:pt x="523" y="36856"/>
                        <a:pt x="1569" y="34877"/>
                      </a:cubicBezTo>
                      <a:cubicBezTo>
                        <a:pt x="2652" y="32906"/>
                        <a:pt x="4407" y="31117"/>
                        <a:pt x="6910" y="29530"/>
                      </a:cubicBezTo>
                      <a:cubicBezTo>
                        <a:pt x="9375" y="27940"/>
                        <a:pt x="12661" y="26618"/>
                        <a:pt x="16770" y="25569"/>
                      </a:cubicBezTo>
                      <a:cubicBezTo>
                        <a:pt x="20878" y="24520"/>
                        <a:pt x="25995" y="23993"/>
                        <a:pt x="32083" y="23993"/>
                      </a:cubicBezTo>
                      <a:lnTo>
                        <a:pt x="32083" y="20834"/>
                      </a:lnTo>
                      <a:cubicBezTo>
                        <a:pt x="32083" y="17220"/>
                        <a:pt x="31336" y="14543"/>
                        <a:pt x="29805" y="12803"/>
                      </a:cubicBezTo>
                      <a:cubicBezTo>
                        <a:pt x="28311" y="11063"/>
                        <a:pt x="26107" y="10197"/>
                        <a:pt x="23194" y="10197"/>
                      </a:cubicBezTo>
                      <a:cubicBezTo>
                        <a:pt x="21102" y="10197"/>
                        <a:pt x="19385" y="10440"/>
                        <a:pt x="17965" y="10925"/>
                      </a:cubicBezTo>
                      <a:cubicBezTo>
                        <a:pt x="16583" y="11414"/>
                        <a:pt x="15351" y="11967"/>
                        <a:pt x="14342" y="12575"/>
                      </a:cubicBezTo>
                      <a:cubicBezTo>
                        <a:pt x="13297" y="13188"/>
                        <a:pt x="12363" y="13733"/>
                        <a:pt x="11503" y="14222"/>
                      </a:cubicBezTo>
                      <a:cubicBezTo>
                        <a:pt x="10607" y="14711"/>
                        <a:pt x="9673" y="14950"/>
                        <a:pt x="8628" y="14950"/>
                      </a:cubicBezTo>
                      <a:cubicBezTo>
                        <a:pt x="7732" y="14950"/>
                        <a:pt x="6984" y="14726"/>
                        <a:pt x="6350" y="14274"/>
                      </a:cubicBezTo>
                      <a:cubicBezTo>
                        <a:pt x="5752" y="13822"/>
                        <a:pt x="5229" y="13262"/>
                        <a:pt x="4856" y="12601"/>
                      </a:cubicBezTo>
                      <a:lnTo>
                        <a:pt x="2503" y="8472"/>
                      </a:lnTo>
                      <a:cubicBezTo>
                        <a:pt x="8665" y="2823"/>
                        <a:pt x="16098" y="0"/>
                        <a:pt x="24837" y="0"/>
                      </a:cubicBezTo>
                      <a:cubicBezTo>
                        <a:pt x="27975" y="0"/>
                        <a:pt x="30776" y="519"/>
                        <a:pt x="33204" y="1546"/>
                      </a:cubicBezTo>
                      <a:cubicBezTo>
                        <a:pt x="35669" y="2576"/>
                        <a:pt x="37760" y="4003"/>
                        <a:pt x="39479" y="5832"/>
                      </a:cubicBezTo>
                      <a:cubicBezTo>
                        <a:pt x="41159" y="7658"/>
                        <a:pt x="42466" y="9846"/>
                        <a:pt x="43363" y="12392"/>
                      </a:cubicBezTo>
                      <a:cubicBezTo>
                        <a:pt x="44259" y="14935"/>
                        <a:pt x="44707" y="17720"/>
                        <a:pt x="44707" y="20756"/>
                      </a:cubicBezTo>
                      <a:lnTo>
                        <a:pt x="44707" y="54629"/>
                      </a:lnTo>
                      <a:close/>
                      <a:moveTo>
                        <a:pt x="19608" y="46579"/>
                      </a:moveTo>
                      <a:cubicBezTo>
                        <a:pt x="20916" y="46579"/>
                        <a:pt x="22148" y="46459"/>
                        <a:pt x="23269" y="46217"/>
                      </a:cubicBezTo>
                      <a:cubicBezTo>
                        <a:pt x="24352" y="45978"/>
                        <a:pt x="25435" y="45615"/>
                        <a:pt x="26406" y="45134"/>
                      </a:cubicBezTo>
                      <a:cubicBezTo>
                        <a:pt x="27414" y="44656"/>
                        <a:pt x="28385" y="44062"/>
                        <a:pt x="29282" y="43364"/>
                      </a:cubicBezTo>
                      <a:cubicBezTo>
                        <a:pt x="30215" y="42658"/>
                        <a:pt x="31149" y="41826"/>
                        <a:pt x="32083" y="40870"/>
                      </a:cubicBezTo>
                      <a:lnTo>
                        <a:pt x="32083" y="31890"/>
                      </a:lnTo>
                      <a:cubicBezTo>
                        <a:pt x="28311" y="31890"/>
                        <a:pt x="25173" y="32125"/>
                        <a:pt x="22671" y="32600"/>
                      </a:cubicBezTo>
                      <a:cubicBezTo>
                        <a:pt x="20131" y="33074"/>
                        <a:pt x="18114" y="33679"/>
                        <a:pt x="16546" y="34414"/>
                      </a:cubicBezTo>
                      <a:cubicBezTo>
                        <a:pt x="15015" y="35150"/>
                        <a:pt x="13931" y="36012"/>
                        <a:pt x="13297"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4" name="Google Shape;2434;p90"/>
                <p:cNvSpPr/>
                <p:nvPr/>
              </p:nvSpPr>
              <p:spPr>
                <a:xfrm>
                  <a:off x="8636031" y="1726978"/>
                  <a:ext cx="34174" cy="54628"/>
                </a:xfrm>
                <a:custGeom>
                  <a:rect b="b" l="l" r="r" t="t"/>
                  <a:pathLst>
                    <a:path extrusionOk="0" h="54628" w="34174">
                      <a:moveTo>
                        <a:pt x="0" y="54629"/>
                      </a:moveTo>
                      <a:lnTo>
                        <a:pt x="0" y="997"/>
                      </a:lnTo>
                      <a:lnTo>
                        <a:pt x="7582" y="997"/>
                      </a:lnTo>
                      <a:cubicBezTo>
                        <a:pt x="8889" y="997"/>
                        <a:pt x="9823" y="1240"/>
                        <a:pt x="10346" y="1729"/>
                      </a:cubicBezTo>
                      <a:cubicBezTo>
                        <a:pt x="10869" y="2218"/>
                        <a:pt x="11205" y="3054"/>
                        <a:pt x="11392" y="4238"/>
                      </a:cubicBezTo>
                      <a:lnTo>
                        <a:pt x="12176" y="10723"/>
                      </a:lnTo>
                      <a:cubicBezTo>
                        <a:pt x="14081" y="7412"/>
                        <a:pt x="16359" y="4794"/>
                        <a:pt x="18936" y="2879"/>
                      </a:cubicBezTo>
                      <a:cubicBezTo>
                        <a:pt x="21513" y="963"/>
                        <a:pt x="24389" y="0"/>
                        <a:pt x="27601" y="0"/>
                      </a:cubicBezTo>
                      <a:cubicBezTo>
                        <a:pt x="30253" y="0"/>
                        <a:pt x="32457" y="612"/>
                        <a:pt x="34175" y="1833"/>
                      </a:cubicBezTo>
                      <a:lnTo>
                        <a:pt x="32531" y="11500"/>
                      </a:lnTo>
                      <a:cubicBezTo>
                        <a:pt x="32419" y="12127"/>
                        <a:pt x="32195" y="12575"/>
                        <a:pt x="31822" y="12837"/>
                      </a:cubicBezTo>
                      <a:cubicBezTo>
                        <a:pt x="31486" y="13098"/>
                        <a:pt x="31038" y="13229"/>
                        <a:pt x="30440" y="13229"/>
                      </a:cubicBezTo>
                      <a:cubicBezTo>
                        <a:pt x="29917" y="13229"/>
                        <a:pt x="29207" y="13106"/>
                        <a:pt x="28274" y="12863"/>
                      </a:cubicBezTo>
                      <a:cubicBezTo>
                        <a:pt x="27377" y="12616"/>
                        <a:pt x="26182" y="12493"/>
                        <a:pt x="24688" y="12493"/>
                      </a:cubicBezTo>
                      <a:cubicBezTo>
                        <a:pt x="21999" y="12493"/>
                        <a:pt x="19683" y="13236"/>
                        <a:pt x="17778" y="14718"/>
                      </a:cubicBezTo>
                      <a:cubicBezTo>
                        <a:pt x="15873" y="16197"/>
                        <a:pt x="14230" y="18366"/>
                        <a:pt x="12923" y="21226"/>
                      </a:cubicBezTo>
                      <a:lnTo>
                        <a:pt x="12923" y="54629"/>
                      </a:lnTo>
                      <a:lnTo>
                        <a:pt x="0" y="5462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5" name="Google Shape;2435;p90"/>
                <p:cNvSpPr/>
                <p:nvPr/>
              </p:nvSpPr>
              <p:spPr>
                <a:xfrm>
                  <a:off x="8678908" y="1703930"/>
                  <a:ext cx="49525" cy="77677"/>
                </a:xfrm>
                <a:custGeom>
                  <a:rect b="b" l="l" r="r" t="t"/>
                  <a:pathLst>
                    <a:path extrusionOk="0" h="77677" w="49525">
                      <a:moveTo>
                        <a:pt x="12923" y="0"/>
                      </a:moveTo>
                      <a:lnTo>
                        <a:pt x="12923" y="44484"/>
                      </a:lnTo>
                      <a:lnTo>
                        <a:pt x="15314" y="44484"/>
                      </a:lnTo>
                      <a:cubicBezTo>
                        <a:pt x="16173" y="44484"/>
                        <a:pt x="16882" y="44361"/>
                        <a:pt x="17368" y="44118"/>
                      </a:cubicBezTo>
                      <a:cubicBezTo>
                        <a:pt x="17853" y="43875"/>
                        <a:pt x="18376" y="43416"/>
                        <a:pt x="18936" y="42759"/>
                      </a:cubicBezTo>
                      <a:lnTo>
                        <a:pt x="32270" y="26293"/>
                      </a:lnTo>
                      <a:cubicBezTo>
                        <a:pt x="32830" y="25595"/>
                        <a:pt x="33465" y="25050"/>
                        <a:pt x="34137" y="24647"/>
                      </a:cubicBezTo>
                      <a:cubicBezTo>
                        <a:pt x="34810" y="24247"/>
                        <a:pt x="35669" y="24045"/>
                        <a:pt x="36752" y="24045"/>
                      </a:cubicBezTo>
                      <a:lnTo>
                        <a:pt x="48554" y="24045"/>
                      </a:lnTo>
                      <a:lnTo>
                        <a:pt x="31896" y="43961"/>
                      </a:lnTo>
                      <a:cubicBezTo>
                        <a:pt x="31299" y="44693"/>
                        <a:pt x="30702" y="45365"/>
                        <a:pt x="30066" y="45970"/>
                      </a:cubicBezTo>
                      <a:cubicBezTo>
                        <a:pt x="29431" y="46582"/>
                        <a:pt x="28759" y="47116"/>
                        <a:pt x="28012" y="47568"/>
                      </a:cubicBezTo>
                      <a:cubicBezTo>
                        <a:pt x="28759" y="48091"/>
                        <a:pt x="29394" y="48700"/>
                        <a:pt x="29954" y="49398"/>
                      </a:cubicBezTo>
                      <a:cubicBezTo>
                        <a:pt x="30515" y="50096"/>
                        <a:pt x="31075" y="50843"/>
                        <a:pt x="31635" y="51645"/>
                      </a:cubicBezTo>
                      <a:lnTo>
                        <a:pt x="49525" y="77677"/>
                      </a:lnTo>
                      <a:lnTo>
                        <a:pt x="37835" y="77677"/>
                      </a:lnTo>
                      <a:cubicBezTo>
                        <a:pt x="36826" y="77677"/>
                        <a:pt x="35967" y="77502"/>
                        <a:pt x="35295" y="77155"/>
                      </a:cubicBezTo>
                      <a:cubicBezTo>
                        <a:pt x="34586" y="76804"/>
                        <a:pt x="33951" y="76214"/>
                        <a:pt x="33391" y="75374"/>
                      </a:cubicBezTo>
                      <a:lnTo>
                        <a:pt x="19758" y="55043"/>
                      </a:lnTo>
                      <a:cubicBezTo>
                        <a:pt x="19235" y="54240"/>
                        <a:pt x="18712" y="53718"/>
                        <a:pt x="18189" y="53475"/>
                      </a:cubicBezTo>
                      <a:cubicBezTo>
                        <a:pt x="17666" y="53229"/>
                        <a:pt x="16882" y="53109"/>
                        <a:pt x="15836" y="53109"/>
                      </a:cubicBezTo>
                      <a:lnTo>
                        <a:pt x="12923" y="53109"/>
                      </a:lnTo>
                      <a:lnTo>
                        <a:pt x="12923" y="77677"/>
                      </a:lnTo>
                      <a:lnTo>
                        <a:pt x="0" y="77677"/>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6" name="Google Shape;2436;p90"/>
                <p:cNvSpPr/>
                <p:nvPr/>
              </p:nvSpPr>
              <p:spPr>
                <a:xfrm>
                  <a:off x="8729666" y="1727139"/>
                  <a:ext cx="49002" cy="55248"/>
                </a:xfrm>
                <a:custGeom>
                  <a:rect b="b" l="l" r="r" t="t"/>
                  <a:pathLst>
                    <a:path extrusionOk="0" h="55248" w="49002">
                      <a:moveTo>
                        <a:pt x="25808" y="0"/>
                      </a:moveTo>
                      <a:cubicBezTo>
                        <a:pt x="29170" y="0"/>
                        <a:pt x="32269" y="541"/>
                        <a:pt x="35108" y="1620"/>
                      </a:cubicBezTo>
                      <a:cubicBezTo>
                        <a:pt x="37947" y="2700"/>
                        <a:pt x="40412" y="4275"/>
                        <a:pt x="42466" y="6351"/>
                      </a:cubicBezTo>
                      <a:cubicBezTo>
                        <a:pt x="44520" y="8423"/>
                        <a:pt x="46126" y="10970"/>
                        <a:pt x="47284" y="13983"/>
                      </a:cubicBezTo>
                      <a:cubicBezTo>
                        <a:pt x="48442" y="16996"/>
                        <a:pt x="49002" y="20439"/>
                        <a:pt x="49002" y="24307"/>
                      </a:cubicBezTo>
                      <a:cubicBezTo>
                        <a:pt x="49002" y="25285"/>
                        <a:pt x="48965" y="26095"/>
                        <a:pt x="48890" y="26738"/>
                      </a:cubicBezTo>
                      <a:cubicBezTo>
                        <a:pt x="48778" y="27380"/>
                        <a:pt x="48628" y="27888"/>
                        <a:pt x="48405" y="28253"/>
                      </a:cubicBezTo>
                      <a:cubicBezTo>
                        <a:pt x="48180" y="28616"/>
                        <a:pt x="47882" y="28881"/>
                        <a:pt x="47471" y="29038"/>
                      </a:cubicBezTo>
                      <a:cubicBezTo>
                        <a:pt x="47097" y="29194"/>
                        <a:pt x="46612" y="29273"/>
                        <a:pt x="46014" y="29273"/>
                      </a:cubicBezTo>
                      <a:lnTo>
                        <a:pt x="12885" y="29273"/>
                      </a:lnTo>
                      <a:cubicBezTo>
                        <a:pt x="13259" y="34780"/>
                        <a:pt x="14753" y="38820"/>
                        <a:pt x="17330" y="41400"/>
                      </a:cubicBezTo>
                      <a:cubicBezTo>
                        <a:pt x="19907" y="43980"/>
                        <a:pt x="23306" y="45264"/>
                        <a:pt x="27564" y="45264"/>
                      </a:cubicBezTo>
                      <a:cubicBezTo>
                        <a:pt x="29655" y="45264"/>
                        <a:pt x="31448" y="45025"/>
                        <a:pt x="32979" y="44536"/>
                      </a:cubicBezTo>
                      <a:cubicBezTo>
                        <a:pt x="34511" y="44047"/>
                        <a:pt x="35818" y="43510"/>
                        <a:pt x="36938" y="42916"/>
                      </a:cubicBezTo>
                      <a:cubicBezTo>
                        <a:pt x="38096" y="42322"/>
                        <a:pt x="39067" y="41785"/>
                        <a:pt x="39926" y="41295"/>
                      </a:cubicBezTo>
                      <a:cubicBezTo>
                        <a:pt x="40785" y="40806"/>
                        <a:pt x="41607" y="40564"/>
                        <a:pt x="42429" y="40564"/>
                      </a:cubicBezTo>
                      <a:cubicBezTo>
                        <a:pt x="42952" y="40564"/>
                        <a:pt x="43400" y="40668"/>
                        <a:pt x="43773" y="40877"/>
                      </a:cubicBezTo>
                      <a:cubicBezTo>
                        <a:pt x="44147" y="41086"/>
                        <a:pt x="44483" y="41381"/>
                        <a:pt x="44782" y="41766"/>
                      </a:cubicBezTo>
                      <a:lnTo>
                        <a:pt x="48517" y="46470"/>
                      </a:lnTo>
                      <a:cubicBezTo>
                        <a:pt x="47097" y="48143"/>
                        <a:pt x="45491" y="49547"/>
                        <a:pt x="43736" y="50678"/>
                      </a:cubicBezTo>
                      <a:cubicBezTo>
                        <a:pt x="41943" y="51810"/>
                        <a:pt x="40076" y="52717"/>
                        <a:pt x="38171" y="53397"/>
                      </a:cubicBezTo>
                      <a:cubicBezTo>
                        <a:pt x="36229" y="54076"/>
                        <a:pt x="34249" y="54554"/>
                        <a:pt x="32233" y="54834"/>
                      </a:cubicBezTo>
                      <a:cubicBezTo>
                        <a:pt x="30253" y="55110"/>
                        <a:pt x="28311" y="55249"/>
                        <a:pt x="26406" y="55249"/>
                      </a:cubicBezTo>
                      <a:cubicBezTo>
                        <a:pt x="22671" y="55249"/>
                        <a:pt x="19235" y="54629"/>
                        <a:pt x="16023" y="53397"/>
                      </a:cubicBezTo>
                      <a:cubicBezTo>
                        <a:pt x="12811" y="52157"/>
                        <a:pt x="10009" y="50327"/>
                        <a:pt x="7656" y="47904"/>
                      </a:cubicBezTo>
                      <a:cubicBezTo>
                        <a:pt x="5266" y="45485"/>
                        <a:pt x="3398" y="42487"/>
                        <a:pt x="2054" y="38913"/>
                      </a:cubicBezTo>
                      <a:cubicBezTo>
                        <a:pt x="709" y="35344"/>
                        <a:pt x="0" y="31207"/>
                        <a:pt x="0" y="26502"/>
                      </a:cubicBezTo>
                      <a:cubicBezTo>
                        <a:pt x="0" y="22843"/>
                        <a:pt x="597" y="19401"/>
                        <a:pt x="1793" y="16175"/>
                      </a:cubicBezTo>
                      <a:cubicBezTo>
                        <a:pt x="2988" y="12952"/>
                        <a:pt x="4669" y="10148"/>
                        <a:pt x="6872" y="7762"/>
                      </a:cubicBezTo>
                      <a:cubicBezTo>
                        <a:pt x="9113" y="5377"/>
                        <a:pt x="11802" y="3484"/>
                        <a:pt x="14977" y="2091"/>
                      </a:cubicBezTo>
                      <a:cubicBezTo>
                        <a:pt x="18189" y="694"/>
                        <a:pt x="21775" y="0"/>
                        <a:pt x="25808" y="0"/>
                      </a:cubicBezTo>
                      <a:close/>
                      <a:moveTo>
                        <a:pt x="26032" y="9252"/>
                      </a:moveTo>
                      <a:cubicBezTo>
                        <a:pt x="22297" y="9252"/>
                        <a:pt x="19347" y="10313"/>
                        <a:pt x="17218" y="12441"/>
                      </a:cubicBezTo>
                      <a:cubicBezTo>
                        <a:pt x="15089" y="14565"/>
                        <a:pt x="13744" y="17579"/>
                        <a:pt x="13147" y="21484"/>
                      </a:cubicBezTo>
                      <a:lnTo>
                        <a:pt x="37387" y="21484"/>
                      </a:lnTo>
                      <a:cubicBezTo>
                        <a:pt x="37387" y="19808"/>
                        <a:pt x="37162" y="18232"/>
                        <a:pt x="36714" y="16753"/>
                      </a:cubicBezTo>
                      <a:cubicBezTo>
                        <a:pt x="36266" y="15271"/>
                        <a:pt x="35556" y="13975"/>
                        <a:pt x="34622" y="12859"/>
                      </a:cubicBezTo>
                      <a:cubicBezTo>
                        <a:pt x="33689" y="11743"/>
                        <a:pt x="32494" y="10865"/>
                        <a:pt x="31074" y="10219"/>
                      </a:cubicBezTo>
                      <a:cubicBezTo>
                        <a:pt x="29655" y="9577"/>
                        <a:pt x="27975" y="9252"/>
                        <a:pt x="26032" y="925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7" name="Google Shape;2437;p90"/>
                <p:cNvSpPr/>
                <p:nvPr/>
              </p:nvSpPr>
              <p:spPr>
                <a:xfrm>
                  <a:off x="8784308" y="1711565"/>
                  <a:ext cx="36564" cy="70878"/>
                </a:xfrm>
                <a:custGeom>
                  <a:rect b="b" l="l" r="r" t="t"/>
                  <a:pathLst>
                    <a:path extrusionOk="0" h="70878" w="36564">
                      <a:moveTo>
                        <a:pt x="22484" y="70878"/>
                      </a:moveTo>
                      <a:cubicBezTo>
                        <a:pt x="17853" y="70878"/>
                        <a:pt x="14267" y="69560"/>
                        <a:pt x="11765" y="66928"/>
                      </a:cubicBezTo>
                      <a:cubicBezTo>
                        <a:pt x="9263" y="64299"/>
                        <a:pt x="8030" y="60666"/>
                        <a:pt x="8030" y="56033"/>
                      </a:cubicBezTo>
                      <a:lnTo>
                        <a:pt x="8030" y="26080"/>
                      </a:lnTo>
                      <a:lnTo>
                        <a:pt x="2577" y="26080"/>
                      </a:lnTo>
                      <a:cubicBezTo>
                        <a:pt x="1867" y="26080"/>
                        <a:pt x="1270" y="25853"/>
                        <a:pt x="784" y="25397"/>
                      </a:cubicBezTo>
                      <a:cubicBezTo>
                        <a:pt x="261" y="24945"/>
                        <a:pt x="0" y="24269"/>
                        <a:pt x="0" y="23362"/>
                      </a:cubicBezTo>
                      <a:lnTo>
                        <a:pt x="0" y="18236"/>
                      </a:lnTo>
                      <a:lnTo>
                        <a:pt x="8627" y="16828"/>
                      </a:lnTo>
                      <a:lnTo>
                        <a:pt x="11354" y="2192"/>
                      </a:lnTo>
                      <a:cubicBezTo>
                        <a:pt x="11503" y="1494"/>
                        <a:pt x="11802" y="952"/>
                        <a:pt x="12325" y="571"/>
                      </a:cubicBezTo>
                      <a:cubicBezTo>
                        <a:pt x="12848" y="187"/>
                        <a:pt x="13483" y="0"/>
                        <a:pt x="14230" y="0"/>
                      </a:cubicBezTo>
                      <a:lnTo>
                        <a:pt x="20916" y="0"/>
                      </a:lnTo>
                      <a:lnTo>
                        <a:pt x="20916" y="16880"/>
                      </a:lnTo>
                      <a:lnTo>
                        <a:pt x="35034" y="16880"/>
                      </a:lnTo>
                      <a:lnTo>
                        <a:pt x="35034" y="26080"/>
                      </a:lnTo>
                      <a:lnTo>
                        <a:pt x="20916" y="26080"/>
                      </a:lnTo>
                      <a:lnTo>
                        <a:pt x="20916" y="55144"/>
                      </a:lnTo>
                      <a:cubicBezTo>
                        <a:pt x="20916" y="56813"/>
                        <a:pt x="21326" y="58124"/>
                        <a:pt x="22185" y="59064"/>
                      </a:cubicBezTo>
                      <a:cubicBezTo>
                        <a:pt x="23007" y="60005"/>
                        <a:pt x="24128" y="60476"/>
                        <a:pt x="25509" y="60476"/>
                      </a:cubicBezTo>
                      <a:cubicBezTo>
                        <a:pt x="26331" y="60476"/>
                        <a:pt x="27004" y="60379"/>
                        <a:pt x="27526" y="60188"/>
                      </a:cubicBezTo>
                      <a:cubicBezTo>
                        <a:pt x="28086" y="59994"/>
                        <a:pt x="28535" y="59796"/>
                        <a:pt x="28946" y="59583"/>
                      </a:cubicBezTo>
                      <a:cubicBezTo>
                        <a:pt x="29357" y="59378"/>
                        <a:pt x="29693" y="59176"/>
                        <a:pt x="30029" y="58986"/>
                      </a:cubicBezTo>
                      <a:cubicBezTo>
                        <a:pt x="30328" y="58796"/>
                        <a:pt x="30664" y="58695"/>
                        <a:pt x="30962" y="58695"/>
                      </a:cubicBezTo>
                      <a:cubicBezTo>
                        <a:pt x="31336" y="58695"/>
                        <a:pt x="31672" y="58796"/>
                        <a:pt x="31896" y="58986"/>
                      </a:cubicBezTo>
                      <a:cubicBezTo>
                        <a:pt x="32158" y="59176"/>
                        <a:pt x="32419" y="59464"/>
                        <a:pt x="32681" y="59849"/>
                      </a:cubicBezTo>
                      <a:lnTo>
                        <a:pt x="36565" y="66118"/>
                      </a:lnTo>
                      <a:cubicBezTo>
                        <a:pt x="34660" y="67686"/>
                        <a:pt x="32531" y="68877"/>
                        <a:pt x="30066" y="69676"/>
                      </a:cubicBezTo>
                      <a:cubicBezTo>
                        <a:pt x="27638" y="70475"/>
                        <a:pt x="25099" y="70878"/>
                        <a:pt x="22484" y="7087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8" name="Google Shape;2438;p90"/>
                <p:cNvSpPr/>
                <p:nvPr/>
              </p:nvSpPr>
              <p:spPr>
                <a:xfrm>
                  <a:off x="8829650" y="1726978"/>
                  <a:ext cx="49376" cy="72140"/>
                </a:xfrm>
                <a:custGeom>
                  <a:rect b="b" l="l" r="r" t="t"/>
                  <a:pathLst>
                    <a:path extrusionOk="0" h="72140" w="49376">
                      <a:moveTo>
                        <a:pt x="0" y="72140"/>
                      </a:moveTo>
                      <a:lnTo>
                        <a:pt x="0" y="997"/>
                      </a:lnTo>
                      <a:lnTo>
                        <a:pt x="7881" y="997"/>
                      </a:lnTo>
                      <a:cubicBezTo>
                        <a:pt x="8740" y="997"/>
                        <a:pt x="9449" y="1191"/>
                        <a:pt x="10047" y="1568"/>
                      </a:cubicBezTo>
                      <a:cubicBezTo>
                        <a:pt x="10645" y="1956"/>
                        <a:pt x="11018" y="2546"/>
                        <a:pt x="11205" y="3349"/>
                      </a:cubicBezTo>
                      <a:lnTo>
                        <a:pt x="12251" y="8315"/>
                      </a:lnTo>
                      <a:cubicBezTo>
                        <a:pt x="14380" y="5843"/>
                        <a:pt x="16882" y="3838"/>
                        <a:pt x="19683" y="2304"/>
                      </a:cubicBezTo>
                      <a:cubicBezTo>
                        <a:pt x="22484" y="765"/>
                        <a:pt x="25771" y="0"/>
                        <a:pt x="29543" y="0"/>
                      </a:cubicBezTo>
                      <a:cubicBezTo>
                        <a:pt x="32457" y="0"/>
                        <a:pt x="35146" y="612"/>
                        <a:pt x="37574" y="1833"/>
                      </a:cubicBezTo>
                      <a:cubicBezTo>
                        <a:pt x="40001" y="3054"/>
                        <a:pt x="42093" y="4820"/>
                        <a:pt x="43849" y="7139"/>
                      </a:cubicBezTo>
                      <a:cubicBezTo>
                        <a:pt x="45604" y="9458"/>
                        <a:pt x="46948" y="12310"/>
                        <a:pt x="47920" y="15708"/>
                      </a:cubicBezTo>
                      <a:cubicBezTo>
                        <a:pt x="48891" y="19109"/>
                        <a:pt x="49376" y="23004"/>
                        <a:pt x="49376" y="27391"/>
                      </a:cubicBezTo>
                      <a:cubicBezTo>
                        <a:pt x="49376" y="31405"/>
                        <a:pt x="48816" y="35116"/>
                        <a:pt x="47733" y="38529"/>
                      </a:cubicBezTo>
                      <a:cubicBezTo>
                        <a:pt x="46650" y="41945"/>
                        <a:pt x="45118" y="44906"/>
                        <a:pt x="43101" y="47415"/>
                      </a:cubicBezTo>
                      <a:cubicBezTo>
                        <a:pt x="41122" y="49928"/>
                        <a:pt x="38694" y="51884"/>
                        <a:pt x="35856" y="53296"/>
                      </a:cubicBezTo>
                      <a:cubicBezTo>
                        <a:pt x="33017" y="54707"/>
                        <a:pt x="29843" y="55409"/>
                        <a:pt x="26294" y="55409"/>
                      </a:cubicBezTo>
                      <a:cubicBezTo>
                        <a:pt x="23269" y="55409"/>
                        <a:pt x="20692" y="54950"/>
                        <a:pt x="18600" y="54024"/>
                      </a:cubicBezTo>
                      <a:cubicBezTo>
                        <a:pt x="16471" y="53105"/>
                        <a:pt x="14604" y="51821"/>
                        <a:pt x="12923" y="50186"/>
                      </a:cubicBezTo>
                      <a:lnTo>
                        <a:pt x="12923" y="72140"/>
                      </a:lnTo>
                      <a:lnTo>
                        <a:pt x="0" y="72140"/>
                      </a:lnTo>
                      <a:close/>
                      <a:moveTo>
                        <a:pt x="25099" y="10197"/>
                      </a:moveTo>
                      <a:cubicBezTo>
                        <a:pt x="22410" y="10197"/>
                        <a:pt x="20131" y="10764"/>
                        <a:pt x="18227" y="11896"/>
                      </a:cubicBezTo>
                      <a:cubicBezTo>
                        <a:pt x="16322" y="13027"/>
                        <a:pt x="14566" y="14621"/>
                        <a:pt x="12923" y="16679"/>
                      </a:cubicBezTo>
                      <a:lnTo>
                        <a:pt x="12923" y="40724"/>
                      </a:lnTo>
                      <a:cubicBezTo>
                        <a:pt x="14380" y="42535"/>
                        <a:pt x="15986" y="43801"/>
                        <a:pt x="17704" y="44514"/>
                      </a:cubicBezTo>
                      <a:cubicBezTo>
                        <a:pt x="19422" y="45231"/>
                        <a:pt x="21289" y="45586"/>
                        <a:pt x="23269" y="45586"/>
                      </a:cubicBezTo>
                      <a:cubicBezTo>
                        <a:pt x="25211" y="45586"/>
                        <a:pt x="27004" y="45220"/>
                        <a:pt x="28572" y="44484"/>
                      </a:cubicBezTo>
                      <a:cubicBezTo>
                        <a:pt x="30179" y="43756"/>
                        <a:pt x="31523" y="42640"/>
                        <a:pt x="32606" y="41142"/>
                      </a:cubicBezTo>
                      <a:cubicBezTo>
                        <a:pt x="33689" y="39645"/>
                        <a:pt x="34548" y="37756"/>
                        <a:pt x="35146" y="35471"/>
                      </a:cubicBezTo>
                      <a:cubicBezTo>
                        <a:pt x="35744" y="33189"/>
                        <a:pt x="36042" y="30494"/>
                        <a:pt x="36042" y="27391"/>
                      </a:cubicBezTo>
                      <a:cubicBezTo>
                        <a:pt x="36042" y="24258"/>
                        <a:pt x="35781" y="21604"/>
                        <a:pt x="35258" y="19423"/>
                      </a:cubicBezTo>
                      <a:cubicBezTo>
                        <a:pt x="34772" y="17246"/>
                        <a:pt x="34026" y="15476"/>
                        <a:pt x="33092" y="14117"/>
                      </a:cubicBezTo>
                      <a:cubicBezTo>
                        <a:pt x="32158" y="12755"/>
                        <a:pt x="31000" y="11765"/>
                        <a:pt x="29693" y="11138"/>
                      </a:cubicBezTo>
                      <a:cubicBezTo>
                        <a:pt x="28348" y="10511"/>
                        <a:pt x="26817" y="10197"/>
                        <a:pt x="25099" y="1019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39" name="Google Shape;2439;p90"/>
                <p:cNvSpPr/>
                <p:nvPr/>
              </p:nvSpPr>
              <p:spPr>
                <a:xfrm>
                  <a:off x="8889633" y="1703930"/>
                  <a:ext cx="12922" cy="77677"/>
                </a:xfrm>
                <a:custGeom>
                  <a:rect b="b" l="l" r="r" t="t"/>
                  <a:pathLst>
                    <a:path extrusionOk="0" h="77677" w="12922">
                      <a:moveTo>
                        <a:pt x="12923" y="0"/>
                      </a:moveTo>
                      <a:lnTo>
                        <a:pt x="12923" y="77677"/>
                      </a:lnTo>
                      <a:lnTo>
                        <a:pt x="0" y="77677"/>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0" name="Google Shape;2440;p90"/>
                <p:cNvSpPr/>
                <p:nvPr/>
              </p:nvSpPr>
              <p:spPr>
                <a:xfrm>
                  <a:off x="8914471" y="1726978"/>
                  <a:ext cx="44707" cy="55465"/>
                </a:xfrm>
                <a:custGeom>
                  <a:rect b="b" l="l" r="r" t="t"/>
                  <a:pathLst>
                    <a:path extrusionOk="0" h="55465" w="44707">
                      <a:moveTo>
                        <a:pt x="44707" y="54629"/>
                      </a:moveTo>
                      <a:lnTo>
                        <a:pt x="38880" y="54629"/>
                      </a:lnTo>
                      <a:cubicBezTo>
                        <a:pt x="37685" y="54629"/>
                        <a:pt x="36714" y="54446"/>
                        <a:pt x="36005" y="54080"/>
                      </a:cubicBezTo>
                      <a:cubicBezTo>
                        <a:pt x="35332" y="53710"/>
                        <a:pt x="34809" y="52975"/>
                        <a:pt x="34436" y="51858"/>
                      </a:cubicBezTo>
                      <a:lnTo>
                        <a:pt x="33315" y="48042"/>
                      </a:lnTo>
                      <a:cubicBezTo>
                        <a:pt x="31933" y="49263"/>
                        <a:pt x="30626" y="50335"/>
                        <a:pt x="29319" y="51257"/>
                      </a:cubicBezTo>
                      <a:cubicBezTo>
                        <a:pt x="28012" y="52179"/>
                        <a:pt x="26630" y="52952"/>
                        <a:pt x="25248" y="53583"/>
                      </a:cubicBezTo>
                      <a:cubicBezTo>
                        <a:pt x="23866" y="54211"/>
                        <a:pt x="22372" y="54681"/>
                        <a:pt x="20803" y="54995"/>
                      </a:cubicBezTo>
                      <a:cubicBezTo>
                        <a:pt x="19235" y="55308"/>
                        <a:pt x="17479" y="55465"/>
                        <a:pt x="15574" y="55465"/>
                      </a:cubicBezTo>
                      <a:cubicBezTo>
                        <a:pt x="13296" y="55465"/>
                        <a:pt x="11205" y="55159"/>
                        <a:pt x="9300" y="54550"/>
                      </a:cubicBezTo>
                      <a:cubicBezTo>
                        <a:pt x="7395" y="53938"/>
                        <a:pt x="5751" y="53020"/>
                        <a:pt x="4370" y="51795"/>
                      </a:cubicBezTo>
                      <a:cubicBezTo>
                        <a:pt x="2988" y="50566"/>
                        <a:pt x="1905" y="49051"/>
                        <a:pt x="1158" y="47228"/>
                      </a:cubicBezTo>
                      <a:cubicBezTo>
                        <a:pt x="373" y="45414"/>
                        <a:pt x="0" y="43297"/>
                        <a:pt x="0" y="40885"/>
                      </a:cubicBezTo>
                      <a:cubicBezTo>
                        <a:pt x="0" y="38857"/>
                        <a:pt x="523" y="36856"/>
                        <a:pt x="1606" y="34877"/>
                      </a:cubicBezTo>
                      <a:cubicBezTo>
                        <a:pt x="2652" y="32906"/>
                        <a:pt x="4407" y="31117"/>
                        <a:pt x="6910" y="29530"/>
                      </a:cubicBezTo>
                      <a:cubicBezTo>
                        <a:pt x="9375" y="27940"/>
                        <a:pt x="12661" y="26618"/>
                        <a:pt x="16770" y="25569"/>
                      </a:cubicBezTo>
                      <a:cubicBezTo>
                        <a:pt x="20878" y="24520"/>
                        <a:pt x="25995" y="23993"/>
                        <a:pt x="32083" y="23993"/>
                      </a:cubicBezTo>
                      <a:lnTo>
                        <a:pt x="32083" y="20834"/>
                      </a:lnTo>
                      <a:cubicBezTo>
                        <a:pt x="32083" y="17220"/>
                        <a:pt x="31336" y="14543"/>
                        <a:pt x="29842" y="12803"/>
                      </a:cubicBezTo>
                      <a:cubicBezTo>
                        <a:pt x="28311" y="11063"/>
                        <a:pt x="26107" y="10197"/>
                        <a:pt x="23194" y="10197"/>
                      </a:cubicBezTo>
                      <a:cubicBezTo>
                        <a:pt x="21102" y="10197"/>
                        <a:pt x="19384" y="10440"/>
                        <a:pt x="17965" y="10925"/>
                      </a:cubicBezTo>
                      <a:cubicBezTo>
                        <a:pt x="16583" y="11414"/>
                        <a:pt x="15388" y="11967"/>
                        <a:pt x="14342" y="12575"/>
                      </a:cubicBezTo>
                      <a:cubicBezTo>
                        <a:pt x="13334" y="13188"/>
                        <a:pt x="12362" y="13733"/>
                        <a:pt x="11503" y="14222"/>
                      </a:cubicBezTo>
                      <a:cubicBezTo>
                        <a:pt x="10644" y="14711"/>
                        <a:pt x="9673" y="14950"/>
                        <a:pt x="8627" y="14950"/>
                      </a:cubicBezTo>
                      <a:cubicBezTo>
                        <a:pt x="7769" y="14950"/>
                        <a:pt x="6984" y="14726"/>
                        <a:pt x="6387" y="14274"/>
                      </a:cubicBezTo>
                      <a:cubicBezTo>
                        <a:pt x="5751" y="13822"/>
                        <a:pt x="5229" y="13262"/>
                        <a:pt x="4855" y="12601"/>
                      </a:cubicBezTo>
                      <a:lnTo>
                        <a:pt x="2502" y="8472"/>
                      </a:lnTo>
                      <a:cubicBezTo>
                        <a:pt x="8665" y="2823"/>
                        <a:pt x="16097" y="0"/>
                        <a:pt x="24837" y="0"/>
                      </a:cubicBezTo>
                      <a:cubicBezTo>
                        <a:pt x="27975" y="0"/>
                        <a:pt x="30776" y="519"/>
                        <a:pt x="33241" y="1546"/>
                      </a:cubicBezTo>
                      <a:cubicBezTo>
                        <a:pt x="35668" y="2576"/>
                        <a:pt x="37760" y="4003"/>
                        <a:pt x="39478" y="5832"/>
                      </a:cubicBezTo>
                      <a:cubicBezTo>
                        <a:pt x="41196" y="7658"/>
                        <a:pt x="42466" y="9846"/>
                        <a:pt x="43363" y="12392"/>
                      </a:cubicBezTo>
                      <a:cubicBezTo>
                        <a:pt x="44259" y="14935"/>
                        <a:pt x="44707" y="17720"/>
                        <a:pt x="44707" y="20756"/>
                      </a:cubicBezTo>
                      <a:lnTo>
                        <a:pt x="44707" y="54629"/>
                      </a:lnTo>
                      <a:close/>
                      <a:moveTo>
                        <a:pt x="19608" y="46579"/>
                      </a:moveTo>
                      <a:cubicBezTo>
                        <a:pt x="20916" y="46579"/>
                        <a:pt x="22148" y="46459"/>
                        <a:pt x="23269" y="46217"/>
                      </a:cubicBezTo>
                      <a:cubicBezTo>
                        <a:pt x="24389" y="45978"/>
                        <a:pt x="25435" y="45615"/>
                        <a:pt x="26443" y="45134"/>
                      </a:cubicBezTo>
                      <a:cubicBezTo>
                        <a:pt x="27414" y="44656"/>
                        <a:pt x="28385" y="44062"/>
                        <a:pt x="29319" y="43364"/>
                      </a:cubicBezTo>
                      <a:cubicBezTo>
                        <a:pt x="30215" y="42658"/>
                        <a:pt x="31149" y="41826"/>
                        <a:pt x="32083" y="40870"/>
                      </a:cubicBezTo>
                      <a:lnTo>
                        <a:pt x="32083" y="31890"/>
                      </a:lnTo>
                      <a:cubicBezTo>
                        <a:pt x="28348" y="31890"/>
                        <a:pt x="25173" y="32125"/>
                        <a:pt x="22671" y="32600"/>
                      </a:cubicBezTo>
                      <a:cubicBezTo>
                        <a:pt x="20131" y="33074"/>
                        <a:pt x="18114" y="33679"/>
                        <a:pt x="16583" y="34414"/>
                      </a:cubicBezTo>
                      <a:cubicBezTo>
                        <a:pt x="15052" y="35150"/>
                        <a:pt x="13931" y="36012"/>
                        <a:pt x="13296"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1" name="Google Shape;2441;p90"/>
                <p:cNvSpPr/>
                <p:nvPr/>
              </p:nvSpPr>
              <p:spPr>
                <a:xfrm>
                  <a:off x="8968254" y="1727139"/>
                  <a:ext cx="45230" cy="55248"/>
                </a:xfrm>
                <a:custGeom>
                  <a:rect b="b" l="l" r="r" t="t"/>
                  <a:pathLst>
                    <a:path extrusionOk="0" h="55248" w="45230">
                      <a:moveTo>
                        <a:pt x="41346" y="12180"/>
                      </a:moveTo>
                      <a:cubicBezTo>
                        <a:pt x="40935" y="12669"/>
                        <a:pt x="40561" y="13049"/>
                        <a:pt x="40187" y="13330"/>
                      </a:cubicBezTo>
                      <a:cubicBezTo>
                        <a:pt x="39851" y="13610"/>
                        <a:pt x="39291" y="13748"/>
                        <a:pt x="38619" y="13748"/>
                      </a:cubicBezTo>
                      <a:cubicBezTo>
                        <a:pt x="37947" y="13748"/>
                        <a:pt x="37312" y="13546"/>
                        <a:pt x="36677" y="13147"/>
                      </a:cubicBezTo>
                      <a:cubicBezTo>
                        <a:pt x="36042" y="12743"/>
                        <a:pt x="35295" y="12292"/>
                        <a:pt x="34436" y="11787"/>
                      </a:cubicBezTo>
                      <a:cubicBezTo>
                        <a:pt x="33540" y="11283"/>
                        <a:pt x="32531" y="10832"/>
                        <a:pt x="31299" y="10428"/>
                      </a:cubicBezTo>
                      <a:cubicBezTo>
                        <a:pt x="30103" y="10029"/>
                        <a:pt x="28609" y="9824"/>
                        <a:pt x="26854" y="9824"/>
                      </a:cubicBezTo>
                      <a:cubicBezTo>
                        <a:pt x="24576" y="9824"/>
                        <a:pt x="22596" y="10238"/>
                        <a:pt x="20878" y="11056"/>
                      </a:cubicBezTo>
                      <a:cubicBezTo>
                        <a:pt x="19160" y="11873"/>
                        <a:pt x="17741" y="13049"/>
                        <a:pt x="16620" y="14584"/>
                      </a:cubicBezTo>
                      <a:cubicBezTo>
                        <a:pt x="15500" y="16119"/>
                        <a:pt x="14641" y="17971"/>
                        <a:pt x="14080" y="20151"/>
                      </a:cubicBezTo>
                      <a:cubicBezTo>
                        <a:pt x="13520" y="22332"/>
                        <a:pt x="13259" y="24796"/>
                        <a:pt x="13259" y="27544"/>
                      </a:cubicBezTo>
                      <a:cubicBezTo>
                        <a:pt x="13259" y="30404"/>
                        <a:pt x="13558" y="32951"/>
                        <a:pt x="14155" y="35180"/>
                      </a:cubicBezTo>
                      <a:cubicBezTo>
                        <a:pt x="14753" y="37412"/>
                        <a:pt x="15649" y="39283"/>
                        <a:pt x="16807" y="40795"/>
                      </a:cubicBezTo>
                      <a:cubicBezTo>
                        <a:pt x="17965" y="42311"/>
                        <a:pt x="19347" y="43465"/>
                        <a:pt x="20990" y="44249"/>
                      </a:cubicBezTo>
                      <a:cubicBezTo>
                        <a:pt x="22633" y="45033"/>
                        <a:pt x="24464" y="45425"/>
                        <a:pt x="26518" y="45425"/>
                      </a:cubicBezTo>
                      <a:cubicBezTo>
                        <a:pt x="28572" y="45425"/>
                        <a:pt x="30253" y="45171"/>
                        <a:pt x="31523" y="44667"/>
                      </a:cubicBezTo>
                      <a:cubicBezTo>
                        <a:pt x="32792" y="44163"/>
                        <a:pt x="33876" y="43603"/>
                        <a:pt x="34735" y="42991"/>
                      </a:cubicBezTo>
                      <a:cubicBezTo>
                        <a:pt x="35594" y="42386"/>
                        <a:pt x="36378" y="41826"/>
                        <a:pt x="37013" y="41322"/>
                      </a:cubicBezTo>
                      <a:cubicBezTo>
                        <a:pt x="37648" y="40818"/>
                        <a:pt x="38395" y="40564"/>
                        <a:pt x="39179" y="40564"/>
                      </a:cubicBezTo>
                      <a:cubicBezTo>
                        <a:pt x="40225" y="40564"/>
                        <a:pt x="41010" y="40963"/>
                        <a:pt x="41532" y="41766"/>
                      </a:cubicBezTo>
                      <a:lnTo>
                        <a:pt x="45230" y="46470"/>
                      </a:lnTo>
                      <a:cubicBezTo>
                        <a:pt x="43811" y="48143"/>
                        <a:pt x="42279" y="49547"/>
                        <a:pt x="40599" y="50678"/>
                      </a:cubicBezTo>
                      <a:cubicBezTo>
                        <a:pt x="38918" y="51810"/>
                        <a:pt x="37200" y="52717"/>
                        <a:pt x="35407" y="53397"/>
                      </a:cubicBezTo>
                      <a:cubicBezTo>
                        <a:pt x="33577" y="54076"/>
                        <a:pt x="31747" y="54554"/>
                        <a:pt x="29842" y="54834"/>
                      </a:cubicBezTo>
                      <a:cubicBezTo>
                        <a:pt x="27900" y="55110"/>
                        <a:pt x="25995" y="55249"/>
                        <a:pt x="24128" y="55249"/>
                      </a:cubicBezTo>
                      <a:cubicBezTo>
                        <a:pt x="20803" y="55249"/>
                        <a:pt x="17704" y="54629"/>
                        <a:pt x="14753" y="53397"/>
                      </a:cubicBezTo>
                      <a:cubicBezTo>
                        <a:pt x="11839" y="52157"/>
                        <a:pt x="9300" y="50357"/>
                        <a:pt x="7096" y="47986"/>
                      </a:cubicBezTo>
                      <a:cubicBezTo>
                        <a:pt x="4930" y="45615"/>
                        <a:pt x="3212" y="42714"/>
                        <a:pt x="1942" y="39283"/>
                      </a:cubicBezTo>
                      <a:cubicBezTo>
                        <a:pt x="635" y="35852"/>
                        <a:pt x="0" y="31935"/>
                        <a:pt x="0" y="27544"/>
                      </a:cubicBezTo>
                      <a:cubicBezTo>
                        <a:pt x="0" y="23609"/>
                        <a:pt x="597" y="19961"/>
                        <a:pt x="1718" y="16597"/>
                      </a:cubicBezTo>
                      <a:cubicBezTo>
                        <a:pt x="2838" y="13232"/>
                        <a:pt x="4519" y="10320"/>
                        <a:pt x="6723" y="7867"/>
                      </a:cubicBezTo>
                      <a:cubicBezTo>
                        <a:pt x="8889" y="5410"/>
                        <a:pt x="11616" y="3484"/>
                        <a:pt x="14865" y="2091"/>
                      </a:cubicBezTo>
                      <a:cubicBezTo>
                        <a:pt x="18114" y="694"/>
                        <a:pt x="21849" y="0"/>
                        <a:pt x="26070" y="0"/>
                      </a:cubicBezTo>
                      <a:cubicBezTo>
                        <a:pt x="30066" y="0"/>
                        <a:pt x="33577" y="642"/>
                        <a:pt x="36602" y="1934"/>
                      </a:cubicBezTo>
                      <a:cubicBezTo>
                        <a:pt x="39628" y="3226"/>
                        <a:pt x="42317" y="5070"/>
                        <a:pt x="44707" y="7475"/>
                      </a:cubicBezTo>
                      <a:lnTo>
                        <a:pt x="41346" y="1218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2" name="Google Shape;2442;p90"/>
                <p:cNvSpPr/>
                <p:nvPr/>
              </p:nvSpPr>
              <p:spPr>
                <a:xfrm>
                  <a:off x="9018153" y="1727139"/>
                  <a:ext cx="49002" cy="55248"/>
                </a:xfrm>
                <a:custGeom>
                  <a:rect b="b" l="l" r="r" t="t"/>
                  <a:pathLst>
                    <a:path extrusionOk="0" h="55248" w="49002">
                      <a:moveTo>
                        <a:pt x="25771" y="0"/>
                      </a:moveTo>
                      <a:cubicBezTo>
                        <a:pt x="29170" y="0"/>
                        <a:pt x="32270" y="541"/>
                        <a:pt x="35108" y="1620"/>
                      </a:cubicBezTo>
                      <a:cubicBezTo>
                        <a:pt x="37947" y="2700"/>
                        <a:pt x="40412" y="4275"/>
                        <a:pt x="42466" y="6351"/>
                      </a:cubicBezTo>
                      <a:cubicBezTo>
                        <a:pt x="44520" y="8423"/>
                        <a:pt x="46126" y="10970"/>
                        <a:pt x="47284" y="13983"/>
                      </a:cubicBezTo>
                      <a:cubicBezTo>
                        <a:pt x="48405" y="16996"/>
                        <a:pt x="49002" y="20439"/>
                        <a:pt x="49002" y="24307"/>
                      </a:cubicBezTo>
                      <a:cubicBezTo>
                        <a:pt x="49002" y="25285"/>
                        <a:pt x="48965" y="26095"/>
                        <a:pt x="48853" y="26738"/>
                      </a:cubicBezTo>
                      <a:cubicBezTo>
                        <a:pt x="48778" y="27380"/>
                        <a:pt x="48629" y="27888"/>
                        <a:pt x="48405" y="28253"/>
                      </a:cubicBezTo>
                      <a:cubicBezTo>
                        <a:pt x="48180" y="28616"/>
                        <a:pt x="47844" y="28881"/>
                        <a:pt x="47471" y="29038"/>
                      </a:cubicBezTo>
                      <a:cubicBezTo>
                        <a:pt x="47097" y="29194"/>
                        <a:pt x="46612" y="29273"/>
                        <a:pt x="46014" y="29273"/>
                      </a:cubicBezTo>
                      <a:lnTo>
                        <a:pt x="12848" y="29273"/>
                      </a:lnTo>
                      <a:cubicBezTo>
                        <a:pt x="13259" y="34780"/>
                        <a:pt x="14715" y="38820"/>
                        <a:pt x="17293" y="41400"/>
                      </a:cubicBezTo>
                      <a:cubicBezTo>
                        <a:pt x="19907" y="43980"/>
                        <a:pt x="23306" y="45264"/>
                        <a:pt x="27564" y="45264"/>
                      </a:cubicBezTo>
                      <a:cubicBezTo>
                        <a:pt x="29655" y="45264"/>
                        <a:pt x="31448" y="45025"/>
                        <a:pt x="32979" y="44536"/>
                      </a:cubicBezTo>
                      <a:cubicBezTo>
                        <a:pt x="34473" y="44047"/>
                        <a:pt x="35818" y="43510"/>
                        <a:pt x="36939" y="42916"/>
                      </a:cubicBezTo>
                      <a:cubicBezTo>
                        <a:pt x="38059" y="42322"/>
                        <a:pt x="39067" y="41785"/>
                        <a:pt x="39926" y="41295"/>
                      </a:cubicBezTo>
                      <a:cubicBezTo>
                        <a:pt x="40785" y="40806"/>
                        <a:pt x="41607" y="40564"/>
                        <a:pt x="42391" y="40564"/>
                      </a:cubicBezTo>
                      <a:cubicBezTo>
                        <a:pt x="42914" y="40564"/>
                        <a:pt x="43400" y="40668"/>
                        <a:pt x="43773" y="40877"/>
                      </a:cubicBezTo>
                      <a:cubicBezTo>
                        <a:pt x="44147" y="41086"/>
                        <a:pt x="44483" y="41381"/>
                        <a:pt x="44744" y="41766"/>
                      </a:cubicBezTo>
                      <a:lnTo>
                        <a:pt x="48517" y="46470"/>
                      </a:lnTo>
                      <a:cubicBezTo>
                        <a:pt x="47097" y="48143"/>
                        <a:pt x="45491" y="49547"/>
                        <a:pt x="43699" y="50678"/>
                      </a:cubicBezTo>
                      <a:cubicBezTo>
                        <a:pt x="41943" y="51810"/>
                        <a:pt x="40076" y="52717"/>
                        <a:pt x="38134" y="53397"/>
                      </a:cubicBezTo>
                      <a:cubicBezTo>
                        <a:pt x="36229" y="54076"/>
                        <a:pt x="34249" y="54554"/>
                        <a:pt x="32233" y="54834"/>
                      </a:cubicBezTo>
                      <a:cubicBezTo>
                        <a:pt x="30215" y="55110"/>
                        <a:pt x="28273" y="55249"/>
                        <a:pt x="26406" y="55249"/>
                      </a:cubicBezTo>
                      <a:cubicBezTo>
                        <a:pt x="22671" y="55249"/>
                        <a:pt x="19198" y="54629"/>
                        <a:pt x="15985" y="53397"/>
                      </a:cubicBezTo>
                      <a:cubicBezTo>
                        <a:pt x="12811" y="52157"/>
                        <a:pt x="10009" y="50327"/>
                        <a:pt x="7619" y="47904"/>
                      </a:cubicBezTo>
                      <a:cubicBezTo>
                        <a:pt x="5266" y="45485"/>
                        <a:pt x="3398" y="42487"/>
                        <a:pt x="2054" y="38913"/>
                      </a:cubicBezTo>
                      <a:cubicBezTo>
                        <a:pt x="672" y="35344"/>
                        <a:pt x="0" y="31207"/>
                        <a:pt x="0" y="26502"/>
                      </a:cubicBezTo>
                      <a:cubicBezTo>
                        <a:pt x="0" y="22843"/>
                        <a:pt x="597" y="19401"/>
                        <a:pt x="1793" y="16175"/>
                      </a:cubicBezTo>
                      <a:cubicBezTo>
                        <a:pt x="2950" y="12952"/>
                        <a:pt x="4669" y="10148"/>
                        <a:pt x="6872" y="7762"/>
                      </a:cubicBezTo>
                      <a:cubicBezTo>
                        <a:pt x="9076" y="5377"/>
                        <a:pt x="11802" y="3484"/>
                        <a:pt x="14977" y="2091"/>
                      </a:cubicBezTo>
                      <a:cubicBezTo>
                        <a:pt x="18189" y="694"/>
                        <a:pt x="21775" y="0"/>
                        <a:pt x="25771" y="0"/>
                      </a:cubicBezTo>
                      <a:close/>
                      <a:moveTo>
                        <a:pt x="26032" y="9252"/>
                      </a:moveTo>
                      <a:cubicBezTo>
                        <a:pt x="22260" y="9252"/>
                        <a:pt x="19347" y="10313"/>
                        <a:pt x="17218" y="12441"/>
                      </a:cubicBezTo>
                      <a:cubicBezTo>
                        <a:pt x="15089" y="14565"/>
                        <a:pt x="13707" y="17579"/>
                        <a:pt x="13110" y="21484"/>
                      </a:cubicBezTo>
                      <a:lnTo>
                        <a:pt x="37387" y="21484"/>
                      </a:lnTo>
                      <a:cubicBezTo>
                        <a:pt x="37387" y="19808"/>
                        <a:pt x="37162" y="18232"/>
                        <a:pt x="36714" y="16753"/>
                      </a:cubicBezTo>
                      <a:cubicBezTo>
                        <a:pt x="36266" y="15271"/>
                        <a:pt x="35557" y="13975"/>
                        <a:pt x="34623" y="12859"/>
                      </a:cubicBezTo>
                      <a:cubicBezTo>
                        <a:pt x="33689" y="11743"/>
                        <a:pt x="32494" y="10865"/>
                        <a:pt x="31074" y="10219"/>
                      </a:cubicBezTo>
                      <a:cubicBezTo>
                        <a:pt x="29618" y="9577"/>
                        <a:pt x="27975" y="9252"/>
                        <a:pt x="26032" y="9252"/>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43" name="Google Shape;2443;p90"/>
              <p:cNvGrpSpPr/>
              <p:nvPr/>
            </p:nvGrpSpPr>
            <p:grpSpPr>
              <a:xfrm>
                <a:off x="8053673" y="1434803"/>
                <a:ext cx="947522" cy="219053"/>
                <a:chOff x="8053673" y="1434803"/>
                <a:chExt cx="947522" cy="219053"/>
              </a:xfrm>
            </p:grpSpPr>
            <p:sp>
              <p:nvSpPr>
                <p:cNvPr id="2444" name="Google Shape;2444;p90"/>
                <p:cNvSpPr/>
                <p:nvPr/>
              </p:nvSpPr>
              <p:spPr>
                <a:xfrm>
                  <a:off x="8053673" y="1434803"/>
                  <a:ext cx="227388" cy="219053"/>
                </a:xfrm>
                <a:custGeom>
                  <a:rect b="b" l="l" r="r" t="t"/>
                  <a:pathLst>
                    <a:path extrusionOk="0" h="219053" w="227388">
                      <a:moveTo>
                        <a:pt x="12034" y="102714"/>
                      </a:moveTo>
                      <a:cubicBezTo>
                        <a:pt x="14536" y="102737"/>
                        <a:pt x="16590" y="104792"/>
                        <a:pt x="16553" y="107308"/>
                      </a:cubicBezTo>
                      <a:cubicBezTo>
                        <a:pt x="16516" y="109821"/>
                        <a:pt x="14462" y="111843"/>
                        <a:pt x="11959" y="111820"/>
                      </a:cubicBezTo>
                      <a:cubicBezTo>
                        <a:pt x="9456" y="111797"/>
                        <a:pt x="7402" y="109739"/>
                        <a:pt x="7440" y="107226"/>
                      </a:cubicBezTo>
                      <a:cubicBezTo>
                        <a:pt x="7477" y="104711"/>
                        <a:pt x="9531" y="102692"/>
                        <a:pt x="12034" y="102714"/>
                      </a:cubicBezTo>
                      <a:lnTo>
                        <a:pt x="12034" y="102714"/>
                      </a:lnTo>
                      <a:close/>
                      <a:moveTo>
                        <a:pt x="87554" y="152792"/>
                      </a:moveTo>
                      <a:cubicBezTo>
                        <a:pt x="85051" y="152769"/>
                        <a:pt x="82998" y="154789"/>
                        <a:pt x="82960" y="157304"/>
                      </a:cubicBezTo>
                      <a:cubicBezTo>
                        <a:pt x="82960" y="159817"/>
                        <a:pt x="84977" y="161874"/>
                        <a:pt x="87479" y="161897"/>
                      </a:cubicBezTo>
                      <a:cubicBezTo>
                        <a:pt x="89982" y="161920"/>
                        <a:pt x="92073" y="159898"/>
                        <a:pt x="92073" y="157385"/>
                      </a:cubicBezTo>
                      <a:cubicBezTo>
                        <a:pt x="92111" y="154870"/>
                        <a:pt x="90094" y="152815"/>
                        <a:pt x="87554" y="152792"/>
                      </a:cubicBezTo>
                      <a:lnTo>
                        <a:pt x="87554" y="152792"/>
                      </a:lnTo>
                      <a:close/>
                      <a:moveTo>
                        <a:pt x="83147" y="69392"/>
                      </a:moveTo>
                      <a:cubicBezTo>
                        <a:pt x="80607" y="69369"/>
                        <a:pt x="78553" y="71391"/>
                        <a:pt x="78553" y="73904"/>
                      </a:cubicBezTo>
                      <a:cubicBezTo>
                        <a:pt x="78515" y="76419"/>
                        <a:pt x="80532" y="78474"/>
                        <a:pt x="83072" y="78497"/>
                      </a:cubicBezTo>
                      <a:cubicBezTo>
                        <a:pt x="85574" y="78520"/>
                        <a:pt x="87629" y="76498"/>
                        <a:pt x="87666" y="73985"/>
                      </a:cubicBezTo>
                      <a:cubicBezTo>
                        <a:pt x="87666" y="71470"/>
                        <a:pt x="85649" y="69415"/>
                        <a:pt x="83147" y="69392"/>
                      </a:cubicBezTo>
                      <a:lnTo>
                        <a:pt x="83147" y="69392"/>
                      </a:lnTo>
                      <a:close/>
                      <a:moveTo>
                        <a:pt x="186269" y="32374"/>
                      </a:moveTo>
                      <a:cubicBezTo>
                        <a:pt x="183766" y="32350"/>
                        <a:pt x="181712" y="34370"/>
                        <a:pt x="181674" y="36885"/>
                      </a:cubicBezTo>
                      <a:cubicBezTo>
                        <a:pt x="181674" y="39400"/>
                        <a:pt x="183691" y="41456"/>
                        <a:pt x="186194" y="41479"/>
                      </a:cubicBezTo>
                      <a:cubicBezTo>
                        <a:pt x="188696" y="41501"/>
                        <a:pt x="190750" y="39482"/>
                        <a:pt x="190788" y="36966"/>
                      </a:cubicBezTo>
                      <a:cubicBezTo>
                        <a:pt x="190825" y="34451"/>
                        <a:pt x="188808" y="32396"/>
                        <a:pt x="186269" y="32374"/>
                      </a:cubicBezTo>
                      <a:lnTo>
                        <a:pt x="186269" y="32374"/>
                      </a:lnTo>
                      <a:close/>
                      <a:moveTo>
                        <a:pt x="215438" y="104524"/>
                      </a:moveTo>
                      <a:cubicBezTo>
                        <a:pt x="212899" y="104501"/>
                        <a:pt x="210844" y="106521"/>
                        <a:pt x="210844" y="109036"/>
                      </a:cubicBezTo>
                      <a:cubicBezTo>
                        <a:pt x="210807" y="111549"/>
                        <a:pt x="212824" y="113604"/>
                        <a:pt x="215326" y="113627"/>
                      </a:cubicBezTo>
                      <a:cubicBezTo>
                        <a:pt x="217866" y="113650"/>
                        <a:pt x="219920" y="111630"/>
                        <a:pt x="219920" y="109115"/>
                      </a:cubicBezTo>
                      <a:cubicBezTo>
                        <a:pt x="219957" y="106602"/>
                        <a:pt x="217941" y="104547"/>
                        <a:pt x="215438" y="104524"/>
                      </a:cubicBezTo>
                      <a:lnTo>
                        <a:pt x="215438" y="104524"/>
                      </a:lnTo>
                      <a:close/>
                      <a:moveTo>
                        <a:pt x="184998" y="176143"/>
                      </a:moveTo>
                      <a:cubicBezTo>
                        <a:pt x="182496" y="176120"/>
                        <a:pt x="180442" y="178142"/>
                        <a:pt x="180404" y="180655"/>
                      </a:cubicBezTo>
                      <a:cubicBezTo>
                        <a:pt x="180367" y="183170"/>
                        <a:pt x="182384" y="185225"/>
                        <a:pt x="184924" y="185249"/>
                      </a:cubicBezTo>
                      <a:cubicBezTo>
                        <a:pt x="187426" y="185269"/>
                        <a:pt x="189481" y="183252"/>
                        <a:pt x="189518" y="180736"/>
                      </a:cubicBezTo>
                      <a:cubicBezTo>
                        <a:pt x="189518" y="178221"/>
                        <a:pt x="187501" y="176164"/>
                        <a:pt x="184998" y="176143"/>
                      </a:cubicBezTo>
                      <a:lnTo>
                        <a:pt x="184998" y="176143"/>
                      </a:lnTo>
                      <a:close/>
                      <a:moveTo>
                        <a:pt x="41652" y="42114"/>
                      </a:moveTo>
                      <a:cubicBezTo>
                        <a:pt x="43631" y="42349"/>
                        <a:pt x="45611" y="41668"/>
                        <a:pt x="47030" y="40265"/>
                      </a:cubicBezTo>
                      <a:cubicBezTo>
                        <a:pt x="48412" y="38880"/>
                        <a:pt x="49084" y="36948"/>
                        <a:pt x="48898" y="34999"/>
                      </a:cubicBezTo>
                      <a:lnTo>
                        <a:pt x="103689" y="12878"/>
                      </a:lnTo>
                      <a:cubicBezTo>
                        <a:pt x="103092" y="11837"/>
                        <a:pt x="102606" y="10701"/>
                        <a:pt x="102344" y="9495"/>
                      </a:cubicBezTo>
                      <a:lnTo>
                        <a:pt x="47553" y="31613"/>
                      </a:lnTo>
                      <a:cubicBezTo>
                        <a:pt x="46358" y="30118"/>
                        <a:pt x="44528" y="29152"/>
                        <a:pt x="42474" y="29136"/>
                      </a:cubicBezTo>
                      <a:cubicBezTo>
                        <a:pt x="38888" y="29102"/>
                        <a:pt x="35937" y="31992"/>
                        <a:pt x="35900" y="35588"/>
                      </a:cubicBezTo>
                      <a:cubicBezTo>
                        <a:pt x="35900" y="37641"/>
                        <a:pt x="36834" y="39480"/>
                        <a:pt x="38290" y="40688"/>
                      </a:cubicBezTo>
                      <a:lnTo>
                        <a:pt x="14947" y="95631"/>
                      </a:lnTo>
                      <a:cubicBezTo>
                        <a:pt x="11847" y="94842"/>
                        <a:pt x="8523" y="95331"/>
                        <a:pt x="5759" y="97005"/>
                      </a:cubicBezTo>
                      <a:cubicBezTo>
                        <a:pt x="-1038" y="101136"/>
                        <a:pt x="-1972" y="110628"/>
                        <a:pt x="3779" y="116034"/>
                      </a:cubicBezTo>
                      <a:cubicBezTo>
                        <a:pt x="6730" y="118782"/>
                        <a:pt x="10838" y="119867"/>
                        <a:pt x="14760" y="118955"/>
                      </a:cubicBezTo>
                      <a:lnTo>
                        <a:pt x="37506" y="175325"/>
                      </a:lnTo>
                      <a:cubicBezTo>
                        <a:pt x="36386" y="176316"/>
                        <a:pt x="35676" y="177757"/>
                        <a:pt x="35676" y="179366"/>
                      </a:cubicBezTo>
                      <a:cubicBezTo>
                        <a:pt x="35638" y="182385"/>
                        <a:pt x="38066" y="184853"/>
                        <a:pt x="41092" y="184880"/>
                      </a:cubicBezTo>
                      <a:cubicBezTo>
                        <a:pt x="44117" y="184907"/>
                        <a:pt x="46582" y="182483"/>
                        <a:pt x="46619" y="179464"/>
                      </a:cubicBezTo>
                      <a:cubicBezTo>
                        <a:pt x="46619" y="177162"/>
                        <a:pt x="45237" y="175179"/>
                        <a:pt x="43220" y="174357"/>
                      </a:cubicBezTo>
                      <a:lnTo>
                        <a:pt x="44677" y="143481"/>
                      </a:lnTo>
                      <a:cubicBezTo>
                        <a:pt x="43444" y="143583"/>
                        <a:pt x="42212" y="143526"/>
                        <a:pt x="41017" y="143310"/>
                      </a:cubicBezTo>
                      <a:lnTo>
                        <a:pt x="39709" y="171000"/>
                      </a:lnTo>
                      <a:lnTo>
                        <a:pt x="18122" y="117589"/>
                      </a:lnTo>
                      <a:cubicBezTo>
                        <a:pt x="19055" y="117046"/>
                        <a:pt x="19877" y="116384"/>
                        <a:pt x="20624" y="115628"/>
                      </a:cubicBezTo>
                      <a:lnTo>
                        <a:pt x="31231" y="123165"/>
                      </a:lnTo>
                      <a:cubicBezTo>
                        <a:pt x="31791" y="122083"/>
                        <a:pt x="32501" y="121083"/>
                        <a:pt x="33323" y="120196"/>
                      </a:cubicBezTo>
                      <a:lnTo>
                        <a:pt x="22716" y="112657"/>
                      </a:lnTo>
                      <a:cubicBezTo>
                        <a:pt x="24321" y="109483"/>
                        <a:pt x="24434" y="105658"/>
                        <a:pt x="22977" y="102410"/>
                      </a:cubicBezTo>
                      <a:cubicBezTo>
                        <a:pt x="22006" y="100193"/>
                        <a:pt x="20363" y="98325"/>
                        <a:pt x="18308" y="97055"/>
                      </a:cubicBezTo>
                      <a:lnTo>
                        <a:pt x="41652" y="42114"/>
                      </a:lnTo>
                      <a:close/>
                      <a:moveTo>
                        <a:pt x="112690" y="219053"/>
                      </a:moveTo>
                      <a:cubicBezTo>
                        <a:pt x="117807" y="219098"/>
                        <a:pt x="121953" y="215009"/>
                        <a:pt x="121990" y="209913"/>
                      </a:cubicBezTo>
                      <a:cubicBezTo>
                        <a:pt x="122027" y="207367"/>
                        <a:pt x="121019" y="205052"/>
                        <a:pt x="119376" y="203369"/>
                      </a:cubicBezTo>
                      <a:lnTo>
                        <a:pt x="163037" y="138827"/>
                      </a:lnTo>
                      <a:cubicBezTo>
                        <a:pt x="161954" y="138277"/>
                        <a:pt x="160946" y="137586"/>
                        <a:pt x="160012" y="136776"/>
                      </a:cubicBezTo>
                      <a:lnTo>
                        <a:pt x="116350" y="201318"/>
                      </a:lnTo>
                      <a:cubicBezTo>
                        <a:pt x="114520" y="200554"/>
                        <a:pt x="112429" y="200404"/>
                        <a:pt x="110524" y="200890"/>
                      </a:cubicBezTo>
                      <a:lnTo>
                        <a:pt x="96667" y="172158"/>
                      </a:lnTo>
                      <a:cubicBezTo>
                        <a:pt x="95659" y="172795"/>
                        <a:pt x="94538" y="173330"/>
                        <a:pt x="93381" y="173745"/>
                      </a:cubicBezTo>
                      <a:lnTo>
                        <a:pt x="107200" y="202478"/>
                      </a:lnTo>
                      <a:cubicBezTo>
                        <a:pt x="106416" y="203076"/>
                        <a:pt x="105743" y="203801"/>
                        <a:pt x="105183" y="204617"/>
                      </a:cubicBezTo>
                      <a:lnTo>
                        <a:pt x="52371" y="182202"/>
                      </a:lnTo>
                      <a:cubicBezTo>
                        <a:pt x="52072" y="183410"/>
                        <a:pt x="51587" y="184541"/>
                        <a:pt x="50952" y="185563"/>
                      </a:cubicBezTo>
                      <a:lnTo>
                        <a:pt x="103764" y="207979"/>
                      </a:lnTo>
                      <a:cubicBezTo>
                        <a:pt x="102606" y="213639"/>
                        <a:pt x="106864" y="219001"/>
                        <a:pt x="112690" y="219053"/>
                      </a:cubicBezTo>
                      <a:lnTo>
                        <a:pt x="112690" y="219053"/>
                      </a:lnTo>
                      <a:close/>
                      <a:moveTo>
                        <a:pt x="155492" y="80542"/>
                      </a:moveTo>
                      <a:cubicBezTo>
                        <a:pt x="156576" y="81062"/>
                        <a:pt x="157621" y="81739"/>
                        <a:pt x="158518" y="82545"/>
                      </a:cubicBezTo>
                      <a:lnTo>
                        <a:pt x="181637" y="47265"/>
                      </a:lnTo>
                      <a:cubicBezTo>
                        <a:pt x="186044" y="49216"/>
                        <a:pt x="191236" y="48156"/>
                        <a:pt x="194523" y="44623"/>
                      </a:cubicBezTo>
                      <a:cubicBezTo>
                        <a:pt x="201096" y="37546"/>
                        <a:pt x="196241" y="25707"/>
                        <a:pt x="186343" y="25619"/>
                      </a:cubicBezTo>
                      <a:cubicBezTo>
                        <a:pt x="182272" y="25581"/>
                        <a:pt x="178687" y="27691"/>
                        <a:pt x="176670" y="30883"/>
                      </a:cubicBezTo>
                      <a:lnTo>
                        <a:pt x="121056" y="7273"/>
                      </a:lnTo>
                      <a:cubicBezTo>
                        <a:pt x="121504" y="3434"/>
                        <a:pt x="118517" y="36"/>
                        <a:pt x="114670" y="0"/>
                      </a:cubicBezTo>
                      <a:cubicBezTo>
                        <a:pt x="111047" y="-33"/>
                        <a:pt x="108096" y="2857"/>
                        <a:pt x="108096" y="6453"/>
                      </a:cubicBezTo>
                      <a:cubicBezTo>
                        <a:pt x="108059" y="8423"/>
                        <a:pt x="108918" y="10195"/>
                        <a:pt x="110300" y="11402"/>
                      </a:cubicBezTo>
                      <a:lnTo>
                        <a:pt x="89086" y="56843"/>
                      </a:lnTo>
                      <a:cubicBezTo>
                        <a:pt x="90243" y="57247"/>
                        <a:pt x="91326" y="57767"/>
                        <a:pt x="92372" y="58388"/>
                      </a:cubicBezTo>
                      <a:lnTo>
                        <a:pt x="113586" y="12947"/>
                      </a:lnTo>
                      <a:cubicBezTo>
                        <a:pt x="115865" y="13299"/>
                        <a:pt x="118180" y="12424"/>
                        <a:pt x="119637" y="10634"/>
                      </a:cubicBezTo>
                      <a:lnTo>
                        <a:pt x="175250" y="34243"/>
                      </a:lnTo>
                      <a:cubicBezTo>
                        <a:pt x="174279" y="38241"/>
                        <a:pt x="175549" y="42463"/>
                        <a:pt x="178574" y="45258"/>
                      </a:cubicBezTo>
                      <a:lnTo>
                        <a:pt x="155492" y="80542"/>
                      </a:lnTo>
                      <a:close/>
                      <a:moveTo>
                        <a:pt x="162813" y="130788"/>
                      </a:moveTo>
                      <a:cubicBezTo>
                        <a:pt x="164345" y="133026"/>
                        <a:pt x="166884" y="134280"/>
                        <a:pt x="169573" y="134169"/>
                      </a:cubicBezTo>
                      <a:lnTo>
                        <a:pt x="179882" y="169805"/>
                      </a:lnTo>
                      <a:cubicBezTo>
                        <a:pt x="174727" y="172216"/>
                        <a:pt x="171964" y="177919"/>
                        <a:pt x="173271" y="183445"/>
                      </a:cubicBezTo>
                      <a:lnTo>
                        <a:pt x="126211" y="202441"/>
                      </a:lnTo>
                      <a:cubicBezTo>
                        <a:pt x="126808" y="203496"/>
                        <a:pt x="127256" y="204633"/>
                        <a:pt x="127592" y="205824"/>
                      </a:cubicBezTo>
                      <a:lnTo>
                        <a:pt x="174616" y="186831"/>
                      </a:lnTo>
                      <a:cubicBezTo>
                        <a:pt x="176707" y="190314"/>
                        <a:pt x="180479" y="192661"/>
                        <a:pt x="184849" y="192700"/>
                      </a:cubicBezTo>
                      <a:cubicBezTo>
                        <a:pt x="191497" y="192759"/>
                        <a:pt x="196913" y="187433"/>
                        <a:pt x="196950" y="180803"/>
                      </a:cubicBezTo>
                      <a:cubicBezTo>
                        <a:pt x="196988" y="176454"/>
                        <a:pt x="194709" y="172622"/>
                        <a:pt x="191273" y="170486"/>
                      </a:cubicBezTo>
                      <a:lnTo>
                        <a:pt x="210023" y="126378"/>
                      </a:lnTo>
                      <a:cubicBezTo>
                        <a:pt x="208827" y="126013"/>
                        <a:pt x="207707" y="125533"/>
                        <a:pt x="206661" y="124950"/>
                      </a:cubicBezTo>
                      <a:lnTo>
                        <a:pt x="187912" y="169058"/>
                      </a:lnTo>
                      <a:cubicBezTo>
                        <a:pt x="186455" y="168689"/>
                        <a:pt x="184924" y="168597"/>
                        <a:pt x="183430" y="168787"/>
                      </a:cubicBezTo>
                      <a:lnTo>
                        <a:pt x="173122" y="133155"/>
                      </a:lnTo>
                      <a:cubicBezTo>
                        <a:pt x="174877" y="132141"/>
                        <a:pt x="176221" y="130448"/>
                        <a:pt x="176744" y="128429"/>
                      </a:cubicBezTo>
                      <a:cubicBezTo>
                        <a:pt x="177753" y="124777"/>
                        <a:pt x="175960" y="120919"/>
                        <a:pt x="172486" y="119334"/>
                      </a:cubicBezTo>
                      <a:cubicBezTo>
                        <a:pt x="170806" y="118578"/>
                        <a:pt x="168938" y="118431"/>
                        <a:pt x="167183" y="118909"/>
                      </a:cubicBezTo>
                      <a:lnTo>
                        <a:pt x="157808" y="102021"/>
                      </a:lnTo>
                      <a:cubicBezTo>
                        <a:pt x="156837" y="102758"/>
                        <a:pt x="155791" y="103360"/>
                        <a:pt x="154633" y="103795"/>
                      </a:cubicBezTo>
                      <a:lnTo>
                        <a:pt x="163971" y="120685"/>
                      </a:lnTo>
                      <a:cubicBezTo>
                        <a:pt x="162141" y="122393"/>
                        <a:pt x="161207" y="124879"/>
                        <a:pt x="161543" y="127375"/>
                      </a:cubicBezTo>
                      <a:lnTo>
                        <a:pt x="103092" y="149502"/>
                      </a:lnTo>
                      <a:cubicBezTo>
                        <a:pt x="103614" y="150581"/>
                        <a:pt x="104063" y="151724"/>
                        <a:pt x="104361" y="152915"/>
                      </a:cubicBezTo>
                      <a:lnTo>
                        <a:pt x="162813" y="130788"/>
                      </a:lnTo>
                      <a:close/>
                      <a:moveTo>
                        <a:pt x="87442" y="168652"/>
                      </a:moveTo>
                      <a:cubicBezTo>
                        <a:pt x="83595" y="168616"/>
                        <a:pt x="80271" y="166701"/>
                        <a:pt x="78217" y="163792"/>
                      </a:cubicBezTo>
                      <a:lnTo>
                        <a:pt x="52259" y="176156"/>
                      </a:lnTo>
                      <a:cubicBezTo>
                        <a:pt x="51885" y="174965"/>
                        <a:pt x="51363" y="173853"/>
                        <a:pt x="50690" y="172855"/>
                      </a:cubicBezTo>
                      <a:lnTo>
                        <a:pt x="76648" y="160488"/>
                      </a:lnTo>
                      <a:cubicBezTo>
                        <a:pt x="75938" y="158016"/>
                        <a:pt x="76088" y="155318"/>
                        <a:pt x="77096" y="152944"/>
                      </a:cubicBezTo>
                      <a:lnTo>
                        <a:pt x="48935" y="135219"/>
                      </a:lnTo>
                      <a:cubicBezTo>
                        <a:pt x="46320" y="137753"/>
                        <a:pt x="42249" y="138142"/>
                        <a:pt x="39224" y="136147"/>
                      </a:cubicBezTo>
                      <a:cubicBezTo>
                        <a:pt x="35078" y="133416"/>
                        <a:pt x="34518" y="127544"/>
                        <a:pt x="38066" y="124094"/>
                      </a:cubicBezTo>
                      <a:cubicBezTo>
                        <a:pt x="40270" y="121945"/>
                        <a:pt x="43556" y="121293"/>
                        <a:pt x="46395" y="122436"/>
                      </a:cubicBezTo>
                      <a:lnTo>
                        <a:pt x="71158" y="87575"/>
                      </a:lnTo>
                      <a:cubicBezTo>
                        <a:pt x="72091" y="88375"/>
                        <a:pt x="73062" y="89085"/>
                        <a:pt x="74146" y="89691"/>
                      </a:cubicBezTo>
                      <a:lnTo>
                        <a:pt x="49346" y="124550"/>
                      </a:lnTo>
                      <a:cubicBezTo>
                        <a:pt x="51176" y="126630"/>
                        <a:pt x="51736" y="129526"/>
                        <a:pt x="50877" y="132133"/>
                      </a:cubicBezTo>
                      <a:lnTo>
                        <a:pt x="79038" y="149856"/>
                      </a:lnTo>
                      <a:cubicBezTo>
                        <a:pt x="80831" y="147862"/>
                        <a:pt x="83259" y="146496"/>
                        <a:pt x="86023" y="146133"/>
                      </a:cubicBezTo>
                      <a:cubicBezTo>
                        <a:pt x="88824" y="145769"/>
                        <a:pt x="91625" y="146429"/>
                        <a:pt x="93941" y="148022"/>
                      </a:cubicBezTo>
                      <a:cubicBezTo>
                        <a:pt x="110785" y="130428"/>
                        <a:pt x="127667" y="112829"/>
                        <a:pt x="144512" y="95237"/>
                      </a:cubicBezTo>
                      <a:cubicBezTo>
                        <a:pt x="143989" y="94319"/>
                        <a:pt x="143690" y="93257"/>
                        <a:pt x="143653" y="92127"/>
                      </a:cubicBezTo>
                      <a:lnTo>
                        <a:pt x="94090" y="78792"/>
                      </a:lnTo>
                      <a:cubicBezTo>
                        <a:pt x="92559" y="82287"/>
                        <a:pt x="89384" y="84902"/>
                        <a:pt x="85537" y="85697"/>
                      </a:cubicBezTo>
                      <a:lnTo>
                        <a:pt x="88413" y="139953"/>
                      </a:lnTo>
                      <a:cubicBezTo>
                        <a:pt x="87218" y="139889"/>
                        <a:pt x="85985" y="139953"/>
                        <a:pt x="84790" y="140145"/>
                      </a:cubicBezTo>
                      <a:lnTo>
                        <a:pt x="81914" y="85889"/>
                      </a:lnTo>
                      <a:cubicBezTo>
                        <a:pt x="78254" y="85526"/>
                        <a:pt x="75080" y="83525"/>
                        <a:pt x="73137" y="80633"/>
                      </a:cubicBezTo>
                      <a:lnTo>
                        <a:pt x="29102" y="101269"/>
                      </a:lnTo>
                      <a:cubicBezTo>
                        <a:pt x="28691" y="100110"/>
                        <a:pt x="28169" y="99004"/>
                        <a:pt x="27534" y="97965"/>
                      </a:cubicBezTo>
                      <a:lnTo>
                        <a:pt x="71568" y="77331"/>
                      </a:lnTo>
                      <a:cubicBezTo>
                        <a:pt x="70560" y="73875"/>
                        <a:pt x="71158" y="70104"/>
                        <a:pt x="73212" y="67135"/>
                      </a:cubicBezTo>
                      <a:lnTo>
                        <a:pt x="50279" y="45532"/>
                      </a:lnTo>
                      <a:cubicBezTo>
                        <a:pt x="51213" y="44777"/>
                        <a:pt x="52072" y="43877"/>
                        <a:pt x="52782" y="42880"/>
                      </a:cubicBezTo>
                      <a:lnTo>
                        <a:pt x="75714" y="64482"/>
                      </a:lnTo>
                      <a:cubicBezTo>
                        <a:pt x="79673" y="61371"/>
                        <a:pt x="85276" y="61101"/>
                        <a:pt x="89534" y="63811"/>
                      </a:cubicBezTo>
                      <a:cubicBezTo>
                        <a:pt x="93418" y="66289"/>
                        <a:pt x="95509" y="70700"/>
                        <a:pt x="95024" y="75263"/>
                      </a:cubicBezTo>
                      <a:lnTo>
                        <a:pt x="144587" y="88601"/>
                      </a:lnTo>
                      <a:cubicBezTo>
                        <a:pt x="144997" y="87958"/>
                        <a:pt x="145483" y="87390"/>
                        <a:pt x="146081" y="86919"/>
                      </a:cubicBezTo>
                      <a:lnTo>
                        <a:pt x="117695" y="18742"/>
                      </a:lnTo>
                      <a:cubicBezTo>
                        <a:pt x="118890" y="18436"/>
                        <a:pt x="120048" y="17959"/>
                        <a:pt x="121094" y="17336"/>
                      </a:cubicBezTo>
                      <a:lnTo>
                        <a:pt x="149442" y="85514"/>
                      </a:lnTo>
                      <a:cubicBezTo>
                        <a:pt x="151085" y="85335"/>
                        <a:pt x="152729" y="85782"/>
                        <a:pt x="154073" y="86784"/>
                      </a:cubicBezTo>
                      <a:cubicBezTo>
                        <a:pt x="155604" y="87938"/>
                        <a:pt x="156613" y="89753"/>
                        <a:pt x="156688" y="91804"/>
                      </a:cubicBezTo>
                      <a:lnTo>
                        <a:pt x="204346" y="104299"/>
                      </a:lnTo>
                      <a:cubicBezTo>
                        <a:pt x="205354" y="101977"/>
                        <a:pt x="207072" y="100037"/>
                        <a:pt x="209238" y="98754"/>
                      </a:cubicBezTo>
                      <a:lnTo>
                        <a:pt x="191012" y="53669"/>
                      </a:lnTo>
                      <a:cubicBezTo>
                        <a:pt x="192207" y="53332"/>
                        <a:pt x="193365" y="52872"/>
                        <a:pt x="194411" y="52301"/>
                      </a:cubicBezTo>
                      <a:lnTo>
                        <a:pt x="212637" y="97386"/>
                      </a:lnTo>
                      <a:cubicBezTo>
                        <a:pt x="217007" y="96360"/>
                        <a:pt x="221638" y="97869"/>
                        <a:pt x="224552" y="101324"/>
                      </a:cubicBezTo>
                      <a:cubicBezTo>
                        <a:pt x="231088" y="109030"/>
                        <a:pt x="225635" y="121173"/>
                        <a:pt x="215289" y="121079"/>
                      </a:cubicBezTo>
                      <a:cubicBezTo>
                        <a:pt x="210807" y="121042"/>
                        <a:pt x="206960" y="118580"/>
                        <a:pt x="204906" y="114960"/>
                      </a:cubicBezTo>
                      <a:lnTo>
                        <a:pt x="182758" y="123275"/>
                      </a:lnTo>
                      <a:cubicBezTo>
                        <a:pt x="182496" y="122068"/>
                        <a:pt x="182048" y="120921"/>
                        <a:pt x="181488" y="119857"/>
                      </a:cubicBezTo>
                      <a:lnTo>
                        <a:pt x="203636" y="111541"/>
                      </a:lnTo>
                      <a:cubicBezTo>
                        <a:pt x="203374" y="110325"/>
                        <a:pt x="203300" y="109073"/>
                        <a:pt x="203449" y="107836"/>
                      </a:cubicBezTo>
                      <a:lnTo>
                        <a:pt x="155754" y="95342"/>
                      </a:lnTo>
                      <a:cubicBezTo>
                        <a:pt x="153961" y="98292"/>
                        <a:pt x="150189" y="99348"/>
                        <a:pt x="147163" y="97767"/>
                      </a:cubicBezTo>
                      <a:lnTo>
                        <a:pt x="96555" y="150550"/>
                      </a:lnTo>
                      <a:cubicBezTo>
                        <a:pt x="98012" y="152467"/>
                        <a:pt x="98871" y="154858"/>
                        <a:pt x="98834" y="157444"/>
                      </a:cubicBezTo>
                      <a:cubicBezTo>
                        <a:pt x="98796" y="163688"/>
                        <a:pt x="93679" y="168706"/>
                        <a:pt x="87442" y="168652"/>
                      </a:cubicBezTo>
                      <a:lnTo>
                        <a:pt x="87442" y="168652"/>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5" name="Google Shape;2445;p90"/>
                <p:cNvSpPr/>
                <p:nvPr/>
              </p:nvSpPr>
              <p:spPr>
                <a:xfrm>
                  <a:off x="8320765" y="1472280"/>
                  <a:ext cx="52102" cy="67636"/>
                </a:xfrm>
                <a:custGeom>
                  <a:rect b="b" l="l" r="r" t="t"/>
                  <a:pathLst>
                    <a:path extrusionOk="0" h="67636" w="52102">
                      <a:moveTo>
                        <a:pt x="0" y="58994"/>
                      </a:moveTo>
                      <a:lnTo>
                        <a:pt x="8553" y="47000"/>
                      </a:lnTo>
                      <a:cubicBezTo>
                        <a:pt x="8553" y="47000"/>
                        <a:pt x="17853" y="53267"/>
                        <a:pt x="26593" y="53267"/>
                      </a:cubicBezTo>
                      <a:cubicBezTo>
                        <a:pt x="31486" y="53267"/>
                        <a:pt x="33727" y="51106"/>
                        <a:pt x="33727" y="47865"/>
                      </a:cubicBezTo>
                      <a:cubicBezTo>
                        <a:pt x="33727" y="44515"/>
                        <a:pt x="31673" y="42786"/>
                        <a:pt x="22597" y="40085"/>
                      </a:cubicBezTo>
                      <a:cubicBezTo>
                        <a:pt x="9001" y="36088"/>
                        <a:pt x="1195" y="30793"/>
                        <a:pt x="1195" y="20097"/>
                      </a:cubicBezTo>
                      <a:cubicBezTo>
                        <a:pt x="1195" y="8320"/>
                        <a:pt x="9188" y="0"/>
                        <a:pt x="26294" y="0"/>
                      </a:cubicBezTo>
                      <a:cubicBezTo>
                        <a:pt x="43885" y="0"/>
                        <a:pt x="50721" y="6915"/>
                        <a:pt x="50721" y="6915"/>
                      </a:cubicBezTo>
                      <a:lnTo>
                        <a:pt x="42280" y="19665"/>
                      </a:lnTo>
                      <a:cubicBezTo>
                        <a:pt x="42280" y="19665"/>
                        <a:pt x="35482" y="14262"/>
                        <a:pt x="26294" y="14262"/>
                      </a:cubicBezTo>
                      <a:cubicBezTo>
                        <a:pt x="20990" y="14262"/>
                        <a:pt x="19272" y="16315"/>
                        <a:pt x="19272" y="19016"/>
                      </a:cubicBezTo>
                      <a:cubicBezTo>
                        <a:pt x="19272" y="22258"/>
                        <a:pt x="22074" y="23554"/>
                        <a:pt x="29506" y="25715"/>
                      </a:cubicBezTo>
                      <a:cubicBezTo>
                        <a:pt x="43885" y="29713"/>
                        <a:pt x="52103" y="35331"/>
                        <a:pt x="52103" y="46136"/>
                      </a:cubicBezTo>
                      <a:cubicBezTo>
                        <a:pt x="52103" y="57913"/>
                        <a:pt x="44222" y="67637"/>
                        <a:pt x="27153" y="67637"/>
                      </a:cubicBezTo>
                      <a:cubicBezTo>
                        <a:pt x="9188" y="67637"/>
                        <a:pt x="0" y="58994"/>
                        <a:pt x="0" y="58994"/>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6" name="Google Shape;2446;p90"/>
                <p:cNvSpPr/>
                <p:nvPr/>
              </p:nvSpPr>
              <p:spPr>
                <a:xfrm>
                  <a:off x="8382504" y="1473685"/>
                  <a:ext cx="58825" cy="64827"/>
                </a:xfrm>
                <a:custGeom>
                  <a:rect b="b" l="l" r="r" t="t"/>
                  <a:pathLst>
                    <a:path extrusionOk="0" h="64827" w="58825">
                      <a:moveTo>
                        <a:pt x="58825" y="0"/>
                      </a:moveTo>
                      <a:lnTo>
                        <a:pt x="58825" y="64828"/>
                      </a:lnTo>
                      <a:lnTo>
                        <a:pt x="46687" y="64828"/>
                      </a:lnTo>
                      <a:lnTo>
                        <a:pt x="15575" y="27012"/>
                      </a:lnTo>
                      <a:lnTo>
                        <a:pt x="15575" y="64828"/>
                      </a:lnTo>
                      <a:lnTo>
                        <a:pt x="0" y="64828"/>
                      </a:lnTo>
                      <a:lnTo>
                        <a:pt x="0" y="0"/>
                      </a:lnTo>
                      <a:lnTo>
                        <a:pt x="12101" y="0"/>
                      </a:lnTo>
                      <a:lnTo>
                        <a:pt x="43251" y="37168"/>
                      </a:lnTo>
                      <a:lnTo>
                        <a:pt x="43251" y="0"/>
                      </a:lnTo>
                      <a:lnTo>
                        <a:pt x="58825" y="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7" name="Google Shape;2447;p90"/>
                <p:cNvSpPr/>
                <p:nvPr/>
              </p:nvSpPr>
              <p:spPr>
                <a:xfrm>
                  <a:off x="8451040" y="1472280"/>
                  <a:ext cx="66594" cy="67745"/>
                </a:xfrm>
                <a:custGeom>
                  <a:rect b="b" l="l" r="r" t="t"/>
                  <a:pathLst>
                    <a:path extrusionOk="0" h="67745" w="66594">
                      <a:moveTo>
                        <a:pt x="33166" y="67745"/>
                      </a:moveTo>
                      <a:cubicBezTo>
                        <a:pt x="13633" y="67745"/>
                        <a:pt x="0" y="52403"/>
                        <a:pt x="0" y="33819"/>
                      </a:cubicBezTo>
                      <a:cubicBezTo>
                        <a:pt x="0" y="15235"/>
                        <a:pt x="13633" y="0"/>
                        <a:pt x="33166" y="0"/>
                      </a:cubicBezTo>
                      <a:cubicBezTo>
                        <a:pt x="52962" y="0"/>
                        <a:pt x="66594" y="15235"/>
                        <a:pt x="66594" y="33819"/>
                      </a:cubicBezTo>
                      <a:cubicBezTo>
                        <a:pt x="66594" y="52403"/>
                        <a:pt x="52962" y="67745"/>
                        <a:pt x="33166" y="67745"/>
                      </a:cubicBezTo>
                      <a:close/>
                      <a:moveTo>
                        <a:pt x="33166" y="52511"/>
                      </a:moveTo>
                      <a:cubicBezTo>
                        <a:pt x="42803" y="52511"/>
                        <a:pt x="50347" y="45055"/>
                        <a:pt x="50347" y="33819"/>
                      </a:cubicBezTo>
                      <a:cubicBezTo>
                        <a:pt x="50347" y="22582"/>
                        <a:pt x="42803" y="15127"/>
                        <a:pt x="33166" y="15127"/>
                      </a:cubicBezTo>
                      <a:cubicBezTo>
                        <a:pt x="23792" y="15127"/>
                        <a:pt x="16210" y="22582"/>
                        <a:pt x="16210" y="33819"/>
                      </a:cubicBezTo>
                      <a:cubicBezTo>
                        <a:pt x="16210" y="45055"/>
                        <a:pt x="23792" y="52511"/>
                        <a:pt x="33166" y="52511"/>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8" name="Google Shape;2448;p90"/>
                <p:cNvSpPr/>
                <p:nvPr/>
              </p:nvSpPr>
              <p:spPr>
                <a:xfrm>
                  <a:off x="8520136" y="1473685"/>
                  <a:ext cx="84185" cy="64827"/>
                </a:xfrm>
                <a:custGeom>
                  <a:rect b="b" l="l" r="r" t="t"/>
                  <a:pathLst>
                    <a:path extrusionOk="0" h="64827" w="84185">
                      <a:moveTo>
                        <a:pt x="53149" y="64828"/>
                      </a:moveTo>
                      <a:lnTo>
                        <a:pt x="41832" y="28416"/>
                      </a:lnTo>
                      <a:lnTo>
                        <a:pt x="31000" y="64828"/>
                      </a:lnTo>
                      <a:lnTo>
                        <a:pt x="18899" y="64828"/>
                      </a:lnTo>
                      <a:lnTo>
                        <a:pt x="0" y="0"/>
                      </a:lnTo>
                      <a:lnTo>
                        <a:pt x="17181" y="0"/>
                      </a:lnTo>
                      <a:lnTo>
                        <a:pt x="25398" y="34359"/>
                      </a:lnTo>
                      <a:lnTo>
                        <a:pt x="35967" y="0"/>
                      </a:lnTo>
                      <a:lnTo>
                        <a:pt x="47658" y="0"/>
                      </a:lnTo>
                      <a:lnTo>
                        <a:pt x="58452" y="34575"/>
                      </a:lnTo>
                      <a:lnTo>
                        <a:pt x="66893" y="0"/>
                      </a:lnTo>
                      <a:lnTo>
                        <a:pt x="84186" y="0"/>
                      </a:lnTo>
                      <a:lnTo>
                        <a:pt x="65287" y="64828"/>
                      </a:lnTo>
                      <a:lnTo>
                        <a:pt x="53149" y="6482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49" name="Google Shape;2449;p90"/>
                <p:cNvSpPr/>
                <p:nvPr/>
              </p:nvSpPr>
              <p:spPr>
                <a:xfrm>
                  <a:off x="8612090" y="1473685"/>
                  <a:ext cx="47546" cy="64827"/>
                </a:xfrm>
                <a:custGeom>
                  <a:rect b="b" l="l" r="r" t="t"/>
                  <a:pathLst>
                    <a:path extrusionOk="0" h="64827" w="47546">
                      <a:moveTo>
                        <a:pt x="42018" y="25931"/>
                      </a:moveTo>
                      <a:lnTo>
                        <a:pt x="42018" y="38248"/>
                      </a:lnTo>
                      <a:lnTo>
                        <a:pt x="15650" y="38248"/>
                      </a:lnTo>
                      <a:lnTo>
                        <a:pt x="15650" y="64828"/>
                      </a:lnTo>
                      <a:lnTo>
                        <a:pt x="0" y="64828"/>
                      </a:lnTo>
                      <a:lnTo>
                        <a:pt x="0" y="0"/>
                      </a:lnTo>
                      <a:lnTo>
                        <a:pt x="47546" y="0"/>
                      </a:lnTo>
                      <a:lnTo>
                        <a:pt x="47546" y="13506"/>
                      </a:lnTo>
                      <a:lnTo>
                        <a:pt x="15650" y="13506"/>
                      </a:lnTo>
                      <a:lnTo>
                        <a:pt x="15650" y="25931"/>
                      </a:lnTo>
                      <a:lnTo>
                        <a:pt x="42018" y="25931"/>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0" name="Google Shape;2450;p90"/>
                <p:cNvSpPr/>
                <p:nvPr/>
              </p:nvSpPr>
              <p:spPr>
                <a:xfrm>
                  <a:off x="8670131" y="1473685"/>
                  <a:ext cx="44632" cy="64827"/>
                </a:xfrm>
                <a:custGeom>
                  <a:rect b="b" l="l" r="r" t="t"/>
                  <a:pathLst>
                    <a:path extrusionOk="0" h="64827" w="44632">
                      <a:moveTo>
                        <a:pt x="44633" y="64828"/>
                      </a:moveTo>
                      <a:lnTo>
                        <a:pt x="0" y="64828"/>
                      </a:lnTo>
                      <a:lnTo>
                        <a:pt x="0" y="0"/>
                      </a:lnTo>
                      <a:lnTo>
                        <a:pt x="15687" y="0"/>
                      </a:lnTo>
                      <a:lnTo>
                        <a:pt x="15687" y="51322"/>
                      </a:lnTo>
                      <a:lnTo>
                        <a:pt x="44633" y="51322"/>
                      </a:lnTo>
                      <a:lnTo>
                        <a:pt x="44633" y="6482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1" name="Google Shape;2451;p90"/>
                <p:cNvSpPr/>
                <p:nvPr/>
              </p:nvSpPr>
              <p:spPr>
                <a:xfrm>
                  <a:off x="8716706" y="1473685"/>
                  <a:ext cx="66594" cy="64827"/>
                </a:xfrm>
                <a:custGeom>
                  <a:rect b="b" l="l" r="r" t="t"/>
                  <a:pathLst>
                    <a:path extrusionOk="0" h="64827" w="66594">
                      <a:moveTo>
                        <a:pt x="41832" y="0"/>
                      </a:moveTo>
                      <a:lnTo>
                        <a:pt x="66594" y="64828"/>
                      </a:lnTo>
                      <a:lnTo>
                        <a:pt x="49712" y="64828"/>
                      </a:lnTo>
                      <a:lnTo>
                        <a:pt x="45716" y="53159"/>
                      </a:lnTo>
                      <a:lnTo>
                        <a:pt x="20879" y="53159"/>
                      </a:lnTo>
                      <a:lnTo>
                        <a:pt x="16882" y="64828"/>
                      </a:lnTo>
                      <a:lnTo>
                        <a:pt x="0" y="64828"/>
                      </a:lnTo>
                      <a:lnTo>
                        <a:pt x="24763" y="0"/>
                      </a:lnTo>
                      <a:lnTo>
                        <a:pt x="41832" y="0"/>
                      </a:lnTo>
                      <a:close/>
                      <a:moveTo>
                        <a:pt x="33278" y="16855"/>
                      </a:moveTo>
                      <a:lnTo>
                        <a:pt x="25099" y="40841"/>
                      </a:lnTo>
                      <a:lnTo>
                        <a:pt x="41495" y="40841"/>
                      </a:lnTo>
                      <a:lnTo>
                        <a:pt x="33278" y="16855"/>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2" name="Google Shape;2452;p90"/>
                <p:cNvSpPr/>
                <p:nvPr/>
              </p:nvSpPr>
              <p:spPr>
                <a:xfrm>
                  <a:off x="8788977" y="1473685"/>
                  <a:ext cx="59347" cy="64827"/>
                </a:xfrm>
                <a:custGeom>
                  <a:rect b="b" l="l" r="r" t="t"/>
                  <a:pathLst>
                    <a:path extrusionOk="0" h="64827" w="59347">
                      <a:moveTo>
                        <a:pt x="15687" y="0"/>
                      </a:moveTo>
                      <a:lnTo>
                        <a:pt x="15687" y="27120"/>
                      </a:lnTo>
                      <a:lnTo>
                        <a:pt x="40225" y="0"/>
                      </a:lnTo>
                      <a:lnTo>
                        <a:pt x="59348" y="0"/>
                      </a:lnTo>
                      <a:lnTo>
                        <a:pt x="59348" y="1405"/>
                      </a:lnTo>
                      <a:lnTo>
                        <a:pt x="35444" y="27768"/>
                      </a:lnTo>
                      <a:lnTo>
                        <a:pt x="59348" y="63315"/>
                      </a:lnTo>
                      <a:lnTo>
                        <a:pt x="59348" y="64828"/>
                      </a:lnTo>
                      <a:lnTo>
                        <a:pt x="41607" y="64828"/>
                      </a:lnTo>
                      <a:lnTo>
                        <a:pt x="24763" y="39545"/>
                      </a:lnTo>
                      <a:lnTo>
                        <a:pt x="15687" y="49701"/>
                      </a:lnTo>
                      <a:lnTo>
                        <a:pt x="15687" y="64828"/>
                      </a:lnTo>
                      <a:lnTo>
                        <a:pt x="0" y="64828"/>
                      </a:lnTo>
                      <a:lnTo>
                        <a:pt x="0" y="0"/>
                      </a:lnTo>
                      <a:lnTo>
                        <a:pt x="15687" y="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3" name="Google Shape;2453;p90"/>
                <p:cNvSpPr/>
                <p:nvPr/>
              </p:nvSpPr>
              <p:spPr>
                <a:xfrm>
                  <a:off x="8855571" y="1473685"/>
                  <a:ext cx="47134" cy="64827"/>
                </a:xfrm>
                <a:custGeom>
                  <a:rect b="b" l="l" r="r" t="t"/>
                  <a:pathLst>
                    <a:path extrusionOk="0" h="64827" w="47134">
                      <a:moveTo>
                        <a:pt x="42055" y="25823"/>
                      </a:moveTo>
                      <a:lnTo>
                        <a:pt x="42055" y="38140"/>
                      </a:lnTo>
                      <a:lnTo>
                        <a:pt x="15687" y="38140"/>
                      </a:lnTo>
                      <a:lnTo>
                        <a:pt x="15687" y="51322"/>
                      </a:lnTo>
                      <a:lnTo>
                        <a:pt x="47135" y="51322"/>
                      </a:lnTo>
                      <a:lnTo>
                        <a:pt x="47135" y="64828"/>
                      </a:lnTo>
                      <a:lnTo>
                        <a:pt x="0" y="64828"/>
                      </a:lnTo>
                      <a:lnTo>
                        <a:pt x="0" y="0"/>
                      </a:lnTo>
                      <a:lnTo>
                        <a:pt x="47135" y="0"/>
                      </a:lnTo>
                      <a:lnTo>
                        <a:pt x="47135" y="13506"/>
                      </a:lnTo>
                      <a:lnTo>
                        <a:pt x="15687" y="13506"/>
                      </a:lnTo>
                      <a:lnTo>
                        <a:pt x="15687" y="25823"/>
                      </a:lnTo>
                      <a:lnTo>
                        <a:pt x="42055" y="25823"/>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4" name="Google Shape;2454;p90"/>
                <p:cNvSpPr/>
                <p:nvPr/>
              </p:nvSpPr>
              <p:spPr>
                <a:xfrm>
                  <a:off x="8324799" y="1552806"/>
                  <a:ext cx="65697" cy="64827"/>
                </a:xfrm>
                <a:custGeom>
                  <a:rect b="b" l="l" r="r" t="t"/>
                  <a:pathLst>
                    <a:path extrusionOk="0" h="64827" w="65697">
                      <a:moveTo>
                        <a:pt x="50123" y="64828"/>
                      </a:moveTo>
                      <a:lnTo>
                        <a:pt x="50123" y="29064"/>
                      </a:lnTo>
                      <a:lnTo>
                        <a:pt x="36191" y="47648"/>
                      </a:lnTo>
                      <a:lnTo>
                        <a:pt x="29580" y="47648"/>
                      </a:lnTo>
                      <a:lnTo>
                        <a:pt x="15537" y="28956"/>
                      </a:lnTo>
                      <a:lnTo>
                        <a:pt x="15537" y="64828"/>
                      </a:lnTo>
                      <a:lnTo>
                        <a:pt x="0" y="64828"/>
                      </a:lnTo>
                      <a:lnTo>
                        <a:pt x="75" y="0"/>
                      </a:lnTo>
                      <a:lnTo>
                        <a:pt x="12736" y="0"/>
                      </a:lnTo>
                      <a:lnTo>
                        <a:pt x="32830" y="27768"/>
                      </a:lnTo>
                      <a:lnTo>
                        <a:pt x="52924" y="0"/>
                      </a:lnTo>
                      <a:lnTo>
                        <a:pt x="65585" y="0"/>
                      </a:lnTo>
                      <a:lnTo>
                        <a:pt x="65697" y="64828"/>
                      </a:lnTo>
                      <a:lnTo>
                        <a:pt x="50123" y="6482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5" name="Google Shape;2455;p90"/>
                <p:cNvSpPr/>
                <p:nvPr/>
              </p:nvSpPr>
              <p:spPr>
                <a:xfrm>
                  <a:off x="8396174" y="1552806"/>
                  <a:ext cx="66556" cy="64827"/>
                </a:xfrm>
                <a:custGeom>
                  <a:rect b="b" l="l" r="r" t="t"/>
                  <a:pathLst>
                    <a:path extrusionOk="0" h="64827" w="66556">
                      <a:moveTo>
                        <a:pt x="41831" y="0"/>
                      </a:moveTo>
                      <a:lnTo>
                        <a:pt x="66556" y="64828"/>
                      </a:lnTo>
                      <a:lnTo>
                        <a:pt x="49712" y="64828"/>
                      </a:lnTo>
                      <a:lnTo>
                        <a:pt x="45716" y="53159"/>
                      </a:lnTo>
                      <a:lnTo>
                        <a:pt x="20841" y="53159"/>
                      </a:lnTo>
                      <a:lnTo>
                        <a:pt x="16845" y="64828"/>
                      </a:lnTo>
                      <a:lnTo>
                        <a:pt x="0" y="64828"/>
                      </a:lnTo>
                      <a:lnTo>
                        <a:pt x="24725" y="0"/>
                      </a:lnTo>
                      <a:lnTo>
                        <a:pt x="41831" y="0"/>
                      </a:lnTo>
                      <a:close/>
                      <a:moveTo>
                        <a:pt x="33278" y="16855"/>
                      </a:moveTo>
                      <a:lnTo>
                        <a:pt x="25061" y="40841"/>
                      </a:lnTo>
                      <a:lnTo>
                        <a:pt x="41495" y="40841"/>
                      </a:lnTo>
                      <a:lnTo>
                        <a:pt x="33278" y="16855"/>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6" name="Google Shape;2456;p90"/>
                <p:cNvSpPr/>
                <p:nvPr/>
              </p:nvSpPr>
              <p:spPr>
                <a:xfrm>
                  <a:off x="8468445" y="1552806"/>
                  <a:ext cx="56098" cy="64827"/>
                </a:xfrm>
                <a:custGeom>
                  <a:rect b="b" l="l" r="r" t="t"/>
                  <a:pathLst>
                    <a:path extrusionOk="0" h="64827" w="56098">
                      <a:moveTo>
                        <a:pt x="0" y="0"/>
                      </a:moveTo>
                      <a:lnTo>
                        <a:pt x="28647" y="0"/>
                      </a:lnTo>
                      <a:cubicBezTo>
                        <a:pt x="43437" y="0"/>
                        <a:pt x="53596" y="9184"/>
                        <a:pt x="53596" y="21825"/>
                      </a:cubicBezTo>
                      <a:cubicBezTo>
                        <a:pt x="53596" y="30793"/>
                        <a:pt x="48965" y="37600"/>
                        <a:pt x="41495" y="41058"/>
                      </a:cubicBezTo>
                      <a:lnTo>
                        <a:pt x="41495" y="42246"/>
                      </a:lnTo>
                      <a:lnTo>
                        <a:pt x="56099" y="63747"/>
                      </a:lnTo>
                      <a:lnTo>
                        <a:pt x="56099" y="64828"/>
                      </a:lnTo>
                      <a:lnTo>
                        <a:pt x="38246" y="64828"/>
                      </a:lnTo>
                      <a:lnTo>
                        <a:pt x="24725" y="43542"/>
                      </a:lnTo>
                      <a:lnTo>
                        <a:pt x="15650" y="43542"/>
                      </a:lnTo>
                      <a:lnTo>
                        <a:pt x="15650" y="64828"/>
                      </a:lnTo>
                      <a:lnTo>
                        <a:pt x="0" y="64828"/>
                      </a:lnTo>
                      <a:lnTo>
                        <a:pt x="0" y="0"/>
                      </a:lnTo>
                      <a:close/>
                      <a:moveTo>
                        <a:pt x="37387" y="21825"/>
                      </a:moveTo>
                      <a:cubicBezTo>
                        <a:pt x="37387" y="16207"/>
                        <a:pt x="33278" y="13506"/>
                        <a:pt x="27564" y="13506"/>
                      </a:cubicBezTo>
                      <a:lnTo>
                        <a:pt x="15650" y="13506"/>
                      </a:lnTo>
                      <a:lnTo>
                        <a:pt x="15650" y="30253"/>
                      </a:lnTo>
                      <a:lnTo>
                        <a:pt x="27676" y="30253"/>
                      </a:lnTo>
                      <a:cubicBezTo>
                        <a:pt x="33166" y="30253"/>
                        <a:pt x="37387" y="27336"/>
                        <a:pt x="37387" y="2182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7" name="Google Shape;2457;p90"/>
                <p:cNvSpPr/>
                <p:nvPr/>
              </p:nvSpPr>
              <p:spPr>
                <a:xfrm>
                  <a:off x="8533246" y="1552806"/>
                  <a:ext cx="59310" cy="64827"/>
                </a:xfrm>
                <a:custGeom>
                  <a:rect b="b" l="l" r="r" t="t"/>
                  <a:pathLst>
                    <a:path extrusionOk="0" h="64827" w="59310">
                      <a:moveTo>
                        <a:pt x="15650" y="0"/>
                      </a:moveTo>
                      <a:lnTo>
                        <a:pt x="15650" y="27119"/>
                      </a:lnTo>
                      <a:lnTo>
                        <a:pt x="40188" y="0"/>
                      </a:lnTo>
                      <a:lnTo>
                        <a:pt x="59311" y="0"/>
                      </a:lnTo>
                      <a:lnTo>
                        <a:pt x="59311" y="1405"/>
                      </a:lnTo>
                      <a:lnTo>
                        <a:pt x="35444" y="27768"/>
                      </a:lnTo>
                      <a:lnTo>
                        <a:pt x="59311" y="63315"/>
                      </a:lnTo>
                      <a:lnTo>
                        <a:pt x="59311" y="64828"/>
                      </a:lnTo>
                      <a:lnTo>
                        <a:pt x="41607" y="64828"/>
                      </a:lnTo>
                      <a:lnTo>
                        <a:pt x="24763" y="39545"/>
                      </a:lnTo>
                      <a:lnTo>
                        <a:pt x="15650" y="49701"/>
                      </a:lnTo>
                      <a:lnTo>
                        <a:pt x="15650" y="64828"/>
                      </a:lnTo>
                      <a:lnTo>
                        <a:pt x="0" y="64828"/>
                      </a:lnTo>
                      <a:lnTo>
                        <a:pt x="0" y="0"/>
                      </a:lnTo>
                      <a:lnTo>
                        <a:pt x="15650" y="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8" name="Google Shape;2458;p90"/>
                <p:cNvSpPr/>
                <p:nvPr/>
              </p:nvSpPr>
              <p:spPr>
                <a:xfrm>
                  <a:off x="8599840" y="1552806"/>
                  <a:ext cx="47134" cy="64827"/>
                </a:xfrm>
                <a:custGeom>
                  <a:rect b="b" l="l" r="r" t="t"/>
                  <a:pathLst>
                    <a:path extrusionOk="0" h="64827" w="47134">
                      <a:moveTo>
                        <a:pt x="42055" y="25823"/>
                      </a:moveTo>
                      <a:lnTo>
                        <a:pt x="42055" y="38140"/>
                      </a:lnTo>
                      <a:lnTo>
                        <a:pt x="15687" y="38140"/>
                      </a:lnTo>
                      <a:lnTo>
                        <a:pt x="15687" y="51322"/>
                      </a:lnTo>
                      <a:lnTo>
                        <a:pt x="47135" y="51322"/>
                      </a:lnTo>
                      <a:lnTo>
                        <a:pt x="47135" y="64828"/>
                      </a:lnTo>
                      <a:lnTo>
                        <a:pt x="0" y="64828"/>
                      </a:lnTo>
                      <a:lnTo>
                        <a:pt x="0" y="0"/>
                      </a:lnTo>
                      <a:lnTo>
                        <a:pt x="47135" y="0"/>
                      </a:lnTo>
                      <a:lnTo>
                        <a:pt x="47135" y="13506"/>
                      </a:lnTo>
                      <a:lnTo>
                        <a:pt x="15687" y="13506"/>
                      </a:lnTo>
                      <a:lnTo>
                        <a:pt x="15687" y="25823"/>
                      </a:lnTo>
                      <a:lnTo>
                        <a:pt x="42055" y="25823"/>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59" name="Google Shape;2459;p90"/>
                <p:cNvSpPr/>
                <p:nvPr/>
              </p:nvSpPr>
              <p:spPr>
                <a:xfrm>
                  <a:off x="8653249" y="1552806"/>
                  <a:ext cx="52214" cy="64827"/>
                </a:xfrm>
                <a:custGeom>
                  <a:rect b="b" l="l" r="r" t="t"/>
                  <a:pathLst>
                    <a:path extrusionOk="0" h="64827" w="52214">
                      <a:moveTo>
                        <a:pt x="0" y="13506"/>
                      </a:moveTo>
                      <a:lnTo>
                        <a:pt x="0" y="0"/>
                      </a:lnTo>
                      <a:lnTo>
                        <a:pt x="52214" y="0"/>
                      </a:lnTo>
                      <a:lnTo>
                        <a:pt x="52214" y="13506"/>
                      </a:lnTo>
                      <a:lnTo>
                        <a:pt x="33951" y="13506"/>
                      </a:lnTo>
                      <a:lnTo>
                        <a:pt x="33951" y="64828"/>
                      </a:lnTo>
                      <a:lnTo>
                        <a:pt x="18264" y="64828"/>
                      </a:lnTo>
                      <a:lnTo>
                        <a:pt x="18264" y="13506"/>
                      </a:lnTo>
                      <a:lnTo>
                        <a:pt x="0" y="13506"/>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0" name="Google Shape;2460;p90"/>
                <p:cNvSpPr/>
                <p:nvPr/>
              </p:nvSpPr>
              <p:spPr>
                <a:xfrm>
                  <a:off x="8714689" y="1552806"/>
                  <a:ext cx="53596" cy="64827"/>
                </a:xfrm>
                <a:custGeom>
                  <a:rect b="b" l="l" r="r" t="t"/>
                  <a:pathLst>
                    <a:path extrusionOk="0" h="64827" w="53596">
                      <a:moveTo>
                        <a:pt x="28609" y="0"/>
                      </a:moveTo>
                      <a:cubicBezTo>
                        <a:pt x="43437" y="0"/>
                        <a:pt x="53596" y="9184"/>
                        <a:pt x="53596" y="21825"/>
                      </a:cubicBezTo>
                      <a:cubicBezTo>
                        <a:pt x="53596" y="35115"/>
                        <a:pt x="43549" y="43542"/>
                        <a:pt x="28609" y="43542"/>
                      </a:cubicBezTo>
                      <a:lnTo>
                        <a:pt x="15649" y="43542"/>
                      </a:lnTo>
                      <a:lnTo>
                        <a:pt x="15649" y="64828"/>
                      </a:lnTo>
                      <a:lnTo>
                        <a:pt x="0" y="64828"/>
                      </a:lnTo>
                      <a:lnTo>
                        <a:pt x="0" y="0"/>
                      </a:lnTo>
                      <a:lnTo>
                        <a:pt x="28609" y="0"/>
                      </a:lnTo>
                      <a:close/>
                      <a:moveTo>
                        <a:pt x="37387" y="21825"/>
                      </a:moveTo>
                      <a:cubicBezTo>
                        <a:pt x="37387" y="16207"/>
                        <a:pt x="33278" y="13506"/>
                        <a:pt x="27564" y="13506"/>
                      </a:cubicBezTo>
                      <a:lnTo>
                        <a:pt x="15649" y="13506"/>
                      </a:lnTo>
                      <a:lnTo>
                        <a:pt x="15649" y="30253"/>
                      </a:lnTo>
                      <a:lnTo>
                        <a:pt x="27638" y="30253"/>
                      </a:lnTo>
                      <a:cubicBezTo>
                        <a:pt x="33166" y="30253"/>
                        <a:pt x="37387" y="27336"/>
                        <a:pt x="37387" y="21825"/>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1" name="Google Shape;2461;p90"/>
                <p:cNvSpPr/>
                <p:nvPr/>
              </p:nvSpPr>
              <p:spPr>
                <a:xfrm>
                  <a:off x="8777175" y="1552806"/>
                  <a:ext cx="44632" cy="64827"/>
                </a:xfrm>
                <a:custGeom>
                  <a:rect b="b" l="l" r="r" t="t"/>
                  <a:pathLst>
                    <a:path extrusionOk="0" h="64827" w="44632">
                      <a:moveTo>
                        <a:pt x="44632" y="64828"/>
                      </a:moveTo>
                      <a:lnTo>
                        <a:pt x="0" y="64828"/>
                      </a:lnTo>
                      <a:lnTo>
                        <a:pt x="0" y="0"/>
                      </a:lnTo>
                      <a:lnTo>
                        <a:pt x="15649" y="0"/>
                      </a:lnTo>
                      <a:lnTo>
                        <a:pt x="15649" y="51322"/>
                      </a:lnTo>
                      <a:lnTo>
                        <a:pt x="44632" y="51322"/>
                      </a:lnTo>
                      <a:lnTo>
                        <a:pt x="44632" y="64828"/>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2" name="Google Shape;2462;p90"/>
                <p:cNvSpPr/>
                <p:nvPr/>
              </p:nvSpPr>
              <p:spPr>
                <a:xfrm>
                  <a:off x="8823749" y="1552806"/>
                  <a:ext cx="66556" cy="64827"/>
                </a:xfrm>
                <a:custGeom>
                  <a:rect b="b" l="l" r="r" t="t"/>
                  <a:pathLst>
                    <a:path extrusionOk="0" h="64827" w="66556">
                      <a:moveTo>
                        <a:pt x="41831" y="0"/>
                      </a:moveTo>
                      <a:lnTo>
                        <a:pt x="66557" y="64828"/>
                      </a:lnTo>
                      <a:lnTo>
                        <a:pt x="49712" y="64828"/>
                      </a:lnTo>
                      <a:lnTo>
                        <a:pt x="45716" y="53159"/>
                      </a:lnTo>
                      <a:lnTo>
                        <a:pt x="20841" y="53159"/>
                      </a:lnTo>
                      <a:lnTo>
                        <a:pt x="16845" y="64828"/>
                      </a:lnTo>
                      <a:lnTo>
                        <a:pt x="0" y="64828"/>
                      </a:lnTo>
                      <a:lnTo>
                        <a:pt x="24725" y="0"/>
                      </a:lnTo>
                      <a:lnTo>
                        <a:pt x="41831" y="0"/>
                      </a:lnTo>
                      <a:close/>
                      <a:moveTo>
                        <a:pt x="33278" y="16855"/>
                      </a:moveTo>
                      <a:lnTo>
                        <a:pt x="25061" y="40841"/>
                      </a:lnTo>
                      <a:lnTo>
                        <a:pt x="41495" y="40841"/>
                      </a:lnTo>
                      <a:lnTo>
                        <a:pt x="33278" y="16855"/>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3" name="Google Shape;2463;p90"/>
                <p:cNvSpPr/>
                <p:nvPr/>
              </p:nvSpPr>
              <p:spPr>
                <a:xfrm>
                  <a:off x="8890866" y="1551402"/>
                  <a:ext cx="55538" cy="67745"/>
                </a:xfrm>
                <a:custGeom>
                  <a:rect b="b" l="l" r="r" t="t"/>
                  <a:pathLst>
                    <a:path extrusionOk="0" h="67745" w="55538">
                      <a:moveTo>
                        <a:pt x="46575" y="47756"/>
                      </a:moveTo>
                      <a:lnTo>
                        <a:pt x="55538" y="59750"/>
                      </a:lnTo>
                      <a:cubicBezTo>
                        <a:pt x="55538" y="59750"/>
                        <a:pt x="48629" y="67745"/>
                        <a:pt x="33391" y="67745"/>
                      </a:cubicBezTo>
                      <a:cubicBezTo>
                        <a:pt x="12400" y="67745"/>
                        <a:pt x="0" y="52403"/>
                        <a:pt x="0" y="33819"/>
                      </a:cubicBezTo>
                      <a:cubicBezTo>
                        <a:pt x="0" y="15235"/>
                        <a:pt x="12400" y="0"/>
                        <a:pt x="33391" y="0"/>
                      </a:cubicBezTo>
                      <a:cubicBezTo>
                        <a:pt x="48629" y="0"/>
                        <a:pt x="55538" y="7887"/>
                        <a:pt x="55538" y="7887"/>
                      </a:cubicBezTo>
                      <a:lnTo>
                        <a:pt x="46575" y="19880"/>
                      </a:lnTo>
                      <a:cubicBezTo>
                        <a:pt x="46575" y="19880"/>
                        <a:pt x="42242" y="15018"/>
                        <a:pt x="33614" y="15018"/>
                      </a:cubicBezTo>
                      <a:cubicBezTo>
                        <a:pt x="23456" y="15018"/>
                        <a:pt x="16210" y="22581"/>
                        <a:pt x="16210" y="33819"/>
                      </a:cubicBezTo>
                      <a:cubicBezTo>
                        <a:pt x="16210" y="45055"/>
                        <a:pt x="23456" y="52618"/>
                        <a:pt x="33614" y="52618"/>
                      </a:cubicBezTo>
                      <a:cubicBezTo>
                        <a:pt x="42242" y="52618"/>
                        <a:pt x="46575" y="47756"/>
                        <a:pt x="46575" y="47756"/>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4" name="Google Shape;2464;p90"/>
                <p:cNvSpPr/>
                <p:nvPr/>
              </p:nvSpPr>
              <p:spPr>
                <a:xfrm>
                  <a:off x="8954061" y="1552806"/>
                  <a:ext cx="47134" cy="64827"/>
                </a:xfrm>
                <a:custGeom>
                  <a:rect b="b" l="l" r="r" t="t"/>
                  <a:pathLst>
                    <a:path extrusionOk="0" h="64827" w="47134">
                      <a:moveTo>
                        <a:pt x="42055" y="25823"/>
                      </a:moveTo>
                      <a:lnTo>
                        <a:pt x="42055" y="38140"/>
                      </a:lnTo>
                      <a:lnTo>
                        <a:pt x="15649" y="38140"/>
                      </a:lnTo>
                      <a:lnTo>
                        <a:pt x="15649" y="51322"/>
                      </a:lnTo>
                      <a:lnTo>
                        <a:pt x="47135" y="51322"/>
                      </a:lnTo>
                      <a:lnTo>
                        <a:pt x="47135" y="64828"/>
                      </a:lnTo>
                      <a:lnTo>
                        <a:pt x="0" y="64828"/>
                      </a:lnTo>
                      <a:lnTo>
                        <a:pt x="0" y="0"/>
                      </a:lnTo>
                      <a:lnTo>
                        <a:pt x="47135" y="0"/>
                      </a:lnTo>
                      <a:lnTo>
                        <a:pt x="47135" y="13506"/>
                      </a:lnTo>
                      <a:lnTo>
                        <a:pt x="15649" y="13506"/>
                      </a:lnTo>
                      <a:lnTo>
                        <a:pt x="15649" y="25823"/>
                      </a:lnTo>
                      <a:lnTo>
                        <a:pt x="42055" y="25823"/>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465" name="Google Shape;2465;p90"/>
            <p:cNvGrpSpPr/>
            <p:nvPr/>
          </p:nvGrpSpPr>
          <p:grpSpPr>
            <a:xfrm>
              <a:off x="4837116" y="2897782"/>
              <a:ext cx="535646" cy="298952"/>
              <a:chOff x="6344238" y="3660509"/>
              <a:chExt cx="714194" cy="398602"/>
            </a:xfrm>
          </p:grpSpPr>
          <p:grpSp>
            <p:nvGrpSpPr>
              <p:cNvPr id="2466" name="Google Shape;2466;p90"/>
              <p:cNvGrpSpPr/>
              <p:nvPr/>
            </p:nvGrpSpPr>
            <p:grpSpPr>
              <a:xfrm>
                <a:off x="6344238" y="3963923"/>
                <a:ext cx="714194" cy="95188"/>
                <a:chOff x="6344238" y="3963923"/>
                <a:chExt cx="714194" cy="95188"/>
              </a:xfrm>
            </p:grpSpPr>
            <p:sp>
              <p:nvSpPr>
                <p:cNvPr id="2467" name="Google Shape;2467;p90"/>
                <p:cNvSpPr/>
                <p:nvPr/>
              </p:nvSpPr>
              <p:spPr>
                <a:xfrm>
                  <a:off x="6344238" y="3966010"/>
                  <a:ext cx="73764" cy="75586"/>
                </a:xfrm>
                <a:custGeom>
                  <a:rect b="b" l="l" r="r" t="t"/>
                  <a:pathLst>
                    <a:path extrusionOk="0" h="75586" w="73764">
                      <a:moveTo>
                        <a:pt x="73765" y="75586"/>
                      </a:moveTo>
                      <a:lnTo>
                        <a:pt x="62896" y="75586"/>
                      </a:lnTo>
                      <a:cubicBezTo>
                        <a:pt x="61664" y="75586"/>
                        <a:pt x="60655" y="75284"/>
                        <a:pt x="59871" y="74672"/>
                      </a:cubicBezTo>
                      <a:cubicBezTo>
                        <a:pt x="59086" y="74063"/>
                        <a:pt x="58527" y="73305"/>
                        <a:pt x="58190" y="72398"/>
                      </a:cubicBezTo>
                      <a:lnTo>
                        <a:pt x="52550" y="56981"/>
                      </a:lnTo>
                      <a:lnTo>
                        <a:pt x="21215" y="56981"/>
                      </a:lnTo>
                      <a:lnTo>
                        <a:pt x="15575" y="72398"/>
                      </a:lnTo>
                      <a:cubicBezTo>
                        <a:pt x="15276" y="73201"/>
                        <a:pt x="14753" y="73932"/>
                        <a:pt x="13931" y="74593"/>
                      </a:cubicBezTo>
                      <a:cubicBezTo>
                        <a:pt x="13110" y="75258"/>
                        <a:pt x="12101" y="75586"/>
                        <a:pt x="10906" y="75586"/>
                      </a:cubicBezTo>
                      <a:lnTo>
                        <a:pt x="0" y="75586"/>
                      </a:lnTo>
                      <a:lnTo>
                        <a:pt x="29693" y="0"/>
                      </a:lnTo>
                      <a:lnTo>
                        <a:pt x="44072" y="0"/>
                      </a:lnTo>
                      <a:lnTo>
                        <a:pt x="73765" y="75586"/>
                      </a:lnTo>
                      <a:close/>
                      <a:moveTo>
                        <a:pt x="24837" y="47049"/>
                      </a:moveTo>
                      <a:lnTo>
                        <a:pt x="48928" y="47049"/>
                      </a:lnTo>
                      <a:lnTo>
                        <a:pt x="39702" y="21906"/>
                      </a:lnTo>
                      <a:cubicBezTo>
                        <a:pt x="39292" y="20790"/>
                        <a:pt x="38843" y="19475"/>
                        <a:pt x="38320" y="17959"/>
                      </a:cubicBezTo>
                      <a:cubicBezTo>
                        <a:pt x="37835" y="16443"/>
                        <a:pt x="37349" y="14793"/>
                        <a:pt x="36864" y="13020"/>
                      </a:cubicBezTo>
                      <a:cubicBezTo>
                        <a:pt x="36341" y="14793"/>
                        <a:pt x="35893" y="16451"/>
                        <a:pt x="35407" y="17982"/>
                      </a:cubicBezTo>
                      <a:cubicBezTo>
                        <a:pt x="34922" y="19520"/>
                        <a:pt x="34473" y="20857"/>
                        <a:pt x="34025" y="22007"/>
                      </a:cubicBezTo>
                      <a:lnTo>
                        <a:pt x="24837" y="4704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8" name="Google Shape;2468;p90"/>
                <p:cNvSpPr/>
                <p:nvPr/>
              </p:nvSpPr>
              <p:spPr>
                <a:xfrm>
                  <a:off x="6425062" y="3986975"/>
                  <a:ext cx="49375" cy="72136"/>
                </a:xfrm>
                <a:custGeom>
                  <a:rect b="b" l="l" r="r" t="t"/>
                  <a:pathLst>
                    <a:path extrusionOk="0" h="72136" w="49375">
                      <a:moveTo>
                        <a:pt x="0" y="72136"/>
                      </a:moveTo>
                      <a:lnTo>
                        <a:pt x="0" y="990"/>
                      </a:lnTo>
                      <a:lnTo>
                        <a:pt x="7881" y="990"/>
                      </a:lnTo>
                      <a:cubicBezTo>
                        <a:pt x="8740" y="990"/>
                        <a:pt x="9449" y="1184"/>
                        <a:pt x="10047" y="1564"/>
                      </a:cubicBezTo>
                      <a:cubicBezTo>
                        <a:pt x="10644" y="1949"/>
                        <a:pt x="11018" y="2543"/>
                        <a:pt x="11167" y="3345"/>
                      </a:cubicBezTo>
                      <a:lnTo>
                        <a:pt x="12251" y="8311"/>
                      </a:lnTo>
                      <a:cubicBezTo>
                        <a:pt x="14379" y="5836"/>
                        <a:pt x="16882" y="3835"/>
                        <a:pt x="19683" y="2296"/>
                      </a:cubicBezTo>
                      <a:cubicBezTo>
                        <a:pt x="22484" y="765"/>
                        <a:pt x="25771" y="0"/>
                        <a:pt x="29543" y="0"/>
                      </a:cubicBezTo>
                      <a:cubicBezTo>
                        <a:pt x="32456" y="0"/>
                        <a:pt x="35146" y="609"/>
                        <a:pt x="37573" y="1830"/>
                      </a:cubicBezTo>
                      <a:cubicBezTo>
                        <a:pt x="40001" y="3047"/>
                        <a:pt x="42093" y="4820"/>
                        <a:pt x="43848" y="7132"/>
                      </a:cubicBezTo>
                      <a:cubicBezTo>
                        <a:pt x="45603" y="9450"/>
                        <a:pt x="46948" y="12307"/>
                        <a:pt x="47919" y="15708"/>
                      </a:cubicBezTo>
                      <a:cubicBezTo>
                        <a:pt x="48890" y="19106"/>
                        <a:pt x="49376" y="23000"/>
                        <a:pt x="49376" y="27387"/>
                      </a:cubicBezTo>
                      <a:cubicBezTo>
                        <a:pt x="49376" y="31397"/>
                        <a:pt x="48815" y="35109"/>
                        <a:pt x="47733" y="38525"/>
                      </a:cubicBezTo>
                      <a:cubicBezTo>
                        <a:pt x="46649" y="41938"/>
                        <a:pt x="45118" y="44899"/>
                        <a:pt x="43101" y="47408"/>
                      </a:cubicBezTo>
                      <a:cubicBezTo>
                        <a:pt x="41122" y="49920"/>
                        <a:pt x="38694" y="51877"/>
                        <a:pt x="35855" y="53292"/>
                      </a:cubicBezTo>
                      <a:cubicBezTo>
                        <a:pt x="33017" y="54700"/>
                        <a:pt x="29805" y="55406"/>
                        <a:pt x="26294" y="55406"/>
                      </a:cubicBezTo>
                      <a:cubicBezTo>
                        <a:pt x="23269" y="55406"/>
                        <a:pt x="20692" y="54946"/>
                        <a:pt x="18600" y="54020"/>
                      </a:cubicBezTo>
                      <a:cubicBezTo>
                        <a:pt x="16471" y="53098"/>
                        <a:pt x="14604" y="51817"/>
                        <a:pt x="12923" y="50178"/>
                      </a:cubicBezTo>
                      <a:lnTo>
                        <a:pt x="12923" y="72136"/>
                      </a:lnTo>
                      <a:lnTo>
                        <a:pt x="0" y="72136"/>
                      </a:lnTo>
                      <a:close/>
                      <a:moveTo>
                        <a:pt x="25099" y="10193"/>
                      </a:moveTo>
                      <a:cubicBezTo>
                        <a:pt x="22410" y="10193"/>
                        <a:pt x="20131" y="10757"/>
                        <a:pt x="18227" y="11892"/>
                      </a:cubicBezTo>
                      <a:cubicBezTo>
                        <a:pt x="16322" y="13024"/>
                        <a:pt x="14566" y="14621"/>
                        <a:pt x="12923" y="16671"/>
                      </a:cubicBezTo>
                      <a:lnTo>
                        <a:pt x="12923" y="40720"/>
                      </a:lnTo>
                      <a:cubicBezTo>
                        <a:pt x="14379" y="42528"/>
                        <a:pt x="15986" y="43793"/>
                        <a:pt x="17704" y="44507"/>
                      </a:cubicBezTo>
                      <a:cubicBezTo>
                        <a:pt x="19421" y="45223"/>
                        <a:pt x="21289" y="45582"/>
                        <a:pt x="23269" y="45582"/>
                      </a:cubicBezTo>
                      <a:cubicBezTo>
                        <a:pt x="25211" y="45582"/>
                        <a:pt x="27004" y="45212"/>
                        <a:pt x="28572" y="44484"/>
                      </a:cubicBezTo>
                      <a:cubicBezTo>
                        <a:pt x="30141" y="43749"/>
                        <a:pt x="31485" y="42636"/>
                        <a:pt x="32606" y="41135"/>
                      </a:cubicBezTo>
                      <a:cubicBezTo>
                        <a:pt x="33689" y="39641"/>
                        <a:pt x="34548" y="37749"/>
                        <a:pt x="35146" y="35467"/>
                      </a:cubicBezTo>
                      <a:cubicBezTo>
                        <a:pt x="35743" y="33182"/>
                        <a:pt x="36042" y="30490"/>
                        <a:pt x="36042" y="27387"/>
                      </a:cubicBezTo>
                      <a:cubicBezTo>
                        <a:pt x="36042" y="24255"/>
                        <a:pt x="35781" y="21596"/>
                        <a:pt x="35258" y="19420"/>
                      </a:cubicBezTo>
                      <a:cubicBezTo>
                        <a:pt x="34772" y="17239"/>
                        <a:pt x="34025" y="15473"/>
                        <a:pt x="33091" y="14110"/>
                      </a:cubicBezTo>
                      <a:cubicBezTo>
                        <a:pt x="32158" y="12755"/>
                        <a:pt x="31000" y="11761"/>
                        <a:pt x="29655" y="11134"/>
                      </a:cubicBezTo>
                      <a:cubicBezTo>
                        <a:pt x="28311" y="10507"/>
                        <a:pt x="26817" y="10193"/>
                        <a:pt x="25099" y="1019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69" name="Google Shape;2469;p90"/>
                <p:cNvSpPr/>
                <p:nvPr/>
              </p:nvSpPr>
              <p:spPr>
                <a:xfrm>
                  <a:off x="6481534" y="3986975"/>
                  <a:ext cx="44707" cy="55457"/>
                </a:xfrm>
                <a:custGeom>
                  <a:rect b="b" l="l" r="r" t="t"/>
                  <a:pathLst>
                    <a:path extrusionOk="0" h="55457" w="44707">
                      <a:moveTo>
                        <a:pt x="44707" y="54621"/>
                      </a:moveTo>
                      <a:lnTo>
                        <a:pt x="38881" y="54621"/>
                      </a:lnTo>
                      <a:cubicBezTo>
                        <a:pt x="37685" y="54621"/>
                        <a:pt x="36714" y="54442"/>
                        <a:pt x="36042" y="54072"/>
                      </a:cubicBezTo>
                      <a:cubicBezTo>
                        <a:pt x="35332" y="53707"/>
                        <a:pt x="34809" y="52967"/>
                        <a:pt x="34473" y="51851"/>
                      </a:cubicBezTo>
                      <a:lnTo>
                        <a:pt x="33316" y="48035"/>
                      </a:lnTo>
                      <a:cubicBezTo>
                        <a:pt x="31934" y="49260"/>
                        <a:pt x="30626" y="50327"/>
                        <a:pt x="29319" y="51250"/>
                      </a:cubicBezTo>
                      <a:cubicBezTo>
                        <a:pt x="28012" y="52176"/>
                        <a:pt x="26630" y="52949"/>
                        <a:pt x="25248" y="53576"/>
                      </a:cubicBezTo>
                      <a:cubicBezTo>
                        <a:pt x="23866" y="54203"/>
                        <a:pt x="22372" y="54677"/>
                        <a:pt x="20803" y="54991"/>
                      </a:cubicBezTo>
                      <a:cubicBezTo>
                        <a:pt x="19235" y="55305"/>
                        <a:pt x="17480" y="55458"/>
                        <a:pt x="15575" y="55458"/>
                      </a:cubicBezTo>
                      <a:cubicBezTo>
                        <a:pt x="13296" y="55458"/>
                        <a:pt x="11205" y="55151"/>
                        <a:pt x="9300" y="54543"/>
                      </a:cubicBezTo>
                      <a:cubicBezTo>
                        <a:pt x="7395" y="53931"/>
                        <a:pt x="5752" y="53016"/>
                        <a:pt x="4370" y="51791"/>
                      </a:cubicBezTo>
                      <a:cubicBezTo>
                        <a:pt x="2988" y="50567"/>
                        <a:pt x="1905" y="49043"/>
                        <a:pt x="1158" y="47225"/>
                      </a:cubicBezTo>
                      <a:cubicBezTo>
                        <a:pt x="373" y="45410"/>
                        <a:pt x="0" y="43293"/>
                        <a:pt x="0" y="40881"/>
                      </a:cubicBezTo>
                      <a:cubicBezTo>
                        <a:pt x="0" y="38854"/>
                        <a:pt x="523" y="36849"/>
                        <a:pt x="1606" y="34870"/>
                      </a:cubicBezTo>
                      <a:cubicBezTo>
                        <a:pt x="2652" y="32898"/>
                        <a:pt x="4407" y="31117"/>
                        <a:pt x="6910" y="29527"/>
                      </a:cubicBezTo>
                      <a:cubicBezTo>
                        <a:pt x="9375" y="27936"/>
                        <a:pt x="12661" y="26614"/>
                        <a:pt x="16770" y="25565"/>
                      </a:cubicBezTo>
                      <a:cubicBezTo>
                        <a:pt x="20878" y="24516"/>
                        <a:pt x="25995" y="23990"/>
                        <a:pt x="32120" y="23990"/>
                      </a:cubicBezTo>
                      <a:lnTo>
                        <a:pt x="32120" y="20834"/>
                      </a:lnTo>
                      <a:cubicBezTo>
                        <a:pt x="32120" y="17216"/>
                        <a:pt x="31336" y="14536"/>
                        <a:pt x="29842" y="12796"/>
                      </a:cubicBezTo>
                      <a:cubicBezTo>
                        <a:pt x="28311" y="11060"/>
                        <a:pt x="26107" y="10193"/>
                        <a:pt x="23194" y="10193"/>
                      </a:cubicBezTo>
                      <a:cubicBezTo>
                        <a:pt x="21140" y="10193"/>
                        <a:pt x="19384" y="10432"/>
                        <a:pt x="18002" y="10921"/>
                      </a:cubicBezTo>
                      <a:cubicBezTo>
                        <a:pt x="16583" y="11411"/>
                        <a:pt x="15388" y="11959"/>
                        <a:pt x="14342" y="12572"/>
                      </a:cubicBezTo>
                      <a:cubicBezTo>
                        <a:pt x="13334" y="13180"/>
                        <a:pt x="12362" y="13729"/>
                        <a:pt x="11503" y="14218"/>
                      </a:cubicBezTo>
                      <a:cubicBezTo>
                        <a:pt x="10644" y="14704"/>
                        <a:pt x="9673" y="14946"/>
                        <a:pt x="8627" y="14946"/>
                      </a:cubicBezTo>
                      <a:cubicBezTo>
                        <a:pt x="7769" y="14946"/>
                        <a:pt x="6984" y="14722"/>
                        <a:pt x="6387" y="14271"/>
                      </a:cubicBezTo>
                      <a:cubicBezTo>
                        <a:pt x="5752" y="13819"/>
                        <a:pt x="5229" y="13255"/>
                        <a:pt x="4856" y="12598"/>
                      </a:cubicBezTo>
                      <a:lnTo>
                        <a:pt x="2503" y="8465"/>
                      </a:lnTo>
                      <a:cubicBezTo>
                        <a:pt x="8665" y="2819"/>
                        <a:pt x="16135" y="0"/>
                        <a:pt x="24837" y="0"/>
                      </a:cubicBezTo>
                      <a:cubicBezTo>
                        <a:pt x="27975" y="0"/>
                        <a:pt x="30776" y="512"/>
                        <a:pt x="33241" y="1542"/>
                      </a:cubicBezTo>
                      <a:cubicBezTo>
                        <a:pt x="35669" y="2569"/>
                        <a:pt x="37760" y="3995"/>
                        <a:pt x="39478" y="5825"/>
                      </a:cubicBezTo>
                      <a:cubicBezTo>
                        <a:pt x="41196" y="7654"/>
                        <a:pt x="42466" y="9842"/>
                        <a:pt x="43363" y="12389"/>
                      </a:cubicBezTo>
                      <a:cubicBezTo>
                        <a:pt x="44259" y="14935"/>
                        <a:pt x="44707" y="17721"/>
                        <a:pt x="44707" y="20752"/>
                      </a:cubicBezTo>
                      <a:lnTo>
                        <a:pt x="44707" y="54621"/>
                      </a:lnTo>
                      <a:close/>
                      <a:moveTo>
                        <a:pt x="19608" y="46575"/>
                      </a:moveTo>
                      <a:cubicBezTo>
                        <a:pt x="20916" y="46575"/>
                        <a:pt x="22148" y="46452"/>
                        <a:pt x="23269" y="46213"/>
                      </a:cubicBezTo>
                      <a:cubicBezTo>
                        <a:pt x="24389" y="45970"/>
                        <a:pt x="25435" y="45612"/>
                        <a:pt x="26443" y="45130"/>
                      </a:cubicBezTo>
                      <a:cubicBezTo>
                        <a:pt x="27414" y="44652"/>
                        <a:pt x="28385" y="44059"/>
                        <a:pt x="29319" y="43360"/>
                      </a:cubicBezTo>
                      <a:cubicBezTo>
                        <a:pt x="30215" y="42651"/>
                        <a:pt x="31149" y="41822"/>
                        <a:pt x="32120" y="40862"/>
                      </a:cubicBezTo>
                      <a:lnTo>
                        <a:pt x="32120" y="31887"/>
                      </a:lnTo>
                      <a:cubicBezTo>
                        <a:pt x="28348" y="31887"/>
                        <a:pt x="25211" y="32122"/>
                        <a:pt x="22671" y="32596"/>
                      </a:cubicBezTo>
                      <a:cubicBezTo>
                        <a:pt x="20131" y="33070"/>
                        <a:pt x="18114" y="33675"/>
                        <a:pt x="16583" y="34410"/>
                      </a:cubicBezTo>
                      <a:cubicBezTo>
                        <a:pt x="15052" y="35150"/>
                        <a:pt x="13931" y="36009"/>
                        <a:pt x="13296" y="36994"/>
                      </a:cubicBezTo>
                      <a:cubicBezTo>
                        <a:pt x="12661" y="37973"/>
                        <a:pt x="12325" y="39044"/>
                        <a:pt x="12325" y="40202"/>
                      </a:cubicBezTo>
                      <a:cubicBezTo>
                        <a:pt x="12325" y="42483"/>
                        <a:pt x="12998" y="44118"/>
                        <a:pt x="14342" y="45100"/>
                      </a:cubicBezTo>
                      <a:cubicBezTo>
                        <a:pt x="15687" y="46078"/>
                        <a:pt x="17442"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0" name="Google Shape;2470;p90"/>
                <p:cNvSpPr/>
                <p:nvPr/>
              </p:nvSpPr>
              <p:spPr>
                <a:xfrm>
                  <a:off x="6535355" y="3987132"/>
                  <a:ext cx="45230" cy="55248"/>
                </a:xfrm>
                <a:custGeom>
                  <a:rect b="b" l="l" r="r" t="t"/>
                  <a:pathLst>
                    <a:path extrusionOk="0" h="55248" w="45230">
                      <a:moveTo>
                        <a:pt x="41308" y="12176"/>
                      </a:moveTo>
                      <a:cubicBezTo>
                        <a:pt x="40897" y="12665"/>
                        <a:pt x="40524" y="13049"/>
                        <a:pt x="40151" y="13326"/>
                      </a:cubicBezTo>
                      <a:cubicBezTo>
                        <a:pt x="39814" y="13606"/>
                        <a:pt x="39254" y="13748"/>
                        <a:pt x="38582" y="13748"/>
                      </a:cubicBezTo>
                      <a:cubicBezTo>
                        <a:pt x="37909" y="13748"/>
                        <a:pt x="37275" y="13542"/>
                        <a:pt x="36639" y="13143"/>
                      </a:cubicBezTo>
                      <a:cubicBezTo>
                        <a:pt x="36005" y="12743"/>
                        <a:pt x="35258" y="12292"/>
                        <a:pt x="34399" y="11787"/>
                      </a:cubicBezTo>
                      <a:cubicBezTo>
                        <a:pt x="33502" y="11280"/>
                        <a:pt x="32494" y="10828"/>
                        <a:pt x="31261" y="10428"/>
                      </a:cubicBezTo>
                      <a:cubicBezTo>
                        <a:pt x="30066" y="10025"/>
                        <a:pt x="28572" y="9823"/>
                        <a:pt x="26817" y="9823"/>
                      </a:cubicBezTo>
                      <a:cubicBezTo>
                        <a:pt x="24538" y="9823"/>
                        <a:pt x="22559" y="10234"/>
                        <a:pt x="20841" y="11052"/>
                      </a:cubicBezTo>
                      <a:cubicBezTo>
                        <a:pt x="19123" y="11873"/>
                        <a:pt x="17704" y="13049"/>
                        <a:pt x="16583" y="14580"/>
                      </a:cubicBezTo>
                      <a:cubicBezTo>
                        <a:pt x="15463" y="16119"/>
                        <a:pt x="14603" y="17971"/>
                        <a:pt x="14043" y="20151"/>
                      </a:cubicBezTo>
                      <a:cubicBezTo>
                        <a:pt x="13483" y="22328"/>
                        <a:pt x="13221" y="24792"/>
                        <a:pt x="13221" y="27544"/>
                      </a:cubicBezTo>
                      <a:cubicBezTo>
                        <a:pt x="13221" y="30404"/>
                        <a:pt x="13520" y="32950"/>
                        <a:pt x="14118" y="35176"/>
                      </a:cubicBezTo>
                      <a:cubicBezTo>
                        <a:pt x="14753" y="37409"/>
                        <a:pt x="15612" y="39279"/>
                        <a:pt x="16770" y="40795"/>
                      </a:cubicBezTo>
                      <a:cubicBezTo>
                        <a:pt x="17927" y="42315"/>
                        <a:pt x="19309" y="43465"/>
                        <a:pt x="20953" y="44245"/>
                      </a:cubicBezTo>
                      <a:cubicBezTo>
                        <a:pt x="22596" y="45033"/>
                        <a:pt x="24426" y="45425"/>
                        <a:pt x="26481" y="45425"/>
                      </a:cubicBezTo>
                      <a:cubicBezTo>
                        <a:pt x="28535" y="45425"/>
                        <a:pt x="30215" y="45171"/>
                        <a:pt x="31485" y="44663"/>
                      </a:cubicBezTo>
                      <a:cubicBezTo>
                        <a:pt x="32755" y="44159"/>
                        <a:pt x="33838" y="43603"/>
                        <a:pt x="34697" y="42991"/>
                      </a:cubicBezTo>
                      <a:cubicBezTo>
                        <a:pt x="35557" y="42382"/>
                        <a:pt x="36341" y="41826"/>
                        <a:pt x="36975" y="41321"/>
                      </a:cubicBezTo>
                      <a:cubicBezTo>
                        <a:pt x="37611" y="40814"/>
                        <a:pt x="38358" y="40563"/>
                        <a:pt x="39142" y="40563"/>
                      </a:cubicBezTo>
                      <a:cubicBezTo>
                        <a:pt x="40188" y="40563"/>
                        <a:pt x="40972" y="40963"/>
                        <a:pt x="41495" y="41766"/>
                      </a:cubicBezTo>
                      <a:lnTo>
                        <a:pt x="45230" y="46470"/>
                      </a:lnTo>
                      <a:cubicBezTo>
                        <a:pt x="43773" y="48139"/>
                        <a:pt x="42242" y="49543"/>
                        <a:pt x="40561" y="50678"/>
                      </a:cubicBezTo>
                      <a:cubicBezTo>
                        <a:pt x="38880" y="51810"/>
                        <a:pt x="37162" y="52713"/>
                        <a:pt x="35370" y="53393"/>
                      </a:cubicBezTo>
                      <a:cubicBezTo>
                        <a:pt x="33577" y="54076"/>
                        <a:pt x="31710" y="54550"/>
                        <a:pt x="29805" y="54834"/>
                      </a:cubicBezTo>
                      <a:cubicBezTo>
                        <a:pt x="27862" y="55110"/>
                        <a:pt x="25958" y="55249"/>
                        <a:pt x="24090" y="55249"/>
                      </a:cubicBezTo>
                      <a:cubicBezTo>
                        <a:pt x="20766" y="55249"/>
                        <a:pt x="17666" y="54629"/>
                        <a:pt x="14715" y="53393"/>
                      </a:cubicBezTo>
                      <a:cubicBezTo>
                        <a:pt x="11802" y="52157"/>
                        <a:pt x="9263" y="50357"/>
                        <a:pt x="7059" y="47986"/>
                      </a:cubicBezTo>
                      <a:cubicBezTo>
                        <a:pt x="4893" y="45615"/>
                        <a:pt x="3175" y="42714"/>
                        <a:pt x="1905" y="39279"/>
                      </a:cubicBezTo>
                      <a:cubicBezTo>
                        <a:pt x="635" y="35848"/>
                        <a:pt x="0" y="31935"/>
                        <a:pt x="0" y="27544"/>
                      </a:cubicBezTo>
                      <a:cubicBezTo>
                        <a:pt x="0" y="23609"/>
                        <a:pt x="560" y="19957"/>
                        <a:pt x="1681" y="16593"/>
                      </a:cubicBezTo>
                      <a:cubicBezTo>
                        <a:pt x="2801" y="13229"/>
                        <a:pt x="4482" y="10320"/>
                        <a:pt x="6685" y="7863"/>
                      </a:cubicBezTo>
                      <a:cubicBezTo>
                        <a:pt x="8889" y="5406"/>
                        <a:pt x="11578" y="3480"/>
                        <a:pt x="14828" y="2087"/>
                      </a:cubicBezTo>
                      <a:cubicBezTo>
                        <a:pt x="18077" y="694"/>
                        <a:pt x="21812" y="0"/>
                        <a:pt x="26032" y="0"/>
                      </a:cubicBezTo>
                      <a:cubicBezTo>
                        <a:pt x="30029" y="0"/>
                        <a:pt x="33540" y="642"/>
                        <a:pt x="36565" y="1934"/>
                      </a:cubicBezTo>
                      <a:cubicBezTo>
                        <a:pt x="39590" y="3222"/>
                        <a:pt x="42279" y="5070"/>
                        <a:pt x="44670" y="7471"/>
                      </a:cubicBezTo>
                      <a:lnTo>
                        <a:pt x="41308" y="121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1" name="Google Shape;2471;p90"/>
                <p:cNvSpPr/>
                <p:nvPr/>
              </p:nvSpPr>
              <p:spPr>
                <a:xfrm>
                  <a:off x="6588839" y="3963923"/>
                  <a:ext cx="46724" cy="77673"/>
                </a:xfrm>
                <a:custGeom>
                  <a:rect b="b" l="l" r="r" t="t"/>
                  <a:pathLst>
                    <a:path extrusionOk="0" h="77673" w="46724">
                      <a:moveTo>
                        <a:pt x="0" y="77673"/>
                      </a:moveTo>
                      <a:lnTo>
                        <a:pt x="0" y="0"/>
                      </a:lnTo>
                      <a:lnTo>
                        <a:pt x="12886" y="0"/>
                      </a:lnTo>
                      <a:lnTo>
                        <a:pt x="12886" y="29848"/>
                      </a:lnTo>
                      <a:cubicBezTo>
                        <a:pt x="15015" y="27861"/>
                        <a:pt x="17293" y="26259"/>
                        <a:pt x="19795" y="25035"/>
                      </a:cubicBezTo>
                      <a:cubicBezTo>
                        <a:pt x="22297" y="23818"/>
                        <a:pt x="25248" y="23209"/>
                        <a:pt x="28647" y="23209"/>
                      </a:cubicBezTo>
                      <a:cubicBezTo>
                        <a:pt x="31560" y="23209"/>
                        <a:pt x="34175" y="23702"/>
                        <a:pt x="36453" y="24699"/>
                      </a:cubicBezTo>
                      <a:cubicBezTo>
                        <a:pt x="38694" y="25692"/>
                        <a:pt x="40599" y="27085"/>
                        <a:pt x="42093" y="28877"/>
                      </a:cubicBezTo>
                      <a:cubicBezTo>
                        <a:pt x="43624" y="30673"/>
                        <a:pt x="44782" y="32816"/>
                        <a:pt x="45566" y="35310"/>
                      </a:cubicBezTo>
                      <a:cubicBezTo>
                        <a:pt x="46351" y="37801"/>
                        <a:pt x="46724" y="40545"/>
                        <a:pt x="46724" y="43543"/>
                      </a:cubicBezTo>
                      <a:lnTo>
                        <a:pt x="46724" y="77673"/>
                      </a:lnTo>
                      <a:lnTo>
                        <a:pt x="33839" y="77673"/>
                      </a:lnTo>
                      <a:lnTo>
                        <a:pt x="33839" y="43543"/>
                      </a:lnTo>
                      <a:cubicBezTo>
                        <a:pt x="33839" y="40269"/>
                        <a:pt x="33054" y="37730"/>
                        <a:pt x="31560" y="35938"/>
                      </a:cubicBezTo>
                      <a:cubicBezTo>
                        <a:pt x="30029" y="34141"/>
                        <a:pt x="27751" y="33245"/>
                        <a:pt x="24725" y="33245"/>
                      </a:cubicBezTo>
                      <a:cubicBezTo>
                        <a:pt x="22484" y="33245"/>
                        <a:pt x="20393" y="33750"/>
                        <a:pt x="18451" y="34757"/>
                      </a:cubicBezTo>
                      <a:cubicBezTo>
                        <a:pt x="16509" y="35769"/>
                        <a:pt x="14641" y="37147"/>
                        <a:pt x="12886" y="38891"/>
                      </a:cubicBezTo>
                      <a:lnTo>
                        <a:pt x="12886" y="77673"/>
                      </a:lnTo>
                      <a:lnTo>
                        <a:pt x="0" y="77673"/>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2" name="Google Shape;2472;p90"/>
                <p:cNvSpPr/>
                <p:nvPr/>
              </p:nvSpPr>
              <p:spPr>
                <a:xfrm>
                  <a:off x="6644676" y="3987132"/>
                  <a:ext cx="49002" cy="55248"/>
                </a:xfrm>
                <a:custGeom>
                  <a:rect b="b" l="l" r="r" t="t"/>
                  <a:pathLst>
                    <a:path extrusionOk="0" h="55248" w="49002">
                      <a:moveTo>
                        <a:pt x="25771" y="0"/>
                      </a:moveTo>
                      <a:cubicBezTo>
                        <a:pt x="29170" y="0"/>
                        <a:pt x="32269" y="538"/>
                        <a:pt x="35108" y="1620"/>
                      </a:cubicBezTo>
                      <a:cubicBezTo>
                        <a:pt x="37947" y="2699"/>
                        <a:pt x="40412" y="4275"/>
                        <a:pt x="42466" y="6347"/>
                      </a:cubicBezTo>
                      <a:cubicBezTo>
                        <a:pt x="44520" y="8423"/>
                        <a:pt x="46126" y="10966"/>
                        <a:pt x="47247" y="13983"/>
                      </a:cubicBezTo>
                      <a:cubicBezTo>
                        <a:pt x="48405" y="16992"/>
                        <a:pt x="49002" y="20435"/>
                        <a:pt x="49002" y="24303"/>
                      </a:cubicBezTo>
                      <a:cubicBezTo>
                        <a:pt x="49002" y="25281"/>
                        <a:pt x="48965" y="26091"/>
                        <a:pt x="48853" y="26737"/>
                      </a:cubicBezTo>
                      <a:cubicBezTo>
                        <a:pt x="48778" y="27380"/>
                        <a:pt x="48628" y="27884"/>
                        <a:pt x="48405" y="28253"/>
                      </a:cubicBezTo>
                      <a:cubicBezTo>
                        <a:pt x="48180" y="28619"/>
                        <a:pt x="47844" y="28881"/>
                        <a:pt x="47471" y="29034"/>
                      </a:cubicBezTo>
                      <a:cubicBezTo>
                        <a:pt x="47097" y="29194"/>
                        <a:pt x="46612" y="29269"/>
                        <a:pt x="46014" y="29269"/>
                      </a:cubicBezTo>
                      <a:lnTo>
                        <a:pt x="12848" y="29269"/>
                      </a:lnTo>
                      <a:cubicBezTo>
                        <a:pt x="13259" y="34780"/>
                        <a:pt x="14715" y="38820"/>
                        <a:pt x="17292" y="41396"/>
                      </a:cubicBezTo>
                      <a:cubicBezTo>
                        <a:pt x="19870" y="43976"/>
                        <a:pt x="23306" y="45268"/>
                        <a:pt x="27563" y="45268"/>
                      </a:cubicBezTo>
                      <a:cubicBezTo>
                        <a:pt x="29655" y="45268"/>
                        <a:pt x="31448" y="45022"/>
                        <a:pt x="32979" y="44533"/>
                      </a:cubicBezTo>
                      <a:cubicBezTo>
                        <a:pt x="34473" y="44047"/>
                        <a:pt x="35818" y="43509"/>
                        <a:pt x="36938" y="42912"/>
                      </a:cubicBezTo>
                      <a:cubicBezTo>
                        <a:pt x="38059" y="42322"/>
                        <a:pt x="39067" y="41781"/>
                        <a:pt x="39926" y="41292"/>
                      </a:cubicBezTo>
                      <a:cubicBezTo>
                        <a:pt x="40785" y="40803"/>
                        <a:pt x="41607" y="40563"/>
                        <a:pt x="42391" y="40563"/>
                      </a:cubicBezTo>
                      <a:cubicBezTo>
                        <a:pt x="42914" y="40563"/>
                        <a:pt x="43363" y="40664"/>
                        <a:pt x="43773" y="40877"/>
                      </a:cubicBezTo>
                      <a:cubicBezTo>
                        <a:pt x="44147" y="41083"/>
                        <a:pt x="44483" y="41381"/>
                        <a:pt x="44744" y="41766"/>
                      </a:cubicBezTo>
                      <a:lnTo>
                        <a:pt x="48517" y="46470"/>
                      </a:lnTo>
                      <a:cubicBezTo>
                        <a:pt x="47097" y="48139"/>
                        <a:pt x="45491" y="49543"/>
                        <a:pt x="43699" y="50678"/>
                      </a:cubicBezTo>
                      <a:cubicBezTo>
                        <a:pt x="41943" y="51810"/>
                        <a:pt x="40076" y="52713"/>
                        <a:pt x="38134" y="53393"/>
                      </a:cubicBezTo>
                      <a:cubicBezTo>
                        <a:pt x="36191" y="54076"/>
                        <a:pt x="34249" y="54550"/>
                        <a:pt x="32232" y="54834"/>
                      </a:cubicBezTo>
                      <a:cubicBezTo>
                        <a:pt x="30215" y="55110"/>
                        <a:pt x="28273" y="55249"/>
                        <a:pt x="26406" y="55249"/>
                      </a:cubicBezTo>
                      <a:cubicBezTo>
                        <a:pt x="22671" y="55249"/>
                        <a:pt x="19197" y="54629"/>
                        <a:pt x="15985" y="53393"/>
                      </a:cubicBezTo>
                      <a:cubicBezTo>
                        <a:pt x="12773" y="52157"/>
                        <a:pt x="10009" y="50327"/>
                        <a:pt x="7619" y="47908"/>
                      </a:cubicBezTo>
                      <a:cubicBezTo>
                        <a:pt x="5266" y="45485"/>
                        <a:pt x="3398" y="42486"/>
                        <a:pt x="2017" y="38913"/>
                      </a:cubicBezTo>
                      <a:cubicBezTo>
                        <a:pt x="672" y="35340"/>
                        <a:pt x="0" y="31207"/>
                        <a:pt x="0" y="26498"/>
                      </a:cubicBezTo>
                      <a:cubicBezTo>
                        <a:pt x="0" y="22843"/>
                        <a:pt x="597" y="19401"/>
                        <a:pt x="1793" y="16178"/>
                      </a:cubicBezTo>
                      <a:cubicBezTo>
                        <a:pt x="2950" y="12952"/>
                        <a:pt x="4669" y="10145"/>
                        <a:pt x="6872" y="7762"/>
                      </a:cubicBezTo>
                      <a:cubicBezTo>
                        <a:pt x="9076" y="5376"/>
                        <a:pt x="11802" y="3480"/>
                        <a:pt x="14977" y="2087"/>
                      </a:cubicBezTo>
                      <a:cubicBezTo>
                        <a:pt x="18152" y="694"/>
                        <a:pt x="21775" y="0"/>
                        <a:pt x="25771" y="0"/>
                      </a:cubicBezTo>
                      <a:close/>
                      <a:moveTo>
                        <a:pt x="26032" y="9249"/>
                      </a:moveTo>
                      <a:cubicBezTo>
                        <a:pt x="22260" y="9249"/>
                        <a:pt x="19309" y="10313"/>
                        <a:pt x="17218" y="12441"/>
                      </a:cubicBezTo>
                      <a:cubicBezTo>
                        <a:pt x="15089" y="14565"/>
                        <a:pt x="13707" y="17578"/>
                        <a:pt x="13109" y="21480"/>
                      </a:cubicBezTo>
                      <a:lnTo>
                        <a:pt x="37386" y="21480"/>
                      </a:lnTo>
                      <a:cubicBezTo>
                        <a:pt x="37386" y="19808"/>
                        <a:pt x="37162" y="18232"/>
                        <a:pt x="36714" y="16753"/>
                      </a:cubicBezTo>
                      <a:cubicBezTo>
                        <a:pt x="36266" y="15271"/>
                        <a:pt x="35556" y="13975"/>
                        <a:pt x="34622" y="12859"/>
                      </a:cubicBezTo>
                      <a:cubicBezTo>
                        <a:pt x="33689" y="11743"/>
                        <a:pt x="32494" y="10862"/>
                        <a:pt x="31037" y="10219"/>
                      </a:cubicBezTo>
                      <a:cubicBezTo>
                        <a:pt x="29618" y="9573"/>
                        <a:pt x="27937" y="9249"/>
                        <a:pt x="26032" y="924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3" name="Google Shape;2473;p90"/>
                <p:cNvSpPr/>
                <p:nvPr/>
              </p:nvSpPr>
              <p:spPr>
                <a:xfrm>
                  <a:off x="6719338" y="3965178"/>
                  <a:ext cx="51093" cy="77255"/>
                </a:xfrm>
                <a:custGeom>
                  <a:rect b="b" l="l" r="r" t="t"/>
                  <a:pathLst>
                    <a:path extrusionOk="0" h="77255" w="51093">
                      <a:moveTo>
                        <a:pt x="46275" y="14584"/>
                      </a:moveTo>
                      <a:cubicBezTo>
                        <a:pt x="45902" y="15349"/>
                        <a:pt x="45454" y="15891"/>
                        <a:pt x="44931" y="16204"/>
                      </a:cubicBezTo>
                      <a:cubicBezTo>
                        <a:pt x="44445" y="16514"/>
                        <a:pt x="43848" y="16671"/>
                        <a:pt x="43138" y="16671"/>
                      </a:cubicBezTo>
                      <a:cubicBezTo>
                        <a:pt x="42429" y="16671"/>
                        <a:pt x="41644" y="16402"/>
                        <a:pt x="40785" y="15861"/>
                      </a:cubicBezTo>
                      <a:cubicBezTo>
                        <a:pt x="39926" y="15320"/>
                        <a:pt x="38880" y="14722"/>
                        <a:pt x="37685" y="14057"/>
                      </a:cubicBezTo>
                      <a:cubicBezTo>
                        <a:pt x="36527" y="13397"/>
                        <a:pt x="35145" y="12796"/>
                        <a:pt x="33540" y="12258"/>
                      </a:cubicBezTo>
                      <a:cubicBezTo>
                        <a:pt x="31971" y="11717"/>
                        <a:pt x="30066" y="11448"/>
                        <a:pt x="27937" y="11448"/>
                      </a:cubicBezTo>
                      <a:cubicBezTo>
                        <a:pt x="25958" y="11448"/>
                        <a:pt x="24277" y="11683"/>
                        <a:pt x="22820" y="12153"/>
                      </a:cubicBezTo>
                      <a:cubicBezTo>
                        <a:pt x="21364" y="12624"/>
                        <a:pt x="20168" y="13274"/>
                        <a:pt x="19160" y="14110"/>
                      </a:cubicBezTo>
                      <a:cubicBezTo>
                        <a:pt x="18189" y="14950"/>
                        <a:pt x="17442" y="15947"/>
                        <a:pt x="16956" y="17119"/>
                      </a:cubicBezTo>
                      <a:cubicBezTo>
                        <a:pt x="16471" y="18284"/>
                        <a:pt x="16209" y="19565"/>
                        <a:pt x="16209" y="20958"/>
                      </a:cubicBezTo>
                      <a:cubicBezTo>
                        <a:pt x="16209" y="22739"/>
                        <a:pt x="16695" y="24217"/>
                        <a:pt x="17704" y="25401"/>
                      </a:cubicBezTo>
                      <a:cubicBezTo>
                        <a:pt x="18675" y="26588"/>
                        <a:pt x="20019" y="27596"/>
                        <a:pt x="21662" y="28433"/>
                      </a:cubicBezTo>
                      <a:cubicBezTo>
                        <a:pt x="23269" y="29273"/>
                        <a:pt x="25136" y="30023"/>
                        <a:pt x="27227" y="30680"/>
                      </a:cubicBezTo>
                      <a:cubicBezTo>
                        <a:pt x="29319" y="31341"/>
                        <a:pt x="31485" y="32051"/>
                        <a:pt x="33652" y="32801"/>
                      </a:cubicBezTo>
                      <a:cubicBezTo>
                        <a:pt x="35818" y="33548"/>
                        <a:pt x="37947" y="34418"/>
                        <a:pt x="40038" y="35411"/>
                      </a:cubicBezTo>
                      <a:cubicBezTo>
                        <a:pt x="42130" y="36408"/>
                        <a:pt x="43997" y="37662"/>
                        <a:pt x="45641" y="39175"/>
                      </a:cubicBezTo>
                      <a:cubicBezTo>
                        <a:pt x="47284" y="40690"/>
                        <a:pt x="48592" y="42550"/>
                        <a:pt x="49600" y="44745"/>
                      </a:cubicBezTo>
                      <a:cubicBezTo>
                        <a:pt x="50571" y="46941"/>
                        <a:pt x="51094" y="49603"/>
                        <a:pt x="51094" y="52743"/>
                      </a:cubicBezTo>
                      <a:cubicBezTo>
                        <a:pt x="51094" y="56159"/>
                        <a:pt x="50496" y="59352"/>
                        <a:pt x="49338" y="62335"/>
                      </a:cubicBezTo>
                      <a:cubicBezTo>
                        <a:pt x="48180" y="65311"/>
                        <a:pt x="46462" y="67906"/>
                        <a:pt x="44222" y="70124"/>
                      </a:cubicBezTo>
                      <a:cubicBezTo>
                        <a:pt x="41981" y="72334"/>
                        <a:pt x="39217" y="74078"/>
                        <a:pt x="35967" y="75347"/>
                      </a:cubicBezTo>
                      <a:cubicBezTo>
                        <a:pt x="32718" y="76621"/>
                        <a:pt x="29020" y="77255"/>
                        <a:pt x="24837" y="77255"/>
                      </a:cubicBezTo>
                      <a:cubicBezTo>
                        <a:pt x="22447" y="77255"/>
                        <a:pt x="20057" y="77024"/>
                        <a:pt x="17741" y="76553"/>
                      </a:cubicBezTo>
                      <a:cubicBezTo>
                        <a:pt x="15388" y="76083"/>
                        <a:pt x="13147" y="75411"/>
                        <a:pt x="11018" y="74541"/>
                      </a:cubicBezTo>
                      <a:cubicBezTo>
                        <a:pt x="8852" y="73667"/>
                        <a:pt x="6872" y="72625"/>
                        <a:pt x="5005" y="71401"/>
                      </a:cubicBezTo>
                      <a:cubicBezTo>
                        <a:pt x="3137" y="70184"/>
                        <a:pt x="1456" y="68824"/>
                        <a:pt x="0" y="67324"/>
                      </a:cubicBezTo>
                      <a:lnTo>
                        <a:pt x="4071" y="60580"/>
                      </a:lnTo>
                      <a:cubicBezTo>
                        <a:pt x="4444" y="60095"/>
                        <a:pt x="4930" y="59684"/>
                        <a:pt x="5453" y="59352"/>
                      </a:cubicBezTo>
                      <a:cubicBezTo>
                        <a:pt x="6013" y="59023"/>
                        <a:pt x="6610" y="58855"/>
                        <a:pt x="7283" y="58855"/>
                      </a:cubicBezTo>
                      <a:cubicBezTo>
                        <a:pt x="8142" y="58855"/>
                        <a:pt x="9076" y="59214"/>
                        <a:pt x="10084" y="59927"/>
                      </a:cubicBezTo>
                      <a:cubicBezTo>
                        <a:pt x="11093" y="60644"/>
                        <a:pt x="12288" y="61439"/>
                        <a:pt x="13670" y="62305"/>
                      </a:cubicBezTo>
                      <a:cubicBezTo>
                        <a:pt x="15051" y="63183"/>
                        <a:pt x="16658" y="63971"/>
                        <a:pt x="18525" y="64684"/>
                      </a:cubicBezTo>
                      <a:cubicBezTo>
                        <a:pt x="20393" y="65397"/>
                        <a:pt x="22633" y="65755"/>
                        <a:pt x="25248" y="65755"/>
                      </a:cubicBezTo>
                      <a:cubicBezTo>
                        <a:pt x="29244" y="65755"/>
                        <a:pt x="32382" y="64807"/>
                        <a:pt x="34548" y="62906"/>
                      </a:cubicBezTo>
                      <a:cubicBezTo>
                        <a:pt x="36752" y="61010"/>
                        <a:pt x="37872" y="58280"/>
                        <a:pt x="37872" y="54729"/>
                      </a:cubicBezTo>
                      <a:cubicBezTo>
                        <a:pt x="37872" y="52743"/>
                        <a:pt x="37349" y="51119"/>
                        <a:pt x="36378" y="49864"/>
                      </a:cubicBezTo>
                      <a:cubicBezTo>
                        <a:pt x="35370" y="48610"/>
                        <a:pt x="34063" y="47561"/>
                        <a:pt x="32419" y="46702"/>
                      </a:cubicBezTo>
                      <a:cubicBezTo>
                        <a:pt x="30776" y="45851"/>
                        <a:pt x="28908" y="45126"/>
                        <a:pt x="26817" y="44533"/>
                      </a:cubicBezTo>
                      <a:cubicBezTo>
                        <a:pt x="24725" y="43943"/>
                        <a:pt x="22596" y="43297"/>
                        <a:pt x="20430" y="42602"/>
                      </a:cubicBezTo>
                      <a:cubicBezTo>
                        <a:pt x="18301" y="41900"/>
                        <a:pt x="16172" y="41068"/>
                        <a:pt x="14080" y="40093"/>
                      </a:cubicBezTo>
                      <a:cubicBezTo>
                        <a:pt x="11989" y="39115"/>
                        <a:pt x="10122" y="37842"/>
                        <a:pt x="8478" y="36273"/>
                      </a:cubicBezTo>
                      <a:cubicBezTo>
                        <a:pt x="6835" y="34709"/>
                        <a:pt x="5528" y="32749"/>
                        <a:pt x="4519" y="30393"/>
                      </a:cubicBezTo>
                      <a:cubicBezTo>
                        <a:pt x="3548" y="28040"/>
                        <a:pt x="3025" y="25143"/>
                        <a:pt x="3025" y="21689"/>
                      </a:cubicBezTo>
                      <a:cubicBezTo>
                        <a:pt x="3025" y="18938"/>
                        <a:pt x="3585" y="16253"/>
                        <a:pt x="4669" y="13643"/>
                      </a:cubicBezTo>
                      <a:cubicBezTo>
                        <a:pt x="5789" y="11026"/>
                        <a:pt x="7395" y="8711"/>
                        <a:pt x="9486" y="6691"/>
                      </a:cubicBezTo>
                      <a:cubicBezTo>
                        <a:pt x="11616" y="4667"/>
                        <a:pt x="14192" y="3047"/>
                        <a:pt x="17255" y="1830"/>
                      </a:cubicBezTo>
                      <a:cubicBezTo>
                        <a:pt x="20318" y="608"/>
                        <a:pt x="23829" y="0"/>
                        <a:pt x="27750" y="0"/>
                      </a:cubicBezTo>
                      <a:cubicBezTo>
                        <a:pt x="32233" y="0"/>
                        <a:pt x="36341" y="694"/>
                        <a:pt x="40113" y="2087"/>
                      </a:cubicBezTo>
                      <a:cubicBezTo>
                        <a:pt x="43885" y="3484"/>
                        <a:pt x="47060" y="5432"/>
                        <a:pt x="49712" y="7945"/>
                      </a:cubicBezTo>
                      <a:lnTo>
                        <a:pt x="46275" y="14584"/>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4" name="Google Shape;2474;p90"/>
                <p:cNvSpPr/>
                <p:nvPr/>
              </p:nvSpPr>
              <p:spPr>
                <a:xfrm>
                  <a:off x="6780478" y="3986975"/>
                  <a:ext cx="49338" cy="72136"/>
                </a:xfrm>
                <a:custGeom>
                  <a:rect b="b" l="l" r="r" t="t"/>
                  <a:pathLst>
                    <a:path extrusionOk="0" h="72136" w="49338">
                      <a:moveTo>
                        <a:pt x="0" y="72136"/>
                      </a:moveTo>
                      <a:lnTo>
                        <a:pt x="0" y="990"/>
                      </a:lnTo>
                      <a:lnTo>
                        <a:pt x="7881" y="990"/>
                      </a:lnTo>
                      <a:cubicBezTo>
                        <a:pt x="8702" y="990"/>
                        <a:pt x="9412" y="1184"/>
                        <a:pt x="10009" y="1564"/>
                      </a:cubicBezTo>
                      <a:cubicBezTo>
                        <a:pt x="10607" y="1949"/>
                        <a:pt x="10980" y="2543"/>
                        <a:pt x="11167" y="3345"/>
                      </a:cubicBezTo>
                      <a:lnTo>
                        <a:pt x="12213" y="8311"/>
                      </a:lnTo>
                      <a:cubicBezTo>
                        <a:pt x="14379" y="5836"/>
                        <a:pt x="16845" y="3835"/>
                        <a:pt x="19683" y="2296"/>
                      </a:cubicBezTo>
                      <a:cubicBezTo>
                        <a:pt x="22484" y="765"/>
                        <a:pt x="25771" y="0"/>
                        <a:pt x="29543" y="0"/>
                      </a:cubicBezTo>
                      <a:cubicBezTo>
                        <a:pt x="32456" y="0"/>
                        <a:pt x="35145" y="609"/>
                        <a:pt x="37536" y="1830"/>
                      </a:cubicBezTo>
                      <a:cubicBezTo>
                        <a:pt x="39964" y="3047"/>
                        <a:pt x="42055" y="4820"/>
                        <a:pt x="43811" y="7132"/>
                      </a:cubicBezTo>
                      <a:cubicBezTo>
                        <a:pt x="45603" y="9450"/>
                        <a:pt x="46948" y="12307"/>
                        <a:pt x="47919" y="15708"/>
                      </a:cubicBezTo>
                      <a:cubicBezTo>
                        <a:pt x="48853" y="19106"/>
                        <a:pt x="49338" y="23000"/>
                        <a:pt x="49338" y="27387"/>
                      </a:cubicBezTo>
                      <a:cubicBezTo>
                        <a:pt x="49338" y="31397"/>
                        <a:pt x="48815" y="35109"/>
                        <a:pt x="47732" y="38525"/>
                      </a:cubicBezTo>
                      <a:cubicBezTo>
                        <a:pt x="46649" y="41938"/>
                        <a:pt x="45118" y="44899"/>
                        <a:pt x="43101" y="47408"/>
                      </a:cubicBezTo>
                      <a:cubicBezTo>
                        <a:pt x="41084" y="49920"/>
                        <a:pt x="38656" y="51877"/>
                        <a:pt x="35818" y="53292"/>
                      </a:cubicBezTo>
                      <a:cubicBezTo>
                        <a:pt x="32979" y="54700"/>
                        <a:pt x="29805" y="55406"/>
                        <a:pt x="26294" y="55406"/>
                      </a:cubicBezTo>
                      <a:cubicBezTo>
                        <a:pt x="23269" y="55406"/>
                        <a:pt x="20691" y="54946"/>
                        <a:pt x="18563" y="54020"/>
                      </a:cubicBezTo>
                      <a:cubicBezTo>
                        <a:pt x="16471" y="53098"/>
                        <a:pt x="14566" y="51817"/>
                        <a:pt x="12885" y="50178"/>
                      </a:cubicBezTo>
                      <a:lnTo>
                        <a:pt x="12885" y="72136"/>
                      </a:lnTo>
                      <a:lnTo>
                        <a:pt x="0" y="72136"/>
                      </a:lnTo>
                      <a:close/>
                      <a:moveTo>
                        <a:pt x="25099" y="10193"/>
                      </a:moveTo>
                      <a:cubicBezTo>
                        <a:pt x="22410" y="10193"/>
                        <a:pt x="20094" y="10757"/>
                        <a:pt x="18189" y="11892"/>
                      </a:cubicBezTo>
                      <a:cubicBezTo>
                        <a:pt x="16322" y="13024"/>
                        <a:pt x="14529" y="14621"/>
                        <a:pt x="12885" y="16671"/>
                      </a:cubicBezTo>
                      <a:lnTo>
                        <a:pt x="12885" y="40720"/>
                      </a:lnTo>
                      <a:cubicBezTo>
                        <a:pt x="14379" y="42528"/>
                        <a:pt x="15948" y="43793"/>
                        <a:pt x="17666" y="44507"/>
                      </a:cubicBezTo>
                      <a:cubicBezTo>
                        <a:pt x="19421" y="45223"/>
                        <a:pt x="21252" y="45582"/>
                        <a:pt x="23269" y="45582"/>
                      </a:cubicBezTo>
                      <a:cubicBezTo>
                        <a:pt x="25211" y="45582"/>
                        <a:pt x="26966" y="45212"/>
                        <a:pt x="28572" y="44484"/>
                      </a:cubicBezTo>
                      <a:cubicBezTo>
                        <a:pt x="30141" y="43749"/>
                        <a:pt x="31485" y="42636"/>
                        <a:pt x="32569" y="41135"/>
                      </a:cubicBezTo>
                      <a:cubicBezTo>
                        <a:pt x="33689" y="39641"/>
                        <a:pt x="34548" y="37749"/>
                        <a:pt x="35108" y="35467"/>
                      </a:cubicBezTo>
                      <a:cubicBezTo>
                        <a:pt x="35706" y="33182"/>
                        <a:pt x="36005" y="30490"/>
                        <a:pt x="36005" y="27387"/>
                      </a:cubicBezTo>
                      <a:cubicBezTo>
                        <a:pt x="36005" y="24255"/>
                        <a:pt x="35743" y="21596"/>
                        <a:pt x="35258" y="19420"/>
                      </a:cubicBezTo>
                      <a:cubicBezTo>
                        <a:pt x="34735" y="17239"/>
                        <a:pt x="34025" y="15473"/>
                        <a:pt x="33091" y="14110"/>
                      </a:cubicBezTo>
                      <a:cubicBezTo>
                        <a:pt x="32158" y="12755"/>
                        <a:pt x="31000" y="11761"/>
                        <a:pt x="29655" y="11134"/>
                      </a:cubicBezTo>
                      <a:cubicBezTo>
                        <a:pt x="28311" y="10507"/>
                        <a:pt x="26779" y="10193"/>
                        <a:pt x="25099" y="1019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5" name="Google Shape;2475;p90"/>
                <p:cNvSpPr/>
                <p:nvPr/>
              </p:nvSpPr>
              <p:spPr>
                <a:xfrm>
                  <a:off x="6836951" y="3986975"/>
                  <a:ext cx="44669" cy="55457"/>
                </a:xfrm>
                <a:custGeom>
                  <a:rect b="b" l="l" r="r" t="t"/>
                  <a:pathLst>
                    <a:path extrusionOk="0" h="55457" w="44669">
                      <a:moveTo>
                        <a:pt x="44670" y="54621"/>
                      </a:moveTo>
                      <a:lnTo>
                        <a:pt x="38880" y="54621"/>
                      </a:lnTo>
                      <a:cubicBezTo>
                        <a:pt x="37685" y="54621"/>
                        <a:pt x="36714" y="54442"/>
                        <a:pt x="36005" y="54072"/>
                      </a:cubicBezTo>
                      <a:cubicBezTo>
                        <a:pt x="35295" y="53707"/>
                        <a:pt x="34772" y="52967"/>
                        <a:pt x="34436" y="51851"/>
                      </a:cubicBezTo>
                      <a:lnTo>
                        <a:pt x="33278" y="48035"/>
                      </a:lnTo>
                      <a:cubicBezTo>
                        <a:pt x="31933" y="49260"/>
                        <a:pt x="30589" y="50327"/>
                        <a:pt x="29282" y="51250"/>
                      </a:cubicBezTo>
                      <a:cubicBezTo>
                        <a:pt x="27975" y="52176"/>
                        <a:pt x="26630" y="52949"/>
                        <a:pt x="25248" y="53576"/>
                      </a:cubicBezTo>
                      <a:cubicBezTo>
                        <a:pt x="23829" y="54203"/>
                        <a:pt x="22372" y="54677"/>
                        <a:pt x="20803" y="54991"/>
                      </a:cubicBezTo>
                      <a:cubicBezTo>
                        <a:pt x="19235" y="55305"/>
                        <a:pt x="17479" y="55458"/>
                        <a:pt x="15574" y="55458"/>
                      </a:cubicBezTo>
                      <a:cubicBezTo>
                        <a:pt x="13296" y="55458"/>
                        <a:pt x="11205" y="55151"/>
                        <a:pt x="9300" y="54543"/>
                      </a:cubicBezTo>
                      <a:cubicBezTo>
                        <a:pt x="7358" y="53931"/>
                        <a:pt x="5714" y="53016"/>
                        <a:pt x="4332" y="51791"/>
                      </a:cubicBezTo>
                      <a:cubicBezTo>
                        <a:pt x="2988" y="50567"/>
                        <a:pt x="1905" y="49043"/>
                        <a:pt x="1120" y="47225"/>
                      </a:cubicBezTo>
                      <a:cubicBezTo>
                        <a:pt x="373" y="45410"/>
                        <a:pt x="0" y="43293"/>
                        <a:pt x="0" y="40881"/>
                      </a:cubicBezTo>
                      <a:cubicBezTo>
                        <a:pt x="0" y="38854"/>
                        <a:pt x="523" y="36849"/>
                        <a:pt x="1568" y="34870"/>
                      </a:cubicBezTo>
                      <a:cubicBezTo>
                        <a:pt x="2652" y="32898"/>
                        <a:pt x="4407" y="31117"/>
                        <a:pt x="6872" y="29527"/>
                      </a:cubicBezTo>
                      <a:cubicBezTo>
                        <a:pt x="9375" y="27936"/>
                        <a:pt x="12661" y="26614"/>
                        <a:pt x="16770" y="25565"/>
                      </a:cubicBezTo>
                      <a:cubicBezTo>
                        <a:pt x="20878" y="24516"/>
                        <a:pt x="25995" y="23990"/>
                        <a:pt x="32083" y="23990"/>
                      </a:cubicBezTo>
                      <a:lnTo>
                        <a:pt x="32083" y="20834"/>
                      </a:lnTo>
                      <a:cubicBezTo>
                        <a:pt x="32083" y="17216"/>
                        <a:pt x="31336" y="14536"/>
                        <a:pt x="29805" y="12796"/>
                      </a:cubicBezTo>
                      <a:cubicBezTo>
                        <a:pt x="28311" y="11060"/>
                        <a:pt x="26107" y="10193"/>
                        <a:pt x="23194" y="10193"/>
                      </a:cubicBezTo>
                      <a:cubicBezTo>
                        <a:pt x="21102" y="10193"/>
                        <a:pt x="19347" y="10432"/>
                        <a:pt x="17965" y="10921"/>
                      </a:cubicBezTo>
                      <a:cubicBezTo>
                        <a:pt x="16583" y="11411"/>
                        <a:pt x="15351" y="11959"/>
                        <a:pt x="14342" y="12572"/>
                      </a:cubicBezTo>
                      <a:cubicBezTo>
                        <a:pt x="13296" y="13180"/>
                        <a:pt x="12362" y="13729"/>
                        <a:pt x="11503" y="14218"/>
                      </a:cubicBezTo>
                      <a:cubicBezTo>
                        <a:pt x="10607" y="14704"/>
                        <a:pt x="9673" y="14946"/>
                        <a:pt x="8627" y="14946"/>
                      </a:cubicBezTo>
                      <a:cubicBezTo>
                        <a:pt x="7731" y="14946"/>
                        <a:pt x="6984" y="14722"/>
                        <a:pt x="6349" y="14271"/>
                      </a:cubicBezTo>
                      <a:cubicBezTo>
                        <a:pt x="5751" y="13819"/>
                        <a:pt x="5229" y="13255"/>
                        <a:pt x="4855" y="12598"/>
                      </a:cubicBezTo>
                      <a:lnTo>
                        <a:pt x="2502" y="8465"/>
                      </a:lnTo>
                      <a:cubicBezTo>
                        <a:pt x="8665" y="2819"/>
                        <a:pt x="16097" y="0"/>
                        <a:pt x="24837" y="0"/>
                      </a:cubicBezTo>
                      <a:cubicBezTo>
                        <a:pt x="27975" y="0"/>
                        <a:pt x="30738" y="512"/>
                        <a:pt x="33204" y="1542"/>
                      </a:cubicBezTo>
                      <a:cubicBezTo>
                        <a:pt x="35668" y="2569"/>
                        <a:pt x="37760" y="3995"/>
                        <a:pt x="39478" y="5825"/>
                      </a:cubicBezTo>
                      <a:cubicBezTo>
                        <a:pt x="41159" y="7654"/>
                        <a:pt x="42466" y="9842"/>
                        <a:pt x="43363" y="12389"/>
                      </a:cubicBezTo>
                      <a:cubicBezTo>
                        <a:pt x="44259" y="14935"/>
                        <a:pt x="44670" y="17721"/>
                        <a:pt x="44670" y="20752"/>
                      </a:cubicBezTo>
                      <a:lnTo>
                        <a:pt x="44670" y="54621"/>
                      </a:lnTo>
                      <a:close/>
                      <a:moveTo>
                        <a:pt x="19608" y="46575"/>
                      </a:moveTo>
                      <a:cubicBezTo>
                        <a:pt x="20916" y="46575"/>
                        <a:pt x="22148" y="46452"/>
                        <a:pt x="23269" y="46213"/>
                      </a:cubicBezTo>
                      <a:cubicBezTo>
                        <a:pt x="24352" y="45970"/>
                        <a:pt x="25435" y="45612"/>
                        <a:pt x="26406" y="45130"/>
                      </a:cubicBezTo>
                      <a:cubicBezTo>
                        <a:pt x="27414" y="44652"/>
                        <a:pt x="28348" y="44059"/>
                        <a:pt x="29282" y="43360"/>
                      </a:cubicBezTo>
                      <a:cubicBezTo>
                        <a:pt x="30215" y="42651"/>
                        <a:pt x="31149" y="41822"/>
                        <a:pt x="32083" y="40862"/>
                      </a:cubicBezTo>
                      <a:lnTo>
                        <a:pt x="32083" y="31887"/>
                      </a:lnTo>
                      <a:cubicBezTo>
                        <a:pt x="28311" y="31887"/>
                        <a:pt x="25173" y="32122"/>
                        <a:pt x="22633" y="32596"/>
                      </a:cubicBezTo>
                      <a:cubicBezTo>
                        <a:pt x="20131" y="33070"/>
                        <a:pt x="18077" y="33675"/>
                        <a:pt x="16546" y="34410"/>
                      </a:cubicBezTo>
                      <a:cubicBezTo>
                        <a:pt x="15015" y="35150"/>
                        <a:pt x="13931" y="36009"/>
                        <a:pt x="13296" y="36994"/>
                      </a:cubicBezTo>
                      <a:cubicBezTo>
                        <a:pt x="12661" y="37973"/>
                        <a:pt x="12325" y="39044"/>
                        <a:pt x="12325" y="40202"/>
                      </a:cubicBezTo>
                      <a:cubicBezTo>
                        <a:pt x="12325" y="42483"/>
                        <a:pt x="12998" y="44118"/>
                        <a:pt x="14342" y="45100"/>
                      </a:cubicBezTo>
                      <a:cubicBezTo>
                        <a:pt x="15687" y="46078"/>
                        <a:pt x="17442"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6" name="Google Shape;2476;p90"/>
                <p:cNvSpPr/>
                <p:nvPr/>
              </p:nvSpPr>
              <p:spPr>
                <a:xfrm>
                  <a:off x="6894357" y="3986975"/>
                  <a:ext cx="34174" cy="54621"/>
                </a:xfrm>
                <a:custGeom>
                  <a:rect b="b" l="l" r="r" t="t"/>
                  <a:pathLst>
                    <a:path extrusionOk="0" h="54621" w="34174">
                      <a:moveTo>
                        <a:pt x="0" y="54621"/>
                      </a:moveTo>
                      <a:lnTo>
                        <a:pt x="0" y="990"/>
                      </a:lnTo>
                      <a:lnTo>
                        <a:pt x="7582" y="990"/>
                      </a:lnTo>
                      <a:cubicBezTo>
                        <a:pt x="8889" y="990"/>
                        <a:pt x="9823" y="1236"/>
                        <a:pt x="10346" y="1721"/>
                      </a:cubicBezTo>
                      <a:cubicBezTo>
                        <a:pt x="10868" y="2211"/>
                        <a:pt x="11205" y="3047"/>
                        <a:pt x="11391" y="4230"/>
                      </a:cubicBezTo>
                      <a:lnTo>
                        <a:pt x="12176" y="10716"/>
                      </a:lnTo>
                      <a:cubicBezTo>
                        <a:pt x="14081" y="7404"/>
                        <a:pt x="16359" y="4790"/>
                        <a:pt x="18936" y="2871"/>
                      </a:cubicBezTo>
                      <a:cubicBezTo>
                        <a:pt x="21513" y="956"/>
                        <a:pt x="24389" y="0"/>
                        <a:pt x="27601" y="0"/>
                      </a:cubicBezTo>
                      <a:cubicBezTo>
                        <a:pt x="30253" y="0"/>
                        <a:pt x="32456" y="609"/>
                        <a:pt x="34175" y="1830"/>
                      </a:cubicBezTo>
                      <a:lnTo>
                        <a:pt x="32531" y="11500"/>
                      </a:lnTo>
                      <a:cubicBezTo>
                        <a:pt x="32419" y="12127"/>
                        <a:pt x="32195" y="12572"/>
                        <a:pt x="31822" y="12833"/>
                      </a:cubicBezTo>
                      <a:cubicBezTo>
                        <a:pt x="31485" y="13091"/>
                        <a:pt x="31000" y="13225"/>
                        <a:pt x="30440" y="13225"/>
                      </a:cubicBezTo>
                      <a:cubicBezTo>
                        <a:pt x="29917" y="13225"/>
                        <a:pt x="29170" y="13102"/>
                        <a:pt x="28273" y="12856"/>
                      </a:cubicBezTo>
                      <a:cubicBezTo>
                        <a:pt x="27377" y="12613"/>
                        <a:pt x="26182" y="12490"/>
                        <a:pt x="24688" y="12490"/>
                      </a:cubicBezTo>
                      <a:cubicBezTo>
                        <a:pt x="21999" y="12490"/>
                        <a:pt x="19683" y="13232"/>
                        <a:pt x="17778" y="14715"/>
                      </a:cubicBezTo>
                      <a:cubicBezTo>
                        <a:pt x="15836" y="16193"/>
                        <a:pt x="14230" y="18363"/>
                        <a:pt x="12923" y="21219"/>
                      </a:cubicBezTo>
                      <a:lnTo>
                        <a:pt x="12923" y="54621"/>
                      </a:lnTo>
                      <a:lnTo>
                        <a:pt x="0" y="54621"/>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7" name="Google Shape;2477;p90"/>
                <p:cNvSpPr/>
                <p:nvPr/>
              </p:nvSpPr>
              <p:spPr>
                <a:xfrm>
                  <a:off x="6937234" y="3963923"/>
                  <a:ext cx="49525" cy="77673"/>
                </a:xfrm>
                <a:custGeom>
                  <a:rect b="b" l="l" r="r" t="t"/>
                  <a:pathLst>
                    <a:path extrusionOk="0" h="77673" w="49525">
                      <a:moveTo>
                        <a:pt x="12885" y="0"/>
                      </a:moveTo>
                      <a:lnTo>
                        <a:pt x="12885" y="44484"/>
                      </a:lnTo>
                      <a:lnTo>
                        <a:pt x="15313" y="44484"/>
                      </a:lnTo>
                      <a:cubicBezTo>
                        <a:pt x="16172" y="44484"/>
                        <a:pt x="16845" y="44361"/>
                        <a:pt x="17368" y="44118"/>
                      </a:cubicBezTo>
                      <a:cubicBezTo>
                        <a:pt x="17853" y="43872"/>
                        <a:pt x="18376" y="43420"/>
                        <a:pt x="18936" y="42755"/>
                      </a:cubicBezTo>
                      <a:lnTo>
                        <a:pt x="32270" y="26289"/>
                      </a:lnTo>
                      <a:cubicBezTo>
                        <a:pt x="32830" y="25595"/>
                        <a:pt x="33465" y="25046"/>
                        <a:pt x="34137" y="24643"/>
                      </a:cubicBezTo>
                      <a:cubicBezTo>
                        <a:pt x="34809" y="24247"/>
                        <a:pt x="35668" y="24042"/>
                        <a:pt x="36752" y="24042"/>
                      </a:cubicBezTo>
                      <a:lnTo>
                        <a:pt x="48554" y="24042"/>
                      </a:lnTo>
                      <a:lnTo>
                        <a:pt x="31896" y="43957"/>
                      </a:lnTo>
                      <a:cubicBezTo>
                        <a:pt x="31299" y="44689"/>
                        <a:pt x="30701" y="45361"/>
                        <a:pt x="30066" y="45970"/>
                      </a:cubicBezTo>
                      <a:cubicBezTo>
                        <a:pt x="29431" y="46582"/>
                        <a:pt x="28759" y="47116"/>
                        <a:pt x="28012" y="47568"/>
                      </a:cubicBezTo>
                      <a:cubicBezTo>
                        <a:pt x="28759" y="48091"/>
                        <a:pt x="29394" y="48699"/>
                        <a:pt x="29954" y="49394"/>
                      </a:cubicBezTo>
                      <a:cubicBezTo>
                        <a:pt x="30515" y="50092"/>
                        <a:pt x="31074" y="50843"/>
                        <a:pt x="31635" y="51645"/>
                      </a:cubicBezTo>
                      <a:lnTo>
                        <a:pt x="49525" y="77673"/>
                      </a:lnTo>
                      <a:lnTo>
                        <a:pt x="37835" y="77673"/>
                      </a:lnTo>
                      <a:cubicBezTo>
                        <a:pt x="36826" y="77673"/>
                        <a:pt x="35967" y="77506"/>
                        <a:pt x="35295" y="77155"/>
                      </a:cubicBezTo>
                      <a:cubicBezTo>
                        <a:pt x="34586" y="76803"/>
                        <a:pt x="33950" y="76214"/>
                        <a:pt x="33390" y="75373"/>
                      </a:cubicBezTo>
                      <a:lnTo>
                        <a:pt x="19758" y="55043"/>
                      </a:lnTo>
                      <a:cubicBezTo>
                        <a:pt x="19235" y="54240"/>
                        <a:pt x="18712" y="53714"/>
                        <a:pt x="18189" y="53475"/>
                      </a:cubicBezTo>
                      <a:cubicBezTo>
                        <a:pt x="17666" y="53229"/>
                        <a:pt x="16882" y="53105"/>
                        <a:pt x="15836" y="53105"/>
                      </a:cubicBezTo>
                      <a:lnTo>
                        <a:pt x="12885" y="53105"/>
                      </a:lnTo>
                      <a:lnTo>
                        <a:pt x="12885" y="77673"/>
                      </a:lnTo>
                      <a:lnTo>
                        <a:pt x="0" y="77673"/>
                      </a:lnTo>
                      <a:lnTo>
                        <a:pt x="0" y="0"/>
                      </a:lnTo>
                      <a:lnTo>
                        <a:pt x="12885"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78" name="Google Shape;2478;p90"/>
                <p:cNvSpPr/>
                <p:nvPr/>
              </p:nvSpPr>
              <p:spPr>
                <a:xfrm>
                  <a:off x="6990830" y="3966010"/>
                  <a:ext cx="67602" cy="31524"/>
                </a:xfrm>
                <a:custGeom>
                  <a:rect b="b" l="l" r="r" t="t"/>
                  <a:pathLst>
                    <a:path extrusionOk="0" h="31524" w="67602">
                      <a:moveTo>
                        <a:pt x="26032" y="0"/>
                      </a:moveTo>
                      <a:lnTo>
                        <a:pt x="26032" y="7318"/>
                      </a:lnTo>
                      <a:lnTo>
                        <a:pt x="17442" y="7318"/>
                      </a:lnTo>
                      <a:lnTo>
                        <a:pt x="17442" y="31524"/>
                      </a:lnTo>
                      <a:lnTo>
                        <a:pt x="8516" y="31524"/>
                      </a:lnTo>
                      <a:lnTo>
                        <a:pt x="8516" y="7318"/>
                      </a:lnTo>
                      <a:lnTo>
                        <a:pt x="0" y="7318"/>
                      </a:lnTo>
                      <a:lnTo>
                        <a:pt x="0" y="0"/>
                      </a:lnTo>
                      <a:lnTo>
                        <a:pt x="26032" y="0"/>
                      </a:lnTo>
                      <a:close/>
                      <a:moveTo>
                        <a:pt x="47210" y="14692"/>
                      </a:moveTo>
                      <a:cubicBezTo>
                        <a:pt x="47471" y="15320"/>
                        <a:pt x="47733" y="15940"/>
                        <a:pt x="47956" y="16544"/>
                      </a:cubicBezTo>
                      <a:cubicBezTo>
                        <a:pt x="48181" y="17157"/>
                        <a:pt x="48405" y="17776"/>
                        <a:pt x="48554" y="18404"/>
                      </a:cubicBezTo>
                      <a:cubicBezTo>
                        <a:pt x="48778" y="17776"/>
                        <a:pt x="49002" y="17149"/>
                        <a:pt x="49264" y="16522"/>
                      </a:cubicBezTo>
                      <a:cubicBezTo>
                        <a:pt x="49488" y="15895"/>
                        <a:pt x="49787" y="15282"/>
                        <a:pt x="50086" y="14692"/>
                      </a:cubicBezTo>
                      <a:lnTo>
                        <a:pt x="57033" y="1363"/>
                      </a:lnTo>
                      <a:cubicBezTo>
                        <a:pt x="57369" y="698"/>
                        <a:pt x="57779" y="306"/>
                        <a:pt x="58190" y="187"/>
                      </a:cubicBezTo>
                      <a:cubicBezTo>
                        <a:pt x="58601" y="64"/>
                        <a:pt x="59199" y="0"/>
                        <a:pt x="59909" y="0"/>
                      </a:cubicBezTo>
                      <a:lnTo>
                        <a:pt x="67602" y="0"/>
                      </a:lnTo>
                      <a:lnTo>
                        <a:pt x="67602" y="31524"/>
                      </a:lnTo>
                      <a:lnTo>
                        <a:pt x="59759" y="31524"/>
                      </a:lnTo>
                      <a:lnTo>
                        <a:pt x="59759" y="15734"/>
                      </a:lnTo>
                      <a:lnTo>
                        <a:pt x="60319" y="10559"/>
                      </a:lnTo>
                      <a:lnTo>
                        <a:pt x="52326" y="26346"/>
                      </a:lnTo>
                      <a:cubicBezTo>
                        <a:pt x="51654" y="27637"/>
                        <a:pt x="50646" y="28283"/>
                        <a:pt x="49301" y="28283"/>
                      </a:cubicBezTo>
                      <a:lnTo>
                        <a:pt x="48031" y="28283"/>
                      </a:lnTo>
                      <a:cubicBezTo>
                        <a:pt x="46612" y="28283"/>
                        <a:pt x="45603" y="27637"/>
                        <a:pt x="44969" y="26346"/>
                      </a:cubicBezTo>
                      <a:lnTo>
                        <a:pt x="37051" y="10820"/>
                      </a:lnTo>
                      <a:lnTo>
                        <a:pt x="37648" y="15734"/>
                      </a:lnTo>
                      <a:lnTo>
                        <a:pt x="37648" y="31524"/>
                      </a:lnTo>
                      <a:lnTo>
                        <a:pt x="29805" y="31524"/>
                      </a:lnTo>
                      <a:lnTo>
                        <a:pt x="29805" y="0"/>
                      </a:lnTo>
                      <a:lnTo>
                        <a:pt x="37499" y="0"/>
                      </a:lnTo>
                      <a:cubicBezTo>
                        <a:pt x="38246" y="0"/>
                        <a:pt x="38843" y="56"/>
                        <a:pt x="39217" y="157"/>
                      </a:cubicBezTo>
                      <a:cubicBezTo>
                        <a:pt x="39628" y="265"/>
                        <a:pt x="40001" y="665"/>
                        <a:pt x="40375" y="1363"/>
                      </a:cubicBezTo>
                      <a:lnTo>
                        <a:pt x="47210" y="1469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479" name="Google Shape;2479;p90"/>
              <p:cNvSpPr/>
              <p:nvPr/>
            </p:nvSpPr>
            <p:spPr>
              <a:xfrm>
                <a:off x="6570537" y="3660509"/>
                <a:ext cx="266575" cy="231187"/>
              </a:xfrm>
              <a:custGeom>
                <a:rect b="b" l="l" r="r" t="t"/>
                <a:pathLst>
                  <a:path extrusionOk="0" h="231187" w="266575">
                    <a:moveTo>
                      <a:pt x="263126" y="190251"/>
                    </a:moveTo>
                    <a:lnTo>
                      <a:pt x="166952" y="14402"/>
                    </a:lnTo>
                    <a:cubicBezTo>
                      <a:pt x="156606" y="-4559"/>
                      <a:pt x="129528" y="-4846"/>
                      <a:pt x="118696" y="13827"/>
                    </a:cubicBezTo>
                    <a:lnTo>
                      <a:pt x="104130" y="39011"/>
                    </a:lnTo>
                    <a:lnTo>
                      <a:pt x="75222" y="50309"/>
                    </a:lnTo>
                    <a:cubicBezTo>
                      <a:pt x="73429" y="50978"/>
                      <a:pt x="72533" y="52990"/>
                      <a:pt x="73242" y="54808"/>
                    </a:cubicBezTo>
                    <a:lnTo>
                      <a:pt x="75147" y="59692"/>
                    </a:lnTo>
                    <a:cubicBezTo>
                      <a:pt x="75819" y="61466"/>
                      <a:pt x="77836" y="62373"/>
                      <a:pt x="79666" y="61656"/>
                    </a:cubicBezTo>
                    <a:lnTo>
                      <a:pt x="94457" y="55910"/>
                    </a:lnTo>
                    <a:lnTo>
                      <a:pt x="69619" y="98953"/>
                    </a:lnTo>
                    <a:lnTo>
                      <a:pt x="59386" y="98953"/>
                    </a:lnTo>
                    <a:lnTo>
                      <a:pt x="59386" y="91915"/>
                    </a:lnTo>
                    <a:cubicBezTo>
                      <a:pt x="67341" y="89327"/>
                      <a:pt x="73093" y="81860"/>
                      <a:pt x="73093" y="73100"/>
                    </a:cubicBezTo>
                    <a:cubicBezTo>
                      <a:pt x="73093" y="62183"/>
                      <a:pt x="64241" y="53326"/>
                      <a:pt x="53335" y="53326"/>
                    </a:cubicBezTo>
                    <a:cubicBezTo>
                      <a:pt x="45118" y="53326"/>
                      <a:pt x="38134" y="58258"/>
                      <a:pt x="35108" y="65341"/>
                    </a:cubicBezTo>
                    <a:lnTo>
                      <a:pt x="16396" y="72286"/>
                    </a:lnTo>
                    <a:cubicBezTo>
                      <a:pt x="14641" y="72955"/>
                      <a:pt x="13670" y="74918"/>
                      <a:pt x="14342" y="76737"/>
                    </a:cubicBezTo>
                    <a:lnTo>
                      <a:pt x="16173" y="81669"/>
                    </a:lnTo>
                    <a:cubicBezTo>
                      <a:pt x="16807" y="83439"/>
                      <a:pt x="18787" y="84399"/>
                      <a:pt x="20617" y="83726"/>
                    </a:cubicBezTo>
                    <a:lnTo>
                      <a:pt x="34324" y="78652"/>
                    </a:lnTo>
                    <a:cubicBezTo>
                      <a:pt x="36117" y="84973"/>
                      <a:pt x="41010" y="89951"/>
                      <a:pt x="47247" y="91963"/>
                    </a:cubicBezTo>
                    <a:lnTo>
                      <a:pt x="47247" y="99001"/>
                    </a:lnTo>
                    <a:lnTo>
                      <a:pt x="15239" y="99001"/>
                    </a:lnTo>
                    <a:cubicBezTo>
                      <a:pt x="6835" y="99001"/>
                      <a:pt x="0" y="105797"/>
                      <a:pt x="0" y="114224"/>
                    </a:cubicBezTo>
                    <a:lnTo>
                      <a:pt x="0" y="175125"/>
                    </a:lnTo>
                    <a:cubicBezTo>
                      <a:pt x="0" y="183549"/>
                      <a:pt x="6835" y="190348"/>
                      <a:pt x="15239" y="190348"/>
                    </a:cubicBezTo>
                    <a:lnTo>
                      <a:pt x="16882" y="190348"/>
                    </a:lnTo>
                    <a:cubicBezTo>
                      <a:pt x="6947" y="208684"/>
                      <a:pt x="20169" y="231188"/>
                      <a:pt x="41234" y="231188"/>
                    </a:cubicBezTo>
                    <a:lnTo>
                      <a:pt x="238849" y="231188"/>
                    </a:lnTo>
                    <a:cubicBezTo>
                      <a:pt x="259877" y="231188"/>
                      <a:pt x="273248" y="208684"/>
                      <a:pt x="263126" y="190251"/>
                    </a:cubicBezTo>
                    <a:close/>
                    <a:moveTo>
                      <a:pt x="136662" y="24169"/>
                    </a:moveTo>
                    <a:lnTo>
                      <a:pt x="136662" y="24218"/>
                    </a:lnTo>
                    <a:cubicBezTo>
                      <a:pt x="139351" y="19524"/>
                      <a:pt x="146148" y="19621"/>
                      <a:pt x="148725" y="24359"/>
                    </a:cubicBezTo>
                    <a:lnTo>
                      <a:pt x="174907" y="72238"/>
                    </a:lnTo>
                    <a:lnTo>
                      <a:pt x="170799" y="75635"/>
                    </a:lnTo>
                    <a:cubicBezTo>
                      <a:pt x="169268" y="76879"/>
                      <a:pt x="167027" y="76595"/>
                      <a:pt x="165831" y="75012"/>
                    </a:cubicBezTo>
                    <a:lnTo>
                      <a:pt x="159258" y="66252"/>
                    </a:lnTo>
                    <a:cubicBezTo>
                      <a:pt x="152684" y="57441"/>
                      <a:pt x="140994" y="54140"/>
                      <a:pt x="130798" y="58210"/>
                    </a:cubicBezTo>
                    <a:lnTo>
                      <a:pt x="112833" y="65390"/>
                    </a:lnTo>
                    <a:lnTo>
                      <a:pt x="136662" y="24169"/>
                    </a:lnTo>
                    <a:close/>
                    <a:moveTo>
                      <a:pt x="45604" y="73052"/>
                    </a:moveTo>
                    <a:cubicBezTo>
                      <a:pt x="45604" y="68836"/>
                      <a:pt x="49002" y="65438"/>
                      <a:pt x="53223" y="65438"/>
                    </a:cubicBezTo>
                    <a:cubicBezTo>
                      <a:pt x="57443" y="65438"/>
                      <a:pt x="60842" y="68836"/>
                      <a:pt x="60842" y="73052"/>
                    </a:cubicBezTo>
                    <a:cubicBezTo>
                      <a:pt x="60842" y="77263"/>
                      <a:pt x="57443" y="80665"/>
                      <a:pt x="53223" y="80665"/>
                    </a:cubicBezTo>
                    <a:cubicBezTo>
                      <a:pt x="49002" y="80665"/>
                      <a:pt x="45604" y="77263"/>
                      <a:pt x="45604" y="73052"/>
                    </a:cubicBezTo>
                    <a:close/>
                    <a:moveTo>
                      <a:pt x="51169" y="136212"/>
                    </a:moveTo>
                    <a:lnTo>
                      <a:pt x="59162" y="111379"/>
                    </a:lnTo>
                    <a:lnTo>
                      <a:pt x="67191" y="136212"/>
                    </a:lnTo>
                    <a:lnTo>
                      <a:pt x="93299" y="136156"/>
                    </a:lnTo>
                    <a:lnTo>
                      <a:pt x="72122" y="151446"/>
                    </a:lnTo>
                    <a:lnTo>
                      <a:pt x="80264" y="176245"/>
                    </a:lnTo>
                    <a:lnTo>
                      <a:pt x="59162" y="160862"/>
                    </a:lnTo>
                    <a:lnTo>
                      <a:pt x="38097" y="176245"/>
                    </a:lnTo>
                    <a:lnTo>
                      <a:pt x="46201" y="151446"/>
                    </a:lnTo>
                    <a:lnTo>
                      <a:pt x="25062" y="136156"/>
                    </a:lnTo>
                    <a:lnTo>
                      <a:pt x="51169" y="136212"/>
                    </a:lnTo>
                    <a:close/>
                    <a:moveTo>
                      <a:pt x="238775" y="210361"/>
                    </a:moveTo>
                    <a:lnTo>
                      <a:pt x="41159" y="210361"/>
                    </a:lnTo>
                    <a:cubicBezTo>
                      <a:pt x="35856" y="210361"/>
                      <a:pt x="32494" y="204570"/>
                      <a:pt x="35183" y="199970"/>
                    </a:cubicBezTo>
                    <a:lnTo>
                      <a:pt x="40786" y="190299"/>
                    </a:lnTo>
                    <a:lnTo>
                      <a:pt x="106483" y="190299"/>
                    </a:lnTo>
                    <a:cubicBezTo>
                      <a:pt x="114924" y="190299"/>
                      <a:pt x="121722" y="183500"/>
                      <a:pt x="121722" y="175077"/>
                    </a:cubicBezTo>
                    <a:lnTo>
                      <a:pt x="121722" y="114175"/>
                    </a:lnTo>
                    <a:cubicBezTo>
                      <a:pt x="121722" y="105752"/>
                      <a:pt x="114924" y="98953"/>
                      <a:pt x="106483" y="98953"/>
                    </a:cubicBezTo>
                    <a:lnTo>
                      <a:pt x="93448" y="98953"/>
                    </a:lnTo>
                    <a:lnTo>
                      <a:pt x="96025" y="94498"/>
                    </a:lnTo>
                    <a:lnTo>
                      <a:pt x="138529" y="77502"/>
                    </a:lnTo>
                    <a:cubicBezTo>
                      <a:pt x="139985" y="76927"/>
                      <a:pt x="141629" y="77409"/>
                      <a:pt x="142600" y="78652"/>
                    </a:cubicBezTo>
                    <a:lnTo>
                      <a:pt x="149136" y="87412"/>
                    </a:lnTo>
                    <a:cubicBezTo>
                      <a:pt x="157390" y="98520"/>
                      <a:pt x="173226" y="100435"/>
                      <a:pt x="183908" y="91724"/>
                    </a:cubicBezTo>
                    <a:lnTo>
                      <a:pt x="185066" y="90813"/>
                    </a:lnTo>
                    <a:lnTo>
                      <a:pt x="244825" y="200115"/>
                    </a:lnTo>
                    <a:cubicBezTo>
                      <a:pt x="247328" y="204712"/>
                      <a:pt x="244041" y="210361"/>
                      <a:pt x="238775" y="210361"/>
                    </a:cubicBezTo>
                    <a:close/>
                  </a:path>
                </a:pathLst>
              </a:custGeom>
              <a:solidFill>
                <a:srgbClr val="34B5E5"/>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80" name="Google Shape;2480;p90"/>
            <p:cNvGrpSpPr/>
            <p:nvPr/>
          </p:nvGrpSpPr>
          <p:grpSpPr>
            <a:xfrm>
              <a:off x="4772717" y="4416816"/>
              <a:ext cx="682176" cy="97203"/>
              <a:chOff x="6258372" y="5685888"/>
              <a:chExt cx="909568" cy="129604"/>
            </a:xfrm>
          </p:grpSpPr>
          <p:sp>
            <p:nvSpPr>
              <p:cNvPr id="2481" name="Google Shape;2481;p90"/>
              <p:cNvSpPr/>
              <p:nvPr/>
            </p:nvSpPr>
            <p:spPr>
              <a:xfrm>
                <a:off x="6890248" y="5711800"/>
                <a:ext cx="73839" cy="77774"/>
              </a:xfrm>
              <a:custGeom>
                <a:rect b="b" l="l" r="r" t="t"/>
                <a:pathLst>
                  <a:path extrusionOk="0" h="77774" w="73839">
                    <a:moveTo>
                      <a:pt x="44558" y="0"/>
                    </a:moveTo>
                    <a:lnTo>
                      <a:pt x="73839" y="77774"/>
                    </a:lnTo>
                    <a:lnTo>
                      <a:pt x="58937" y="77774"/>
                    </a:lnTo>
                    <a:lnTo>
                      <a:pt x="52065" y="58470"/>
                    </a:lnTo>
                    <a:lnTo>
                      <a:pt x="21401" y="58470"/>
                    </a:lnTo>
                    <a:lnTo>
                      <a:pt x="14790" y="77774"/>
                    </a:lnTo>
                    <a:lnTo>
                      <a:pt x="0" y="77774"/>
                    </a:lnTo>
                    <a:lnTo>
                      <a:pt x="29282" y="0"/>
                    </a:lnTo>
                    <a:lnTo>
                      <a:pt x="44558" y="0"/>
                    </a:lnTo>
                    <a:close/>
                    <a:moveTo>
                      <a:pt x="36490" y="14412"/>
                    </a:moveTo>
                    <a:lnTo>
                      <a:pt x="24986" y="47195"/>
                    </a:lnTo>
                    <a:lnTo>
                      <a:pt x="48330" y="47195"/>
                    </a:lnTo>
                    <a:lnTo>
                      <a:pt x="36864" y="14412"/>
                    </a:lnTo>
                    <a:lnTo>
                      <a:pt x="36490" y="1441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2" name="Google Shape;2482;p90"/>
              <p:cNvSpPr/>
              <p:nvPr/>
            </p:nvSpPr>
            <p:spPr>
              <a:xfrm>
                <a:off x="6968682" y="5733829"/>
                <a:ext cx="46798" cy="55745"/>
              </a:xfrm>
              <a:custGeom>
                <a:rect b="b" l="l" r="r" t="t"/>
                <a:pathLst>
                  <a:path extrusionOk="0" h="55745" w="46798">
                    <a:moveTo>
                      <a:pt x="2091" y="0"/>
                    </a:moveTo>
                    <a:lnTo>
                      <a:pt x="46575" y="0"/>
                    </a:lnTo>
                    <a:lnTo>
                      <a:pt x="46575" y="5265"/>
                    </a:lnTo>
                    <a:lnTo>
                      <a:pt x="17367" y="45328"/>
                    </a:lnTo>
                    <a:lnTo>
                      <a:pt x="46798" y="45328"/>
                    </a:lnTo>
                    <a:lnTo>
                      <a:pt x="46798" y="55745"/>
                    </a:lnTo>
                    <a:lnTo>
                      <a:pt x="0" y="55745"/>
                    </a:lnTo>
                    <a:lnTo>
                      <a:pt x="0" y="49510"/>
                    </a:lnTo>
                    <a:lnTo>
                      <a:pt x="28796" y="10380"/>
                    </a:lnTo>
                    <a:lnTo>
                      <a:pt x="2091" y="10380"/>
                    </a:lnTo>
                    <a:lnTo>
                      <a:pt x="2091" y="0"/>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3" name="Google Shape;2483;p90"/>
              <p:cNvSpPr/>
              <p:nvPr/>
            </p:nvSpPr>
            <p:spPr>
              <a:xfrm>
                <a:off x="7023137" y="5733829"/>
                <a:ext cx="50085" cy="56491"/>
              </a:xfrm>
              <a:custGeom>
                <a:rect b="b" l="l" r="r" t="t"/>
                <a:pathLst>
                  <a:path extrusionOk="0" h="56491" w="50085">
                    <a:moveTo>
                      <a:pt x="50086" y="0"/>
                    </a:moveTo>
                    <a:lnTo>
                      <a:pt x="50086" y="55745"/>
                    </a:lnTo>
                    <a:lnTo>
                      <a:pt x="36826" y="55745"/>
                    </a:lnTo>
                    <a:lnTo>
                      <a:pt x="36826" y="48427"/>
                    </a:lnTo>
                    <a:lnTo>
                      <a:pt x="36602" y="48427"/>
                    </a:lnTo>
                    <a:cubicBezTo>
                      <a:pt x="34884" y="50966"/>
                      <a:pt x="32569" y="52945"/>
                      <a:pt x="29655" y="54401"/>
                    </a:cubicBezTo>
                    <a:cubicBezTo>
                      <a:pt x="26742" y="55820"/>
                      <a:pt x="23493" y="56492"/>
                      <a:pt x="19870" y="56492"/>
                    </a:cubicBezTo>
                    <a:cubicBezTo>
                      <a:pt x="13371" y="56492"/>
                      <a:pt x="8441" y="54700"/>
                      <a:pt x="5079" y="51003"/>
                    </a:cubicBezTo>
                    <a:cubicBezTo>
                      <a:pt x="1718" y="47344"/>
                      <a:pt x="0" y="41632"/>
                      <a:pt x="0" y="33903"/>
                    </a:cubicBezTo>
                    <a:lnTo>
                      <a:pt x="0" y="0"/>
                    </a:lnTo>
                    <a:lnTo>
                      <a:pt x="13259" y="0"/>
                    </a:lnTo>
                    <a:lnTo>
                      <a:pt x="13259" y="32297"/>
                    </a:lnTo>
                    <a:cubicBezTo>
                      <a:pt x="13259" y="37002"/>
                      <a:pt x="14192" y="40549"/>
                      <a:pt x="16060" y="42938"/>
                    </a:cubicBezTo>
                    <a:cubicBezTo>
                      <a:pt x="17927" y="45328"/>
                      <a:pt x="20729" y="46448"/>
                      <a:pt x="24538" y="46448"/>
                    </a:cubicBezTo>
                    <a:cubicBezTo>
                      <a:pt x="28273" y="46448"/>
                      <a:pt x="31224" y="45142"/>
                      <a:pt x="33502" y="42528"/>
                    </a:cubicBezTo>
                    <a:cubicBezTo>
                      <a:pt x="35706" y="39877"/>
                      <a:pt x="36864" y="36442"/>
                      <a:pt x="36864" y="32260"/>
                    </a:cubicBezTo>
                    <a:lnTo>
                      <a:pt x="36864" y="0"/>
                    </a:lnTo>
                    <a:lnTo>
                      <a:pt x="50086" y="0"/>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4" name="Google Shape;2484;p90"/>
              <p:cNvSpPr/>
              <p:nvPr/>
            </p:nvSpPr>
            <p:spPr>
              <a:xfrm>
                <a:off x="7083419" y="5732896"/>
                <a:ext cx="32418" cy="56678"/>
              </a:xfrm>
              <a:custGeom>
                <a:rect b="b" l="l" r="r" t="t"/>
                <a:pathLst>
                  <a:path extrusionOk="0" h="56678" w="32418">
                    <a:moveTo>
                      <a:pt x="27489" y="0"/>
                    </a:moveTo>
                    <a:cubicBezTo>
                      <a:pt x="28535" y="0"/>
                      <a:pt x="29469" y="75"/>
                      <a:pt x="30290" y="224"/>
                    </a:cubicBezTo>
                    <a:cubicBezTo>
                      <a:pt x="31112" y="374"/>
                      <a:pt x="31859" y="523"/>
                      <a:pt x="32419" y="784"/>
                    </a:cubicBezTo>
                    <a:lnTo>
                      <a:pt x="32419" y="14076"/>
                    </a:lnTo>
                    <a:cubicBezTo>
                      <a:pt x="31747" y="13554"/>
                      <a:pt x="30701" y="13068"/>
                      <a:pt x="29431" y="12620"/>
                    </a:cubicBezTo>
                    <a:cubicBezTo>
                      <a:pt x="28124" y="12135"/>
                      <a:pt x="26518" y="11948"/>
                      <a:pt x="24576" y="11948"/>
                    </a:cubicBezTo>
                    <a:cubicBezTo>
                      <a:pt x="21364" y="11948"/>
                      <a:pt x="18637" y="13292"/>
                      <a:pt x="16471" y="15981"/>
                    </a:cubicBezTo>
                    <a:cubicBezTo>
                      <a:pt x="14230" y="18669"/>
                      <a:pt x="13147" y="22888"/>
                      <a:pt x="13147" y="28526"/>
                    </a:cubicBezTo>
                    <a:lnTo>
                      <a:pt x="13147" y="56679"/>
                    </a:lnTo>
                    <a:lnTo>
                      <a:pt x="0" y="56679"/>
                    </a:lnTo>
                    <a:lnTo>
                      <a:pt x="0" y="933"/>
                    </a:lnTo>
                    <a:lnTo>
                      <a:pt x="13147" y="933"/>
                    </a:lnTo>
                    <a:lnTo>
                      <a:pt x="13147" y="9708"/>
                    </a:lnTo>
                    <a:lnTo>
                      <a:pt x="13334" y="9708"/>
                    </a:lnTo>
                    <a:cubicBezTo>
                      <a:pt x="14529" y="6646"/>
                      <a:pt x="16359" y="4331"/>
                      <a:pt x="18787" y="2539"/>
                    </a:cubicBezTo>
                    <a:cubicBezTo>
                      <a:pt x="21177" y="897"/>
                      <a:pt x="24128" y="0"/>
                      <a:pt x="27489" y="0"/>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5" name="Google Shape;2485;p90"/>
              <p:cNvSpPr/>
              <p:nvPr/>
            </p:nvSpPr>
            <p:spPr>
              <a:xfrm>
                <a:off x="7116772" y="5732634"/>
                <a:ext cx="51168" cy="58284"/>
              </a:xfrm>
              <a:custGeom>
                <a:rect b="b" l="l" r="r" t="t"/>
                <a:pathLst>
                  <a:path extrusionOk="0" h="58284" w="51168">
                    <a:moveTo>
                      <a:pt x="46575" y="42864"/>
                    </a:moveTo>
                    <a:lnTo>
                      <a:pt x="46575" y="53654"/>
                    </a:lnTo>
                    <a:cubicBezTo>
                      <a:pt x="44371" y="55073"/>
                      <a:pt x="41532" y="56156"/>
                      <a:pt x="38059" y="56977"/>
                    </a:cubicBezTo>
                    <a:cubicBezTo>
                      <a:pt x="34548" y="57799"/>
                      <a:pt x="30813" y="58284"/>
                      <a:pt x="26854" y="58284"/>
                    </a:cubicBezTo>
                    <a:cubicBezTo>
                      <a:pt x="18339" y="58284"/>
                      <a:pt x="11765" y="55783"/>
                      <a:pt x="7059" y="50742"/>
                    </a:cubicBezTo>
                    <a:cubicBezTo>
                      <a:pt x="2353" y="45739"/>
                      <a:pt x="0" y="38719"/>
                      <a:pt x="0" y="29758"/>
                    </a:cubicBezTo>
                    <a:cubicBezTo>
                      <a:pt x="0" y="21096"/>
                      <a:pt x="2540" y="14002"/>
                      <a:pt x="7582" y="8401"/>
                    </a:cubicBezTo>
                    <a:cubicBezTo>
                      <a:pt x="12587" y="2800"/>
                      <a:pt x="19049" y="0"/>
                      <a:pt x="26742" y="0"/>
                    </a:cubicBezTo>
                    <a:cubicBezTo>
                      <a:pt x="34473" y="0"/>
                      <a:pt x="40450" y="2352"/>
                      <a:pt x="44744" y="7057"/>
                    </a:cubicBezTo>
                    <a:cubicBezTo>
                      <a:pt x="49040" y="11799"/>
                      <a:pt x="51169" y="18296"/>
                      <a:pt x="51169" y="26622"/>
                    </a:cubicBezTo>
                    <a:lnTo>
                      <a:pt x="51169" y="32932"/>
                    </a:lnTo>
                    <a:lnTo>
                      <a:pt x="13035" y="32932"/>
                    </a:lnTo>
                    <a:cubicBezTo>
                      <a:pt x="13595" y="38532"/>
                      <a:pt x="15388" y="42453"/>
                      <a:pt x="18413" y="44656"/>
                    </a:cubicBezTo>
                    <a:cubicBezTo>
                      <a:pt x="21401" y="46859"/>
                      <a:pt x="25323" y="47941"/>
                      <a:pt x="30066" y="47941"/>
                    </a:cubicBezTo>
                    <a:cubicBezTo>
                      <a:pt x="33241" y="47941"/>
                      <a:pt x="36229" y="47493"/>
                      <a:pt x="39105" y="46523"/>
                    </a:cubicBezTo>
                    <a:cubicBezTo>
                      <a:pt x="41794" y="45664"/>
                      <a:pt x="44334" y="44432"/>
                      <a:pt x="46575" y="42864"/>
                    </a:cubicBezTo>
                    <a:close/>
                    <a:moveTo>
                      <a:pt x="38171" y="23448"/>
                    </a:moveTo>
                    <a:cubicBezTo>
                      <a:pt x="38171" y="19079"/>
                      <a:pt x="37163" y="15831"/>
                      <a:pt x="35146" y="13554"/>
                    </a:cubicBezTo>
                    <a:cubicBezTo>
                      <a:pt x="33129" y="11276"/>
                      <a:pt x="30328" y="10118"/>
                      <a:pt x="26667" y="10118"/>
                    </a:cubicBezTo>
                    <a:cubicBezTo>
                      <a:pt x="23493" y="10118"/>
                      <a:pt x="20692" y="11276"/>
                      <a:pt x="18189" y="13479"/>
                    </a:cubicBezTo>
                    <a:cubicBezTo>
                      <a:pt x="15724" y="15756"/>
                      <a:pt x="14043" y="19042"/>
                      <a:pt x="13222" y="23448"/>
                    </a:cubicBezTo>
                    <a:lnTo>
                      <a:pt x="38171" y="2344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6" name="Google Shape;2486;p90"/>
              <p:cNvSpPr/>
              <p:nvPr/>
            </p:nvSpPr>
            <p:spPr>
              <a:xfrm>
                <a:off x="6426892" y="5706050"/>
                <a:ext cx="439415" cy="84905"/>
              </a:xfrm>
              <a:custGeom>
                <a:rect b="b" l="l" r="r" t="t"/>
                <a:pathLst>
                  <a:path extrusionOk="0" h="84905" w="439415">
                    <a:moveTo>
                      <a:pt x="84186" y="5750"/>
                    </a:moveTo>
                    <a:lnTo>
                      <a:pt x="84186" y="83524"/>
                    </a:lnTo>
                    <a:lnTo>
                      <a:pt x="70703" y="83524"/>
                    </a:lnTo>
                    <a:lnTo>
                      <a:pt x="70703" y="22552"/>
                    </a:lnTo>
                    <a:lnTo>
                      <a:pt x="70516" y="22552"/>
                    </a:lnTo>
                    <a:lnTo>
                      <a:pt x="46313" y="83524"/>
                    </a:lnTo>
                    <a:lnTo>
                      <a:pt x="37312" y="83524"/>
                    </a:lnTo>
                    <a:lnTo>
                      <a:pt x="12661" y="22552"/>
                    </a:lnTo>
                    <a:lnTo>
                      <a:pt x="12512" y="22552"/>
                    </a:lnTo>
                    <a:lnTo>
                      <a:pt x="12512" y="83524"/>
                    </a:lnTo>
                    <a:lnTo>
                      <a:pt x="0" y="83524"/>
                    </a:lnTo>
                    <a:lnTo>
                      <a:pt x="0" y="5750"/>
                    </a:lnTo>
                    <a:lnTo>
                      <a:pt x="19347" y="5750"/>
                    </a:lnTo>
                    <a:lnTo>
                      <a:pt x="41682" y="63399"/>
                    </a:lnTo>
                    <a:lnTo>
                      <a:pt x="41981" y="63399"/>
                    </a:lnTo>
                    <a:lnTo>
                      <a:pt x="65623" y="5750"/>
                    </a:lnTo>
                    <a:lnTo>
                      <a:pt x="84186" y="5750"/>
                    </a:lnTo>
                    <a:close/>
                    <a:moveTo>
                      <a:pt x="95465" y="11687"/>
                    </a:moveTo>
                    <a:cubicBezTo>
                      <a:pt x="95465" y="9484"/>
                      <a:pt x="96212" y="7692"/>
                      <a:pt x="97818" y="6236"/>
                    </a:cubicBezTo>
                    <a:cubicBezTo>
                      <a:pt x="99387" y="4779"/>
                      <a:pt x="101254" y="4070"/>
                      <a:pt x="103420" y="4070"/>
                    </a:cubicBezTo>
                    <a:cubicBezTo>
                      <a:pt x="105773" y="4070"/>
                      <a:pt x="107678" y="4779"/>
                      <a:pt x="109172" y="6273"/>
                    </a:cubicBezTo>
                    <a:cubicBezTo>
                      <a:pt x="110704" y="7803"/>
                      <a:pt x="111488" y="9596"/>
                      <a:pt x="111488" y="11687"/>
                    </a:cubicBezTo>
                    <a:cubicBezTo>
                      <a:pt x="111488" y="13815"/>
                      <a:pt x="110704" y="15607"/>
                      <a:pt x="109135" y="17026"/>
                    </a:cubicBezTo>
                    <a:cubicBezTo>
                      <a:pt x="107566" y="18445"/>
                      <a:pt x="105661" y="19192"/>
                      <a:pt x="103420" y="19192"/>
                    </a:cubicBezTo>
                    <a:cubicBezTo>
                      <a:pt x="101217" y="19192"/>
                      <a:pt x="99274" y="18445"/>
                      <a:pt x="97781" y="17026"/>
                    </a:cubicBezTo>
                    <a:cubicBezTo>
                      <a:pt x="96212" y="15570"/>
                      <a:pt x="95465" y="13740"/>
                      <a:pt x="95465" y="11687"/>
                    </a:cubicBezTo>
                    <a:close/>
                    <a:moveTo>
                      <a:pt x="96847" y="83524"/>
                    </a:moveTo>
                    <a:lnTo>
                      <a:pt x="109956" y="83524"/>
                    </a:lnTo>
                    <a:lnTo>
                      <a:pt x="109956" y="27779"/>
                    </a:lnTo>
                    <a:lnTo>
                      <a:pt x="96847" y="27779"/>
                    </a:lnTo>
                    <a:lnTo>
                      <a:pt x="96847" y="83524"/>
                    </a:lnTo>
                    <a:close/>
                    <a:moveTo>
                      <a:pt x="149771" y="73966"/>
                    </a:moveTo>
                    <a:cubicBezTo>
                      <a:pt x="151750" y="73966"/>
                      <a:pt x="153879" y="73518"/>
                      <a:pt x="156232" y="72622"/>
                    </a:cubicBezTo>
                    <a:cubicBezTo>
                      <a:pt x="158548" y="71763"/>
                      <a:pt x="160714" y="70494"/>
                      <a:pt x="162731" y="69037"/>
                    </a:cubicBezTo>
                    <a:lnTo>
                      <a:pt x="162731" y="81247"/>
                    </a:lnTo>
                    <a:cubicBezTo>
                      <a:pt x="160677" y="82404"/>
                      <a:pt x="158287" y="83301"/>
                      <a:pt x="155598" y="83935"/>
                    </a:cubicBezTo>
                    <a:cubicBezTo>
                      <a:pt x="152945" y="84533"/>
                      <a:pt x="149995" y="84868"/>
                      <a:pt x="146821" y="84868"/>
                    </a:cubicBezTo>
                    <a:cubicBezTo>
                      <a:pt x="138641" y="84868"/>
                      <a:pt x="131955" y="82255"/>
                      <a:pt x="126801" y="77102"/>
                    </a:cubicBezTo>
                    <a:cubicBezTo>
                      <a:pt x="121684" y="71912"/>
                      <a:pt x="119107" y="65266"/>
                      <a:pt x="119107" y="57238"/>
                    </a:cubicBezTo>
                    <a:cubicBezTo>
                      <a:pt x="119107" y="48278"/>
                      <a:pt x="121721" y="40922"/>
                      <a:pt x="126988" y="35098"/>
                    </a:cubicBezTo>
                    <a:cubicBezTo>
                      <a:pt x="132217" y="29310"/>
                      <a:pt x="139612" y="26398"/>
                      <a:pt x="149285" y="26398"/>
                    </a:cubicBezTo>
                    <a:cubicBezTo>
                      <a:pt x="151713" y="26398"/>
                      <a:pt x="154178" y="26697"/>
                      <a:pt x="156718" y="27331"/>
                    </a:cubicBezTo>
                    <a:cubicBezTo>
                      <a:pt x="159220" y="27966"/>
                      <a:pt x="161237" y="28676"/>
                      <a:pt x="162731" y="29497"/>
                    </a:cubicBezTo>
                    <a:lnTo>
                      <a:pt x="162731" y="42080"/>
                    </a:lnTo>
                    <a:cubicBezTo>
                      <a:pt x="160714" y="40586"/>
                      <a:pt x="158660" y="39466"/>
                      <a:pt x="156531" y="38682"/>
                    </a:cubicBezTo>
                    <a:cubicBezTo>
                      <a:pt x="154402" y="37860"/>
                      <a:pt x="152273" y="37487"/>
                      <a:pt x="150033" y="37487"/>
                    </a:cubicBezTo>
                    <a:cubicBezTo>
                      <a:pt x="144878" y="37487"/>
                      <a:pt x="140695" y="39130"/>
                      <a:pt x="137483" y="42528"/>
                    </a:cubicBezTo>
                    <a:cubicBezTo>
                      <a:pt x="134346" y="45888"/>
                      <a:pt x="132740" y="50406"/>
                      <a:pt x="132740" y="56081"/>
                    </a:cubicBezTo>
                    <a:cubicBezTo>
                      <a:pt x="132740" y="61757"/>
                      <a:pt x="134233" y="66162"/>
                      <a:pt x="137296" y="69262"/>
                    </a:cubicBezTo>
                    <a:cubicBezTo>
                      <a:pt x="140359" y="72435"/>
                      <a:pt x="144504" y="73966"/>
                      <a:pt x="149771" y="73966"/>
                    </a:cubicBezTo>
                    <a:close/>
                    <a:moveTo>
                      <a:pt x="200080" y="26846"/>
                    </a:moveTo>
                    <a:cubicBezTo>
                      <a:pt x="201126" y="26846"/>
                      <a:pt x="202060" y="26920"/>
                      <a:pt x="202881" y="27070"/>
                    </a:cubicBezTo>
                    <a:cubicBezTo>
                      <a:pt x="203704" y="27219"/>
                      <a:pt x="204450" y="27368"/>
                      <a:pt x="205011" y="27593"/>
                    </a:cubicBezTo>
                    <a:lnTo>
                      <a:pt x="205011" y="40847"/>
                    </a:lnTo>
                    <a:cubicBezTo>
                      <a:pt x="204338" y="40325"/>
                      <a:pt x="203293" y="39877"/>
                      <a:pt x="201985" y="39391"/>
                    </a:cubicBezTo>
                    <a:cubicBezTo>
                      <a:pt x="200715" y="38943"/>
                      <a:pt x="199110" y="38719"/>
                      <a:pt x="197167" y="38719"/>
                    </a:cubicBezTo>
                    <a:cubicBezTo>
                      <a:pt x="193955" y="38719"/>
                      <a:pt x="191229" y="40063"/>
                      <a:pt x="189025" y="42789"/>
                    </a:cubicBezTo>
                    <a:cubicBezTo>
                      <a:pt x="186822" y="45477"/>
                      <a:pt x="185701" y="49659"/>
                      <a:pt x="185701" y="55297"/>
                    </a:cubicBezTo>
                    <a:lnTo>
                      <a:pt x="185701" y="83524"/>
                    </a:lnTo>
                    <a:lnTo>
                      <a:pt x="172591" y="83524"/>
                    </a:lnTo>
                    <a:lnTo>
                      <a:pt x="172591" y="27779"/>
                    </a:lnTo>
                    <a:lnTo>
                      <a:pt x="185701" y="27779"/>
                    </a:lnTo>
                    <a:lnTo>
                      <a:pt x="185701" y="36554"/>
                    </a:lnTo>
                    <a:lnTo>
                      <a:pt x="185925" y="36554"/>
                    </a:lnTo>
                    <a:cubicBezTo>
                      <a:pt x="187120" y="33492"/>
                      <a:pt x="188913" y="31177"/>
                      <a:pt x="191378" y="29385"/>
                    </a:cubicBezTo>
                    <a:cubicBezTo>
                      <a:pt x="193806" y="27742"/>
                      <a:pt x="196719" y="26846"/>
                      <a:pt x="200080" y="26846"/>
                    </a:cubicBezTo>
                    <a:close/>
                    <a:moveTo>
                      <a:pt x="205720" y="56455"/>
                    </a:moveTo>
                    <a:cubicBezTo>
                      <a:pt x="205720" y="47232"/>
                      <a:pt x="208335" y="39914"/>
                      <a:pt x="213564" y="34537"/>
                    </a:cubicBezTo>
                    <a:cubicBezTo>
                      <a:pt x="218755" y="29124"/>
                      <a:pt x="226001" y="26435"/>
                      <a:pt x="235226" y="26435"/>
                    </a:cubicBezTo>
                    <a:cubicBezTo>
                      <a:pt x="243929" y="26435"/>
                      <a:pt x="250726" y="29049"/>
                      <a:pt x="255656" y="34201"/>
                    </a:cubicBezTo>
                    <a:cubicBezTo>
                      <a:pt x="260549" y="39391"/>
                      <a:pt x="263014" y="46411"/>
                      <a:pt x="263014" y="55223"/>
                    </a:cubicBezTo>
                    <a:cubicBezTo>
                      <a:pt x="263014" y="64221"/>
                      <a:pt x="260437" y="71427"/>
                      <a:pt x="255208" y="76766"/>
                    </a:cubicBezTo>
                    <a:cubicBezTo>
                      <a:pt x="250016" y="82106"/>
                      <a:pt x="242920" y="84794"/>
                      <a:pt x="233919" y="84794"/>
                    </a:cubicBezTo>
                    <a:cubicBezTo>
                      <a:pt x="225291" y="84794"/>
                      <a:pt x="218419" y="82255"/>
                      <a:pt x="213339" y="77177"/>
                    </a:cubicBezTo>
                    <a:cubicBezTo>
                      <a:pt x="208260" y="72174"/>
                      <a:pt x="205720" y="65266"/>
                      <a:pt x="205720" y="56455"/>
                    </a:cubicBezTo>
                    <a:close/>
                    <a:moveTo>
                      <a:pt x="219427" y="56044"/>
                    </a:moveTo>
                    <a:cubicBezTo>
                      <a:pt x="219427" y="61831"/>
                      <a:pt x="220697" y="66312"/>
                      <a:pt x="223349" y="69373"/>
                    </a:cubicBezTo>
                    <a:cubicBezTo>
                      <a:pt x="226001" y="72435"/>
                      <a:pt x="229773" y="73966"/>
                      <a:pt x="234703" y="73966"/>
                    </a:cubicBezTo>
                    <a:cubicBezTo>
                      <a:pt x="239484" y="73966"/>
                      <a:pt x="243107" y="72435"/>
                      <a:pt x="245609" y="69373"/>
                    </a:cubicBezTo>
                    <a:cubicBezTo>
                      <a:pt x="248075" y="66312"/>
                      <a:pt x="249344" y="61757"/>
                      <a:pt x="249344" y="55671"/>
                    </a:cubicBezTo>
                    <a:cubicBezTo>
                      <a:pt x="249344" y="49659"/>
                      <a:pt x="248037" y="45141"/>
                      <a:pt x="245460" y="42080"/>
                    </a:cubicBezTo>
                    <a:cubicBezTo>
                      <a:pt x="242846" y="39055"/>
                      <a:pt x="239223" y="37525"/>
                      <a:pt x="234554" y="37525"/>
                    </a:cubicBezTo>
                    <a:cubicBezTo>
                      <a:pt x="229736" y="37525"/>
                      <a:pt x="226001" y="39130"/>
                      <a:pt x="223349" y="42341"/>
                    </a:cubicBezTo>
                    <a:cubicBezTo>
                      <a:pt x="220697" y="45514"/>
                      <a:pt x="219427" y="50070"/>
                      <a:pt x="219427" y="56044"/>
                    </a:cubicBezTo>
                    <a:close/>
                    <a:moveTo>
                      <a:pt x="282511" y="42416"/>
                    </a:moveTo>
                    <a:cubicBezTo>
                      <a:pt x="282511" y="44282"/>
                      <a:pt x="283146" y="45776"/>
                      <a:pt x="284341" y="46822"/>
                    </a:cubicBezTo>
                    <a:cubicBezTo>
                      <a:pt x="285536" y="47904"/>
                      <a:pt x="288150" y="49248"/>
                      <a:pt x="292259" y="50854"/>
                    </a:cubicBezTo>
                    <a:cubicBezTo>
                      <a:pt x="297488" y="52945"/>
                      <a:pt x="301185" y="55297"/>
                      <a:pt x="303314" y="57948"/>
                    </a:cubicBezTo>
                    <a:cubicBezTo>
                      <a:pt x="305443" y="60599"/>
                      <a:pt x="306489" y="63773"/>
                      <a:pt x="306489" y="67506"/>
                    </a:cubicBezTo>
                    <a:cubicBezTo>
                      <a:pt x="306489" y="72734"/>
                      <a:pt x="304435" y="76916"/>
                      <a:pt x="300401" y="80126"/>
                    </a:cubicBezTo>
                    <a:cubicBezTo>
                      <a:pt x="296367" y="83301"/>
                      <a:pt x="290914" y="84906"/>
                      <a:pt x="284079" y="84906"/>
                    </a:cubicBezTo>
                    <a:cubicBezTo>
                      <a:pt x="281726" y="84906"/>
                      <a:pt x="279186" y="84645"/>
                      <a:pt x="276385" y="84085"/>
                    </a:cubicBezTo>
                    <a:cubicBezTo>
                      <a:pt x="273584" y="83524"/>
                      <a:pt x="271231" y="82778"/>
                      <a:pt x="269251" y="81956"/>
                    </a:cubicBezTo>
                    <a:lnTo>
                      <a:pt x="269251" y="69000"/>
                    </a:lnTo>
                    <a:cubicBezTo>
                      <a:pt x="271642" y="70643"/>
                      <a:pt x="274219" y="71987"/>
                      <a:pt x="276983" y="72921"/>
                    </a:cubicBezTo>
                    <a:cubicBezTo>
                      <a:pt x="279709" y="73929"/>
                      <a:pt x="282212" y="74377"/>
                      <a:pt x="284453" y="74377"/>
                    </a:cubicBezTo>
                    <a:cubicBezTo>
                      <a:pt x="287403" y="74377"/>
                      <a:pt x="289570" y="73966"/>
                      <a:pt x="291026" y="73144"/>
                    </a:cubicBezTo>
                    <a:cubicBezTo>
                      <a:pt x="292408" y="72323"/>
                      <a:pt x="293155" y="70904"/>
                      <a:pt x="293155" y="68963"/>
                    </a:cubicBezTo>
                    <a:cubicBezTo>
                      <a:pt x="293155" y="67133"/>
                      <a:pt x="292408" y="65639"/>
                      <a:pt x="290952" y="64370"/>
                    </a:cubicBezTo>
                    <a:cubicBezTo>
                      <a:pt x="289532" y="63138"/>
                      <a:pt x="286731" y="61682"/>
                      <a:pt x="282623" y="60076"/>
                    </a:cubicBezTo>
                    <a:cubicBezTo>
                      <a:pt x="277805" y="58060"/>
                      <a:pt x="274331" y="55782"/>
                      <a:pt x="272314" y="53244"/>
                    </a:cubicBezTo>
                    <a:cubicBezTo>
                      <a:pt x="270297" y="50704"/>
                      <a:pt x="269251" y="47493"/>
                      <a:pt x="269251" y="43611"/>
                    </a:cubicBezTo>
                    <a:cubicBezTo>
                      <a:pt x="269251" y="38570"/>
                      <a:pt x="271268" y="34425"/>
                      <a:pt x="275265" y="31214"/>
                    </a:cubicBezTo>
                    <a:cubicBezTo>
                      <a:pt x="279261" y="28003"/>
                      <a:pt x="284453" y="26323"/>
                      <a:pt x="290802" y="26323"/>
                    </a:cubicBezTo>
                    <a:cubicBezTo>
                      <a:pt x="292782" y="26323"/>
                      <a:pt x="294948" y="26547"/>
                      <a:pt x="297413" y="27032"/>
                    </a:cubicBezTo>
                    <a:cubicBezTo>
                      <a:pt x="299841" y="27443"/>
                      <a:pt x="301857" y="28003"/>
                      <a:pt x="303463" y="28676"/>
                    </a:cubicBezTo>
                    <a:lnTo>
                      <a:pt x="303463" y="41146"/>
                    </a:lnTo>
                    <a:cubicBezTo>
                      <a:pt x="301746" y="40026"/>
                      <a:pt x="299691" y="38980"/>
                      <a:pt x="297413" y="38159"/>
                    </a:cubicBezTo>
                    <a:cubicBezTo>
                      <a:pt x="295060" y="37338"/>
                      <a:pt x="292782" y="36927"/>
                      <a:pt x="290503" y="36927"/>
                    </a:cubicBezTo>
                    <a:cubicBezTo>
                      <a:pt x="288001" y="36927"/>
                      <a:pt x="286059" y="37450"/>
                      <a:pt x="284677" y="38383"/>
                    </a:cubicBezTo>
                    <a:cubicBezTo>
                      <a:pt x="283257" y="39391"/>
                      <a:pt x="282511" y="40698"/>
                      <a:pt x="282511" y="42416"/>
                    </a:cubicBezTo>
                    <a:close/>
                    <a:moveTo>
                      <a:pt x="312054" y="56455"/>
                    </a:moveTo>
                    <a:cubicBezTo>
                      <a:pt x="312054" y="47232"/>
                      <a:pt x="314668" y="39914"/>
                      <a:pt x="319897" y="34537"/>
                    </a:cubicBezTo>
                    <a:cubicBezTo>
                      <a:pt x="325089" y="29198"/>
                      <a:pt x="332334" y="26510"/>
                      <a:pt x="341560" y="26510"/>
                    </a:cubicBezTo>
                    <a:cubicBezTo>
                      <a:pt x="350300" y="26510"/>
                      <a:pt x="357060" y="29086"/>
                      <a:pt x="361990" y="34276"/>
                    </a:cubicBezTo>
                    <a:cubicBezTo>
                      <a:pt x="366883" y="39466"/>
                      <a:pt x="369348" y="46448"/>
                      <a:pt x="369348" y="55260"/>
                    </a:cubicBezTo>
                    <a:cubicBezTo>
                      <a:pt x="369348" y="64295"/>
                      <a:pt x="366770" y="71502"/>
                      <a:pt x="361542" y="76841"/>
                    </a:cubicBezTo>
                    <a:cubicBezTo>
                      <a:pt x="356350" y="82180"/>
                      <a:pt x="349254" y="84868"/>
                      <a:pt x="340290" y="84868"/>
                    </a:cubicBezTo>
                    <a:cubicBezTo>
                      <a:pt x="331625" y="84868"/>
                      <a:pt x="324790" y="82330"/>
                      <a:pt x="319673" y="77251"/>
                    </a:cubicBezTo>
                    <a:cubicBezTo>
                      <a:pt x="314594" y="72174"/>
                      <a:pt x="312054" y="65266"/>
                      <a:pt x="312054" y="56455"/>
                    </a:cubicBezTo>
                    <a:close/>
                    <a:moveTo>
                      <a:pt x="325761" y="56044"/>
                    </a:moveTo>
                    <a:cubicBezTo>
                      <a:pt x="325761" y="61831"/>
                      <a:pt x="327068" y="66312"/>
                      <a:pt x="329683" y="69373"/>
                    </a:cubicBezTo>
                    <a:cubicBezTo>
                      <a:pt x="332334" y="72435"/>
                      <a:pt x="336144" y="73966"/>
                      <a:pt x="341037" y="73966"/>
                    </a:cubicBezTo>
                    <a:cubicBezTo>
                      <a:pt x="345818" y="73966"/>
                      <a:pt x="349441" y="72435"/>
                      <a:pt x="351943" y="69373"/>
                    </a:cubicBezTo>
                    <a:cubicBezTo>
                      <a:pt x="354445" y="66312"/>
                      <a:pt x="355678" y="61757"/>
                      <a:pt x="355678" y="55671"/>
                    </a:cubicBezTo>
                    <a:cubicBezTo>
                      <a:pt x="355678" y="49659"/>
                      <a:pt x="354371" y="45141"/>
                      <a:pt x="351793" y="42080"/>
                    </a:cubicBezTo>
                    <a:cubicBezTo>
                      <a:pt x="349179" y="39055"/>
                      <a:pt x="345556" y="37525"/>
                      <a:pt x="340888" y="37525"/>
                    </a:cubicBezTo>
                    <a:cubicBezTo>
                      <a:pt x="336069" y="37525"/>
                      <a:pt x="332334" y="39130"/>
                      <a:pt x="329683" y="42341"/>
                    </a:cubicBezTo>
                    <a:cubicBezTo>
                      <a:pt x="327105" y="45514"/>
                      <a:pt x="325761" y="50070"/>
                      <a:pt x="325761" y="56044"/>
                    </a:cubicBezTo>
                    <a:close/>
                    <a:moveTo>
                      <a:pt x="412897" y="38532"/>
                    </a:moveTo>
                    <a:lnTo>
                      <a:pt x="393363" y="38532"/>
                    </a:lnTo>
                    <a:lnTo>
                      <a:pt x="393363" y="83524"/>
                    </a:lnTo>
                    <a:lnTo>
                      <a:pt x="380104" y="83524"/>
                    </a:lnTo>
                    <a:lnTo>
                      <a:pt x="380104" y="38532"/>
                    </a:lnTo>
                    <a:lnTo>
                      <a:pt x="370767" y="38532"/>
                    </a:lnTo>
                    <a:lnTo>
                      <a:pt x="370767" y="27779"/>
                    </a:lnTo>
                    <a:lnTo>
                      <a:pt x="380104" y="27779"/>
                    </a:lnTo>
                    <a:lnTo>
                      <a:pt x="380104" y="20013"/>
                    </a:lnTo>
                    <a:cubicBezTo>
                      <a:pt x="380104" y="14151"/>
                      <a:pt x="382009" y="9334"/>
                      <a:pt x="385782" y="5601"/>
                    </a:cubicBezTo>
                    <a:cubicBezTo>
                      <a:pt x="389628" y="1867"/>
                      <a:pt x="394521" y="0"/>
                      <a:pt x="400460" y="0"/>
                    </a:cubicBezTo>
                    <a:cubicBezTo>
                      <a:pt x="402066" y="0"/>
                      <a:pt x="403485" y="112"/>
                      <a:pt x="404718" y="261"/>
                    </a:cubicBezTo>
                    <a:cubicBezTo>
                      <a:pt x="405950" y="411"/>
                      <a:pt x="407071" y="672"/>
                      <a:pt x="408004" y="1008"/>
                    </a:cubicBezTo>
                    <a:lnTo>
                      <a:pt x="408004" y="12359"/>
                    </a:lnTo>
                    <a:cubicBezTo>
                      <a:pt x="407556" y="12097"/>
                      <a:pt x="406809" y="11761"/>
                      <a:pt x="405689" y="11426"/>
                    </a:cubicBezTo>
                    <a:cubicBezTo>
                      <a:pt x="404605" y="11052"/>
                      <a:pt x="403373" y="10828"/>
                      <a:pt x="401991" y="10828"/>
                    </a:cubicBezTo>
                    <a:cubicBezTo>
                      <a:pt x="399227" y="10828"/>
                      <a:pt x="397098" y="11724"/>
                      <a:pt x="395642" y="13441"/>
                    </a:cubicBezTo>
                    <a:cubicBezTo>
                      <a:pt x="394148" y="15159"/>
                      <a:pt x="393401" y="17698"/>
                      <a:pt x="393401" y="21059"/>
                    </a:cubicBezTo>
                    <a:lnTo>
                      <a:pt x="393401" y="27779"/>
                    </a:lnTo>
                    <a:lnTo>
                      <a:pt x="412972" y="27779"/>
                    </a:lnTo>
                    <a:lnTo>
                      <a:pt x="412972" y="15234"/>
                    </a:lnTo>
                    <a:lnTo>
                      <a:pt x="426119" y="11276"/>
                    </a:lnTo>
                    <a:lnTo>
                      <a:pt x="426119" y="27779"/>
                    </a:lnTo>
                    <a:lnTo>
                      <a:pt x="439415" y="27779"/>
                    </a:lnTo>
                    <a:lnTo>
                      <a:pt x="439415" y="38532"/>
                    </a:lnTo>
                    <a:lnTo>
                      <a:pt x="426119" y="38532"/>
                    </a:lnTo>
                    <a:lnTo>
                      <a:pt x="426119" y="64594"/>
                    </a:lnTo>
                    <a:cubicBezTo>
                      <a:pt x="426119" y="68029"/>
                      <a:pt x="426754" y="70456"/>
                      <a:pt x="427986" y="71838"/>
                    </a:cubicBezTo>
                    <a:cubicBezTo>
                      <a:pt x="429256" y="73256"/>
                      <a:pt x="431198" y="73966"/>
                      <a:pt x="433850" y="73966"/>
                    </a:cubicBezTo>
                    <a:cubicBezTo>
                      <a:pt x="434634" y="73966"/>
                      <a:pt x="435531" y="73779"/>
                      <a:pt x="436614" y="73443"/>
                    </a:cubicBezTo>
                    <a:cubicBezTo>
                      <a:pt x="437697" y="73107"/>
                      <a:pt x="438631" y="72696"/>
                      <a:pt x="439415" y="72174"/>
                    </a:cubicBezTo>
                    <a:lnTo>
                      <a:pt x="439415" y="83002"/>
                    </a:lnTo>
                    <a:cubicBezTo>
                      <a:pt x="438594" y="83450"/>
                      <a:pt x="437174" y="83860"/>
                      <a:pt x="435270" y="84271"/>
                    </a:cubicBezTo>
                    <a:cubicBezTo>
                      <a:pt x="433327" y="84719"/>
                      <a:pt x="431422" y="84868"/>
                      <a:pt x="429555" y="84868"/>
                    </a:cubicBezTo>
                    <a:cubicBezTo>
                      <a:pt x="424027" y="84868"/>
                      <a:pt x="419844" y="83412"/>
                      <a:pt x="417118" y="80463"/>
                    </a:cubicBezTo>
                    <a:cubicBezTo>
                      <a:pt x="414353" y="77513"/>
                      <a:pt x="412972" y="73107"/>
                      <a:pt x="412972" y="67133"/>
                    </a:cubicBezTo>
                    <a:lnTo>
                      <a:pt x="412972" y="38532"/>
                    </a:lnTo>
                    <a:lnTo>
                      <a:pt x="412897" y="38532"/>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7" name="Google Shape;2487;p90"/>
              <p:cNvSpPr/>
              <p:nvPr/>
            </p:nvSpPr>
            <p:spPr>
              <a:xfrm>
                <a:off x="6258372" y="5685888"/>
                <a:ext cx="61595" cy="61575"/>
              </a:xfrm>
              <a:custGeom>
                <a:rect b="b" l="l" r="r" t="t"/>
                <a:pathLst>
                  <a:path extrusionOk="0" h="61575" w="61595">
                    <a:moveTo>
                      <a:pt x="0" y="0"/>
                    </a:moveTo>
                    <a:lnTo>
                      <a:pt x="61595" y="0"/>
                    </a:lnTo>
                    <a:lnTo>
                      <a:pt x="61595" y="61576"/>
                    </a:lnTo>
                    <a:lnTo>
                      <a:pt x="0" y="61576"/>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8" name="Google Shape;2488;p90"/>
              <p:cNvSpPr/>
              <p:nvPr/>
            </p:nvSpPr>
            <p:spPr>
              <a:xfrm>
                <a:off x="6326422" y="5685888"/>
                <a:ext cx="61595" cy="61575"/>
              </a:xfrm>
              <a:custGeom>
                <a:rect b="b" l="l" r="r" t="t"/>
                <a:pathLst>
                  <a:path extrusionOk="0" h="61575" w="61595">
                    <a:moveTo>
                      <a:pt x="0" y="0"/>
                    </a:moveTo>
                    <a:lnTo>
                      <a:pt x="61595" y="0"/>
                    </a:lnTo>
                    <a:lnTo>
                      <a:pt x="61595" y="61576"/>
                    </a:lnTo>
                    <a:lnTo>
                      <a:pt x="0" y="61576"/>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89" name="Google Shape;2489;p90"/>
              <p:cNvSpPr/>
              <p:nvPr/>
            </p:nvSpPr>
            <p:spPr>
              <a:xfrm>
                <a:off x="6258372" y="5753917"/>
                <a:ext cx="61595" cy="61575"/>
              </a:xfrm>
              <a:custGeom>
                <a:rect b="b" l="l" r="r" t="t"/>
                <a:pathLst>
                  <a:path extrusionOk="0" h="61575" w="61595">
                    <a:moveTo>
                      <a:pt x="0" y="0"/>
                    </a:moveTo>
                    <a:lnTo>
                      <a:pt x="61595" y="0"/>
                    </a:lnTo>
                    <a:lnTo>
                      <a:pt x="61595" y="61576"/>
                    </a:lnTo>
                    <a:lnTo>
                      <a:pt x="0" y="61576"/>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0" name="Google Shape;2490;p90"/>
              <p:cNvSpPr/>
              <p:nvPr/>
            </p:nvSpPr>
            <p:spPr>
              <a:xfrm>
                <a:off x="6326422" y="5753917"/>
                <a:ext cx="61595" cy="61575"/>
              </a:xfrm>
              <a:custGeom>
                <a:rect b="b" l="l" r="r" t="t"/>
                <a:pathLst>
                  <a:path extrusionOk="0" h="61575" w="61595">
                    <a:moveTo>
                      <a:pt x="0" y="0"/>
                    </a:moveTo>
                    <a:lnTo>
                      <a:pt x="61595" y="0"/>
                    </a:lnTo>
                    <a:lnTo>
                      <a:pt x="61595" y="61576"/>
                    </a:lnTo>
                    <a:lnTo>
                      <a:pt x="0" y="61576"/>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491" name="Google Shape;2491;p90"/>
            <p:cNvGrpSpPr/>
            <p:nvPr/>
          </p:nvGrpSpPr>
          <p:grpSpPr>
            <a:xfrm>
              <a:off x="7074575" y="4057758"/>
              <a:ext cx="361439" cy="164827"/>
              <a:chOff x="9327517" y="5207144"/>
              <a:chExt cx="481918" cy="219769"/>
            </a:xfrm>
          </p:grpSpPr>
          <p:sp>
            <p:nvSpPr>
              <p:cNvPr id="2492" name="Google Shape;2492;p90"/>
              <p:cNvSpPr/>
              <p:nvPr/>
            </p:nvSpPr>
            <p:spPr>
              <a:xfrm>
                <a:off x="9327517" y="5208413"/>
                <a:ext cx="51056" cy="77251"/>
              </a:xfrm>
              <a:custGeom>
                <a:rect b="b" l="l" r="r" t="t"/>
                <a:pathLst>
                  <a:path extrusionOk="0" h="77251" w="51056">
                    <a:moveTo>
                      <a:pt x="46276" y="14599"/>
                    </a:moveTo>
                    <a:cubicBezTo>
                      <a:pt x="45865" y="15346"/>
                      <a:pt x="45417" y="15906"/>
                      <a:pt x="44931" y="16205"/>
                    </a:cubicBezTo>
                    <a:cubicBezTo>
                      <a:pt x="44408" y="16503"/>
                      <a:pt x="43811" y="16690"/>
                      <a:pt x="43139" y="16690"/>
                    </a:cubicBezTo>
                    <a:cubicBezTo>
                      <a:pt x="42429" y="16690"/>
                      <a:pt x="41645" y="16391"/>
                      <a:pt x="40786" y="15869"/>
                    </a:cubicBezTo>
                    <a:cubicBezTo>
                      <a:pt x="39889" y="15308"/>
                      <a:pt x="38881" y="14711"/>
                      <a:pt x="37685" y="14076"/>
                    </a:cubicBezTo>
                    <a:cubicBezTo>
                      <a:pt x="36490" y="13405"/>
                      <a:pt x="35108" y="12807"/>
                      <a:pt x="33540" y="12247"/>
                    </a:cubicBezTo>
                    <a:cubicBezTo>
                      <a:pt x="31934" y="11724"/>
                      <a:pt x="30066" y="11463"/>
                      <a:pt x="27900" y="11463"/>
                    </a:cubicBezTo>
                    <a:cubicBezTo>
                      <a:pt x="25958" y="11463"/>
                      <a:pt x="24240" y="11687"/>
                      <a:pt x="22820" y="12172"/>
                    </a:cubicBezTo>
                    <a:cubicBezTo>
                      <a:pt x="21364" y="12620"/>
                      <a:pt x="20131" y="13292"/>
                      <a:pt x="19160" y="14114"/>
                    </a:cubicBezTo>
                    <a:cubicBezTo>
                      <a:pt x="18152" y="14935"/>
                      <a:pt x="17405" y="15943"/>
                      <a:pt x="16919" y="17138"/>
                    </a:cubicBezTo>
                    <a:cubicBezTo>
                      <a:pt x="16434" y="18296"/>
                      <a:pt x="16209" y="19565"/>
                      <a:pt x="16209" y="20946"/>
                    </a:cubicBezTo>
                    <a:cubicBezTo>
                      <a:pt x="16209" y="22739"/>
                      <a:pt x="16695" y="24232"/>
                      <a:pt x="17704" y="25390"/>
                    </a:cubicBezTo>
                    <a:cubicBezTo>
                      <a:pt x="18675" y="26584"/>
                      <a:pt x="19982" y="27593"/>
                      <a:pt x="21625" y="28451"/>
                    </a:cubicBezTo>
                    <a:cubicBezTo>
                      <a:pt x="23269" y="29273"/>
                      <a:pt x="25136" y="30020"/>
                      <a:pt x="27228" y="30691"/>
                    </a:cubicBezTo>
                    <a:cubicBezTo>
                      <a:pt x="29319" y="31364"/>
                      <a:pt x="31448" y="32036"/>
                      <a:pt x="33614" y="32783"/>
                    </a:cubicBezTo>
                    <a:cubicBezTo>
                      <a:pt x="35818" y="33567"/>
                      <a:pt x="37947" y="34425"/>
                      <a:pt x="40038" y="35433"/>
                    </a:cubicBezTo>
                    <a:cubicBezTo>
                      <a:pt x="42130" y="36404"/>
                      <a:pt x="43998" y="37674"/>
                      <a:pt x="45641" y="39167"/>
                    </a:cubicBezTo>
                    <a:cubicBezTo>
                      <a:pt x="47284" y="40698"/>
                      <a:pt x="48592" y="42565"/>
                      <a:pt x="49600" y="44730"/>
                    </a:cubicBezTo>
                    <a:cubicBezTo>
                      <a:pt x="50571" y="46934"/>
                      <a:pt x="51057" y="49622"/>
                      <a:pt x="51057" y="52758"/>
                    </a:cubicBezTo>
                    <a:cubicBezTo>
                      <a:pt x="51057" y="56156"/>
                      <a:pt x="50496" y="59367"/>
                      <a:pt x="49338" y="62317"/>
                    </a:cubicBezTo>
                    <a:cubicBezTo>
                      <a:pt x="48143" y="65304"/>
                      <a:pt x="46425" y="67917"/>
                      <a:pt x="44184" y="70120"/>
                    </a:cubicBezTo>
                    <a:cubicBezTo>
                      <a:pt x="41943" y="72323"/>
                      <a:pt x="39217" y="74078"/>
                      <a:pt x="35967" y="75348"/>
                    </a:cubicBezTo>
                    <a:cubicBezTo>
                      <a:pt x="32718" y="76617"/>
                      <a:pt x="29021" y="77252"/>
                      <a:pt x="24837" y="77252"/>
                    </a:cubicBezTo>
                    <a:cubicBezTo>
                      <a:pt x="22410" y="77252"/>
                      <a:pt x="20057" y="77028"/>
                      <a:pt x="17704" y="76542"/>
                    </a:cubicBezTo>
                    <a:cubicBezTo>
                      <a:pt x="15388" y="76094"/>
                      <a:pt x="13147" y="75422"/>
                      <a:pt x="10981" y="74526"/>
                    </a:cubicBezTo>
                    <a:cubicBezTo>
                      <a:pt x="8852" y="73667"/>
                      <a:pt x="6835" y="72622"/>
                      <a:pt x="4967" y="71390"/>
                    </a:cubicBezTo>
                    <a:cubicBezTo>
                      <a:pt x="3100" y="70195"/>
                      <a:pt x="1457" y="68814"/>
                      <a:pt x="0" y="67320"/>
                    </a:cubicBezTo>
                    <a:lnTo>
                      <a:pt x="4071" y="60599"/>
                    </a:lnTo>
                    <a:cubicBezTo>
                      <a:pt x="4445" y="60114"/>
                      <a:pt x="4893" y="59703"/>
                      <a:pt x="5453" y="59367"/>
                    </a:cubicBezTo>
                    <a:cubicBezTo>
                      <a:pt x="5976" y="59031"/>
                      <a:pt x="6574" y="58844"/>
                      <a:pt x="7246" y="58844"/>
                    </a:cubicBezTo>
                    <a:cubicBezTo>
                      <a:pt x="8105" y="58844"/>
                      <a:pt x="9076" y="59217"/>
                      <a:pt x="10084" y="59927"/>
                    </a:cubicBezTo>
                    <a:cubicBezTo>
                      <a:pt x="11093" y="60636"/>
                      <a:pt x="12288" y="61421"/>
                      <a:pt x="13670" y="62317"/>
                    </a:cubicBezTo>
                    <a:cubicBezTo>
                      <a:pt x="15052" y="63176"/>
                      <a:pt x="16658" y="63959"/>
                      <a:pt x="18525" y="64706"/>
                    </a:cubicBezTo>
                    <a:cubicBezTo>
                      <a:pt x="20393" y="65416"/>
                      <a:pt x="22634" y="65752"/>
                      <a:pt x="25248" y="65752"/>
                    </a:cubicBezTo>
                    <a:cubicBezTo>
                      <a:pt x="29244" y="65752"/>
                      <a:pt x="32345" y="64818"/>
                      <a:pt x="34548" y="62914"/>
                    </a:cubicBezTo>
                    <a:cubicBezTo>
                      <a:pt x="36752" y="61010"/>
                      <a:pt x="37835" y="58284"/>
                      <a:pt x="37835" y="54737"/>
                    </a:cubicBezTo>
                    <a:cubicBezTo>
                      <a:pt x="37835" y="52758"/>
                      <a:pt x="37349" y="51116"/>
                      <a:pt x="36341" y="49883"/>
                    </a:cubicBezTo>
                    <a:cubicBezTo>
                      <a:pt x="35370" y="48614"/>
                      <a:pt x="34025" y="47568"/>
                      <a:pt x="32419" y="46709"/>
                    </a:cubicBezTo>
                    <a:cubicBezTo>
                      <a:pt x="30776" y="45851"/>
                      <a:pt x="28908" y="45142"/>
                      <a:pt x="26817" y="44544"/>
                    </a:cubicBezTo>
                    <a:cubicBezTo>
                      <a:pt x="24725" y="43947"/>
                      <a:pt x="22597" y="43312"/>
                      <a:pt x="20430" y="42602"/>
                    </a:cubicBezTo>
                    <a:cubicBezTo>
                      <a:pt x="18264" y="41893"/>
                      <a:pt x="16135" y="41071"/>
                      <a:pt x="14043" y="40101"/>
                    </a:cubicBezTo>
                    <a:cubicBezTo>
                      <a:pt x="11952" y="39130"/>
                      <a:pt x="10084" y="37860"/>
                      <a:pt x="8441" y="36292"/>
                    </a:cubicBezTo>
                    <a:cubicBezTo>
                      <a:pt x="6835" y="34724"/>
                      <a:pt x="5490" y="32745"/>
                      <a:pt x="4519" y="30393"/>
                    </a:cubicBezTo>
                    <a:cubicBezTo>
                      <a:pt x="3511" y="28041"/>
                      <a:pt x="3026" y="25128"/>
                      <a:pt x="3026" y="21693"/>
                    </a:cubicBezTo>
                    <a:cubicBezTo>
                      <a:pt x="3026" y="18930"/>
                      <a:pt x="3585" y="16242"/>
                      <a:pt x="4669" y="13628"/>
                    </a:cubicBezTo>
                    <a:cubicBezTo>
                      <a:pt x="5752" y="11015"/>
                      <a:pt x="7358" y="8700"/>
                      <a:pt x="9487" y="6684"/>
                    </a:cubicBezTo>
                    <a:cubicBezTo>
                      <a:pt x="11578" y="4667"/>
                      <a:pt x="14193" y="3062"/>
                      <a:pt x="17255" y="1830"/>
                    </a:cubicBezTo>
                    <a:cubicBezTo>
                      <a:pt x="20318" y="598"/>
                      <a:pt x="23829" y="0"/>
                      <a:pt x="27751" y="0"/>
                    </a:cubicBezTo>
                    <a:cubicBezTo>
                      <a:pt x="32233" y="0"/>
                      <a:pt x="36341" y="710"/>
                      <a:pt x="40076" y="2091"/>
                    </a:cubicBezTo>
                    <a:cubicBezTo>
                      <a:pt x="43848" y="3473"/>
                      <a:pt x="47060" y="5452"/>
                      <a:pt x="49712" y="7953"/>
                    </a:cubicBezTo>
                    <a:lnTo>
                      <a:pt x="46276" y="1459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3" name="Google Shape;2493;p90"/>
              <p:cNvSpPr/>
              <p:nvPr/>
            </p:nvSpPr>
            <p:spPr>
              <a:xfrm>
                <a:off x="9388621" y="5230368"/>
                <a:ext cx="46761" cy="54475"/>
              </a:xfrm>
              <a:custGeom>
                <a:rect b="b" l="l" r="r" t="t"/>
                <a:pathLst>
                  <a:path extrusionOk="0" h="54475" w="46761">
                    <a:moveTo>
                      <a:pt x="0" y="54476"/>
                    </a:moveTo>
                    <a:lnTo>
                      <a:pt x="0" y="821"/>
                    </a:lnTo>
                    <a:lnTo>
                      <a:pt x="7918" y="821"/>
                    </a:lnTo>
                    <a:cubicBezTo>
                      <a:pt x="9562" y="821"/>
                      <a:pt x="10682" y="1606"/>
                      <a:pt x="11205" y="3174"/>
                    </a:cubicBezTo>
                    <a:lnTo>
                      <a:pt x="12101" y="7430"/>
                    </a:lnTo>
                    <a:cubicBezTo>
                      <a:pt x="13147" y="6310"/>
                      <a:pt x="14305" y="5302"/>
                      <a:pt x="15500" y="4406"/>
                    </a:cubicBezTo>
                    <a:cubicBezTo>
                      <a:pt x="16732" y="3473"/>
                      <a:pt x="18003" y="2688"/>
                      <a:pt x="19347" y="2054"/>
                    </a:cubicBezTo>
                    <a:cubicBezTo>
                      <a:pt x="20654" y="1381"/>
                      <a:pt x="22111" y="859"/>
                      <a:pt x="23642" y="523"/>
                    </a:cubicBezTo>
                    <a:cubicBezTo>
                      <a:pt x="25173" y="187"/>
                      <a:pt x="26854" y="0"/>
                      <a:pt x="28647" y="0"/>
                    </a:cubicBezTo>
                    <a:cubicBezTo>
                      <a:pt x="31597" y="0"/>
                      <a:pt x="34175" y="485"/>
                      <a:pt x="36453" y="1494"/>
                    </a:cubicBezTo>
                    <a:cubicBezTo>
                      <a:pt x="38731" y="2502"/>
                      <a:pt x="40599" y="3883"/>
                      <a:pt x="42130" y="5675"/>
                    </a:cubicBezTo>
                    <a:cubicBezTo>
                      <a:pt x="43662" y="7468"/>
                      <a:pt x="44782" y="9596"/>
                      <a:pt x="45566" y="12097"/>
                    </a:cubicBezTo>
                    <a:cubicBezTo>
                      <a:pt x="46351" y="14599"/>
                      <a:pt x="46761" y="17325"/>
                      <a:pt x="46761" y="20349"/>
                    </a:cubicBezTo>
                    <a:lnTo>
                      <a:pt x="46761" y="54476"/>
                    </a:lnTo>
                    <a:lnTo>
                      <a:pt x="33839" y="54476"/>
                    </a:lnTo>
                    <a:lnTo>
                      <a:pt x="33839" y="20349"/>
                    </a:lnTo>
                    <a:cubicBezTo>
                      <a:pt x="33839" y="17064"/>
                      <a:pt x="33091" y="14524"/>
                      <a:pt x="31560" y="12732"/>
                    </a:cubicBezTo>
                    <a:cubicBezTo>
                      <a:pt x="30066" y="10940"/>
                      <a:pt x="27788" y="10044"/>
                      <a:pt x="24725" y="10044"/>
                    </a:cubicBezTo>
                    <a:cubicBezTo>
                      <a:pt x="22522" y="10044"/>
                      <a:pt x="20430" y="10529"/>
                      <a:pt x="18451" y="11537"/>
                    </a:cubicBezTo>
                    <a:cubicBezTo>
                      <a:pt x="16509" y="12583"/>
                      <a:pt x="14678" y="13927"/>
                      <a:pt x="12923" y="15682"/>
                    </a:cubicBezTo>
                    <a:lnTo>
                      <a:pt x="12923" y="54476"/>
                    </a:lnTo>
                    <a:lnTo>
                      <a:pt x="0" y="544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4" name="Google Shape;2494;p90"/>
              <p:cNvSpPr/>
              <p:nvPr/>
            </p:nvSpPr>
            <p:spPr>
              <a:xfrm>
                <a:off x="9444384" y="5230368"/>
                <a:ext cx="53073" cy="55259"/>
              </a:xfrm>
              <a:custGeom>
                <a:rect b="b" l="l" r="r" t="t"/>
                <a:pathLst>
                  <a:path extrusionOk="0" h="55259" w="53073">
                    <a:moveTo>
                      <a:pt x="26593" y="0"/>
                    </a:moveTo>
                    <a:cubicBezTo>
                      <a:pt x="30589" y="0"/>
                      <a:pt x="34249" y="635"/>
                      <a:pt x="37498" y="1942"/>
                    </a:cubicBezTo>
                    <a:cubicBezTo>
                      <a:pt x="40748" y="3211"/>
                      <a:pt x="43549" y="5040"/>
                      <a:pt x="45828" y="7430"/>
                    </a:cubicBezTo>
                    <a:cubicBezTo>
                      <a:pt x="48143" y="9782"/>
                      <a:pt x="49936" y="12695"/>
                      <a:pt x="51168" y="16093"/>
                    </a:cubicBezTo>
                    <a:cubicBezTo>
                      <a:pt x="52438" y="19528"/>
                      <a:pt x="53073" y="23336"/>
                      <a:pt x="53073" y="27555"/>
                    </a:cubicBezTo>
                    <a:cubicBezTo>
                      <a:pt x="53073" y="31812"/>
                      <a:pt x="52438" y="35620"/>
                      <a:pt x="51168" y="39056"/>
                    </a:cubicBezTo>
                    <a:cubicBezTo>
                      <a:pt x="49936" y="42453"/>
                      <a:pt x="48143" y="45365"/>
                      <a:pt x="45828" y="47792"/>
                    </a:cubicBezTo>
                    <a:cubicBezTo>
                      <a:pt x="43549" y="50182"/>
                      <a:pt x="40748" y="52012"/>
                      <a:pt x="37498" y="53318"/>
                    </a:cubicBezTo>
                    <a:cubicBezTo>
                      <a:pt x="34249" y="54625"/>
                      <a:pt x="30589" y="55260"/>
                      <a:pt x="26593" y="55260"/>
                    </a:cubicBezTo>
                    <a:cubicBezTo>
                      <a:pt x="22596" y="55260"/>
                      <a:pt x="18936" y="54625"/>
                      <a:pt x="15687" y="53318"/>
                    </a:cubicBezTo>
                    <a:cubicBezTo>
                      <a:pt x="12400" y="52012"/>
                      <a:pt x="9599" y="50182"/>
                      <a:pt x="7283" y="47792"/>
                    </a:cubicBezTo>
                    <a:cubicBezTo>
                      <a:pt x="4967" y="45365"/>
                      <a:pt x="3175" y="42453"/>
                      <a:pt x="1905" y="39056"/>
                    </a:cubicBezTo>
                    <a:cubicBezTo>
                      <a:pt x="635" y="35620"/>
                      <a:pt x="0" y="31812"/>
                      <a:pt x="0" y="27555"/>
                    </a:cubicBezTo>
                    <a:cubicBezTo>
                      <a:pt x="0" y="23336"/>
                      <a:pt x="635" y="19528"/>
                      <a:pt x="1905" y="16093"/>
                    </a:cubicBezTo>
                    <a:cubicBezTo>
                      <a:pt x="3175" y="12695"/>
                      <a:pt x="4967" y="9782"/>
                      <a:pt x="7283" y="7430"/>
                    </a:cubicBezTo>
                    <a:cubicBezTo>
                      <a:pt x="9599" y="5040"/>
                      <a:pt x="12400" y="3211"/>
                      <a:pt x="15687" y="1942"/>
                    </a:cubicBezTo>
                    <a:cubicBezTo>
                      <a:pt x="18936" y="635"/>
                      <a:pt x="22596" y="0"/>
                      <a:pt x="26593" y="0"/>
                    </a:cubicBezTo>
                    <a:close/>
                    <a:moveTo>
                      <a:pt x="26593" y="45328"/>
                    </a:moveTo>
                    <a:cubicBezTo>
                      <a:pt x="31074" y="45328"/>
                      <a:pt x="34361" y="43834"/>
                      <a:pt x="36490" y="40810"/>
                    </a:cubicBezTo>
                    <a:cubicBezTo>
                      <a:pt x="38656" y="37823"/>
                      <a:pt x="39740" y="33455"/>
                      <a:pt x="39740" y="27667"/>
                    </a:cubicBezTo>
                    <a:cubicBezTo>
                      <a:pt x="39740" y="21880"/>
                      <a:pt x="38656" y="17474"/>
                      <a:pt x="36490" y="14412"/>
                    </a:cubicBezTo>
                    <a:cubicBezTo>
                      <a:pt x="34361" y="11388"/>
                      <a:pt x="31074" y="9895"/>
                      <a:pt x="26593" y="9895"/>
                    </a:cubicBezTo>
                    <a:cubicBezTo>
                      <a:pt x="22073" y="9895"/>
                      <a:pt x="18712" y="11388"/>
                      <a:pt x="16546" y="14450"/>
                    </a:cubicBezTo>
                    <a:cubicBezTo>
                      <a:pt x="14379" y="17512"/>
                      <a:pt x="13334" y="21917"/>
                      <a:pt x="13334" y="27667"/>
                    </a:cubicBezTo>
                    <a:cubicBezTo>
                      <a:pt x="13334" y="33417"/>
                      <a:pt x="14379" y="37786"/>
                      <a:pt x="16546" y="40810"/>
                    </a:cubicBezTo>
                    <a:cubicBezTo>
                      <a:pt x="18712" y="43797"/>
                      <a:pt x="22073" y="45328"/>
                      <a:pt x="26593" y="4532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5" name="Google Shape;2495;p90"/>
              <p:cNvSpPr/>
              <p:nvPr/>
            </p:nvSpPr>
            <p:spPr>
              <a:xfrm>
                <a:off x="9501005" y="5231115"/>
                <a:ext cx="81982" cy="53728"/>
              </a:xfrm>
              <a:custGeom>
                <a:rect b="b" l="l" r="r" t="t"/>
                <a:pathLst>
                  <a:path extrusionOk="0" h="53728" w="81982">
                    <a:moveTo>
                      <a:pt x="0" y="74"/>
                    </a:moveTo>
                    <a:lnTo>
                      <a:pt x="10234" y="74"/>
                    </a:lnTo>
                    <a:cubicBezTo>
                      <a:pt x="11205" y="74"/>
                      <a:pt x="12027" y="336"/>
                      <a:pt x="12699" y="784"/>
                    </a:cubicBezTo>
                    <a:cubicBezTo>
                      <a:pt x="13371" y="1232"/>
                      <a:pt x="13782" y="1792"/>
                      <a:pt x="13969" y="2501"/>
                    </a:cubicBezTo>
                    <a:lnTo>
                      <a:pt x="21625" y="31139"/>
                    </a:lnTo>
                    <a:cubicBezTo>
                      <a:pt x="22074" y="32708"/>
                      <a:pt x="22410" y="34238"/>
                      <a:pt x="22671" y="35732"/>
                    </a:cubicBezTo>
                    <a:cubicBezTo>
                      <a:pt x="22933" y="37226"/>
                      <a:pt x="23157" y="38719"/>
                      <a:pt x="23418" y="40250"/>
                    </a:cubicBezTo>
                    <a:cubicBezTo>
                      <a:pt x="23792" y="38719"/>
                      <a:pt x="24203" y="37226"/>
                      <a:pt x="24651" y="35732"/>
                    </a:cubicBezTo>
                    <a:cubicBezTo>
                      <a:pt x="25099" y="34238"/>
                      <a:pt x="25547" y="32708"/>
                      <a:pt x="26033" y="31139"/>
                    </a:cubicBezTo>
                    <a:lnTo>
                      <a:pt x="34922" y="2389"/>
                    </a:lnTo>
                    <a:cubicBezTo>
                      <a:pt x="35146" y="1680"/>
                      <a:pt x="35557" y="1120"/>
                      <a:pt x="36192" y="672"/>
                    </a:cubicBezTo>
                    <a:cubicBezTo>
                      <a:pt x="36789" y="224"/>
                      <a:pt x="37536" y="0"/>
                      <a:pt x="38358" y="0"/>
                    </a:cubicBezTo>
                    <a:lnTo>
                      <a:pt x="44072" y="0"/>
                    </a:lnTo>
                    <a:cubicBezTo>
                      <a:pt x="45006" y="0"/>
                      <a:pt x="45790" y="224"/>
                      <a:pt x="46425" y="672"/>
                    </a:cubicBezTo>
                    <a:cubicBezTo>
                      <a:pt x="47061" y="1120"/>
                      <a:pt x="47471" y="1680"/>
                      <a:pt x="47695" y="2389"/>
                    </a:cubicBezTo>
                    <a:lnTo>
                      <a:pt x="56472" y="31662"/>
                    </a:lnTo>
                    <a:cubicBezTo>
                      <a:pt x="56921" y="33156"/>
                      <a:pt x="57332" y="34612"/>
                      <a:pt x="57705" y="36030"/>
                    </a:cubicBezTo>
                    <a:cubicBezTo>
                      <a:pt x="58041" y="37449"/>
                      <a:pt x="58414" y="38868"/>
                      <a:pt x="58751" y="40287"/>
                    </a:cubicBezTo>
                    <a:cubicBezTo>
                      <a:pt x="59012" y="38793"/>
                      <a:pt x="59273" y="37300"/>
                      <a:pt x="59572" y="35807"/>
                    </a:cubicBezTo>
                    <a:cubicBezTo>
                      <a:pt x="59871" y="34276"/>
                      <a:pt x="60245" y="32745"/>
                      <a:pt x="60693" y="31139"/>
                    </a:cubicBezTo>
                    <a:lnTo>
                      <a:pt x="68648" y="2501"/>
                    </a:lnTo>
                    <a:cubicBezTo>
                      <a:pt x="68835" y="1792"/>
                      <a:pt x="69246" y="1232"/>
                      <a:pt x="69918" y="784"/>
                    </a:cubicBezTo>
                    <a:cubicBezTo>
                      <a:pt x="70553" y="336"/>
                      <a:pt x="71338" y="74"/>
                      <a:pt x="72197" y="74"/>
                    </a:cubicBezTo>
                    <a:lnTo>
                      <a:pt x="81982" y="74"/>
                    </a:lnTo>
                    <a:lnTo>
                      <a:pt x="64988" y="53729"/>
                    </a:lnTo>
                    <a:lnTo>
                      <a:pt x="54568" y="53729"/>
                    </a:lnTo>
                    <a:cubicBezTo>
                      <a:pt x="53447" y="53729"/>
                      <a:pt x="52663" y="52945"/>
                      <a:pt x="52177" y="51414"/>
                    </a:cubicBezTo>
                    <a:lnTo>
                      <a:pt x="42504" y="20424"/>
                    </a:lnTo>
                    <a:cubicBezTo>
                      <a:pt x="42205" y="19415"/>
                      <a:pt x="41906" y="18407"/>
                      <a:pt x="41645" y="17362"/>
                    </a:cubicBezTo>
                    <a:cubicBezTo>
                      <a:pt x="41383" y="16354"/>
                      <a:pt x="41159" y="15308"/>
                      <a:pt x="40973" y="14300"/>
                    </a:cubicBezTo>
                    <a:cubicBezTo>
                      <a:pt x="40786" y="15346"/>
                      <a:pt x="40562" y="16391"/>
                      <a:pt x="40300" y="17436"/>
                    </a:cubicBezTo>
                    <a:cubicBezTo>
                      <a:pt x="40076" y="18445"/>
                      <a:pt x="39777" y="19490"/>
                      <a:pt x="39479" y="20536"/>
                    </a:cubicBezTo>
                    <a:lnTo>
                      <a:pt x="29693" y="51414"/>
                    </a:lnTo>
                    <a:cubicBezTo>
                      <a:pt x="29207" y="52945"/>
                      <a:pt x="28274" y="53729"/>
                      <a:pt x="26854" y="53729"/>
                    </a:cubicBezTo>
                    <a:lnTo>
                      <a:pt x="16994" y="53729"/>
                    </a:lnTo>
                    <a:lnTo>
                      <a:pt x="0" y="74"/>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6" name="Google Shape;2496;p90"/>
              <p:cNvSpPr/>
              <p:nvPr/>
            </p:nvSpPr>
            <p:spPr>
              <a:xfrm>
                <a:off x="9584555" y="5207667"/>
                <a:ext cx="55277" cy="77176"/>
              </a:xfrm>
              <a:custGeom>
                <a:rect b="b" l="l" r="r" t="t"/>
                <a:pathLst>
                  <a:path extrusionOk="0" h="77176" w="55277">
                    <a:moveTo>
                      <a:pt x="7993" y="77177"/>
                    </a:moveTo>
                    <a:lnTo>
                      <a:pt x="7993" y="33268"/>
                    </a:lnTo>
                    <a:lnTo>
                      <a:pt x="3324" y="32521"/>
                    </a:lnTo>
                    <a:cubicBezTo>
                      <a:pt x="2316" y="32371"/>
                      <a:pt x="1531" y="31998"/>
                      <a:pt x="897" y="31475"/>
                    </a:cubicBezTo>
                    <a:cubicBezTo>
                      <a:pt x="299" y="30953"/>
                      <a:pt x="0" y="30243"/>
                      <a:pt x="0" y="29273"/>
                    </a:cubicBezTo>
                    <a:lnTo>
                      <a:pt x="0" y="24008"/>
                    </a:lnTo>
                    <a:lnTo>
                      <a:pt x="7993" y="24008"/>
                    </a:lnTo>
                    <a:lnTo>
                      <a:pt x="7993" y="21768"/>
                    </a:lnTo>
                    <a:cubicBezTo>
                      <a:pt x="7993" y="18893"/>
                      <a:pt x="8441" y="16167"/>
                      <a:pt x="9337" y="13554"/>
                    </a:cubicBezTo>
                    <a:cubicBezTo>
                      <a:pt x="10234" y="10940"/>
                      <a:pt x="11579" y="8625"/>
                      <a:pt x="13446" y="6646"/>
                    </a:cubicBezTo>
                    <a:cubicBezTo>
                      <a:pt x="15276" y="4630"/>
                      <a:pt x="17629" y="3024"/>
                      <a:pt x="20430" y="1830"/>
                    </a:cubicBezTo>
                    <a:cubicBezTo>
                      <a:pt x="23269" y="634"/>
                      <a:pt x="26630" y="0"/>
                      <a:pt x="30477" y="0"/>
                    </a:cubicBezTo>
                    <a:cubicBezTo>
                      <a:pt x="33652" y="0"/>
                      <a:pt x="36677" y="112"/>
                      <a:pt x="39516" y="336"/>
                    </a:cubicBezTo>
                    <a:cubicBezTo>
                      <a:pt x="42354" y="523"/>
                      <a:pt x="45193" y="634"/>
                      <a:pt x="47994" y="634"/>
                    </a:cubicBezTo>
                    <a:lnTo>
                      <a:pt x="55277" y="634"/>
                    </a:lnTo>
                    <a:lnTo>
                      <a:pt x="55277" y="77177"/>
                    </a:lnTo>
                    <a:lnTo>
                      <a:pt x="42392" y="77177"/>
                    </a:lnTo>
                    <a:lnTo>
                      <a:pt x="42392" y="9409"/>
                    </a:lnTo>
                    <a:lnTo>
                      <a:pt x="32532" y="9409"/>
                    </a:lnTo>
                    <a:cubicBezTo>
                      <a:pt x="28610" y="9409"/>
                      <a:pt x="25622" y="10492"/>
                      <a:pt x="23568" y="12658"/>
                    </a:cubicBezTo>
                    <a:cubicBezTo>
                      <a:pt x="21513" y="14786"/>
                      <a:pt x="20505" y="17848"/>
                      <a:pt x="20505" y="21805"/>
                    </a:cubicBezTo>
                    <a:lnTo>
                      <a:pt x="20505" y="24008"/>
                    </a:lnTo>
                    <a:lnTo>
                      <a:pt x="33204" y="24008"/>
                    </a:lnTo>
                    <a:lnTo>
                      <a:pt x="33204" y="33193"/>
                    </a:lnTo>
                    <a:lnTo>
                      <a:pt x="20916" y="33193"/>
                    </a:lnTo>
                    <a:lnTo>
                      <a:pt x="20916" y="77177"/>
                    </a:lnTo>
                    <a:lnTo>
                      <a:pt x="7993" y="7717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7" name="Google Shape;2497;p90"/>
              <p:cNvSpPr/>
              <p:nvPr/>
            </p:nvSpPr>
            <p:spPr>
              <a:xfrm>
                <a:off x="9652121" y="5230219"/>
                <a:ext cx="44707" cy="55446"/>
              </a:xfrm>
              <a:custGeom>
                <a:rect b="b" l="l" r="r" t="t"/>
                <a:pathLst>
                  <a:path extrusionOk="0" h="55446" w="44707">
                    <a:moveTo>
                      <a:pt x="44707" y="54625"/>
                    </a:moveTo>
                    <a:lnTo>
                      <a:pt x="38880" y="54625"/>
                    </a:lnTo>
                    <a:cubicBezTo>
                      <a:pt x="37685" y="54625"/>
                      <a:pt x="36714" y="54438"/>
                      <a:pt x="36005" y="54065"/>
                    </a:cubicBezTo>
                    <a:cubicBezTo>
                      <a:pt x="35332" y="53691"/>
                      <a:pt x="34809" y="52945"/>
                      <a:pt x="34436" y="51862"/>
                    </a:cubicBezTo>
                    <a:lnTo>
                      <a:pt x="33278" y="48016"/>
                    </a:lnTo>
                    <a:cubicBezTo>
                      <a:pt x="31933" y="49248"/>
                      <a:pt x="30589" y="50331"/>
                      <a:pt x="29282" y="51265"/>
                    </a:cubicBezTo>
                    <a:cubicBezTo>
                      <a:pt x="27975" y="52161"/>
                      <a:pt x="26630" y="52945"/>
                      <a:pt x="25248" y="53579"/>
                    </a:cubicBezTo>
                    <a:cubicBezTo>
                      <a:pt x="23866" y="54214"/>
                      <a:pt x="22372" y="54662"/>
                      <a:pt x="20803" y="54998"/>
                    </a:cubicBezTo>
                    <a:cubicBezTo>
                      <a:pt x="19235" y="55297"/>
                      <a:pt x="17479" y="55446"/>
                      <a:pt x="15574" y="55446"/>
                    </a:cubicBezTo>
                    <a:cubicBezTo>
                      <a:pt x="13296" y="55446"/>
                      <a:pt x="11205" y="55147"/>
                      <a:pt x="9300" y="54550"/>
                    </a:cubicBezTo>
                    <a:cubicBezTo>
                      <a:pt x="7358" y="53915"/>
                      <a:pt x="5715" y="53019"/>
                      <a:pt x="4370" y="51787"/>
                    </a:cubicBezTo>
                    <a:cubicBezTo>
                      <a:pt x="2988" y="50555"/>
                      <a:pt x="1905" y="49024"/>
                      <a:pt x="1120" y="47232"/>
                    </a:cubicBezTo>
                    <a:cubicBezTo>
                      <a:pt x="373" y="45402"/>
                      <a:pt x="0" y="43274"/>
                      <a:pt x="0" y="40885"/>
                    </a:cubicBezTo>
                    <a:cubicBezTo>
                      <a:pt x="0" y="38831"/>
                      <a:pt x="523" y="36852"/>
                      <a:pt x="1568" y="34873"/>
                    </a:cubicBezTo>
                    <a:cubicBezTo>
                      <a:pt x="2652" y="32894"/>
                      <a:pt x="4407" y="31102"/>
                      <a:pt x="6910" y="29534"/>
                    </a:cubicBezTo>
                    <a:cubicBezTo>
                      <a:pt x="9375" y="27929"/>
                      <a:pt x="12661" y="26621"/>
                      <a:pt x="16770" y="25576"/>
                    </a:cubicBezTo>
                    <a:cubicBezTo>
                      <a:pt x="20878" y="24493"/>
                      <a:pt x="25995" y="23970"/>
                      <a:pt x="32083" y="23970"/>
                    </a:cubicBezTo>
                    <a:lnTo>
                      <a:pt x="32083" y="20834"/>
                    </a:lnTo>
                    <a:cubicBezTo>
                      <a:pt x="32083" y="17213"/>
                      <a:pt x="31336" y="14524"/>
                      <a:pt x="29805" y="12807"/>
                    </a:cubicBezTo>
                    <a:cubicBezTo>
                      <a:pt x="28311" y="11052"/>
                      <a:pt x="26107" y="10193"/>
                      <a:pt x="23194" y="10193"/>
                    </a:cubicBezTo>
                    <a:cubicBezTo>
                      <a:pt x="21102" y="10193"/>
                      <a:pt x="19384" y="10417"/>
                      <a:pt x="17965" y="10902"/>
                    </a:cubicBezTo>
                    <a:cubicBezTo>
                      <a:pt x="16583" y="11388"/>
                      <a:pt x="15351" y="11948"/>
                      <a:pt x="14342" y="12545"/>
                    </a:cubicBezTo>
                    <a:cubicBezTo>
                      <a:pt x="13296" y="13180"/>
                      <a:pt x="12362" y="13703"/>
                      <a:pt x="11503" y="14225"/>
                    </a:cubicBezTo>
                    <a:cubicBezTo>
                      <a:pt x="10607" y="14711"/>
                      <a:pt x="9673" y="14935"/>
                      <a:pt x="8627" y="14935"/>
                    </a:cubicBezTo>
                    <a:cubicBezTo>
                      <a:pt x="7731" y="14935"/>
                      <a:pt x="6984" y="14711"/>
                      <a:pt x="6349" y="14263"/>
                    </a:cubicBezTo>
                    <a:cubicBezTo>
                      <a:pt x="5751" y="13815"/>
                      <a:pt x="5229" y="13255"/>
                      <a:pt x="4855" y="12583"/>
                    </a:cubicBezTo>
                    <a:lnTo>
                      <a:pt x="2502" y="8475"/>
                    </a:lnTo>
                    <a:cubicBezTo>
                      <a:pt x="8665" y="2800"/>
                      <a:pt x="16097" y="0"/>
                      <a:pt x="24837" y="0"/>
                    </a:cubicBezTo>
                    <a:cubicBezTo>
                      <a:pt x="27975" y="0"/>
                      <a:pt x="30776" y="522"/>
                      <a:pt x="33204" y="1531"/>
                    </a:cubicBezTo>
                    <a:cubicBezTo>
                      <a:pt x="35668" y="2576"/>
                      <a:pt x="37760" y="3995"/>
                      <a:pt x="39478" y="5824"/>
                    </a:cubicBezTo>
                    <a:cubicBezTo>
                      <a:pt x="41159" y="7654"/>
                      <a:pt x="42466" y="9819"/>
                      <a:pt x="43363" y="12396"/>
                    </a:cubicBezTo>
                    <a:cubicBezTo>
                      <a:pt x="44259" y="14935"/>
                      <a:pt x="44707" y="17698"/>
                      <a:pt x="44707" y="20760"/>
                    </a:cubicBezTo>
                    <a:lnTo>
                      <a:pt x="44707" y="54625"/>
                    </a:lnTo>
                    <a:close/>
                    <a:moveTo>
                      <a:pt x="19608" y="46560"/>
                    </a:moveTo>
                    <a:cubicBezTo>
                      <a:pt x="20916" y="46560"/>
                      <a:pt x="22148" y="46448"/>
                      <a:pt x="23269" y="46224"/>
                    </a:cubicBezTo>
                    <a:cubicBezTo>
                      <a:pt x="24352" y="45962"/>
                      <a:pt x="25435" y="45627"/>
                      <a:pt x="26406" y="45141"/>
                    </a:cubicBezTo>
                    <a:cubicBezTo>
                      <a:pt x="27414" y="44656"/>
                      <a:pt x="28385" y="44058"/>
                      <a:pt x="29282" y="43349"/>
                    </a:cubicBezTo>
                    <a:cubicBezTo>
                      <a:pt x="30215" y="42639"/>
                      <a:pt x="31149" y="41818"/>
                      <a:pt x="32083" y="40847"/>
                    </a:cubicBezTo>
                    <a:lnTo>
                      <a:pt x="32083" y="31886"/>
                    </a:lnTo>
                    <a:cubicBezTo>
                      <a:pt x="28311" y="31886"/>
                      <a:pt x="25173" y="32110"/>
                      <a:pt x="22671" y="32596"/>
                    </a:cubicBezTo>
                    <a:cubicBezTo>
                      <a:pt x="20131" y="33044"/>
                      <a:pt x="18114" y="33678"/>
                      <a:pt x="16546" y="34425"/>
                    </a:cubicBezTo>
                    <a:cubicBezTo>
                      <a:pt x="15015" y="35134"/>
                      <a:pt x="13931" y="35993"/>
                      <a:pt x="13296" y="37001"/>
                    </a:cubicBezTo>
                    <a:cubicBezTo>
                      <a:pt x="12661" y="37972"/>
                      <a:pt x="12325" y="39055"/>
                      <a:pt x="12325" y="40212"/>
                    </a:cubicBezTo>
                    <a:cubicBezTo>
                      <a:pt x="12325" y="42490"/>
                      <a:pt x="12998" y="44096"/>
                      <a:pt x="14342" y="45104"/>
                    </a:cubicBezTo>
                    <a:cubicBezTo>
                      <a:pt x="15687" y="46075"/>
                      <a:pt x="17442" y="46560"/>
                      <a:pt x="19608" y="465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8" name="Google Shape;2498;p90"/>
              <p:cNvSpPr/>
              <p:nvPr/>
            </p:nvSpPr>
            <p:spPr>
              <a:xfrm>
                <a:off x="9709676" y="5207144"/>
                <a:ext cx="49525" cy="77699"/>
              </a:xfrm>
              <a:custGeom>
                <a:rect b="b" l="l" r="r" t="t"/>
                <a:pathLst>
                  <a:path extrusionOk="0" h="77699" w="49525">
                    <a:moveTo>
                      <a:pt x="12923" y="0"/>
                    </a:moveTo>
                    <a:lnTo>
                      <a:pt x="12923" y="44507"/>
                    </a:lnTo>
                    <a:lnTo>
                      <a:pt x="15314" y="44507"/>
                    </a:lnTo>
                    <a:cubicBezTo>
                      <a:pt x="16210" y="44507"/>
                      <a:pt x="16882" y="44395"/>
                      <a:pt x="17368" y="44133"/>
                    </a:cubicBezTo>
                    <a:cubicBezTo>
                      <a:pt x="17853" y="43909"/>
                      <a:pt x="18376" y="43424"/>
                      <a:pt x="18936" y="42789"/>
                    </a:cubicBezTo>
                    <a:lnTo>
                      <a:pt x="32270" y="26323"/>
                    </a:lnTo>
                    <a:cubicBezTo>
                      <a:pt x="32868" y="25614"/>
                      <a:pt x="33503" y="25053"/>
                      <a:pt x="34137" y="24643"/>
                    </a:cubicBezTo>
                    <a:cubicBezTo>
                      <a:pt x="34810" y="24269"/>
                      <a:pt x="35669" y="24045"/>
                      <a:pt x="36752" y="24045"/>
                    </a:cubicBezTo>
                    <a:lnTo>
                      <a:pt x="48592" y="24045"/>
                    </a:lnTo>
                    <a:lnTo>
                      <a:pt x="31896" y="43984"/>
                    </a:lnTo>
                    <a:cubicBezTo>
                      <a:pt x="31299" y="44693"/>
                      <a:pt x="30702" y="45365"/>
                      <a:pt x="30066" y="46000"/>
                    </a:cubicBezTo>
                    <a:cubicBezTo>
                      <a:pt x="29431" y="46597"/>
                      <a:pt x="28759" y="47120"/>
                      <a:pt x="28012" y="47568"/>
                    </a:cubicBezTo>
                    <a:cubicBezTo>
                      <a:pt x="28759" y="48091"/>
                      <a:pt x="29394" y="48726"/>
                      <a:pt x="29954" y="49398"/>
                    </a:cubicBezTo>
                    <a:cubicBezTo>
                      <a:pt x="30515" y="50107"/>
                      <a:pt x="31075" y="50854"/>
                      <a:pt x="31635" y="51675"/>
                    </a:cubicBezTo>
                    <a:lnTo>
                      <a:pt x="49525" y="77699"/>
                    </a:lnTo>
                    <a:lnTo>
                      <a:pt x="37872" y="77699"/>
                    </a:lnTo>
                    <a:cubicBezTo>
                      <a:pt x="36864" y="77699"/>
                      <a:pt x="36005" y="77513"/>
                      <a:pt x="35295" y="77177"/>
                    </a:cubicBezTo>
                    <a:cubicBezTo>
                      <a:pt x="34586" y="76803"/>
                      <a:pt x="33988" y="76244"/>
                      <a:pt x="33428" y="75385"/>
                    </a:cubicBezTo>
                    <a:lnTo>
                      <a:pt x="19758" y="55073"/>
                    </a:lnTo>
                    <a:cubicBezTo>
                      <a:pt x="19235" y="54252"/>
                      <a:pt x="18712" y="53729"/>
                      <a:pt x="18190" y="53505"/>
                    </a:cubicBezTo>
                    <a:cubicBezTo>
                      <a:pt x="17667" y="53244"/>
                      <a:pt x="16882" y="53131"/>
                      <a:pt x="15837" y="53131"/>
                    </a:cubicBezTo>
                    <a:lnTo>
                      <a:pt x="12923" y="53131"/>
                    </a:lnTo>
                    <a:lnTo>
                      <a:pt x="12923" y="77699"/>
                    </a:lnTo>
                    <a:lnTo>
                      <a:pt x="0" y="77699"/>
                    </a:lnTo>
                    <a:lnTo>
                      <a:pt x="0" y="0"/>
                    </a:lnTo>
                    <a:lnTo>
                      <a:pt x="12923" y="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499" name="Google Shape;2499;p90"/>
              <p:cNvSpPr/>
              <p:nvPr/>
            </p:nvSpPr>
            <p:spPr>
              <a:xfrm>
                <a:off x="9760471" y="5230368"/>
                <a:ext cx="48964" cy="55259"/>
              </a:xfrm>
              <a:custGeom>
                <a:rect b="b" l="l" r="r" t="t"/>
                <a:pathLst>
                  <a:path extrusionOk="0" h="55259" w="48964">
                    <a:moveTo>
                      <a:pt x="25771" y="0"/>
                    </a:moveTo>
                    <a:cubicBezTo>
                      <a:pt x="29132" y="0"/>
                      <a:pt x="32270" y="523"/>
                      <a:pt x="35108" y="1606"/>
                    </a:cubicBezTo>
                    <a:cubicBezTo>
                      <a:pt x="37947" y="2688"/>
                      <a:pt x="40374" y="4294"/>
                      <a:pt x="42429" y="6348"/>
                    </a:cubicBezTo>
                    <a:cubicBezTo>
                      <a:pt x="44483" y="8438"/>
                      <a:pt x="46089" y="10978"/>
                      <a:pt x="47247" y="14002"/>
                    </a:cubicBezTo>
                    <a:cubicBezTo>
                      <a:pt x="48405" y="16989"/>
                      <a:pt x="48965" y="20424"/>
                      <a:pt x="48965" y="24307"/>
                    </a:cubicBezTo>
                    <a:cubicBezTo>
                      <a:pt x="48965" y="25278"/>
                      <a:pt x="48928" y="26099"/>
                      <a:pt x="48853" y="26734"/>
                    </a:cubicBezTo>
                    <a:cubicBezTo>
                      <a:pt x="48741" y="27369"/>
                      <a:pt x="48592" y="27891"/>
                      <a:pt x="48367" y="28265"/>
                    </a:cubicBezTo>
                    <a:cubicBezTo>
                      <a:pt x="48143" y="28638"/>
                      <a:pt x="47844" y="28862"/>
                      <a:pt x="47471" y="29049"/>
                    </a:cubicBezTo>
                    <a:cubicBezTo>
                      <a:pt x="47060" y="29198"/>
                      <a:pt x="46575" y="29273"/>
                      <a:pt x="46014" y="29273"/>
                    </a:cubicBezTo>
                    <a:lnTo>
                      <a:pt x="12848" y="29273"/>
                    </a:lnTo>
                    <a:cubicBezTo>
                      <a:pt x="13221" y="34762"/>
                      <a:pt x="14715" y="38831"/>
                      <a:pt x="17293" y="41407"/>
                    </a:cubicBezTo>
                    <a:cubicBezTo>
                      <a:pt x="19870" y="43984"/>
                      <a:pt x="23269" y="45253"/>
                      <a:pt x="27526" y="45253"/>
                    </a:cubicBezTo>
                    <a:cubicBezTo>
                      <a:pt x="29618" y="45253"/>
                      <a:pt x="31448" y="45029"/>
                      <a:pt x="32942" y="44544"/>
                    </a:cubicBezTo>
                    <a:cubicBezTo>
                      <a:pt x="34473" y="44059"/>
                      <a:pt x="35781" y="43498"/>
                      <a:pt x="36939" y="42901"/>
                    </a:cubicBezTo>
                    <a:cubicBezTo>
                      <a:pt x="38059" y="42341"/>
                      <a:pt x="39067" y="41781"/>
                      <a:pt x="39889" y="41296"/>
                    </a:cubicBezTo>
                    <a:cubicBezTo>
                      <a:pt x="40748" y="40810"/>
                      <a:pt x="41570" y="40549"/>
                      <a:pt x="42391" y="40549"/>
                    </a:cubicBezTo>
                    <a:cubicBezTo>
                      <a:pt x="42914" y="40549"/>
                      <a:pt x="43363" y="40661"/>
                      <a:pt x="43736" y="40885"/>
                    </a:cubicBezTo>
                    <a:cubicBezTo>
                      <a:pt x="44147" y="41071"/>
                      <a:pt x="44445" y="41370"/>
                      <a:pt x="44744" y="41781"/>
                    </a:cubicBezTo>
                    <a:lnTo>
                      <a:pt x="48517" y="46486"/>
                    </a:lnTo>
                    <a:cubicBezTo>
                      <a:pt x="47060" y="48128"/>
                      <a:pt x="45454" y="49547"/>
                      <a:pt x="43699" y="50667"/>
                    </a:cubicBezTo>
                    <a:cubicBezTo>
                      <a:pt x="41906" y="51825"/>
                      <a:pt x="40076" y="52721"/>
                      <a:pt x="38134" y="53393"/>
                    </a:cubicBezTo>
                    <a:cubicBezTo>
                      <a:pt x="36191" y="54065"/>
                      <a:pt x="34212" y="54550"/>
                      <a:pt x="32233" y="54849"/>
                    </a:cubicBezTo>
                    <a:cubicBezTo>
                      <a:pt x="30215" y="55110"/>
                      <a:pt x="28273" y="55260"/>
                      <a:pt x="26406" y="55260"/>
                    </a:cubicBezTo>
                    <a:cubicBezTo>
                      <a:pt x="22671" y="55260"/>
                      <a:pt x="19198" y="54625"/>
                      <a:pt x="15985" y="53393"/>
                    </a:cubicBezTo>
                    <a:cubicBezTo>
                      <a:pt x="12773" y="52161"/>
                      <a:pt x="9972" y="50331"/>
                      <a:pt x="7619" y="47905"/>
                    </a:cubicBezTo>
                    <a:cubicBezTo>
                      <a:pt x="5229" y="45477"/>
                      <a:pt x="3398" y="42490"/>
                      <a:pt x="2017" y="38906"/>
                    </a:cubicBezTo>
                    <a:cubicBezTo>
                      <a:pt x="672" y="35359"/>
                      <a:pt x="0" y="31214"/>
                      <a:pt x="0" y="26510"/>
                    </a:cubicBezTo>
                    <a:cubicBezTo>
                      <a:pt x="0" y="22851"/>
                      <a:pt x="560" y="19416"/>
                      <a:pt x="1755" y="16168"/>
                    </a:cubicBezTo>
                    <a:cubicBezTo>
                      <a:pt x="2950" y="12956"/>
                      <a:pt x="4631" y="10156"/>
                      <a:pt x="6872" y="7767"/>
                    </a:cubicBezTo>
                    <a:cubicBezTo>
                      <a:pt x="9076" y="5377"/>
                      <a:pt x="11765" y="3473"/>
                      <a:pt x="14977" y="2091"/>
                    </a:cubicBezTo>
                    <a:cubicBezTo>
                      <a:pt x="18152" y="710"/>
                      <a:pt x="21737" y="0"/>
                      <a:pt x="25771" y="0"/>
                    </a:cubicBezTo>
                    <a:close/>
                    <a:moveTo>
                      <a:pt x="26032" y="9260"/>
                    </a:moveTo>
                    <a:cubicBezTo>
                      <a:pt x="22260" y="9260"/>
                      <a:pt x="19309" y="10305"/>
                      <a:pt x="17181" y="12434"/>
                    </a:cubicBezTo>
                    <a:cubicBezTo>
                      <a:pt x="15051" y="14562"/>
                      <a:pt x="13707" y="17586"/>
                      <a:pt x="13110" y="21469"/>
                    </a:cubicBezTo>
                    <a:lnTo>
                      <a:pt x="37349" y="21469"/>
                    </a:lnTo>
                    <a:cubicBezTo>
                      <a:pt x="37349" y="19827"/>
                      <a:pt x="37125" y="18221"/>
                      <a:pt x="36677" y="16765"/>
                    </a:cubicBezTo>
                    <a:cubicBezTo>
                      <a:pt x="36229" y="15271"/>
                      <a:pt x="35557" y="13964"/>
                      <a:pt x="34586" y="12844"/>
                    </a:cubicBezTo>
                    <a:cubicBezTo>
                      <a:pt x="33652" y="11761"/>
                      <a:pt x="32456" y="10865"/>
                      <a:pt x="31037" y="10230"/>
                    </a:cubicBezTo>
                    <a:cubicBezTo>
                      <a:pt x="29618" y="9559"/>
                      <a:pt x="27937" y="9260"/>
                      <a:pt x="26032"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0" name="Google Shape;2500;p90"/>
              <p:cNvSpPr/>
              <p:nvPr/>
            </p:nvSpPr>
            <p:spPr>
              <a:xfrm>
                <a:off x="9373531" y="5332449"/>
                <a:ext cx="53932" cy="75608"/>
              </a:xfrm>
              <a:custGeom>
                <a:rect b="b" l="l" r="r" t="t"/>
                <a:pathLst>
                  <a:path extrusionOk="0" h="75608" w="53932">
                    <a:moveTo>
                      <a:pt x="14043" y="48987"/>
                    </a:moveTo>
                    <a:lnTo>
                      <a:pt x="14043" y="75609"/>
                    </a:lnTo>
                    <a:lnTo>
                      <a:pt x="0" y="75609"/>
                    </a:lnTo>
                    <a:lnTo>
                      <a:pt x="0" y="0"/>
                    </a:lnTo>
                    <a:lnTo>
                      <a:pt x="24614" y="0"/>
                    </a:lnTo>
                    <a:cubicBezTo>
                      <a:pt x="29656" y="0"/>
                      <a:pt x="34026" y="598"/>
                      <a:pt x="37723" y="1793"/>
                    </a:cubicBezTo>
                    <a:cubicBezTo>
                      <a:pt x="41421" y="2987"/>
                      <a:pt x="44483" y="4630"/>
                      <a:pt x="46874" y="6758"/>
                    </a:cubicBezTo>
                    <a:cubicBezTo>
                      <a:pt x="49301" y="8886"/>
                      <a:pt x="51057" y="11426"/>
                      <a:pt x="52215" y="14375"/>
                    </a:cubicBezTo>
                    <a:cubicBezTo>
                      <a:pt x="53372" y="17362"/>
                      <a:pt x="53933" y="20610"/>
                      <a:pt x="53933" y="24120"/>
                    </a:cubicBezTo>
                    <a:cubicBezTo>
                      <a:pt x="53933" y="27779"/>
                      <a:pt x="53335" y="31140"/>
                      <a:pt x="52103" y="34164"/>
                    </a:cubicBezTo>
                    <a:cubicBezTo>
                      <a:pt x="50907" y="37226"/>
                      <a:pt x="49077" y="39839"/>
                      <a:pt x="46612" y="42042"/>
                    </a:cubicBezTo>
                    <a:cubicBezTo>
                      <a:pt x="44185" y="44246"/>
                      <a:pt x="41122" y="45963"/>
                      <a:pt x="37462" y="47157"/>
                    </a:cubicBezTo>
                    <a:cubicBezTo>
                      <a:pt x="33801" y="48390"/>
                      <a:pt x="29543" y="48987"/>
                      <a:pt x="24614" y="48987"/>
                    </a:cubicBezTo>
                    <a:lnTo>
                      <a:pt x="14043" y="48987"/>
                    </a:lnTo>
                    <a:close/>
                    <a:moveTo>
                      <a:pt x="14043" y="38010"/>
                    </a:moveTo>
                    <a:lnTo>
                      <a:pt x="24614" y="38010"/>
                    </a:lnTo>
                    <a:cubicBezTo>
                      <a:pt x="27190" y="38010"/>
                      <a:pt x="29431" y="37711"/>
                      <a:pt x="31374" y="37039"/>
                    </a:cubicBezTo>
                    <a:cubicBezTo>
                      <a:pt x="33278" y="36404"/>
                      <a:pt x="34847" y="35471"/>
                      <a:pt x="36117" y="34276"/>
                    </a:cubicBezTo>
                    <a:cubicBezTo>
                      <a:pt x="37387" y="33082"/>
                      <a:pt x="38320" y="31625"/>
                      <a:pt x="38956" y="29870"/>
                    </a:cubicBezTo>
                    <a:cubicBezTo>
                      <a:pt x="39553" y="28153"/>
                      <a:pt x="39889" y="26248"/>
                      <a:pt x="39889" y="24120"/>
                    </a:cubicBezTo>
                    <a:cubicBezTo>
                      <a:pt x="39889" y="22104"/>
                      <a:pt x="39553" y="20275"/>
                      <a:pt x="38956" y="18632"/>
                    </a:cubicBezTo>
                    <a:cubicBezTo>
                      <a:pt x="38320" y="16989"/>
                      <a:pt x="37387" y="15607"/>
                      <a:pt x="36117" y="14450"/>
                    </a:cubicBezTo>
                    <a:cubicBezTo>
                      <a:pt x="34847" y="13292"/>
                      <a:pt x="33278" y="12396"/>
                      <a:pt x="31374" y="11799"/>
                    </a:cubicBezTo>
                    <a:cubicBezTo>
                      <a:pt x="29431" y="11201"/>
                      <a:pt x="27190" y="10903"/>
                      <a:pt x="24614" y="10903"/>
                    </a:cubicBezTo>
                    <a:lnTo>
                      <a:pt x="14043" y="10903"/>
                    </a:lnTo>
                    <a:lnTo>
                      <a:pt x="14043" y="38010"/>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1" name="Google Shape;2501;p90"/>
              <p:cNvSpPr/>
              <p:nvPr/>
            </p:nvSpPr>
            <p:spPr>
              <a:xfrm>
                <a:off x="9432394" y="5353582"/>
                <a:ext cx="53073" cy="55259"/>
              </a:xfrm>
              <a:custGeom>
                <a:rect b="b" l="l" r="r" t="t"/>
                <a:pathLst>
                  <a:path extrusionOk="0" h="55259" w="53073">
                    <a:moveTo>
                      <a:pt x="26630" y="0"/>
                    </a:moveTo>
                    <a:cubicBezTo>
                      <a:pt x="30627" y="0"/>
                      <a:pt x="34250" y="635"/>
                      <a:pt x="37536" y="1942"/>
                    </a:cubicBezTo>
                    <a:cubicBezTo>
                      <a:pt x="40786" y="3211"/>
                      <a:pt x="43549" y="5040"/>
                      <a:pt x="45865" y="7430"/>
                    </a:cubicBezTo>
                    <a:cubicBezTo>
                      <a:pt x="48143" y="9782"/>
                      <a:pt x="49936" y="12695"/>
                      <a:pt x="51206" y="16093"/>
                    </a:cubicBezTo>
                    <a:cubicBezTo>
                      <a:pt x="52439" y="19528"/>
                      <a:pt x="53074" y="23336"/>
                      <a:pt x="53074" y="27555"/>
                    </a:cubicBezTo>
                    <a:cubicBezTo>
                      <a:pt x="53074" y="31812"/>
                      <a:pt x="52439" y="35620"/>
                      <a:pt x="51206" y="39056"/>
                    </a:cubicBezTo>
                    <a:cubicBezTo>
                      <a:pt x="49936" y="42453"/>
                      <a:pt x="48143" y="45365"/>
                      <a:pt x="45865" y="47792"/>
                    </a:cubicBezTo>
                    <a:cubicBezTo>
                      <a:pt x="43549" y="50182"/>
                      <a:pt x="40786" y="52012"/>
                      <a:pt x="37536" y="53318"/>
                    </a:cubicBezTo>
                    <a:cubicBezTo>
                      <a:pt x="34250" y="54625"/>
                      <a:pt x="30627" y="55260"/>
                      <a:pt x="26630" y="55260"/>
                    </a:cubicBezTo>
                    <a:cubicBezTo>
                      <a:pt x="22597" y="55260"/>
                      <a:pt x="18974" y="54625"/>
                      <a:pt x="15687" y="53318"/>
                    </a:cubicBezTo>
                    <a:cubicBezTo>
                      <a:pt x="12400" y="52012"/>
                      <a:pt x="9599" y="50182"/>
                      <a:pt x="7283" y="47792"/>
                    </a:cubicBezTo>
                    <a:cubicBezTo>
                      <a:pt x="4968" y="45365"/>
                      <a:pt x="3175" y="42453"/>
                      <a:pt x="1905" y="39056"/>
                    </a:cubicBezTo>
                    <a:cubicBezTo>
                      <a:pt x="635" y="35620"/>
                      <a:pt x="0" y="31812"/>
                      <a:pt x="0" y="27555"/>
                    </a:cubicBezTo>
                    <a:cubicBezTo>
                      <a:pt x="0" y="23336"/>
                      <a:pt x="635" y="19528"/>
                      <a:pt x="1905" y="16093"/>
                    </a:cubicBezTo>
                    <a:cubicBezTo>
                      <a:pt x="3175" y="12695"/>
                      <a:pt x="4968" y="9782"/>
                      <a:pt x="7283" y="7430"/>
                    </a:cubicBezTo>
                    <a:cubicBezTo>
                      <a:pt x="9599" y="5040"/>
                      <a:pt x="12400" y="3211"/>
                      <a:pt x="15687" y="1942"/>
                    </a:cubicBezTo>
                    <a:cubicBezTo>
                      <a:pt x="18974" y="635"/>
                      <a:pt x="22597" y="0"/>
                      <a:pt x="26630" y="0"/>
                    </a:cubicBezTo>
                    <a:close/>
                    <a:moveTo>
                      <a:pt x="26630" y="45328"/>
                    </a:moveTo>
                    <a:cubicBezTo>
                      <a:pt x="31075" y="45328"/>
                      <a:pt x="34362" y="43834"/>
                      <a:pt x="36528" y="40810"/>
                    </a:cubicBezTo>
                    <a:cubicBezTo>
                      <a:pt x="38657" y="37823"/>
                      <a:pt x="39740" y="33455"/>
                      <a:pt x="39740" y="27667"/>
                    </a:cubicBezTo>
                    <a:cubicBezTo>
                      <a:pt x="39740" y="21880"/>
                      <a:pt x="38657" y="17474"/>
                      <a:pt x="36528" y="14412"/>
                    </a:cubicBezTo>
                    <a:cubicBezTo>
                      <a:pt x="34362" y="11388"/>
                      <a:pt x="31075" y="9895"/>
                      <a:pt x="26630" y="9895"/>
                    </a:cubicBezTo>
                    <a:cubicBezTo>
                      <a:pt x="22074" y="9895"/>
                      <a:pt x="18749" y="11388"/>
                      <a:pt x="16583" y="14450"/>
                    </a:cubicBezTo>
                    <a:cubicBezTo>
                      <a:pt x="14417" y="17512"/>
                      <a:pt x="13334" y="21917"/>
                      <a:pt x="13334" y="27667"/>
                    </a:cubicBezTo>
                    <a:cubicBezTo>
                      <a:pt x="13334" y="33417"/>
                      <a:pt x="14417" y="37786"/>
                      <a:pt x="16583" y="40810"/>
                    </a:cubicBezTo>
                    <a:cubicBezTo>
                      <a:pt x="18749" y="43797"/>
                      <a:pt x="22074" y="45328"/>
                      <a:pt x="26630" y="4532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2" name="Google Shape;2502;p90"/>
              <p:cNvSpPr/>
              <p:nvPr/>
            </p:nvSpPr>
            <p:spPr>
              <a:xfrm>
                <a:off x="9490846" y="5353582"/>
                <a:ext cx="40075" cy="55297"/>
              </a:xfrm>
              <a:custGeom>
                <a:rect b="b" l="l" r="r" t="t"/>
                <a:pathLst>
                  <a:path extrusionOk="0" h="55297" w="40075">
                    <a:moveTo>
                      <a:pt x="36565" y="11276"/>
                    </a:moveTo>
                    <a:cubicBezTo>
                      <a:pt x="36192" y="11836"/>
                      <a:pt x="35855"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72" y="10679"/>
                      <a:pt x="27489" y="10268"/>
                      <a:pt x="26294" y="9932"/>
                    </a:cubicBezTo>
                    <a:cubicBezTo>
                      <a:pt x="25062" y="9596"/>
                      <a:pt x="23642" y="9409"/>
                      <a:pt x="22036" y="9409"/>
                    </a:cubicBezTo>
                    <a:cubicBezTo>
                      <a:pt x="19459" y="9409"/>
                      <a:pt x="17480" y="9932"/>
                      <a:pt x="16023" y="11015"/>
                    </a:cubicBezTo>
                    <a:cubicBezTo>
                      <a:pt x="14529" y="12097"/>
                      <a:pt x="13820" y="13516"/>
                      <a:pt x="13820" y="15271"/>
                    </a:cubicBezTo>
                    <a:cubicBezTo>
                      <a:pt x="13820" y="16429"/>
                      <a:pt x="14193" y="17362"/>
                      <a:pt x="14940" y="18183"/>
                    </a:cubicBezTo>
                    <a:cubicBezTo>
                      <a:pt x="15687" y="18930"/>
                      <a:pt x="16695" y="19640"/>
                      <a:pt x="17928" y="20237"/>
                    </a:cubicBezTo>
                    <a:cubicBezTo>
                      <a:pt x="19160" y="20835"/>
                      <a:pt x="20542" y="21357"/>
                      <a:pt x="22111" y="21805"/>
                    </a:cubicBezTo>
                    <a:cubicBezTo>
                      <a:pt x="23679" y="22290"/>
                      <a:pt x="25286" y="22813"/>
                      <a:pt x="26929" y="23373"/>
                    </a:cubicBezTo>
                    <a:cubicBezTo>
                      <a:pt x="28572" y="23934"/>
                      <a:pt x="30179" y="24568"/>
                      <a:pt x="31747" y="25278"/>
                    </a:cubicBezTo>
                    <a:cubicBezTo>
                      <a:pt x="33316" y="25987"/>
                      <a:pt x="34735" y="26883"/>
                      <a:pt x="35967" y="28003"/>
                    </a:cubicBezTo>
                    <a:cubicBezTo>
                      <a:pt x="37200" y="29086"/>
                      <a:pt x="38171" y="30393"/>
                      <a:pt x="38918" y="31924"/>
                    </a:cubicBezTo>
                    <a:cubicBezTo>
                      <a:pt x="39702" y="33492"/>
                      <a:pt x="40076" y="35322"/>
                      <a:pt x="40076" y="37487"/>
                    </a:cubicBezTo>
                    <a:cubicBezTo>
                      <a:pt x="40076" y="40063"/>
                      <a:pt x="39590" y="42453"/>
                      <a:pt x="38656" y="44619"/>
                    </a:cubicBezTo>
                    <a:cubicBezTo>
                      <a:pt x="37723" y="46784"/>
                      <a:pt x="36341" y="48688"/>
                      <a:pt x="34511" y="50257"/>
                    </a:cubicBezTo>
                    <a:cubicBezTo>
                      <a:pt x="32718" y="51862"/>
                      <a:pt x="30477" y="53094"/>
                      <a:pt x="27788" y="53991"/>
                    </a:cubicBezTo>
                    <a:cubicBezTo>
                      <a:pt x="25136" y="54849"/>
                      <a:pt x="22074" y="55297"/>
                      <a:pt x="18637" y="55297"/>
                    </a:cubicBezTo>
                    <a:cubicBezTo>
                      <a:pt x="16770" y="55297"/>
                      <a:pt x="14977" y="55148"/>
                      <a:pt x="13222" y="54812"/>
                    </a:cubicBezTo>
                    <a:cubicBezTo>
                      <a:pt x="11467" y="54476"/>
                      <a:pt x="9748" y="54027"/>
                      <a:pt x="8142" y="53430"/>
                    </a:cubicBezTo>
                    <a:cubicBezTo>
                      <a:pt x="6499" y="52833"/>
                      <a:pt x="5005" y="52124"/>
                      <a:pt x="3623" y="51339"/>
                    </a:cubicBezTo>
                    <a:cubicBezTo>
                      <a:pt x="2278" y="50518"/>
                      <a:pt x="1046" y="49659"/>
                      <a:pt x="0" y="48726"/>
                    </a:cubicBezTo>
                    <a:lnTo>
                      <a:pt x="2988" y="43797"/>
                    </a:lnTo>
                    <a:cubicBezTo>
                      <a:pt x="3362" y="43200"/>
                      <a:pt x="3810" y="42752"/>
                      <a:pt x="4333" y="42453"/>
                    </a:cubicBezTo>
                    <a:cubicBezTo>
                      <a:pt x="4856" y="42117"/>
                      <a:pt x="5528" y="41968"/>
                      <a:pt x="6350" y="41968"/>
                    </a:cubicBezTo>
                    <a:cubicBezTo>
                      <a:pt x="7134" y="41968"/>
                      <a:pt x="7881" y="42192"/>
                      <a:pt x="8591" y="42640"/>
                    </a:cubicBezTo>
                    <a:cubicBezTo>
                      <a:pt x="9337" y="43125"/>
                      <a:pt x="10159" y="43611"/>
                      <a:pt x="11093" y="44133"/>
                    </a:cubicBezTo>
                    <a:cubicBezTo>
                      <a:pt x="12026" y="44656"/>
                      <a:pt x="13147" y="45141"/>
                      <a:pt x="14417" y="45590"/>
                    </a:cubicBezTo>
                    <a:cubicBezTo>
                      <a:pt x="15687" y="46038"/>
                      <a:pt x="17293" y="46261"/>
                      <a:pt x="19235" y="46261"/>
                    </a:cubicBezTo>
                    <a:cubicBezTo>
                      <a:pt x="20766" y="46261"/>
                      <a:pt x="22111" y="46075"/>
                      <a:pt x="23194" y="45701"/>
                    </a:cubicBezTo>
                    <a:cubicBezTo>
                      <a:pt x="24277" y="45328"/>
                      <a:pt x="25211" y="44880"/>
                      <a:pt x="25921" y="44282"/>
                    </a:cubicBezTo>
                    <a:cubicBezTo>
                      <a:pt x="26630" y="43685"/>
                      <a:pt x="27153" y="42976"/>
                      <a:pt x="27489" y="42192"/>
                    </a:cubicBezTo>
                    <a:cubicBezTo>
                      <a:pt x="27826"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91" y="31476"/>
                    </a:cubicBezTo>
                    <a:cubicBezTo>
                      <a:pt x="13110" y="30916"/>
                      <a:pt x="11504"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3" y="2203"/>
                      <a:pt x="13035" y="1344"/>
                    </a:cubicBezTo>
                    <a:cubicBezTo>
                      <a:pt x="15575" y="448"/>
                      <a:pt x="18488" y="0"/>
                      <a:pt x="21812" y="0"/>
                    </a:cubicBezTo>
                    <a:cubicBezTo>
                      <a:pt x="25510" y="0"/>
                      <a:pt x="28871" y="598"/>
                      <a:pt x="31896" y="1830"/>
                    </a:cubicBezTo>
                    <a:cubicBezTo>
                      <a:pt x="34922" y="3062"/>
                      <a:pt x="37462" y="4667"/>
                      <a:pt x="39479" y="6646"/>
                    </a:cubicBezTo>
                    <a:lnTo>
                      <a:pt x="36565"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3" name="Google Shape;2503;p90"/>
              <p:cNvSpPr/>
              <p:nvPr/>
            </p:nvSpPr>
            <p:spPr>
              <a:xfrm>
                <a:off x="9536412" y="5338013"/>
                <a:ext cx="36527" cy="70866"/>
              </a:xfrm>
              <a:custGeom>
                <a:rect b="b" l="l" r="r" t="t"/>
                <a:pathLst>
                  <a:path extrusionOk="0" h="70866" w="36527">
                    <a:moveTo>
                      <a:pt x="22484" y="70867"/>
                    </a:moveTo>
                    <a:cubicBezTo>
                      <a:pt x="17815" y="70867"/>
                      <a:pt x="14267" y="69560"/>
                      <a:pt x="11765" y="66946"/>
                    </a:cubicBezTo>
                    <a:cubicBezTo>
                      <a:pt x="9225" y="64295"/>
                      <a:pt x="7992" y="60674"/>
                      <a:pt x="7992" y="56043"/>
                    </a:cubicBezTo>
                    <a:lnTo>
                      <a:pt x="7992" y="26062"/>
                    </a:lnTo>
                    <a:lnTo>
                      <a:pt x="2540" y="26062"/>
                    </a:lnTo>
                    <a:cubicBezTo>
                      <a:pt x="1830" y="26062"/>
                      <a:pt x="1232" y="25837"/>
                      <a:pt x="747" y="25389"/>
                    </a:cubicBezTo>
                    <a:cubicBezTo>
                      <a:pt x="224" y="24941"/>
                      <a:pt x="0" y="24269"/>
                      <a:pt x="0" y="23373"/>
                    </a:cubicBezTo>
                    <a:lnTo>
                      <a:pt x="0" y="18221"/>
                    </a:lnTo>
                    <a:lnTo>
                      <a:pt x="8627" y="16839"/>
                    </a:lnTo>
                    <a:lnTo>
                      <a:pt x="11317" y="2203"/>
                    </a:lnTo>
                    <a:cubicBezTo>
                      <a:pt x="11466" y="1493"/>
                      <a:pt x="11802" y="933"/>
                      <a:pt x="12288" y="560"/>
                    </a:cubicBezTo>
                    <a:cubicBezTo>
                      <a:pt x="12811" y="186"/>
                      <a:pt x="13446" y="0"/>
                      <a:pt x="14192" y="0"/>
                    </a:cubicBezTo>
                    <a:lnTo>
                      <a:pt x="20916" y="0"/>
                    </a:lnTo>
                    <a:lnTo>
                      <a:pt x="20916" y="16876"/>
                    </a:lnTo>
                    <a:lnTo>
                      <a:pt x="35034" y="16876"/>
                    </a:lnTo>
                    <a:lnTo>
                      <a:pt x="35034" y="26062"/>
                    </a:lnTo>
                    <a:lnTo>
                      <a:pt x="20916" y="26062"/>
                    </a:lnTo>
                    <a:lnTo>
                      <a:pt x="20916" y="55147"/>
                    </a:lnTo>
                    <a:cubicBezTo>
                      <a:pt x="20916" y="56828"/>
                      <a:pt x="21326" y="58135"/>
                      <a:pt x="22148" y="59068"/>
                    </a:cubicBezTo>
                    <a:cubicBezTo>
                      <a:pt x="23007" y="60001"/>
                      <a:pt x="24090" y="60487"/>
                      <a:pt x="25509" y="60487"/>
                    </a:cubicBezTo>
                    <a:cubicBezTo>
                      <a:pt x="26294" y="60487"/>
                      <a:pt x="26966" y="60375"/>
                      <a:pt x="27526" y="60188"/>
                    </a:cubicBezTo>
                    <a:cubicBezTo>
                      <a:pt x="28049" y="60001"/>
                      <a:pt x="28535" y="59777"/>
                      <a:pt x="28908" y="59591"/>
                    </a:cubicBezTo>
                    <a:cubicBezTo>
                      <a:pt x="29319" y="59367"/>
                      <a:pt x="29693" y="59180"/>
                      <a:pt x="29991" y="58993"/>
                    </a:cubicBezTo>
                    <a:cubicBezTo>
                      <a:pt x="30328" y="58807"/>
                      <a:pt x="30626" y="58695"/>
                      <a:pt x="30925" y="58695"/>
                    </a:cubicBezTo>
                    <a:cubicBezTo>
                      <a:pt x="31336" y="58695"/>
                      <a:pt x="31635" y="58807"/>
                      <a:pt x="31896" y="58993"/>
                    </a:cubicBezTo>
                    <a:cubicBezTo>
                      <a:pt x="32120" y="59180"/>
                      <a:pt x="32382" y="59479"/>
                      <a:pt x="32681" y="59852"/>
                    </a:cubicBezTo>
                    <a:lnTo>
                      <a:pt x="36527" y="66125"/>
                    </a:lnTo>
                    <a:cubicBezTo>
                      <a:pt x="34660" y="67693"/>
                      <a:pt x="32494" y="68888"/>
                      <a:pt x="30066" y="69672"/>
                    </a:cubicBezTo>
                    <a:cubicBezTo>
                      <a:pt x="27601" y="70494"/>
                      <a:pt x="25099" y="70867"/>
                      <a:pt x="22484" y="7086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4" name="Google Shape;2504;p90"/>
              <p:cNvSpPr/>
              <p:nvPr/>
            </p:nvSpPr>
            <p:spPr>
              <a:xfrm>
                <a:off x="9576488" y="5353470"/>
                <a:ext cx="51243" cy="73443"/>
              </a:xfrm>
              <a:custGeom>
                <a:rect b="b" l="l" r="r" t="t"/>
                <a:pathLst>
                  <a:path extrusionOk="0" h="73443" w="51243">
                    <a:moveTo>
                      <a:pt x="23792" y="0"/>
                    </a:moveTo>
                    <a:cubicBezTo>
                      <a:pt x="26107" y="0"/>
                      <a:pt x="28273" y="262"/>
                      <a:pt x="30290" y="710"/>
                    </a:cubicBezTo>
                    <a:cubicBezTo>
                      <a:pt x="32307" y="1195"/>
                      <a:pt x="34175" y="1867"/>
                      <a:pt x="35818" y="2763"/>
                    </a:cubicBezTo>
                    <a:lnTo>
                      <a:pt x="51243" y="2763"/>
                    </a:lnTo>
                    <a:lnTo>
                      <a:pt x="51243" y="7580"/>
                    </a:lnTo>
                    <a:cubicBezTo>
                      <a:pt x="51243" y="8401"/>
                      <a:pt x="51056" y="8999"/>
                      <a:pt x="50645" y="9484"/>
                    </a:cubicBezTo>
                    <a:cubicBezTo>
                      <a:pt x="50197" y="9932"/>
                      <a:pt x="49488" y="10231"/>
                      <a:pt x="48479" y="10417"/>
                    </a:cubicBezTo>
                    <a:lnTo>
                      <a:pt x="43661" y="11313"/>
                    </a:lnTo>
                    <a:cubicBezTo>
                      <a:pt x="44035" y="12209"/>
                      <a:pt x="44296" y="13180"/>
                      <a:pt x="44483" y="14188"/>
                    </a:cubicBezTo>
                    <a:cubicBezTo>
                      <a:pt x="44670" y="15197"/>
                      <a:pt x="44782" y="16242"/>
                      <a:pt x="44782" y="17362"/>
                    </a:cubicBezTo>
                    <a:cubicBezTo>
                      <a:pt x="44782" y="20013"/>
                      <a:pt x="44259" y="22403"/>
                      <a:pt x="43176" y="24568"/>
                    </a:cubicBezTo>
                    <a:cubicBezTo>
                      <a:pt x="42130" y="26697"/>
                      <a:pt x="40636" y="28526"/>
                      <a:pt x="38806" y="30020"/>
                    </a:cubicBezTo>
                    <a:cubicBezTo>
                      <a:pt x="36939" y="31513"/>
                      <a:pt x="34697" y="32670"/>
                      <a:pt x="32158" y="33492"/>
                    </a:cubicBezTo>
                    <a:cubicBezTo>
                      <a:pt x="29580" y="34314"/>
                      <a:pt x="26817" y="34724"/>
                      <a:pt x="23792" y="34724"/>
                    </a:cubicBezTo>
                    <a:cubicBezTo>
                      <a:pt x="21775" y="34724"/>
                      <a:pt x="19795" y="34537"/>
                      <a:pt x="17890" y="34127"/>
                    </a:cubicBezTo>
                    <a:cubicBezTo>
                      <a:pt x="16209" y="35172"/>
                      <a:pt x="15388" y="36293"/>
                      <a:pt x="15388" y="37562"/>
                    </a:cubicBezTo>
                    <a:cubicBezTo>
                      <a:pt x="15388" y="38645"/>
                      <a:pt x="15873" y="39466"/>
                      <a:pt x="16882" y="39952"/>
                    </a:cubicBezTo>
                    <a:cubicBezTo>
                      <a:pt x="17853" y="40474"/>
                      <a:pt x="19198" y="40810"/>
                      <a:pt x="20803" y="41035"/>
                    </a:cubicBezTo>
                    <a:cubicBezTo>
                      <a:pt x="22410" y="41258"/>
                      <a:pt x="24277" y="41370"/>
                      <a:pt x="26331" y="41370"/>
                    </a:cubicBezTo>
                    <a:cubicBezTo>
                      <a:pt x="28385" y="41370"/>
                      <a:pt x="30477" y="41445"/>
                      <a:pt x="32643" y="41632"/>
                    </a:cubicBezTo>
                    <a:cubicBezTo>
                      <a:pt x="34809" y="41781"/>
                      <a:pt x="36901" y="42117"/>
                      <a:pt x="38955" y="42528"/>
                    </a:cubicBezTo>
                    <a:cubicBezTo>
                      <a:pt x="41010" y="42976"/>
                      <a:pt x="42877" y="43648"/>
                      <a:pt x="44483" y="44619"/>
                    </a:cubicBezTo>
                    <a:cubicBezTo>
                      <a:pt x="46089" y="45552"/>
                      <a:pt x="47396" y="46822"/>
                      <a:pt x="48405" y="48465"/>
                    </a:cubicBezTo>
                    <a:cubicBezTo>
                      <a:pt x="49413" y="50070"/>
                      <a:pt x="49899" y="52161"/>
                      <a:pt x="49899" y="54737"/>
                    </a:cubicBezTo>
                    <a:cubicBezTo>
                      <a:pt x="49899" y="57089"/>
                      <a:pt x="49301" y="59404"/>
                      <a:pt x="48143" y="61645"/>
                    </a:cubicBezTo>
                    <a:cubicBezTo>
                      <a:pt x="46985" y="63885"/>
                      <a:pt x="45305" y="65901"/>
                      <a:pt x="43064" y="67619"/>
                    </a:cubicBezTo>
                    <a:cubicBezTo>
                      <a:pt x="40860" y="69374"/>
                      <a:pt x="38134" y="70793"/>
                      <a:pt x="34959" y="71838"/>
                    </a:cubicBezTo>
                    <a:cubicBezTo>
                      <a:pt x="31747" y="72921"/>
                      <a:pt x="28087" y="73443"/>
                      <a:pt x="23978" y="73443"/>
                    </a:cubicBezTo>
                    <a:cubicBezTo>
                      <a:pt x="19870" y="73443"/>
                      <a:pt x="16359" y="73070"/>
                      <a:pt x="13334" y="72286"/>
                    </a:cubicBezTo>
                    <a:cubicBezTo>
                      <a:pt x="10346" y="71502"/>
                      <a:pt x="7881" y="70456"/>
                      <a:pt x="5901" y="69149"/>
                    </a:cubicBezTo>
                    <a:cubicBezTo>
                      <a:pt x="3921" y="67843"/>
                      <a:pt x="2465" y="66312"/>
                      <a:pt x="1494" y="64632"/>
                    </a:cubicBezTo>
                    <a:cubicBezTo>
                      <a:pt x="486" y="62914"/>
                      <a:pt x="0" y="61122"/>
                      <a:pt x="0" y="59292"/>
                    </a:cubicBezTo>
                    <a:cubicBezTo>
                      <a:pt x="0" y="56791"/>
                      <a:pt x="784" y="54662"/>
                      <a:pt x="2316" y="52945"/>
                    </a:cubicBezTo>
                    <a:cubicBezTo>
                      <a:pt x="3847" y="51265"/>
                      <a:pt x="5976" y="49884"/>
                      <a:pt x="8702" y="48875"/>
                    </a:cubicBezTo>
                    <a:cubicBezTo>
                      <a:pt x="7358" y="48166"/>
                      <a:pt x="6312" y="47157"/>
                      <a:pt x="5490" y="45963"/>
                    </a:cubicBezTo>
                    <a:cubicBezTo>
                      <a:pt x="4706" y="44731"/>
                      <a:pt x="4295" y="43163"/>
                      <a:pt x="4295" y="41184"/>
                    </a:cubicBezTo>
                    <a:cubicBezTo>
                      <a:pt x="4295" y="40400"/>
                      <a:pt x="4444" y="39578"/>
                      <a:pt x="4706" y="38719"/>
                    </a:cubicBezTo>
                    <a:cubicBezTo>
                      <a:pt x="5005" y="37860"/>
                      <a:pt x="5415" y="37002"/>
                      <a:pt x="6013" y="36180"/>
                    </a:cubicBezTo>
                    <a:cubicBezTo>
                      <a:pt x="6574" y="35359"/>
                      <a:pt x="7283" y="34537"/>
                      <a:pt x="8179" y="33791"/>
                    </a:cubicBezTo>
                    <a:cubicBezTo>
                      <a:pt x="9038" y="33044"/>
                      <a:pt x="10084" y="32372"/>
                      <a:pt x="11242" y="31774"/>
                    </a:cubicBezTo>
                    <a:cubicBezTo>
                      <a:pt x="8553" y="30318"/>
                      <a:pt x="6387" y="28377"/>
                      <a:pt x="4855" y="25950"/>
                    </a:cubicBezTo>
                    <a:cubicBezTo>
                      <a:pt x="3287" y="23486"/>
                      <a:pt x="2540" y="20648"/>
                      <a:pt x="2540" y="17362"/>
                    </a:cubicBezTo>
                    <a:cubicBezTo>
                      <a:pt x="2540" y="14711"/>
                      <a:pt x="3062" y="12322"/>
                      <a:pt x="4108" y="10194"/>
                    </a:cubicBezTo>
                    <a:cubicBezTo>
                      <a:pt x="5192" y="8028"/>
                      <a:pt x="6648" y="6198"/>
                      <a:pt x="8553" y="4667"/>
                    </a:cubicBezTo>
                    <a:cubicBezTo>
                      <a:pt x="10458" y="3174"/>
                      <a:pt x="12699" y="2016"/>
                      <a:pt x="15313" y="1195"/>
                    </a:cubicBezTo>
                    <a:cubicBezTo>
                      <a:pt x="17890" y="411"/>
                      <a:pt x="20729" y="0"/>
                      <a:pt x="23792" y="0"/>
                    </a:cubicBezTo>
                    <a:close/>
                    <a:moveTo>
                      <a:pt x="37984" y="56828"/>
                    </a:moveTo>
                    <a:cubicBezTo>
                      <a:pt x="37984" y="55783"/>
                      <a:pt x="37648" y="54887"/>
                      <a:pt x="37050" y="54214"/>
                    </a:cubicBezTo>
                    <a:cubicBezTo>
                      <a:pt x="36416" y="53543"/>
                      <a:pt x="35557" y="53020"/>
                      <a:pt x="34473" y="52646"/>
                    </a:cubicBezTo>
                    <a:cubicBezTo>
                      <a:pt x="33390" y="52273"/>
                      <a:pt x="32120" y="51974"/>
                      <a:pt x="30701" y="51825"/>
                    </a:cubicBezTo>
                    <a:cubicBezTo>
                      <a:pt x="29244" y="51638"/>
                      <a:pt x="27713" y="51564"/>
                      <a:pt x="26070" y="51564"/>
                    </a:cubicBezTo>
                    <a:lnTo>
                      <a:pt x="21065" y="51564"/>
                    </a:lnTo>
                    <a:cubicBezTo>
                      <a:pt x="19347" y="51564"/>
                      <a:pt x="17666" y="51339"/>
                      <a:pt x="16060" y="50966"/>
                    </a:cubicBezTo>
                    <a:cubicBezTo>
                      <a:pt x="14603" y="51787"/>
                      <a:pt x="13446" y="52721"/>
                      <a:pt x="12549" y="53804"/>
                    </a:cubicBezTo>
                    <a:cubicBezTo>
                      <a:pt x="11653" y="54924"/>
                      <a:pt x="11205" y="56193"/>
                      <a:pt x="11205" y="57612"/>
                    </a:cubicBezTo>
                    <a:cubicBezTo>
                      <a:pt x="11205" y="58546"/>
                      <a:pt x="11429" y="59442"/>
                      <a:pt x="11914" y="60263"/>
                    </a:cubicBezTo>
                    <a:cubicBezTo>
                      <a:pt x="12362" y="61085"/>
                      <a:pt x="13147" y="61794"/>
                      <a:pt x="14155" y="62354"/>
                    </a:cubicBezTo>
                    <a:cubicBezTo>
                      <a:pt x="15201" y="62952"/>
                      <a:pt x="16508" y="63437"/>
                      <a:pt x="18152" y="63773"/>
                    </a:cubicBezTo>
                    <a:cubicBezTo>
                      <a:pt x="19795" y="64072"/>
                      <a:pt x="21812" y="64258"/>
                      <a:pt x="24165" y="64258"/>
                    </a:cubicBezTo>
                    <a:cubicBezTo>
                      <a:pt x="26593" y="64258"/>
                      <a:pt x="28647" y="64072"/>
                      <a:pt x="30402" y="63698"/>
                    </a:cubicBezTo>
                    <a:cubicBezTo>
                      <a:pt x="32120" y="63325"/>
                      <a:pt x="33577" y="62802"/>
                      <a:pt x="34697" y="62130"/>
                    </a:cubicBezTo>
                    <a:cubicBezTo>
                      <a:pt x="35855" y="61495"/>
                      <a:pt x="36677" y="60711"/>
                      <a:pt x="37200" y="59778"/>
                    </a:cubicBezTo>
                    <a:cubicBezTo>
                      <a:pt x="37723" y="58882"/>
                      <a:pt x="37984" y="57911"/>
                      <a:pt x="37984" y="56828"/>
                    </a:cubicBezTo>
                    <a:close/>
                    <a:moveTo>
                      <a:pt x="23792" y="26473"/>
                    </a:moveTo>
                    <a:cubicBezTo>
                      <a:pt x="25397" y="26473"/>
                      <a:pt x="26817" y="26248"/>
                      <a:pt x="27975" y="25800"/>
                    </a:cubicBezTo>
                    <a:cubicBezTo>
                      <a:pt x="29170" y="25352"/>
                      <a:pt x="30141" y="24755"/>
                      <a:pt x="30925" y="24008"/>
                    </a:cubicBezTo>
                    <a:cubicBezTo>
                      <a:pt x="31747" y="23224"/>
                      <a:pt x="32307" y="22328"/>
                      <a:pt x="32718" y="21245"/>
                    </a:cubicBezTo>
                    <a:cubicBezTo>
                      <a:pt x="33129" y="20162"/>
                      <a:pt x="33315" y="18968"/>
                      <a:pt x="33315" y="17661"/>
                    </a:cubicBezTo>
                    <a:cubicBezTo>
                      <a:pt x="33315" y="15010"/>
                      <a:pt x="32531" y="12919"/>
                      <a:pt x="30925" y="11388"/>
                    </a:cubicBezTo>
                    <a:cubicBezTo>
                      <a:pt x="29357" y="9820"/>
                      <a:pt x="26966" y="9036"/>
                      <a:pt x="23792" y="9036"/>
                    </a:cubicBezTo>
                    <a:cubicBezTo>
                      <a:pt x="20617" y="9036"/>
                      <a:pt x="18264" y="9820"/>
                      <a:pt x="16658" y="11388"/>
                    </a:cubicBezTo>
                    <a:cubicBezTo>
                      <a:pt x="15089" y="12919"/>
                      <a:pt x="14305" y="15010"/>
                      <a:pt x="14305" y="17661"/>
                    </a:cubicBezTo>
                    <a:cubicBezTo>
                      <a:pt x="14305" y="18930"/>
                      <a:pt x="14492" y="20088"/>
                      <a:pt x="14902" y="21171"/>
                    </a:cubicBezTo>
                    <a:cubicBezTo>
                      <a:pt x="15276" y="22254"/>
                      <a:pt x="15873" y="23187"/>
                      <a:pt x="16658" y="23971"/>
                    </a:cubicBezTo>
                    <a:cubicBezTo>
                      <a:pt x="17442" y="24755"/>
                      <a:pt x="18450" y="25352"/>
                      <a:pt x="19646" y="25800"/>
                    </a:cubicBezTo>
                    <a:cubicBezTo>
                      <a:pt x="20841" y="26248"/>
                      <a:pt x="22223" y="26473"/>
                      <a:pt x="23792" y="2647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5" name="Google Shape;2505;p90"/>
              <p:cNvSpPr/>
              <p:nvPr/>
            </p:nvSpPr>
            <p:spPr>
              <a:xfrm>
                <a:off x="9635836" y="5353433"/>
                <a:ext cx="34211" cy="54624"/>
              </a:xfrm>
              <a:custGeom>
                <a:rect b="b" l="l" r="r" t="t"/>
                <a:pathLst>
                  <a:path extrusionOk="0" h="54624" w="34211">
                    <a:moveTo>
                      <a:pt x="0" y="54625"/>
                    </a:moveTo>
                    <a:lnTo>
                      <a:pt x="0" y="970"/>
                    </a:lnTo>
                    <a:lnTo>
                      <a:pt x="7582" y="970"/>
                    </a:lnTo>
                    <a:cubicBezTo>
                      <a:pt x="8927" y="970"/>
                      <a:pt x="9860" y="1232"/>
                      <a:pt x="10383" y="1717"/>
                    </a:cubicBezTo>
                    <a:cubicBezTo>
                      <a:pt x="10868" y="2203"/>
                      <a:pt x="11242" y="3061"/>
                      <a:pt x="11429" y="4219"/>
                    </a:cubicBezTo>
                    <a:lnTo>
                      <a:pt x="12213" y="10716"/>
                    </a:lnTo>
                    <a:cubicBezTo>
                      <a:pt x="14118" y="7393"/>
                      <a:pt x="16359" y="4779"/>
                      <a:pt x="18936" y="2875"/>
                    </a:cubicBezTo>
                    <a:cubicBezTo>
                      <a:pt x="21513" y="970"/>
                      <a:pt x="24426" y="0"/>
                      <a:pt x="27638" y="0"/>
                    </a:cubicBezTo>
                    <a:cubicBezTo>
                      <a:pt x="30253" y="0"/>
                      <a:pt x="32456" y="597"/>
                      <a:pt x="34212" y="1830"/>
                    </a:cubicBezTo>
                    <a:lnTo>
                      <a:pt x="32531" y="11500"/>
                    </a:lnTo>
                    <a:cubicBezTo>
                      <a:pt x="32419" y="12135"/>
                      <a:pt x="32195" y="12545"/>
                      <a:pt x="31859" y="12807"/>
                    </a:cubicBezTo>
                    <a:cubicBezTo>
                      <a:pt x="31523" y="13105"/>
                      <a:pt x="31037" y="13217"/>
                      <a:pt x="30439" y="13217"/>
                    </a:cubicBezTo>
                    <a:cubicBezTo>
                      <a:pt x="29917" y="13217"/>
                      <a:pt x="29207" y="13105"/>
                      <a:pt x="28311" y="12844"/>
                    </a:cubicBezTo>
                    <a:cubicBezTo>
                      <a:pt x="27377" y="12620"/>
                      <a:pt x="26182" y="12471"/>
                      <a:pt x="24688" y="12471"/>
                    </a:cubicBezTo>
                    <a:cubicBezTo>
                      <a:pt x="21999" y="12471"/>
                      <a:pt x="19720" y="13217"/>
                      <a:pt x="17778" y="14711"/>
                    </a:cubicBezTo>
                    <a:cubicBezTo>
                      <a:pt x="15873" y="16204"/>
                      <a:pt x="14267" y="18370"/>
                      <a:pt x="12923" y="21208"/>
                    </a:cubicBezTo>
                    <a:lnTo>
                      <a:pt x="12923" y="54625"/>
                    </a:lnTo>
                    <a:lnTo>
                      <a:pt x="0" y="54625"/>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6" name="Google Shape;2506;p90"/>
              <p:cNvSpPr/>
              <p:nvPr/>
            </p:nvSpPr>
            <p:spPr>
              <a:xfrm>
                <a:off x="9674941" y="5353582"/>
                <a:ext cx="49002" cy="55259"/>
              </a:xfrm>
              <a:custGeom>
                <a:rect b="b" l="l" r="r" t="t"/>
                <a:pathLst>
                  <a:path extrusionOk="0" h="55259" w="49002">
                    <a:moveTo>
                      <a:pt x="25809" y="0"/>
                    </a:moveTo>
                    <a:cubicBezTo>
                      <a:pt x="29170" y="0"/>
                      <a:pt x="32307" y="523"/>
                      <a:pt x="35146" y="1606"/>
                    </a:cubicBezTo>
                    <a:cubicBezTo>
                      <a:pt x="37984" y="2688"/>
                      <a:pt x="40412" y="4294"/>
                      <a:pt x="42466" y="6348"/>
                    </a:cubicBezTo>
                    <a:cubicBezTo>
                      <a:pt x="44521" y="8438"/>
                      <a:pt x="46126" y="10978"/>
                      <a:pt x="47284" y="14002"/>
                    </a:cubicBezTo>
                    <a:cubicBezTo>
                      <a:pt x="48442" y="16989"/>
                      <a:pt x="49002" y="20424"/>
                      <a:pt x="49002" y="24307"/>
                    </a:cubicBezTo>
                    <a:cubicBezTo>
                      <a:pt x="49002" y="25278"/>
                      <a:pt x="48965" y="26099"/>
                      <a:pt x="48890" y="26734"/>
                    </a:cubicBezTo>
                    <a:cubicBezTo>
                      <a:pt x="48778" y="27369"/>
                      <a:pt x="48629" y="27891"/>
                      <a:pt x="48405" y="28265"/>
                    </a:cubicBezTo>
                    <a:cubicBezTo>
                      <a:pt x="48181" y="28638"/>
                      <a:pt x="47882" y="28862"/>
                      <a:pt x="47508" y="29049"/>
                    </a:cubicBezTo>
                    <a:cubicBezTo>
                      <a:pt x="47097" y="29198"/>
                      <a:pt x="46612" y="29273"/>
                      <a:pt x="46014" y="29273"/>
                    </a:cubicBezTo>
                    <a:lnTo>
                      <a:pt x="12885" y="29273"/>
                    </a:lnTo>
                    <a:cubicBezTo>
                      <a:pt x="13259" y="34762"/>
                      <a:pt x="14753" y="38831"/>
                      <a:pt x="17330" y="41407"/>
                    </a:cubicBezTo>
                    <a:cubicBezTo>
                      <a:pt x="19907" y="43984"/>
                      <a:pt x="23306" y="45253"/>
                      <a:pt x="27564" y="45253"/>
                    </a:cubicBezTo>
                    <a:cubicBezTo>
                      <a:pt x="29655" y="45253"/>
                      <a:pt x="31485" y="45029"/>
                      <a:pt x="32979" y="44544"/>
                    </a:cubicBezTo>
                    <a:cubicBezTo>
                      <a:pt x="34511" y="44059"/>
                      <a:pt x="35818" y="43498"/>
                      <a:pt x="36976" y="42901"/>
                    </a:cubicBezTo>
                    <a:cubicBezTo>
                      <a:pt x="38096" y="42341"/>
                      <a:pt x="39067" y="41781"/>
                      <a:pt x="39926" y="41296"/>
                    </a:cubicBezTo>
                    <a:cubicBezTo>
                      <a:pt x="40786" y="40810"/>
                      <a:pt x="41607" y="40549"/>
                      <a:pt x="42429" y="40549"/>
                    </a:cubicBezTo>
                    <a:cubicBezTo>
                      <a:pt x="42952" y="40549"/>
                      <a:pt x="43400" y="40661"/>
                      <a:pt x="43773" y="40885"/>
                    </a:cubicBezTo>
                    <a:cubicBezTo>
                      <a:pt x="44147" y="41071"/>
                      <a:pt x="44483" y="41370"/>
                      <a:pt x="44782" y="41781"/>
                    </a:cubicBezTo>
                    <a:lnTo>
                      <a:pt x="48554" y="46486"/>
                    </a:lnTo>
                    <a:cubicBezTo>
                      <a:pt x="47097" y="48128"/>
                      <a:pt x="45491" y="49547"/>
                      <a:pt x="43736" y="50667"/>
                    </a:cubicBezTo>
                    <a:cubicBezTo>
                      <a:pt x="41943" y="51825"/>
                      <a:pt x="40113" y="52721"/>
                      <a:pt x="38171" y="53393"/>
                    </a:cubicBezTo>
                    <a:cubicBezTo>
                      <a:pt x="36229" y="54065"/>
                      <a:pt x="34250" y="54550"/>
                      <a:pt x="32270" y="54849"/>
                    </a:cubicBezTo>
                    <a:cubicBezTo>
                      <a:pt x="30253" y="55110"/>
                      <a:pt x="28311" y="55260"/>
                      <a:pt x="26406" y="55260"/>
                    </a:cubicBezTo>
                    <a:cubicBezTo>
                      <a:pt x="22708" y="55260"/>
                      <a:pt x="19235" y="54625"/>
                      <a:pt x="16023" y="53393"/>
                    </a:cubicBezTo>
                    <a:cubicBezTo>
                      <a:pt x="12811" y="52161"/>
                      <a:pt x="10009" y="50331"/>
                      <a:pt x="7656" y="47905"/>
                    </a:cubicBezTo>
                    <a:cubicBezTo>
                      <a:pt x="5266" y="45477"/>
                      <a:pt x="3399" y="42490"/>
                      <a:pt x="2054" y="38906"/>
                    </a:cubicBezTo>
                    <a:cubicBezTo>
                      <a:pt x="709" y="35359"/>
                      <a:pt x="0" y="31214"/>
                      <a:pt x="0" y="26510"/>
                    </a:cubicBezTo>
                    <a:cubicBezTo>
                      <a:pt x="0" y="22851"/>
                      <a:pt x="598" y="19416"/>
                      <a:pt x="1793" y="16168"/>
                    </a:cubicBezTo>
                    <a:cubicBezTo>
                      <a:pt x="2988" y="12956"/>
                      <a:pt x="4669" y="10156"/>
                      <a:pt x="6910" y="7767"/>
                    </a:cubicBezTo>
                    <a:cubicBezTo>
                      <a:pt x="9113" y="5377"/>
                      <a:pt x="11803" y="3473"/>
                      <a:pt x="15015" y="2091"/>
                    </a:cubicBezTo>
                    <a:cubicBezTo>
                      <a:pt x="18189" y="710"/>
                      <a:pt x="21775" y="0"/>
                      <a:pt x="25809" y="0"/>
                    </a:cubicBezTo>
                    <a:close/>
                    <a:moveTo>
                      <a:pt x="26070" y="9260"/>
                    </a:moveTo>
                    <a:cubicBezTo>
                      <a:pt x="22297" y="9260"/>
                      <a:pt x="19347" y="10305"/>
                      <a:pt x="17218" y="12434"/>
                    </a:cubicBezTo>
                    <a:cubicBezTo>
                      <a:pt x="15089" y="14562"/>
                      <a:pt x="13744" y="17586"/>
                      <a:pt x="13147" y="21469"/>
                    </a:cubicBezTo>
                    <a:lnTo>
                      <a:pt x="37387" y="21469"/>
                    </a:lnTo>
                    <a:cubicBezTo>
                      <a:pt x="37387" y="19827"/>
                      <a:pt x="37162" y="18221"/>
                      <a:pt x="36714" y="16765"/>
                    </a:cubicBezTo>
                    <a:cubicBezTo>
                      <a:pt x="36266" y="15271"/>
                      <a:pt x="35594" y="13964"/>
                      <a:pt x="34623" y="12844"/>
                    </a:cubicBezTo>
                    <a:cubicBezTo>
                      <a:pt x="33689" y="11761"/>
                      <a:pt x="32494" y="10865"/>
                      <a:pt x="31074" y="10230"/>
                    </a:cubicBezTo>
                    <a:cubicBezTo>
                      <a:pt x="29655" y="9559"/>
                      <a:pt x="27975" y="9260"/>
                      <a:pt x="26070" y="9260"/>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07" name="Google Shape;2507;p90"/>
              <p:cNvSpPr/>
              <p:nvPr/>
            </p:nvSpPr>
            <p:spPr>
              <a:xfrm>
                <a:off x="9729770" y="5353582"/>
                <a:ext cx="40038" cy="55297"/>
              </a:xfrm>
              <a:custGeom>
                <a:rect b="b" l="l" r="r" t="t"/>
                <a:pathLst>
                  <a:path extrusionOk="0" h="55297" w="40038">
                    <a:moveTo>
                      <a:pt x="36528" y="11276"/>
                    </a:moveTo>
                    <a:cubicBezTo>
                      <a:pt x="36192" y="11836"/>
                      <a:pt x="35818" y="12247"/>
                      <a:pt x="35445" y="12471"/>
                    </a:cubicBezTo>
                    <a:cubicBezTo>
                      <a:pt x="35071" y="12695"/>
                      <a:pt x="34586" y="12807"/>
                      <a:pt x="33988" y="12807"/>
                    </a:cubicBezTo>
                    <a:cubicBezTo>
                      <a:pt x="33353" y="12807"/>
                      <a:pt x="32681" y="12620"/>
                      <a:pt x="31971" y="12284"/>
                    </a:cubicBezTo>
                    <a:cubicBezTo>
                      <a:pt x="31261" y="11948"/>
                      <a:pt x="30402" y="11537"/>
                      <a:pt x="29469" y="11089"/>
                    </a:cubicBezTo>
                    <a:cubicBezTo>
                      <a:pt x="28535" y="10679"/>
                      <a:pt x="27452" y="10268"/>
                      <a:pt x="26257" y="9932"/>
                    </a:cubicBezTo>
                    <a:cubicBezTo>
                      <a:pt x="25062" y="9596"/>
                      <a:pt x="23642" y="9409"/>
                      <a:pt x="21999" y="9409"/>
                    </a:cubicBezTo>
                    <a:cubicBezTo>
                      <a:pt x="19459" y="9409"/>
                      <a:pt x="17442" y="9932"/>
                      <a:pt x="15986" y="11015"/>
                    </a:cubicBezTo>
                    <a:cubicBezTo>
                      <a:pt x="14529" y="12097"/>
                      <a:pt x="13782" y="13516"/>
                      <a:pt x="13782" y="15271"/>
                    </a:cubicBezTo>
                    <a:cubicBezTo>
                      <a:pt x="13782" y="16429"/>
                      <a:pt x="14156" y="17362"/>
                      <a:pt x="14903" y="18183"/>
                    </a:cubicBezTo>
                    <a:cubicBezTo>
                      <a:pt x="15650" y="18930"/>
                      <a:pt x="16658" y="19640"/>
                      <a:pt x="17890" y="20237"/>
                    </a:cubicBezTo>
                    <a:cubicBezTo>
                      <a:pt x="19123" y="20835"/>
                      <a:pt x="20542" y="21357"/>
                      <a:pt x="22111" y="21805"/>
                    </a:cubicBezTo>
                    <a:cubicBezTo>
                      <a:pt x="23680" y="22290"/>
                      <a:pt x="25286" y="22813"/>
                      <a:pt x="26929" y="23373"/>
                    </a:cubicBezTo>
                    <a:cubicBezTo>
                      <a:pt x="28535" y="23934"/>
                      <a:pt x="30141" y="24568"/>
                      <a:pt x="31710" y="25278"/>
                    </a:cubicBezTo>
                    <a:cubicBezTo>
                      <a:pt x="33278" y="25987"/>
                      <a:pt x="34698" y="26883"/>
                      <a:pt x="35930" y="28003"/>
                    </a:cubicBezTo>
                    <a:cubicBezTo>
                      <a:pt x="37163" y="29086"/>
                      <a:pt x="38171" y="30393"/>
                      <a:pt x="38918" y="31924"/>
                    </a:cubicBezTo>
                    <a:cubicBezTo>
                      <a:pt x="39665" y="33492"/>
                      <a:pt x="40039" y="35322"/>
                      <a:pt x="40039" y="37487"/>
                    </a:cubicBezTo>
                    <a:cubicBezTo>
                      <a:pt x="40039" y="40063"/>
                      <a:pt x="39553" y="42453"/>
                      <a:pt x="38620" y="44619"/>
                    </a:cubicBezTo>
                    <a:cubicBezTo>
                      <a:pt x="37686" y="46784"/>
                      <a:pt x="36304" y="48688"/>
                      <a:pt x="34511" y="50257"/>
                    </a:cubicBezTo>
                    <a:cubicBezTo>
                      <a:pt x="32681" y="51862"/>
                      <a:pt x="30440" y="53094"/>
                      <a:pt x="27788" y="53991"/>
                    </a:cubicBezTo>
                    <a:cubicBezTo>
                      <a:pt x="25099" y="54849"/>
                      <a:pt x="22036" y="55297"/>
                      <a:pt x="18600" y="55297"/>
                    </a:cubicBezTo>
                    <a:cubicBezTo>
                      <a:pt x="16770" y="55297"/>
                      <a:pt x="14940" y="55148"/>
                      <a:pt x="13184" y="54812"/>
                    </a:cubicBezTo>
                    <a:cubicBezTo>
                      <a:pt x="11429" y="54476"/>
                      <a:pt x="9749" y="54027"/>
                      <a:pt x="8105" y="53430"/>
                    </a:cubicBezTo>
                    <a:cubicBezTo>
                      <a:pt x="6499" y="52833"/>
                      <a:pt x="5005" y="52124"/>
                      <a:pt x="3623" y="51339"/>
                    </a:cubicBezTo>
                    <a:cubicBezTo>
                      <a:pt x="2241" y="50518"/>
                      <a:pt x="1046" y="49659"/>
                      <a:pt x="0" y="48726"/>
                    </a:cubicBezTo>
                    <a:lnTo>
                      <a:pt x="2951" y="43797"/>
                    </a:lnTo>
                    <a:cubicBezTo>
                      <a:pt x="3362" y="43200"/>
                      <a:pt x="3810" y="42752"/>
                      <a:pt x="4333" y="42453"/>
                    </a:cubicBezTo>
                    <a:cubicBezTo>
                      <a:pt x="4856" y="42117"/>
                      <a:pt x="5528" y="41968"/>
                      <a:pt x="6312" y="41968"/>
                    </a:cubicBezTo>
                    <a:cubicBezTo>
                      <a:pt x="7134" y="41968"/>
                      <a:pt x="7881" y="42192"/>
                      <a:pt x="8591" y="42640"/>
                    </a:cubicBezTo>
                    <a:cubicBezTo>
                      <a:pt x="9300" y="43125"/>
                      <a:pt x="10122" y="43611"/>
                      <a:pt x="11056" y="44133"/>
                    </a:cubicBezTo>
                    <a:cubicBezTo>
                      <a:pt x="12027" y="44656"/>
                      <a:pt x="13110" y="45141"/>
                      <a:pt x="14380" y="45590"/>
                    </a:cubicBezTo>
                    <a:cubicBezTo>
                      <a:pt x="15650" y="46038"/>
                      <a:pt x="17293" y="46261"/>
                      <a:pt x="19235" y="46261"/>
                    </a:cubicBezTo>
                    <a:cubicBezTo>
                      <a:pt x="20766" y="46261"/>
                      <a:pt x="22074" y="46075"/>
                      <a:pt x="23194" y="45701"/>
                    </a:cubicBezTo>
                    <a:cubicBezTo>
                      <a:pt x="24277" y="45328"/>
                      <a:pt x="25174" y="44880"/>
                      <a:pt x="25883" y="44282"/>
                    </a:cubicBezTo>
                    <a:cubicBezTo>
                      <a:pt x="26593" y="43685"/>
                      <a:pt x="27116" y="42976"/>
                      <a:pt x="27452" y="42192"/>
                    </a:cubicBezTo>
                    <a:cubicBezTo>
                      <a:pt x="27788" y="41407"/>
                      <a:pt x="27975" y="40623"/>
                      <a:pt x="27975" y="39765"/>
                    </a:cubicBezTo>
                    <a:cubicBezTo>
                      <a:pt x="27975" y="38533"/>
                      <a:pt x="27601" y="37487"/>
                      <a:pt x="26854" y="36703"/>
                    </a:cubicBezTo>
                    <a:cubicBezTo>
                      <a:pt x="26070" y="35881"/>
                      <a:pt x="25099" y="35210"/>
                      <a:pt x="23866" y="34612"/>
                    </a:cubicBezTo>
                    <a:cubicBezTo>
                      <a:pt x="22634" y="34015"/>
                      <a:pt x="21215" y="33492"/>
                      <a:pt x="19608" y="33006"/>
                    </a:cubicBezTo>
                    <a:cubicBezTo>
                      <a:pt x="18040" y="32558"/>
                      <a:pt x="16396" y="32036"/>
                      <a:pt x="14753" y="31476"/>
                    </a:cubicBezTo>
                    <a:cubicBezTo>
                      <a:pt x="13110" y="30916"/>
                      <a:pt x="11467" y="30243"/>
                      <a:pt x="9898" y="29497"/>
                    </a:cubicBezTo>
                    <a:cubicBezTo>
                      <a:pt x="8292" y="28750"/>
                      <a:pt x="6910" y="27817"/>
                      <a:pt x="5677" y="26659"/>
                    </a:cubicBezTo>
                    <a:cubicBezTo>
                      <a:pt x="4407" y="25502"/>
                      <a:pt x="3436" y="24083"/>
                      <a:pt x="2689" y="22440"/>
                    </a:cubicBezTo>
                    <a:cubicBezTo>
                      <a:pt x="1942" y="20760"/>
                      <a:pt x="1569" y="18744"/>
                      <a:pt x="1569" y="16354"/>
                    </a:cubicBezTo>
                    <a:cubicBezTo>
                      <a:pt x="1569" y="14151"/>
                      <a:pt x="1980" y="12060"/>
                      <a:pt x="2876" y="10081"/>
                    </a:cubicBezTo>
                    <a:cubicBezTo>
                      <a:pt x="3735" y="8102"/>
                      <a:pt x="5005" y="6385"/>
                      <a:pt x="6723" y="4891"/>
                    </a:cubicBezTo>
                    <a:cubicBezTo>
                      <a:pt x="8404" y="3398"/>
                      <a:pt x="10495" y="2203"/>
                      <a:pt x="13035" y="1344"/>
                    </a:cubicBezTo>
                    <a:cubicBezTo>
                      <a:pt x="15575" y="448"/>
                      <a:pt x="18488" y="0"/>
                      <a:pt x="21775" y="0"/>
                    </a:cubicBezTo>
                    <a:cubicBezTo>
                      <a:pt x="25473" y="0"/>
                      <a:pt x="28834" y="598"/>
                      <a:pt x="31896" y="1830"/>
                    </a:cubicBezTo>
                    <a:cubicBezTo>
                      <a:pt x="34922" y="3062"/>
                      <a:pt x="37424" y="4667"/>
                      <a:pt x="39479" y="6646"/>
                    </a:cubicBezTo>
                    <a:lnTo>
                      <a:pt x="36528" y="1127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508" name="Google Shape;2508;p90"/>
            <p:cNvGrpSpPr/>
            <p:nvPr/>
          </p:nvGrpSpPr>
          <p:grpSpPr>
            <a:xfrm>
              <a:off x="7142398" y="3785144"/>
              <a:ext cx="214792" cy="215800"/>
              <a:chOff x="9417947" y="4843658"/>
              <a:chExt cx="286389" cy="287733"/>
            </a:xfrm>
          </p:grpSpPr>
          <p:sp>
            <p:nvSpPr>
              <p:cNvPr id="2509" name="Google Shape;2509;p90"/>
              <p:cNvSpPr/>
              <p:nvPr/>
            </p:nvSpPr>
            <p:spPr>
              <a:xfrm>
                <a:off x="9561699" y="5032292"/>
                <a:ext cx="83175" cy="99099"/>
              </a:xfrm>
              <a:custGeom>
                <a:rect b="b" l="l" r="r" t="t"/>
                <a:pathLst>
                  <a:path extrusionOk="0" h="99099" w="83175">
                    <a:moveTo>
                      <a:pt x="335" y="0"/>
                    </a:moveTo>
                    <a:cubicBezTo>
                      <a:pt x="-674" y="34799"/>
                      <a:pt x="596" y="69821"/>
                      <a:pt x="4145" y="78335"/>
                    </a:cubicBezTo>
                    <a:cubicBezTo>
                      <a:pt x="7730" y="86848"/>
                      <a:pt x="15386" y="103425"/>
                      <a:pt x="41643" y="98049"/>
                    </a:cubicBezTo>
                    <a:cubicBezTo>
                      <a:pt x="63604" y="93568"/>
                      <a:pt x="71597" y="84869"/>
                      <a:pt x="75071" y="65677"/>
                    </a:cubicBezTo>
                    <a:cubicBezTo>
                      <a:pt x="77610" y="51563"/>
                      <a:pt x="82541" y="12396"/>
                      <a:pt x="83175" y="4368"/>
                    </a:cubicBezTo>
                  </a:path>
                </a:pathLst>
              </a:custGeom>
              <a:noFill/>
              <a:ln cap="rnd" cmpd="sng" w="15675">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0" name="Google Shape;2510;p90"/>
              <p:cNvSpPr/>
              <p:nvPr/>
            </p:nvSpPr>
            <p:spPr>
              <a:xfrm>
                <a:off x="9417947" y="4847681"/>
                <a:ext cx="108418" cy="202905"/>
              </a:xfrm>
              <a:custGeom>
                <a:rect b="b" l="l" r="r" t="t"/>
                <a:pathLst>
                  <a:path extrusionOk="0" h="202905" w="108418">
                    <a:moveTo>
                      <a:pt x="108419" y="10158"/>
                    </a:moveTo>
                    <a:cubicBezTo>
                      <a:pt x="108419" y="10158"/>
                      <a:pt x="-5124" y="-36234"/>
                      <a:pt x="180" y="69264"/>
                    </a:cubicBezTo>
                    <a:cubicBezTo>
                      <a:pt x="1301" y="91711"/>
                      <a:pt x="32338" y="239087"/>
                      <a:pt x="69389" y="194580"/>
                    </a:cubicBezTo>
                    <a:cubicBezTo>
                      <a:pt x="82946" y="178301"/>
                      <a:pt x="95160" y="165532"/>
                      <a:pt x="95160" y="165532"/>
                    </a:cubicBezTo>
                  </a:path>
                </a:pathLst>
              </a:custGeom>
              <a:noFill/>
              <a:ln cap="rnd" cmpd="sng" w="15300">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1" name="Google Shape;2511;p90"/>
              <p:cNvSpPr/>
              <p:nvPr/>
            </p:nvSpPr>
            <p:spPr>
              <a:xfrm>
                <a:off x="9598098" y="4843658"/>
                <a:ext cx="106238" cy="172802"/>
              </a:xfrm>
              <a:custGeom>
                <a:rect b="b" l="l" r="r" t="t"/>
                <a:pathLst>
                  <a:path extrusionOk="0" h="172802" w="106238">
                    <a:moveTo>
                      <a:pt x="165" y="5713"/>
                    </a:moveTo>
                    <a:cubicBezTo>
                      <a:pt x="-3757" y="6945"/>
                      <a:pt x="63322" y="-18803"/>
                      <a:pt x="101456" y="29900"/>
                    </a:cubicBezTo>
                    <a:cubicBezTo>
                      <a:pt x="114939" y="47105"/>
                      <a:pt x="99327" y="117405"/>
                      <a:pt x="61978" y="172803"/>
                    </a:cubicBezTo>
                  </a:path>
                </a:pathLst>
              </a:custGeom>
              <a:noFill/>
              <a:ln cap="rnd" cmpd="sng" w="15300">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2" name="Google Shape;2512;p90"/>
              <p:cNvSpPr/>
              <p:nvPr/>
            </p:nvSpPr>
            <p:spPr>
              <a:xfrm>
                <a:off x="9504246" y="4846989"/>
                <a:ext cx="197847" cy="195383"/>
              </a:xfrm>
              <a:custGeom>
                <a:rect b="b" l="l" r="r" t="t"/>
                <a:pathLst>
                  <a:path extrusionOk="0" h="195383" w="197847">
                    <a:moveTo>
                      <a:pt x="152095" y="169472"/>
                    </a:moveTo>
                    <a:cubicBezTo>
                      <a:pt x="152095" y="169472"/>
                      <a:pt x="154560" y="181420"/>
                      <a:pt x="189893" y="174139"/>
                    </a:cubicBezTo>
                    <a:cubicBezTo>
                      <a:pt x="205393" y="170928"/>
                      <a:pt x="196093" y="183100"/>
                      <a:pt x="180369" y="190418"/>
                    </a:cubicBezTo>
                    <a:cubicBezTo>
                      <a:pt x="167483" y="196392"/>
                      <a:pt x="138538" y="197923"/>
                      <a:pt x="138089" y="189671"/>
                    </a:cubicBezTo>
                    <a:cubicBezTo>
                      <a:pt x="136857" y="168314"/>
                      <a:pt x="153290" y="174811"/>
                      <a:pt x="152095" y="169472"/>
                    </a:cubicBezTo>
                    <a:cubicBezTo>
                      <a:pt x="151049" y="164655"/>
                      <a:pt x="143692" y="159913"/>
                      <a:pt x="138836" y="148137"/>
                    </a:cubicBezTo>
                    <a:cubicBezTo>
                      <a:pt x="134578" y="137854"/>
                      <a:pt x="80646" y="58993"/>
                      <a:pt x="153776" y="70706"/>
                    </a:cubicBezTo>
                    <a:cubicBezTo>
                      <a:pt x="156465" y="70154"/>
                      <a:pt x="134728" y="1135"/>
                      <a:pt x="66229" y="11"/>
                    </a:cubicBezTo>
                    <a:cubicBezTo>
                      <a:pt x="-2232" y="-1109"/>
                      <a:pt x="8" y="84174"/>
                      <a:pt x="8" y="84174"/>
                    </a:cubicBezTo>
                  </a:path>
                </a:pathLst>
              </a:custGeom>
              <a:solidFill>
                <a:srgbClr val="29B5E8"/>
              </a:solidFill>
              <a:ln cap="rnd" cmpd="sng" w="11500">
                <a:solidFill>
                  <a:srgbClr val="FFFFFF"/>
                </a:solidFill>
                <a:prstDash val="solid"/>
                <a:bevel/>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3" name="Google Shape;2513;p90"/>
              <p:cNvSpPr/>
              <p:nvPr/>
            </p:nvSpPr>
            <p:spPr>
              <a:xfrm>
                <a:off x="9507624" y="5019822"/>
                <a:ext cx="55604" cy="34970"/>
              </a:xfrm>
              <a:custGeom>
                <a:rect b="b" l="l" r="r" t="t"/>
                <a:pathLst>
                  <a:path extrusionOk="0" h="34970" w="55604">
                    <a:moveTo>
                      <a:pt x="36482" y="3919"/>
                    </a:moveTo>
                    <a:cubicBezTo>
                      <a:pt x="26958" y="14560"/>
                      <a:pt x="29759" y="16464"/>
                      <a:pt x="10673" y="20385"/>
                    </a:cubicBezTo>
                    <a:cubicBezTo>
                      <a:pt x="-8636" y="24343"/>
                      <a:pt x="2718" y="31437"/>
                      <a:pt x="10113" y="33266"/>
                    </a:cubicBezTo>
                    <a:cubicBezTo>
                      <a:pt x="19077" y="35544"/>
                      <a:pt x="39843" y="38718"/>
                      <a:pt x="53887" y="19078"/>
                    </a:cubicBezTo>
                    <a:cubicBezTo>
                      <a:pt x="58145" y="13104"/>
                      <a:pt x="53849" y="3545"/>
                      <a:pt x="47985" y="1119"/>
                    </a:cubicBezTo>
                    <a:cubicBezTo>
                      <a:pt x="45147" y="-76"/>
                      <a:pt x="41375" y="-1532"/>
                      <a:pt x="36482" y="3919"/>
                    </a:cubicBezTo>
                    <a:lnTo>
                      <a:pt x="36482" y="3919"/>
                    </a:lnTo>
                    <a:close/>
                  </a:path>
                </a:pathLst>
              </a:custGeom>
              <a:solidFill>
                <a:srgbClr val="29B5E8"/>
              </a:solidFill>
              <a:ln cap="rnd" cmpd="sng" w="11500">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4" name="Google Shape;2514;p90"/>
              <p:cNvSpPr/>
              <p:nvPr/>
            </p:nvSpPr>
            <p:spPr>
              <a:xfrm>
                <a:off x="9503083" y="4917993"/>
                <a:ext cx="56190" cy="105562"/>
              </a:xfrm>
              <a:custGeom>
                <a:rect b="b" l="l" r="r" t="t"/>
                <a:pathLst>
                  <a:path extrusionOk="0" h="105562" w="56190">
                    <a:moveTo>
                      <a:pt x="40388" y="105562"/>
                    </a:moveTo>
                    <a:cubicBezTo>
                      <a:pt x="39454" y="99289"/>
                      <a:pt x="42442" y="91822"/>
                      <a:pt x="45691" y="83115"/>
                    </a:cubicBezTo>
                    <a:cubicBezTo>
                      <a:pt x="50547" y="70028"/>
                      <a:pt x="61789" y="56933"/>
                      <a:pt x="52825" y="15414"/>
                    </a:cubicBezTo>
                    <a:cubicBezTo>
                      <a:pt x="46102" y="-15528"/>
                      <a:pt x="1208" y="8973"/>
                      <a:pt x="1171" y="13170"/>
                    </a:cubicBezTo>
                    <a:cubicBezTo>
                      <a:pt x="1171" y="17363"/>
                      <a:pt x="3225" y="34434"/>
                      <a:pt x="424" y="54312"/>
                    </a:cubicBezTo>
                    <a:cubicBezTo>
                      <a:pt x="-3199" y="80255"/>
                      <a:pt x="16933" y="102202"/>
                      <a:pt x="40126" y="99962"/>
                    </a:cubicBezTo>
                  </a:path>
                </a:pathLst>
              </a:custGeom>
              <a:noFill/>
              <a:ln cap="rnd" cmpd="sng" w="10675">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5" name="Google Shape;2515;p90"/>
              <p:cNvSpPr/>
              <p:nvPr/>
            </p:nvSpPr>
            <p:spPr>
              <a:xfrm>
                <a:off x="9532780" y="4928708"/>
                <a:ext cx="13355" cy="7651"/>
              </a:xfrm>
              <a:custGeom>
                <a:rect b="b" l="l" r="r" t="t"/>
                <a:pathLst>
                  <a:path extrusionOk="0" h="7651" w="13355">
                    <a:moveTo>
                      <a:pt x="9" y="1828"/>
                    </a:moveTo>
                    <a:cubicBezTo>
                      <a:pt x="-178" y="3258"/>
                      <a:pt x="2661" y="7081"/>
                      <a:pt x="6321" y="7593"/>
                    </a:cubicBezTo>
                    <a:cubicBezTo>
                      <a:pt x="10019" y="8108"/>
                      <a:pt x="13156" y="5117"/>
                      <a:pt x="13343" y="3687"/>
                    </a:cubicBezTo>
                    <a:cubicBezTo>
                      <a:pt x="13567" y="2254"/>
                      <a:pt x="10728" y="674"/>
                      <a:pt x="7030" y="163"/>
                    </a:cubicBezTo>
                    <a:cubicBezTo>
                      <a:pt x="3370" y="-353"/>
                      <a:pt x="233" y="398"/>
                      <a:pt x="9" y="1828"/>
                    </a:cubicBezTo>
                    <a:lnTo>
                      <a:pt x="9" y="1828"/>
                    </a:lnTo>
                    <a:close/>
                  </a:path>
                </a:pathLst>
              </a:custGeom>
              <a:solidFill>
                <a:srgbClr val="FFFFFF"/>
              </a:solidFill>
              <a:ln cap="flat" cmpd="sng" w="10675">
                <a:solidFill>
                  <a:srgbClr val="FFFFFF"/>
                </a:solidFill>
                <a:prstDash val="solid"/>
                <a:miter lim="8000"/>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6" name="Google Shape;2516;p90"/>
              <p:cNvSpPr/>
              <p:nvPr/>
            </p:nvSpPr>
            <p:spPr>
              <a:xfrm>
                <a:off x="9631529" y="4925787"/>
                <a:ext cx="13354" cy="7651"/>
              </a:xfrm>
              <a:custGeom>
                <a:rect b="b" l="l" r="r" t="t"/>
                <a:pathLst>
                  <a:path extrusionOk="0" h="7651" w="13354">
                    <a:moveTo>
                      <a:pt x="13346" y="1825"/>
                    </a:moveTo>
                    <a:cubicBezTo>
                      <a:pt x="13533" y="3258"/>
                      <a:pt x="10732" y="7082"/>
                      <a:pt x="7034" y="7593"/>
                    </a:cubicBezTo>
                    <a:cubicBezTo>
                      <a:pt x="3337" y="8105"/>
                      <a:pt x="199" y="5118"/>
                      <a:pt x="12" y="3688"/>
                    </a:cubicBezTo>
                    <a:cubicBezTo>
                      <a:pt x="-212" y="2254"/>
                      <a:pt x="2627" y="675"/>
                      <a:pt x="6324" y="163"/>
                    </a:cubicBezTo>
                    <a:cubicBezTo>
                      <a:pt x="9984" y="-352"/>
                      <a:pt x="13159" y="395"/>
                      <a:pt x="13346" y="1825"/>
                    </a:cubicBezTo>
                    <a:lnTo>
                      <a:pt x="13346" y="1825"/>
                    </a:lnTo>
                    <a:close/>
                  </a:path>
                </a:pathLst>
              </a:custGeom>
              <a:solidFill>
                <a:srgbClr val="FFFFFF"/>
              </a:solidFill>
              <a:ln cap="flat" cmpd="sng" w="10675">
                <a:solidFill>
                  <a:srgbClr val="FFFFFF"/>
                </a:solidFill>
                <a:prstDash val="solid"/>
                <a:miter lim="8000"/>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17" name="Google Shape;2517;p90"/>
              <p:cNvSpPr/>
              <p:nvPr/>
            </p:nvSpPr>
            <p:spPr>
              <a:xfrm>
                <a:off x="9650178" y="4917695"/>
                <a:ext cx="7930" cy="88087"/>
              </a:xfrm>
              <a:custGeom>
                <a:rect b="b" l="l" r="r" t="t"/>
                <a:pathLst>
                  <a:path extrusionOk="0" h="88087" w="7930">
                    <a:moveTo>
                      <a:pt x="7843" y="0"/>
                    </a:moveTo>
                    <a:cubicBezTo>
                      <a:pt x="8478" y="11243"/>
                      <a:pt x="5453" y="18897"/>
                      <a:pt x="5042" y="30860"/>
                    </a:cubicBezTo>
                    <a:cubicBezTo>
                      <a:pt x="4482" y="48252"/>
                      <a:pt x="13371" y="68160"/>
                      <a:pt x="0" y="88087"/>
                    </a:cubicBezTo>
                  </a:path>
                </a:pathLst>
              </a:custGeom>
              <a:noFill/>
              <a:ln cap="rnd" cmpd="sng" w="10675">
                <a:solidFill>
                  <a:srgbClr val="FFFFFF"/>
                </a:solidFill>
                <a:prstDash val="solid"/>
                <a:round/>
                <a:headEnd len="sm" w="sm" type="none"/>
                <a:tailEnd len="sm" w="sm" type="none"/>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518" name="Google Shape;2518;p90"/>
            <p:cNvGrpSpPr/>
            <p:nvPr/>
          </p:nvGrpSpPr>
          <p:grpSpPr>
            <a:xfrm>
              <a:off x="5622208" y="2882812"/>
              <a:ext cx="382251" cy="301480"/>
              <a:chOff x="7391028" y="3640549"/>
              <a:chExt cx="509668" cy="401973"/>
            </a:xfrm>
          </p:grpSpPr>
          <p:grpSp>
            <p:nvGrpSpPr>
              <p:cNvPr id="2519" name="Google Shape;2519;p90"/>
              <p:cNvGrpSpPr/>
              <p:nvPr/>
            </p:nvGrpSpPr>
            <p:grpSpPr>
              <a:xfrm>
                <a:off x="7391028" y="3964166"/>
                <a:ext cx="509668" cy="78356"/>
                <a:chOff x="7391028" y="3964166"/>
                <a:chExt cx="509668" cy="78356"/>
              </a:xfrm>
            </p:grpSpPr>
            <p:sp>
              <p:nvSpPr>
                <p:cNvPr id="2520" name="Google Shape;2520;p90"/>
                <p:cNvSpPr/>
                <p:nvPr/>
              </p:nvSpPr>
              <p:spPr>
                <a:xfrm>
                  <a:off x="7391028" y="3965263"/>
                  <a:ext cx="64315" cy="77259"/>
                </a:xfrm>
                <a:custGeom>
                  <a:rect b="b" l="l" r="r" t="t"/>
                  <a:pathLst>
                    <a:path extrusionOk="0" h="77259" w="64315">
                      <a:moveTo>
                        <a:pt x="56360" y="58598"/>
                      </a:moveTo>
                      <a:cubicBezTo>
                        <a:pt x="57144" y="58598"/>
                        <a:pt x="57779" y="58897"/>
                        <a:pt x="58340" y="59486"/>
                      </a:cubicBezTo>
                      <a:lnTo>
                        <a:pt x="63905" y="65502"/>
                      </a:lnTo>
                      <a:cubicBezTo>
                        <a:pt x="60842" y="69299"/>
                        <a:pt x="57070" y="72208"/>
                        <a:pt x="52588" y="74231"/>
                      </a:cubicBezTo>
                      <a:cubicBezTo>
                        <a:pt x="48106" y="76251"/>
                        <a:pt x="42727" y="77259"/>
                        <a:pt x="36453" y="77259"/>
                      </a:cubicBezTo>
                      <a:cubicBezTo>
                        <a:pt x="30813" y="77259"/>
                        <a:pt x="25771" y="76303"/>
                        <a:pt x="21289" y="74384"/>
                      </a:cubicBezTo>
                      <a:cubicBezTo>
                        <a:pt x="16845" y="72469"/>
                        <a:pt x="12998" y="69803"/>
                        <a:pt x="9823" y="66386"/>
                      </a:cubicBezTo>
                      <a:cubicBezTo>
                        <a:pt x="6648" y="62970"/>
                        <a:pt x="4220" y="58897"/>
                        <a:pt x="2540" y="54155"/>
                      </a:cubicBezTo>
                      <a:cubicBezTo>
                        <a:pt x="859" y="49413"/>
                        <a:pt x="0" y="44245"/>
                        <a:pt x="0" y="38630"/>
                      </a:cubicBezTo>
                      <a:cubicBezTo>
                        <a:pt x="0" y="32951"/>
                        <a:pt x="934" y="27749"/>
                        <a:pt x="2839" y="23030"/>
                      </a:cubicBezTo>
                      <a:cubicBezTo>
                        <a:pt x="4706" y="18303"/>
                        <a:pt x="7358" y="14237"/>
                        <a:pt x="10757" y="10824"/>
                      </a:cubicBezTo>
                      <a:cubicBezTo>
                        <a:pt x="14192" y="7408"/>
                        <a:pt x="18264" y="4749"/>
                        <a:pt x="23045" y="2853"/>
                      </a:cubicBezTo>
                      <a:cubicBezTo>
                        <a:pt x="27788" y="952"/>
                        <a:pt x="33054" y="0"/>
                        <a:pt x="38806" y="0"/>
                      </a:cubicBezTo>
                      <a:cubicBezTo>
                        <a:pt x="44408" y="0"/>
                        <a:pt x="49301" y="896"/>
                        <a:pt x="53521" y="2692"/>
                      </a:cubicBezTo>
                      <a:cubicBezTo>
                        <a:pt x="57705" y="4488"/>
                        <a:pt x="61328" y="6867"/>
                        <a:pt x="64315" y="9831"/>
                      </a:cubicBezTo>
                      <a:lnTo>
                        <a:pt x="59609" y="16365"/>
                      </a:lnTo>
                      <a:cubicBezTo>
                        <a:pt x="59311" y="16780"/>
                        <a:pt x="58975" y="17146"/>
                        <a:pt x="58527" y="17459"/>
                      </a:cubicBezTo>
                      <a:cubicBezTo>
                        <a:pt x="58115" y="17773"/>
                        <a:pt x="57518" y="17933"/>
                        <a:pt x="56733" y="17933"/>
                      </a:cubicBezTo>
                      <a:cubicBezTo>
                        <a:pt x="55912" y="17933"/>
                        <a:pt x="55128" y="17620"/>
                        <a:pt x="54269" y="16992"/>
                      </a:cubicBezTo>
                      <a:cubicBezTo>
                        <a:pt x="53447" y="16365"/>
                        <a:pt x="52364" y="15682"/>
                        <a:pt x="51094" y="14950"/>
                      </a:cubicBezTo>
                      <a:cubicBezTo>
                        <a:pt x="49787" y="14222"/>
                        <a:pt x="48181" y="13542"/>
                        <a:pt x="46201" y="12915"/>
                      </a:cubicBezTo>
                      <a:cubicBezTo>
                        <a:pt x="44222" y="12284"/>
                        <a:pt x="41719" y="11971"/>
                        <a:pt x="38694" y="11971"/>
                      </a:cubicBezTo>
                      <a:cubicBezTo>
                        <a:pt x="35146" y="11971"/>
                        <a:pt x="31859" y="12590"/>
                        <a:pt x="28871" y="13826"/>
                      </a:cubicBezTo>
                      <a:cubicBezTo>
                        <a:pt x="25920" y="15066"/>
                        <a:pt x="23343" y="16832"/>
                        <a:pt x="21214" y="19132"/>
                      </a:cubicBezTo>
                      <a:cubicBezTo>
                        <a:pt x="19048" y="21432"/>
                        <a:pt x="17368" y="24228"/>
                        <a:pt x="16172" y="27522"/>
                      </a:cubicBezTo>
                      <a:cubicBezTo>
                        <a:pt x="14977" y="30819"/>
                        <a:pt x="14379" y="34519"/>
                        <a:pt x="14379" y="38630"/>
                      </a:cubicBezTo>
                      <a:cubicBezTo>
                        <a:pt x="14379" y="42879"/>
                        <a:pt x="14977" y="46665"/>
                        <a:pt x="16172" y="49977"/>
                      </a:cubicBezTo>
                      <a:cubicBezTo>
                        <a:pt x="17368" y="53288"/>
                        <a:pt x="19011" y="56074"/>
                        <a:pt x="21065" y="58336"/>
                      </a:cubicBezTo>
                      <a:cubicBezTo>
                        <a:pt x="23119" y="60603"/>
                        <a:pt x="25547" y="62335"/>
                        <a:pt x="28348" y="63541"/>
                      </a:cubicBezTo>
                      <a:cubicBezTo>
                        <a:pt x="31112" y="64744"/>
                        <a:pt x="34137" y="65341"/>
                        <a:pt x="37349" y="65341"/>
                      </a:cubicBezTo>
                      <a:cubicBezTo>
                        <a:pt x="39254" y="65341"/>
                        <a:pt x="40972" y="65240"/>
                        <a:pt x="42541" y="65027"/>
                      </a:cubicBezTo>
                      <a:cubicBezTo>
                        <a:pt x="44072" y="64818"/>
                        <a:pt x="45529" y="64490"/>
                        <a:pt x="46836" y="64034"/>
                      </a:cubicBezTo>
                      <a:cubicBezTo>
                        <a:pt x="48143" y="63583"/>
                        <a:pt x="49376" y="63000"/>
                        <a:pt x="50534" y="62287"/>
                      </a:cubicBezTo>
                      <a:cubicBezTo>
                        <a:pt x="51691" y="61570"/>
                        <a:pt x="52849" y="60689"/>
                        <a:pt x="54007" y="59647"/>
                      </a:cubicBezTo>
                      <a:cubicBezTo>
                        <a:pt x="54343" y="59333"/>
                        <a:pt x="54717" y="59076"/>
                        <a:pt x="55128" y="58889"/>
                      </a:cubicBezTo>
                      <a:cubicBezTo>
                        <a:pt x="55501" y="58699"/>
                        <a:pt x="55912" y="58598"/>
                        <a:pt x="56360" y="5859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1" name="Google Shape;2521;p90"/>
                <p:cNvSpPr/>
                <p:nvPr/>
              </p:nvSpPr>
              <p:spPr>
                <a:xfrm>
                  <a:off x="7461096" y="3987222"/>
                  <a:ext cx="53073" cy="55248"/>
                </a:xfrm>
                <a:custGeom>
                  <a:rect b="b" l="l" r="r" t="t"/>
                  <a:pathLst>
                    <a:path extrusionOk="0" h="55248" w="53073">
                      <a:moveTo>
                        <a:pt x="26630" y="0"/>
                      </a:moveTo>
                      <a:cubicBezTo>
                        <a:pt x="30626" y="0"/>
                        <a:pt x="34249" y="642"/>
                        <a:pt x="37498" y="1934"/>
                      </a:cubicBezTo>
                      <a:cubicBezTo>
                        <a:pt x="40785" y="3222"/>
                        <a:pt x="43549" y="5052"/>
                        <a:pt x="45865" y="7419"/>
                      </a:cubicBezTo>
                      <a:cubicBezTo>
                        <a:pt x="48143" y="9790"/>
                        <a:pt x="49936" y="12680"/>
                        <a:pt x="51168" y="16096"/>
                      </a:cubicBezTo>
                      <a:cubicBezTo>
                        <a:pt x="52438" y="19516"/>
                        <a:pt x="53073" y="23329"/>
                        <a:pt x="53073" y="27544"/>
                      </a:cubicBezTo>
                      <a:cubicBezTo>
                        <a:pt x="53073" y="31797"/>
                        <a:pt x="52438" y="35631"/>
                        <a:pt x="51168" y="39044"/>
                      </a:cubicBezTo>
                      <a:cubicBezTo>
                        <a:pt x="49936" y="42460"/>
                        <a:pt x="48143" y="45369"/>
                        <a:pt x="45865" y="47773"/>
                      </a:cubicBezTo>
                      <a:cubicBezTo>
                        <a:pt x="43549" y="50178"/>
                        <a:pt x="40785" y="52026"/>
                        <a:pt x="37498" y="53314"/>
                      </a:cubicBezTo>
                      <a:cubicBezTo>
                        <a:pt x="34249" y="54606"/>
                        <a:pt x="30626" y="55249"/>
                        <a:pt x="26630" y="55249"/>
                      </a:cubicBezTo>
                      <a:cubicBezTo>
                        <a:pt x="22596" y="55249"/>
                        <a:pt x="18973" y="54606"/>
                        <a:pt x="15687" y="53314"/>
                      </a:cubicBezTo>
                      <a:cubicBezTo>
                        <a:pt x="12400" y="52026"/>
                        <a:pt x="9599" y="50178"/>
                        <a:pt x="7283" y="47773"/>
                      </a:cubicBezTo>
                      <a:cubicBezTo>
                        <a:pt x="4967" y="45369"/>
                        <a:pt x="3175" y="42460"/>
                        <a:pt x="1905" y="39044"/>
                      </a:cubicBezTo>
                      <a:cubicBezTo>
                        <a:pt x="635" y="35631"/>
                        <a:pt x="0" y="31797"/>
                        <a:pt x="0" y="27544"/>
                      </a:cubicBezTo>
                      <a:cubicBezTo>
                        <a:pt x="0" y="23329"/>
                        <a:pt x="635" y="19516"/>
                        <a:pt x="1905" y="16096"/>
                      </a:cubicBezTo>
                      <a:cubicBezTo>
                        <a:pt x="3175" y="12680"/>
                        <a:pt x="4967" y="9790"/>
                        <a:pt x="7283" y="7419"/>
                      </a:cubicBezTo>
                      <a:cubicBezTo>
                        <a:pt x="9599" y="5052"/>
                        <a:pt x="12400" y="3222"/>
                        <a:pt x="15687" y="1934"/>
                      </a:cubicBezTo>
                      <a:cubicBezTo>
                        <a:pt x="18973" y="642"/>
                        <a:pt x="22596" y="0"/>
                        <a:pt x="26630" y="0"/>
                      </a:cubicBezTo>
                      <a:close/>
                      <a:moveTo>
                        <a:pt x="26630" y="45317"/>
                      </a:moveTo>
                      <a:cubicBezTo>
                        <a:pt x="31074" y="45317"/>
                        <a:pt x="34361" y="43819"/>
                        <a:pt x="36528" y="40825"/>
                      </a:cubicBezTo>
                      <a:cubicBezTo>
                        <a:pt x="38656" y="37827"/>
                        <a:pt x="39740" y="33436"/>
                        <a:pt x="39740" y="27648"/>
                      </a:cubicBezTo>
                      <a:cubicBezTo>
                        <a:pt x="39740" y="21865"/>
                        <a:pt x="38656" y="17459"/>
                        <a:pt x="36528" y="14423"/>
                      </a:cubicBezTo>
                      <a:cubicBezTo>
                        <a:pt x="34361" y="11392"/>
                        <a:pt x="31074" y="9876"/>
                        <a:pt x="26630" y="9876"/>
                      </a:cubicBezTo>
                      <a:cubicBezTo>
                        <a:pt x="22074" y="9876"/>
                        <a:pt x="18749" y="11403"/>
                        <a:pt x="16583" y="14453"/>
                      </a:cubicBezTo>
                      <a:cubicBezTo>
                        <a:pt x="14417" y="17500"/>
                        <a:pt x="13334" y="21899"/>
                        <a:pt x="13334" y="27648"/>
                      </a:cubicBezTo>
                      <a:cubicBezTo>
                        <a:pt x="13334" y="33399"/>
                        <a:pt x="14417" y="37782"/>
                        <a:pt x="16583" y="40795"/>
                      </a:cubicBezTo>
                      <a:cubicBezTo>
                        <a:pt x="18749" y="43812"/>
                        <a:pt x="22074" y="45317"/>
                        <a:pt x="26630" y="4531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2" name="Google Shape;2522;p90"/>
                <p:cNvSpPr/>
                <p:nvPr/>
              </p:nvSpPr>
              <p:spPr>
                <a:xfrm>
                  <a:off x="7524253" y="3987222"/>
                  <a:ext cx="46761" cy="54468"/>
                </a:xfrm>
                <a:custGeom>
                  <a:rect b="b" l="l" r="r" t="t"/>
                  <a:pathLst>
                    <a:path extrusionOk="0" h="54468" w="46761">
                      <a:moveTo>
                        <a:pt x="0" y="54468"/>
                      </a:moveTo>
                      <a:lnTo>
                        <a:pt x="0" y="836"/>
                      </a:lnTo>
                      <a:lnTo>
                        <a:pt x="7881" y="836"/>
                      </a:lnTo>
                      <a:cubicBezTo>
                        <a:pt x="9561" y="836"/>
                        <a:pt x="10682" y="1620"/>
                        <a:pt x="11205" y="3185"/>
                      </a:cubicBezTo>
                      <a:lnTo>
                        <a:pt x="12064" y="7419"/>
                      </a:lnTo>
                      <a:cubicBezTo>
                        <a:pt x="13147" y="6306"/>
                        <a:pt x="14305" y="5294"/>
                        <a:pt x="15500" y="4391"/>
                      </a:cubicBezTo>
                      <a:cubicBezTo>
                        <a:pt x="16695" y="3484"/>
                        <a:pt x="17965" y="2699"/>
                        <a:pt x="19309" y="2035"/>
                      </a:cubicBezTo>
                      <a:cubicBezTo>
                        <a:pt x="20654" y="1374"/>
                        <a:pt x="22111" y="866"/>
                        <a:pt x="23642" y="519"/>
                      </a:cubicBezTo>
                      <a:cubicBezTo>
                        <a:pt x="25173" y="175"/>
                        <a:pt x="26854" y="0"/>
                        <a:pt x="28647" y="0"/>
                      </a:cubicBezTo>
                      <a:cubicBezTo>
                        <a:pt x="31597" y="0"/>
                        <a:pt x="34174" y="497"/>
                        <a:pt x="36453" y="1486"/>
                      </a:cubicBezTo>
                      <a:cubicBezTo>
                        <a:pt x="38731" y="2479"/>
                        <a:pt x="40599" y="3872"/>
                        <a:pt x="42130" y="5672"/>
                      </a:cubicBezTo>
                      <a:cubicBezTo>
                        <a:pt x="43624" y="7464"/>
                        <a:pt x="44782" y="9607"/>
                        <a:pt x="45566" y="12097"/>
                      </a:cubicBezTo>
                      <a:cubicBezTo>
                        <a:pt x="46350" y="14591"/>
                        <a:pt x="46761" y="17336"/>
                        <a:pt x="46761" y="20330"/>
                      </a:cubicBezTo>
                      <a:lnTo>
                        <a:pt x="46761" y="54468"/>
                      </a:lnTo>
                      <a:lnTo>
                        <a:pt x="33838" y="54468"/>
                      </a:lnTo>
                      <a:lnTo>
                        <a:pt x="33838" y="20330"/>
                      </a:lnTo>
                      <a:cubicBezTo>
                        <a:pt x="33838" y="17056"/>
                        <a:pt x="33091" y="14521"/>
                        <a:pt x="31560" y="12725"/>
                      </a:cubicBezTo>
                      <a:cubicBezTo>
                        <a:pt x="30029" y="10932"/>
                        <a:pt x="27788" y="10033"/>
                        <a:pt x="24725" y="10033"/>
                      </a:cubicBezTo>
                      <a:cubicBezTo>
                        <a:pt x="22521" y="10033"/>
                        <a:pt x="20430" y="10537"/>
                        <a:pt x="18450" y="11552"/>
                      </a:cubicBezTo>
                      <a:cubicBezTo>
                        <a:pt x="16508" y="12560"/>
                        <a:pt x="14678" y="13934"/>
                        <a:pt x="12923" y="15678"/>
                      </a:cubicBezTo>
                      <a:lnTo>
                        <a:pt x="12923"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3" name="Google Shape;2523;p90"/>
                <p:cNvSpPr/>
                <p:nvPr/>
              </p:nvSpPr>
              <p:spPr>
                <a:xfrm>
                  <a:off x="7578858" y="3971644"/>
                  <a:ext cx="36527" cy="70877"/>
                </a:xfrm>
                <a:custGeom>
                  <a:rect b="b" l="l" r="r" t="t"/>
                  <a:pathLst>
                    <a:path extrusionOk="0" h="70877" w="36527">
                      <a:moveTo>
                        <a:pt x="22484" y="70878"/>
                      </a:moveTo>
                      <a:cubicBezTo>
                        <a:pt x="17853" y="70878"/>
                        <a:pt x="14267" y="69564"/>
                        <a:pt x="11765" y="66931"/>
                      </a:cubicBezTo>
                      <a:cubicBezTo>
                        <a:pt x="9263" y="64303"/>
                        <a:pt x="7992" y="60666"/>
                        <a:pt x="7992" y="56036"/>
                      </a:cubicBezTo>
                      <a:lnTo>
                        <a:pt x="7992" y="26080"/>
                      </a:lnTo>
                      <a:lnTo>
                        <a:pt x="2540" y="26080"/>
                      </a:lnTo>
                      <a:cubicBezTo>
                        <a:pt x="1867" y="26080"/>
                        <a:pt x="1232" y="25856"/>
                        <a:pt x="747" y="25401"/>
                      </a:cubicBezTo>
                      <a:cubicBezTo>
                        <a:pt x="224" y="24949"/>
                        <a:pt x="0" y="24269"/>
                        <a:pt x="0" y="23366"/>
                      </a:cubicBezTo>
                      <a:lnTo>
                        <a:pt x="0" y="18239"/>
                      </a:lnTo>
                      <a:lnTo>
                        <a:pt x="8627" y="16832"/>
                      </a:lnTo>
                      <a:lnTo>
                        <a:pt x="11317" y="2195"/>
                      </a:lnTo>
                      <a:cubicBezTo>
                        <a:pt x="11466" y="1493"/>
                        <a:pt x="11802" y="956"/>
                        <a:pt x="12288" y="571"/>
                      </a:cubicBezTo>
                      <a:cubicBezTo>
                        <a:pt x="12811" y="190"/>
                        <a:pt x="13446" y="0"/>
                        <a:pt x="14192" y="0"/>
                      </a:cubicBezTo>
                      <a:lnTo>
                        <a:pt x="20916" y="0"/>
                      </a:lnTo>
                      <a:lnTo>
                        <a:pt x="20916" y="16884"/>
                      </a:lnTo>
                      <a:lnTo>
                        <a:pt x="35034" y="16884"/>
                      </a:lnTo>
                      <a:lnTo>
                        <a:pt x="35034" y="26080"/>
                      </a:lnTo>
                      <a:lnTo>
                        <a:pt x="20916" y="26080"/>
                      </a:lnTo>
                      <a:lnTo>
                        <a:pt x="20916" y="55148"/>
                      </a:lnTo>
                      <a:cubicBezTo>
                        <a:pt x="20916" y="56817"/>
                        <a:pt x="21326" y="58123"/>
                        <a:pt x="22148" y="59064"/>
                      </a:cubicBezTo>
                      <a:cubicBezTo>
                        <a:pt x="23007" y="60005"/>
                        <a:pt x="24128" y="60476"/>
                        <a:pt x="25509" y="60476"/>
                      </a:cubicBezTo>
                      <a:cubicBezTo>
                        <a:pt x="26294" y="60476"/>
                        <a:pt x="26966" y="60382"/>
                        <a:pt x="27526" y="60188"/>
                      </a:cubicBezTo>
                      <a:cubicBezTo>
                        <a:pt x="28049" y="59994"/>
                        <a:pt x="28535" y="59800"/>
                        <a:pt x="28946" y="59587"/>
                      </a:cubicBezTo>
                      <a:cubicBezTo>
                        <a:pt x="29319" y="59378"/>
                        <a:pt x="29693" y="59180"/>
                        <a:pt x="29991" y="58990"/>
                      </a:cubicBezTo>
                      <a:cubicBezTo>
                        <a:pt x="30328" y="58796"/>
                        <a:pt x="30626" y="58699"/>
                        <a:pt x="30925" y="58699"/>
                      </a:cubicBezTo>
                      <a:cubicBezTo>
                        <a:pt x="31336" y="58699"/>
                        <a:pt x="31635" y="58796"/>
                        <a:pt x="31896" y="58990"/>
                      </a:cubicBezTo>
                      <a:cubicBezTo>
                        <a:pt x="32120" y="59180"/>
                        <a:pt x="32382" y="59468"/>
                        <a:pt x="32681" y="59849"/>
                      </a:cubicBezTo>
                      <a:lnTo>
                        <a:pt x="36527" y="66121"/>
                      </a:lnTo>
                      <a:cubicBezTo>
                        <a:pt x="34660" y="67689"/>
                        <a:pt x="32494" y="68877"/>
                        <a:pt x="30066" y="69676"/>
                      </a:cubicBezTo>
                      <a:cubicBezTo>
                        <a:pt x="27601" y="70478"/>
                        <a:pt x="25099" y="70878"/>
                        <a:pt x="22484" y="7087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4" name="Google Shape;2524;p90"/>
                <p:cNvSpPr/>
                <p:nvPr/>
              </p:nvSpPr>
              <p:spPr>
                <a:xfrm>
                  <a:off x="7621511" y="3987061"/>
                  <a:ext cx="44707" cy="55461"/>
                </a:xfrm>
                <a:custGeom>
                  <a:rect b="b" l="l" r="r" t="t"/>
                  <a:pathLst>
                    <a:path extrusionOk="0" h="55461" w="44707">
                      <a:moveTo>
                        <a:pt x="44707" y="54629"/>
                      </a:moveTo>
                      <a:lnTo>
                        <a:pt x="38918" y="54629"/>
                      </a:lnTo>
                      <a:cubicBezTo>
                        <a:pt x="37685" y="54629"/>
                        <a:pt x="36715" y="54446"/>
                        <a:pt x="36042" y="54076"/>
                      </a:cubicBezTo>
                      <a:cubicBezTo>
                        <a:pt x="35333" y="53710"/>
                        <a:pt x="34810" y="52971"/>
                        <a:pt x="34473" y="51858"/>
                      </a:cubicBezTo>
                      <a:lnTo>
                        <a:pt x="33316" y="48039"/>
                      </a:lnTo>
                      <a:cubicBezTo>
                        <a:pt x="31971" y="49260"/>
                        <a:pt x="30627" y="50331"/>
                        <a:pt x="29319" y="51257"/>
                      </a:cubicBezTo>
                      <a:cubicBezTo>
                        <a:pt x="28012" y="52180"/>
                        <a:pt x="26667" y="52952"/>
                        <a:pt x="25248" y="53583"/>
                      </a:cubicBezTo>
                      <a:cubicBezTo>
                        <a:pt x="23866" y="54211"/>
                        <a:pt x="22372" y="54681"/>
                        <a:pt x="20804" y="54995"/>
                      </a:cubicBezTo>
                      <a:cubicBezTo>
                        <a:pt x="19235" y="55305"/>
                        <a:pt x="17517" y="55461"/>
                        <a:pt x="15575" y="55461"/>
                      </a:cubicBezTo>
                      <a:cubicBezTo>
                        <a:pt x="13334" y="55461"/>
                        <a:pt x="11242" y="55155"/>
                        <a:pt x="9300" y="54547"/>
                      </a:cubicBezTo>
                      <a:cubicBezTo>
                        <a:pt x="7395" y="53934"/>
                        <a:pt x="5752" y="53016"/>
                        <a:pt x="4370" y="51791"/>
                      </a:cubicBezTo>
                      <a:cubicBezTo>
                        <a:pt x="2988" y="50567"/>
                        <a:pt x="1905" y="49051"/>
                        <a:pt x="1158" y="47225"/>
                      </a:cubicBezTo>
                      <a:cubicBezTo>
                        <a:pt x="373" y="45410"/>
                        <a:pt x="0" y="43297"/>
                        <a:pt x="0" y="40881"/>
                      </a:cubicBezTo>
                      <a:cubicBezTo>
                        <a:pt x="0" y="38854"/>
                        <a:pt x="523" y="36852"/>
                        <a:pt x="1606" y="34877"/>
                      </a:cubicBezTo>
                      <a:cubicBezTo>
                        <a:pt x="2652" y="32902"/>
                        <a:pt x="4445" y="31117"/>
                        <a:pt x="6910" y="29527"/>
                      </a:cubicBezTo>
                      <a:cubicBezTo>
                        <a:pt x="9375" y="27936"/>
                        <a:pt x="12661" y="26618"/>
                        <a:pt x="16770" y="25569"/>
                      </a:cubicBezTo>
                      <a:cubicBezTo>
                        <a:pt x="20916" y="24516"/>
                        <a:pt x="25995" y="23993"/>
                        <a:pt x="32120" y="23993"/>
                      </a:cubicBezTo>
                      <a:lnTo>
                        <a:pt x="32120" y="20834"/>
                      </a:lnTo>
                      <a:cubicBezTo>
                        <a:pt x="32120" y="17216"/>
                        <a:pt x="31336" y="14543"/>
                        <a:pt x="29842" y="12803"/>
                      </a:cubicBezTo>
                      <a:cubicBezTo>
                        <a:pt x="28311" y="11063"/>
                        <a:pt x="26107" y="10193"/>
                        <a:pt x="23231" y="10193"/>
                      </a:cubicBezTo>
                      <a:cubicBezTo>
                        <a:pt x="21140" y="10193"/>
                        <a:pt x="19385" y="10440"/>
                        <a:pt x="18003" y="10925"/>
                      </a:cubicBezTo>
                      <a:cubicBezTo>
                        <a:pt x="16583" y="11414"/>
                        <a:pt x="15388" y="11963"/>
                        <a:pt x="14342" y="12572"/>
                      </a:cubicBezTo>
                      <a:cubicBezTo>
                        <a:pt x="13334" y="13184"/>
                        <a:pt x="12363" y="13733"/>
                        <a:pt x="11504" y="14222"/>
                      </a:cubicBezTo>
                      <a:cubicBezTo>
                        <a:pt x="10644" y="14707"/>
                        <a:pt x="9673" y="14950"/>
                        <a:pt x="8628" y="14950"/>
                      </a:cubicBezTo>
                      <a:cubicBezTo>
                        <a:pt x="7769" y="14950"/>
                        <a:pt x="7022" y="14722"/>
                        <a:pt x="6387" y="14271"/>
                      </a:cubicBezTo>
                      <a:cubicBezTo>
                        <a:pt x="5752" y="13819"/>
                        <a:pt x="5266" y="13262"/>
                        <a:pt x="4856" y="12601"/>
                      </a:cubicBezTo>
                      <a:lnTo>
                        <a:pt x="2503" y="8472"/>
                      </a:lnTo>
                      <a:cubicBezTo>
                        <a:pt x="8665" y="2823"/>
                        <a:pt x="16135" y="0"/>
                        <a:pt x="24837" y="0"/>
                      </a:cubicBezTo>
                      <a:cubicBezTo>
                        <a:pt x="27975" y="0"/>
                        <a:pt x="30776" y="519"/>
                        <a:pt x="33241" y="1546"/>
                      </a:cubicBezTo>
                      <a:cubicBezTo>
                        <a:pt x="35706" y="2573"/>
                        <a:pt x="37760" y="3999"/>
                        <a:pt x="39479" y="5832"/>
                      </a:cubicBezTo>
                      <a:cubicBezTo>
                        <a:pt x="41196" y="7658"/>
                        <a:pt x="42504" y="9846"/>
                        <a:pt x="43363" y="12389"/>
                      </a:cubicBezTo>
                      <a:cubicBezTo>
                        <a:pt x="44259" y="14935"/>
                        <a:pt x="44707" y="17721"/>
                        <a:pt x="44707" y="20756"/>
                      </a:cubicBezTo>
                      <a:lnTo>
                        <a:pt x="44707" y="54629"/>
                      </a:lnTo>
                      <a:close/>
                      <a:moveTo>
                        <a:pt x="19608" y="46579"/>
                      </a:moveTo>
                      <a:cubicBezTo>
                        <a:pt x="20953" y="46579"/>
                        <a:pt x="22148" y="46456"/>
                        <a:pt x="23269" y="46217"/>
                      </a:cubicBezTo>
                      <a:cubicBezTo>
                        <a:pt x="24389" y="45974"/>
                        <a:pt x="25435" y="45616"/>
                        <a:pt x="26444" y="45134"/>
                      </a:cubicBezTo>
                      <a:cubicBezTo>
                        <a:pt x="27414" y="44656"/>
                        <a:pt x="28385" y="44062"/>
                        <a:pt x="29319" y="43360"/>
                      </a:cubicBezTo>
                      <a:cubicBezTo>
                        <a:pt x="30253" y="42658"/>
                        <a:pt x="31149" y="41822"/>
                        <a:pt x="32120" y="40866"/>
                      </a:cubicBezTo>
                      <a:lnTo>
                        <a:pt x="32120" y="31890"/>
                      </a:lnTo>
                      <a:cubicBezTo>
                        <a:pt x="28348" y="31890"/>
                        <a:pt x="25211" y="32125"/>
                        <a:pt x="22671" y="32596"/>
                      </a:cubicBezTo>
                      <a:cubicBezTo>
                        <a:pt x="20131" y="33070"/>
                        <a:pt x="18114" y="33679"/>
                        <a:pt x="16583" y="34414"/>
                      </a:cubicBezTo>
                      <a:cubicBezTo>
                        <a:pt x="15052" y="35150"/>
                        <a:pt x="13969" y="36012"/>
                        <a:pt x="13297" y="36994"/>
                      </a:cubicBezTo>
                      <a:cubicBezTo>
                        <a:pt x="12661" y="37980"/>
                        <a:pt x="12363" y="39048"/>
                        <a:pt x="12363" y="40205"/>
                      </a:cubicBezTo>
                      <a:cubicBezTo>
                        <a:pt x="12363" y="42487"/>
                        <a:pt x="12998" y="44118"/>
                        <a:pt x="14342" y="45104"/>
                      </a:cubicBezTo>
                      <a:cubicBezTo>
                        <a:pt x="15687" y="46086"/>
                        <a:pt x="17442" y="46579"/>
                        <a:pt x="19608" y="4657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5" name="Google Shape;2525;p90"/>
                <p:cNvSpPr/>
                <p:nvPr/>
              </p:nvSpPr>
              <p:spPr>
                <a:xfrm>
                  <a:off x="7678095" y="3964166"/>
                  <a:ext cx="16508" cy="77524"/>
                </a:xfrm>
                <a:custGeom>
                  <a:rect b="b" l="l" r="r" t="t"/>
                  <a:pathLst>
                    <a:path extrusionOk="0" h="77524" w="16508">
                      <a:moveTo>
                        <a:pt x="16509" y="8259"/>
                      </a:moveTo>
                      <a:cubicBezTo>
                        <a:pt x="16509" y="9375"/>
                        <a:pt x="16284" y="10421"/>
                        <a:pt x="15836" y="11395"/>
                      </a:cubicBezTo>
                      <a:cubicBezTo>
                        <a:pt x="15388" y="12374"/>
                        <a:pt x="14790" y="13225"/>
                        <a:pt x="14043" y="13957"/>
                      </a:cubicBezTo>
                      <a:cubicBezTo>
                        <a:pt x="13297" y="14692"/>
                        <a:pt x="12400" y="15275"/>
                        <a:pt x="11392" y="15708"/>
                      </a:cubicBezTo>
                      <a:cubicBezTo>
                        <a:pt x="10383" y="16145"/>
                        <a:pt x="9300" y="16361"/>
                        <a:pt x="8142" y="16361"/>
                      </a:cubicBezTo>
                      <a:cubicBezTo>
                        <a:pt x="7022" y="16361"/>
                        <a:pt x="5976" y="16145"/>
                        <a:pt x="5005" y="15708"/>
                      </a:cubicBezTo>
                      <a:cubicBezTo>
                        <a:pt x="3996" y="15275"/>
                        <a:pt x="3137" y="14692"/>
                        <a:pt x="2390" y="13957"/>
                      </a:cubicBezTo>
                      <a:cubicBezTo>
                        <a:pt x="1681" y="13225"/>
                        <a:pt x="1083" y="12374"/>
                        <a:pt x="635" y="11395"/>
                      </a:cubicBezTo>
                      <a:cubicBezTo>
                        <a:pt x="224" y="10421"/>
                        <a:pt x="0" y="9375"/>
                        <a:pt x="0" y="8259"/>
                      </a:cubicBezTo>
                      <a:cubicBezTo>
                        <a:pt x="0" y="7109"/>
                        <a:pt x="224" y="6030"/>
                        <a:pt x="635" y="5022"/>
                      </a:cubicBezTo>
                      <a:cubicBezTo>
                        <a:pt x="1083" y="4006"/>
                        <a:pt x="1681" y="3140"/>
                        <a:pt x="2390" y="2404"/>
                      </a:cubicBezTo>
                      <a:cubicBezTo>
                        <a:pt x="3137" y="1673"/>
                        <a:pt x="3996" y="1090"/>
                        <a:pt x="5005" y="653"/>
                      </a:cubicBezTo>
                      <a:cubicBezTo>
                        <a:pt x="5976" y="220"/>
                        <a:pt x="7022" y="0"/>
                        <a:pt x="8142" y="0"/>
                      </a:cubicBezTo>
                      <a:cubicBezTo>
                        <a:pt x="9300" y="0"/>
                        <a:pt x="10383" y="220"/>
                        <a:pt x="11392" y="653"/>
                      </a:cubicBezTo>
                      <a:cubicBezTo>
                        <a:pt x="12400" y="1090"/>
                        <a:pt x="13297" y="1673"/>
                        <a:pt x="14043" y="2404"/>
                      </a:cubicBezTo>
                      <a:cubicBezTo>
                        <a:pt x="14790" y="3140"/>
                        <a:pt x="15388" y="4006"/>
                        <a:pt x="15836" y="5022"/>
                      </a:cubicBezTo>
                      <a:cubicBezTo>
                        <a:pt x="16284" y="6030"/>
                        <a:pt x="16509" y="7109"/>
                        <a:pt x="16509" y="8259"/>
                      </a:cubicBezTo>
                      <a:close/>
                      <a:moveTo>
                        <a:pt x="14604" y="23892"/>
                      </a:moveTo>
                      <a:lnTo>
                        <a:pt x="14604" y="77524"/>
                      </a:lnTo>
                      <a:lnTo>
                        <a:pt x="1681" y="77524"/>
                      </a:lnTo>
                      <a:lnTo>
                        <a:pt x="1681" y="23892"/>
                      </a:lnTo>
                      <a:lnTo>
                        <a:pt x="14604" y="2389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6" name="Google Shape;2526;p90"/>
                <p:cNvSpPr/>
                <p:nvPr/>
              </p:nvSpPr>
              <p:spPr>
                <a:xfrm>
                  <a:off x="7707265" y="3987222"/>
                  <a:ext cx="46761" cy="54468"/>
                </a:xfrm>
                <a:custGeom>
                  <a:rect b="b" l="l" r="r" t="t"/>
                  <a:pathLst>
                    <a:path extrusionOk="0" h="54468" w="46761">
                      <a:moveTo>
                        <a:pt x="0" y="54468"/>
                      </a:moveTo>
                      <a:lnTo>
                        <a:pt x="0" y="836"/>
                      </a:lnTo>
                      <a:lnTo>
                        <a:pt x="7881" y="836"/>
                      </a:lnTo>
                      <a:cubicBezTo>
                        <a:pt x="9561" y="836"/>
                        <a:pt x="10682" y="1620"/>
                        <a:pt x="11205" y="3185"/>
                      </a:cubicBezTo>
                      <a:lnTo>
                        <a:pt x="12064" y="7419"/>
                      </a:lnTo>
                      <a:cubicBezTo>
                        <a:pt x="13147" y="6306"/>
                        <a:pt x="14305" y="5294"/>
                        <a:pt x="15500" y="4391"/>
                      </a:cubicBezTo>
                      <a:cubicBezTo>
                        <a:pt x="16695" y="3484"/>
                        <a:pt x="17965" y="2699"/>
                        <a:pt x="19309" y="2035"/>
                      </a:cubicBezTo>
                      <a:cubicBezTo>
                        <a:pt x="20654" y="1374"/>
                        <a:pt x="22111" y="866"/>
                        <a:pt x="23642" y="519"/>
                      </a:cubicBezTo>
                      <a:cubicBezTo>
                        <a:pt x="25173" y="175"/>
                        <a:pt x="26854" y="0"/>
                        <a:pt x="28647" y="0"/>
                      </a:cubicBezTo>
                      <a:cubicBezTo>
                        <a:pt x="31597" y="0"/>
                        <a:pt x="34174" y="497"/>
                        <a:pt x="36453" y="1486"/>
                      </a:cubicBezTo>
                      <a:cubicBezTo>
                        <a:pt x="38731" y="2479"/>
                        <a:pt x="40599" y="3872"/>
                        <a:pt x="42130" y="5672"/>
                      </a:cubicBezTo>
                      <a:cubicBezTo>
                        <a:pt x="43624" y="7464"/>
                        <a:pt x="44782" y="9607"/>
                        <a:pt x="45566" y="12097"/>
                      </a:cubicBezTo>
                      <a:cubicBezTo>
                        <a:pt x="46350" y="14591"/>
                        <a:pt x="46761" y="17336"/>
                        <a:pt x="46761" y="20330"/>
                      </a:cubicBezTo>
                      <a:lnTo>
                        <a:pt x="46761" y="54468"/>
                      </a:lnTo>
                      <a:lnTo>
                        <a:pt x="33838" y="54468"/>
                      </a:lnTo>
                      <a:lnTo>
                        <a:pt x="33838" y="20330"/>
                      </a:lnTo>
                      <a:cubicBezTo>
                        <a:pt x="33838" y="17056"/>
                        <a:pt x="33091" y="14521"/>
                        <a:pt x="31560" y="12725"/>
                      </a:cubicBezTo>
                      <a:cubicBezTo>
                        <a:pt x="30029" y="10932"/>
                        <a:pt x="27788" y="10033"/>
                        <a:pt x="24725" y="10033"/>
                      </a:cubicBezTo>
                      <a:cubicBezTo>
                        <a:pt x="22521" y="10033"/>
                        <a:pt x="20430" y="10537"/>
                        <a:pt x="18450" y="11552"/>
                      </a:cubicBezTo>
                      <a:cubicBezTo>
                        <a:pt x="16508" y="12560"/>
                        <a:pt x="14678" y="13934"/>
                        <a:pt x="12923" y="15678"/>
                      </a:cubicBezTo>
                      <a:lnTo>
                        <a:pt x="12923" y="54468"/>
                      </a:lnTo>
                      <a:lnTo>
                        <a:pt x="0" y="54468"/>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7" name="Google Shape;2527;p90"/>
                <p:cNvSpPr/>
                <p:nvPr/>
              </p:nvSpPr>
              <p:spPr>
                <a:xfrm>
                  <a:off x="7763102" y="3987222"/>
                  <a:ext cx="49002" cy="55248"/>
                </a:xfrm>
                <a:custGeom>
                  <a:rect b="b" l="l" r="r" t="t"/>
                  <a:pathLst>
                    <a:path extrusionOk="0" h="55248" w="49002">
                      <a:moveTo>
                        <a:pt x="25809" y="0"/>
                      </a:moveTo>
                      <a:cubicBezTo>
                        <a:pt x="29170" y="0"/>
                        <a:pt x="32270" y="538"/>
                        <a:pt x="35108" y="1620"/>
                      </a:cubicBezTo>
                      <a:cubicBezTo>
                        <a:pt x="37947" y="2699"/>
                        <a:pt x="40412" y="4271"/>
                        <a:pt x="42466" y="6347"/>
                      </a:cubicBezTo>
                      <a:cubicBezTo>
                        <a:pt x="44521" y="8423"/>
                        <a:pt x="46126" y="10966"/>
                        <a:pt x="47284" y="13979"/>
                      </a:cubicBezTo>
                      <a:cubicBezTo>
                        <a:pt x="48442" y="16996"/>
                        <a:pt x="49002" y="20439"/>
                        <a:pt x="49002" y="24307"/>
                      </a:cubicBezTo>
                      <a:cubicBezTo>
                        <a:pt x="49002" y="25281"/>
                        <a:pt x="48965" y="26091"/>
                        <a:pt x="48890" y="26734"/>
                      </a:cubicBezTo>
                      <a:cubicBezTo>
                        <a:pt x="48778" y="27380"/>
                        <a:pt x="48629" y="27887"/>
                        <a:pt x="48405" y="28250"/>
                      </a:cubicBezTo>
                      <a:cubicBezTo>
                        <a:pt x="48181" y="28616"/>
                        <a:pt x="47882" y="28877"/>
                        <a:pt x="47471" y="29034"/>
                      </a:cubicBezTo>
                      <a:cubicBezTo>
                        <a:pt x="47097" y="29191"/>
                        <a:pt x="46612" y="29273"/>
                        <a:pt x="46014" y="29273"/>
                      </a:cubicBezTo>
                      <a:lnTo>
                        <a:pt x="12885" y="29273"/>
                      </a:lnTo>
                      <a:cubicBezTo>
                        <a:pt x="13259" y="34776"/>
                        <a:pt x="14753" y="38816"/>
                        <a:pt x="17330" y="41400"/>
                      </a:cubicBezTo>
                      <a:cubicBezTo>
                        <a:pt x="19907" y="43976"/>
                        <a:pt x="23306" y="45264"/>
                        <a:pt x="27564" y="45264"/>
                      </a:cubicBezTo>
                      <a:cubicBezTo>
                        <a:pt x="29655" y="45264"/>
                        <a:pt x="31448" y="45025"/>
                        <a:pt x="32979" y="44536"/>
                      </a:cubicBezTo>
                      <a:cubicBezTo>
                        <a:pt x="34511" y="44047"/>
                        <a:pt x="35818" y="43506"/>
                        <a:pt x="36939" y="42912"/>
                      </a:cubicBezTo>
                      <a:cubicBezTo>
                        <a:pt x="38096" y="42322"/>
                        <a:pt x="39067" y="41781"/>
                        <a:pt x="39926" y="41295"/>
                      </a:cubicBezTo>
                      <a:cubicBezTo>
                        <a:pt x="40786" y="40806"/>
                        <a:pt x="41607" y="40560"/>
                        <a:pt x="42429" y="40560"/>
                      </a:cubicBezTo>
                      <a:cubicBezTo>
                        <a:pt x="42952" y="40560"/>
                        <a:pt x="43400" y="40668"/>
                        <a:pt x="43773" y="40873"/>
                      </a:cubicBezTo>
                      <a:cubicBezTo>
                        <a:pt x="44147" y="41086"/>
                        <a:pt x="44483" y="41381"/>
                        <a:pt x="44782" y="41766"/>
                      </a:cubicBezTo>
                      <a:lnTo>
                        <a:pt x="48517" y="46467"/>
                      </a:lnTo>
                      <a:cubicBezTo>
                        <a:pt x="47097" y="48143"/>
                        <a:pt x="45491" y="49543"/>
                        <a:pt x="43736" y="50675"/>
                      </a:cubicBezTo>
                      <a:cubicBezTo>
                        <a:pt x="41943" y="51810"/>
                        <a:pt x="40076" y="52713"/>
                        <a:pt x="38171" y="53396"/>
                      </a:cubicBezTo>
                      <a:cubicBezTo>
                        <a:pt x="36229" y="54072"/>
                        <a:pt x="34250" y="54550"/>
                        <a:pt x="32233" y="54834"/>
                      </a:cubicBezTo>
                      <a:cubicBezTo>
                        <a:pt x="30253" y="55110"/>
                        <a:pt x="28311" y="55249"/>
                        <a:pt x="26406" y="55249"/>
                      </a:cubicBezTo>
                      <a:cubicBezTo>
                        <a:pt x="22671" y="55249"/>
                        <a:pt x="19235" y="54629"/>
                        <a:pt x="16023" y="53396"/>
                      </a:cubicBezTo>
                      <a:cubicBezTo>
                        <a:pt x="12811" y="52157"/>
                        <a:pt x="10009" y="50324"/>
                        <a:pt x="7657" y="47904"/>
                      </a:cubicBezTo>
                      <a:cubicBezTo>
                        <a:pt x="5266" y="45485"/>
                        <a:pt x="3399" y="42486"/>
                        <a:pt x="2054" y="38913"/>
                      </a:cubicBezTo>
                      <a:cubicBezTo>
                        <a:pt x="709" y="35344"/>
                        <a:pt x="0" y="31203"/>
                        <a:pt x="0" y="26502"/>
                      </a:cubicBezTo>
                      <a:cubicBezTo>
                        <a:pt x="0" y="22839"/>
                        <a:pt x="598" y="19397"/>
                        <a:pt x="1793" y="16175"/>
                      </a:cubicBezTo>
                      <a:cubicBezTo>
                        <a:pt x="2988" y="12952"/>
                        <a:pt x="4669" y="10148"/>
                        <a:pt x="6872" y="7759"/>
                      </a:cubicBezTo>
                      <a:cubicBezTo>
                        <a:pt x="9113" y="5373"/>
                        <a:pt x="11803" y="3484"/>
                        <a:pt x="14977" y="2091"/>
                      </a:cubicBezTo>
                      <a:cubicBezTo>
                        <a:pt x="18189" y="694"/>
                        <a:pt x="21775" y="0"/>
                        <a:pt x="25809" y="0"/>
                      </a:cubicBezTo>
                      <a:close/>
                      <a:moveTo>
                        <a:pt x="26032" y="9249"/>
                      </a:moveTo>
                      <a:cubicBezTo>
                        <a:pt x="22297" y="9249"/>
                        <a:pt x="19347" y="10313"/>
                        <a:pt x="17218" y="12441"/>
                      </a:cubicBezTo>
                      <a:cubicBezTo>
                        <a:pt x="15089" y="14562"/>
                        <a:pt x="13744" y="17579"/>
                        <a:pt x="13147" y="21484"/>
                      </a:cubicBezTo>
                      <a:lnTo>
                        <a:pt x="37387" y="21484"/>
                      </a:lnTo>
                      <a:cubicBezTo>
                        <a:pt x="37387" y="19808"/>
                        <a:pt x="37162" y="18232"/>
                        <a:pt x="36714" y="16750"/>
                      </a:cubicBezTo>
                      <a:cubicBezTo>
                        <a:pt x="36266" y="15271"/>
                        <a:pt x="35557" y="13972"/>
                        <a:pt x="34623" y="12855"/>
                      </a:cubicBezTo>
                      <a:cubicBezTo>
                        <a:pt x="33689" y="11739"/>
                        <a:pt x="32494" y="10862"/>
                        <a:pt x="31074" y="10215"/>
                      </a:cubicBezTo>
                      <a:cubicBezTo>
                        <a:pt x="29655" y="9573"/>
                        <a:pt x="27975" y="9249"/>
                        <a:pt x="26032" y="924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8" name="Google Shape;2528;p90"/>
                <p:cNvSpPr/>
                <p:nvPr/>
              </p:nvSpPr>
              <p:spPr>
                <a:xfrm>
                  <a:off x="7822600" y="3987061"/>
                  <a:ext cx="34212" cy="54628"/>
                </a:xfrm>
                <a:custGeom>
                  <a:rect b="b" l="l" r="r" t="t"/>
                  <a:pathLst>
                    <a:path extrusionOk="0" h="54628" w="34212">
                      <a:moveTo>
                        <a:pt x="0" y="54629"/>
                      </a:moveTo>
                      <a:lnTo>
                        <a:pt x="0" y="997"/>
                      </a:lnTo>
                      <a:lnTo>
                        <a:pt x="7582" y="997"/>
                      </a:lnTo>
                      <a:cubicBezTo>
                        <a:pt x="8927" y="997"/>
                        <a:pt x="9860" y="1240"/>
                        <a:pt x="10383" y="1729"/>
                      </a:cubicBezTo>
                      <a:cubicBezTo>
                        <a:pt x="10906" y="2218"/>
                        <a:pt x="11242" y="3051"/>
                        <a:pt x="11429" y="4238"/>
                      </a:cubicBezTo>
                      <a:lnTo>
                        <a:pt x="12213" y="10720"/>
                      </a:lnTo>
                      <a:cubicBezTo>
                        <a:pt x="14118" y="7408"/>
                        <a:pt x="16359" y="4790"/>
                        <a:pt x="18936" y="2875"/>
                      </a:cubicBezTo>
                      <a:cubicBezTo>
                        <a:pt x="21513" y="963"/>
                        <a:pt x="24427" y="0"/>
                        <a:pt x="27639" y="0"/>
                      </a:cubicBezTo>
                      <a:cubicBezTo>
                        <a:pt x="30291" y="0"/>
                        <a:pt x="32457" y="612"/>
                        <a:pt x="34212" y="1830"/>
                      </a:cubicBezTo>
                      <a:lnTo>
                        <a:pt x="32532" y="11500"/>
                      </a:lnTo>
                      <a:cubicBezTo>
                        <a:pt x="32457" y="12127"/>
                        <a:pt x="32196" y="12572"/>
                        <a:pt x="31859" y="12833"/>
                      </a:cubicBezTo>
                      <a:cubicBezTo>
                        <a:pt x="31523" y="13098"/>
                        <a:pt x="31038" y="13229"/>
                        <a:pt x="30440" y="13229"/>
                      </a:cubicBezTo>
                      <a:cubicBezTo>
                        <a:pt x="29917" y="13229"/>
                        <a:pt x="29207" y="13106"/>
                        <a:pt x="28311" y="12859"/>
                      </a:cubicBezTo>
                      <a:cubicBezTo>
                        <a:pt x="27415" y="12617"/>
                        <a:pt x="26182" y="12493"/>
                        <a:pt x="24688" y="12493"/>
                      </a:cubicBezTo>
                      <a:cubicBezTo>
                        <a:pt x="21999" y="12493"/>
                        <a:pt x="19721" y="13236"/>
                        <a:pt x="17816" y="14715"/>
                      </a:cubicBezTo>
                      <a:cubicBezTo>
                        <a:pt x="15873" y="16197"/>
                        <a:pt x="14268" y="18366"/>
                        <a:pt x="12923" y="21226"/>
                      </a:cubicBezTo>
                      <a:lnTo>
                        <a:pt x="12923" y="54629"/>
                      </a:lnTo>
                      <a:lnTo>
                        <a:pt x="0" y="54629"/>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29" name="Google Shape;2529;p90"/>
                <p:cNvSpPr/>
                <p:nvPr/>
              </p:nvSpPr>
              <p:spPr>
                <a:xfrm>
                  <a:off x="7860621" y="3987222"/>
                  <a:ext cx="40075" cy="55300"/>
                </a:xfrm>
                <a:custGeom>
                  <a:rect b="b" l="l" r="r" t="t"/>
                  <a:pathLst>
                    <a:path extrusionOk="0" h="55300" w="40075">
                      <a:moveTo>
                        <a:pt x="36565" y="11287"/>
                      </a:moveTo>
                      <a:cubicBezTo>
                        <a:pt x="36192" y="11847"/>
                        <a:pt x="35855" y="12235"/>
                        <a:pt x="35444" y="12463"/>
                      </a:cubicBezTo>
                      <a:cubicBezTo>
                        <a:pt x="35071" y="12691"/>
                        <a:pt x="34586" y="12807"/>
                        <a:pt x="33988" y="12807"/>
                      </a:cubicBezTo>
                      <a:cubicBezTo>
                        <a:pt x="33353" y="12807"/>
                        <a:pt x="32681" y="12631"/>
                        <a:pt x="31971" y="12280"/>
                      </a:cubicBezTo>
                      <a:cubicBezTo>
                        <a:pt x="31261" y="11933"/>
                        <a:pt x="30440" y="11545"/>
                        <a:pt x="29506" y="11108"/>
                      </a:cubicBezTo>
                      <a:cubicBezTo>
                        <a:pt x="28572" y="10667"/>
                        <a:pt x="27489" y="10279"/>
                        <a:pt x="26294" y="9928"/>
                      </a:cubicBezTo>
                      <a:cubicBezTo>
                        <a:pt x="25061" y="9581"/>
                        <a:pt x="23679" y="9405"/>
                        <a:pt x="22036" y="9405"/>
                      </a:cubicBezTo>
                      <a:cubicBezTo>
                        <a:pt x="19459" y="9405"/>
                        <a:pt x="17480" y="9947"/>
                        <a:pt x="16023" y="11026"/>
                      </a:cubicBezTo>
                      <a:cubicBezTo>
                        <a:pt x="14529" y="12105"/>
                        <a:pt x="13819" y="13520"/>
                        <a:pt x="13819" y="15264"/>
                      </a:cubicBezTo>
                      <a:cubicBezTo>
                        <a:pt x="13819" y="16410"/>
                        <a:pt x="14193" y="17377"/>
                        <a:pt x="14940" y="18161"/>
                      </a:cubicBezTo>
                      <a:cubicBezTo>
                        <a:pt x="15687" y="18945"/>
                        <a:pt x="16695" y="19636"/>
                        <a:pt x="17928" y="20229"/>
                      </a:cubicBezTo>
                      <a:cubicBezTo>
                        <a:pt x="19160" y="20819"/>
                        <a:pt x="20542" y="21353"/>
                        <a:pt x="22111" y="21820"/>
                      </a:cubicBezTo>
                      <a:cubicBezTo>
                        <a:pt x="23679" y="22294"/>
                        <a:pt x="25286" y="22806"/>
                        <a:pt x="26929" y="23366"/>
                      </a:cubicBezTo>
                      <a:cubicBezTo>
                        <a:pt x="28572" y="23919"/>
                        <a:pt x="30178" y="24557"/>
                        <a:pt x="31747" y="25274"/>
                      </a:cubicBezTo>
                      <a:cubicBezTo>
                        <a:pt x="33316" y="25987"/>
                        <a:pt x="34735" y="26894"/>
                        <a:pt x="35967" y="27988"/>
                      </a:cubicBezTo>
                      <a:cubicBezTo>
                        <a:pt x="37200" y="29090"/>
                        <a:pt x="38171" y="30404"/>
                        <a:pt x="38918" y="31935"/>
                      </a:cubicBezTo>
                      <a:cubicBezTo>
                        <a:pt x="39702" y="33473"/>
                        <a:pt x="40076" y="35318"/>
                        <a:pt x="40076" y="37476"/>
                      </a:cubicBezTo>
                      <a:cubicBezTo>
                        <a:pt x="40076" y="40056"/>
                        <a:pt x="39590" y="42434"/>
                        <a:pt x="38656" y="44611"/>
                      </a:cubicBezTo>
                      <a:cubicBezTo>
                        <a:pt x="37723" y="46788"/>
                        <a:pt x="36341" y="48670"/>
                        <a:pt x="34511" y="50260"/>
                      </a:cubicBezTo>
                      <a:cubicBezTo>
                        <a:pt x="32718" y="51843"/>
                        <a:pt x="30477" y="53083"/>
                        <a:pt x="27788" y="53971"/>
                      </a:cubicBezTo>
                      <a:cubicBezTo>
                        <a:pt x="25136" y="54856"/>
                        <a:pt x="22074" y="55301"/>
                        <a:pt x="18637" y="55301"/>
                      </a:cubicBezTo>
                      <a:cubicBezTo>
                        <a:pt x="16770" y="55301"/>
                        <a:pt x="14977" y="55140"/>
                        <a:pt x="13222" y="54804"/>
                      </a:cubicBezTo>
                      <a:cubicBezTo>
                        <a:pt x="11466" y="54476"/>
                        <a:pt x="9748" y="54016"/>
                        <a:pt x="8142" y="53423"/>
                      </a:cubicBezTo>
                      <a:cubicBezTo>
                        <a:pt x="6536" y="52825"/>
                        <a:pt x="5005" y="52135"/>
                        <a:pt x="3623" y="51332"/>
                      </a:cubicBezTo>
                      <a:cubicBezTo>
                        <a:pt x="2278" y="50529"/>
                        <a:pt x="1046" y="49655"/>
                        <a:pt x="0" y="48714"/>
                      </a:cubicBezTo>
                      <a:lnTo>
                        <a:pt x="2988" y="43801"/>
                      </a:lnTo>
                      <a:cubicBezTo>
                        <a:pt x="3362" y="43207"/>
                        <a:pt x="3810" y="42755"/>
                        <a:pt x="4333" y="42442"/>
                      </a:cubicBezTo>
                      <a:cubicBezTo>
                        <a:pt x="4856" y="42128"/>
                        <a:pt x="5528" y="41971"/>
                        <a:pt x="6349" y="41971"/>
                      </a:cubicBezTo>
                      <a:cubicBezTo>
                        <a:pt x="7134" y="41971"/>
                        <a:pt x="7881" y="42203"/>
                        <a:pt x="8591" y="42655"/>
                      </a:cubicBezTo>
                      <a:cubicBezTo>
                        <a:pt x="9337" y="43106"/>
                        <a:pt x="10159" y="43595"/>
                        <a:pt x="11093" y="44114"/>
                      </a:cubicBezTo>
                      <a:cubicBezTo>
                        <a:pt x="12026" y="44637"/>
                        <a:pt x="13147" y="45126"/>
                        <a:pt x="14417" y="45578"/>
                      </a:cubicBezTo>
                      <a:cubicBezTo>
                        <a:pt x="15687" y="46030"/>
                        <a:pt x="17293" y="46258"/>
                        <a:pt x="19235" y="46258"/>
                      </a:cubicBezTo>
                      <a:cubicBezTo>
                        <a:pt x="20766" y="46258"/>
                        <a:pt x="22111" y="46075"/>
                        <a:pt x="23194" y="45709"/>
                      </a:cubicBezTo>
                      <a:cubicBezTo>
                        <a:pt x="24314" y="45343"/>
                        <a:pt x="25211" y="44865"/>
                        <a:pt x="25921" y="44271"/>
                      </a:cubicBezTo>
                      <a:cubicBezTo>
                        <a:pt x="26630" y="43681"/>
                        <a:pt x="27153" y="42991"/>
                        <a:pt x="27489" y="42210"/>
                      </a:cubicBezTo>
                      <a:cubicBezTo>
                        <a:pt x="27825" y="41422"/>
                        <a:pt x="27975" y="40612"/>
                        <a:pt x="27975" y="39776"/>
                      </a:cubicBezTo>
                      <a:cubicBezTo>
                        <a:pt x="27975" y="38521"/>
                        <a:pt x="27601" y="37494"/>
                        <a:pt x="26854" y="36695"/>
                      </a:cubicBezTo>
                      <a:cubicBezTo>
                        <a:pt x="26107" y="35893"/>
                        <a:pt x="25099" y="35194"/>
                        <a:pt x="23866" y="34605"/>
                      </a:cubicBezTo>
                      <a:cubicBezTo>
                        <a:pt x="22634" y="34011"/>
                        <a:pt x="21215" y="33481"/>
                        <a:pt x="19646" y="33006"/>
                      </a:cubicBezTo>
                      <a:cubicBezTo>
                        <a:pt x="18040" y="32540"/>
                        <a:pt x="16434" y="32021"/>
                        <a:pt x="14790" y="31468"/>
                      </a:cubicBezTo>
                      <a:cubicBezTo>
                        <a:pt x="13110" y="30908"/>
                        <a:pt x="11503" y="30255"/>
                        <a:pt x="9935" y="29504"/>
                      </a:cubicBezTo>
                      <a:cubicBezTo>
                        <a:pt x="8329" y="28754"/>
                        <a:pt x="6910" y="27805"/>
                        <a:pt x="5677" y="26655"/>
                      </a:cubicBezTo>
                      <a:cubicBezTo>
                        <a:pt x="4445" y="25509"/>
                        <a:pt x="3436" y="24094"/>
                        <a:pt x="2689" y="22425"/>
                      </a:cubicBezTo>
                      <a:cubicBezTo>
                        <a:pt x="1942" y="20752"/>
                        <a:pt x="1569" y="18729"/>
                        <a:pt x="1569" y="16358"/>
                      </a:cubicBezTo>
                      <a:cubicBezTo>
                        <a:pt x="1569" y="14162"/>
                        <a:pt x="2017" y="12071"/>
                        <a:pt x="2876" y="10085"/>
                      </a:cubicBezTo>
                      <a:cubicBezTo>
                        <a:pt x="3772" y="8102"/>
                        <a:pt x="5042" y="6366"/>
                        <a:pt x="6723" y="4887"/>
                      </a:cubicBezTo>
                      <a:cubicBezTo>
                        <a:pt x="8404" y="3405"/>
                        <a:pt x="10532" y="2218"/>
                        <a:pt x="13072" y="1329"/>
                      </a:cubicBezTo>
                      <a:cubicBezTo>
                        <a:pt x="15575" y="441"/>
                        <a:pt x="18488" y="0"/>
                        <a:pt x="21812" y="0"/>
                      </a:cubicBezTo>
                      <a:cubicBezTo>
                        <a:pt x="25509" y="0"/>
                        <a:pt x="28871" y="605"/>
                        <a:pt x="31896" y="1826"/>
                      </a:cubicBezTo>
                      <a:cubicBezTo>
                        <a:pt x="34922" y="3047"/>
                        <a:pt x="37462" y="4652"/>
                        <a:pt x="39478" y="6635"/>
                      </a:cubicBezTo>
                      <a:lnTo>
                        <a:pt x="36565" y="1128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530" name="Google Shape;2530;p90"/>
              <p:cNvGrpSpPr/>
              <p:nvPr/>
            </p:nvGrpSpPr>
            <p:grpSpPr>
              <a:xfrm>
                <a:off x="7507969" y="3640549"/>
                <a:ext cx="251174" cy="265228"/>
                <a:chOff x="7507969" y="3640549"/>
                <a:chExt cx="251174" cy="265228"/>
              </a:xfrm>
            </p:grpSpPr>
            <p:sp>
              <p:nvSpPr>
                <p:cNvPr id="2531" name="Google Shape;2531;p90"/>
                <p:cNvSpPr/>
                <p:nvPr/>
              </p:nvSpPr>
              <p:spPr>
                <a:xfrm>
                  <a:off x="7518427" y="3640549"/>
                  <a:ext cx="105250" cy="105225"/>
                </a:xfrm>
                <a:custGeom>
                  <a:rect b="b" l="l" r="r" t="t"/>
                  <a:pathLst>
                    <a:path extrusionOk="0" h="105225" w="105250">
                      <a:moveTo>
                        <a:pt x="96399" y="105225"/>
                      </a:moveTo>
                      <a:lnTo>
                        <a:pt x="8852" y="105225"/>
                      </a:lnTo>
                      <a:cubicBezTo>
                        <a:pt x="3996" y="105225"/>
                        <a:pt x="0" y="101252"/>
                        <a:pt x="0" y="96376"/>
                      </a:cubicBezTo>
                      <a:lnTo>
                        <a:pt x="0" y="8849"/>
                      </a:lnTo>
                      <a:cubicBezTo>
                        <a:pt x="0" y="3973"/>
                        <a:pt x="3996" y="0"/>
                        <a:pt x="8852" y="0"/>
                      </a:cubicBezTo>
                      <a:lnTo>
                        <a:pt x="96399" y="0"/>
                      </a:lnTo>
                      <a:cubicBezTo>
                        <a:pt x="101291" y="0"/>
                        <a:pt x="105251" y="3973"/>
                        <a:pt x="105251" y="8849"/>
                      </a:cubicBezTo>
                      <a:lnTo>
                        <a:pt x="105251" y="96376"/>
                      </a:lnTo>
                      <a:cubicBezTo>
                        <a:pt x="105251" y="101252"/>
                        <a:pt x="101291" y="105225"/>
                        <a:pt x="96399" y="105225"/>
                      </a:cubicBezTo>
                      <a:close/>
                      <a:moveTo>
                        <a:pt x="13371" y="91881"/>
                      </a:moveTo>
                      <a:lnTo>
                        <a:pt x="91917" y="91881"/>
                      </a:lnTo>
                      <a:lnTo>
                        <a:pt x="91917" y="13348"/>
                      </a:lnTo>
                      <a:lnTo>
                        <a:pt x="13371" y="13348"/>
                      </a:lnTo>
                      <a:lnTo>
                        <a:pt x="13371" y="91881"/>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2" name="Google Shape;2532;p90"/>
                <p:cNvSpPr/>
                <p:nvPr/>
              </p:nvSpPr>
              <p:spPr>
                <a:xfrm>
                  <a:off x="7518651" y="3756732"/>
                  <a:ext cx="105250" cy="105225"/>
                </a:xfrm>
                <a:custGeom>
                  <a:rect b="b" l="l" r="r" t="t"/>
                  <a:pathLst>
                    <a:path extrusionOk="0" h="105225" w="105250">
                      <a:moveTo>
                        <a:pt x="96398" y="105225"/>
                      </a:moveTo>
                      <a:lnTo>
                        <a:pt x="8814" y="105225"/>
                      </a:lnTo>
                      <a:cubicBezTo>
                        <a:pt x="3959" y="105225"/>
                        <a:pt x="0" y="101260"/>
                        <a:pt x="0" y="96380"/>
                      </a:cubicBezTo>
                      <a:lnTo>
                        <a:pt x="0" y="8853"/>
                      </a:lnTo>
                      <a:cubicBezTo>
                        <a:pt x="0" y="3973"/>
                        <a:pt x="3959" y="0"/>
                        <a:pt x="8814" y="0"/>
                      </a:cubicBezTo>
                      <a:lnTo>
                        <a:pt x="96398" y="0"/>
                      </a:lnTo>
                      <a:cubicBezTo>
                        <a:pt x="101254" y="0"/>
                        <a:pt x="105250" y="3973"/>
                        <a:pt x="105250" y="8853"/>
                      </a:cubicBezTo>
                      <a:lnTo>
                        <a:pt x="105250" y="96380"/>
                      </a:lnTo>
                      <a:cubicBezTo>
                        <a:pt x="105250" y="101260"/>
                        <a:pt x="101254" y="105225"/>
                        <a:pt x="96398" y="105225"/>
                      </a:cubicBezTo>
                      <a:close/>
                      <a:moveTo>
                        <a:pt x="13334" y="91881"/>
                      </a:moveTo>
                      <a:lnTo>
                        <a:pt x="91879" y="91881"/>
                      </a:lnTo>
                      <a:lnTo>
                        <a:pt x="91879" y="13348"/>
                      </a:lnTo>
                      <a:lnTo>
                        <a:pt x="13334" y="13348"/>
                      </a:lnTo>
                      <a:lnTo>
                        <a:pt x="13334" y="91881"/>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3" name="Google Shape;2533;p90"/>
                <p:cNvSpPr/>
                <p:nvPr/>
              </p:nvSpPr>
              <p:spPr>
                <a:xfrm>
                  <a:off x="7636189" y="3756732"/>
                  <a:ext cx="105250" cy="105225"/>
                </a:xfrm>
                <a:custGeom>
                  <a:rect b="b" l="l" r="r" t="t"/>
                  <a:pathLst>
                    <a:path extrusionOk="0" h="105225" w="105250">
                      <a:moveTo>
                        <a:pt x="96398" y="105225"/>
                      </a:moveTo>
                      <a:lnTo>
                        <a:pt x="8852" y="105225"/>
                      </a:lnTo>
                      <a:cubicBezTo>
                        <a:pt x="3959" y="105225"/>
                        <a:pt x="0" y="101260"/>
                        <a:pt x="0" y="96380"/>
                      </a:cubicBezTo>
                      <a:lnTo>
                        <a:pt x="0" y="8853"/>
                      </a:lnTo>
                      <a:cubicBezTo>
                        <a:pt x="0" y="3973"/>
                        <a:pt x="3959" y="0"/>
                        <a:pt x="8852" y="0"/>
                      </a:cubicBezTo>
                      <a:lnTo>
                        <a:pt x="96398" y="0"/>
                      </a:lnTo>
                      <a:cubicBezTo>
                        <a:pt x="101291" y="0"/>
                        <a:pt x="105250" y="3973"/>
                        <a:pt x="105250" y="8853"/>
                      </a:cubicBezTo>
                      <a:lnTo>
                        <a:pt x="105250" y="96380"/>
                      </a:lnTo>
                      <a:cubicBezTo>
                        <a:pt x="105250" y="101260"/>
                        <a:pt x="101291" y="105225"/>
                        <a:pt x="96398" y="105225"/>
                      </a:cubicBezTo>
                      <a:close/>
                      <a:moveTo>
                        <a:pt x="13334" y="91881"/>
                      </a:moveTo>
                      <a:lnTo>
                        <a:pt x="91917" y="91881"/>
                      </a:lnTo>
                      <a:lnTo>
                        <a:pt x="91917" y="13348"/>
                      </a:lnTo>
                      <a:lnTo>
                        <a:pt x="13334" y="13348"/>
                      </a:lnTo>
                      <a:lnTo>
                        <a:pt x="13334" y="91881"/>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4" name="Google Shape;2534;p90"/>
                <p:cNvSpPr/>
                <p:nvPr/>
              </p:nvSpPr>
              <p:spPr>
                <a:xfrm>
                  <a:off x="7507969" y="3885753"/>
                  <a:ext cx="251174" cy="20024"/>
                </a:xfrm>
                <a:custGeom>
                  <a:rect b="b" l="l" r="r" t="t"/>
                  <a:pathLst>
                    <a:path extrusionOk="0" h="20024" w="251174">
                      <a:moveTo>
                        <a:pt x="241165" y="20024"/>
                      </a:moveTo>
                      <a:lnTo>
                        <a:pt x="10010" y="20024"/>
                      </a:lnTo>
                      <a:cubicBezTo>
                        <a:pt x="4482" y="20024"/>
                        <a:pt x="0" y="15540"/>
                        <a:pt x="0" y="10014"/>
                      </a:cubicBezTo>
                      <a:cubicBezTo>
                        <a:pt x="0" y="4484"/>
                        <a:pt x="4482" y="0"/>
                        <a:pt x="10010" y="0"/>
                      </a:cubicBezTo>
                      <a:lnTo>
                        <a:pt x="241165" y="0"/>
                      </a:lnTo>
                      <a:cubicBezTo>
                        <a:pt x="246693" y="0"/>
                        <a:pt x="251174" y="4484"/>
                        <a:pt x="251174" y="10014"/>
                      </a:cubicBezTo>
                      <a:cubicBezTo>
                        <a:pt x="251174" y="15540"/>
                        <a:pt x="246693" y="20024"/>
                        <a:pt x="241165" y="20024"/>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5" name="Google Shape;2535;p90"/>
                <p:cNvSpPr/>
                <p:nvPr/>
              </p:nvSpPr>
              <p:spPr>
                <a:xfrm>
                  <a:off x="7543936" y="3785299"/>
                  <a:ext cx="9449" cy="48482"/>
                </a:xfrm>
                <a:custGeom>
                  <a:rect b="b" l="l" r="r" t="t"/>
                  <a:pathLst>
                    <a:path extrusionOk="0" h="48482" w="9449">
                      <a:moveTo>
                        <a:pt x="4743" y="48483"/>
                      </a:moveTo>
                      <a:cubicBezTo>
                        <a:pt x="2129" y="48483"/>
                        <a:pt x="0" y="46373"/>
                        <a:pt x="0" y="43771"/>
                      </a:cubicBezTo>
                      <a:lnTo>
                        <a:pt x="0" y="4716"/>
                      </a:lnTo>
                      <a:cubicBezTo>
                        <a:pt x="0" y="2110"/>
                        <a:pt x="2129" y="0"/>
                        <a:pt x="4743" y="0"/>
                      </a:cubicBezTo>
                      <a:cubicBezTo>
                        <a:pt x="7321" y="0"/>
                        <a:pt x="9449" y="2110"/>
                        <a:pt x="9449" y="4716"/>
                      </a:cubicBezTo>
                      <a:lnTo>
                        <a:pt x="9449" y="43771"/>
                      </a:lnTo>
                      <a:cubicBezTo>
                        <a:pt x="9449" y="46373"/>
                        <a:pt x="7321" y="48483"/>
                        <a:pt x="4743"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6" name="Google Shape;2536;p90"/>
                <p:cNvSpPr/>
                <p:nvPr/>
              </p:nvSpPr>
              <p:spPr>
                <a:xfrm>
                  <a:off x="7566533" y="3785299"/>
                  <a:ext cx="9449" cy="48482"/>
                </a:xfrm>
                <a:custGeom>
                  <a:rect b="b" l="l" r="r" t="t"/>
                  <a:pathLst>
                    <a:path extrusionOk="0" h="48482" w="9449">
                      <a:moveTo>
                        <a:pt x="4743" y="48483"/>
                      </a:moveTo>
                      <a:cubicBezTo>
                        <a:pt x="2129" y="48483"/>
                        <a:pt x="0" y="46373"/>
                        <a:pt x="0" y="43771"/>
                      </a:cubicBezTo>
                      <a:lnTo>
                        <a:pt x="0" y="4716"/>
                      </a:lnTo>
                      <a:cubicBezTo>
                        <a:pt x="0" y="2110"/>
                        <a:pt x="2129" y="0"/>
                        <a:pt x="4743" y="0"/>
                      </a:cubicBezTo>
                      <a:cubicBezTo>
                        <a:pt x="7320" y="0"/>
                        <a:pt x="9449" y="2110"/>
                        <a:pt x="9449" y="4716"/>
                      </a:cubicBezTo>
                      <a:lnTo>
                        <a:pt x="9449" y="43771"/>
                      </a:lnTo>
                      <a:cubicBezTo>
                        <a:pt x="9449" y="46373"/>
                        <a:pt x="7320" y="48483"/>
                        <a:pt x="4743"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7" name="Google Shape;2537;p90"/>
                <p:cNvSpPr/>
                <p:nvPr/>
              </p:nvSpPr>
              <p:spPr>
                <a:xfrm>
                  <a:off x="7589129" y="3785299"/>
                  <a:ext cx="9449" cy="48482"/>
                </a:xfrm>
                <a:custGeom>
                  <a:rect b="b" l="l" r="r" t="t"/>
                  <a:pathLst>
                    <a:path extrusionOk="0" h="48482" w="9449">
                      <a:moveTo>
                        <a:pt x="4743" y="48483"/>
                      </a:moveTo>
                      <a:cubicBezTo>
                        <a:pt x="2129" y="48483"/>
                        <a:pt x="0" y="46373"/>
                        <a:pt x="0" y="43771"/>
                      </a:cubicBezTo>
                      <a:lnTo>
                        <a:pt x="0" y="4716"/>
                      </a:lnTo>
                      <a:cubicBezTo>
                        <a:pt x="0" y="2110"/>
                        <a:pt x="2129" y="0"/>
                        <a:pt x="4743" y="0"/>
                      </a:cubicBezTo>
                      <a:cubicBezTo>
                        <a:pt x="7320" y="0"/>
                        <a:pt x="9449" y="2110"/>
                        <a:pt x="9449" y="4716"/>
                      </a:cubicBezTo>
                      <a:lnTo>
                        <a:pt x="9449" y="43771"/>
                      </a:lnTo>
                      <a:cubicBezTo>
                        <a:pt x="9449" y="46373"/>
                        <a:pt x="7320" y="48483"/>
                        <a:pt x="4743"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8" name="Google Shape;2538;p90"/>
                <p:cNvSpPr/>
                <p:nvPr/>
              </p:nvSpPr>
              <p:spPr>
                <a:xfrm>
                  <a:off x="7661512" y="3785299"/>
                  <a:ext cx="9411" cy="48482"/>
                </a:xfrm>
                <a:custGeom>
                  <a:rect b="b" l="l" r="r" t="t"/>
                  <a:pathLst>
                    <a:path extrusionOk="0" h="48482" w="9411">
                      <a:moveTo>
                        <a:pt x="4706" y="48483"/>
                      </a:moveTo>
                      <a:cubicBezTo>
                        <a:pt x="2091" y="48483"/>
                        <a:pt x="0" y="46373"/>
                        <a:pt x="0" y="43771"/>
                      </a:cubicBezTo>
                      <a:lnTo>
                        <a:pt x="0" y="4716"/>
                      </a:lnTo>
                      <a:cubicBezTo>
                        <a:pt x="0" y="2110"/>
                        <a:pt x="2091" y="0"/>
                        <a:pt x="4706" y="0"/>
                      </a:cubicBezTo>
                      <a:cubicBezTo>
                        <a:pt x="7320" y="0"/>
                        <a:pt x="9412" y="2110"/>
                        <a:pt x="9412" y="4716"/>
                      </a:cubicBezTo>
                      <a:lnTo>
                        <a:pt x="9412" y="43771"/>
                      </a:lnTo>
                      <a:cubicBezTo>
                        <a:pt x="9412" y="46373"/>
                        <a:pt x="7320" y="48483"/>
                        <a:pt x="4706"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39" name="Google Shape;2539;p90"/>
                <p:cNvSpPr/>
                <p:nvPr/>
              </p:nvSpPr>
              <p:spPr>
                <a:xfrm>
                  <a:off x="7684071" y="3785299"/>
                  <a:ext cx="9449" cy="48482"/>
                </a:xfrm>
                <a:custGeom>
                  <a:rect b="b" l="l" r="r" t="t"/>
                  <a:pathLst>
                    <a:path extrusionOk="0" h="48482" w="9449">
                      <a:moveTo>
                        <a:pt x="4743" y="48483"/>
                      </a:moveTo>
                      <a:cubicBezTo>
                        <a:pt x="2129" y="48483"/>
                        <a:pt x="0" y="46373"/>
                        <a:pt x="0" y="43771"/>
                      </a:cubicBezTo>
                      <a:lnTo>
                        <a:pt x="0" y="4716"/>
                      </a:lnTo>
                      <a:cubicBezTo>
                        <a:pt x="0" y="2110"/>
                        <a:pt x="2129" y="0"/>
                        <a:pt x="4743" y="0"/>
                      </a:cubicBezTo>
                      <a:cubicBezTo>
                        <a:pt x="7321" y="0"/>
                        <a:pt x="9449" y="2110"/>
                        <a:pt x="9449" y="4716"/>
                      </a:cubicBezTo>
                      <a:lnTo>
                        <a:pt x="9449" y="43771"/>
                      </a:lnTo>
                      <a:cubicBezTo>
                        <a:pt x="9449" y="46373"/>
                        <a:pt x="7321" y="48483"/>
                        <a:pt x="4743"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0" name="Google Shape;2540;p90"/>
                <p:cNvSpPr/>
                <p:nvPr/>
              </p:nvSpPr>
              <p:spPr>
                <a:xfrm>
                  <a:off x="7706705" y="3785299"/>
                  <a:ext cx="9412" cy="48482"/>
                </a:xfrm>
                <a:custGeom>
                  <a:rect b="b" l="l" r="r" t="t"/>
                  <a:pathLst>
                    <a:path extrusionOk="0" h="48482" w="9412">
                      <a:moveTo>
                        <a:pt x="4706" y="48483"/>
                      </a:moveTo>
                      <a:cubicBezTo>
                        <a:pt x="2091" y="48483"/>
                        <a:pt x="0" y="46373"/>
                        <a:pt x="0" y="43771"/>
                      </a:cubicBezTo>
                      <a:lnTo>
                        <a:pt x="0" y="4716"/>
                      </a:lnTo>
                      <a:cubicBezTo>
                        <a:pt x="0" y="2110"/>
                        <a:pt x="2091" y="0"/>
                        <a:pt x="4706" y="0"/>
                      </a:cubicBezTo>
                      <a:cubicBezTo>
                        <a:pt x="7320" y="0"/>
                        <a:pt x="9412" y="2110"/>
                        <a:pt x="9412" y="4716"/>
                      </a:cubicBezTo>
                      <a:lnTo>
                        <a:pt x="9412" y="43771"/>
                      </a:lnTo>
                      <a:cubicBezTo>
                        <a:pt x="9412" y="46373"/>
                        <a:pt x="7320" y="48483"/>
                        <a:pt x="4706" y="48483"/>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1" name="Google Shape;2541;p90"/>
                <p:cNvSpPr/>
                <p:nvPr/>
              </p:nvSpPr>
              <p:spPr>
                <a:xfrm>
                  <a:off x="7543936" y="3668918"/>
                  <a:ext cx="9449" cy="48486"/>
                </a:xfrm>
                <a:custGeom>
                  <a:rect b="b" l="l" r="r" t="t"/>
                  <a:pathLst>
                    <a:path extrusionOk="0" h="48486" w="9449">
                      <a:moveTo>
                        <a:pt x="4743" y="48487"/>
                      </a:moveTo>
                      <a:cubicBezTo>
                        <a:pt x="2129" y="48487"/>
                        <a:pt x="0" y="46377"/>
                        <a:pt x="0" y="43775"/>
                      </a:cubicBezTo>
                      <a:lnTo>
                        <a:pt x="0" y="4716"/>
                      </a:lnTo>
                      <a:cubicBezTo>
                        <a:pt x="0" y="2110"/>
                        <a:pt x="2129" y="0"/>
                        <a:pt x="4743" y="0"/>
                      </a:cubicBezTo>
                      <a:cubicBezTo>
                        <a:pt x="7321" y="0"/>
                        <a:pt x="9449" y="2110"/>
                        <a:pt x="9449" y="4716"/>
                      </a:cubicBezTo>
                      <a:lnTo>
                        <a:pt x="9449" y="43775"/>
                      </a:lnTo>
                      <a:cubicBezTo>
                        <a:pt x="9449" y="46377"/>
                        <a:pt x="7321" y="48487"/>
                        <a:pt x="4743" y="48487"/>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2" name="Google Shape;2542;p90"/>
                <p:cNvSpPr/>
                <p:nvPr/>
              </p:nvSpPr>
              <p:spPr>
                <a:xfrm>
                  <a:off x="7566533" y="3668918"/>
                  <a:ext cx="9449" cy="48486"/>
                </a:xfrm>
                <a:custGeom>
                  <a:rect b="b" l="l" r="r" t="t"/>
                  <a:pathLst>
                    <a:path extrusionOk="0" h="48486" w="9449">
                      <a:moveTo>
                        <a:pt x="4743" y="48487"/>
                      </a:moveTo>
                      <a:cubicBezTo>
                        <a:pt x="2129" y="48487"/>
                        <a:pt x="0" y="46377"/>
                        <a:pt x="0" y="43775"/>
                      </a:cubicBezTo>
                      <a:lnTo>
                        <a:pt x="0" y="4716"/>
                      </a:lnTo>
                      <a:cubicBezTo>
                        <a:pt x="0" y="2110"/>
                        <a:pt x="2129" y="0"/>
                        <a:pt x="4743" y="0"/>
                      </a:cubicBezTo>
                      <a:cubicBezTo>
                        <a:pt x="7320" y="0"/>
                        <a:pt x="9449" y="2110"/>
                        <a:pt x="9449" y="4716"/>
                      </a:cubicBezTo>
                      <a:lnTo>
                        <a:pt x="9449" y="43775"/>
                      </a:lnTo>
                      <a:cubicBezTo>
                        <a:pt x="9449" y="46377"/>
                        <a:pt x="7320" y="48487"/>
                        <a:pt x="4743" y="48487"/>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3" name="Google Shape;2543;p90"/>
                <p:cNvSpPr/>
                <p:nvPr/>
              </p:nvSpPr>
              <p:spPr>
                <a:xfrm>
                  <a:off x="7589129" y="3668918"/>
                  <a:ext cx="9449" cy="48486"/>
                </a:xfrm>
                <a:custGeom>
                  <a:rect b="b" l="l" r="r" t="t"/>
                  <a:pathLst>
                    <a:path extrusionOk="0" h="48486" w="9449">
                      <a:moveTo>
                        <a:pt x="4743" y="48487"/>
                      </a:moveTo>
                      <a:cubicBezTo>
                        <a:pt x="2129" y="48487"/>
                        <a:pt x="0" y="46377"/>
                        <a:pt x="0" y="43775"/>
                      </a:cubicBezTo>
                      <a:lnTo>
                        <a:pt x="0" y="4716"/>
                      </a:lnTo>
                      <a:cubicBezTo>
                        <a:pt x="0" y="2110"/>
                        <a:pt x="2129" y="0"/>
                        <a:pt x="4743" y="0"/>
                      </a:cubicBezTo>
                      <a:cubicBezTo>
                        <a:pt x="7320" y="0"/>
                        <a:pt x="9449" y="2110"/>
                        <a:pt x="9449" y="4716"/>
                      </a:cubicBezTo>
                      <a:lnTo>
                        <a:pt x="9449" y="43775"/>
                      </a:lnTo>
                      <a:cubicBezTo>
                        <a:pt x="9449" y="46377"/>
                        <a:pt x="7320" y="48487"/>
                        <a:pt x="4743" y="48487"/>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544" name="Google Shape;2544;p90"/>
            <p:cNvGrpSpPr/>
            <p:nvPr/>
          </p:nvGrpSpPr>
          <p:grpSpPr>
            <a:xfrm>
              <a:off x="7162757" y="2878751"/>
              <a:ext cx="192498" cy="302494"/>
              <a:chOff x="9445093" y="3635135"/>
              <a:chExt cx="256664" cy="403325"/>
            </a:xfrm>
          </p:grpSpPr>
          <p:grpSp>
            <p:nvGrpSpPr>
              <p:cNvPr id="2545" name="Google Shape;2545;p90"/>
              <p:cNvGrpSpPr/>
              <p:nvPr/>
            </p:nvGrpSpPr>
            <p:grpSpPr>
              <a:xfrm>
                <a:off x="9468847" y="3961197"/>
                <a:ext cx="207140" cy="77263"/>
                <a:chOff x="9468847" y="3961197"/>
                <a:chExt cx="207140" cy="77263"/>
              </a:xfrm>
            </p:grpSpPr>
            <p:sp>
              <p:nvSpPr>
                <p:cNvPr id="2546" name="Google Shape;2546;p90"/>
                <p:cNvSpPr/>
                <p:nvPr/>
              </p:nvSpPr>
              <p:spPr>
                <a:xfrm>
                  <a:off x="9468847" y="3961197"/>
                  <a:ext cx="66855" cy="77262"/>
                </a:xfrm>
                <a:custGeom>
                  <a:rect b="b" l="l" r="r" t="t"/>
                  <a:pathLst>
                    <a:path extrusionOk="0" h="77262" w="66855">
                      <a:moveTo>
                        <a:pt x="39105" y="66077"/>
                      </a:moveTo>
                      <a:cubicBezTo>
                        <a:pt x="42280" y="66077"/>
                        <a:pt x="45044" y="65782"/>
                        <a:pt x="47397" y="65210"/>
                      </a:cubicBezTo>
                      <a:cubicBezTo>
                        <a:pt x="49750" y="64635"/>
                        <a:pt x="51990" y="63844"/>
                        <a:pt x="54119" y="62828"/>
                      </a:cubicBezTo>
                      <a:lnTo>
                        <a:pt x="54119" y="49084"/>
                      </a:lnTo>
                      <a:lnTo>
                        <a:pt x="44633" y="49084"/>
                      </a:lnTo>
                      <a:cubicBezTo>
                        <a:pt x="43736" y="49084"/>
                        <a:pt x="43027" y="48830"/>
                        <a:pt x="42504" y="48326"/>
                      </a:cubicBezTo>
                      <a:cubicBezTo>
                        <a:pt x="41981" y="47822"/>
                        <a:pt x="41719" y="47202"/>
                        <a:pt x="41719" y="46474"/>
                      </a:cubicBezTo>
                      <a:lnTo>
                        <a:pt x="41719" y="38525"/>
                      </a:lnTo>
                      <a:lnTo>
                        <a:pt x="66855" y="38525"/>
                      </a:lnTo>
                      <a:lnTo>
                        <a:pt x="66855" y="69105"/>
                      </a:lnTo>
                      <a:cubicBezTo>
                        <a:pt x="64951" y="70501"/>
                        <a:pt x="62971" y="71711"/>
                        <a:pt x="60880" y="72741"/>
                      </a:cubicBezTo>
                      <a:cubicBezTo>
                        <a:pt x="58788" y="73768"/>
                        <a:pt x="56584" y="74612"/>
                        <a:pt x="54231" y="75269"/>
                      </a:cubicBezTo>
                      <a:cubicBezTo>
                        <a:pt x="51878" y="75934"/>
                        <a:pt x="49376" y="76430"/>
                        <a:pt x="46687" y="76763"/>
                      </a:cubicBezTo>
                      <a:cubicBezTo>
                        <a:pt x="43998" y="77095"/>
                        <a:pt x="41122" y="77263"/>
                        <a:pt x="37984" y="77263"/>
                      </a:cubicBezTo>
                      <a:cubicBezTo>
                        <a:pt x="32494" y="77263"/>
                        <a:pt x="27415" y="76300"/>
                        <a:pt x="22783" y="74384"/>
                      </a:cubicBezTo>
                      <a:cubicBezTo>
                        <a:pt x="18152" y="72469"/>
                        <a:pt x="14156" y="69803"/>
                        <a:pt x="10757" y="66390"/>
                      </a:cubicBezTo>
                      <a:cubicBezTo>
                        <a:pt x="7395" y="62970"/>
                        <a:pt x="4743" y="58893"/>
                        <a:pt x="2839" y="54155"/>
                      </a:cubicBezTo>
                      <a:cubicBezTo>
                        <a:pt x="934" y="49417"/>
                        <a:pt x="0" y="44241"/>
                        <a:pt x="0" y="38630"/>
                      </a:cubicBezTo>
                      <a:cubicBezTo>
                        <a:pt x="0" y="32951"/>
                        <a:pt x="896" y="27738"/>
                        <a:pt x="2764" y="22996"/>
                      </a:cubicBezTo>
                      <a:cubicBezTo>
                        <a:pt x="4594" y="18262"/>
                        <a:pt x="7246" y="14185"/>
                        <a:pt x="10645" y="10768"/>
                      </a:cubicBezTo>
                      <a:cubicBezTo>
                        <a:pt x="14043" y="7356"/>
                        <a:pt x="18152" y="4705"/>
                        <a:pt x="23007" y="2823"/>
                      </a:cubicBezTo>
                      <a:cubicBezTo>
                        <a:pt x="27826" y="941"/>
                        <a:pt x="33278" y="0"/>
                        <a:pt x="39329" y="0"/>
                      </a:cubicBezTo>
                      <a:cubicBezTo>
                        <a:pt x="45492" y="0"/>
                        <a:pt x="50832" y="915"/>
                        <a:pt x="55352" y="2748"/>
                      </a:cubicBezTo>
                      <a:cubicBezTo>
                        <a:pt x="59834" y="4574"/>
                        <a:pt x="63681" y="6956"/>
                        <a:pt x="66818" y="9880"/>
                      </a:cubicBezTo>
                      <a:lnTo>
                        <a:pt x="62747" y="16261"/>
                      </a:lnTo>
                      <a:cubicBezTo>
                        <a:pt x="61926" y="17545"/>
                        <a:pt x="60880" y="18191"/>
                        <a:pt x="59535" y="18191"/>
                      </a:cubicBezTo>
                      <a:cubicBezTo>
                        <a:pt x="58714" y="18191"/>
                        <a:pt x="57854" y="17915"/>
                        <a:pt x="56995" y="17355"/>
                      </a:cubicBezTo>
                      <a:cubicBezTo>
                        <a:pt x="55875" y="16694"/>
                        <a:pt x="54717" y="16029"/>
                        <a:pt x="53559" y="15368"/>
                      </a:cubicBezTo>
                      <a:cubicBezTo>
                        <a:pt x="52401" y="14707"/>
                        <a:pt x="51094" y="14129"/>
                        <a:pt x="49675" y="13643"/>
                      </a:cubicBezTo>
                      <a:cubicBezTo>
                        <a:pt x="48293" y="13154"/>
                        <a:pt x="46687" y="12755"/>
                        <a:pt x="44931" y="12437"/>
                      </a:cubicBezTo>
                      <a:cubicBezTo>
                        <a:pt x="43176" y="12124"/>
                        <a:pt x="41122" y="11970"/>
                        <a:pt x="38843" y="11970"/>
                      </a:cubicBezTo>
                      <a:cubicBezTo>
                        <a:pt x="35108" y="11970"/>
                        <a:pt x="31747" y="12598"/>
                        <a:pt x="28722" y="13852"/>
                      </a:cubicBezTo>
                      <a:cubicBezTo>
                        <a:pt x="25696" y="15107"/>
                        <a:pt x="23119" y="16903"/>
                        <a:pt x="20990" y="19237"/>
                      </a:cubicBezTo>
                      <a:cubicBezTo>
                        <a:pt x="18899" y="21574"/>
                        <a:pt x="17255" y="24378"/>
                        <a:pt x="16098" y="27652"/>
                      </a:cubicBezTo>
                      <a:cubicBezTo>
                        <a:pt x="14940" y="30927"/>
                        <a:pt x="14380" y="34586"/>
                        <a:pt x="14380" y="38630"/>
                      </a:cubicBezTo>
                      <a:cubicBezTo>
                        <a:pt x="14380" y="42987"/>
                        <a:pt x="14977" y="46863"/>
                        <a:pt x="16210" y="50260"/>
                      </a:cubicBezTo>
                      <a:cubicBezTo>
                        <a:pt x="17405" y="53654"/>
                        <a:pt x="19123" y="56526"/>
                        <a:pt x="21327" y="58859"/>
                      </a:cubicBezTo>
                      <a:cubicBezTo>
                        <a:pt x="23530" y="61196"/>
                        <a:pt x="26145" y="62981"/>
                        <a:pt x="29170" y="64213"/>
                      </a:cubicBezTo>
                      <a:cubicBezTo>
                        <a:pt x="32195" y="65457"/>
                        <a:pt x="35519" y="66077"/>
                        <a:pt x="39105" y="6607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7" name="Google Shape;2547;p90"/>
                <p:cNvSpPr/>
                <p:nvPr/>
              </p:nvSpPr>
              <p:spPr>
                <a:xfrm>
                  <a:off x="9549298" y="3962034"/>
                  <a:ext cx="53969" cy="75586"/>
                </a:xfrm>
                <a:custGeom>
                  <a:rect b="b" l="l" r="r" t="t"/>
                  <a:pathLst>
                    <a:path extrusionOk="0" h="75586" w="53969">
                      <a:moveTo>
                        <a:pt x="14081" y="48980"/>
                      </a:moveTo>
                      <a:lnTo>
                        <a:pt x="14081" y="75586"/>
                      </a:lnTo>
                      <a:lnTo>
                        <a:pt x="0" y="75586"/>
                      </a:lnTo>
                      <a:lnTo>
                        <a:pt x="0" y="0"/>
                      </a:lnTo>
                      <a:lnTo>
                        <a:pt x="24650" y="0"/>
                      </a:lnTo>
                      <a:cubicBezTo>
                        <a:pt x="29693" y="0"/>
                        <a:pt x="34063" y="594"/>
                        <a:pt x="37760" y="1777"/>
                      </a:cubicBezTo>
                      <a:cubicBezTo>
                        <a:pt x="41458" y="2961"/>
                        <a:pt x="44521" y="4615"/>
                        <a:pt x="46911" y="6747"/>
                      </a:cubicBezTo>
                      <a:cubicBezTo>
                        <a:pt x="49338" y="8868"/>
                        <a:pt x="51094" y="11414"/>
                        <a:pt x="52252" y="14371"/>
                      </a:cubicBezTo>
                      <a:cubicBezTo>
                        <a:pt x="53410" y="17336"/>
                        <a:pt x="53970" y="20581"/>
                        <a:pt x="53970" y="24098"/>
                      </a:cubicBezTo>
                      <a:cubicBezTo>
                        <a:pt x="53970" y="27753"/>
                        <a:pt x="53372" y="31110"/>
                        <a:pt x="52140" y="34157"/>
                      </a:cubicBezTo>
                      <a:cubicBezTo>
                        <a:pt x="50907" y="37211"/>
                        <a:pt x="49077" y="39832"/>
                        <a:pt x="46649" y="42027"/>
                      </a:cubicBezTo>
                      <a:cubicBezTo>
                        <a:pt x="44222" y="44223"/>
                        <a:pt x="41159" y="45933"/>
                        <a:pt x="37499" y="47150"/>
                      </a:cubicBezTo>
                      <a:cubicBezTo>
                        <a:pt x="33839" y="48371"/>
                        <a:pt x="29543" y="48980"/>
                        <a:pt x="24650" y="48980"/>
                      </a:cubicBezTo>
                      <a:lnTo>
                        <a:pt x="14081" y="48980"/>
                      </a:lnTo>
                      <a:close/>
                      <a:moveTo>
                        <a:pt x="14081" y="38002"/>
                      </a:moveTo>
                      <a:lnTo>
                        <a:pt x="24650" y="38002"/>
                      </a:lnTo>
                      <a:cubicBezTo>
                        <a:pt x="27228" y="38002"/>
                        <a:pt x="29469" y="37681"/>
                        <a:pt x="31374" y="37035"/>
                      </a:cubicBezTo>
                      <a:cubicBezTo>
                        <a:pt x="33316" y="36389"/>
                        <a:pt x="34884" y="35467"/>
                        <a:pt x="36154" y="34269"/>
                      </a:cubicBezTo>
                      <a:cubicBezTo>
                        <a:pt x="37387" y="33063"/>
                        <a:pt x="38320" y="31599"/>
                        <a:pt x="38956" y="29874"/>
                      </a:cubicBezTo>
                      <a:cubicBezTo>
                        <a:pt x="39590" y="28149"/>
                        <a:pt x="39889" y="26222"/>
                        <a:pt x="39889" y="24098"/>
                      </a:cubicBezTo>
                      <a:cubicBezTo>
                        <a:pt x="39889" y="22078"/>
                        <a:pt x="39590" y="20248"/>
                        <a:pt x="38956" y="18609"/>
                      </a:cubicBezTo>
                      <a:cubicBezTo>
                        <a:pt x="38320" y="16970"/>
                        <a:pt x="37387" y="15577"/>
                        <a:pt x="36154" y="14427"/>
                      </a:cubicBezTo>
                      <a:cubicBezTo>
                        <a:pt x="34884" y="13281"/>
                        <a:pt x="33316" y="12396"/>
                        <a:pt x="31374" y="11788"/>
                      </a:cubicBezTo>
                      <a:cubicBezTo>
                        <a:pt x="29469" y="11179"/>
                        <a:pt x="27228" y="10873"/>
                        <a:pt x="24650" y="10873"/>
                      </a:cubicBezTo>
                      <a:lnTo>
                        <a:pt x="14081" y="10873"/>
                      </a:lnTo>
                      <a:lnTo>
                        <a:pt x="14081" y="38002"/>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48" name="Google Shape;2548;p90"/>
                <p:cNvSpPr/>
                <p:nvPr/>
              </p:nvSpPr>
              <p:spPr>
                <a:xfrm>
                  <a:off x="9613315" y="3962034"/>
                  <a:ext cx="62672" cy="76426"/>
                </a:xfrm>
                <a:custGeom>
                  <a:rect b="b" l="l" r="r" t="t"/>
                  <a:pathLst>
                    <a:path extrusionOk="0" h="76426" w="62672">
                      <a:moveTo>
                        <a:pt x="31336" y="64243"/>
                      </a:moveTo>
                      <a:cubicBezTo>
                        <a:pt x="34025" y="64243"/>
                        <a:pt x="36453" y="63791"/>
                        <a:pt x="38619" y="62884"/>
                      </a:cubicBezTo>
                      <a:cubicBezTo>
                        <a:pt x="40748" y="61977"/>
                        <a:pt x="42578" y="60707"/>
                        <a:pt x="44035" y="59068"/>
                      </a:cubicBezTo>
                      <a:cubicBezTo>
                        <a:pt x="45529" y="57429"/>
                        <a:pt x="46649" y="55443"/>
                        <a:pt x="47433" y="53109"/>
                      </a:cubicBezTo>
                      <a:cubicBezTo>
                        <a:pt x="48218" y="50775"/>
                        <a:pt x="48629" y="48158"/>
                        <a:pt x="48629" y="45268"/>
                      </a:cubicBezTo>
                      <a:lnTo>
                        <a:pt x="48629" y="0"/>
                      </a:lnTo>
                      <a:lnTo>
                        <a:pt x="62672" y="0"/>
                      </a:lnTo>
                      <a:lnTo>
                        <a:pt x="62672" y="45268"/>
                      </a:lnTo>
                      <a:cubicBezTo>
                        <a:pt x="62672" y="49764"/>
                        <a:pt x="61962" y="53919"/>
                        <a:pt x="60506" y="57735"/>
                      </a:cubicBezTo>
                      <a:cubicBezTo>
                        <a:pt x="59086" y="61551"/>
                        <a:pt x="56995" y="64844"/>
                        <a:pt x="54269" y="67615"/>
                      </a:cubicBezTo>
                      <a:cubicBezTo>
                        <a:pt x="51542" y="70385"/>
                        <a:pt x="48256" y="72547"/>
                        <a:pt x="44408" y="74100"/>
                      </a:cubicBezTo>
                      <a:cubicBezTo>
                        <a:pt x="40524" y="75646"/>
                        <a:pt x="36154" y="76426"/>
                        <a:pt x="31336" y="76426"/>
                      </a:cubicBezTo>
                      <a:cubicBezTo>
                        <a:pt x="26481" y="76426"/>
                        <a:pt x="22111" y="75646"/>
                        <a:pt x="18264" y="74100"/>
                      </a:cubicBezTo>
                      <a:cubicBezTo>
                        <a:pt x="14379" y="72547"/>
                        <a:pt x="11093" y="70385"/>
                        <a:pt x="8404" y="67615"/>
                      </a:cubicBezTo>
                      <a:cubicBezTo>
                        <a:pt x="5677" y="64844"/>
                        <a:pt x="3623" y="61551"/>
                        <a:pt x="2166" y="57735"/>
                      </a:cubicBezTo>
                      <a:cubicBezTo>
                        <a:pt x="709" y="53919"/>
                        <a:pt x="0" y="49764"/>
                        <a:pt x="0" y="45268"/>
                      </a:cubicBezTo>
                      <a:lnTo>
                        <a:pt x="0" y="0"/>
                      </a:lnTo>
                      <a:lnTo>
                        <a:pt x="14081" y="0"/>
                      </a:lnTo>
                      <a:lnTo>
                        <a:pt x="14081" y="45216"/>
                      </a:lnTo>
                      <a:cubicBezTo>
                        <a:pt x="14081" y="48110"/>
                        <a:pt x="14454" y="50723"/>
                        <a:pt x="15238" y="53057"/>
                      </a:cubicBezTo>
                      <a:cubicBezTo>
                        <a:pt x="16023" y="55394"/>
                        <a:pt x="17143" y="57388"/>
                        <a:pt x="18600" y="59038"/>
                      </a:cubicBezTo>
                      <a:cubicBezTo>
                        <a:pt x="20057" y="60696"/>
                        <a:pt x="21887" y="61977"/>
                        <a:pt x="24015" y="62884"/>
                      </a:cubicBezTo>
                      <a:cubicBezTo>
                        <a:pt x="26182" y="63791"/>
                        <a:pt x="28610" y="64243"/>
                        <a:pt x="31336" y="6424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sp>
            <p:nvSpPr>
              <p:cNvPr id="2549" name="Google Shape;2549;p90"/>
              <p:cNvSpPr/>
              <p:nvPr/>
            </p:nvSpPr>
            <p:spPr>
              <a:xfrm>
                <a:off x="9445093" y="3635135"/>
                <a:ext cx="256664" cy="256562"/>
              </a:xfrm>
              <a:custGeom>
                <a:rect b="b" l="l" r="r" t="t"/>
                <a:pathLst>
                  <a:path extrusionOk="0" h="256562" w="256664">
                    <a:moveTo>
                      <a:pt x="246991" y="119589"/>
                    </a:moveTo>
                    <a:cubicBezTo>
                      <a:pt x="252332" y="119589"/>
                      <a:pt x="256665" y="115269"/>
                      <a:pt x="256665" y="109937"/>
                    </a:cubicBezTo>
                    <a:cubicBezTo>
                      <a:pt x="256665" y="104609"/>
                      <a:pt x="252332" y="100289"/>
                      <a:pt x="246991" y="100289"/>
                    </a:cubicBezTo>
                    <a:lnTo>
                      <a:pt x="225702" y="100289"/>
                    </a:lnTo>
                    <a:lnTo>
                      <a:pt x="225702" y="81546"/>
                    </a:lnTo>
                    <a:lnTo>
                      <a:pt x="246991" y="81546"/>
                    </a:lnTo>
                    <a:cubicBezTo>
                      <a:pt x="252332" y="81546"/>
                      <a:pt x="256665" y="77226"/>
                      <a:pt x="256665" y="71894"/>
                    </a:cubicBezTo>
                    <a:cubicBezTo>
                      <a:pt x="256665" y="66562"/>
                      <a:pt x="252332" y="62246"/>
                      <a:pt x="246991" y="62246"/>
                    </a:cubicBezTo>
                    <a:lnTo>
                      <a:pt x="225702" y="62246"/>
                    </a:lnTo>
                    <a:lnTo>
                      <a:pt x="225702" y="61114"/>
                    </a:lnTo>
                    <a:cubicBezTo>
                      <a:pt x="225702" y="44492"/>
                      <a:pt x="212294" y="30979"/>
                      <a:pt x="195748" y="30684"/>
                    </a:cubicBezTo>
                    <a:lnTo>
                      <a:pt x="195748" y="9648"/>
                    </a:lnTo>
                    <a:cubicBezTo>
                      <a:pt x="195748" y="4320"/>
                      <a:pt x="191415" y="0"/>
                      <a:pt x="186112" y="0"/>
                    </a:cubicBezTo>
                    <a:cubicBezTo>
                      <a:pt x="180771" y="0"/>
                      <a:pt x="176438" y="4320"/>
                      <a:pt x="176438" y="9648"/>
                    </a:cubicBezTo>
                    <a:lnTo>
                      <a:pt x="176438" y="30632"/>
                    </a:lnTo>
                    <a:lnTo>
                      <a:pt x="157689" y="30632"/>
                    </a:lnTo>
                    <a:lnTo>
                      <a:pt x="157689" y="9648"/>
                    </a:lnTo>
                    <a:cubicBezTo>
                      <a:pt x="157689" y="4320"/>
                      <a:pt x="153357" y="0"/>
                      <a:pt x="148053" y="0"/>
                    </a:cubicBezTo>
                    <a:cubicBezTo>
                      <a:pt x="142712" y="0"/>
                      <a:pt x="138380" y="4320"/>
                      <a:pt x="138380" y="9648"/>
                    </a:cubicBezTo>
                    <a:lnTo>
                      <a:pt x="138380" y="30632"/>
                    </a:lnTo>
                    <a:lnTo>
                      <a:pt x="119630" y="30632"/>
                    </a:lnTo>
                    <a:lnTo>
                      <a:pt x="119630" y="9648"/>
                    </a:lnTo>
                    <a:cubicBezTo>
                      <a:pt x="119630" y="4320"/>
                      <a:pt x="115297" y="0"/>
                      <a:pt x="109994" y="0"/>
                    </a:cubicBezTo>
                    <a:cubicBezTo>
                      <a:pt x="104653" y="0"/>
                      <a:pt x="100320" y="4320"/>
                      <a:pt x="100320" y="9648"/>
                    </a:cubicBezTo>
                    <a:lnTo>
                      <a:pt x="100320" y="30632"/>
                    </a:lnTo>
                    <a:lnTo>
                      <a:pt x="81571" y="30632"/>
                    </a:lnTo>
                    <a:lnTo>
                      <a:pt x="81571" y="9648"/>
                    </a:lnTo>
                    <a:cubicBezTo>
                      <a:pt x="81571" y="4320"/>
                      <a:pt x="77239" y="0"/>
                      <a:pt x="71935" y="0"/>
                    </a:cubicBezTo>
                    <a:cubicBezTo>
                      <a:pt x="66594" y="0"/>
                      <a:pt x="62262" y="4320"/>
                      <a:pt x="62262" y="9648"/>
                    </a:cubicBezTo>
                    <a:lnTo>
                      <a:pt x="62262" y="30632"/>
                    </a:lnTo>
                    <a:lnTo>
                      <a:pt x="59909" y="30632"/>
                    </a:lnTo>
                    <a:cubicBezTo>
                      <a:pt x="43101" y="30632"/>
                      <a:pt x="29431" y="44309"/>
                      <a:pt x="29431" y="61114"/>
                    </a:cubicBezTo>
                    <a:lnTo>
                      <a:pt x="29431" y="62246"/>
                    </a:lnTo>
                    <a:lnTo>
                      <a:pt x="9673" y="62246"/>
                    </a:lnTo>
                    <a:cubicBezTo>
                      <a:pt x="4333" y="62246"/>
                      <a:pt x="0" y="66562"/>
                      <a:pt x="0" y="71894"/>
                    </a:cubicBezTo>
                    <a:cubicBezTo>
                      <a:pt x="0" y="77226"/>
                      <a:pt x="4333" y="81546"/>
                      <a:pt x="9673" y="81546"/>
                    </a:cubicBezTo>
                    <a:lnTo>
                      <a:pt x="29431" y="81546"/>
                    </a:lnTo>
                    <a:lnTo>
                      <a:pt x="29431" y="100289"/>
                    </a:lnTo>
                    <a:lnTo>
                      <a:pt x="9673" y="100289"/>
                    </a:lnTo>
                    <a:cubicBezTo>
                      <a:pt x="4333" y="100289"/>
                      <a:pt x="0" y="104609"/>
                      <a:pt x="0" y="109937"/>
                    </a:cubicBezTo>
                    <a:cubicBezTo>
                      <a:pt x="0" y="115269"/>
                      <a:pt x="4333" y="119589"/>
                      <a:pt x="9673" y="119589"/>
                    </a:cubicBezTo>
                    <a:lnTo>
                      <a:pt x="29431" y="119589"/>
                    </a:lnTo>
                    <a:lnTo>
                      <a:pt x="29431" y="138329"/>
                    </a:lnTo>
                    <a:lnTo>
                      <a:pt x="9673" y="138329"/>
                    </a:lnTo>
                    <a:cubicBezTo>
                      <a:pt x="4333" y="138329"/>
                      <a:pt x="0" y="142652"/>
                      <a:pt x="0" y="147980"/>
                    </a:cubicBezTo>
                    <a:cubicBezTo>
                      <a:pt x="0" y="153312"/>
                      <a:pt x="4333" y="157632"/>
                      <a:pt x="9673" y="157632"/>
                    </a:cubicBezTo>
                    <a:lnTo>
                      <a:pt x="29431" y="157632"/>
                    </a:lnTo>
                    <a:lnTo>
                      <a:pt x="29431" y="176372"/>
                    </a:lnTo>
                    <a:lnTo>
                      <a:pt x="9673" y="176372"/>
                    </a:lnTo>
                    <a:cubicBezTo>
                      <a:pt x="4333" y="176372"/>
                      <a:pt x="0" y="180692"/>
                      <a:pt x="0" y="186024"/>
                    </a:cubicBezTo>
                    <a:cubicBezTo>
                      <a:pt x="0" y="191356"/>
                      <a:pt x="4333" y="195676"/>
                      <a:pt x="9673" y="195676"/>
                    </a:cubicBezTo>
                    <a:lnTo>
                      <a:pt x="29431" y="195676"/>
                    </a:lnTo>
                    <a:lnTo>
                      <a:pt x="29431" y="195885"/>
                    </a:lnTo>
                    <a:cubicBezTo>
                      <a:pt x="29431" y="212690"/>
                      <a:pt x="43101" y="226367"/>
                      <a:pt x="59909" y="226367"/>
                    </a:cubicBezTo>
                    <a:lnTo>
                      <a:pt x="62262" y="226367"/>
                    </a:lnTo>
                    <a:lnTo>
                      <a:pt x="62262" y="246910"/>
                    </a:lnTo>
                    <a:cubicBezTo>
                      <a:pt x="62262" y="252242"/>
                      <a:pt x="66594" y="256562"/>
                      <a:pt x="71935" y="256562"/>
                    </a:cubicBezTo>
                    <a:cubicBezTo>
                      <a:pt x="77239" y="256562"/>
                      <a:pt x="81571" y="252242"/>
                      <a:pt x="81571" y="246910"/>
                    </a:cubicBezTo>
                    <a:lnTo>
                      <a:pt x="81571" y="226367"/>
                    </a:lnTo>
                    <a:lnTo>
                      <a:pt x="100320" y="226367"/>
                    </a:lnTo>
                    <a:lnTo>
                      <a:pt x="100320" y="246910"/>
                    </a:lnTo>
                    <a:cubicBezTo>
                      <a:pt x="100320" y="252242"/>
                      <a:pt x="104653" y="256562"/>
                      <a:pt x="109994" y="256562"/>
                    </a:cubicBezTo>
                    <a:cubicBezTo>
                      <a:pt x="115297" y="256562"/>
                      <a:pt x="119630" y="252242"/>
                      <a:pt x="119630" y="246910"/>
                    </a:cubicBezTo>
                    <a:lnTo>
                      <a:pt x="119630" y="226367"/>
                    </a:lnTo>
                    <a:lnTo>
                      <a:pt x="138380" y="226367"/>
                    </a:lnTo>
                    <a:lnTo>
                      <a:pt x="138380" y="246910"/>
                    </a:lnTo>
                    <a:cubicBezTo>
                      <a:pt x="138380" y="252242"/>
                      <a:pt x="142712" y="256562"/>
                      <a:pt x="148053" y="256562"/>
                    </a:cubicBezTo>
                    <a:cubicBezTo>
                      <a:pt x="153357" y="256562"/>
                      <a:pt x="157689" y="252242"/>
                      <a:pt x="157689" y="246910"/>
                    </a:cubicBezTo>
                    <a:lnTo>
                      <a:pt x="157689" y="226367"/>
                    </a:lnTo>
                    <a:lnTo>
                      <a:pt x="176438" y="226367"/>
                    </a:lnTo>
                    <a:lnTo>
                      <a:pt x="176438" y="246910"/>
                    </a:lnTo>
                    <a:cubicBezTo>
                      <a:pt x="176438" y="252242"/>
                      <a:pt x="180771" y="256562"/>
                      <a:pt x="186112" y="256562"/>
                    </a:cubicBezTo>
                    <a:cubicBezTo>
                      <a:pt x="191415" y="256562"/>
                      <a:pt x="195748" y="252242"/>
                      <a:pt x="195748" y="246910"/>
                    </a:cubicBezTo>
                    <a:lnTo>
                      <a:pt x="195748" y="226315"/>
                    </a:lnTo>
                    <a:cubicBezTo>
                      <a:pt x="212294" y="226020"/>
                      <a:pt x="225702" y="212504"/>
                      <a:pt x="225702" y="195885"/>
                    </a:cubicBezTo>
                    <a:lnTo>
                      <a:pt x="225702" y="195676"/>
                    </a:lnTo>
                    <a:lnTo>
                      <a:pt x="246991" y="195676"/>
                    </a:lnTo>
                    <a:cubicBezTo>
                      <a:pt x="252332" y="195676"/>
                      <a:pt x="256665" y="191356"/>
                      <a:pt x="256665" y="186024"/>
                    </a:cubicBezTo>
                    <a:cubicBezTo>
                      <a:pt x="256665" y="180692"/>
                      <a:pt x="252332" y="176372"/>
                      <a:pt x="246991" y="176372"/>
                    </a:cubicBezTo>
                    <a:lnTo>
                      <a:pt x="225702" y="176372"/>
                    </a:lnTo>
                    <a:lnTo>
                      <a:pt x="225702" y="157632"/>
                    </a:lnTo>
                    <a:lnTo>
                      <a:pt x="246991" y="157632"/>
                    </a:lnTo>
                    <a:cubicBezTo>
                      <a:pt x="252332" y="157632"/>
                      <a:pt x="256665" y="153312"/>
                      <a:pt x="256665" y="147980"/>
                    </a:cubicBezTo>
                    <a:cubicBezTo>
                      <a:pt x="256665" y="142652"/>
                      <a:pt x="252332" y="138329"/>
                      <a:pt x="246991" y="138329"/>
                    </a:cubicBezTo>
                    <a:lnTo>
                      <a:pt x="225702" y="138329"/>
                    </a:lnTo>
                    <a:lnTo>
                      <a:pt x="225702" y="119589"/>
                    </a:lnTo>
                    <a:lnTo>
                      <a:pt x="246991" y="119589"/>
                    </a:lnTo>
                    <a:close/>
                    <a:moveTo>
                      <a:pt x="206393" y="195885"/>
                    </a:moveTo>
                    <a:cubicBezTo>
                      <a:pt x="206393" y="202053"/>
                      <a:pt x="201388" y="207067"/>
                      <a:pt x="195225" y="207067"/>
                    </a:cubicBezTo>
                    <a:lnTo>
                      <a:pt x="59909" y="207067"/>
                    </a:lnTo>
                    <a:cubicBezTo>
                      <a:pt x="53746" y="207067"/>
                      <a:pt x="48741" y="202053"/>
                      <a:pt x="48741" y="195885"/>
                    </a:cubicBezTo>
                    <a:lnTo>
                      <a:pt x="48741" y="61114"/>
                    </a:lnTo>
                    <a:cubicBezTo>
                      <a:pt x="48741" y="54946"/>
                      <a:pt x="53746" y="49932"/>
                      <a:pt x="59909" y="49932"/>
                    </a:cubicBezTo>
                    <a:lnTo>
                      <a:pt x="195225" y="49932"/>
                    </a:lnTo>
                    <a:cubicBezTo>
                      <a:pt x="201388" y="49932"/>
                      <a:pt x="206393" y="54946"/>
                      <a:pt x="206393" y="61114"/>
                    </a:cubicBezTo>
                    <a:lnTo>
                      <a:pt x="206393" y="195885"/>
                    </a:lnTo>
                    <a:close/>
                    <a:moveTo>
                      <a:pt x="118995" y="189601"/>
                    </a:moveTo>
                    <a:cubicBezTo>
                      <a:pt x="114177" y="189601"/>
                      <a:pt x="110554" y="188174"/>
                      <a:pt x="108052" y="185318"/>
                    </a:cubicBezTo>
                    <a:cubicBezTo>
                      <a:pt x="105549" y="182466"/>
                      <a:pt x="104317" y="179210"/>
                      <a:pt x="104317" y="175558"/>
                    </a:cubicBezTo>
                    <a:cubicBezTo>
                      <a:pt x="104317" y="173127"/>
                      <a:pt x="104840" y="170745"/>
                      <a:pt x="105885" y="168423"/>
                    </a:cubicBezTo>
                    <a:cubicBezTo>
                      <a:pt x="106969" y="166097"/>
                      <a:pt x="108649" y="164181"/>
                      <a:pt x="110890" y="162684"/>
                    </a:cubicBezTo>
                    <a:cubicBezTo>
                      <a:pt x="113281" y="161108"/>
                      <a:pt x="115260" y="159032"/>
                      <a:pt x="116754" y="156464"/>
                    </a:cubicBezTo>
                    <a:cubicBezTo>
                      <a:pt x="118286" y="153891"/>
                      <a:pt x="119369" y="151087"/>
                      <a:pt x="120041" y="148051"/>
                    </a:cubicBezTo>
                    <a:cubicBezTo>
                      <a:pt x="119182" y="147693"/>
                      <a:pt x="118360" y="147301"/>
                      <a:pt x="117538" y="146879"/>
                    </a:cubicBezTo>
                    <a:cubicBezTo>
                      <a:pt x="116717" y="146457"/>
                      <a:pt x="115933" y="145927"/>
                      <a:pt x="115185" y="145296"/>
                    </a:cubicBezTo>
                    <a:lnTo>
                      <a:pt x="100358" y="150635"/>
                    </a:lnTo>
                    <a:cubicBezTo>
                      <a:pt x="98640" y="151236"/>
                      <a:pt x="97034" y="151726"/>
                      <a:pt x="95465" y="152114"/>
                    </a:cubicBezTo>
                    <a:cubicBezTo>
                      <a:pt x="93934" y="152498"/>
                      <a:pt x="92327" y="152689"/>
                      <a:pt x="90684" y="152689"/>
                    </a:cubicBezTo>
                    <a:cubicBezTo>
                      <a:pt x="84559" y="152689"/>
                      <a:pt x="79144" y="149989"/>
                      <a:pt x="74437" y="144583"/>
                    </a:cubicBezTo>
                    <a:cubicBezTo>
                      <a:pt x="69731" y="139176"/>
                      <a:pt x="67378" y="131268"/>
                      <a:pt x="67378" y="120851"/>
                    </a:cubicBezTo>
                    <a:cubicBezTo>
                      <a:pt x="67378" y="116053"/>
                      <a:pt x="68798" y="112413"/>
                      <a:pt x="71674" y="109922"/>
                    </a:cubicBezTo>
                    <a:cubicBezTo>
                      <a:pt x="74512" y="107428"/>
                      <a:pt x="77724" y="106185"/>
                      <a:pt x="81272" y="106185"/>
                    </a:cubicBezTo>
                    <a:cubicBezTo>
                      <a:pt x="83737" y="106185"/>
                      <a:pt x="86165" y="106715"/>
                      <a:pt x="88518" y="107779"/>
                    </a:cubicBezTo>
                    <a:cubicBezTo>
                      <a:pt x="90871" y="108839"/>
                      <a:pt x="92813" y="110505"/>
                      <a:pt x="94307" y="112778"/>
                    </a:cubicBezTo>
                    <a:cubicBezTo>
                      <a:pt x="95876" y="115164"/>
                      <a:pt x="97967" y="117121"/>
                      <a:pt x="100545" y="118641"/>
                    </a:cubicBezTo>
                    <a:cubicBezTo>
                      <a:pt x="103122" y="120164"/>
                      <a:pt x="105923" y="121250"/>
                      <a:pt x="108948" y="121908"/>
                    </a:cubicBezTo>
                    <a:cubicBezTo>
                      <a:pt x="109322" y="121064"/>
                      <a:pt x="109695" y="120227"/>
                      <a:pt x="110106" y="119402"/>
                    </a:cubicBezTo>
                    <a:cubicBezTo>
                      <a:pt x="110554" y="118581"/>
                      <a:pt x="111077" y="117797"/>
                      <a:pt x="111712" y="117061"/>
                    </a:cubicBezTo>
                    <a:lnTo>
                      <a:pt x="106371" y="102223"/>
                    </a:lnTo>
                    <a:cubicBezTo>
                      <a:pt x="105774" y="100573"/>
                      <a:pt x="105288" y="98956"/>
                      <a:pt x="104877" y="97373"/>
                    </a:cubicBezTo>
                    <a:cubicBezTo>
                      <a:pt x="104503" y="95790"/>
                      <a:pt x="104317" y="94229"/>
                      <a:pt x="104317" y="92687"/>
                    </a:cubicBezTo>
                    <a:cubicBezTo>
                      <a:pt x="104317" y="86026"/>
                      <a:pt x="107193" y="80459"/>
                      <a:pt x="112944" y="75986"/>
                    </a:cubicBezTo>
                    <a:cubicBezTo>
                      <a:pt x="118734" y="71509"/>
                      <a:pt x="126465" y="69273"/>
                      <a:pt x="136176" y="69273"/>
                    </a:cubicBezTo>
                    <a:cubicBezTo>
                      <a:pt x="140956" y="69273"/>
                      <a:pt x="144617" y="70695"/>
                      <a:pt x="147082" y="73537"/>
                    </a:cubicBezTo>
                    <a:cubicBezTo>
                      <a:pt x="149584" y="76378"/>
                      <a:pt x="150817" y="79570"/>
                      <a:pt x="150817" y="83110"/>
                    </a:cubicBezTo>
                    <a:cubicBezTo>
                      <a:pt x="150817" y="85533"/>
                      <a:pt x="150294" y="87934"/>
                      <a:pt x="149248" y="90313"/>
                    </a:cubicBezTo>
                    <a:cubicBezTo>
                      <a:pt x="148165" y="92691"/>
                      <a:pt x="146521" y="94629"/>
                      <a:pt x="144243" y="96133"/>
                    </a:cubicBezTo>
                    <a:cubicBezTo>
                      <a:pt x="141853" y="97705"/>
                      <a:pt x="139874" y="99789"/>
                      <a:pt x="138380" y="102384"/>
                    </a:cubicBezTo>
                    <a:cubicBezTo>
                      <a:pt x="136848" y="104975"/>
                      <a:pt x="135765" y="107787"/>
                      <a:pt x="135093" y="110822"/>
                    </a:cubicBezTo>
                    <a:cubicBezTo>
                      <a:pt x="135989" y="111225"/>
                      <a:pt x="136848" y="111640"/>
                      <a:pt x="137670" y="112069"/>
                    </a:cubicBezTo>
                    <a:cubicBezTo>
                      <a:pt x="138492" y="112502"/>
                      <a:pt x="139276" y="113003"/>
                      <a:pt x="139948" y="113577"/>
                    </a:cubicBezTo>
                    <a:lnTo>
                      <a:pt x="154776" y="108078"/>
                    </a:lnTo>
                    <a:cubicBezTo>
                      <a:pt x="156494" y="107480"/>
                      <a:pt x="158063" y="107014"/>
                      <a:pt x="159594" y="106681"/>
                    </a:cubicBezTo>
                    <a:cubicBezTo>
                      <a:pt x="161088" y="106349"/>
                      <a:pt x="162657" y="106185"/>
                      <a:pt x="164337" y="106185"/>
                    </a:cubicBezTo>
                    <a:cubicBezTo>
                      <a:pt x="172180" y="106185"/>
                      <a:pt x="178045" y="109470"/>
                      <a:pt x="181929" y="116038"/>
                    </a:cubicBezTo>
                    <a:cubicBezTo>
                      <a:pt x="185813" y="122609"/>
                      <a:pt x="187755" y="129939"/>
                      <a:pt x="187755" y="138026"/>
                    </a:cubicBezTo>
                    <a:cubicBezTo>
                      <a:pt x="187755" y="142820"/>
                      <a:pt x="186261" y="146464"/>
                      <a:pt x="183236" y="148955"/>
                    </a:cubicBezTo>
                    <a:cubicBezTo>
                      <a:pt x="180248" y="151445"/>
                      <a:pt x="176924" y="152689"/>
                      <a:pt x="173264" y="152689"/>
                    </a:cubicBezTo>
                    <a:cubicBezTo>
                      <a:pt x="170911" y="152689"/>
                      <a:pt x="168632" y="152159"/>
                      <a:pt x="166392" y="151098"/>
                    </a:cubicBezTo>
                    <a:cubicBezTo>
                      <a:pt x="164188" y="150034"/>
                      <a:pt x="162321" y="148369"/>
                      <a:pt x="160827" y="146095"/>
                    </a:cubicBezTo>
                    <a:cubicBezTo>
                      <a:pt x="159258" y="143709"/>
                      <a:pt x="157166" y="141756"/>
                      <a:pt x="154589" y="140233"/>
                    </a:cubicBezTo>
                    <a:cubicBezTo>
                      <a:pt x="152012" y="138713"/>
                      <a:pt x="149211" y="137623"/>
                      <a:pt x="146185" y="136966"/>
                    </a:cubicBezTo>
                    <a:cubicBezTo>
                      <a:pt x="145812" y="137813"/>
                      <a:pt x="145439" y="138635"/>
                      <a:pt x="145028" y="139441"/>
                    </a:cubicBezTo>
                    <a:cubicBezTo>
                      <a:pt x="144580" y="140244"/>
                      <a:pt x="144057" y="141036"/>
                      <a:pt x="143422" y="141812"/>
                    </a:cubicBezTo>
                    <a:lnTo>
                      <a:pt x="148763" y="156654"/>
                    </a:lnTo>
                    <a:cubicBezTo>
                      <a:pt x="149360" y="158241"/>
                      <a:pt x="149846" y="159757"/>
                      <a:pt x="150256" y="161198"/>
                    </a:cubicBezTo>
                    <a:cubicBezTo>
                      <a:pt x="150630" y="162639"/>
                      <a:pt x="150817" y="164110"/>
                      <a:pt x="150817" y="165608"/>
                    </a:cubicBezTo>
                    <a:cubicBezTo>
                      <a:pt x="150854" y="171843"/>
                      <a:pt x="148165" y="177399"/>
                      <a:pt x="142787" y="182279"/>
                    </a:cubicBezTo>
                    <a:cubicBezTo>
                      <a:pt x="137408" y="187163"/>
                      <a:pt x="129453" y="189601"/>
                      <a:pt x="118995" y="189601"/>
                    </a:cubicBezTo>
                    <a:close/>
                    <a:moveTo>
                      <a:pt x="127586" y="140016"/>
                    </a:moveTo>
                    <a:cubicBezTo>
                      <a:pt x="130536" y="140016"/>
                      <a:pt x="133038" y="138990"/>
                      <a:pt x="135093" y="136929"/>
                    </a:cubicBezTo>
                    <a:cubicBezTo>
                      <a:pt x="137110" y="134868"/>
                      <a:pt x="138155" y="132366"/>
                      <a:pt x="138155" y="129424"/>
                    </a:cubicBezTo>
                    <a:cubicBezTo>
                      <a:pt x="138155" y="126481"/>
                      <a:pt x="137110" y="123983"/>
                      <a:pt x="135055" y="121934"/>
                    </a:cubicBezTo>
                    <a:cubicBezTo>
                      <a:pt x="133001" y="119884"/>
                      <a:pt x="130499" y="118857"/>
                      <a:pt x="127548" y="118857"/>
                    </a:cubicBezTo>
                    <a:cubicBezTo>
                      <a:pt x="124597" y="118857"/>
                      <a:pt x="122095" y="119888"/>
                      <a:pt x="120078" y="121949"/>
                    </a:cubicBezTo>
                    <a:cubicBezTo>
                      <a:pt x="118024" y="124006"/>
                      <a:pt x="116978" y="126508"/>
                      <a:pt x="116978" y="129454"/>
                    </a:cubicBezTo>
                    <a:cubicBezTo>
                      <a:pt x="116978" y="132396"/>
                      <a:pt x="118024" y="134890"/>
                      <a:pt x="120078" y="136943"/>
                    </a:cubicBezTo>
                    <a:cubicBezTo>
                      <a:pt x="122133" y="138993"/>
                      <a:pt x="124635" y="140016"/>
                      <a:pt x="127586" y="140016"/>
                    </a:cubicBezTo>
                    <a:close/>
                    <a:moveTo>
                      <a:pt x="119705" y="110971"/>
                    </a:moveTo>
                    <a:cubicBezTo>
                      <a:pt x="120639" y="110512"/>
                      <a:pt x="121610" y="110161"/>
                      <a:pt x="122581" y="109918"/>
                    </a:cubicBezTo>
                    <a:cubicBezTo>
                      <a:pt x="123552" y="109676"/>
                      <a:pt x="124523" y="109523"/>
                      <a:pt x="125494" y="109455"/>
                    </a:cubicBezTo>
                    <a:cubicBezTo>
                      <a:pt x="126353" y="105020"/>
                      <a:pt x="127884" y="100943"/>
                      <a:pt x="130125" y="97227"/>
                    </a:cubicBezTo>
                    <a:cubicBezTo>
                      <a:pt x="132366" y="93512"/>
                      <a:pt x="135279" y="90477"/>
                      <a:pt x="138902" y="88121"/>
                    </a:cubicBezTo>
                    <a:cubicBezTo>
                      <a:pt x="139649" y="87572"/>
                      <a:pt x="140210" y="86896"/>
                      <a:pt x="140620" y="86093"/>
                    </a:cubicBezTo>
                    <a:cubicBezTo>
                      <a:pt x="141031" y="85287"/>
                      <a:pt x="141218" y="84305"/>
                      <a:pt x="141218" y="83140"/>
                    </a:cubicBezTo>
                    <a:cubicBezTo>
                      <a:pt x="141218" y="81941"/>
                      <a:pt x="140807" y="80930"/>
                      <a:pt x="139985" y="80104"/>
                    </a:cubicBezTo>
                    <a:cubicBezTo>
                      <a:pt x="139164" y="79283"/>
                      <a:pt x="137894" y="78869"/>
                      <a:pt x="136176" y="78869"/>
                    </a:cubicBezTo>
                    <a:cubicBezTo>
                      <a:pt x="132030" y="78869"/>
                      <a:pt x="127324" y="79809"/>
                      <a:pt x="122095" y="81687"/>
                    </a:cubicBezTo>
                    <a:cubicBezTo>
                      <a:pt x="116866" y="83569"/>
                      <a:pt x="114140" y="87243"/>
                      <a:pt x="113916" y="92713"/>
                    </a:cubicBezTo>
                    <a:cubicBezTo>
                      <a:pt x="113916" y="93736"/>
                      <a:pt x="114065" y="94696"/>
                      <a:pt x="114326" y="95592"/>
                    </a:cubicBezTo>
                    <a:cubicBezTo>
                      <a:pt x="114625" y="96484"/>
                      <a:pt x="114887" y="97306"/>
                      <a:pt x="115074" y="98053"/>
                    </a:cubicBezTo>
                    <a:lnTo>
                      <a:pt x="119705" y="110971"/>
                    </a:lnTo>
                    <a:close/>
                    <a:moveTo>
                      <a:pt x="90647" y="143097"/>
                    </a:moveTo>
                    <a:cubicBezTo>
                      <a:pt x="92104" y="143097"/>
                      <a:pt x="93934" y="142701"/>
                      <a:pt x="96175" y="141913"/>
                    </a:cubicBezTo>
                    <a:lnTo>
                      <a:pt x="109172" y="137287"/>
                    </a:lnTo>
                    <a:cubicBezTo>
                      <a:pt x="108687" y="136443"/>
                      <a:pt x="108351" y="135528"/>
                      <a:pt x="108089" y="134550"/>
                    </a:cubicBezTo>
                    <a:cubicBezTo>
                      <a:pt x="107828" y="133568"/>
                      <a:pt x="107641" y="132553"/>
                      <a:pt x="107566" y="131503"/>
                    </a:cubicBezTo>
                    <a:cubicBezTo>
                      <a:pt x="103159" y="130652"/>
                      <a:pt x="99051" y="129106"/>
                      <a:pt x="95353" y="126874"/>
                    </a:cubicBezTo>
                    <a:cubicBezTo>
                      <a:pt x="91618" y="124637"/>
                      <a:pt x="88593" y="121710"/>
                      <a:pt x="86240" y="118095"/>
                    </a:cubicBezTo>
                    <a:cubicBezTo>
                      <a:pt x="85680" y="117356"/>
                      <a:pt x="84970" y="116785"/>
                      <a:pt x="84073" y="116382"/>
                    </a:cubicBezTo>
                    <a:cubicBezTo>
                      <a:pt x="83177" y="115982"/>
                      <a:pt x="82243" y="115781"/>
                      <a:pt x="81272" y="115781"/>
                    </a:cubicBezTo>
                    <a:cubicBezTo>
                      <a:pt x="79890" y="115781"/>
                      <a:pt x="78844" y="116191"/>
                      <a:pt x="78098" y="117016"/>
                    </a:cubicBezTo>
                    <a:cubicBezTo>
                      <a:pt x="77351" y="117842"/>
                      <a:pt x="76977" y="119118"/>
                      <a:pt x="76977" y="120851"/>
                    </a:cubicBezTo>
                    <a:cubicBezTo>
                      <a:pt x="76977" y="126739"/>
                      <a:pt x="78135" y="131918"/>
                      <a:pt x="80488" y="136387"/>
                    </a:cubicBezTo>
                    <a:cubicBezTo>
                      <a:pt x="82804" y="140860"/>
                      <a:pt x="86203" y="143097"/>
                      <a:pt x="90647" y="143097"/>
                    </a:cubicBezTo>
                    <a:close/>
                    <a:moveTo>
                      <a:pt x="118995" y="180005"/>
                    </a:moveTo>
                    <a:cubicBezTo>
                      <a:pt x="124074" y="180005"/>
                      <a:pt x="129080" y="178918"/>
                      <a:pt x="134009" y="176753"/>
                    </a:cubicBezTo>
                    <a:cubicBezTo>
                      <a:pt x="138977" y="174580"/>
                      <a:pt x="141367" y="170868"/>
                      <a:pt x="141218" y="165608"/>
                    </a:cubicBezTo>
                    <a:cubicBezTo>
                      <a:pt x="141218" y="164682"/>
                      <a:pt x="141069" y="163812"/>
                      <a:pt x="140807" y="163001"/>
                    </a:cubicBezTo>
                    <a:cubicBezTo>
                      <a:pt x="140508" y="162188"/>
                      <a:pt x="140247" y="161463"/>
                      <a:pt x="140060" y="160825"/>
                    </a:cubicBezTo>
                    <a:lnTo>
                      <a:pt x="135429" y="147842"/>
                    </a:lnTo>
                    <a:cubicBezTo>
                      <a:pt x="134495" y="148343"/>
                      <a:pt x="133524" y="148716"/>
                      <a:pt x="132478" y="148959"/>
                    </a:cubicBezTo>
                    <a:cubicBezTo>
                      <a:pt x="131433" y="149198"/>
                      <a:pt x="130499" y="149355"/>
                      <a:pt x="129640" y="149418"/>
                    </a:cubicBezTo>
                    <a:cubicBezTo>
                      <a:pt x="128780" y="153857"/>
                      <a:pt x="127249" y="157931"/>
                      <a:pt x="125008" y="161646"/>
                    </a:cubicBezTo>
                    <a:cubicBezTo>
                      <a:pt x="122767" y="165365"/>
                      <a:pt x="119854" y="168400"/>
                      <a:pt x="116231" y="170753"/>
                    </a:cubicBezTo>
                    <a:cubicBezTo>
                      <a:pt x="115522" y="171261"/>
                      <a:pt x="114961" y="171966"/>
                      <a:pt x="114476" y="172862"/>
                    </a:cubicBezTo>
                    <a:cubicBezTo>
                      <a:pt x="114028" y="173762"/>
                      <a:pt x="113841" y="174666"/>
                      <a:pt x="113916" y="175577"/>
                    </a:cubicBezTo>
                    <a:cubicBezTo>
                      <a:pt x="113990" y="176757"/>
                      <a:pt x="114401" y="177791"/>
                      <a:pt x="115148" y="178676"/>
                    </a:cubicBezTo>
                    <a:cubicBezTo>
                      <a:pt x="115895" y="179561"/>
                      <a:pt x="117165" y="180005"/>
                      <a:pt x="118995" y="180005"/>
                    </a:cubicBezTo>
                    <a:close/>
                    <a:moveTo>
                      <a:pt x="173338" y="143097"/>
                    </a:moveTo>
                    <a:cubicBezTo>
                      <a:pt x="174608" y="143097"/>
                      <a:pt x="175729" y="142735"/>
                      <a:pt x="176700" y="142018"/>
                    </a:cubicBezTo>
                    <a:cubicBezTo>
                      <a:pt x="177671" y="141301"/>
                      <a:pt x="178157" y="139968"/>
                      <a:pt x="178157" y="138026"/>
                    </a:cubicBezTo>
                    <a:cubicBezTo>
                      <a:pt x="178157" y="133882"/>
                      <a:pt x="177223" y="129166"/>
                      <a:pt x="175430" y="123875"/>
                    </a:cubicBezTo>
                    <a:cubicBezTo>
                      <a:pt x="173600" y="118588"/>
                      <a:pt x="169902" y="115889"/>
                      <a:pt x="164300" y="115781"/>
                    </a:cubicBezTo>
                    <a:cubicBezTo>
                      <a:pt x="163291" y="115781"/>
                      <a:pt x="162321" y="115885"/>
                      <a:pt x="161461" y="116098"/>
                    </a:cubicBezTo>
                    <a:cubicBezTo>
                      <a:pt x="160565" y="116314"/>
                      <a:pt x="159743" y="116546"/>
                      <a:pt x="158959" y="116800"/>
                    </a:cubicBezTo>
                    <a:lnTo>
                      <a:pt x="146036" y="121586"/>
                    </a:lnTo>
                    <a:cubicBezTo>
                      <a:pt x="146447" y="122471"/>
                      <a:pt x="146783" y="123416"/>
                      <a:pt x="147082" y="124417"/>
                    </a:cubicBezTo>
                    <a:cubicBezTo>
                      <a:pt x="147343" y="125417"/>
                      <a:pt x="147493" y="126403"/>
                      <a:pt x="147567" y="127370"/>
                    </a:cubicBezTo>
                    <a:cubicBezTo>
                      <a:pt x="152012" y="128225"/>
                      <a:pt x="156083" y="129767"/>
                      <a:pt x="159781" y="132004"/>
                    </a:cubicBezTo>
                    <a:cubicBezTo>
                      <a:pt x="163516" y="134236"/>
                      <a:pt x="166541" y="137164"/>
                      <a:pt x="168894" y="140782"/>
                    </a:cubicBezTo>
                    <a:cubicBezTo>
                      <a:pt x="169305" y="141439"/>
                      <a:pt x="169940" y="141988"/>
                      <a:pt x="170761" y="142428"/>
                    </a:cubicBezTo>
                    <a:cubicBezTo>
                      <a:pt x="171621" y="142873"/>
                      <a:pt x="172480" y="143097"/>
                      <a:pt x="173338" y="143097"/>
                    </a:cubicBez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550" name="Google Shape;2550;p90"/>
            <p:cNvGrpSpPr/>
            <p:nvPr/>
          </p:nvGrpSpPr>
          <p:grpSpPr>
            <a:xfrm>
              <a:off x="6691483" y="2878463"/>
              <a:ext cx="192751" cy="302782"/>
              <a:chOff x="8816727" y="3634750"/>
              <a:chExt cx="257001" cy="403710"/>
            </a:xfrm>
          </p:grpSpPr>
          <p:sp>
            <p:nvSpPr>
              <p:cNvPr id="2551" name="Google Shape;2551;p90"/>
              <p:cNvSpPr/>
              <p:nvPr/>
            </p:nvSpPr>
            <p:spPr>
              <a:xfrm>
                <a:off x="8871743" y="3690428"/>
                <a:ext cx="145550" cy="145893"/>
              </a:xfrm>
              <a:custGeom>
                <a:rect b="b" l="l" r="r" t="t"/>
                <a:pathLst>
                  <a:path extrusionOk="0" h="145893" w="145550">
                    <a:moveTo>
                      <a:pt x="133860" y="0"/>
                    </a:moveTo>
                    <a:lnTo>
                      <a:pt x="11690" y="0"/>
                    </a:lnTo>
                    <a:cubicBezTo>
                      <a:pt x="5229" y="0"/>
                      <a:pt x="0" y="5239"/>
                      <a:pt x="0" y="11679"/>
                    </a:cubicBezTo>
                    <a:lnTo>
                      <a:pt x="0" y="134203"/>
                    </a:lnTo>
                    <a:cubicBezTo>
                      <a:pt x="0" y="140651"/>
                      <a:pt x="5229" y="145893"/>
                      <a:pt x="11690" y="145893"/>
                    </a:cubicBezTo>
                    <a:lnTo>
                      <a:pt x="133860" y="145893"/>
                    </a:lnTo>
                    <a:cubicBezTo>
                      <a:pt x="140284" y="145893"/>
                      <a:pt x="145551" y="140651"/>
                      <a:pt x="145551" y="134203"/>
                    </a:cubicBezTo>
                    <a:lnTo>
                      <a:pt x="145551" y="11679"/>
                    </a:lnTo>
                    <a:cubicBezTo>
                      <a:pt x="145551" y="5239"/>
                      <a:pt x="140284" y="0"/>
                      <a:pt x="133860" y="0"/>
                    </a:cubicBezTo>
                    <a:close/>
                    <a:moveTo>
                      <a:pt x="133935" y="134203"/>
                    </a:moveTo>
                    <a:lnTo>
                      <a:pt x="133860" y="134296"/>
                    </a:lnTo>
                    <a:lnTo>
                      <a:pt x="11616" y="134203"/>
                    </a:lnTo>
                    <a:lnTo>
                      <a:pt x="11690" y="11597"/>
                    </a:lnTo>
                    <a:lnTo>
                      <a:pt x="133935" y="11679"/>
                    </a:lnTo>
                    <a:lnTo>
                      <a:pt x="133935" y="134203"/>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nvGrpSpPr>
              <p:cNvPr id="2552" name="Google Shape;2552;p90"/>
              <p:cNvGrpSpPr/>
              <p:nvPr/>
            </p:nvGrpSpPr>
            <p:grpSpPr>
              <a:xfrm>
                <a:off x="8816727" y="3634750"/>
                <a:ext cx="257001" cy="403710"/>
                <a:chOff x="8816727" y="3634750"/>
                <a:chExt cx="257001" cy="403710"/>
              </a:xfrm>
            </p:grpSpPr>
            <p:sp>
              <p:nvSpPr>
                <p:cNvPr id="2553" name="Google Shape;2553;p90"/>
                <p:cNvSpPr/>
                <p:nvPr/>
              </p:nvSpPr>
              <p:spPr>
                <a:xfrm>
                  <a:off x="8835962" y="3961201"/>
                  <a:ext cx="64315" cy="77258"/>
                </a:xfrm>
                <a:custGeom>
                  <a:rect b="b" l="l" r="r" t="t"/>
                  <a:pathLst>
                    <a:path extrusionOk="0" h="77258" w="64315">
                      <a:moveTo>
                        <a:pt x="56360" y="58598"/>
                      </a:moveTo>
                      <a:cubicBezTo>
                        <a:pt x="57107" y="58598"/>
                        <a:pt x="57779" y="58893"/>
                        <a:pt x="58340" y="59486"/>
                      </a:cubicBezTo>
                      <a:lnTo>
                        <a:pt x="63867" y="65494"/>
                      </a:lnTo>
                      <a:cubicBezTo>
                        <a:pt x="60805" y="69295"/>
                        <a:pt x="57033" y="72203"/>
                        <a:pt x="52550" y="74223"/>
                      </a:cubicBezTo>
                      <a:cubicBezTo>
                        <a:pt x="48069" y="76247"/>
                        <a:pt x="42690" y="77259"/>
                        <a:pt x="36416" y="77259"/>
                      </a:cubicBezTo>
                      <a:cubicBezTo>
                        <a:pt x="30813" y="77259"/>
                        <a:pt x="25771" y="76300"/>
                        <a:pt x="21289" y="74384"/>
                      </a:cubicBezTo>
                      <a:cubicBezTo>
                        <a:pt x="16807" y="72465"/>
                        <a:pt x="12998" y="69803"/>
                        <a:pt x="9823" y="66386"/>
                      </a:cubicBezTo>
                      <a:cubicBezTo>
                        <a:pt x="6648" y="62970"/>
                        <a:pt x="4220" y="58893"/>
                        <a:pt x="2540" y="54154"/>
                      </a:cubicBezTo>
                      <a:cubicBezTo>
                        <a:pt x="822" y="49416"/>
                        <a:pt x="0" y="44238"/>
                        <a:pt x="0" y="38630"/>
                      </a:cubicBezTo>
                      <a:cubicBezTo>
                        <a:pt x="0" y="32947"/>
                        <a:pt x="934" y="27749"/>
                        <a:pt x="2801" y="23022"/>
                      </a:cubicBezTo>
                      <a:cubicBezTo>
                        <a:pt x="4706" y="18306"/>
                        <a:pt x="7358" y="14237"/>
                        <a:pt x="10757" y="10820"/>
                      </a:cubicBezTo>
                      <a:cubicBezTo>
                        <a:pt x="14193" y="7404"/>
                        <a:pt x="18264" y="4749"/>
                        <a:pt x="23007" y="2845"/>
                      </a:cubicBezTo>
                      <a:cubicBezTo>
                        <a:pt x="27788" y="948"/>
                        <a:pt x="33017" y="0"/>
                        <a:pt x="38769" y="0"/>
                      </a:cubicBezTo>
                      <a:cubicBezTo>
                        <a:pt x="44408" y="0"/>
                        <a:pt x="49301" y="896"/>
                        <a:pt x="53521" y="2692"/>
                      </a:cubicBezTo>
                      <a:cubicBezTo>
                        <a:pt x="57705" y="4484"/>
                        <a:pt x="61290" y="6862"/>
                        <a:pt x="64315" y="9823"/>
                      </a:cubicBezTo>
                      <a:lnTo>
                        <a:pt x="59609" y="16358"/>
                      </a:lnTo>
                      <a:cubicBezTo>
                        <a:pt x="59311" y="16776"/>
                        <a:pt x="58975" y="17145"/>
                        <a:pt x="58527" y="17459"/>
                      </a:cubicBezTo>
                      <a:cubicBezTo>
                        <a:pt x="58078" y="17773"/>
                        <a:pt x="57481" y="17926"/>
                        <a:pt x="56733" y="17926"/>
                      </a:cubicBezTo>
                      <a:cubicBezTo>
                        <a:pt x="55912" y="17926"/>
                        <a:pt x="55090" y="17612"/>
                        <a:pt x="54269" y="16985"/>
                      </a:cubicBezTo>
                      <a:cubicBezTo>
                        <a:pt x="53410" y="16358"/>
                        <a:pt x="52364" y="15678"/>
                        <a:pt x="51057" y="14950"/>
                      </a:cubicBezTo>
                      <a:cubicBezTo>
                        <a:pt x="49787" y="14214"/>
                        <a:pt x="48143" y="13535"/>
                        <a:pt x="46201" y="12908"/>
                      </a:cubicBezTo>
                      <a:cubicBezTo>
                        <a:pt x="44222" y="12280"/>
                        <a:pt x="41719" y="11967"/>
                        <a:pt x="38694" y="11967"/>
                      </a:cubicBezTo>
                      <a:cubicBezTo>
                        <a:pt x="35146" y="11967"/>
                        <a:pt x="31859" y="12586"/>
                        <a:pt x="28871" y="13822"/>
                      </a:cubicBezTo>
                      <a:cubicBezTo>
                        <a:pt x="25883" y="15058"/>
                        <a:pt x="23343" y="16832"/>
                        <a:pt x="21177" y="19128"/>
                      </a:cubicBezTo>
                      <a:cubicBezTo>
                        <a:pt x="19048" y="21428"/>
                        <a:pt x="17368" y="24225"/>
                        <a:pt x="16172" y="27518"/>
                      </a:cubicBezTo>
                      <a:cubicBezTo>
                        <a:pt x="14977" y="30811"/>
                        <a:pt x="14379" y="34515"/>
                        <a:pt x="14379" y="38630"/>
                      </a:cubicBezTo>
                      <a:cubicBezTo>
                        <a:pt x="14379" y="42882"/>
                        <a:pt x="14977" y="46657"/>
                        <a:pt x="16172" y="49969"/>
                      </a:cubicBezTo>
                      <a:cubicBezTo>
                        <a:pt x="17368" y="53281"/>
                        <a:pt x="19011" y="56070"/>
                        <a:pt x="21065" y="58333"/>
                      </a:cubicBezTo>
                      <a:cubicBezTo>
                        <a:pt x="23119" y="60603"/>
                        <a:pt x="25547" y="62335"/>
                        <a:pt x="28311" y="63534"/>
                      </a:cubicBezTo>
                      <a:cubicBezTo>
                        <a:pt x="31112" y="64736"/>
                        <a:pt x="34100" y="65341"/>
                        <a:pt x="37312" y="65341"/>
                      </a:cubicBezTo>
                      <a:cubicBezTo>
                        <a:pt x="39254" y="65341"/>
                        <a:pt x="40972" y="65233"/>
                        <a:pt x="42541" y="65027"/>
                      </a:cubicBezTo>
                      <a:cubicBezTo>
                        <a:pt x="44072" y="64818"/>
                        <a:pt x="45491" y="64486"/>
                        <a:pt x="46799" y="64034"/>
                      </a:cubicBezTo>
                      <a:cubicBezTo>
                        <a:pt x="48106" y="63582"/>
                        <a:pt x="49338" y="62992"/>
                        <a:pt x="50534" y="62279"/>
                      </a:cubicBezTo>
                      <a:cubicBezTo>
                        <a:pt x="51691" y="61566"/>
                        <a:pt x="52849" y="60689"/>
                        <a:pt x="54007" y="59639"/>
                      </a:cubicBezTo>
                      <a:cubicBezTo>
                        <a:pt x="54343" y="59326"/>
                        <a:pt x="54717" y="59076"/>
                        <a:pt x="55090" y="58885"/>
                      </a:cubicBezTo>
                      <a:cubicBezTo>
                        <a:pt x="55501" y="58691"/>
                        <a:pt x="55912" y="58598"/>
                        <a:pt x="56360" y="5859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54" name="Google Shape;2554;p90"/>
                <p:cNvSpPr/>
                <p:nvPr/>
              </p:nvSpPr>
              <p:spPr>
                <a:xfrm>
                  <a:off x="8910922" y="3962034"/>
                  <a:ext cx="53970" cy="75586"/>
                </a:xfrm>
                <a:custGeom>
                  <a:rect b="b" l="l" r="r" t="t"/>
                  <a:pathLst>
                    <a:path extrusionOk="0" h="75586" w="53970">
                      <a:moveTo>
                        <a:pt x="14081" y="48983"/>
                      </a:moveTo>
                      <a:lnTo>
                        <a:pt x="14081" y="75586"/>
                      </a:lnTo>
                      <a:lnTo>
                        <a:pt x="0" y="75586"/>
                      </a:lnTo>
                      <a:lnTo>
                        <a:pt x="0" y="0"/>
                      </a:lnTo>
                      <a:lnTo>
                        <a:pt x="24651" y="0"/>
                      </a:lnTo>
                      <a:cubicBezTo>
                        <a:pt x="29693" y="0"/>
                        <a:pt x="34063" y="598"/>
                        <a:pt x="37760" y="1777"/>
                      </a:cubicBezTo>
                      <a:cubicBezTo>
                        <a:pt x="41458" y="2965"/>
                        <a:pt x="44521" y="4619"/>
                        <a:pt x="46911" y="6747"/>
                      </a:cubicBezTo>
                      <a:cubicBezTo>
                        <a:pt x="49301" y="8872"/>
                        <a:pt x="51094" y="11414"/>
                        <a:pt x="52252" y="14375"/>
                      </a:cubicBezTo>
                      <a:cubicBezTo>
                        <a:pt x="53410" y="17340"/>
                        <a:pt x="53970" y="20581"/>
                        <a:pt x="53970" y="24102"/>
                      </a:cubicBezTo>
                      <a:cubicBezTo>
                        <a:pt x="53970" y="27757"/>
                        <a:pt x="53372" y="31114"/>
                        <a:pt x="52140" y="34160"/>
                      </a:cubicBezTo>
                      <a:cubicBezTo>
                        <a:pt x="50907" y="37215"/>
                        <a:pt x="49077" y="39832"/>
                        <a:pt x="46649" y="42031"/>
                      </a:cubicBezTo>
                      <a:cubicBezTo>
                        <a:pt x="44222" y="44227"/>
                        <a:pt x="41159" y="45937"/>
                        <a:pt x="37499" y="47154"/>
                      </a:cubicBezTo>
                      <a:cubicBezTo>
                        <a:pt x="33839" y="48371"/>
                        <a:pt x="29543" y="48983"/>
                        <a:pt x="24651" y="48983"/>
                      </a:cubicBezTo>
                      <a:lnTo>
                        <a:pt x="14081" y="48983"/>
                      </a:lnTo>
                      <a:close/>
                      <a:moveTo>
                        <a:pt x="14081" y="38006"/>
                      </a:moveTo>
                      <a:lnTo>
                        <a:pt x="24651" y="38006"/>
                      </a:lnTo>
                      <a:cubicBezTo>
                        <a:pt x="27228" y="38006"/>
                        <a:pt x="29469" y="37681"/>
                        <a:pt x="31374" y="37039"/>
                      </a:cubicBezTo>
                      <a:cubicBezTo>
                        <a:pt x="33316" y="36393"/>
                        <a:pt x="34885" y="35471"/>
                        <a:pt x="36154" y="34269"/>
                      </a:cubicBezTo>
                      <a:cubicBezTo>
                        <a:pt x="37387" y="33063"/>
                        <a:pt x="38320" y="31603"/>
                        <a:pt x="38956" y="29878"/>
                      </a:cubicBezTo>
                      <a:cubicBezTo>
                        <a:pt x="39591" y="28149"/>
                        <a:pt x="39889" y="26222"/>
                        <a:pt x="39889" y="24102"/>
                      </a:cubicBezTo>
                      <a:cubicBezTo>
                        <a:pt x="39889" y="22082"/>
                        <a:pt x="39591" y="20252"/>
                        <a:pt x="38956" y="18609"/>
                      </a:cubicBezTo>
                      <a:cubicBezTo>
                        <a:pt x="38320" y="16974"/>
                        <a:pt x="37387" y="15581"/>
                        <a:pt x="36154" y="14431"/>
                      </a:cubicBezTo>
                      <a:cubicBezTo>
                        <a:pt x="34885" y="13281"/>
                        <a:pt x="33316" y="12396"/>
                        <a:pt x="31374" y="11791"/>
                      </a:cubicBezTo>
                      <a:cubicBezTo>
                        <a:pt x="29469" y="11179"/>
                        <a:pt x="27228" y="10873"/>
                        <a:pt x="24651" y="10873"/>
                      </a:cubicBezTo>
                      <a:lnTo>
                        <a:pt x="14081" y="10873"/>
                      </a:lnTo>
                      <a:lnTo>
                        <a:pt x="14081" y="38006"/>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55" name="Google Shape;2555;p90"/>
                <p:cNvSpPr/>
                <p:nvPr/>
              </p:nvSpPr>
              <p:spPr>
                <a:xfrm>
                  <a:off x="8974939" y="3962034"/>
                  <a:ext cx="62672" cy="76426"/>
                </a:xfrm>
                <a:custGeom>
                  <a:rect b="b" l="l" r="r" t="t"/>
                  <a:pathLst>
                    <a:path extrusionOk="0" h="76426" w="62672">
                      <a:moveTo>
                        <a:pt x="31299" y="64247"/>
                      </a:moveTo>
                      <a:cubicBezTo>
                        <a:pt x="34025" y="64247"/>
                        <a:pt x="36453" y="63795"/>
                        <a:pt x="38620" y="62888"/>
                      </a:cubicBezTo>
                      <a:cubicBezTo>
                        <a:pt x="40748" y="61977"/>
                        <a:pt x="42578" y="60711"/>
                        <a:pt x="44035" y="59068"/>
                      </a:cubicBezTo>
                      <a:cubicBezTo>
                        <a:pt x="45529" y="57433"/>
                        <a:pt x="46649" y="55443"/>
                        <a:pt x="47434" y="53109"/>
                      </a:cubicBezTo>
                      <a:cubicBezTo>
                        <a:pt x="48218" y="50775"/>
                        <a:pt x="48629" y="48162"/>
                        <a:pt x="48629" y="45272"/>
                      </a:cubicBezTo>
                      <a:lnTo>
                        <a:pt x="48629" y="0"/>
                      </a:lnTo>
                      <a:lnTo>
                        <a:pt x="62672" y="0"/>
                      </a:lnTo>
                      <a:lnTo>
                        <a:pt x="62672" y="45272"/>
                      </a:lnTo>
                      <a:cubicBezTo>
                        <a:pt x="62672" y="49764"/>
                        <a:pt x="61963" y="53919"/>
                        <a:pt x="60506" y="57739"/>
                      </a:cubicBezTo>
                      <a:cubicBezTo>
                        <a:pt x="59087" y="61555"/>
                        <a:pt x="56995" y="64844"/>
                        <a:pt x="54269" y="67615"/>
                      </a:cubicBezTo>
                      <a:cubicBezTo>
                        <a:pt x="51542" y="70385"/>
                        <a:pt x="48256" y="72551"/>
                        <a:pt x="44371" y="74100"/>
                      </a:cubicBezTo>
                      <a:cubicBezTo>
                        <a:pt x="40524" y="75650"/>
                        <a:pt x="36154" y="76426"/>
                        <a:pt x="31299" y="76426"/>
                      </a:cubicBezTo>
                      <a:cubicBezTo>
                        <a:pt x="26481" y="76426"/>
                        <a:pt x="22111" y="75650"/>
                        <a:pt x="18227" y="74100"/>
                      </a:cubicBezTo>
                      <a:cubicBezTo>
                        <a:pt x="14379" y="72551"/>
                        <a:pt x="11093" y="70385"/>
                        <a:pt x="8366" y="67615"/>
                      </a:cubicBezTo>
                      <a:cubicBezTo>
                        <a:pt x="5677" y="64844"/>
                        <a:pt x="3623" y="61555"/>
                        <a:pt x="2167" y="57739"/>
                      </a:cubicBezTo>
                      <a:cubicBezTo>
                        <a:pt x="710" y="53919"/>
                        <a:pt x="0" y="49764"/>
                        <a:pt x="0" y="45272"/>
                      </a:cubicBezTo>
                      <a:lnTo>
                        <a:pt x="0" y="0"/>
                      </a:lnTo>
                      <a:lnTo>
                        <a:pt x="14043" y="0"/>
                      </a:lnTo>
                      <a:lnTo>
                        <a:pt x="14043" y="45220"/>
                      </a:lnTo>
                      <a:cubicBezTo>
                        <a:pt x="14043" y="48110"/>
                        <a:pt x="14454" y="50727"/>
                        <a:pt x="15239" y="53061"/>
                      </a:cubicBezTo>
                      <a:cubicBezTo>
                        <a:pt x="16023" y="55394"/>
                        <a:pt x="17144" y="57392"/>
                        <a:pt x="18600" y="59042"/>
                      </a:cubicBezTo>
                      <a:cubicBezTo>
                        <a:pt x="20057" y="60700"/>
                        <a:pt x="21887" y="61977"/>
                        <a:pt x="24016" y="62888"/>
                      </a:cubicBezTo>
                      <a:cubicBezTo>
                        <a:pt x="26182" y="63795"/>
                        <a:pt x="28610" y="64247"/>
                        <a:pt x="31299" y="64247"/>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56" name="Google Shape;2556;p90"/>
                <p:cNvSpPr/>
                <p:nvPr/>
              </p:nvSpPr>
              <p:spPr>
                <a:xfrm>
                  <a:off x="8816727" y="3634750"/>
                  <a:ext cx="257001" cy="256946"/>
                </a:xfrm>
                <a:custGeom>
                  <a:rect b="b" l="l" r="r" t="t"/>
                  <a:pathLst>
                    <a:path extrusionOk="0" h="256946" w="257001">
                      <a:moveTo>
                        <a:pt x="247365" y="119768"/>
                      </a:moveTo>
                      <a:cubicBezTo>
                        <a:pt x="252706" y="119768"/>
                        <a:pt x="257001" y="115440"/>
                        <a:pt x="257001" y="110101"/>
                      </a:cubicBezTo>
                      <a:cubicBezTo>
                        <a:pt x="257001" y="104766"/>
                        <a:pt x="252706" y="100438"/>
                        <a:pt x="247365" y="100438"/>
                      </a:cubicBezTo>
                      <a:lnTo>
                        <a:pt x="226038" y="100438"/>
                      </a:lnTo>
                      <a:lnTo>
                        <a:pt x="226038" y="81665"/>
                      </a:lnTo>
                      <a:lnTo>
                        <a:pt x="247365" y="81665"/>
                      </a:lnTo>
                      <a:cubicBezTo>
                        <a:pt x="252706" y="81665"/>
                        <a:pt x="257001" y="77341"/>
                        <a:pt x="257001" y="72002"/>
                      </a:cubicBezTo>
                      <a:cubicBezTo>
                        <a:pt x="257001" y="66663"/>
                        <a:pt x="252706" y="62339"/>
                        <a:pt x="247365" y="62339"/>
                      </a:cubicBezTo>
                      <a:lnTo>
                        <a:pt x="226038" y="62339"/>
                      </a:lnTo>
                      <a:lnTo>
                        <a:pt x="226038" y="61204"/>
                      </a:lnTo>
                      <a:cubicBezTo>
                        <a:pt x="226038" y="44559"/>
                        <a:pt x="212593" y="31024"/>
                        <a:pt x="196009" y="30729"/>
                      </a:cubicBezTo>
                      <a:lnTo>
                        <a:pt x="196009" y="9663"/>
                      </a:lnTo>
                      <a:cubicBezTo>
                        <a:pt x="196009" y="4327"/>
                        <a:pt x="191677" y="0"/>
                        <a:pt x="186336" y="0"/>
                      </a:cubicBezTo>
                      <a:cubicBezTo>
                        <a:pt x="180995" y="0"/>
                        <a:pt x="176700" y="4327"/>
                        <a:pt x="176700" y="9663"/>
                      </a:cubicBezTo>
                      <a:lnTo>
                        <a:pt x="176700" y="30677"/>
                      </a:lnTo>
                      <a:lnTo>
                        <a:pt x="157913" y="30677"/>
                      </a:lnTo>
                      <a:lnTo>
                        <a:pt x="157913" y="9663"/>
                      </a:lnTo>
                      <a:cubicBezTo>
                        <a:pt x="157913" y="4327"/>
                        <a:pt x="153581" y="0"/>
                        <a:pt x="148240" y="0"/>
                      </a:cubicBezTo>
                      <a:cubicBezTo>
                        <a:pt x="142899" y="0"/>
                        <a:pt x="138566" y="4327"/>
                        <a:pt x="138566" y="9663"/>
                      </a:cubicBezTo>
                      <a:lnTo>
                        <a:pt x="138566" y="30677"/>
                      </a:lnTo>
                      <a:lnTo>
                        <a:pt x="119780" y="30677"/>
                      </a:lnTo>
                      <a:lnTo>
                        <a:pt x="119780" y="9663"/>
                      </a:lnTo>
                      <a:cubicBezTo>
                        <a:pt x="119780" y="4327"/>
                        <a:pt x="115484" y="0"/>
                        <a:pt x="110143" y="0"/>
                      </a:cubicBezTo>
                      <a:cubicBezTo>
                        <a:pt x="104803" y="0"/>
                        <a:pt x="100470" y="4327"/>
                        <a:pt x="100470" y="9663"/>
                      </a:cubicBezTo>
                      <a:lnTo>
                        <a:pt x="100470" y="30677"/>
                      </a:lnTo>
                      <a:lnTo>
                        <a:pt x="81683" y="30677"/>
                      </a:lnTo>
                      <a:lnTo>
                        <a:pt x="81683" y="9663"/>
                      </a:lnTo>
                      <a:cubicBezTo>
                        <a:pt x="81683" y="4327"/>
                        <a:pt x="77350" y="0"/>
                        <a:pt x="72010" y="0"/>
                      </a:cubicBezTo>
                      <a:cubicBezTo>
                        <a:pt x="66669" y="0"/>
                        <a:pt x="62336" y="4327"/>
                        <a:pt x="62336" y="9663"/>
                      </a:cubicBezTo>
                      <a:lnTo>
                        <a:pt x="62336" y="30677"/>
                      </a:lnTo>
                      <a:lnTo>
                        <a:pt x="59983" y="30677"/>
                      </a:lnTo>
                      <a:cubicBezTo>
                        <a:pt x="43139" y="30677"/>
                        <a:pt x="29469" y="44376"/>
                        <a:pt x="29469" y="61204"/>
                      </a:cubicBezTo>
                      <a:lnTo>
                        <a:pt x="29469" y="62339"/>
                      </a:lnTo>
                      <a:lnTo>
                        <a:pt x="9673" y="62339"/>
                      </a:lnTo>
                      <a:cubicBezTo>
                        <a:pt x="4333" y="62339"/>
                        <a:pt x="0" y="66663"/>
                        <a:pt x="0" y="72002"/>
                      </a:cubicBezTo>
                      <a:cubicBezTo>
                        <a:pt x="0" y="77341"/>
                        <a:pt x="4333" y="81665"/>
                        <a:pt x="9673" y="81665"/>
                      </a:cubicBezTo>
                      <a:lnTo>
                        <a:pt x="29469" y="81665"/>
                      </a:lnTo>
                      <a:lnTo>
                        <a:pt x="29469" y="100438"/>
                      </a:lnTo>
                      <a:lnTo>
                        <a:pt x="9673" y="100438"/>
                      </a:lnTo>
                      <a:cubicBezTo>
                        <a:pt x="4333" y="100438"/>
                        <a:pt x="0" y="104766"/>
                        <a:pt x="0" y="110101"/>
                      </a:cubicBezTo>
                      <a:cubicBezTo>
                        <a:pt x="0" y="115440"/>
                        <a:pt x="4333" y="119768"/>
                        <a:pt x="9673" y="119768"/>
                      </a:cubicBezTo>
                      <a:lnTo>
                        <a:pt x="29469" y="119768"/>
                      </a:lnTo>
                      <a:lnTo>
                        <a:pt x="29469" y="138538"/>
                      </a:lnTo>
                      <a:lnTo>
                        <a:pt x="9673" y="138538"/>
                      </a:lnTo>
                      <a:cubicBezTo>
                        <a:pt x="4333" y="138538"/>
                        <a:pt x="0" y="142865"/>
                        <a:pt x="0" y="148201"/>
                      </a:cubicBezTo>
                      <a:cubicBezTo>
                        <a:pt x="0" y="153540"/>
                        <a:pt x="4333" y="157867"/>
                        <a:pt x="9673" y="157867"/>
                      </a:cubicBezTo>
                      <a:lnTo>
                        <a:pt x="29469" y="157867"/>
                      </a:lnTo>
                      <a:lnTo>
                        <a:pt x="29469" y="176637"/>
                      </a:lnTo>
                      <a:lnTo>
                        <a:pt x="9673" y="176637"/>
                      </a:lnTo>
                      <a:cubicBezTo>
                        <a:pt x="4333" y="176637"/>
                        <a:pt x="0" y="180964"/>
                        <a:pt x="0" y="186304"/>
                      </a:cubicBezTo>
                      <a:cubicBezTo>
                        <a:pt x="0" y="191639"/>
                        <a:pt x="4333" y="195967"/>
                        <a:pt x="9673" y="195967"/>
                      </a:cubicBezTo>
                      <a:lnTo>
                        <a:pt x="29469" y="195967"/>
                      </a:lnTo>
                      <a:lnTo>
                        <a:pt x="29469" y="196180"/>
                      </a:lnTo>
                      <a:cubicBezTo>
                        <a:pt x="29469" y="213008"/>
                        <a:pt x="43139" y="226707"/>
                        <a:pt x="59983" y="226707"/>
                      </a:cubicBezTo>
                      <a:lnTo>
                        <a:pt x="62336" y="226707"/>
                      </a:lnTo>
                      <a:lnTo>
                        <a:pt x="62336" y="247280"/>
                      </a:lnTo>
                      <a:cubicBezTo>
                        <a:pt x="62336" y="252619"/>
                        <a:pt x="66669" y="256946"/>
                        <a:pt x="72010" y="256946"/>
                      </a:cubicBezTo>
                      <a:cubicBezTo>
                        <a:pt x="77350" y="256946"/>
                        <a:pt x="81683" y="252619"/>
                        <a:pt x="81683" y="247280"/>
                      </a:cubicBezTo>
                      <a:lnTo>
                        <a:pt x="81683" y="226707"/>
                      </a:lnTo>
                      <a:lnTo>
                        <a:pt x="100470" y="226707"/>
                      </a:lnTo>
                      <a:lnTo>
                        <a:pt x="100470" y="247280"/>
                      </a:lnTo>
                      <a:cubicBezTo>
                        <a:pt x="100470" y="252619"/>
                        <a:pt x="104803" y="256946"/>
                        <a:pt x="110143" y="256946"/>
                      </a:cubicBezTo>
                      <a:cubicBezTo>
                        <a:pt x="115484" y="256946"/>
                        <a:pt x="119780" y="252619"/>
                        <a:pt x="119780" y="247280"/>
                      </a:cubicBezTo>
                      <a:lnTo>
                        <a:pt x="119780" y="226707"/>
                      </a:lnTo>
                      <a:lnTo>
                        <a:pt x="138566" y="226707"/>
                      </a:lnTo>
                      <a:lnTo>
                        <a:pt x="138566" y="247280"/>
                      </a:lnTo>
                      <a:cubicBezTo>
                        <a:pt x="138566" y="252619"/>
                        <a:pt x="142899" y="256946"/>
                        <a:pt x="148240" y="256946"/>
                      </a:cubicBezTo>
                      <a:cubicBezTo>
                        <a:pt x="153581" y="256946"/>
                        <a:pt x="157913" y="252619"/>
                        <a:pt x="157913" y="247280"/>
                      </a:cubicBezTo>
                      <a:lnTo>
                        <a:pt x="157913" y="226707"/>
                      </a:lnTo>
                      <a:lnTo>
                        <a:pt x="176700" y="226707"/>
                      </a:lnTo>
                      <a:lnTo>
                        <a:pt x="176700" y="247280"/>
                      </a:lnTo>
                      <a:cubicBezTo>
                        <a:pt x="176700" y="252619"/>
                        <a:pt x="180995" y="256946"/>
                        <a:pt x="186336" y="256946"/>
                      </a:cubicBezTo>
                      <a:cubicBezTo>
                        <a:pt x="191677" y="256946"/>
                        <a:pt x="196009" y="252619"/>
                        <a:pt x="196009" y="247280"/>
                      </a:cubicBezTo>
                      <a:lnTo>
                        <a:pt x="196009" y="226655"/>
                      </a:lnTo>
                      <a:cubicBezTo>
                        <a:pt x="212593" y="226360"/>
                        <a:pt x="226038" y="212825"/>
                        <a:pt x="226038" y="196180"/>
                      </a:cubicBezTo>
                      <a:lnTo>
                        <a:pt x="226038" y="195967"/>
                      </a:lnTo>
                      <a:lnTo>
                        <a:pt x="247365" y="195967"/>
                      </a:lnTo>
                      <a:cubicBezTo>
                        <a:pt x="252706" y="195967"/>
                        <a:pt x="257001" y="191639"/>
                        <a:pt x="257001" y="186304"/>
                      </a:cubicBezTo>
                      <a:cubicBezTo>
                        <a:pt x="257001" y="180964"/>
                        <a:pt x="252706" y="176637"/>
                        <a:pt x="247365" y="176637"/>
                      </a:cubicBezTo>
                      <a:lnTo>
                        <a:pt x="226038" y="176637"/>
                      </a:lnTo>
                      <a:lnTo>
                        <a:pt x="226038" y="157867"/>
                      </a:lnTo>
                      <a:lnTo>
                        <a:pt x="247365" y="157867"/>
                      </a:lnTo>
                      <a:cubicBezTo>
                        <a:pt x="252706" y="157867"/>
                        <a:pt x="257001" y="153540"/>
                        <a:pt x="257001" y="148201"/>
                      </a:cubicBezTo>
                      <a:cubicBezTo>
                        <a:pt x="257001" y="142865"/>
                        <a:pt x="252706" y="138538"/>
                        <a:pt x="247365" y="138538"/>
                      </a:cubicBezTo>
                      <a:lnTo>
                        <a:pt x="226038" y="138538"/>
                      </a:lnTo>
                      <a:lnTo>
                        <a:pt x="226038" y="119768"/>
                      </a:lnTo>
                      <a:lnTo>
                        <a:pt x="247365" y="119768"/>
                      </a:lnTo>
                      <a:close/>
                      <a:moveTo>
                        <a:pt x="206691" y="196180"/>
                      </a:moveTo>
                      <a:cubicBezTo>
                        <a:pt x="206691" y="202355"/>
                        <a:pt x="201649" y="207377"/>
                        <a:pt x="195486" y="207377"/>
                      </a:cubicBezTo>
                      <a:lnTo>
                        <a:pt x="59983" y="207377"/>
                      </a:lnTo>
                      <a:cubicBezTo>
                        <a:pt x="53821" y="207377"/>
                        <a:pt x="48778" y="202355"/>
                        <a:pt x="48778" y="196180"/>
                      </a:cubicBezTo>
                      <a:lnTo>
                        <a:pt x="48778" y="61204"/>
                      </a:lnTo>
                      <a:cubicBezTo>
                        <a:pt x="48778" y="55028"/>
                        <a:pt x="53821" y="50006"/>
                        <a:pt x="59983" y="50006"/>
                      </a:cubicBezTo>
                      <a:lnTo>
                        <a:pt x="195486" y="50006"/>
                      </a:lnTo>
                      <a:cubicBezTo>
                        <a:pt x="201649" y="50006"/>
                        <a:pt x="206691" y="55028"/>
                        <a:pt x="206691" y="61204"/>
                      </a:cubicBezTo>
                      <a:lnTo>
                        <a:pt x="206691" y="196180"/>
                      </a:lnTo>
                      <a:close/>
                    </a:path>
                  </a:pathLst>
                </a:custGeom>
                <a:solidFill>
                  <a:srgbClr val="29B5E8"/>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557" name="Google Shape;2557;p90"/>
            <p:cNvGrpSpPr/>
            <p:nvPr/>
          </p:nvGrpSpPr>
          <p:grpSpPr>
            <a:xfrm>
              <a:off x="3744573" y="3402552"/>
              <a:ext cx="642547" cy="200263"/>
              <a:chOff x="3104133" y="3170363"/>
              <a:chExt cx="856730" cy="267017"/>
            </a:xfrm>
          </p:grpSpPr>
          <p:grpSp>
            <p:nvGrpSpPr>
              <p:cNvPr id="2558" name="Google Shape;2558;p90"/>
              <p:cNvGrpSpPr/>
              <p:nvPr/>
            </p:nvGrpSpPr>
            <p:grpSpPr>
              <a:xfrm>
                <a:off x="3467673" y="3170363"/>
                <a:ext cx="493190" cy="178836"/>
                <a:chOff x="3467673" y="3170363"/>
                <a:chExt cx="493190" cy="178836"/>
              </a:xfrm>
            </p:grpSpPr>
            <p:sp>
              <p:nvSpPr>
                <p:cNvPr id="2559" name="Google Shape;2559;p90"/>
                <p:cNvSpPr/>
                <p:nvPr/>
              </p:nvSpPr>
              <p:spPr>
                <a:xfrm>
                  <a:off x="3706079" y="3170363"/>
                  <a:ext cx="28" cy="1792"/>
                </a:xfrm>
                <a:custGeom>
                  <a:rect b="b" l="l" r="r" t="t"/>
                  <a:pathLst>
                    <a:path extrusionOk="0" h="1792" w="28">
                      <a:moveTo>
                        <a:pt x="28" y="0"/>
                      </a:moveTo>
                      <a:lnTo>
                        <a:pt x="28" y="1792"/>
                      </a:lnTo>
                      <a:lnTo>
                        <a:pt x="28" y="1792"/>
                      </a:lnTo>
                      <a:cubicBezTo>
                        <a:pt x="-9" y="1198"/>
                        <a:pt x="-9" y="597"/>
                        <a:pt x="28" y="0"/>
                      </a:cubicBezTo>
                      <a:close/>
                    </a:path>
                  </a:pathLst>
                </a:custGeom>
                <a:solidFill>
                  <a:srgbClr val="555555"/>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0" name="Google Shape;2560;p90"/>
                <p:cNvSpPr/>
                <p:nvPr/>
              </p:nvSpPr>
              <p:spPr>
                <a:xfrm>
                  <a:off x="3467673" y="3272777"/>
                  <a:ext cx="67139" cy="75590"/>
                </a:xfrm>
                <a:custGeom>
                  <a:rect b="b" l="l" r="r" t="t"/>
                  <a:pathLst>
                    <a:path extrusionOk="0" h="75590" w="67139">
                      <a:moveTo>
                        <a:pt x="67139" y="37793"/>
                      </a:moveTo>
                      <a:cubicBezTo>
                        <a:pt x="67139" y="43334"/>
                        <a:pt x="66213" y="48423"/>
                        <a:pt x="64364" y="53053"/>
                      </a:cubicBezTo>
                      <a:cubicBezTo>
                        <a:pt x="62519" y="57694"/>
                        <a:pt x="59920" y="61682"/>
                        <a:pt x="56573" y="65027"/>
                      </a:cubicBezTo>
                      <a:cubicBezTo>
                        <a:pt x="53226" y="68373"/>
                        <a:pt x="49200" y="70968"/>
                        <a:pt x="44498" y="72816"/>
                      </a:cubicBezTo>
                      <a:cubicBezTo>
                        <a:pt x="39792" y="74664"/>
                        <a:pt x="34578" y="75590"/>
                        <a:pt x="28864" y="75590"/>
                      </a:cubicBezTo>
                      <a:lnTo>
                        <a:pt x="0" y="75590"/>
                      </a:lnTo>
                      <a:lnTo>
                        <a:pt x="0" y="0"/>
                      </a:lnTo>
                      <a:lnTo>
                        <a:pt x="28864" y="0"/>
                      </a:lnTo>
                      <a:cubicBezTo>
                        <a:pt x="34578" y="0"/>
                        <a:pt x="39792" y="933"/>
                        <a:pt x="44498" y="2797"/>
                      </a:cubicBezTo>
                      <a:cubicBezTo>
                        <a:pt x="49200" y="4664"/>
                        <a:pt x="53226" y="7259"/>
                        <a:pt x="56573" y="10582"/>
                      </a:cubicBezTo>
                      <a:cubicBezTo>
                        <a:pt x="59920" y="13916"/>
                        <a:pt x="62519" y="17896"/>
                        <a:pt x="64364" y="22530"/>
                      </a:cubicBezTo>
                      <a:cubicBezTo>
                        <a:pt x="66213" y="27167"/>
                        <a:pt x="67139" y="32252"/>
                        <a:pt x="67139" y="37793"/>
                      </a:cubicBezTo>
                      <a:close/>
                      <a:moveTo>
                        <a:pt x="52756" y="37793"/>
                      </a:moveTo>
                      <a:cubicBezTo>
                        <a:pt x="52756" y="33649"/>
                        <a:pt x="52200" y="29926"/>
                        <a:pt x="51086" y="26633"/>
                      </a:cubicBezTo>
                      <a:cubicBezTo>
                        <a:pt x="49970" y="23336"/>
                        <a:pt x="48382" y="20551"/>
                        <a:pt x="46328" y="18269"/>
                      </a:cubicBezTo>
                      <a:cubicBezTo>
                        <a:pt x="44270" y="15988"/>
                        <a:pt x="41768" y="14237"/>
                        <a:pt x="38825" y="13020"/>
                      </a:cubicBezTo>
                      <a:cubicBezTo>
                        <a:pt x="35878" y="11799"/>
                        <a:pt x="32557" y="11190"/>
                        <a:pt x="28864" y="11190"/>
                      </a:cubicBezTo>
                      <a:lnTo>
                        <a:pt x="14167" y="11190"/>
                      </a:lnTo>
                      <a:lnTo>
                        <a:pt x="14167" y="64404"/>
                      </a:lnTo>
                      <a:lnTo>
                        <a:pt x="28864" y="64404"/>
                      </a:lnTo>
                      <a:cubicBezTo>
                        <a:pt x="32557" y="64404"/>
                        <a:pt x="35878" y="63788"/>
                        <a:pt x="38825" y="62571"/>
                      </a:cubicBezTo>
                      <a:cubicBezTo>
                        <a:pt x="41768" y="61353"/>
                        <a:pt x="44270" y="59599"/>
                        <a:pt x="46328" y="57317"/>
                      </a:cubicBezTo>
                      <a:cubicBezTo>
                        <a:pt x="48382" y="55036"/>
                        <a:pt x="49970" y="52247"/>
                        <a:pt x="51086" y="48957"/>
                      </a:cubicBezTo>
                      <a:cubicBezTo>
                        <a:pt x="52200" y="45660"/>
                        <a:pt x="52756" y="41942"/>
                        <a:pt x="52756" y="37793"/>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1" name="Google Shape;2561;p90"/>
                <p:cNvSpPr/>
                <p:nvPr/>
              </p:nvSpPr>
              <p:spPr>
                <a:xfrm>
                  <a:off x="3542442" y="3293738"/>
                  <a:ext cx="44707" cy="55461"/>
                </a:xfrm>
                <a:custGeom>
                  <a:rect b="b" l="l" r="r" t="t"/>
                  <a:pathLst>
                    <a:path extrusionOk="0" h="55461" w="44707">
                      <a:moveTo>
                        <a:pt x="44707" y="54629"/>
                      </a:moveTo>
                      <a:lnTo>
                        <a:pt x="38903" y="54629"/>
                      </a:lnTo>
                      <a:cubicBezTo>
                        <a:pt x="37686" y="54629"/>
                        <a:pt x="36726" y="54446"/>
                        <a:pt x="36031" y="54076"/>
                      </a:cubicBezTo>
                      <a:cubicBezTo>
                        <a:pt x="35329" y="53710"/>
                        <a:pt x="34806" y="52971"/>
                        <a:pt x="34462" y="51855"/>
                      </a:cubicBezTo>
                      <a:lnTo>
                        <a:pt x="33308" y="48039"/>
                      </a:lnTo>
                      <a:cubicBezTo>
                        <a:pt x="31953" y="49260"/>
                        <a:pt x="30615" y="50331"/>
                        <a:pt x="29308" y="51253"/>
                      </a:cubicBezTo>
                      <a:cubicBezTo>
                        <a:pt x="28001" y="52176"/>
                        <a:pt x="26649" y="52949"/>
                        <a:pt x="25256" y="53580"/>
                      </a:cubicBezTo>
                      <a:cubicBezTo>
                        <a:pt x="23863" y="54207"/>
                        <a:pt x="22380" y="54677"/>
                        <a:pt x="20811" y="54991"/>
                      </a:cubicBezTo>
                      <a:cubicBezTo>
                        <a:pt x="19243" y="55305"/>
                        <a:pt x="17502" y="55461"/>
                        <a:pt x="15582" y="55461"/>
                      </a:cubicBezTo>
                      <a:cubicBezTo>
                        <a:pt x="13315" y="55461"/>
                        <a:pt x="11223" y="55155"/>
                        <a:pt x="9307" y="54547"/>
                      </a:cubicBezTo>
                      <a:cubicBezTo>
                        <a:pt x="7391" y="53934"/>
                        <a:pt x="5744" y="53016"/>
                        <a:pt x="4366" y="51791"/>
                      </a:cubicBezTo>
                      <a:cubicBezTo>
                        <a:pt x="2988" y="50567"/>
                        <a:pt x="1916" y="49047"/>
                        <a:pt x="1151" y="47225"/>
                      </a:cubicBezTo>
                      <a:cubicBezTo>
                        <a:pt x="385" y="45410"/>
                        <a:pt x="0" y="43293"/>
                        <a:pt x="0" y="40881"/>
                      </a:cubicBezTo>
                      <a:cubicBezTo>
                        <a:pt x="0" y="38854"/>
                        <a:pt x="534" y="36852"/>
                        <a:pt x="1595" y="34877"/>
                      </a:cubicBezTo>
                      <a:cubicBezTo>
                        <a:pt x="2659" y="32902"/>
                        <a:pt x="4430" y="31117"/>
                        <a:pt x="6902" y="29527"/>
                      </a:cubicBezTo>
                      <a:cubicBezTo>
                        <a:pt x="9379" y="27936"/>
                        <a:pt x="12673" y="26618"/>
                        <a:pt x="16785" y="25565"/>
                      </a:cubicBezTo>
                      <a:cubicBezTo>
                        <a:pt x="20897" y="24516"/>
                        <a:pt x="26006" y="23993"/>
                        <a:pt x="32109" y="23993"/>
                      </a:cubicBezTo>
                      <a:lnTo>
                        <a:pt x="32109" y="20834"/>
                      </a:lnTo>
                      <a:cubicBezTo>
                        <a:pt x="32109" y="17216"/>
                        <a:pt x="31351" y="14539"/>
                        <a:pt x="29831" y="12800"/>
                      </a:cubicBezTo>
                      <a:cubicBezTo>
                        <a:pt x="28315" y="11063"/>
                        <a:pt x="26111" y="10193"/>
                        <a:pt x="23216" y="10193"/>
                      </a:cubicBezTo>
                      <a:cubicBezTo>
                        <a:pt x="21125" y="10193"/>
                        <a:pt x="19381" y="10440"/>
                        <a:pt x="17988" y="10925"/>
                      </a:cubicBezTo>
                      <a:cubicBezTo>
                        <a:pt x="16594" y="11411"/>
                        <a:pt x="15381" y="11963"/>
                        <a:pt x="14353" y="12572"/>
                      </a:cubicBezTo>
                      <a:cubicBezTo>
                        <a:pt x="13326" y="13184"/>
                        <a:pt x="12378" y="13729"/>
                        <a:pt x="11504" y="14218"/>
                      </a:cubicBezTo>
                      <a:cubicBezTo>
                        <a:pt x="10634" y="14707"/>
                        <a:pt x="9674" y="14950"/>
                        <a:pt x="8628" y="14950"/>
                      </a:cubicBezTo>
                      <a:cubicBezTo>
                        <a:pt x="7758" y="14950"/>
                        <a:pt x="7007" y="14722"/>
                        <a:pt x="6379" y="14271"/>
                      </a:cubicBezTo>
                      <a:cubicBezTo>
                        <a:pt x="5752" y="13819"/>
                        <a:pt x="5248" y="13259"/>
                        <a:pt x="4863" y="12601"/>
                      </a:cubicBezTo>
                      <a:lnTo>
                        <a:pt x="2510" y="8468"/>
                      </a:lnTo>
                      <a:cubicBezTo>
                        <a:pt x="8680" y="2823"/>
                        <a:pt x="16124" y="0"/>
                        <a:pt x="24837" y="0"/>
                      </a:cubicBezTo>
                      <a:cubicBezTo>
                        <a:pt x="27975" y="0"/>
                        <a:pt x="30772" y="515"/>
                        <a:pt x="33230" y="1546"/>
                      </a:cubicBezTo>
                      <a:cubicBezTo>
                        <a:pt x="35691" y="2573"/>
                        <a:pt x="37772" y="3999"/>
                        <a:pt x="39478" y="5829"/>
                      </a:cubicBezTo>
                      <a:cubicBezTo>
                        <a:pt x="41185" y="7658"/>
                        <a:pt x="42485" y="9842"/>
                        <a:pt x="43374" y="12389"/>
                      </a:cubicBezTo>
                      <a:cubicBezTo>
                        <a:pt x="44267" y="14935"/>
                        <a:pt x="44707" y="17721"/>
                        <a:pt x="44707" y="20752"/>
                      </a:cubicBezTo>
                      <a:lnTo>
                        <a:pt x="44707" y="54629"/>
                      </a:lnTo>
                      <a:close/>
                      <a:moveTo>
                        <a:pt x="19608" y="46575"/>
                      </a:moveTo>
                      <a:cubicBezTo>
                        <a:pt x="20934" y="46575"/>
                        <a:pt x="22156" y="46456"/>
                        <a:pt x="23269" y="46217"/>
                      </a:cubicBezTo>
                      <a:cubicBezTo>
                        <a:pt x="24386" y="45974"/>
                        <a:pt x="25439" y="45616"/>
                        <a:pt x="26432" y="45134"/>
                      </a:cubicBezTo>
                      <a:cubicBezTo>
                        <a:pt x="27426" y="44656"/>
                        <a:pt x="28386" y="44062"/>
                        <a:pt x="29308" y="43360"/>
                      </a:cubicBezTo>
                      <a:cubicBezTo>
                        <a:pt x="30234" y="42658"/>
                        <a:pt x="31164" y="41822"/>
                        <a:pt x="32109" y="40866"/>
                      </a:cubicBezTo>
                      <a:lnTo>
                        <a:pt x="32109" y="31890"/>
                      </a:lnTo>
                      <a:cubicBezTo>
                        <a:pt x="28341" y="31890"/>
                        <a:pt x="25196" y="32122"/>
                        <a:pt x="22667" y="32596"/>
                      </a:cubicBezTo>
                      <a:cubicBezTo>
                        <a:pt x="20143" y="33070"/>
                        <a:pt x="18111" y="33675"/>
                        <a:pt x="16576" y="34414"/>
                      </a:cubicBezTo>
                      <a:cubicBezTo>
                        <a:pt x="15041" y="35150"/>
                        <a:pt x="13954" y="36009"/>
                        <a:pt x="13308" y="36994"/>
                      </a:cubicBezTo>
                      <a:cubicBezTo>
                        <a:pt x="12665" y="37980"/>
                        <a:pt x="12340" y="39048"/>
                        <a:pt x="12340" y="40202"/>
                      </a:cubicBezTo>
                      <a:cubicBezTo>
                        <a:pt x="12340" y="42487"/>
                        <a:pt x="13013" y="44118"/>
                        <a:pt x="14353" y="45104"/>
                      </a:cubicBezTo>
                      <a:cubicBezTo>
                        <a:pt x="15698" y="46086"/>
                        <a:pt x="17446"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2" name="Google Shape;2562;p90"/>
                <p:cNvSpPr/>
                <p:nvPr/>
              </p:nvSpPr>
              <p:spPr>
                <a:xfrm>
                  <a:off x="3594993" y="3278322"/>
                  <a:ext cx="36550" cy="70877"/>
                </a:xfrm>
                <a:custGeom>
                  <a:rect b="b" l="l" r="r" t="t"/>
                  <a:pathLst>
                    <a:path extrusionOk="0" h="70877" w="36550">
                      <a:moveTo>
                        <a:pt x="22488" y="70878"/>
                      </a:moveTo>
                      <a:cubicBezTo>
                        <a:pt x="17849" y="70878"/>
                        <a:pt x="14279" y="69564"/>
                        <a:pt x="11769" y="66931"/>
                      </a:cubicBezTo>
                      <a:cubicBezTo>
                        <a:pt x="9259" y="64303"/>
                        <a:pt x="8004" y="60666"/>
                        <a:pt x="8004" y="56036"/>
                      </a:cubicBezTo>
                      <a:lnTo>
                        <a:pt x="8004" y="26080"/>
                      </a:lnTo>
                      <a:lnTo>
                        <a:pt x="2566" y="26080"/>
                      </a:lnTo>
                      <a:cubicBezTo>
                        <a:pt x="1864" y="26080"/>
                        <a:pt x="1262" y="25856"/>
                        <a:pt x="758" y="25401"/>
                      </a:cubicBezTo>
                      <a:cubicBezTo>
                        <a:pt x="254" y="24945"/>
                        <a:pt x="0" y="24269"/>
                        <a:pt x="0" y="23366"/>
                      </a:cubicBezTo>
                      <a:lnTo>
                        <a:pt x="0" y="18239"/>
                      </a:lnTo>
                      <a:lnTo>
                        <a:pt x="8632" y="16832"/>
                      </a:lnTo>
                      <a:lnTo>
                        <a:pt x="11347" y="2195"/>
                      </a:lnTo>
                      <a:cubicBezTo>
                        <a:pt x="11489" y="1493"/>
                        <a:pt x="11810" y="956"/>
                        <a:pt x="12314" y="571"/>
                      </a:cubicBezTo>
                      <a:cubicBezTo>
                        <a:pt x="12822" y="190"/>
                        <a:pt x="13457" y="0"/>
                        <a:pt x="14223" y="0"/>
                      </a:cubicBezTo>
                      <a:lnTo>
                        <a:pt x="20919" y="0"/>
                      </a:lnTo>
                      <a:lnTo>
                        <a:pt x="20919" y="16880"/>
                      </a:lnTo>
                      <a:lnTo>
                        <a:pt x="35034" y="16880"/>
                      </a:lnTo>
                      <a:lnTo>
                        <a:pt x="35034" y="26080"/>
                      </a:lnTo>
                      <a:lnTo>
                        <a:pt x="20919" y="26080"/>
                      </a:lnTo>
                      <a:lnTo>
                        <a:pt x="20919" y="55144"/>
                      </a:lnTo>
                      <a:cubicBezTo>
                        <a:pt x="20919" y="56817"/>
                        <a:pt x="21334" y="58123"/>
                        <a:pt x="22174" y="59064"/>
                      </a:cubicBezTo>
                      <a:cubicBezTo>
                        <a:pt x="23011" y="60005"/>
                        <a:pt x="24124" y="60476"/>
                        <a:pt x="25517" y="60476"/>
                      </a:cubicBezTo>
                      <a:cubicBezTo>
                        <a:pt x="26320" y="60476"/>
                        <a:pt x="26992" y="60382"/>
                        <a:pt x="27530" y="60188"/>
                      </a:cubicBezTo>
                      <a:cubicBezTo>
                        <a:pt x="28072" y="59994"/>
                        <a:pt x="28542" y="59796"/>
                        <a:pt x="28942" y="59587"/>
                      </a:cubicBezTo>
                      <a:cubicBezTo>
                        <a:pt x="29345" y="59378"/>
                        <a:pt x="29700" y="59176"/>
                        <a:pt x="30014" y="58990"/>
                      </a:cubicBezTo>
                      <a:cubicBezTo>
                        <a:pt x="30328" y="58796"/>
                        <a:pt x="30642" y="58699"/>
                        <a:pt x="30955" y="58699"/>
                      </a:cubicBezTo>
                      <a:cubicBezTo>
                        <a:pt x="31340" y="58699"/>
                        <a:pt x="31654" y="58796"/>
                        <a:pt x="31896" y="58990"/>
                      </a:cubicBezTo>
                      <a:cubicBezTo>
                        <a:pt x="32143" y="59176"/>
                        <a:pt x="32401" y="59468"/>
                        <a:pt x="32681" y="59849"/>
                      </a:cubicBezTo>
                      <a:lnTo>
                        <a:pt x="36550" y="66121"/>
                      </a:lnTo>
                      <a:cubicBezTo>
                        <a:pt x="34671" y="67689"/>
                        <a:pt x="32505" y="68877"/>
                        <a:pt x="30066" y="69676"/>
                      </a:cubicBezTo>
                      <a:cubicBezTo>
                        <a:pt x="27627" y="70478"/>
                        <a:pt x="25099" y="70878"/>
                        <a:pt x="22488" y="70878"/>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3" name="Google Shape;2563;p90"/>
                <p:cNvSpPr/>
                <p:nvPr/>
              </p:nvSpPr>
              <p:spPr>
                <a:xfrm>
                  <a:off x="3637661" y="3293738"/>
                  <a:ext cx="44707" cy="55461"/>
                </a:xfrm>
                <a:custGeom>
                  <a:rect b="b" l="l" r="r" t="t"/>
                  <a:pathLst>
                    <a:path extrusionOk="0" h="55461" w="44707">
                      <a:moveTo>
                        <a:pt x="44707" y="54629"/>
                      </a:moveTo>
                      <a:lnTo>
                        <a:pt x="38903" y="54629"/>
                      </a:lnTo>
                      <a:cubicBezTo>
                        <a:pt x="37686" y="54629"/>
                        <a:pt x="36726" y="54446"/>
                        <a:pt x="36031" y="54076"/>
                      </a:cubicBezTo>
                      <a:cubicBezTo>
                        <a:pt x="35329" y="53710"/>
                        <a:pt x="34810" y="52971"/>
                        <a:pt x="34462" y="51855"/>
                      </a:cubicBezTo>
                      <a:lnTo>
                        <a:pt x="33308" y="48039"/>
                      </a:lnTo>
                      <a:cubicBezTo>
                        <a:pt x="31952" y="49260"/>
                        <a:pt x="30615" y="50331"/>
                        <a:pt x="29312" y="51253"/>
                      </a:cubicBezTo>
                      <a:cubicBezTo>
                        <a:pt x="28001" y="52176"/>
                        <a:pt x="26652" y="52949"/>
                        <a:pt x="25259" y="53580"/>
                      </a:cubicBezTo>
                      <a:cubicBezTo>
                        <a:pt x="23862" y="54207"/>
                        <a:pt x="22380" y="54677"/>
                        <a:pt x="20811" y="54991"/>
                      </a:cubicBezTo>
                      <a:cubicBezTo>
                        <a:pt x="19246" y="55305"/>
                        <a:pt x="17502" y="55461"/>
                        <a:pt x="15582" y="55461"/>
                      </a:cubicBezTo>
                      <a:cubicBezTo>
                        <a:pt x="13319" y="55461"/>
                        <a:pt x="11227" y="55155"/>
                        <a:pt x="9307" y="54547"/>
                      </a:cubicBezTo>
                      <a:cubicBezTo>
                        <a:pt x="7391" y="53934"/>
                        <a:pt x="5744" y="53016"/>
                        <a:pt x="4366" y="51791"/>
                      </a:cubicBezTo>
                      <a:cubicBezTo>
                        <a:pt x="2992" y="50567"/>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6"/>
                        <a:pt x="12673" y="26618"/>
                        <a:pt x="16785" y="25565"/>
                      </a:cubicBezTo>
                      <a:cubicBezTo>
                        <a:pt x="20901" y="24516"/>
                        <a:pt x="26006" y="23993"/>
                        <a:pt x="32109" y="23993"/>
                      </a:cubicBezTo>
                      <a:lnTo>
                        <a:pt x="32109" y="20834"/>
                      </a:lnTo>
                      <a:cubicBezTo>
                        <a:pt x="32109" y="17216"/>
                        <a:pt x="31351" y="14539"/>
                        <a:pt x="29831" y="12800"/>
                      </a:cubicBezTo>
                      <a:cubicBezTo>
                        <a:pt x="28315" y="11063"/>
                        <a:pt x="26111" y="10193"/>
                        <a:pt x="23216" y="10193"/>
                      </a:cubicBezTo>
                      <a:cubicBezTo>
                        <a:pt x="21125" y="10193"/>
                        <a:pt x="19384" y="10440"/>
                        <a:pt x="17991" y="10925"/>
                      </a:cubicBezTo>
                      <a:cubicBezTo>
                        <a:pt x="16594" y="11411"/>
                        <a:pt x="15380" y="11963"/>
                        <a:pt x="14353" y="12572"/>
                      </a:cubicBezTo>
                      <a:cubicBezTo>
                        <a:pt x="13326" y="13184"/>
                        <a:pt x="12378" y="13729"/>
                        <a:pt x="11504" y="14218"/>
                      </a:cubicBezTo>
                      <a:cubicBezTo>
                        <a:pt x="10633" y="14707"/>
                        <a:pt x="9674" y="14950"/>
                        <a:pt x="8632" y="14950"/>
                      </a:cubicBezTo>
                      <a:cubicBezTo>
                        <a:pt x="7758" y="14950"/>
                        <a:pt x="7007" y="14722"/>
                        <a:pt x="6379" y="14271"/>
                      </a:cubicBezTo>
                      <a:cubicBezTo>
                        <a:pt x="5752" y="13819"/>
                        <a:pt x="5248" y="13259"/>
                        <a:pt x="4863" y="12601"/>
                      </a:cubicBezTo>
                      <a:lnTo>
                        <a:pt x="2510" y="8468"/>
                      </a:lnTo>
                      <a:cubicBezTo>
                        <a:pt x="8680" y="2823"/>
                        <a:pt x="16124" y="0"/>
                        <a:pt x="24841" y="0"/>
                      </a:cubicBezTo>
                      <a:cubicBezTo>
                        <a:pt x="27975" y="0"/>
                        <a:pt x="30772" y="515"/>
                        <a:pt x="33233" y="1546"/>
                      </a:cubicBezTo>
                      <a:cubicBezTo>
                        <a:pt x="35691" y="2573"/>
                        <a:pt x="37771" y="3999"/>
                        <a:pt x="39478" y="5829"/>
                      </a:cubicBezTo>
                      <a:cubicBezTo>
                        <a:pt x="41189" y="7658"/>
                        <a:pt x="42485" y="9842"/>
                        <a:pt x="43374" y="12389"/>
                      </a:cubicBezTo>
                      <a:cubicBezTo>
                        <a:pt x="44266" y="14935"/>
                        <a:pt x="44707" y="17721"/>
                        <a:pt x="44707" y="20752"/>
                      </a:cubicBezTo>
                      <a:lnTo>
                        <a:pt x="44707" y="54629"/>
                      </a:lnTo>
                      <a:close/>
                      <a:moveTo>
                        <a:pt x="19608" y="46575"/>
                      </a:moveTo>
                      <a:cubicBezTo>
                        <a:pt x="20934" y="46575"/>
                        <a:pt x="22156" y="46456"/>
                        <a:pt x="23272" y="46217"/>
                      </a:cubicBezTo>
                      <a:cubicBezTo>
                        <a:pt x="24382" y="45974"/>
                        <a:pt x="25442" y="45616"/>
                        <a:pt x="26432" y="45134"/>
                      </a:cubicBezTo>
                      <a:cubicBezTo>
                        <a:pt x="27426" y="44656"/>
                        <a:pt x="28385" y="44062"/>
                        <a:pt x="29312" y="43360"/>
                      </a:cubicBezTo>
                      <a:cubicBezTo>
                        <a:pt x="30234" y="42658"/>
                        <a:pt x="31164" y="41822"/>
                        <a:pt x="32109" y="40866"/>
                      </a:cubicBezTo>
                      <a:lnTo>
                        <a:pt x="32109" y="31890"/>
                      </a:lnTo>
                      <a:cubicBezTo>
                        <a:pt x="28341" y="31890"/>
                        <a:pt x="25196" y="32122"/>
                        <a:pt x="22671" y="32596"/>
                      </a:cubicBezTo>
                      <a:cubicBezTo>
                        <a:pt x="20143" y="33070"/>
                        <a:pt x="18111" y="33675"/>
                        <a:pt x="16579" y="34414"/>
                      </a:cubicBezTo>
                      <a:cubicBezTo>
                        <a:pt x="15044" y="35150"/>
                        <a:pt x="13954" y="36009"/>
                        <a:pt x="13311" y="36994"/>
                      </a:cubicBezTo>
                      <a:cubicBezTo>
                        <a:pt x="12665" y="37980"/>
                        <a:pt x="12344" y="39048"/>
                        <a:pt x="12344" y="40202"/>
                      </a:cubicBezTo>
                      <a:cubicBezTo>
                        <a:pt x="12344" y="42487"/>
                        <a:pt x="13013" y="44118"/>
                        <a:pt x="14353" y="45104"/>
                      </a:cubicBezTo>
                      <a:cubicBezTo>
                        <a:pt x="15694" y="46086"/>
                        <a:pt x="17450" y="46575"/>
                        <a:pt x="19608" y="46575"/>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4" name="Google Shape;2564;p90"/>
                <p:cNvSpPr/>
                <p:nvPr/>
              </p:nvSpPr>
              <p:spPr>
                <a:xfrm>
                  <a:off x="3715994" y="3272777"/>
                  <a:ext cx="81989" cy="75590"/>
                </a:xfrm>
                <a:custGeom>
                  <a:rect b="b" l="l" r="r" t="t"/>
                  <a:pathLst>
                    <a:path extrusionOk="0" h="75590" w="81989">
                      <a:moveTo>
                        <a:pt x="39609" y="47699"/>
                      </a:moveTo>
                      <a:cubicBezTo>
                        <a:pt x="40113" y="48901"/>
                        <a:pt x="40610" y="50111"/>
                        <a:pt x="41099" y="51336"/>
                      </a:cubicBezTo>
                      <a:cubicBezTo>
                        <a:pt x="41589" y="50081"/>
                        <a:pt x="42093" y="48842"/>
                        <a:pt x="42616" y="47621"/>
                      </a:cubicBezTo>
                      <a:cubicBezTo>
                        <a:pt x="43138" y="46403"/>
                        <a:pt x="43695" y="45235"/>
                        <a:pt x="44289" y="44118"/>
                      </a:cubicBezTo>
                      <a:lnTo>
                        <a:pt x="66665" y="2248"/>
                      </a:lnTo>
                      <a:cubicBezTo>
                        <a:pt x="66949" y="1721"/>
                        <a:pt x="67236" y="1307"/>
                        <a:pt x="67531" y="993"/>
                      </a:cubicBezTo>
                      <a:cubicBezTo>
                        <a:pt x="67826" y="680"/>
                        <a:pt x="68159" y="456"/>
                        <a:pt x="68525" y="314"/>
                      </a:cubicBezTo>
                      <a:cubicBezTo>
                        <a:pt x="68891" y="175"/>
                        <a:pt x="69302" y="90"/>
                        <a:pt x="69754" y="52"/>
                      </a:cubicBezTo>
                      <a:cubicBezTo>
                        <a:pt x="70206" y="15"/>
                        <a:pt x="70747" y="0"/>
                        <a:pt x="71375" y="0"/>
                      </a:cubicBezTo>
                      <a:lnTo>
                        <a:pt x="81989" y="0"/>
                      </a:lnTo>
                      <a:lnTo>
                        <a:pt x="81989" y="75590"/>
                      </a:lnTo>
                      <a:lnTo>
                        <a:pt x="69597" y="75590"/>
                      </a:lnTo>
                      <a:lnTo>
                        <a:pt x="69597" y="26764"/>
                      </a:lnTo>
                      <a:cubicBezTo>
                        <a:pt x="69597" y="25860"/>
                        <a:pt x="69619" y="24867"/>
                        <a:pt x="69675" y="23784"/>
                      </a:cubicBezTo>
                      <a:cubicBezTo>
                        <a:pt x="69728" y="22705"/>
                        <a:pt x="69806" y="21611"/>
                        <a:pt x="69910" y="20495"/>
                      </a:cubicBezTo>
                      <a:lnTo>
                        <a:pt x="47056" y="63355"/>
                      </a:lnTo>
                      <a:cubicBezTo>
                        <a:pt x="46537" y="64329"/>
                        <a:pt x="45857" y="65087"/>
                        <a:pt x="45021" y="65629"/>
                      </a:cubicBezTo>
                      <a:cubicBezTo>
                        <a:pt x="44184" y="66170"/>
                        <a:pt x="43206" y="66435"/>
                        <a:pt x="42093" y="66435"/>
                      </a:cubicBezTo>
                      <a:lnTo>
                        <a:pt x="40158" y="66435"/>
                      </a:lnTo>
                      <a:cubicBezTo>
                        <a:pt x="39041" y="66435"/>
                        <a:pt x="38066" y="66170"/>
                        <a:pt x="37230" y="65629"/>
                      </a:cubicBezTo>
                      <a:cubicBezTo>
                        <a:pt x="36393" y="65087"/>
                        <a:pt x="35713" y="64329"/>
                        <a:pt x="35191" y="63355"/>
                      </a:cubicBezTo>
                      <a:lnTo>
                        <a:pt x="12026" y="20334"/>
                      </a:lnTo>
                      <a:cubicBezTo>
                        <a:pt x="12165" y="21484"/>
                        <a:pt x="12262" y="22608"/>
                        <a:pt x="12314" y="23706"/>
                      </a:cubicBezTo>
                      <a:cubicBezTo>
                        <a:pt x="12366" y="24803"/>
                        <a:pt x="12392" y="25823"/>
                        <a:pt x="12392" y="26764"/>
                      </a:cubicBezTo>
                      <a:lnTo>
                        <a:pt x="12392" y="75590"/>
                      </a:lnTo>
                      <a:lnTo>
                        <a:pt x="0" y="75590"/>
                      </a:lnTo>
                      <a:lnTo>
                        <a:pt x="0" y="0"/>
                      </a:lnTo>
                      <a:lnTo>
                        <a:pt x="10615" y="0"/>
                      </a:lnTo>
                      <a:cubicBezTo>
                        <a:pt x="11242" y="0"/>
                        <a:pt x="11780" y="15"/>
                        <a:pt x="12236" y="52"/>
                      </a:cubicBezTo>
                      <a:cubicBezTo>
                        <a:pt x="12687" y="90"/>
                        <a:pt x="13098" y="175"/>
                        <a:pt x="13464" y="314"/>
                      </a:cubicBezTo>
                      <a:cubicBezTo>
                        <a:pt x="13830" y="456"/>
                        <a:pt x="14170" y="680"/>
                        <a:pt x="14484" y="993"/>
                      </a:cubicBezTo>
                      <a:cubicBezTo>
                        <a:pt x="14798" y="1307"/>
                        <a:pt x="15093" y="1721"/>
                        <a:pt x="15373" y="2248"/>
                      </a:cubicBezTo>
                      <a:lnTo>
                        <a:pt x="37962" y="44223"/>
                      </a:lnTo>
                      <a:cubicBezTo>
                        <a:pt x="38552" y="45339"/>
                        <a:pt x="39105" y="46500"/>
                        <a:pt x="39609" y="4769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5" name="Google Shape;2565;p90"/>
                <p:cNvSpPr/>
                <p:nvPr/>
              </p:nvSpPr>
              <p:spPr>
                <a:xfrm>
                  <a:off x="3808911" y="3293899"/>
                  <a:ext cx="48994" cy="55248"/>
                </a:xfrm>
                <a:custGeom>
                  <a:rect b="b" l="l" r="r" t="t"/>
                  <a:pathLst>
                    <a:path extrusionOk="0" h="55248" w="48994">
                      <a:moveTo>
                        <a:pt x="25778" y="0"/>
                      </a:moveTo>
                      <a:cubicBezTo>
                        <a:pt x="29159" y="0"/>
                        <a:pt x="32270" y="538"/>
                        <a:pt x="35112" y="1617"/>
                      </a:cubicBezTo>
                      <a:cubicBezTo>
                        <a:pt x="37954" y="2696"/>
                        <a:pt x="40401" y="4271"/>
                        <a:pt x="42459" y="6347"/>
                      </a:cubicBezTo>
                      <a:cubicBezTo>
                        <a:pt x="44517" y="8423"/>
                        <a:pt x="46119" y="10966"/>
                        <a:pt x="47269" y="13979"/>
                      </a:cubicBezTo>
                      <a:cubicBezTo>
                        <a:pt x="48420" y="16992"/>
                        <a:pt x="48995" y="20435"/>
                        <a:pt x="48995" y="24303"/>
                      </a:cubicBezTo>
                      <a:cubicBezTo>
                        <a:pt x="48995" y="25281"/>
                        <a:pt x="48950" y="26091"/>
                        <a:pt x="48864" y="26734"/>
                      </a:cubicBezTo>
                      <a:cubicBezTo>
                        <a:pt x="48775" y="27380"/>
                        <a:pt x="48618" y="27884"/>
                        <a:pt x="48393" y="28250"/>
                      </a:cubicBezTo>
                      <a:cubicBezTo>
                        <a:pt x="48166" y="28616"/>
                        <a:pt x="47859" y="28877"/>
                        <a:pt x="47478" y="29034"/>
                      </a:cubicBezTo>
                      <a:cubicBezTo>
                        <a:pt x="47094" y="29191"/>
                        <a:pt x="46604" y="29273"/>
                        <a:pt x="46014" y="29273"/>
                      </a:cubicBezTo>
                      <a:lnTo>
                        <a:pt x="12863" y="29273"/>
                      </a:lnTo>
                      <a:cubicBezTo>
                        <a:pt x="13248" y="34776"/>
                        <a:pt x="14727" y="38816"/>
                        <a:pt x="17308" y="41400"/>
                      </a:cubicBezTo>
                      <a:cubicBezTo>
                        <a:pt x="19889" y="43976"/>
                        <a:pt x="23302" y="45264"/>
                        <a:pt x="27556" y="45264"/>
                      </a:cubicBezTo>
                      <a:cubicBezTo>
                        <a:pt x="29648" y="45264"/>
                        <a:pt x="31452" y="45022"/>
                        <a:pt x="32968" y="44533"/>
                      </a:cubicBezTo>
                      <a:cubicBezTo>
                        <a:pt x="34485" y="44047"/>
                        <a:pt x="35811" y="43506"/>
                        <a:pt x="36942" y="42912"/>
                      </a:cubicBezTo>
                      <a:cubicBezTo>
                        <a:pt x="38074" y="42322"/>
                        <a:pt x="39068" y="41781"/>
                        <a:pt x="39923" y="41292"/>
                      </a:cubicBezTo>
                      <a:cubicBezTo>
                        <a:pt x="40778" y="40803"/>
                        <a:pt x="41603" y="40560"/>
                        <a:pt x="42406" y="40560"/>
                      </a:cubicBezTo>
                      <a:cubicBezTo>
                        <a:pt x="42929" y="40560"/>
                        <a:pt x="43381" y="40664"/>
                        <a:pt x="43766" y="40873"/>
                      </a:cubicBezTo>
                      <a:cubicBezTo>
                        <a:pt x="44147" y="41086"/>
                        <a:pt x="44479" y="41381"/>
                        <a:pt x="44759" y="41762"/>
                      </a:cubicBezTo>
                      <a:lnTo>
                        <a:pt x="48524" y="46467"/>
                      </a:lnTo>
                      <a:cubicBezTo>
                        <a:pt x="47094" y="48139"/>
                        <a:pt x="45488" y="49543"/>
                        <a:pt x="43714" y="50675"/>
                      </a:cubicBezTo>
                      <a:cubicBezTo>
                        <a:pt x="41936" y="51810"/>
                        <a:pt x="40080" y="52713"/>
                        <a:pt x="38145" y="53393"/>
                      </a:cubicBezTo>
                      <a:cubicBezTo>
                        <a:pt x="36210" y="54072"/>
                        <a:pt x="34242" y="54550"/>
                        <a:pt x="32236" y="54830"/>
                      </a:cubicBezTo>
                      <a:cubicBezTo>
                        <a:pt x="30231" y="55107"/>
                        <a:pt x="28288" y="55249"/>
                        <a:pt x="26406" y="55249"/>
                      </a:cubicBezTo>
                      <a:cubicBezTo>
                        <a:pt x="22675" y="55249"/>
                        <a:pt x="19205" y="54629"/>
                        <a:pt x="16000" y="53393"/>
                      </a:cubicBezTo>
                      <a:cubicBezTo>
                        <a:pt x="12796" y="52153"/>
                        <a:pt x="10002" y="50324"/>
                        <a:pt x="7634" y="47904"/>
                      </a:cubicBezTo>
                      <a:cubicBezTo>
                        <a:pt x="5263" y="45481"/>
                        <a:pt x="3399" y="42486"/>
                        <a:pt x="2039" y="38913"/>
                      </a:cubicBezTo>
                      <a:cubicBezTo>
                        <a:pt x="680" y="35344"/>
                        <a:pt x="0" y="31203"/>
                        <a:pt x="0" y="26498"/>
                      </a:cubicBezTo>
                      <a:cubicBezTo>
                        <a:pt x="0" y="22839"/>
                        <a:pt x="594" y="19397"/>
                        <a:pt x="1778" y="16175"/>
                      </a:cubicBezTo>
                      <a:cubicBezTo>
                        <a:pt x="2962" y="12949"/>
                        <a:pt x="4661" y="10145"/>
                        <a:pt x="6876" y="7759"/>
                      </a:cubicBezTo>
                      <a:cubicBezTo>
                        <a:pt x="9087" y="5373"/>
                        <a:pt x="11791" y="3480"/>
                        <a:pt x="14981" y="2087"/>
                      </a:cubicBezTo>
                      <a:cubicBezTo>
                        <a:pt x="18170" y="691"/>
                        <a:pt x="21771" y="0"/>
                        <a:pt x="25778" y="0"/>
                      </a:cubicBezTo>
                      <a:close/>
                      <a:moveTo>
                        <a:pt x="26036" y="9249"/>
                      </a:moveTo>
                      <a:cubicBezTo>
                        <a:pt x="22275" y="9249"/>
                        <a:pt x="19332" y="10309"/>
                        <a:pt x="17203" y="12441"/>
                      </a:cubicBezTo>
                      <a:cubicBezTo>
                        <a:pt x="15078" y="14562"/>
                        <a:pt x="13718" y="17579"/>
                        <a:pt x="13124" y="21484"/>
                      </a:cubicBezTo>
                      <a:lnTo>
                        <a:pt x="37387" y="21484"/>
                      </a:lnTo>
                      <a:cubicBezTo>
                        <a:pt x="37387" y="19804"/>
                        <a:pt x="37159" y="18232"/>
                        <a:pt x="36707" y="16750"/>
                      </a:cubicBezTo>
                      <a:cubicBezTo>
                        <a:pt x="36255" y="15271"/>
                        <a:pt x="35557" y="13972"/>
                        <a:pt x="34615" y="12855"/>
                      </a:cubicBezTo>
                      <a:cubicBezTo>
                        <a:pt x="33674" y="11739"/>
                        <a:pt x="32490" y="10862"/>
                        <a:pt x="31060" y="10215"/>
                      </a:cubicBezTo>
                      <a:cubicBezTo>
                        <a:pt x="29629" y="9573"/>
                        <a:pt x="27956" y="9249"/>
                        <a:pt x="26036" y="9249"/>
                      </a:cubicBez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6" name="Google Shape;2566;p90"/>
                <p:cNvSpPr/>
                <p:nvPr/>
              </p:nvSpPr>
              <p:spPr>
                <a:xfrm>
                  <a:off x="3863710" y="3293899"/>
                  <a:ext cx="40049" cy="55300"/>
                </a:xfrm>
                <a:custGeom>
                  <a:rect b="b" l="l" r="r" t="t"/>
                  <a:pathLst>
                    <a:path extrusionOk="0" h="55300" w="40049">
                      <a:moveTo>
                        <a:pt x="36550" y="11287"/>
                      </a:moveTo>
                      <a:cubicBezTo>
                        <a:pt x="36199" y="11847"/>
                        <a:pt x="35833" y="12235"/>
                        <a:pt x="35452" y="12463"/>
                      </a:cubicBezTo>
                      <a:cubicBezTo>
                        <a:pt x="35067" y="12691"/>
                        <a:pt x="34578" y="12803"/>
                        <a:pt x="33988" y="12803"/>
                      </a:cubicBezTo>
                      <a:cubicBezTo>
                        <a:pt x="33357" y="12803"/>
                        <a:pt x="32688" y="12631"/>
                        <a:pt x="31975" y="12280"/>
                      </a:cubicBezTo>
                      <a:cubicBezTo>
                        <a:pt x="31261" y="11933"/>
                        <a:pt x="30432" y="11545"/>
                        <a:pt x="29491" y="11104"/>
                      </a:cubicBezTo>
                      <a:cubicBezTo>
                        <a:pt x="28550" y="10667"/>
                        <a:pt x="27478" y="10279"/>
                        <a:pt x="26275" y="9928"/>
                      </a:cubicBezTo>
                      <a:cubicBezTo>
                        <a:pt x="25073" y="9581"/>
                        <a:pt x="23653" y="9405"/>
                        <a:pt x="22014" y="9405"/>
                      </a:cubicBezTo>
                      <a:cubicBezTo>
                        <a:pt x="19470" y="9405"/>
                        <a:pt x="17461" y="9947"/>
                        <a:pt x="16000" y="11026"/>
                      </a:cubicBezTo>
                      <a:cubicBezTo>
                        <a:pt x="14536" y="12105"/>
                        <a:pt x="13804" y="13520"/>
                        <a:pt x="13804" y="15264"/>
                      </a:cubicBezTo>
                      <a:cubicBezTo>
                        <a:pt x="13804" y="16410"/>
                        <a:pt x="14178" y="17377"/>
                        <a:pt x="14929" y="18161"/>
                      </a:cubicBezTo>
                      <a:cubicBezTo>
                        <a:pt x="15676" y="18945"/>
                        <a:pt x="16673" y="19632"/>
                        <a:pt x="17909" y="20229"/>
                      </a:cubicBezTo>
                      <a:cubicBezTo>
                        <a:pt x="19145" y="20819"/>
                        <a:pt x="20550" y="21350"/>
                        <a:pt x="22118" y="21816"/>
                      </a:cubicBezTo>
                      <a:cubicBezTo>
                        <a:pt x="23683" y="22290"/>
                        <a:pt x="25289" y="22806"/>
                        <a:pt x="26929" y="23366"/>
                      </a:cubicBezTo>
                      <a:cubicBezTo>
                        <a:pt x="28565" y="23919"/>
                        <a:pt x="30171" y="24557"/>
                        <a:pt x="31739" y="25270"/>
                      </a:cubicBezTo>
                      <a:cubicBezTo>
                        <a:pt x="33308" y="25987"/>
                        <a:pt x="34713" y="26894"/>
                        <a:pt x="35949" y="27988"/>
                      </a:cubicBezTo>
                      <a:cubicBezTo>
                        <a:pt x="37185" y="29090"/>
                        <a:pt x="38178" y="30400"/>
                        <a:pt x="38925" y="31931"/>
                      </a:cubicBezTo>
                      <a:cubicBezTo>
                        <a:pt x="39680" y="33473"/>
                        <a:pt x="40050" y="35318"/>
                        <a:pt x="40050" y="37476"/>
                      </a:cubicBezTo>
                      <a:cubicBezTo>
                        <a:pt x="40050" y="40056"/>
                        <a:pt x="39579" y="42434"/>
                        <a:pt x="38638" y="44611"/>
                      </a:cubicBezTo>
                      <a:cubicBezTo>
                        <a:pt x="37697" y="46788"/>
                        <a:pt x="36322" y="48670"/>
                        <a:pt x="34511" y="50260"/>
                      </a:cubicBezTo>
                      <a:cubicBezTo>
                        <a:pt x="32699" y="51840"/>
                        <a:pt x="30458" y="53083"/>
                        <a:pt x="27792" y="53971"/>
                      </a:cubicBezTo>
                      <a:cubicBezTo>
                        <a:pt x="25125" y="54856"/>
                        <a:pt x="22066" y="55301"/>
                        <a:pt x="18615" y="55301"/>
                      </a:cubicBezTo>
                      <a:cubicBezTo>
                        <a:pt x="16766" y="55301"/>
                        <a:pt x="14958" y="55136"/>
                        <a:pt x="13203" y="54801"/>
                      </a:cubicBezTo>
                      <a:cubicBezTo>
                        <a:pt x="11440" y="54476"/>
                        <a:pt x="9752" y="54016"/>
                        <a:pt x="8127" y="53419"/>
                      </a:cubicBezTo>
                      <a:cubicBezTo>
                        <a:pt x="6510" y="52825"/>
                        <a:pt x="5009" y="52135"/>
                        <a:pt x="3630" y="51332"/>
                      </a:cubicBezTo>
                      <a:cubicBezTo>
                        <a:pt x="2256" y="50529"/>
                        <a:pt x="1046" y="49655"/>
                        <a:pt x="0" y="48714"/>
                      </a:cubicBezTo>
                      <a:lnTo>
                        <a:pt x="2977" y="43801"/>
                      </a:lnTo>
                      <a:cubicBezTo>
                        <a:pt x="3362" y="43207"/>
                        <a:pt x="3817" y="42755"/>
                        <a:pt x="4340" y="42442"/>
                      </a:cubicBezTo>
                      <a:cubicBezTo>
                        <a:pt x="4859" y="42128"/>
                        <a:pt x="5524" y="41971"/>
                        <a:pt x="6327" y="41971"/>
                      </a:cubicBezTo>
                      <a:cubicBezTo>
                        <a:pt x="7130" y="41971"/>
                        <a:pt x="7885" y="42199"/>
                        <a:pt x="8598" y="42655"/>
                      </a:cubicBezTo>
                      <a:cubicBezTo>
                        <a:pt x="9315" y="43106"/>
                        <a:pt x="10140" y="43592"/>
                        <a:pt x="11081" y="44114"/>
                      </a:cubicBezTo>
                      <a:cubicBezTo>
                        <a:pt x="12023" y="44637"/>
                        <a:pt x="13132" y="45126"/>
                        <a:pt x="14406" y="45578"/>
                      </a:cubicBezTo>
                      <a:cubicBezTo>
                        <a:pt x="15676" y="46030"/>
                        <a:pt x="17289" y="46254"/>
                        <a:pt x="19242" y="46254"/>
                      </a:cubicBezTo>
                      <a:cubicBezTo>
                        <a:pt x="20774" y="46254"/>
                        <a:pt x="22092" y="46075"/>
                        <a:pt x="23190" y="45709"/>
                      </a:cubicBezTo>
                      <a:cubicBezTo>
                        <a:pt x="24288" y="45343"/>
                        <a:pt x="25196" y="44861"/>
                        <a:pt x="25909" y="44271"/>
                      </a:cubicBezTo>
                      <a:cubicBezTo>
                        <a:pt x="26623" y="43681"/>
                        <a:pt x="27146" y="42987"/>
                        <a:pt x="27478" y="42206"/>
                      </a:cubicBezTo>
                      <a:cubicBezTo>
                        <a:pt x="27807" y="41419"/>
                        <a:pt x="27975" y="40612"/>
                        <a:pt x="27975" y="39776"/>
                      </a:cubicBezTo>
                      <a:cubicBezTo>
                        <a:pt x="27975" y="38521"/>
                        <a:pt x="27597" y="37494"/>
                        <a:pt x="26850" y="36695"/>
                      </a:cubicBezTo>
                      <a:cubicBezTo>
                        <a:pt x="26100" y="35893"/>
                        <a:pt x="25106" y="35191"/>
                        <a:pt x="23866" y="34601"/>
                      </a:cubicBezTo>
                      <a:cubicBezTo>
                        <a:pt x="22630" y="34011"/>
                        <a:pt x="21218" y="33481"/>
                        <a:pt x="19631" y="33006"/>
                      </a:cubicBezTo>
                      <a:cubicBezTo>
                        <a:pt x="18047" y="32540"/>
                        <a:pt x="16426" y="32021"/>
                        <a:pt x="14772" y="31464"/>
                      </a:cubicBezTo>
                      <a:cubicBezTo>
                        <a:pt x="13113" y="30908"/>
                        <a:pt x="11496" y="30255"/>
                        <a:pt x="9909" y="29504"/>
                      </a:cubicBezTo>
                      <a:cubicBezTo>
                        <a:pt x="8321" y="28754"/>
                        <a:pt x="6910" y="27805"/>
                        <a:pt x="5673" y="26652"/>
                      </a:cubicBezTo>
                      <a:cubicBezTo>
                        <a:pt x="4433" y="25509"/>
                        <a:pt x="3444" y="24094"/>
                        <a:pt x="2689" y="22425"/>
                      </a:cubicBezTo>
                      <a:cubicBezTo>
                        <a:pt x="1942" y="20749"/>
                        <a:pt x="1569" y="18725"/>
                        <a:pt x="1569" y="16358"/>
                      </a:cubicBezTo>
                      <a:cubicBezTo>
                        <a:pt x="1569" y="14162"/>
                        <a:pt x="2006" y="12071"/>
                        <a:pt x="2876" y="10085"/>
                      </a:cubicBezTo>
                      <a:cubicBezTo>
                        <a:pt x="3746" y="8102"/>
                        <a:pt x="5027" y="6366"/>
                        <a:pt x="6715" y="4884"/>
                      </a:cubicBezTo>
                      <a:cubicBezTo>
                        <a:pt x="8411" y="3405"/>
                        <a:pt x="10517" y="2214"/>
                        <a:pt x="13046" y="1329"/>
                      </a:cubicBezTo>
                      <a:cubicBezTo>
                        <a:pt x="15575" y="441"/>
                        <a:pt x="18492" y="0"/>
                        <a:pt x="21805" y="0"/>
                      </a:cubicBezTo>
                      <a:cubicBezTo>
                        <a:pt x="25498" y="0"/>
                        <a:pt x="28863" y="605"/>
                        <a:pt x="31896" y="1826"/>
                      </a:cubicBezTo>
                      <a:cubicBezTo>
                        <a:pt x="34929" y="3047"/>
                        <a:pt x="37454" y="4652"/>
                        <a:pt x="39478" y="6635"/>
                      </a:cubicBezTo>
                      <a:lnTo>
                        <a:pt x="36550" y="11287"/>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67" name="Google Shape;2567;p90"/>
                <p:cNvSpPr/>
                <p:nvPr/>
              </p:nvSpPr>
              <p:spPr>
                <a:xfrm>
                  <a:off x="3914117" y="3270686"/>
                  <a:ext cx="46746" cy="77681"/>
                </a:xfrm>
                <a:custGeom>
                  <a:rect b="b" l="l" r="r" t="t"/>
                  <a:pathLst>
                    <a:path extrusionOk="0" h="77681" w="46746">
                      <a:moveTo>
                        <a:pt x="0" y="77681"/>
                      </a:moveTo>
                      <a:lnTo>
                        <a:pt x="0" y="0"/>
                      </a:lnTo>
                      <a:lnTo>
                        <a:pt x="12915" y="0"/>
                      </a:lnTo>
                      <a:lnTo>
                        <a:pt x="12915" y="29848"/>
                      </a:lnTo>
                      <a:cubicBezTo>
                        <a:pt x="15007" y="27865"/>
                        <a:pt x="17308" y="26260"/>
                        <a:pt x="19818" y="25039"/>
                      </a:cubicBezTo>
                      <a:cubicBezTo>
                        <a:pt x="22328" y="23818"/>
                        <a:pt x="25271" y="23213"/>
                        <a:pt x="28654" y="23213"/>
                      </a:cubicBezTo>
                      <a:cubicBezTo>
                        <a:pt x="31583" y="23213"/>
                        <a:pt x="34178" y="23710"/>
                        <a:pt x="36449" y="24699"/>
                      </a:cubicBezTo>
                      <a:cubicBezTo>
                        <a:pt x="38713" y="25692"/>
                        <a:pt x="40603" y="27085"/>
                        <a:pt x="42119" y="28881"/>
                      </a:cubicBezTo>
                      <a:cubicBezTo>
                        <a:pt x="43635" y="30677"/>
                        <a:pt x="44786" y="32820"/>
                        <a:pt x="45570" y="35310"/>
                      </a:cubicBezTo>
                      <a:cubicBezTo>
                        <a:pt x="46354" y="37804"/>
                        <a:pt x="46747" y="40545"/>
                        <a:pt x="46747" y="43543"/>
                      </a:cubicBezTo>
                      <a:lnTo>
                        <a:pt x="46747" y="77681"/>
                      </a:lnTo>
                      <a:lnTo>
                        <a:pt x="33831" y="77681"/>
                      </a:lnTo>
                      <a:lnTo>
                        <a:pt x="33831" y="43543"/>
                      </a:lnTo>
                      <a:cubicBezTo>
                        <a:pt x="33831" y="40269"/>
                        <a:pt x="33073" y="37730"/>
                        <a:pt x="31557" y="35938"/>
                      </a:cubicBezTo>
                      <a:cubicBezTo>
                        <a:pt x="30040" y="34142"/>
                        <a:pt x="27766" y="33246"/>
                        <a:pt x="24733" y="33246"/>
                      </a:cubicBezTo>
                      <a:cubicBezTo>
                        <a:pt x="22503" y="33246"/>
                        <a:pt x="20412" y="33750"/>
                        <a:pt x="18458" y="34761"/>
                      </a:cubicBezTo>
                      <a:cubicBezTo>
                        <a:pt x="16509" y="35773"/>
                        <a:pt x="14660" y="37147"/>
                        <a:pt x="12915" y="38891"/>
                      </a:cubicBezTo>
                      <a:lnTo>
                        <a:pt x="12915" y="77681"/>
                      </a:lnTo>
                      <a:lnTo>
                        <a:pt x="0" y="77681"/>
                      </a:lnTo>
                      <a:close/>
                    </a:path>
                  </a:pathLst>
                </a:custGeom>
                <a:solidFill>
                  <a:srgbClr val="00153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nvGrpSpPr>
              <p:cNvPr id="2568" name="Google Shape;2568;p90"/>
              <p:cNvGrpSpPr/>
              <p:nvPr/>
            </p:nvGrpSpPr>
            <p:grpSpPr>
              <a:xfrm>
                <a:off x="3104133" y="3172167"/>
                <a:ext cx="264231" cy="265213"/>
                <a:chOff x="3104133" y="3172167"/>
                <a:chExt cx="264231" cy="265213"/>
              </a:xfrm>
            </p:grpSpPr>
            <p:sp>
              <p:nvSpPr>
                <p:cNvPr id="2569" name="Google Shape;2569;p90"/>
                <p:cNvSpPr/>
                <p:nvPr/>
              </p:nvSpPr>
              <p:spPr>
                <a:xfrm>
                  <a:off x="3104133" y="3172167"/>
                  <a:ext cx="264231" cy="265213"/>
                </a:xfrm>
                <a:custGeom>
                  <a:rect b="b" l="l" r="r" t="t"/>
                  <a:pathLst>
                    <a:path extrusionOk="0" h="265213" w="264231">
                      <a:moveTo>
                        <a:pt x="264232" y="133068"/>
                      </a:moveTo>
                      <a:cubicBezTo>
                        <a:pt x="264232" y="122740"/>
                        <a:pt x="257311" y="113999"/>
                        <a:pt x="247862" y="111233"/>
                      </a:cubicBezTo>
                      <a:lnTo>
                        <a:pt x="247862" y="44596"/>
                      </a:lnTo>
                      <a:cubicBezTo>
                        <a:pt x="257311" y="41826"/>
                        <a:pt x="264232" y="33089"/>
                        <a:pt x="264232" y="22757"/>
                      </a:cubicBezTo>
                      <a:cubicBezTo>
                        <a:pt x="264232" y="10212"/>
                        <a:pt x="254021" y="0"/>
                        <a:pt x="241467" y="0"/>
                      </a:cubicBezTo>
                      <a:cubicBezTo>
                        <a:pt x="231133" y="0"/>
                        <a:pt x="222393" y="6922"/>
                        <a:pt x="219622" y="16365"/>
                      </a:cubicBezTo>
                      <a:lnTo>
                        <a:pt x="154077" y="16365"/>
                      </a:lnTo>
                      <a:cubicBezTo>
                        <a:pt x="151306" y="6922"/>
                        <a:pt x="142566" y="0"/>
                        <a:pt x="132235" y="0"/>
                      </a:cubicBezTo>
                      <a:cubicBezTo>
                        <a:pt x="121901" y="0"/>
                        <a:pt x="113161" y="6922"/>
                        <a:pt x="110390" y="16365"/>
                      </a:cubicBezTo>
                      <a:lnTo>
                        <a:pt x="44610" y="16365"/>
                      </a:lnTo>
                      <a:cubicBezTo>
                        <a:pt x="41839" y="6922"/>
                        <a:pt x="33099" y="0"/>
                        <a:pt x="22765" y="0"/>
                      </a:cubicBezTo>
                      <a:cubicBezTo>
                        <a:pt x="10215" y="0"/>
                        <a:pt x="0" y="10212"/>
                        <a:pt x="0" y="22757"/>
                      </a:cubicBezTo>
                      <a:cubicBezTo>
                        <a:pt x="0" y="33089"/>
                        <a:pt x="6925" y="41826"/>
                        <a:pt x="16370" y="44596"/>
                      </a:cubicBezTo>
                      <a:lnTo>
                        <a:pt x="16370" y="111233"/>
                      </a:lnTo>
                      <a:cubicBezTo>
                        <a:pt x="6925" y="113999"/>
                        <a:pt x="0" y="122740"/>
                        <a:pt x="0" y="133068"/>
                      </a:cubicBezTo>
                      <a:cubicBezTo>
                        <a:pt x="0" y="143399"/>
                        <a:pt x="6925" y="152136"/>
                        <a:pt x="16370" y="154907"/>
                      </a:cubicBezTo>
                      <a:lnTo>
                        <a:pt x="16370" y="220617"/>
                      </a:lnTo>
                      <a:cubicBezTo>
                        <a:pt x="6925" y="223388"/>
                        <a:pt x="0" y="232125"/>
                        <a:pt x="0" y="242452"/>
                      </a:cubicBezTo>
                      <a:cubicBezTo>
                        <a:pt x="0" y="255001"/>
                        <a:pt x="10215" y="265213"/>
                        <a:pt x="22765" y="265213"/>
                      </a:cubicBezTo>
                      <a:cubicBezTo>
                        <a:pt x="33099" y="265213"/>
                        <a:pt x="41839" y="258291"/>
                        <a:pt x="44610" y="248848"/>
                      </a:cubicBezTo>
                      <a:lnTo>
                        <a:pt x="110274" y="248848"/>
                      </a:lnTo>
                      <a:cubicBezTo>
                        <a:pt x="113042" y="258291"/>
                        <a:pt x="121785" y="265213"/>
                        <a:pt x="132116" y="265213"/>
                      </a:cubicBezTo>
                      <a:cubicBezTo>
                        <a:pt x="142450" y="265213"/>
                        <a:pt x="151190" y="258291"/>
                        <a:pt x="153962" y="248848"/>
                      </a:cubicBezTo>
                      <a:lnTo>
                        <a:pt x="219622" y="248848"/>
                      </a:lnTo>
                      <a:cubicBezTo>
                        <a:pt x="222393" y="258291"/>
                        <a:pt x="231133" y="265213"/>
                        <a:pt x="241467" y="265213"/>
                      </a:cubicBezTo>
                      <a:cubicBezTo>
                        <a:pt x="254021" y="265213"/>
                        <a:pt x="264232" y="255001"/>
                        <a:pt x="264232" y="242452"/>
                      </a:cubicBezTo>
                      <a:cubicBezTo>
                        <a:pt x="264232" y="232125"/>
                        <a:pt x="257311" y="223388"/>
                        <a:pt x="247862" y="220617"/>
                      </a:cubicBezTo>
                      <a:lnTo>
                        <a:pt x="247862" y="154907"/>
                      </a:lnTo>
                      <a:cubicBezTo>
                        <a:pt x="257311" y="152136"/>
                        <a:pt x="264232" y="143399"/>
                        <a:pt x="264232" y="133068"/>
                      </a:cubicBezTo>
                      <a:close/>
                      <a:moveTo>
                        <a:pt x="251443" y="133068"/>
                      </a:moveTo>
                      <a:cubicBezTo>
                        <a:pt x="251443" y="138575"/>
                        <a:pt x="246976" y="143041"/>
                        <a:pt x="241467" y="143041"/>
                      </a:cubicBezTo>
                      <a:cubicBezTo>
                        <a:pt x="235958" y="143041"/>
                        <a:pt x="231491" y="138575"/>
                        <a:pt x="231491" y="133068"/>
                      </a:cubicBezTo>
                      <a:cubicBezTo>
                        <a:pt x="231491" y="127560"/>
                        <a:pt x="235958" y="123095"/>
                        <a:pt x="241467" y="123095"/>
                      </a:cubicBezTo>
                      <a:cubicBezTo>
                        <a:pt x="246976" y="123095"/>
                        <a:pt x="251443" y="127560"/>
                        <a:pt x="251443" y="133068"/>
                      </a:cubicBezTo>
                      <a:close/>
                      <a:moveTo>
                        <a:pt x="241467" y="12788"/>
                      </a:moveTo>
                      <a:cubicBezTo>
                        <a:pt x="246976" y="12788"/>
                        <a:pt x="251443" y="17250"/>
                        <a:pt x="251443" y="22757"/>
                      </a:cubicBezTo>
                      <a:cubicBezTo>
                        <a:pt x="251443" y="28268"/>
                        <a:pt x="246976" y="32730"/>
                        <a:pt x="241467" y="32730"/>
                      </a:cubicBezTo>
                      <a:cubicBezTo>
                        <a:pt x="235958" y="32730"/>
                        <a:pt x="231491" y="28268"/>
                        <a:pt x="231491" y="22757"/>
                      </a:cubicBezTo>
                      <a:cubicBezTo>
                        <a:pt x="231491" y="17250"/>
                        <a:pt x="235958" y="12788"/>
                        <a:pt x="241467" y="12788"/>
                      </a:cubicBezTo>
                      <a:close/>
                      <a:moveTo>
                        <a:pt x="132235" y="12788"/>
                      </a:moveTo>
                      <a:cubicBezTo>
                        <a:pt x="137744" y="12788"/>
                        <a:pt x="142208" y="17250"/>
                        <a:pt x="142208" y="22757"/>
                      </a:cubicBezTo>
                      <a:cubicBezTo>
                        <a:pt x="142208" y="28268"/>
                        <a:pt x="137744" y="32730"/>
                        <a:pt x="132235" y="32730"/>
                      </a:cubicBezTo>
                      <a:cubicBezTo>
                        <a:pt x="126723" y="32730"/>
                        <a:pt x="122259" y="28268"/>
                        <a:pt x="122259" y="22757"/>
                      </a:cubicBezTo>
                      <a:cubicBezTo>
                        <a:pt x="122259" y="17250"/>
                        <a:pt x="126723" y="12788"/>
                        <a:pt x="132235" y="12788"/>
                      </a:cubicBezTo>
                      <a:close/>
                      <a:moveTo>
                        <a:pt x="12792" y="22757"/>
                      </a:moveTo>
                      <a:cubicBezTo>
                        <a:pt x="12792" y="17250"/>
                        <a:pt x="17256" y="12788"/>
                        <a:pt x="22765" y="12788"/>
                      </a:cubicBezTo>
                      <a:cubicBezTo>
                        <a:pt x="28277" y="12788"/>
                        <a:pt x="32741" y="17250"/>
                        <a:pt x="32741" y="22757"/>
                      </a:cubicBezTo>
                      <a:cubicBezTo>
                        <a:pt x="32741" y="28268"/>
                        <a:pt x="28277" y="32730"/>
                        <a:pt x="22765" y="32730"/>
                      </a:cubicBezTo>
                      <a:cubicBezTo>
                        <a:pt x="17256" y="32730"/>
                        <a:pt x="12792" y="28268"/>
                        <a:pt x="12792" y="22757"/>
                      </a:cubicBezTo>
                      <a:close/>
                      <a:moveTo>
                        <a:pt x="12792" y="133068"/>
                      </a:moveTo>
                      <a:cubicBezTo>
                        <a:pt x="12792" y="127560"/>
                        <a:pt x="17256" y="123095"/>
                        <a:pt x="22765" y="123095"/>
                      </a:cubicBezTo>
                      <a:cubicBezTo>
                        <a:pt x="28277" y="123095"/>
                        <a:pt x="32741" y="127560"/>
                        <a:pt x="32741" y="133068"/>
                      </a:cubicBezTo>
                      <a:cubicBezTo>
                        <a:pt x="32741" y="138575"/>
                        <a:pt x="28277" y="143041"/>
                        <a:pt x="22765" y="143041"/>
                      </a:cubicBezTo>
                      <a:cubicBezTo>
                        <a:pt x="17256" y="143041"/>
                        <a:pt x="12792" y="138575"/>
                        <a:pt x="12792" y="133068"/>
                      </a:cubicBezTo>
                      <a:close/>
                      <a:moveTo>
                        <a:pt x="22765" y="252425"/>
                      </a:moveTo>
                      <a:cubicBezTo>
                        <a:pt x="17256" y="252425"/>
                        <a:pt x="12792" y="247963"/>
                        <a:pt x="12792" y="242452"/>
                      </a:cubicBezTo>
                      <a:cubicBezTo>
                        <a:pt x="12792" y="236945"/>
                        <a:pt x="17256" y="232483"/>
                        <a:pt x="22765" y="232483"/>
                      </a:cubicBezTo>
                      <a:cubicBezTo>
                        <a:pt x="28277" y="232483"/>
                        <a:pt x="32741" y="236945"/>
                        <a:pt x="32741" y="242452"/>
                      </a:cubicBezTo>
                      <a:cubicBezTo>
                        <a:pt x="32741" y="247963"/>
                        <a:pt x="28277" y="252425"/>
                        <a:pt x="22765" y="252425"/>
                      </a:cubicBezTo>
                      <a:close/>
                      <a:moveTo>
                        <a:pt x="132116" y="252425"/>
                      </a:moveTo>
                      <a:cubicBezTo>
                        <a:pt x="126607" y="252425"/>
                        <a:pt x="122140" y="247963"/>
                        <a:pt x="122140" y="242452"/>
                      </a:cubicBezTo>
                      <a:cubicBezTo>
                        <a:pt x="122140" y="236945"/>
                        <a:pt x="126607" y="232483"/>
                        <a:pt x="132116" y="232483"/>
                      </a:cubicBezTo>
                      <a:cubicBezTo>
                        <a:pt x="137625" y="232483"/>
                        <a:pt x="142092" y="236945"/>
                        <a:pt x="142092" y="242452"/>
                      </a:cubicBezTo>
                      <a:cubicBezTo>
                        <a:pt x="142092" y="247963"/>
                        <a:pt x="137625" y="252425"/>
                        <a:pt x="132116" y="252425"/>
                      </a:cubicBezTo>
                      <a:close/>
                      <a:moveTo>
                        <a:pt x="138510" y="220617"/>
                      </a:moveTo>
                      <a:lnTo>
                        <a:pt x="138510" y="187006"/>
                      </a:lnTo>
                      <a:cubicBezTo>
                        <a:pt x="138510" y="183477"/>
                        <a:pt x="135649" y="180613"/>
                        <a:pt x="132116" y="180613"/>
                      </a:cubicBezTo>
                      <a:cubicBezTo>
                        <a:pt x="128586" y="180613"/>
                        <a:pt x="125722" y="183477"/>
                        <a:pt x="125722" y="187006"/>
                      </a:cubicBezTo>
                      <a:lnTo>
                        <a:pt x="125722" y="220617"/>
                      </a:lnTo>
                      <a:cubicBezTo>
                        <a:pt x="118304" y="222790"/>
                        <a:pt x="112448" y="228645"/>
                        <a:pt x="110274" y="236060"/>
                      </a:cubicBezTo>
                      <a:lnTo>
                        <a:pt x="44610" y="236060"/>
                      </a:lnTo>
                      <a:cubicBezTo>
                        <a:pt x="44091" y="234286"/>
                        <a:pt x="43359" y="232602"/>
                        <a:pt x="42444" y="231034"/>
                      </a:cubicBezTo>
                      <a:lnTo>
                        <a:pt x="85934" y="187562"/>
                      </a:lnTo>
                      <a:cubicBezTo>
                        <a:pt x="88428" y="185064"/>
                        <a:pt x="88428" y="181017"/>
                        <a:pt x="85934" y="178523"/>
                      </a:cubicBezTo>
                      <a:cubicBezTo>
                        <a:pt x="83435" y="176025"/>
                        <a:pt x="79386" y="176025"/>
                        <a:pt x="76887" y="178523"/>
                      </a:cubicBezTo>
                      <a:lnTo>
                        <a:pt x="33174" y="222223"/>
                      </a:lnTo>
                      <a:cubicBezTo>
                        <a:pt x="31900" y="221565"/>
                        <a:pt x="30559" y="221028"/>
                        <a:pt x="29163" y="220617"/>
                      </a:cubicBezTo>
                      <a:lnTo>
                        <a:pt x="29163" y="154907"/>
                      </a:lnTo>
                      <a:cubicBezTo>
                        <a:pt x="36580" y="152730"/>
                        <a:pt x="42436" y="146879"/>
                        <a:pt x="44610" y="139460"/>
                      </a:cubicBezTo>
                      <a:lnTo>
                        <a:pt x="78236" y="139460"/>
                      </a:lnTo>
                      <a:cubicBezTo>
                        <a:pt x="81769" y="139460"/>
                        <a:pt x="84630" y="136600"/>
                        <a:pt x="84630" y="133068"/>
                      </a:cubicBezTo>
                      <a:cubicBezTo>
                        <a:pt x="84630" y="129539"/>
                        <a:pt x="81769" y="126676"/>
                        <a:pt x="78236" y="126676"/>
                      </a:cubicBezTo>
                      <a:lnTo>
                        <a:pt x="44610" y="126676"/>
                      </a:lnTo>
                      <a:cubicBezTo>
                        <a:pt x="42436" y="119260"/>
                        <a:pt x="36580" y="113406"/>
                        <a:pt x="29163" y="111233"/>
                      </a:cubicBezTo>
                      <a:lnTo>
                        <a:pt x="29163" y="44596"/>
                      </a:lnTo>
                      <a:cubicBezTo>
                        <a:pt x="30507" y="44200"/>
                        <a:pt x="31803" y="43685"/>
                        <a:pt x="33036" y="43058"/>
                      </a:cubicBezTo>
                      <a:lnTo>
                        <a:pt x="79117" y="89125"/>
                      </a:lnTo>
                      <a:cubicBezTo>
                        <a:pt x="80365" y="90372"/>
                        <a:pt x="82001" y="90999"/>
                        <a:pt x="83636" y="90999"/>
                      </a:cubicBezTo>
                      <a:cubicBezTo>
                        <a:pt x="85273" y="90999"/>
                        <a:pt x="86912" y="90372"/>
                        <a:pt x="88159" y="89125"/>
                      </a:cubicBezTo>
                      <a:cubicBezTo>
                        <a:pt x="90658" y="86627"/>
                        <a:pt x="90658" y="82580"/>
                        <a:pt x="88159" y="80086"/>
                      </a:cubicBezTo>
                      <a:lnTo>
                        <a:pt x="42369" y="34310"/>
                      </a:lnTo>
                      <a:cubicBezTo>
                        <a:pt x="43318" y="32704"/>
                        <a:pt x="44076" y="30975"/>
                        <a:pt x="44610" y="29153"/>
                      </a:cubicBezTo>
                      <a:lnTo>
                        <a:pt x="110390" y="29153"/>
                      </a:lnTo>
                      <a:cubicBezTo>
                        <a:pt x="112552" y="36528"/>
                        <a:pt x="118360" y="42363"/>
                        <a:pt x="125722" y="44563"/>
                      </a:cubicBezTo>
                      <a:lnTo>
                        <a:pt x="125722" y="81624"/>
                      </a:lnTo>
                      <a:cubicBezTo>
                        <a:pt x="125722" y="85152"/>
                        <a:pt x="128586" y="88016"/>
                        <a:pt x="132116" y="88016"/>
                      </a:cubicBezTo>
                      <a:cubicBezTo>
                        <a:pt x="135649" y="88016"/>
                        <a:pt x="138510" y="85152"/>
                        <a:pt x="138510" y="81624"/>
                      </a:cubicBezTo>
                      <a:lnTo>
                        <a:pt x="138510" y="44630"/>
                      </a:lnTo>
                      <a:cubicBezTo>
                        <a:pt x="145984" y="42483"/>
                        <a:pt x="151892" y="36606"/>
                        <a:pt x="154077" y="29153"/>
                      </a:cubicBezTo>
                      <a:lnTo>
                        <a:pt x="219622" y="29153"/>
                      </a:lnTo>
                      <a:cubicBezTo>
                        <a:pt x="220107" y="30804"/>
                        <a:pt x="220772" y="32379"/>
                        <a:pt x="221601" y="33854"/>
                      </a:cubicBezTo>
                      <a:lnTo>
                        <a:pt x="174145" y="81292"/>
                      </a:lnTo>
                      <a:cubicBezTo>
                        <a:pt x="171650" y="83790"/>
                        <a:pt x="171650" y="87837"/>
                        <a:pt x="174145" y="90335"/>
                      </a:cubicBezTo>
                      <a:cubicBezTo>
                        <a:pt x="175396" y="91582"/>
                        <a:pt x="177032" y="92205"/>
                        <a:pt x="178668" y="92205"/>
                      </a:cubicBezTo>
                      <a:cubicBezTo>
                        <a:pt x="180304" y="92205"/>
                        <a:pt x="181940" y="91582"/>
                        <a:pt x="183191" y="90335"/>
                      </a:cubicBezTo>
                      <a:lnTo>
                        <a:pt x="230722" y="42815"/>
                      </a:lnTo>
                      <a:cubicBezTo>
                        <a:pt x="232093" y="43555"/>
                        <a:pt x="233549" y="44152"/>
                        <a:pt x="235073" y="44596"/>
                      </a:cubicBezTo>
                      <a:lnTo>
                        <a:pt x="235073" y="111233"/>
                      </a:lnTo>
                      <a:cubicBezTo>
                        <a:pt x="227656" y="113406"/>
                        <a:pt x="221799" y="119260"/>
                        <a:pt x="219622" y="126676"/>
                      </a:cubicBezTo>
                      <a:lnTo>
                        <a:pt x="186564" y="126676"/>
                      </a:lnTo>
                      <a:cubicBezTo>
                        <a:pt x="183034" y="126676"/>
                        <a:pt x="180170" y="129539"/>
                        <a:pt x="180170" y="133068"/>
                      </a:cubicBezTo>
                      <a:cubicBezTo>
                        <a:pt x="180170" y="136600"/>
                        <a:pt x="183034" y="139460"/>
                        <a:pt x="186564" y="139460"/>
                      </a:cubicBezTo>
                      <a:lnTo>
                        <a:pt x="219622" y="139460"/>
                      </a:lnTo>
                      <a:cubicBezTo>
                        <a:pt x="221799" y="146875"/>
                        <a:pt x="227652" y="152730"/>
                        <a:pt x="235073" y="154907"/>
                      </a:cubicBezTo>
                      <a:lnTo>
                        <a:pt x="235073" y="220617"/>
                      </a:lnTo>
                      <a:cubicBezTo>
                        <a:pt x="233482" y="221084"/>
                        <a:pt x="231962" y="221715"/>
                        <a:pt x="230535" y="222499"/>
                      </a:cubicBezTo>
                      <a:lnTo>
                        <a:pt x="184965" y="176861"/>
                      </a:lnTo>
                      <a:cubicBezTo>
                        <a:pt x="182470" y="174363"/>
                        <a:pt x="178422" y="174359"/>
                        <a:pt x="175923" y="176854"/>
                      </a:cubicBezTo>
                      <a:cubicBezTo>
                        <a:pt x="173424" y="179348"/>
                        <a:pt x="173421" y="183395"/>
                        <a:pt x="175916" y="185893"/>
                      </a:cubicBezTo>
                      <a:lnTo>
                        <a:pt x="221497" y="231542"/>
                      </a:lnTo>
                      <a:cubicBezTo>
                        <a:pt x="220716" y="232965"/>
                        <a:pt x="220089" y="234477"/>
                        <a:pt x="219622" y="236060"/>
                      </a:cubicBezTo>
                      <a:lnTo>
                        <a:pt x="153962" y="236060"/>
                      </a:lnTo>
                      <a:cubicBezTo>
                        <a:pt x="151784" y="228645"/>
                        <a:pt x="145928" y="222790"/>
                        <a:pt x="138510" y="220617"/>
                      </a:cubicBezTo>
                      <a:close/>
                      <a:moveTo>
                        <a:pt x="251443" y="242452"/>
                      </a:moveTo>
                      <a:cubicBezTo>
                        <a:pt x="251443" y="247963"/>
                        <a:pt x="246976" y="252425"/>
                        <a:pt x="241467" y="252425"/>
                      </a:cubicBezTo>
                      <a:cubicBezTo>
                        <a:pt x="235958" y="252425"/>
                        <a:pt x="231491" y="247963"/>
                        <a:pt x="231491" y="242452"/>
                      </a:cubicBezTo>
                      <a:cubicBezTo>
                        <a:pt x="231491" y="236945"/>
                        <a:pt x="235958" y="232483"/>
                        <a:pt x="241467" y="232483"/>
                      </a:cubicBezTo>
                      <a:cubicBezTo>
                        <a:pt x="246976" y="232483"/>
                        <a:pt x="251443" y="236945"/>
                        <a:pt x="251443" y="242452"/>
                      </a:cubicBez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sp>
              <p:nvSpPr>
                <p:cNvPr id="2570" name="Google Shape;2570;p90"/>
                <p:cNvSpPr/>
                <p:nvPr/>
              </p:nvSpPr>
              <p:spPr>
                <a:xfrm>
                  <a:off x="3197499" y="3267706"/>
                  <a:ext cx="77735" cy="77714"/>
                </a:xfrm>
                <a:custGeom>
                  <a:rect b="b" l="l" r="r" t="t"/>
                  <a:pathLst>
                    <a:path extrusionOk="0" h="77714" w="77735">
                      <a:moveTo>
                        <a:pt x="77735" y="67984"/>
                      </a:moveTo>
                      <a:lnTo>
                        <a:pt x="77735" y="9726"/>
                      </a:lnTo>
                      <a:cubicBezTo>
                        <a:pt x="77735" y="4354"/>
                        <a:pt x="73380" y="0"/>
                        <a:pt x="68006" y="0"/>
                      </a:cubicBezTo>
                      <a:lnTo>
                        <a:pt x="9729" y="0"/>
                      </a:lnTo>
                      <a:cubicBezTo>
                        <a:pt x="4355" y="0"/>
                        <a:pt x="0" y="4354"/>
                        <a:pt x="0" y="9726"/>
                      </a:cubicBezTo>
                      <a:lnTo>
                        <a:pt x="0" y="67984"/>
                      </a:lnTo>
                      <a:cubicBezTo>
                        <a:pt x="0" y="73357"/>
                        <a:pt x="4355" y="77715"/>
                        <a:pt x="9729" y="77715"/>
                      </a:cubicBezTo>
                      <a:lnTo>
                        <a:pt x="68006" y="77715"/>
                      </a:lnTo>
                      <a:cubicBezTo>
                        <a:pt x="73380" y="77715"/>
                        <a:pt x="77735" y="73357"/>
                        <a:pt x="77735" y="67984"/>
                      </a:cubicBezTo>
                      <a:close/>
                      <a:moveTo>
                        <a:pt x="58272" y="58258"/>
                      </a:moveTo>
                      <a:lnTo>
                        <a:pt x="19463" y="58258"/>
                      </a:lnTo>
                      <a:lnTo>
                        <a:pt x="19463" y="19457"/>
                      </a:lnTo>
                      <a:lnTo>
                        <a:pt x="58272" y="19457"/>
                      </a:lnTo>
                      <a:lnTo>
                        <a:pt x="58272" y="58258"/>
                      </a:lnTo>
                      <a:close/>
                    </a:path>
                  </a:pathLst>
                </a:custGeom>
                <a:solidFill>
                  <a:srgbClr val="FFFFFF"/>
                </a:solidFill>
                <a:ln>
                  <a:noFill/>
                </a:ln>
              </p:spPr>
              <p:txBody>
                <a:bodyPr anchorCtr="0" anchor="ctr" bIns="38425" lIns="76875" spcFirstLastPara="1" rIns="76875" wrap="square" tIns="38425">
                  <a:noAutofit/>
                </a:bodyPr>
                <a:lstStyle/>
                <a:p>
                  <a:pPr indent="0" lvl="0" marL="0" marR="0" rtl="0" algn="l">
                    <a:spcBef>
                      <a:spcPts val="0"/>
                    </a:spcBef>
                    <a:spcAft>
                      <a:spcPts val="0"/>
                    </a:spcAft>
                    <a:buNone/>
                  </a:pPr>
                  <a:r>
                    <a:t/>
                  </a:r>
                  <a:endParaRPr sz="1569">
                    <a:solidFill>
                      <a:srgbClr val="262626"/>
                    </a:solidFill>
                    <a:latin typeface="Arial"/>
                    <a:ea typeface="Arial"/>
                    <a:cs typeface="Arial"/>
                    <a:sym typeface="Arial"/>
                  </a:endParaRPr>
                </a:p>
              </p:txBody>
            </p:sp>
          </p:grpSp>
        </p:grpSp>
        <p:grpSp>
          <p:nvGrpSpPr>
            <p:cNvPr id="2571" name="Google Shape;2571;p90"/>
            <p:cNvGrpSpPr/>
            <p:nvPr/>
          </p:nvGrpSpPr>
          <p:grpSpPr>
            <a:xfrm>
              <a:off x="6311638" y="3397795"/>
              <a:ext cx="821778" cy="204524"/>
              <a:chOff x="4699000" y="3079749"/>
              <a:chExt cx="2798019" cy="696135"/>
            </a:xfrm>
          </p:grpSpPr>
          <p:sp>
            <p:nvSpPr>
              <p:cNvPr id="2572" name="Google Shape;2572;p90"/>
              <p:cNvSpPr/>
              <p:nvPr/>
            </p:nvSpPr>
            <p:spPr>
              <a:xfrm>
                <a:off x="5525914" y="3330620"/>
                <a:ext cx="170837" cy="191087"/>
              </a:xfrm>
              <a:custGeom>
                <a:rect b="b" l="l" r="r" t="t"/>
                <a:pathLst>
                  <a:path extrusionOk="0" h="191087" w="170837">
                    <a:moveTo>
                      <a:pt x="170838" y="95544"/>
                    </a:moveTo>
                    <a:cubicBezTo>
                      <a:pt x="170838" y="109555"/>
                      <a:pt x="168481" y="122414"/>
                      <a:pt x="163786" y="134130"/>
                    </a:cubicBezTo>
                    <a:cubicBezTo>
                      <a:pt x="159082" y="145855"/>
                      <a:pt x="152468" y="155940"/>
                      <a:pt x="143962" y="164393"/>
                    </a:cubicBezTo>
                    <a:cubicBezTo>
                      <a:pt x="135438" y="172846"/>
                      <a:pt x="125193" y="179409"/>
                      <a:pt x="113224" y="184082"/>
                    </a:cubicBezTo>
                    <a:cubicBezTo>
                      <a:pt x="101252" y="188756"/>
                      <a:pt x="87990" y="191088"/>
                      <a:pt x="73448" y="191088"/>
                    </a:cubicBezTo>
                    <a:lnTo>
                      <a:pt x="0" y="191088"/>
                    </a:lnTo>
                    <a:lnTo>
                      <a:pt x="0" y="0"/>
                    </a:lnTo>
                    <a:lnTo>
                      <a:pt x="73448" y="0"/>
                    </a:lnTo>
                    <a:cubicBezTo>
                      <a:pt x="87990" y="0"/>
                      <a:pt x="101252" y="2360"/>
                      <a:pt x="113224" y="7070"/>
                    </a:cubicBezTo>
                    <a:cubicBezTo>
                      <a:pt x="125193" y="11790"/>
                      <a:pt x="135438" y="18353"/>
                      <a:pt x="143962" y="26759"/>
                    </a:cubicBezTo>
                    <a:cubicBezTo>
                      <a:pt x="152468" y="35175"/>
                      <a:pt x="159082" y="45242"/>
                      <a:pt x="163786" y="56958"/>
                    </a:cubicBezTo>
                    <a:cubicBezTo>
                      <a:pt x="168481" y="68674"/>
                      <a:pt x="170838" y="81533"/>
                      <a:pt x="170838" y="95544"/>
                    </a:cubicBezTo>
                    <a:close/>
                    <a:moveTo>
                      <a:pt x="134250" y="95544"/>
                    </a:moveTo>
                    <a:cubicBezTo>
                      <a:pt x="134250" y="85063"/>
                      <a:pt x="132824" y="75651"/>
                      <a:pt x="129992" y="67337"/>
                    </a:cubicBezTo>
                    <a:cubicBezTo>
                      <a:pt x="127151" y="59004"/>
                      <a:pt x="123118" y="51962"/>
                      <a:pt x="117883" y="46191"/>
                    </a:cubicBezTo>
                    <a:cubicBezTo>
                      <a:pt x="112650" y="40420"/>
                      <a:pt x="106282" y="35996"/>
                      <a:pt x="98793" y="32908"/>
                    </a:cubicBezTo>
                    <a:cubicBezTo>
                      <a:pt x="91294" y="29820"/>
                      <a:pt x="82849" y="28281"/>
                      <a:pt x="73448" y="28281"/>
                    </a:cubicBezTo>
                    <a:lnTo>
                      <a:pt x="36056" y="28281"/>
                    </a:lnTo>
                    <a:lnTo>
                      <a:pt x="36056" y="162807"/>
                    </a:lnTo>
                    <a:lnTo>
                      <a:pt x="73448" y="162807"/>
                    </a:lnTo>
                    <a:cubicBezTo>
                      <a:pt x="82849" y="162807"/>
                      <a:pt x="91294" y="161268"/>
                      <a:pt x="98793" y="158189"/>
                    </a:cubicBezTo>
                    <a:cubicBezTo>
                      <a:pt x="106282" y="155101"/>
                      <a:pt x="112650" y="150667"/>
                      <a:pt x="117883" y="144897"/>
                    </a:cubicBezTo>
                    <a:cubicBezTo>
                      <a:pt x="123118" y="139126"/>
                      <a:pt x="127151" y="132084"/>
                      <a:pt x="129992" y="123760"/>
                    </a:cubicBezTo>
                    <a:cubicBezTo>
                      <a:pt x="132824" y="115437"/>
                      <a:pt x="134250" y="106034"/>
                      <a:pt x="134250" y="95544"/>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3" name="Google Shape;2573;p90"/>
              <p:cNvSpPr/>
              <p:nvPr/>
            </p:nvSpPr>
            <p:spPr>
              <a:xfrm>
                <a:off x="5716177" y="3383614"/>
                <a:ext cx="113755" cy="140205"/>
              </a:xfrm>
              <a:custGeom>
                <a:rect b="b" l="l" r="r" t="t"/>
                <a:pathLst>
                  <a:path extrusionOk="0" h="140205" w="113755">
                    <a:moveTo>
                      <a:pt x="113756" y="138094"/>
                    </a:moveTo>
                    <a:lnTo>
                      <a:pt x="98987" y="138094"/>
                    </a:lnTo>
                    <a:cubicBezTo>
                      <a:pt x="95880" y="138094"/>
                      <a:pt x="93447" y="137634"/>
                      <a:pt x="91670" y="136703"/>
                    </a:cubicBezTo>
                    <a:cubicBezTo>
                      <a:pt x="89893" y="135781"/>
                      <a:pt x="88562" y="133910"/>
                      <a:pt x="87678" y="131089"/>
                    </a:cubicBezTo>
                    <a:lnTo>
                      <a:pt x="84751" y="121438"/>
                    </a:lnTo>
                    <a:cubicBezTo>
                      <a:pt x="81292" y="124535"/>
                      <a:pt x="77899" y="127236"/>
                      <a:pt x="74573" y="129568"/>
                    </a:cubicBezTo>
                    <a:cubicBezTo>
                      <a:pt x="71247" y="131909"/>
                      <a:pt x="67807" y="133864"/>
                      <a:pt x="64262" y="135449"/>
                    </a:cubicBezTo>
                    <a:cubicBezTo>
                      <a:pt x="60717" y="137034"/>
                      <a:pt x="56944" y="138233"/>
                      <a:pt x="52953" y="139026"/>
                    </a:cubicBezTo>
                    <a:cubicBezTo>
                      <a:pt x="48962" y="139818"/>
                      <a:pt x="44533" y="140206"/>
                      <a:pt x="39648" y="140206"/>
                    </a:cubicBezTo>
                    <a:cubicBezTo>
                      <a:pt x="33880" y="140206"/>
                      <a:pt x="28558" y="139431"/>
                      <a:pt x="23683" y="137891"/>
                    </a:cubicBezTo>
                    <a:cubicBezTo>
                      <a:pt x="18807" y="136343"/>
                      <a:pt x="14607" y="134030"/>
                      <a:pt x="11110" y="130932"/>
                    </a:cubicBezTo>
                    <a:cubicBezTo>
                      <a:pt x="7603" y="127835"/>
                      <a:pt x="4875" y="123991"/>
                      <a:pt x="2927" y="119392"/>
                    </a:cubicBezTo>
                    <a:cubicBezTo>
                      <a:pt x="979" y="114800"/>
                      <a:pt x="0" y="109454"/>
                      <a:pt x="0" y="103353"/>
                    </a:cubicBezTo>
                    <a:cubicBezTo>
                      <a:pt x="0" y="98227"/>
                      <a:pt x="1359" y="93157"/>
                      <a:pt x="4058" y="88161"/>
                    </a:cubicBezTo>
                    <a:cubicBezTo>
                      <a:pt x="6766" y="83174"/>
                      <a:pt x="11271" y="78666"/>
                      <a:pt x="17562" y="74647"/>
                    </a:cubicBezTo>
                    <a:cubicBezTo>
                      <a:pt x="23863" y="70629"/>
                      <a:pt x="32245" y="67291"/>
                      <a:pt x="42708" y="64637"/>
                    </a:cubicBezTo>
                    <a:cubicBezTo>
                      <a:pt x="53172" y="61982"/>
                      <a:pt x="66172" y="60654"/>
                      <a:pt x="81691" y="60654"/>
                    </a:cubicBezTo>
                    <a:lnTo>
                      <a:pt x="81691" y="52672"/>
                    </a:lnTo>
                    <a:cubicBezTo>
                      <a:pt x="81691" y="43528"/>
                      <a:pt x="79762" y="36752"/>
                      <a:pt x="75904" y="32356"/>
                    </a:cubicBezTo>
                    <a:cubicBezTo>
                      <a:pt x="72045" y="27967"/>
                      <a:pt x="66429" y="25774"/>
                      <a:pt x="59073" y="25774"/>
                    </a:cubicBezTo>
                    <a:cubicBezTo>
                      <a:pt x="53751" y="25774"/>
                      <a:pt x="49313" y="26383"/>
                      <a:pt x="45768" y="27617"/>
                    </a:cubicBezTo>
                    <a:cubicBezTo>
                      <a:pt x="42214" y="28853"/>
                      <a:pt x="39135" y="30236"/>
                      <a:pt x="36522" y="31784"/>
                    </a:cubicBezTo>
                    <a:cubicBezTo>
                      <a:pt x="33899" y="33323"/>
                      <a:pt x="31494" y="34715"/>
                      <a:pt x="29270" y="35950"/>
                    </a:cubicBezTo>
                    <a:cubicBezTo>
                      <a:pt x="27056" y="37176"/>
                      <a:pt x="24614" y="37794"/>
                      <a:pt x="21953" y="37794"/>
                    </a:cubicBezTo>
                    <a:cubicBezTo>
                      <a:pt x="19729" y="37794"/>
                      <a:pt x="17828" y="37223"/>
                      <a:pt x="16232" y="36079"/>
                    </a:cubicBezTo>
                    <a:cubicBezTo>
                      <a:pt x="14635" y="34936"/>
                      <a:pt x="13343" y="33517"/>
                      <a:pt x="12373" y="31849"/>
                    </a:cubicBezTo>
                    <a:lnTo>
                      <a:pt x="6386" y="21404"/>
                    </a:lnTo>
                    <a:cubicBezTo>
                      <a:pt x="22086" y="7135"/>
                      <a:pt x="41017" y="0"/>
                      <a:pt x="63198" y="0"/>
                    </a:cubicBezTo>
                    <a:cubicBezTo>
                      <a:pt x="71181" y="0"/>
                      <a:pt x="78299" y="1300"/>
                      <a:pt x="84552" y="3899"/>
                    </a:cubicBezTo>
                    <a:cubicBezTo>
                      <a:pt x="90805" y="6499"/>
                      <a:pt x="96098" y="10103"/>
                      <a:pt x="100451" y="14731"/>
                    </a:cubicBezTo>
                    <a:cubicBezTo>
                      <a:pt x="104794" y="19358"/>
                      <a:pt x="108101" y="24889"/>
                      <a:pt x="110363" y="31323"/>
                    </a:cubicBezTo>
                    <a:cubicBezTo>
                      <a:pt x="112625" y="37757"/>
                      <a:pt x="113756" y="44799"/>
                      <a:pt x="113756" y="52469"/>
                    </a:cubicBezTo>
                    <a:lnTo>
                      <a:pt x="113756" y="138094"/>
                    </a:lnTo>
                    <a:close/>
                    <a:moveTo>
                      <a:pt x="49893" y="117751"/>
                    </a:moveTo>
                    <a:cubicBezTo>
                      <a:pt x="53267" y="117751"/>
                      <a:pt x="56374" y="117437"/>
                      <a:pt x="59206" y="116829"/>
                    </a:cubicBezTo>
                    <a:cubicBezTo>
                      <a:pt x="62038" y="116220"/>
                      <a:pt x="64728" y="115317"/>
                      <a:pt x="67256" y="114100"/>
                    </a:cubicBezTo>
                    <a:cubicBezTo>
                      <a:pt x="69784" y="112883"/>
                      <a:pt x="72226" y="111390"/>
                      <a:pt x="74573" y="109620"/>
                    </a:cubicBezTo>
                    <a:cubicBezTo>
                      <a:pt x="76921" y="107832"/>
                      <a:pt x="79296" y="105730"/>
                      <a:pt x="81691" y="103306"/>
                    </a:cubicBezTo>
                    <a:lnTo>
                      <a:pt x="81691" y="80612"/>
                    </a:lnTo>
                    <a:cubicBezTo>
                      <a:pt x="72112" y="80612"/>
                      <a:pt x="64100" y="81211"/>
                      <a:pt x="57676" y="82409"/>
                    </a:cubicBezTo>
                    <a:cubicBezTo>
                      <a:pt x="51252" y="83608"/>
                      <a:pt x="46082" y="85138"/>
                      <a:pt x="42176" y="86999"/>
                    </a:cubicBezTo>
                    <a:cubicBezTo>
                      <a:pt x="38270" y="88861"/>
                      <a:pt x="35495" y="91037"/>
                      <a:pt x="33861" y="93525"/>
                    </a:cubicBezTo>
                    <a:cubicBezTo>
                      <a:pt x="32226" y="96005"/>
                      <a:pt x="31399" y="98707"/>
                      <a:pt x="31399" y="101637"/>
                    </a:cubicBezTo>
                    <a:cubicBezTo>
                      <a:pt x="31399" y="107408"/>
                      <a:pt x="33100" y="111537"/>
                      <a:pt x="36522" y="114017"/>
                    </a:cubicBezTo>
                    <a:cubicBezTo>
                      <a:pt x="39933" y="116497"/>
                      <a:pt x="44390" y="117751"/>
                      <a:pt x="49893" y="117751"/>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4" name="Google Shape;2574;p90"/>
              <p:cNvSpPr/>
              <p:nvPr/>
            </p:nvSpPr>
            <p:spPr>
              <a:xfrm>
                <a:off x="5849890" y="3344632"/>
                <a:ext cx="93000" cy="179187"/>
              </a:xfrm>
              <a:custGeom>
                <a:rect b="b" l="l" r="r" t="t"/>
                <a:pathLst>
                  <a:path extrusionOk="0" h="179187" w="93000">
                    <a:moveTo>
                      <a:pt x="57211" y="179188"/>
                    </a:moveTo>
                    <a:cubicBezTo>
                      <a:pt x="45417" y="179188"/>
                      <a:pt x="36332" y="175869"/>
                      <a:pt x="29936" y="169214"/>
                    </a:cubicBezTo>
                    <a:cubicBezTo>
                      <a:pt x="23549" y="162558"/>
                      <a:pt x="20356" y="153377"/>
                      <a:pt x="20356" y="141661"/>
                    </a:cubicBezTo>
                    <a:lnTo>
                      <a:pt x="20356" y="65936"/>
                    </a:lnTo>
                    <a:lnTo>
                      <a:pt x="6519" y="65936"/>
                    </a:lnTo>
                    <a:cubicBezTo>
                      <a:pt x="4742" y="65936"/>
                      <a:pt x="3212" y="65365"/>
                      <a:pt x="1929" y="64221"/>
                    </a:cubicBezTo>
                    <a:cubicBezTo>
                      <a:pt x="646" y="63078"/>
                      <a:pt x="0" y="61363"/>
                      <a:pt x="0" y="59069"/>
                    </a:cubicBezTo>
                    <a:lnTo>
                      <a:pt x="0" y="46117"/>
                    </a:lnTo>
                    <a:lnTo>
                      <a:pt x="21953" y="42550"/>
                    </a:lnTo>
                    <a:lnTo>
                      <a:pt x="28871" y="5548"/>
                    </a:lnTo>
                    <a:cubicBezTo>
                      <a:pt x="29233" y="3788"/>
                      <a:pt x="30040" y="2424"/>
                      <a:pt x="31333" y="1447"/>
                    </a:cubicBezTo>
                    <a:cubicBezTo>
                      <a:pt x="32616" y="488"/>
                      <a:pt x="34241" y="0"/>
                      <a:pt x="36189" y="0"/>
                    </a:cubicBezTo>
                    <a:lnTo>
                      <a:pt x="53219" y="0"/>
                    </a:lnTo>
                    <a:lnTo>
                      <a:pt x="53219" y="42688"/>
                    </a:lnTo>
                    <a:lnTo>
                      <a:pt x="89142" y="42688"/>
                    </a:lnTo>
                    <a:lnTo>
                      <a:pt x="89142" y="65936"/>
                    </a:lnTo>
                    <a:lnTo>
                      <a:pt x="53219" y="65936"/>
                    </a:lnTo>
                    <a:lnTo>
                      <a:pt x="53219" y="139412"/>
                    </a:lnTo>
                    <a:cubicBezTo>
                      <a:pt x="53219" y="143643"/>
                      <a:pt x="54283" y="146943"/>
                      <a:pt x="56412" y="149321"/>
                    </a:cubicBezTo>
                    <a:cubicBezTo>
                      <a:pt x="58550" y="151699"/>
                      <a:pt x="61373" y="152898"/>
                      <a:pt x="64927" y="152898"/>
                    </a:cubicBezTo>
                    <a:cubicBezTo>
                      <a:pt x="66970" y="152898"/>
                      <a:pt x="68672" y="152658"/>
                      <a:pt x="70050" y="152161"/>
                    </a:cubicBezTo>
                    <a:cubicBezTo>
                      <a:pt x="71428" y="151681"/>
                      <a:pt x="72625" y="151174"/>
                      <a:pt x="73642" y="150649"/>
                    </a:cubicBezTo>
                    <a:cubicBezTo>
                      <a:pt x="74668" y="150114"/>
                      <a:pt x="75581" y="149616"/>
                      <a:pt x="76369" y="149128"/>
                    </a:cubicBezTo>
                    <a:cubicBezTo>
                      <a:pt x="77168" y="148639"/>
                      <a:pt x="77966" y="148399"/>
                      <a:pt x="78764" y="148399"/>
                    </a:cubicBezTo>
                    <a:cubicBezTo>
                      <a:pt x="79743" y="148399"/>
                      <a:pt x="80541" y="148639"/>
                      <a:pt x="81159" y="149128"/>
                    </a:cubicBezTo>
                    <a:cubicBezTo>
                      <a:pt x="81786" y="149616"/>
                      <a:pt x="82442" y="150335"/>
                      <a:pt x="83155" y="151312"/>
                    </a:cubicBezTo>
                    <a:lnTo>
                      <a:pt x="93000" y="167167"/>
                    </a:lnTo>
                    <a:cubicBezTo>
                      <a:pt x="88220" y="171131"/>
                      <a:pt x="82708" y="174127"/>
                      <a:pt x="76502" y="176146"/>
                    </a:cubicBezTo>
                    <a:cubicBezTo>
                      <a:pt x="70297" y="178173"/>
                      <a:pt x="63863" y="179188"/>
                      <a:pt x="57211" y="179188"/>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5" name="Google Shape;2575;p90"/>
              <p:cNvSpPr/>
              <p:nvPr/>
            </p:nvSpPr>
            <p:spPr>
              <a:xfrm>
                <a:off x="5958457" y="3383614"/>
                <a:ext cx="113755" cy="140205"/>
              </a:xfrm>
              <a:custGeom>
                <a:rect b="b" l="l" r="r" t="t"/>
                <a:pathLst>
                  <a:path extrusionOk="0" h="140205" w="113755">
                    <a:moveTo>
                      <a:pt x="113756" y="138094"/>
                    </a:moveTo>
                    <a:lnTo>
                      <a:pt x="98987" y="138094"/>
                    </a:lnTo>
                    <a:cubicBezTo>
                      <a:pt x="95889" y="138094"/>
                      <a:pt x="93447" y="137634"/>
                      <a:pt x="91679" y="136703"/>
                    </a:cubicBezTo>
                    <a:cubicBezTo>
                      <a:pt x="89893" y="135781"/>
                      <a:pt x="88572" y="133910"/>
                      <a:pt x="87688" y="131089"/>
                    </a:cubicBezTo>
                    <a:lnTo>
                      <a:pt x="84751" y="121438"/>
                    </a:lnTo>
                    <a:cubicBezTo>
                      <a:pt x="81302" y="124535"/>
                      <a:pt x="77899" y="127236"/>
                      <a:pt x="74583" y="129568"/>
                    </a:cubicBezTo>
                    <a:cubicBezTo>
                      <a:pt x="71247" y="131909"/>
                      <a:pt x="67816" y="133864"/>
                      <a:pt x="64272" y="135449"/>
                    </a:cubicBezTo>
                    <a:cubicBezTo>
                      <a:pt x="60717" y="137034"/>
                      <a:pt x="56944" y="138233"/>
                      <a:pt x="52953" y="139026"/>
                    </a:cubicBezTo>
                    <a:cubicBezTo>
                      <a:pt x="48971" y="139818"/>
                      <a:pt x="44533" y="140206"/>
                      <a:pt x="39648" y="140206"/>
                    </a:cubicBezTo>
                    <a:cubicBezTo>
                      <a:pt x="33889" y="140206"/>
                      <a:pt x="28567" y="139431"/>
                      <a:pt x="23683" y="137891"/>
                    </a:cubicBezTo>
                    <a:cubicBezTo>
                      <a:pt x="18807" y="136343"/>
                      <a:pt x="14607" y="134030"/>
                      <a:pt x="11119" y="130932"/>
                    </a:cubicBezTo>
                    <a:cubicBezTo>
                      <a:pt x="7603" y="127835"/>
                      <a:pt x="4875" y="123991"/>
                      <a:pt x="2927" y="119392"/>
                    </a:cubicBezTo>
                    <a:cubicBezTo>
                      <a:pt x="979" y="114800"/>
                      <a:pt x="0" y="109454"/>
                      <a:pt x="0" y="103353"/>
                    </a:cubicBezTo>
                    <a:cubicBezTo>
                      <a:pt x="0" y="98227"/>
                      <a:pt x="1359" y="93157"/>
                      <a:pt x="4058" y="88161"/>
                    </a:cubicBezTo>
                    <a:cubicBezTo>
                      <a:pt x="6766" y="83174"/>
                      <a:pt x="11271" y="78666"/>
                      <a:pt x="17562" y="74647"/>
                    </a:cubicBezTo>
                    <a:cubicBezTo>
                      <a:pt x="23863" y="70629"/>
                      <a:pt x="32245" y="67291"/>
                      <a:pt x="42708" y="64637"/>
                    </a:cubicBezTo>
                    <a:cubicBezTo>
                      <a:pt x="53181" y="61982"/>
                      <a:pt x="66172" y="60654"/>
                      <a:pt x="81701" y="60654"/>
                    </a:cubicBezTo>
                    <a:lnTo>
                      <a:pt x="81701" y="52672"/>
                    </a:lnTo>
                    <a:cubicBezTo>
                      <a:pt x="81701" y="43528"/>
                      <a:pt x="79772" y="36752"/>
                      <a:pt x="75904" y="32356"/>
                    </a:cubicBezTo>
                    <a:cubicBezTo>
                      <a:pt x="72045" y="27967"/>
                      <a:pt x="66438" y="25774"/>
                      <a:pt x="59073" y="25774"/>
                    </a:cubicBezTo>
                    <a:cubicBezTo>
                      <a:pt x="53751" y="25774"/>
                      <a:pt x="49323" y="26383"/>
                      <a:pt x="45778" y="27617"/>
                    </a:cubicBezTo>
                    <a:cubicBezTo>
                      <a:pt x="42224" y="28853"/>
                      <a:pt x="39135" y="30236"/>
                      <a:pt x="36522" y="31784"/>
                    </a:cubicBezTo>
                    <a:cubicBezTo>
                      <a:pt x="33908" y="33323"/>
                      <a:pt x="31494" y="34715"/>
                      <a:pt x="29270" y="35950"/>
                    </a:cubicBezTo>
                    <a:cubicBezTo>
                      <a:pt x="27056" y="37176"/>
                      <a:pt x="24614" y="37794"/>
                      <a:pt x="21962" y="37794"/>
                    </a:cubicBezTo>
                    <a:cubicBezTo>
                      <a:pt x="19739" y="37794"/>
                      <a:pt x="17828" y="37223"/>
                      <a:pt x="16232" y="36079"/>
                    </a:cubicBezTo>
                    <a:cubicBezTo>
                      <a:pt x="14635" y="34936"/>
                      <a:pt x="13343" y="33517"/>
                      <a:pt x="12383" y="31849"/>
                    </a:cubicBezTo>
                    <a:lnTo>
                      <a:pt x="6386" y="21404"/>
                    </a:lnTo>
                    <a:cubicBezTo>
                      <a:pt x="22086" y="7135"/>
                      <a:pt x="41026" y="0"/>
                      <a:pt x="63207" y="0"/>
                    </a:cubicBezTo>
                    <a:cubicBezTo>
                      <a:pt x="71181" y="0"/>
                      <a:pt x="78299" y="1300"/>
                      <a:pt x="84561" y="3899"/>
                    </a:cubicBezTo>
                    <a:cubicBezTo>
                      <a:pt x="90815" y="6499"/>
                      <a:pt x="96108" y="10103"/>
                      <a:pt x="100461" y="14731"/>
                    </a:cubicBezTo>
                    <a:cubicBezTo>
                      <a:pt x="104804" y="19358"/>
                      <a:pt x="108101" y="24889"/>
                      <a:pt x="110363" y="31323"/>
                    </a:cubicBezTo>
                    <a:cubicBezTo>
                      <a:pt x="112634" y="37757"/>
                      <a:pt x="113756" y="44799"/>
                      <a:pt x="113756" y="52469"/>
                    </a:cubicBezTo>
                    <a:lnTo>
                      <a:pt x="113756" y="138094"/>
                    </a:lnTo>
                    <a:close/>
                    <a:moveTo>
                      <a:pt x="49893" y="117751"/>
                    </a:moveTo>
                    <a:cubicBezTo>
                      <a:pt x="53267" y="117751"/>
                      <a:pt x="56374" y="117437"/>
                      <a:pt x="59216" y="116829"/>
                    </a:cubicBezTo>
                    <a:cubicBezTo>
                      <a:pt x="62048" y="116220"/>
                      <a:pt x="64737" y="115317"/>
                      <a:pt x="67256" y="114100"/>
                    </a:cubicBezTo>
                    <a:cubicBezTo>
                      <a:pt x="69784" y="112883"/>
                      <a:pt x="72226" y="111390"/>
                      <a:pt x="74583" y="109620"/>
                    </a:cubicBezTo>
                    <a:cubicBezTo>
                      <a:pt x="76930" y="107832"/>
                      <a:pt x="79296" y="105730"/>
                      <a:pt x="81701" y="103306"/>
                    </a:cubicBezTo>
                    <a:lnTo>
                      <a:pt x="81701" y="80612"/>
                    </a:lnTo>
                    <a:cubicBezTo>
                      <a:pt x="72112" y="80612"/>
                      <a:pt x="64110" y="81211"/>
                      <a:pt x="57686" y="82409"/>
                    </a:cubicBezTo>
                    <a:cubicBezTo>
                      <a:pt x="51252" y="83608"/>
                      <a:pt x="46082" y="85138"/>
                      <a:pt x="42186" y="86999"/>
                    </a:cubicBezTo>
                    <a:cubicBezTo>
                      <a:pt x="38280" y="88861"/>
                      <a:pt x="35505" y="91037"/>
                      <a:pt x="33870" y="93525"/>
                    </a:cubicBezTo>
                    <a:cubicBezTo>
                      <a:pt x="32226" y="96005"/>
                      <a:pt x="31409" y="98707"/>
                      <a:pt x="31409" y="101637"/>
                    </a:cubicBezTo>
                    <a:cubicBezTo>
                      <a:pt x="31409" y="107408"/>
                      <a:pt x="33110" y="111537"/>
                      <a:pt x="36522" y="114017"/>
                    </a:cubicBezTo>
                    <a:cubicBezTo>
                      <a:pt x="39933" y="116497"/>
                      <a:pt x="44400" y="117751"/>
                      <a:pt x="49893" y="117751"/>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6" name="Google Shape;2576;p90"/>
              <p:cNvSpPr/>
              <p:nvPr/>
            </p:nvSpPr>
            <p:spPr>
              <a:xfrm>
                <a:off x="6139934" y="3330620"/>
                <a:ext cx="275275" cy="191087"/>
              </a:xfrm>
              <a:custGeom>
                <a:rect b="b" l="l" r="r" t="t"/>
                <a:pathLst>
                  <a:path extrusionOk="0" h="191087" w="275275">
                    <a:moveTo>
                      <a:pt x="0" y="0"/>
                    </a:moveTo>
                    <a:lnTo>
                      <a:pt x="30069" y="0"/>
                    </a:lnTo>
                    <a:cubicBezTo>
                      <a:pt x="33167" y="0"/>
                      <a:pt x="35771" y="728"/>
                      <a:pt x="37852" y="2184"/>
                    </a:cubicBezTo>
                    <a:cubicBezTo>
                      <a:pt x="39933" y="3641"/>
                      <a:pt x="41340" y="5596"/>
                      <a:pt x="42043" y="8066"/>
                    </a:cubicBezTo>
                    <a:lnTo>
                      <a:pt x="74773" y="122369"/>
                    </a:lnTo>
                    <a:cubicBezTo>
                      <a:pt x="75571" y="125189"/>
                      <a:pt x="76303" y="128249"/>
                      <a:pt x="76968" y="131549"/>
                    </a:cubicBezTo>
                    <a:cubicBezTo>
                      <a:pt x="77633" y="134859"/>
                      <a:pt x="78270" y="138362"/>
                      <a:pt x="78897" y="142058"/>
                    </a:cubicBezTo>
                    <a:cubicBezTo>
                      <a:pt x="79610" y="138362"/>
                      <a:pt x="80380" y="134859"/>
                      <a:pt x="81226" y="131549"/>
                    </a:cubicBezTo>
                    <a:cubicBezTo>
                      <a:pt x="82071" y="128249"/>
                      <a:pt x="82974" y="125189"/>
                      <a:pt x="83953" y="122369"/>
                    </a:cubicBezTo>
                    <a:lnTo>
                      <a:pt x="121729" y="8066"/>
                    </a:lnTo>
                    <a:cubicBezTo>
                      <a:pt x="122451" y="6037"/>
                      <a:pt x="123839" y="4184"/>
                      <a:pt x="125929" y="2516"/>
                    </a:cubicBezTo>
                    <a:cubicBezTo>
                      <a:pt x="128020" y="838"/>
                      <a:pt x="130558" y="0"/>
                      <a:pt x="133580" y="0"/>
                    </a:cubicBezTo>
                    <a:lnTo>
                      <a:pt x="144091" y="0"/>
                    </a:lnTo>
                    <a:cubicBezTo>
                      <a:pt x="147189" y="0"/>
                      <a:pt x="149764" y="728"/>
                      <a:pt x="151807" y="2184"/>
                    </a:cubicBezTo>
                    <a:cubicBezTo>
                      <a:pt x="153841" y="3641"/>
                      <a:pt x="155267" y="5596"/>
                      <a:pt x="156065" y="8066"/>
                    </a:cubicBezTo>
                    <a:lnTo>
                      <a:pt x="193584" y="122368"/>
                    </a:lnTo>
                    <a:cubicBezTo>
                      <a:pt x="195532" y="128010"/>
                      <a:pt x="197224" y="134259"/>
                      <a:pt x="198640" y="141136"/>
                    </a:cubicBezTo>
                    <a:cubicBezTo>
                      <a:pt x="199258" y="137706"/>
                      <a:pt x="199904" y="134398"/>
                      <a:pt x="200569" y="131226"/>
                    </a:cubicBezTo>
                    <a:cubicBezTo>
                      <a:pt x="201235" y="128046"/>
                      <a:pt x="201919" y="125097"/>
                      <a:pt x="202632" y="122368"/>
                    </a:cubicBezTo>
                    <a:lnTo>
                      <a:pt x="235361" y="8066"/>
                    </a:lnTo>
                    <a:cubicBezTo>
                      <a:pt x="235979" y="5863"/>
                      <a:pt x="237348" y="3964"/>
                      <a:pt x="239486" y="2378"/>
                    </a:cubicBezTo>
                    <a:cubicBezTo>
                      <a:pt x="241614" y="793"/>
                      <a:pt x="244180" y="0"/>
                      <a:pt x="247202" y="0"/>
                    </a:cubicBezTo>
                    <a:lnTo>
                      <a:pt x="275276" y="0"/>
                    </a:lnTo>
                    <a:lnTo>
                      <a:pt x="215537" y="191088"/>
                    </a:lnTo>
                    <a:lnTo>
                      <a:pt x="183207" y="191088"/>
                    </a:lnTo>
                    <a:lnTo>
                      <a:pt x="141164" y="60525"/>
                    </a:lnTo>
                    <a:cubicBezTo>
                      <a:pt x="140631" y="58856"/>
                      <a:pt x="140071" y="57049"/>
                      <a:pt x="139500" y="55114"/>
                    </a:cubicBezTo>
                    <a:cubicBezTo>
                      <a:pt x="138921" y="53169"/>
                      <a:pt x="138360" y="51095"/>
                      <a:pt x="137837" y="48901"/>
                    </a:cubicBezTo>
                    <a:cubicBezTo>
                      <a:pt x="137305" y="51095"/>
                      <a:pt x="136754" y="53169"/>
                      <a:pt x="136174" y="55114"/>
                    </a:cubicBezTo>
                    <a:cubicBezTo>
                      <a:pt x="135595" y="57049"/>
                      <a:pt x="135043" y="58856"/>
                      <a:pt x="134511" y="60525"/>
                    </a:cubicBezTo>
                    <a:lnTo>
                      <a:pt x="92069" y="191088"/>
                    </a:lnTo>
                    <a:lnTo>
                      <a:pt x="59738" y="191088"/>
                    </a:lnTo>
                    <a:lnTo>
                      <a:pt x="0" y="0"/>
                    </a:ln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7" name="Google Shape;2577;p90"/>
              <p:cNvSpPr/>
              <p:nvPr/>
            </p:nvSpPr>
            <p:spPr>
              <a:xfrm>
                <a:off x="6414411" y="3383614"/>
                <a:ext cx="113746" cy="140205"/>
              </a:xfrm>
              <a:custGeom>
                <a:rect b="b" l="l" r="r" t="t"/>
                <a:pathLst>
                  <a:path extrusionOk="0" h="140205" w="113746">
                    <a:moveTo>
                      <a:pt x="113746" y="138094"/>
                    </a:moveTo>
                    <a:lnTo>
                      <a:pt x="98987" y="138094"/>
                    </a:lnTo>
                    <a:cubicBezTo>
                      <a:pt x="95889" y="138094"/>
                      <a:pt x="93447" y="137634"/>
                      <a:pt x="91670" y="136703"/>
                    </a:cubicBezTo>
                    <a:cubicBezTo>
                      <a:pt x="89893" y="135781"/>
                      <a:pt x="88562" y="133910"/>
                      <a:pt x="87678" y="131089"/>
                    </a:cubicBezTo>
                    <a:lnTo>
                      <a:pt x="84751" y="121438"/>
                    </a:lnTo>
                    <a:cubicBezTo>
                      <a:pt x="81292" y="124535"/>
                      <a:pt x="77899" y="127236"/>
                      <a:pt x="74573" y="129568"/>
                    </a:cubicBezTo>
                    <a:cubicBezTo>
                      <a:pt x="71247" y="131909"/>
                      <a:pt x="67807" y="133864"/>
                      <a:pt x="64262" y="135449"/>
                    </a:cubicBezTo>
                    <a:cubicBezTo>
                      <a:pt x="60708" y="137034"/>
                      <a:pt x="56944" y="138233"/>
                      <a:pt x="52953" y="139026"/>
                    </a:cubicBezTo>
                    <a:cubicBezTo>
                      <a:pt x="48961" y="139818"/>
                      <a:pt x="44523" y="140206"/>
                      <a:pt x="39648" y="140206"/>
                    </a:cubicBezTo>
                    <a:cubicBezTo>
                      <a:pt x="33880" y="140206"/>
                      <a:pt x="28567" y="139431"/>
                      <a:pt x="23682" y="137891"/>
                    </a:cubicBezTo>
                    <a:cubicBezTo>
                      <a:pt x="18798" y="136343"/>
                      <a:pt x="14616" y="134030"/>
                      <a:pt x="11109" y="130932"/>
                    </a:cubicBezTo>
                    <a:cubicBezTo>
                      <a:pt x="7612" y="127835"/>
                      <a:pt x="4875" y="123991"/>
                      <a:pt x="2927" y="119392"/>
                    </a:cubicBezTo>
                    <a:cubicBezTo>
                      <a:pt x="969" y="114800"/>
                      <a:pt x="0" y="109454"/>
                      <a:pt x="0" y="103353"/>
                    </a:cubicBezTo>
                    <a:cubicBezTo>
                      <a:pt x="0" y="98227"/>
                      <a:pt x="1349" y="93157"/>
                      <a:pt x="4048" y="88161"/>
                    </a:cubicBezTo>
                    <a:cubicBezTo>
                      <a:pt x="6766" y="83174"/>
                      <a:pt x="11262" y="78666"/>
                      <a:pt x="17562" y="74647"/>
                    </a:cubicBezTo>
                    <a:cubicBezTo>
                      <a:pt x="23853" y="70629"/>
                      <a:pt x="32236" y="67291"/>
                      <a:pt x="42708" y="64637"/>
                    </a:cubicBezTo>
                    <a:cubicBezTo>
                      <a:pt x="53172" y="61982"/>
                      <a:pt x="66172" y="60654"/>
                      <a:pt x="81691" y="60654"/>
                    </a:cubicBezTo>
                    <a:lnTo>
                      <a:pt x="81691" y="52672"/>
                    </a:lnTo>
                    <a:cubicBezTo>
                      <a:pt x="81691" y="43528"/>
                      <a:pt x="79762" y="36752"/>
                      <a:pt x="75904" y="32356"/>
                    </a:cubicBezTo>
                    <a:cubicBezTo>
                      <a:pt x="72045" y="27967"/>
                      <a:pt x="66438" y="25774"/>
                      <a:pt x="59073" y="25774"/>
                    </a:cubicBezTo>
                    <a:cubicBezTo>
                      <a:pt x="53751" y="25774"/>
                      <a:pt x="49313" y="26383"/>
                      <a:pt x="45768" y="27617"/>
                    </a:cubicBezTo>
                    <a:cubicBezTo>
                      <a:pt x="42214" y="28853"/>
                      <a:pt x="39135" y="30236"/>
                      <a:pt x="36512" y="31784"/>
                    </a:cubicBezTo>
                    <a:cubicBezTo>
                      <a:pt x="33899" y="33323"/>
                      <a:pt x="31485" y="34715"/>
                      <a:pt x="29270" y="35950"/>
                    </a:cubicBezTo>
                    <a:cubicBezTo>
                      <a:pt x="27047" y="37176"/>
                      <a:pt x="24614" y="37794"/>
                      <a:pt x="21953" y="37794"/>
                    </a:cubicBezTo>
                    <a:cubicBezTo>
                      <a:pt x="19739" y="37794"/>
                      <a:pt x="17828" y="37223"/>
                      <a:pt x="16232" y="36079"/>
                    </a:cubicBezTo>
                    <a:cubicBezTo>
                      <a:pt x="14635" y="34936"/>
                      <a:pt x="13352" y="33517"/>
                      <a:pt x="12364" y="31849"/>
                    </a:cubicBezTo>
                    <a:lnTo>
                      <a:pt x="6386" y="21404"/>
                    </a:lnTo>
                    <a:cubicBezTo>
                      <a:pt x="22086" y="7135"/>
                      <a:pt x="41017" y="0"/>
                      <a:pt x="63198" y="0"/>
                    </a:cubicBezTo>
                    <a:cubicBezTo>
                      <a:pt x="71180" y="0"/>
                      <a:pt x="78299" y="1300"/>
                      <a:pt x="84552" y="3899"/>
                    </a:cubicBezTo>
                    <a:cubicBezTo>
                      <a:pt x="90805" y="6499"/>
                      <a:pt x="96108" y="10103"/>
                      <a:pt x="100451" y="14731"/>
                    </a:cubicBezTo>
                    <a:cubicBezTo>
                      <a:pt x="104794" y="19358"/>
                      <a:pt x="108101" y="24889"/>
                      <a:pt x="110363" y="31323"/>
                    </a:cubicBezTo>
                    <a:cubicBezTo>
                      <a:pt x="112625" y="37757"/>
                      <a:pt x="113746" y="44799"/>
                      <a:pt x="113746" y="52469"/>
                    </a:cubicBezTo>
                    <a:lnTo>
                      <a:pt x="113746" y="138094"/>
                    </a:lnTo>
                    <a:close/>
                    <a:moveTo>
                      <a:pt x="49893" y="117751"/>
                    </a:moveTo>
                    <a:cubicBezTo>
                      <a:pt x="53257" y="117751"/>
                      <a:pt x="56365" y="117437"/>
                      <a:pt x="59206" y="116829"/>
                    </a:cubicBezTo>
                    <a:cubicBezTo>
                      <a:pt x="62038" y="116220"/>
                      <a:pt x="64728" y="115317"/>
                      <a:pt x="67256" y="114100"/>
                    </a:cubicBezTo>
                    <a:cubicBezTo>
                      <a:pt x="69784" y="112883"/>
                      <a:pt x="72216" y="111390"/>
                      <a:pt x="74573" y="109620"/>
                    </a:cubicBezTo>
                    <a:cubicBezTo>
                      <a:pt x="76920" y="107832"/>
                      <a:pt x="79287" y="105730"/>
                      <a:pt x="81691" y="103306"/>
                    </a:cubicBezTo>
                    <a:lnTo>
                      <a:pt x="81691" y="80612"/>
                    </a:lnTo>
                    <a:cubicBezTo>
                      <a:pt x="72112" y="80612"/>
                      <a:pt x="64110" y="81211"/>
                      <a:pt x="57676" y="82409"/>
                    </a:cubicBezTo>
                    <a:cubicBezTo>
                      <a:pt x="51242" y="83608"/>
                      <a:pt x="46072" y="85138"/>
                      <a:pt x="42176" y="86999"/>
                    </a:cubicBezTo>
                    <a:cubicBezTo>
                      <a:pt x="38270" y="88861"/>
                      <a:pt x="35495" y="91037"/>
                      <a:pt x="33861" y="93525"/>
                    </a:cubicBezTo>
                    <a:cubicBezTo>
                      <a:pt x="32217" y="96005"/>
                      <a:pt x="31399" y="98707"/>
                      <a:pt x="31399" y="101637"/>
                    </a:cubicBezTo>
                    <a:cubicBezTo>
                      <a:pt x="31399" y="107408"/>
                      <a:pt x="33100" y="111537"/>
                      <a:pt x="36522" y="114017"/>
                    </a:cubicBezTo>
                    <a:cubicBezTo>
                      <a:pt x="39933" y="116497"/>
                      <a:pt x="44400" y="117751"/>
                      <a:pt x="49893" y="117751"/>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8" name="Google Shape;2578;p90"/>
              <p:cNvSpPr/>
              <p:nvPr/>
            </p:nvSpPr>
            <p:spPr>
              <a:xfrm>
                <a:off x="6560497" y="3383614"/>
                <a:ext cx="87013" cy="138094"/>
              </a:xfrm>
              <a:custGeom>
                <a:rect b="b" l="l" r="r" t="t"/>
                <a:pathLst>
                  <a:path extrusionOk="0" h="138094" w="87013">
                    <a:moveTo>
                      <a:pt x="0" y="138094"/>
                    </a:moveTo>
                    <a:lnTo>
                      <a:pt x="0" y="2508"/>
                    </a:lnTo>
                    <a:lnTo>
                      <a:pt x="19292" y="2508"/>
                    </a:lnTo>
                    <a:cubicBezTo>
                      <a:pt x="22666" y="2508"/>
                      <a:pt x="25022" y="3125"/>
                      <a:pt x="26343" y="4361"/>
                    </a:cubicBezTo>
                    <a:cubicBezTo>
                      <a:pt x="27674" y="5596"/>
                      <a:pt x="28567" y="7706"/>
                      <a:pt x="29014" y="10702"/>
                    </a:cubicBezTo>
                    <a:lnTo>
                      <a:pt x="31000" y="27092"/>
                    </a:lnTo>
                    <a:cubicBezTo>
                      <a:pt x="35875" y="18722"/>
                      <a:pt x="41606" y="12112"/>
                      <a:pt x="48163" y="7264"/>
                    </a:cubicBezTo>
                    <a:cubicBezTo>
                      <a:pt x="54730" y="2425"/>
                      <a:pt x="62086" y="0"/>
                      <a:pt x="70249" y="0"/>
                    </a:cubicBezTo>
                    <a:cubicBezTo>
                      <a:pt x="76987" y="0"/>
                      <a:pt x="82575" y="1540"/>
                      <a:pt x="87013" y="4628"/>
                    </a:cubicBezTo>
                    <a:lnTo>
                      <a:pt x="82756" y="29074"/>
                    </a:lnTo>
                    <a:cubicBezTo>
                      <a:pt x="82490" y="30659"/>
                      <a:pt x="81910" y="31784"/>
                      <a:pt x="81026" y="32447"/>
                    </a:cubicBezTo>
                    <a:cubicBezTo>
                      <a:pt x="80133" y="33102"/>
                      <a:pt x="78935" y="33434"/>
                      <a:pt x="77434" y="33434"/>
                    </a:cubicBezTo>
                    <a:cubicBezTo>
                      <a:pt x="76113" y="33434"/>
                      <a:pt x="74288" y="33130"/>
                      <a:pt x="71979" y="32503"/>
                    </a:cubicBezTo>
                    <a:cubicBezTo>
                      <a:pt x="69669" y="31894"/>
                      <a:pt x="66619" y="31581"/>
                      <a:pt x="62798" y="31581"/>
                    </a:cubicBezTo>
                    <a:cubicBezTo>
                      <a:pt x="55966" y="31581"/>
                      <a:pt x="50111" y="33462"/>
                      <a:pt x="45246" y="37204"/>
                    </a:cubicBezTo>
                    <a:cubicBezTo>
                      <a:pt x="40361" y="40946"/>
                      <a:pt x="36227" y="46422"/>
                      <a:pt x="32863" y="53649"/>
                    </a:cubicBezTo>
                    <a:lnTo>
                      <a:pt x="32863" y="138094"/>
                    </a:lnTo>
                    <a:lnTo>
                      <a:pt x="0" y="138094"/>
                    </a:ln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79" name="Google Shape;2579;p90"/>
              <p:cNvSpPr/>
              <p:nvPr/>
            </p:nvSpPr>
            <p:spPr>
              <a:xfrm>
                <a:off x="6660007" y="3384010"/>
                <a:ext cx="124675" cy="139680"/>
              </a:xfrm>
              <a:custGeom>
                <a:rect b="b" l="l" r="r" t="t"/>
                <a:pathLst>
                  <a:path extrusionOk="0" h="139680" w="124675">
                    <a:moveTo>
                      <a:pt x="65602" y="0"/>
                    </a:moveTo>
                    <a:cubicBezTo>
                      <a:pt x="74203" y="0"/>
                      <a:pt x="82119" y="1365"/>
                      <a:pt x="89351" y="4102"/>
                    </a:cubicBezTo>
                    <a:cubicBezTo>
                      <a:pt x="96583" y="6831"/>
                      <a:pt x="102808" y="10813"/>
                      <a:pt x="108044" y="16049"/>
                    </a:cubicBezTo>
                    <a:cubicBezTo>
                      <a:pt x="113271" y="21303"/>
                      <a:pt x="117357" y="27728"/>
                      <a:pt x="120285" y="35352"/>
                    </a:cubicBezTo>
                    <a:cubicBezTo>
                      <a:pt x="123202" y="42965"/>
                      <a:pt x="124675" y="51667"/>
                      <a:pt x="124675" y="61447"/>
                    </a:cubicBezTo>
                    <a:cubicBezTo>
                      <a:pt x="124675" y="63917"/>
                      <a:pt x="124561" y="65964"/>
                      <a:pt x="124333" y="67596"/>
                    </a:cubicBezTo>
                    <a:cubicBezTo>
                      <a:pt x="124114" y="69218"/>
                      <a:pt x="123715" y="70499"/>
                      <a:pt x="123145" y="71430"/>
                    </a:cubicBezTo>
                    <a:cubicBezTo>
                      <a:pt x="122565" y="72352"/>
                      <a:pt x="121786" y="73016"/>
                      <a:pt x="120807" y="73403"/>
                    </a:cubicBezTo>
                    <a:cubicBezTo>
                      <a:pt x="119838" y="73809"/>
                      <a:pt x="118593" y="74002"/>
                      <a:pt x="117091" y="74002"/>
                    </a:cubicBezTo>
                    <a:lnTo>
                      <a:pt x="32739" y="74002"/>
                    </a:lnTo>
                    <a:cubicBezTo>
                      <a:pt x="33709" y="87931"/>
                      <a:pt x="37481" y="98144"/>
                      <a:pt x="44039" y="104661"/>
                    </a:cubicBezTo>
                    <a:cubicBezTo>
                      <a:pt x="50615" y="111179"/>
                      <a:pt x="59301" y="114442"/>
                      <a:pt x="70116" y="114442"/>
                    </a:cubicBezTo>
                    <a:cubicBezTo>
                      <a:pt x="75447" y="114442"/>
                      <a:pt x="80028" y="113823"/>
                      <a:pt x="83896" y="112589"/>
                    </a:cubicBezTo>
                    <a:cubicBezTo>
                      <a:pt x="87754" y="111363"/>
                      <a:pt x="91119" y="109999"/>
                      <a:pt x="94008" y="108487"/>
                    </a:cubicBezTo>
                    <a:cubicBezTo>
                      <a:pt x="96887" y="106993"/>
                      <a:pt x="99406" y="105629"/>
                      <a:pt x="101591" y="104394"/>
                    </a:cubicBezTo>
                    <a:cubicBezTo>
                      <a:pt x="103758" y="103158"/>
                      <a:pt x="105868" y="102550"/>
                      <a:pt x="107911" y="102550"/>
                    </a:cubicBezTo>
                    <a:cubicBezTo>
                      <a:pt x="109242" y="102550"/>
                      <a:pt x="110391" y="102808"/>
                      <a:pt x="111361" y="103343"/>
                    </a:cubicBezTo>
                    <a:cubicBezTo>
                      <a:pt x="112340" y="103868"/>
                      <a:pt x="113185" y="104615"/>
                      <a:pt x="113898" y="105592"/>
                    </a:cubicBezTo>
                    <a:lnTo>
                      <a:pt x="123478" y="117483"/>
                    </a:lnTo>
                    <a:cubicBezTo>
                      <a:pt x="119838" y="121705"/>
                      <a:pt x="115751" y="125254"/>
                      <a:pt x="111237" y="128121"/>
                    </a:cubicBezTo>
                    <a:cubicBezTo>
                      <a:pt x="106714" y="130978"/>
                      <a:pt x="101990" y="133264"/>
                      <a:pt x="97058" y="134988"/>
                    </a:cubicBezTo>
                    <a:cubicBezTo>
                      <a:pt x="92145" y="136712"/>
                      <a:pt x="87127" y="137910"/>
                      <a:pt x="82024" y="138630"/>
                    </a:cubicBezTo>
                    <a:cubicBezTo>
                      <a:pt x="76930" y="139330"/>
                      <a:pt x="71988" y="139680"/>
                      <a:pt x="67199" y="139680"/>
                    </a:cubicBezTo>
                    <a:cubicBezTo>
                      <a:pt x="57705" y="139680"/>
                      <a:pt x="48876" y="138113"/>
                      <a:pt x="40722" y="134988"/>
                    </a:cubicBezTo>
                    <a:cubicBezTo>
                      <a:pt x="32559" y="131864"/>
                      <a:pt x="25459" y="127236"/>
                      <a:pt x="19425" y="121115"/>
                    </a:cubicBezTo>
                    <a:cubicBezTo>
                      <a:pt x="13400" y="114994"/>
                      <a:pt x="8658" y="107417"/>
                      <a:pt x="5189" y="98384"/>
                    </a:cubicBezTo>
                    <a:cubicBezTo>
                      <a:pt x="1739" y="89350"/>
                      <a:pt x="0" y="78897"/>
                      <a:pt x="0" y="66997"/>
                    </a:cubicBezTo>
                    <a:cubicBezTo>
                      <a:pt x="0" y="57751"/>
                      <a:pt x="1520" y="49049"/>
                      <a:pt x="4533" y="40900"/>
                    </a:cubicBezTo>
                    <a:cubicBezTo>
                      <a:pt x="7536" y="32752"/>
                      <a:pt x="11870" y="25654"/>
                      <a:pt x="17496" y="19625"/>
                    </a:cubicBezTo>
                    <a:cubicBezTo>
                      <a:pt x="23131" y="13597"/>
                      <a:pt x="30012" y="8804"/>
                      <a:pt x="38118" y="5282"/>
                    </a:cubicBezTo>
                    <a:cubicBezTo>
                      <a:pt x="46244" y="1761"/>
                      <a:pt x="55405" y="0"/>
                      <a:pt x="65602" y="0"/>
                    </a:cubicBezTo>
                    <a:close/>
                    <a:moveTo>
                      <a:pt x="66258" y="23387"/>
                    </a:moveTo>
                    <a:cubicBezTo>
                      <a:pt x="56678" y="23387"/>
                      <a:pt x="49190" y="26078"/>
                      <a:pt x="43782" y="31452"/>
                    </a:cubicBezTo>
                    <a:cubicBezTo>
                      <a:pt x="38375" y="36826"/>
                      <a:pt x="34906" y="44440"/>
                      <a:pt x="33404" y="54312"/>
                    </a:cubicBezTo>
                    <a:lnTo>
                      <a:pt x="95129" y="54312"/>
                    </a:lnTo>
                    <a:cubicBezTo>
                      <a:pt x="95129" y="50082"/>
                      <a:pt x="94559" y="46099"/>
                      <a:pt x="93409" y="42356"/>
                    </a:cubicBezTo>
                    <a:cubicBezTo>
                      <a:pt x="92259" y="38614"/>
                      <a:pt x="90482" y="35333"/>
                      <a:pt x="88087" y="32512"/>
                    </a:cubicBezTo>
                    <a:cubicBezTo>
                      <a:pt x="85692" y="29691"/>
                      <a:pt x="82680" y="27461"/>
                      <a:pt x="79040" y="25838"/>
                    </a:cubicBezTo>
                    <a:cubicBezTo>
                      <a:pt x="75400" y="24207"/>
                      <a:pt x="71142" y="23387"/>
                      <a:pt x="66258" y="23387"/>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0" name="Google Shape;2580;p90"/>
              <p:cNvSpPr/>
              <p:nvPr/>
            </p:nvSpPr>
            <p:spPr>
              <a:xfrm>
                <a:off x="6811416" y="3325338"/>
                <a:ext cx="118954" cy="196370"/>
              </a:xfrm>
              <a:custGeom>
                <a:rect b="b" l="l" r="r" t="t"/>
                <a:pathLst>
                  <a:path extrusionOk="0" h="196370" w="118954">
                    <a:moveTo>
                      <a:pt x="0" y="196370"/>
                    </a:moveTo>
                    <a:lnTo>
                      <a:pt x="0" y="0"/>
                    </a:lnTo>
                    <a:lnTo>
                      <a:pt x="32863" y="0"/>
                    </a:lnTo>
                    <a:lnTo>
                      <a:pt x="32863" y="75459"/>
                    </a:lnTo>
                    <a:cubicBezTo>
                      <a:pt x="38194" y="70434"/>
                      <a:pt x="44048" y="66388"/>
                      <a:pt x="50435" y="63291"/>
                    </a:cubicBezTo>
                    <a:cubicBezTo>
                      <a:pt x="56821" y="60212"/>
                      <a:pt x="64310" y="58672"/>
                      <a:pt x="72910" y="58672"/>
                    </a:cubicBezTo>
                    <a:cubicBezTo>
                      <a:pt x="80361" y="58672"/>
                      <a:pt x="86966" y="59926"/>
                      <a:pt x="92744" y="62442"/>
                    </a:cubicBezTo>
                    <a:cubicBezTo>
                      <a:pt x="98503" y="64950"/>
                      <a:pt x="103312" y="68471"/>
                      <a:pt x="107170" y="73006"/>
                    </a:cubicBezTo>
                    <a:cubicBezTo>
                      <a:pt x="111038" y="77542"/>
                      <a:pt x="113955" y="82962"/>
                      <a:pt x="115951" y="89266"/>
                    </a:cubicBezTo>
                    <a:cubicBezTo>
                      <a:pt x="117947" y="95562"/>
                      <a:pt x="118954" y="102504"/>
                      <a:pt x="118954" y="110081"/>
                    </a:cubicBezTo>
                    <a:lnTo>
                      <a:pt x="118954" y="196370"/>
                    </a:lnTo>
                    <a:lnTo>
                      <a:pt x="86091" y="196370"/>
                    </a:lnTo>
                    <a:lnTo>
                      <a:pt x="86091" y="110081"/>
                    </a:lnTo>
                    <a:cubicBezTo>
                      <a:pt x="86091" y="101804"/>
                      <a:pt x="84162" y="95388"/>
                      <a:pt x="80294" y="90852"/>
                    </a:cubicBezTo>
                    <a:cubicBezTo>
                      <a:pt x="76436" y="86317"/>
                      <a:pt x="70658" y="84049"/>
                      <a:pt x="62931" y="84049"/>
                    </a:cubicBezTo>
                    <a:cubicBezTo>
                      <a:pt x="57268" y="84049"/>
                      <a:pt x="51936" y="85322"/>
                      <a:pt x="46975" y="87875"/>
                    </a:cubicBezTo>
                    <a:cubicBezTo>
                      <a:pt x="42005" y="90428"/>
                      <a:pt x="37301" y="93912"/>
                      <a:pt x="32863" y="98319"/>
                    </a:cubicBezTo>
                    <a:lnTo>
                      <a:pt x="32863" y="196370"/>
                    </a:lnTo>
                    <a:lnTo>
                      <a:pt x="0" y="196370"/>
                    </a:ln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1" name="Google Shape;2581;p90"/>
              <p:cNvSpPr/>
              <p:nvPr/>
            </p:nvSpPr>
            <p:spPr>
              <a:xfrm>
                <a:off x="6953244" y="3384010"/>
                <a:ext cx="135052" cy="139680"/>
              </a:xfrm>
              <a:custGeom>
                <a:rect b="b" l="l" r="r" t="t"/>
                <a:pathLst>
                  <a:path extrusionOk="0" h="139680" w="135052">
                    <a:moveTo>
                      <a:pt x="67731" y="0"/>
                    </a:moveTo>
                    <a:cubicBezTo>
                      <a:pt x="77918" y="0"/>
                      <a:pt x="87175" y="1632"/>
                      <a:pt x="95471" y="4895"/>
                    </a:cubicBezTo>
                    <a:cubicBezTo>
                      <a:pt x="103758" y="8149"/>
                      <a:pt x="110829" y="12776"/>
                      <a:pt x="116683" y="18759"/>
                    </a:cubicBezTo>
                    <a:cubicBezTo>
                      <a:pt x="122537" y="24751"/>
                      <a:pt x="127061" y="32070"/>
                      <a:pt x="130254" y="40698"/>
                    </a:cubicBezTo>
                    <a:cubicBezTo>
                      <a:pt x="133456" y="49335"/>
                      <a:pt x="135053" y="58986"/>
                      <a:pt x="135053" y="69642"/>
                    </a:cubicBezTo>
                    <a:cubicBezTo>
                      <a:pt x="135053" y="80390"/>
                      <a:pt x="133456" y="90088"/>
                      <a:pt x="130254" y="98715"/>
                    </a:cubicBezTo>
                    <a:cubicBezTo>
                      <a:pt x="127061" y="107343"/>
                      <a:pt x="122537" y="114699"/>
                      <a:pt x="116683" y="120783"/>
                    </a:cubicBezTo>
                    <a:cubicBezTo>
                      <a:pt x="110829" y="126867"/>
                      <a:pt x="103758" y="131531"/>
                      <a:pt x="95471" y="134794"/>
                    </a:cubicBezTo>
                    <a:cubicBezTo>
                      <a:pt x="87175" y="138048"/>
                      <a:pt x="77918" y="139680"/>
                      <a:pt x="67731" y="139680"/>
                    </a:cubicBezTo>
                    <a:cubicBezTo>
                      <a:pt x="57524" y="139680"/>
                      <a:pt x="48258" y="138048"/>
                      <a:pt x="39914" y="134794"/>
                    </a:cubicBezTo>
                    <a:cubicBezTo>
                      <a:pt x="31580" y="131531"/>
                      <a:pt x="24462" y="126867"/>
                      <a:pt x="18560" y="120783"/>
                    </a:cubicBezTo>
                    <a:cubicBezTo>
                      <a:pt x="12668" y="114699"/>
                      <a:pt x="8097" y="107343"/>
                      <a:pt x="4866" y="98715"/>
                    </a:cubicBezTo>
                    <a:cubicBezTo>
                      <a:pt x="1625" y="90088"/>
                      <a:pt x="0" y="80390"/>
                      <a:pt x="0" y="69642"/>
                    </a:cubicBezTo>
                    <a:cubicBezTo>
                      <a:pt x="0" y="58986"/>
                      <a:pt x="1625" y="49335"/>
                      <a:pt x="4866" y="40698"/>
                    </a:cubicBezTo>
                    <a:cubicBezTo>
                      <a:pt x="8097" y="32070"/>
                      <a:pt x="12668" y="24751"/>
                      <a:pt x="18560" y="18759"/>
                    </a:cubicBezTo>
                    <a:cubicBezTo>
                      <a:pt x="24462" y="12776"/>
                      <a:pt x="31580" y="8149"/>
                      <a:pt x="39914" y="4895"/>
                    </a:cubicBezTo>
                    <a:cubicBezTo>
                      <a:pt x="48258" y="1632"/>
                      <a:pt x="57524" y="0"/>
                      <a:pt x="67731" y="0"/>
                    </a:cubicBezTo>
                    <a:close/>
                    <a:moveTo>
                      <a:pt x="67731" y="114570"/>
                    </a:moveTo>
                    <a:cubicBezTo>
                      <a:pt x="79078" y="114570"/>
                      <a:pt x="87479" y="110791"/>
                      <a:pt x="92934" y="103214"/>
                    </a:cubicBezTo>
                    <a:cubicBezTo>
                      <a:pt x="98389" y="95637"/>
                      <a:pt x="101126" y="84529"/>
                      <a:pt x="101126" y="69900"/>
                    </a:cubicBezTo>
                    <a:cubicBezTo>
                      <a:pt x="101126" y="55281"/>
                      <a:pt x="98389" y="44136"/>
                      <a:pt x="92934" y="36476"/>
                    </a:cubicBezTo>
                    <a:cubicBezTo>
                      <a:pt x="87479" y="28807"/>
                      <a:pt x="79078" y="24971"/>
                      <a:pt x="67731" y="24971"/>
                    </a:cubicBezTo>
                    <a:cubicBezTo>
                      <a:pt x="56194" y="24971"/>
                      <a:pt x="47679" y="28824"/>
                      <a:pt x="42176" y="36540"/>
                    </a:cubicBezTo>
                    <a:cubicBezTo>
                      <a:pt x="36674" y="44246"/>
                      <a:pt x="33927" y="55372"/>
                      <a:pt x="33927" y="69900"/>
                    </a:cubicBezTo>
                    <a:cubicBezTo>
                      <a:pt x="33927" y="84446"/>
                      <a:pt x="36674" y="95526"/>
                      <a:pt x="42176" y="103140"/>
                    </a:cubicBezTo>
                    <a:cubicBezTo>
                      <a:pt x="47679" y="110763"/>
                      <a:pt x="56194" y="114570"/>
                      <a:pt x="67731" y="114570"/>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2" name="Google Shape;2582;p90"/>
              <p:cNvSpPr/>
              <p:nvPr/>
            </p:nvSpPr>
            <p:spPr>
              <a:xfrm>
                <a:off x="7111172" y="3386122"/>
                <a:ext cx="118953" cy="137697"/>
              </a:xfrm>
              <a:custGeom>
                <a:rect b="b" l="l" r="r" t="t"/>
                <a:pathLst>
                  <a:path extrusionOk="0" h="137697" w="118953">
                    <a:moveTo>
                      <a:pt x="32863" y="0"/>
                    </a:moveTo>
                    <a:lnTo>
                      <a:pt x="32863" y="86169"/>
                    </a:lnTo>
                    <a:cubicBezTo>
                      <a:pt x="32863" y="94447"/>
                      <a:pt x="34792" y="100853"/>
                      <a:pt x="38650" y="105389"/>
                    </a:cubicBezTo>
                    <a:cubicBezTo>
                      <a:pt x="42518" y="109933"/>
                      <a:pt x="48296" y="112201"/>
                      <a:pt x="56023" y="112201"/>
                    </a:cubicBezTo>
                    <a:cubicBezTo>
                      <a:pt x="61686" y="112201"/>
                      <a:pt x="67018" y="110947"/>
                      <a:pt x="71979" y="108431"/>
                    </a:cubicBezTo>
                    <a:cubicBezTo>
                      <a:pt x="76949" y="105914"/>
                      <a:pt x="81653" y="102466"/>
                      <a:pt x="86091" y="98060"/>
                    </a:cubicBezTo>
                    <a:lnTo>
                      <a:pt x="86091" y="0"/>
                    </a:lnTo>
                    <a:lnTo>
                      <a:pt x="118954" y="0"/>
                    </a:lnTo>
                    <a:lnTo>
                      <a:pt x="118954" y="135586"/>
                    </a:lnTo>
                    <a:lnTo>
                      <a:pt x="98854" y="135586"/>
                    </a:lnTo>
                    <a:cubicBezTo>
                      <a:pt x="94597" y="135586"/>
                      <a:pt x="91803" y="133605"/>
                      <a:pt x="90482" y="129641"/>
                    </a:cubicBezTo>
                    <a:lnTo>
                      <a:pt x="88211" y="118801"/>
                    </a:lnTo>
                    <a:cubicBezTo>
                      <a:pt x="85379" y="121621"/>
                      <a:pt x="82451" y="124203"/>
                      <a:pt x="79439" y="126534"/>
                    </a:cubicBezTo>
                    <a:cubicBezTo>
                      <a:pt x="76417" y="128867"/>
                      <a:pt x="73195" y="130857"/>
                      <a:pt x="69793" y="132480"/>
                    </a:cubicBezTo>
                    <a:cubicBezTo>
                      <a:pt x="66372" y="134112"/>
                      <a:pt x="62694" y="135393"/>
                      <a:pt x="58750" y="136315"/>
                    </a:cubicBezTo>
                    <a:cubicBezTo>
                      <a:pt x="54797" y="137236"/>
                      <a:pt x="50558" y="137698"/>
                      <a:pt x="46044" y="137698"/>
                    </a:cubicBezTo>
                    <a:cubicBezTo>
                      <a:pt x="38593" y="137698"/>
                      <a:pt x="31998" y="136443"/>
                      <a:pt x="26286" y="133936"/>
                    </a:cubicBezTo>
                    <a:cubicBezTo>
                      <a:pt x="20556" y="131429"/>
                      <a:pt x="15747" y="127880"/>
                      <a:pt x="11841" y="123299"/>
                    </a:cubicBezTo>
                    <a:cubicBezTo>
                      <a:pt x="7945" y="118718"/>
                      <a:pt x="4999" y="113270"/>
                      <a:pt x="3003" y="106983"/>
                    </a:cubicBezTo>
                    <a:cubicBezTo>
                      <a:pt x="1007" y="100678"/>
                      <a:pt x="0" y="93746"/>
                      <a:pt x="0" y="86169"/>
                    </a:cubicBezTo>
                    <a:lnTo>
                      <a:pt x="0" y="0"/>
                    </a:lnTo>
                    <a:lnTo>
                      <a:pt x="32863" y="0"/>
                    </a:ln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3" name="Google Shape;2583;p90"/>
              <p:cNvSpPr/>
              <p:nvPr/>
            </p:nvSpPr>
            <p:spPr>
              <a:xfrm>
                <a:off x="7253267" y="3384010"/>
                <a:ext cx="101914" cy="139809"/>
              </a:xfrm>
              <a:custGeom>
                <a:rect b="b" l="l" r="r" t="t"/>
                <a:pathLst>
                  <a:path extrusionOk="0" h="139809" w="101914">
                    <a:moveTo>
                      <a:pt x="93000" y="28548"/>
                    </a:moveTo>
                    <a:cubicBezTo>
                      <a:pt x="92117" y="29950"/>
                      <a:pt x="91185" y="30945"/>
                      <a:pt x="90206" y="31517"/>
                    </a:cubicBezTo>
                    <a:cubicBezTo>
                      <a:pt x="89237" y="32088"/>
                      <a:pt x="87992" y="32374"/>
                      <a:pt x="86491" y="32374"/>
                    </a:cubicBezTo>
                    <a:cubicBezTo>
                      <a:pt x="84884" y="32374"/>
                      <a:pt x="83174" y="31940"/>
                      <a:pt x="81368" y="31056"/>
                    </a:cubicBezTo>
                    <a:cubicBezTo>
                      <a:pt x="79544" y="30170"/>
                      <a:pt x="77443" y="29184"/>
                      <a:pt x="75048" y="28087"/>
                    </a:cubicBezTo>
                    <a:cubicBezTo>
                      <a:pt x="72654" y="26981"/>
                      <a:pt x="69926" y="25986"/>
                      <a:pt x="66856" y="25101"/>
                    </a:cubicBezTo>
                    <a:cubicBezTo>
                      <a:pt x="63796" y="24234"/>
                      <a:pt x="60185" y="23791"/>
                      <a:pt x="56023" y="23791"/>
                    </a:cubicBezTo>
                    <a:cubicBezTo>
                      <a:pt x="49541" y="23791"/>
                      <a:pt x="44438" y="25156"/>
                      <a:pt x="40713" y="27884"/>
                    </a:cubicBezTo>
                    <a:cubicBezTo>
                      <a:pt x="36997" y="30613"/>
                      <a:pt x="35134" y="34180"/>
                      <a:pt x="35134" y="38586"/>
                    </a:cubicBezTo>
                    <a:cubicBezTo>
                      <a:pt x="35134" y="41490"/>
                      <a:pt x="36075" y="43942"/>
                      <a:pt x="37985" y="45915"/>
                    </a:cubicBezTo>
                    <a:cubicBezTo>
                      <a:pt x="39895" y="47906"/>
                      <a:pt x="42423" y="49639"/>
                      <a:pt x="45569" y="51142"/>
                    </a:cubicBezTo>
                    <a:cubicBezTo>
                      <a:pt x="48715" y="52644"/>
                      <a:pt x="52288" y="53981"/>
                      <a:pt x="56279" y="55170"/>
                    </a:cubicBezTo>
                    <a:cubicBezTo>
                      <a:pt x="60271" y="56359"/>
                      <a:pt x="64357" y="57658"/>
                      <a:pt x="68520" y="59069"/>
                    </a:cubicBezTo>
                    <a:cubicBezTo>
                      <a:pt x="72692" y="60480"/>
                      <a:pt x="76769" y="62083"/>
                      <a:pt x="80760" y="63890"/>
                    </a:cubicBezTo>
                    <a:cubicBezTo>
                      <a:pt x="84751" y="65697"/>
                      <a:pt x="88325" y="67992"/>
                      <a:pt x="91470" y="70767"/>
                    </a:cubicBezTo>
                    <a:cubicBezTo>
                      <a:pt x="94616" y="73541"/>
                      <a:pt x="97153" y="76869"/>
                      <a:pt x="99054" y="80740"/>
                    </a:cubicBezTo>
                    <a:cubicBezTo>
                      <a:pt x="100964" y="84621"/>
                      <a:pt x="101914" y="89295"/>
                      <a:pt x="101914" y="94752"/>
                    </a:cubicBezTo>
                    <a:cubicBezTo>
                      <a:pt x="101914" y="101268"/>
                      <a:pt x="100717" y="107288"/>
                      <a:pt x="98322" y="112782"/>
                    </a:cubicBezTo>
                    <a:cubicBezTo>
                      <a:pt x="95928" y="118295"/>
                      <a:pt x="92430" y="123051"/>
                      <a:pt x="87812" y="127061"/>
                    </a:cubicBezTo>
                    <a:cubicBezTo>
                      <a:pt x="83202" y="131071"/>
                      <a:pt x="77510" y="134195"/>
                      <a:pt x="70724" y="136444"/>
                    </a:cubicBezTo>
                    <a:cubicBezTo>
                      <a:pt x="63939" y="138684"/>
                      <a:pt x="56146" y="139809"/>
                      <a:pt x="47375" y="139809"/>
                    </a:cubicBezTo>
                    <a:cubicBezTo>
                      <a:pt x="42670" y="139809"/>
                      <a:pt x="38071" y="139394"/>
                      <a:pt x="33595" y="138555"/>
                    </a:cubicBezTo>
                    <a:cubicBezTo>
                      <a:pt x="29119" y="137717"/>
                      <a:pt x="24823" y="136555"/>
                      <a:pt x="20689" y="135053"/>
                    </a:cubicBezTo>
                    <a:cubicBezTo>
                      <a:pt x="16565" y="133559"/>
                      <a:pt x="12754" y="131798"/>
                      <a:pt x="9247" y="129771"/>
                    </a:cubicBezTo>
                    <a:cubicBezTo>
                      <a:pt x="5750" y="127742"/>
                      <a:pt x="2671" y="125539"/>
                      <a:pt x="0" y="123162"/>
                    </a:cubicBezTo>
                    <a:lnTo>
                      <a:pt x="7584" y="110736"/>
                    </a:lnTo>
                    <a:cubicBezTo>
                      <a:pt x="8563" y="109243"/>
                      <a:pt x="9722" y="108100"/>
                      <a:pt x="11043" y="107307"/>
                    </a:cubicBezTo>
                    <a:cubicBezTo>
                      <a:pt x="12373" y="106514"/>
                      <a:pt x="14065" y="106108"/>
                      <a:pt x="16108" y="106108"/>
                    </a:cubicBezTo>
                    <a:cubicBezTo>
                      <a:pt x="18142" y="106108"/>
                      <a:pt x="20071" y="106689"/>
                      <a:pt x="21886" y="107832"/>
                    </a:cubicBezTo>
                    <a:cubicBezTo>
                      <a:pt x="23702" y="108984"/>
                      <a:pt x="25811" y="110210"/>
                      <a:pt x="28206" y="111529"/>
                    </a:cubicBezTo>
                    <a:cubicBezTo>
                      <a:pt x="30601" y="112856"/>
                      <a:pt x="33423" y="114091"/>
                      <a:pt x="36664" y="115234"/>
                    </a:cubicBezTo>
                    <a:cubicBezTo>
                      <a:pt x="39895" y="116377"/>
                      <a:pt x="43992" y="116949"/>
                      <a:pt x="48971" y="116949"/>
                    </a:cubicBezTo>
                    <a:cubicBezTo>
                      <a:pt x="52868" y="116949"/>
                      <a:pt x="56213" y="116488"/>
                      <a:pt x="59007" y="115566"/>
                    </a:cubicBezTo>
                    <a:cubicBezTo>
                      <a:pt x="61801" y="114644"/>
                      <a:pt x="64110" y="113427"/>
                      <a:pt x="65935" y="111934"/>
                    </a:cubicBezTo>
                    <a:cubicBezTo>
                      <a:pt x="67740" y="110432"/>
                      <a:pt x="69080" y="108689"/>
                      <a:pt x="69926" y="106707"/>
                    </a:cubicBezTo>
                    <a:cubicBezTo>
                      <a:pt x="70762" y="104726"/>
                      <a:pt x="71181" y="102680"/>
                      <a:pt x="71181" y="100559"/>
                    </a:cubicBezTo>
                    <a:cubicBezTo>
                      <a:pt x="71181" y="97388"/>
                      <a:pt x="70230" y="94788"/>
                      <a:pt x="68329" y="92770"/>
                    </a:cubicBezTo>
                    <a:cubicBezTo>
                      <a:pt x="66419" y="90742"/>
                      <a:pt x="63892" y="88981"/>
                      <a:pt x="60736" y="87488"/>
                    </a:cubicBezTo>
                    <a:cubicBezTo>
                      <a:pt x="57591" y="85985"/>
                      <a:pt x="53998" y="84639"/>
                      <a:pt x="49960" y="83451"/>
                    </a:cubicBezTo>
                    <a:cubicBezTo>
                      <a:pt x="45920" y="82262"/>
                      <a:pt x="41806" y="80962"/>
                      <a:pt x="37586" y="79552"/>
                    </a:cubicBezTo>
                    <a:cubicBezTo>
                      <a:pt x="33376" y="78141"/>
                      <a:pt x="29251" y="76491"/>
                      <a:pt x="25222" y="74602"/>
                    </a:cubicBezTo>
                    <a:cubicBezTo>
                      <a:pt x="21183" y="72703"/>
                      <a:pt x="17591" y="70306"/>
                      <a:pt x="14445" y="67393"/>
                    </a:cubicBezTo>
                    <a:cubicBezTo>
                      <a:pt x="11290" y="64489"/>
                      <a:pt x="8762" y="60921"/>
                      <a:pt x="6852" y="56691"/>
                    </a:cubicBezTo>
                    <a:cubicBezTo>
                      <a:pt x="4952" y="52460"/>
                      <a:pt x="3992" y="47353"/>
                      <a:pt x="3992" y="41362"/>
                    </a:cubicBezTo>
                    <a:cubicBezTo>
                      <a:pt x="3992" y="35812"/>
                      <a:pt x="5103" y="30521"/>
                      <a:pt x="7327" y="25507"/>
                    </a:cubicBezTo>
                    <a:cubicBezTo>
                      <a:pt x="9532" y="20483"/>
                      <a:pt x="12801" y="16104"/>
                      <a:pt x="17097" y="12362"/>
                    </a:cubicBezTo>
                    <a:cubicBezTo>
                      <a:pt x="21402" y="8610"/>
                      <a:pt x="26771" y="5614"/>
                      <a:pt x="33195" y="3365"/>
                    </a:cubicBezTo>
                    <a:cubicBezTo>
                      <a:pt x="39629" y="1116"/>
                      <a:pt x="47052" y="0"/>
                      <a:pt x="55481" y="0"/>
                    </a:cubicBezTo>
                    <a:cubicBezTo>
                      <a:pt x="64880" y="0"/>
                      <a:pt x="73452" y="1540"/>
                      <a:pt x="81159" y="4619"/>
                    </a:cubicBezTo>
                    <a:cubicBezTo>
                      <a:pt x="88886" y="7716"/>
                      <a:pt x="95310" y="11762"/>
                      <a:pt x="100461" y="16787"/>
                    </a:cubicBezTo>
                    <a:lnTo>
                      <a:pt x="93000" y="28549"/>
                    </a:ln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4" name="Google Shape;2584;p90"/>
              <p:cNvSpPr/>
              <p:nvPr/>
            </p:nvSpPr>
            <p:spPr>
              <a:xfrm>
                <a:off x="7372354" y="3384010"/>
                <a:ext cx="124665" cy="139680"/>
              </a:xfrm>
              <a:custGeom>
                <a:rect b="b" l="l" r="r" t="t"/>
                <a:pathLst>
                  <a:path extrusionOk="0" h="139680" w="124665">
                    <a:moveTo>
                      <a:pt x="65593" y="0"/>
                    </a:moveTo>
                    <a:cubicBezTo>
                      <a:pt x="74193" y="0"/>
                      <a:pt x="82110" y="1365"/>
                      <a:pt x="89341" y="4102"/>
                    </a:cubicBezTo>
                    <a:cubicBezTo>
                      <a:pt x="96574" y="6831"/>
                      <a:pt x="102798" y="10813"/>
                      <a:pt x="108035" y="16049"/>
                    </a:cubicBezTo>
                    <a:cubicBezTo>
                      <a:pt x="113262" y="21303"/>
                      <a:pt x="117348" y="27728"/>
                      <a:pt x="120275" y="35352"/>
                    </a:cubicBezTo>
                    <a:cubicBezTo>
                      <a:pt x="123193" y="42965"/>
                      <a:pt x="124666" y="51667"/>
                      <a:pt x="124666" y="61447"/>
                    </a:cubicBezTo>
                    <a:cubicBezTo>
                      <a:pt x="124666" y="63917"/>
                      <a:pt x="124552" y="65964"/>
                      <a:pt x="124333" y="67596"/>
                    </a:cubicBezTo>
                    <a:cubicBezTo>
                      <a:pt x="124105" y="69218"/>
                      <a:pt x="123706" y="70499"/>
                      <a:pt x="123136" y="71430"/>
                    </a:cubicBezTo>
                    <a:cubicBezTo>
                      <a:pt x="122556" y="72352"/>
                      <a:pt x="121777" y="73016"/>
                      <a:pt x="120798" y="73403"/>
                    </a:cubicBezTo>
                    <a:cubicBezTo>
                      <a:pt x="119828" y="73809"/>
                      <a:pt x="118583" y="74002"/>
                      <a:pt x="117082" y="74002"/>
                    </a:cubicBezTo>
                    <a:lnTo>
                      <a:pt x="32730" y="74002"/>
                    </a:lnTo>
                    <a:cubicBezTo>
                      <a:pt x="33699" y="87931"/>
                      <a:pt x="37472" y="98144"/>
                      <a:pt x="44029" y="104661"/>
                    </a:cubicBezTo>
                    <a:cubicBezTo>
                      <a:pt x="50606" y="111179"/>
                      <a:pt x="59292" y="114442"/>
                      <a:pt x="70107" y="114442"/>
                    </a:cubicBezTo>
                    <a:cubicBezTo>
                      <a:pt x="75438" y="114442"/>
                      <a:pt x="80019" y="113823"/>
                      <a:pt x="83886" y="112589"/>
                    </a:cubicBezTo>
                    <a:cubicBezTo>
                      <a:pt x="87745" y="111363"/>
                      <a:pt x="91109" y="109999"/>
                      <a:pt x="93998" y="108487"/>
                    </a:cubicBezTo>
                    <a:cubicBezTo>
                      <a:pt x="96878" y="106993"/>
                      <a:pt x="99396" y="105629"/>
                      <a:pt x="101582" y="104394"/>
                    </a:cubicBezTo>
                    <a:cubicBezTo>
                      <a:pt x="103758" y="103158"/>
                      <a:pt x="105858" y="102550"/>
                      <a:pt x="107902" y="102550"/>
                    </a:cubicBezTo>
                    <a:cubicBezTo>
                      <a:pt x="109232" y="102550"/>
                      <a:pt x="110382" y="102808"/>
                      <a:pt x="111351" y="103343"/>
                    </a:cubicBezTo>
                    <a:cubicBezTo>
                      <a:pt x="112330" y="103868"/>
                      <a:pt x="113176" y="104615"/>
                      <a:pt x="113889" y="105592"/>
                    </a:cubicBezTo>
                    <a:lnTo>
                      <a:pt x="123468" y="117483"/>
                    </a:lnTo>
                    <a:cubicBezTo>
                      <a:pt x="119828" y="121705"/>
                      <a:pt x="115742" y="125254"/>
                      <a:pt x="111228" y="128121"/>
                    </a:cubicBezTo>
                    <a:cubicBezTo>
                      <a:pt x="106704" y="130978"/>
                      <a:pt x="101981" y="133264"/>
                      <a:pt x="97049" y="134988"/>
                    </a:cubicBezTo>
                    <a:cubicBezTo>
                      <a:pt x="92136" y="136712"/>
                      <a:pt x="87127" y="137910"/>
                      <a:pt x="82014" y="138630"/>
                    </a:cubicBezTo>
                    <a:cubicBezTo>
                      <a:pt x="76920" y="139330"/>
                      <a:pt x="71979" y="139680"/>
                      <a:pt x="67189" y="139680"/>
                    </a:cubicBezTo>
                    <a:cubicBezTo>
                      <a:pt x="57695" y="139680"/>
                      <a:pt x="48866" y="138113"/>
                      <a:pt x="40713" y="134988"/>
                    </a:cubicBezTo>
                    <a:cubicBezTo>
                      <a:pt x="32549" y="131864"/>
                      <a:pt x="25450" y="127236"/>
                      <a:pt x="19415" y="121115"/>
                    </a:cubicBezTo>
                    <a:cubicBezTo>
                      <a:pt x="13390" y="114994"/>
                      <a:pt x="8648" y="107417"/>
                      <a:pt x="5179" y="98384"/>
                    </a:cubicBezTo>
                    <a:cubicBezTo>
                      <a:pt x="1730" y="89350"/>
                      <a:pt x="0" y="78897"/>
                      <a:pt x="0" y="66997"/>
                    </a:cubicBezTo>
                    <a:cubicBezTo>
                      <a:pt x="0" y="57751"/>
                      <a:pt x="1511" y="49049"/>
                      <a:pt x="4524" y="40900"/>
                    </a:cubicBezTo>
                    <a:cubicBezTo>
                      <a:pt x="7536" y="32752"/>
                      <a:pt x="11860" y="25654"/>
                      <a:pt x="17486" y="19625"/>
                    </a:cubicBezTo>
                    <a:cubicBezTo>
                      <a:pt x="23122" y="13597"/>
                      <a:pt x="30002" y="8804"/>
                      <a:pt x="38109" y="5282"/>
                    </a:cubicBezTo>
                    <a:cubicBezTo>
                      <a:pt x="46234" y="1761"/>
                      <a:pt x="55395" y="0"/>
                      <a:pt x="65593" y="0"/>
                    </a:cubicBezTo>
                    <a:close/>
                    <a:moveTo>
                      <a:pt x="66248" y="23387"/>
                    </a:moveTo>
                    <a:cubicBezTo>
                      <a:pt x="56669" y="23387"/>
                      <a:pt x="49180" y="26078"/>
                      <a:pt x="43773" y="31452"/>
                    </a:cubicBezTo>
                    <a:cubicBezTo>
                      <a:pt x="38365" y="36826"/>
                      <a:pt x="34896" y="44440"/>
                      <a:pt x="33395" y="54312"/>
                    </a:cubicBezTo>
                    <a:lnTo>
                      <a:pt x="95120" y="54312"/>
                    </a:lnTo>
                    <a:cubicBezTo>
                      <a:pt x="95120" y="50082"/>
                      <a:pt x="94549" y="46099"/>
                      <a:pt x="93399" y="42356"/>
                    </a:cubicBezTo>
                    <a:cubicBezTo>
                      <a:pt x="92250" y="38614"/>
                      <a:pt x="90473" y="35333"/>
                      <a:pt x="88078" y="32512"/>
                    </a:cubicBezTo>
                    <a:cubicBezTo>
                      <a:pt x="85683" y="29691"/>
                      <a:pt x="82670" y="27461"/>
                      <a:pt x="79030" y="25838"/>
                    </a:cubicBezTo>
                    <a:cubicBezTo>
                      <a:pt x="75391" y="24207"/>
                      <a:pt x="71133" y="23387"/>
                      <a:pt x="66248" y="23387"/>
                    </a:cubicBezTo>
                    <a:close/>
                  </a:path>
                </a:pathLst>
              </a:custGeom>
              <a:solidFill>
                <a:srgbClr val="00153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sp>
            <p:nvSpPr>
              <p:cNvPr id="2585" name="Google Shape;2585;p90"/>
              <p:cNvSpPr/>
              <p:nvPr/>
            </p:nvSpPr>
            <p:spPr>
              <a:xfrm>
                <a:off x="4699000" y="3079749"/>
                <a:ext cx="582427" cy="696135"/>
              </a:xfrm>
              <a:custGeom>
                <a:rect b="b" l="l" r="r" t="t"/>
                <a:pathLst>
                  <a:path extrusionOk="0" h="696135" w="582427">
                    <a:moveTo>
                      <a:pt x="575612" y="229413"/>
                    </a:moveTo>
                    <a:lnTo>
                      <a:pt x="303375" y="4281"/>
                    </a:lnTo>
                    <a:cubicBezTo>
                      <a:pt x="296292" y="-1427"/>
                      <a:pt x="286135" y="-1427"/>
                      <a:pt x="279052" y="4281"/>
                    </a:cubicBezTo>
                    <a:lnTo>
                      <a:pt x="6816" y="229413"/>
                    </a:lnTo>
                    <a:cubicBezTo>
                      <a:pt x="2539" y="232997"/>
                      <a:pt x="0" y="238307"/>
                      <a:pt x="0" y="243881"/>
                    </a:cubicBezTo>
                    <a:lnTo>
                      <a:pt x="0" y="582242"/>
                    </a:lnTo>
                    <a:cubicBezTo>
                      <a:pt x="0" y="592596"/>
                      <a:pt x="8420" y="601091"/>
                      <a:pt x="18978" y="601091"/>
                    </a:cubicBezTo>
                    <a:lnTo>
                      <a:pt x="100635" y="601091"/>
                    </a:lnTo>
                    <a:lnTo>
                      <a:pt x="100635" y="614234"/>
                    </a:lnTo>
                    <a:cubicBezTo>
                      <a:pt x="100635" y="667463"/>
                      <a:pt x="198864" y="696135"/>
                      <a:pt x="291214" y="696135"/>
                    </a:cubicBezTo>
                    <a:cubicBezTo>
                      <a:pt x="383563" y="696135"/>
                      <a:pt x="481792" y="667463"/>
                      <a:pt x="481792" y="614234"/>
                    </a:cubicBezTo>
                    <a:lnTo>
                      <a:pt x="481792" y="601091"/>
                    </a:lnTo>
                    <a:lnTo>
                      <a:pt x="563450" y="601091"/>
                    </a:lnTo>
                    <a:cubicBezTo>
                      <a:pt x="574008" y="601091"/>
                      <a:pt x="582427" y="592596"/>
                      <a:pt x="582427" y="582242"/>
                    </a:cubicBezTo>
                    <a:lnTo>
                      <a:pt x="582427" y="243881"/>
                    </a:lnTo>
                    <a:cubicBezTo>
                      <a:pt x="582427" y="238307"/>
                      <a:pt x="579888" y="232997"/>
                      <a:pt x="575612" y="229413"/>
                    </a:cubicBezTo>
                    <a:close/>
                    <a:moveTo>
                      <a:pt x="451722" y="432641"/>
                    </a:moveTo>
                    <a:cubicBezTo>
                      <a:pt x="451722" y="453881"/>
                      <a:pt x="389176" y="484544"/>
                      <a:pt x="291214" y="484544"/>
                    </a:cubicBezTo>
                    <a:cubicBezTo>
                      <a:pt x="193252" y="484544"/>
                      <a:pt x="130705" y="453881"/>
                      <a:pt x="130705" y="432641"/>
                    </a:cubicBezTo>
                    <a:lnTo>
                      <a:pt x="130705" y="387509"/>
                    </a:lnTo>
                    <a:cubicBezTo>
                      <a:pt x="166923" y="411270"/>
                      <a:pt x="230405" y="423615"/>
                      <a:pt x="291214" y="423615"/>
                    </a:cubicBezTo>
                    <a:cubicBezTo>
                      <a:pt x="352022" y="423615"/>
                      <a:pt x="415504" y="411270"/>
                      <a:pt x="451722" y="387509"/>
                    </a:cubicBezTo>
                    <a:lnTo>
                      <a:pt x="451722" y="432641"/>
                    </a:lnTo>
                    <a:close/>
                    <a:moveTo>
                      <a:pt x="130705" y="523305"/>
                    </a:moveTo>
                    <a:lnTo>
                      <a:pt x="130705" y="478304"/>
                    </a:lnTo>
                    <a:cubicBezTo>
                      <a:pt x="166923" y="502199"/>
                      <a:pt x="230405" y="514677"/>
                      <a:pt x="291214" y="514677"/>
                    </a:cubicBezTo>
                    <a:cubicBezTo>
                      <a:pt x="352022" y="514677"/>
                      <a:pt x="415504" y="502199"/>
                      <a:pt x="451722" y="478304"/>
                    </a:cubicBezTo>
                    <a:lnTo>
                      <a:pt x="451722" y="523305"/>
                    </a:lnTo>
                    <a:cubicBezTo>
                      <a:pt x="451722" y="536181"/>
                      <a:pt x="428736" y="552508"/>
                      <a:pt x="388776" y="563393"/>
                    </a:cubicBezTo>
                    <a:cubicBezTo>
                      <a:pt x="362847" y="570428"/>
                      <a:pt x="329837" y="575207"/>
                      <a:pt x="291214" y="575207"/>
                    </a:cubicBezTo>
                    <a:cubicBezTo>
                      <a:pt x="252590" y="575207"/>
                      <a:pt x="219580" y="570428"/>
                      <a:pt x="193653" y="563393"/>
                    </a:cubicBezTo>
                    <a:cubicBezTo>
                      <a:pt x="153693" y="552508"/>
                      <a:pt x="130705" y="536181"/>
                      <a:pt x="130705" y="523305"/>
                    </a:cubicBezTo>
                    <a:close/>
                    <a:moveTo>
                      <a:pt x="291214" y="393747"/>
                    </a:moveTo>
                    <a:cubicBezTo>
                      <a:pt x="193252" y="393747"/>
                      <a:pt x="130705" y="362819"/>
                      <a:pt x="130705" y="341713"/>
                    </a:cubicBezTo>
                    <a:cubicBezTo>
                      <a:pt x="130705" y="320607"/>
                      <a:pt x="193252" y="289811"/>
                      <a:pt x="291214" y="289811"/>
                    </a:cubicBezTo>
                    <a:cubicBezTo>
                      <a:pt x="389176" y="289811"/>
                      <a:pt x="451722" y="320607"/>
                      <a:pt x="451722" y="341713"/>
                    </a:cubicBezTo>
                    <a:cubicBezTo>
                      <a:pt x="451722" y="362819"/>
                      <a:pt x="389176" y="393747"/>
                      <a:pt x="291214" y="393747"/>
                    </a:cubicBezTo>
                    <a:close/>
                    <a:moveTo>
                      <a:pt x="451722" y="614234"/>
                    </a:moveTo>
                    <a:cubicBezTo>
                      <a:pt x="451722" y="635340"/>
                      <a:pt x="389176" y="666136"/>
                      <a:pt x="291214" y="666136"/>
                    </a:cubicBezTo>
                    <a:cubicBezTo>
                      <a:pt x="193252" y="666136"/>
                      <a:pt x="130705" y="635340"/>
                      <a:pt x="130705" y="614234"/>
                    </a:cubicBezTo>
                    <a:lnTo>
                      <a:pt x="130705" y="568968"/>
                    </a:lnTo>
                    <a:cubicBezTo>
                      <a:pt x="142733" y="576933"/>
                      <a:pt x="157969" y="583569"/>
                      <a:pt x="174942" y="588880"/>
                    </a:cubicBezTo>
                    <a:cubicBezTo>
                      <a:pt x="179219" y="590207"/>
                      <a:pt x="183495" y="591534"/>
                      <a:pt x="188039" y="592729"/>
                    </a:cubicBezTo>
                    <a:cubicBezTo>
                      <a:pt x="192450" y="593923"/>
                      <a:pt x="197127" y="594985"/>
                      <a:pt x="201805" y="596047"/>
                    </a:cubicBezTo>
                    <a:cubicBezTo>
                      <a:pt x="211160" y="598039"/>
                      <a:pt x="220782" y="599764"/>
                      <a:pt x="230672" y="601091"/>
                    </a:cubicBezTo>
                    <a:lnTo>
                      <a:pt x="230939" y="601091"/>
                    </a:lnTo>
                    <a:cubicBezTo>
                      <a:pt x="235751" y="601756"/>
                      <a:pt x="240695" y="602419"/>
                      <a:pt x="245641" y="602950"/>
                    </a:cubicBezTo>
                    <a:cubicBezTo>
                      <a:pt x="250719" y="603348"/>
                      <a:pt x="255797" y="603747"/>
                      <a:pt x="260876" y="604145"/>
                    </a:cubicBezTo>
                    <a:cubicBezTo>
                      <a:pt x="265688" y="604543"/>
                      <a:pt x="270766" y="604809"/>
                      <a:pt x="275577" y="604942"/>
                    </a:cubicBezTo>
                    <a:lnTo>
                      <a:pt x="275845" y="604942"/>
                    </a:lnTo>
                    <a:cubicBezTo>
                      <a:pt x="281056" y="605074"/>
                      <a:pt x="286135" y="605207"/>
                      <a:pt x="291214" y="605207"/>
                    </a:cubicBezTo>
                    <a:cubicBezTo>
                      <a:pt x="296292" y="605207"/>
                      <a:pt x="301371" y="605207"/>
                      <a:pt x="306583" y="604942"/>
                    </a:cubicBezTo>
                    <a:lnTo>
                      <a:pt x="306851" y="604942"/>
                    </a:lnTo>
                    <a:cubicBezTo>
                      <a:pt x="311661" y="604809"/>
                      <a:pt x="316740" y="604543"/>
                      <a:pt x="321551" y="604145"/>
                    </a:cubicBezTo>
                    <a:cubicBezTo>
                      <a:pt x="326630" y="603747"/>
                      <a:pt x="331709" y="603348"/>
                      <a:pt x="336787" y="602950"/>
                    </a:cubicBezTo>
                    <a:cubicBezTo>
                      <a:pt x="341732" y="602419"/>
                      <a:pt x="346676" y="601756"/>
                      <a:pt x="351488" y="601091"/>
                    </a:cubicBezTo>
                    <a:lnTo>
                      <a:pt x="351755" y="601091"/>
                    </a:lnTo>
                    <a:cubicBezTo>
                      <a:pt x="361645" y="599764"/>
                      <a:pt x="371267" y="598039"/>
                      <a:pt x="380623" y="596047"/>
                    </a:cubicBezTo>
                    <a:cubicBezTo>
                      <a:pt x="385300" y="594985"/>
                      <a:pt x="389978" y="593923"/>
                      <a:pt x="394388" y="592729"/>
                    </a:cubicBezTo>
                    <a:cubicBezTo>
                      <a:pt x="398932" y="591534"/>
                      <a:pt x="403208" y="590207"/>
                      <a:pt x="407486" y="588880"/>
                    </a:cubicBezTo>
                    <a:cubicBezTo>
                      <a:pt x="424458" y="583569"/>
                      <a:pt x="439694" y="576933"/>
                      <a:pt x="451722" y="568968"/>
                    </a:cubicBezTo>
                    <a:lnTo>
                      <a:pt x="451722" y="614234"/>
                    </a:lnTo>
                    <a:close/>
                    <a:moveTo>
                      <a:pt x="544606" y="563393"/>
                    </a:moveTo>
                    <a:lnTo>
                      <a:pt x="481792" y="563393"/>
                    </a:lnTo>
                    <a:lnTo>
                      <a:pt x="481792" y="341713"/>
                    </a:lnTo>
                    <a:cubicBezTo>
                      <a:pt x="481792" y="288482"/>
                      <a:pt x="383563" y="259678"/>
                      <a:pt x="291214" y="259678"/>
                    </a:cubicBezTo>
                    <a:cubicBezTo>
                      <a:pt x="198864" y="259678"/>
                      <a:pt x="100635" y="288482"/>
                      <a:pt x="100635" y="341713"/>
                    </a:cubicBezTo>
                    <a:lnTo>
                      <a:pt x="100635" y="563393"/>
                    </a:lnTo>
                    <a:lnTo>
                      <a:pt x="37822" y="563393"/>
                    </a:lnTo>
                    <a:lnTo>
                      <a:pt x="37822" y="252775"/>
                    </a:lnTo>
                    <a:lnTo>
                      <a:pt x="291214" y="43307"/>
                    </a:lnTo>
                    <a:lnTo>
                      <a:pt x="544606" y="252775"/>
                    </a:lnTo>
                    <a:lnTo>
                      <a:pt x="544606" y="563393"/>
                    </a:lnTo>
                    <a:close/>
                  </a:path>
                </a:pathLst>
              </a:custGeom>
              <a:solidFill>
                <a:srgbClr val="FFFFFF"/>
              </a:solidFill>
              <a:ln>
                <a:noFill/>
              </a:ln>
            </p:spPr>
            <p:txBody>
              <a:bodyPr anchorCtr="0" anchor="ctr" bIns="15075" lIns="30125" spcFirstLastPara="1" rIns="30125" wrap="square" tIns="15075">
                <a:noAutofit/>
              </a:bodyPr>
              <a:lstStyle/>
              <a:p>
                <a:pPr indent="0" lvl="0" marL="0" marR="0" rtl="0" algn="l">
                  <a:spcBef>
                    <a:spcPts val="0"/>
                  </a:spcBef>
                  <a:spcAft>
                    <a:spcPts val="0"/>
                  </a:spcAft>
                  <a:buNone/>
                </a:pPr>
                <a:r>
                  <a:t/>
                </a:r>
                <a:endParaRPr sz="614">
                  <a:solidFill>
                    <a:srgbClr val="262626"/>
                  </a:solidFill>
                  <a:latin typeface="Arial"/>
                  <a:ea typeface="Arial"/>
                  <a:cs typeface="Arial"/>
                  <a:sym typeface="Arial"/>
                </a:endParaRPr>
              </a:p>
            </p:txBody>
          </p:sp>
        </p:grpSp>
        <p:grpSp>
          <p:nvGrpSpPr>
            <p:cNvPr id="2586" name="Google Shape;2586;p90"/>
            <p:cNvGrpSpPr/>
            <p:nvPr/>
          </p:nvGrpSpPr>
          <p:grpSpPr>
            <a:xfrm>
              <a:off x="4242882" y="2497782"/>
              <a:ext cx="1528758" cy="247570"/>
              <a:chOff x="3505200" y="3009900"/>
              <a:chExt cx="5183989" cy="839506"/>
            </a:xfrm>
          </p:grpSpPr>
          <p:sp>
            <p:nvSpPr>
              <p:cNvPr id="2587" name="Google Shape;2587;p90"/>
              <p:cNvSpPr/>
              <p:nvPr/>
            </p:nvSpPr>
            <p:spPr>
              <a:xfrm>
                <a:off x="4543748" y="3013965"/>
                <a:ext cx="167506" cy="250569"/>
              </a:xfrm>
              <a:custGeom>
                <a:rect b="b" l="l" r="r" t="t"/>
                <a:pathLst>
                  <a:path extrusionOk="0" h="250569" w="167506">
                    <a:moveTo>
                      <a:pt x="151733" y="47311"/>
                    </a:moveTo>
                    <a:cubicBezTo>
                      <a:pt x="150476" y="49794"/>
                      <a:pt x="149019" y="51541"/>
                      <a:pt x="147371" y="52553"/>
                    </a:cubicBezTo>
                    <a:cubicBezTo>
                      <a:pt x="145704" y="53583"/>
                      <a:pt x="143732" y="54080"/>
                      <a:pt x="141446" y="54080"/>
                    </a:cubicBezTo>
                    <a:cubicBezTo>
                      <a:pt x="139160" y="54080"/>
                      <a:pt x="136589" y="53215"/>
                      <a:pt x="133731" y="51468"/>
                    </a:cubicBezTo>
                    <a:cubicBezTo>
                      <a:pt x="130874" y="49702"/>
                      <a:pt x="127502" y="47752"/>
                      <a:pt x="123615" y="45618"/>
                    </a:cubicBezTo>
                    <a:cubicBezTo>
                      <a:pt x="119729" y="43466"/>
                      <a:pt x="115186" y="41516"/>
                      <a:pt x="109985" y="39769"/>
                    </a:cubicBezTo>
                    <a:cubicBezTo>
                      <a:pt x="104785" y="38003"/>
                      <a:pt x="98641" y="37138"/>
                      <a:pt x="91554" y="37138"/>
                    </a:cubicBezTo>
                    <a:cubicBezTo>
                      <a:pt x="85154" y="37138"/>
                      <a:pt x="79581" y="37893"/>
                      <a:pt x="74838" y="39419"/>
                    </a:cubicBezTo>
                    <a:cubicBezTo>
                      <a:pt x="70094" y="40946"/>
                      <a:pt x="66094" y="43062"/>
                      <a:pt x="62836" y="45784"/>
                    </a:cubicBezTo>
                    <a:cubicBezTo>
                      <a:pt x="59579" y="48488"/>
                      <a:pt x="57150" y="51744"/>
                      <a:pt x="55550" y="55533"/>
                    </a:cubicBezTo>
                    <a:cubicBezTo>
                      <a:pt x="53950" y="59322"/>
                      <a:pt x="53150" y="63461"/>
                      <a:pt x="53150" y="67986"/>
                    </a:cubicBezTo>
                    <a:cubicBezTo>
                      <a:pt x="53150" y="73743"/>
                      <a:pt x="54778" y="78563"/>
                      <a:pt x="58045" y="82389"/>
                    </a:cubicBezTo>
                    <a:cubicBezTo>
                      <a:pt x="61293" y="86233"/>
                      <a:pt x="65608" y="89526"/>
                      <a:pt x="70980" y="92230"/>
                    </a:cubicBezTo>
                    <a:cubicBezTo>
                      <a:pt x="76352" y="94934"/>
                      <a:pt x="82477" y="97381"/>
                      <a:pt x="89326" y="99514"/>
                    </a:cubicBezTo>
                    <a:cubicBezTo>
                      <a:pt x="96184" y="101667"/>
                      <a:pt x="103184" y="103948"/>
                      <a:pt x="110328" y="106376"/>
                    </a:cubicBezTo>
                    <a:cubicBezTo>
                      <a:pt x="117472" y="108822"/>
                      <a:pt x="124473" y="111637"/>
                      <a:pt x="131331" y="114856"/>
                    </a:cubicBezTo>
                    <a:cubicBezTo>
                      <a:pt x="138189" y="118075"/>
                      <a:pt x="144304" y="122157"/>
                      <a:pt x="149676" y="127069"/>
                    </a:cubicBezTo>
                    <a:cubicBezTo>
                      <a:pt x="155048" y="131980"/>
                      <a:pt x="159363" y="137996"/>
                      <a:pt x="162630" y="145114"/>
                    </a:cubicBezTo>
                    <a:cubicBezTo>
                      <a:pt x="165878" y="152233"/>
                      <a:pt x="167507" y="160878"/>
                      <a:pt x="167507" y="171051"/>
                    </a:cubicBezTo>
                    <a:cubicBezTo>
                      <a:pt x="167507" y="182142"/>
                      <a:pt x="165592" y="192498"/>
                      <a:pt x="161763" y="202173"/>
                    </a:cubicBezTo>
                    <a:cubicBezTo>
                      <a:pt x="157934" y="211831"/>
                      <a:pt x="152333" y="220256"/>
                      <a:pt x="144971" y="227430"/>
                    </a:cubicBezTo>
                    <a:cubicBezTo>
                      <a:pt x="137589" y="234603"/>
                      <a:pt x="128588" y="240250"/>
                      <a:pt x="117967" y="244371"/>
                    </a:cubicBezTo>
                    <a:cubicBezTo>
                      <a:pt x="107328" y="248510"/>
                      <a:pt x="95164" y="250570"/>
                      <a:pt x="81448" y="250570"/>
                    </a:cubicBezTo>
                    <a:cubicBezTo>
                      <a:pt x="73552" y="250570"/>
                      <a:pt x="65780" y="249797"/>
                      <a:pt x="58122" y="248271"/>
                    </a:cubicBezTo>
                    <a:cubicBezTo>
                      <a:pt x="50463" y="246744"/>
                      <a:pt x="43120" y="244573"/>
                      <a:pt x="36090" y="241740"/>
                    </a:cubicBezTo>
                    <a:cubicBezTo>
                      <a:pt x="29070" y="238926"/>
                      <a:pt x="22489" y="235541"/>
                      <a:pt x="16383" y="231587"/>
                    </a:cubicBezTo>
                    <a:cubicBezTo>
                      <a:pt x="10258" y="227632"/>
                      <a:pt x="4801" y="223217"/>
                      <a:pt x="0" y="218361"/>
                    </a:cubicBezTo>
                    <a:lnTo>
                      <a:pt x="13373" y="196490"/>
                    </a:lnTo>
                    <a:cubicBezTo>
                      <a:pt x="14630" y="194908"/>
                      <a:pt x="16145" y="193583"/>
                      <a:pt x="17917" y="192498"/>
                    </a:cubicBezTo>
                    <a:cubicBezTo>
                      <a:pt x="19688" y="191431"/>
                      <a:pt x="21660" y="190898"/>
                      <a:pt x="23832" y="190898"/>
                    </a:cubicBezTo>
                    <a:cubicBezTo>
                      <a:pt x="26689" y="190898"/>
                      <a:pt x="29775" y="192057"/>
                      <a:pt x="33090" y="194374"/>
                    </a:cubicBezTo>
                    <a:cubicBezTo>
                      <a:pt x="36405" y="196692"/>
                      <a:pt x="40319" y="199249"/>
                      <a:pt x="44834" y="202082"/>
                    </a:cubicBezTo>
                    <a:cubicBezTo>
                      <a:pt x="49349" y="204915"/>
                      <a:pt x="54664" y="207471"/>
                      <a:pt x="60779" y="209789"/>
                    </a:cubicBezTo>
                    <a:cubicBezTo>
                      <a:pt x="66894" y="212107"/>
                      <a:pt x="74238" y="213266"/>
                      <a:pt x="82810" y="213266"/>
                    </a:cubicBezTo>
                    <a:cubicBezTo>
                      <a:pt x="95955" y="213266"/>
                      <a:pt x="106128" y="210194"/>
                      <a:pt x="113328" y="204032"/>
                    </a:cubicBezTo>
                    <a:cubicBezTo>
                      <a:pt x="120529" y="197869"/>
                      <a:pt x="124139" y="189022"/>
                      <a:pt x="124139" y="177507"/>
                    </a:cubicBezTo>
                    <a:cubicBezTo>
                      <a:pt x="124139" y="171051"/>
                      <a:pt x="122501" y="165808"/>
                      <a:pt x="119244" y="161743"/>
                    </a:cubicBezTo>
                    <a:cubicBezTo>
                      <a:pt x="115995" y="157659"/>
                      <a:pt x="111671" y="154256"/>
                      <a:pt x="106299" y="151478"/>
                    </a:cubicBezTo>
                    <a:cubicBezTo>
                      <a:pt x="100927" y="148701"/>
                      <a:pt x="94812" y="146365"/>
                      <a:pt x="87954" y="144434"/>
                    </a:cubicBezTo>
                    <a:cubicBezTo>
                      <a:pt x="81096" y="142521"/>
                      <a:pt x="74124" y="140424"/>
                      <a:pt x="67037" y="138161"/>
                    </a:cubicBezTo>
                    <a:cubicBezTo>
                      <a:pt x="59950" y="135917"/>
                      <a:pt x="52978" y="133194"/>
                      <a:pt x="46130" y="130031"/>
                    </a:cubicBezTo>
                    <a:cubicBezTo>
                      <a:pt x="39262" y="126866"/>
                      <a:pt x="33147" y="122746"/>
                      <a:pt x="27775" y="117651"/>
                    </a:cubicBezTo>
                    <a:cubicBezTo>
                      <a:pt x="22403" y="112575"/>
                      <a:pt x="18088" y="106210"/>
                      <a:pt x="14830" y="98595"/>
                    </a:cubicBezTo>
                    <a:cubicBezTo>
                      <a:pt x="11573" y="90960"/>
                      <a:pt x="9944" y="81543"/>
                      <a:pt x="9944" y="70359"/>
                    </a:cubicBezTo>
                    <a:cubicBezTo>
                      <a:pt x="9944" y="61438"/>
                      <a:pt x="11744" y="52737"/>
                      <a:pt x="15345" y="44257"/>
                    </a:cubicBezTo>
                    <a:cubicBezTo>
                      <a:pt x="18955" y="35777"/>
                      <a:pt x="24203" y="28272"/>
                      <a:pt x="31118" y="21706"/>
                    </a:cubicBezTo>
                    <a:cubicBezTo>
                      <a:pt x="38033" y="15157"/>
                      <a:pt x="46520" y="9896"/>
                      <a:pt x="56579" y="5941"/>
                    </a:cubicBezTo>
                    <a:cubicBezTo>
                      <a:pt x="66637" y="1987"/>
                      <a:pt x="78124" y="0"/>
                      <a:pt x="91040" y="0"/>
                    </a:cubicBezTo>
                    <a:cubicBezTo>
                      <a:pt x="105670" y="0"/>
                      <a:pt x="119167" y="2263"/>
                      <a:pt x="131502" y="6788"/>
                    </a:cubicBezTo>
                    <a:cubicBezTo>
                      <a:pt x="143847" y="11313"/>
                      <a:pt x="154362" y="17640"/>
                      <a:pt x="163049" y="25771"/>
                    </a:cubicBezTo>
                    <a:lnTo>
                      <a:pt x="151733" y="4731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88" name="Google Shape;2588;p90"/>
              <p:cNvSpPr/>
              <p:nvPr/>
            </p:nvSpPr>
            <p:spPr>
              <a:xfrm>
                <a:off x="4744173" y="3085170"/>
                <a:ext cx="153276" cy="176641"/>
              </a:xfrm>
              <a:custGeom>
                <a:rect b="b" l="l" r="r" t="t"/>
                <a:pathLst>
                  <a:path extrusionOk="0" h="176641" w="153276">
                    <a:moveTo>
                      <a:pt x="0" y="176642"/>
                    </a:moveTo>
                    <a:lnTo>
                      <a:pt x="0" y="2722"/>
                    </a:lnTo>
                    <a:lnTo>
                      <a:pt x="25898" y="2722"/>
                    </a:lnTo>
                    <a:cubicBezTo>
                      <a:pt x="31375" y="2722"/>
                      <a:pt x="34976" y="5261"/>
                      <a:pt x="36690" y="10338"/>
                    </a:cubicBezTo>
                    <a:lnTo>
                      <a:pt x="39614" y="24078"/>
                    </a:lnTo>
                    <a:cubicBezTo>
                      <a:pt x="43148" y="20455"/>
                      <a:pt x="46891" y="17180"/>
                      <a:pt x="50835" y="14237"/>
                    </a:cubicBezTo>
                    <a:cubicBezTo>
                      <a:pt x="54778" y="11313"/>
                      <a:pt x="58950" y="8756"/>
                      <a:pt x="63351" y="6622"/>
                    </a:cubicBezTo>
                    <a:cubicBezTo>
                      <a:pt x="67751" y="4470"/>
                      <a:pt x="72466" y="2833"/>
                      <a:pt x="77505" y="1692"/>
                    </a:cubicBezTo>
                    <a:cubicBezTo>
                      <a:pt x="82525" y="570"/>
                      <a:pt x="88011" y="0"/>
                      <a:pt x="93964" y="0"/>
                    </a:cubicBezTo>
                    <a:cubicBezTo>
                      <a:pt x="103556" y="0"/>
                      <a:pt x="112071" y="1619"/>
                      <a:pt x="119501" y="4838"/>
                    </a:cubicBezTo>
                    <a:cubicBezTo>
                      <a:pt x="126930" y="8057"/>
                      <a:pt x="133131" y="12582"/>
                      <a:pt x="138103" y="18394"/>
                    </a:cubicBezTo>
                    <a:cubicBezTo>
                      <a:pt x="143075" y="24226"/>
                      <a:pt x="146847" y="31160"/>
                      <a:pt x="149419" y="39254"/>
                    </a:cubicBezTo>
                    <a:cubicBezTo>
                      <a:pt x="151990" y="47329"/>
                      <a:pt x="153276" y="56232"/>
                      <a:pt x="153276" y="65944"/>
                    </a:cubicBezTo>
                    <a:lnTo>
                      <a:pt x="153276" y="176642"/>
                    </a:lnTo>
                    <a:lnTo>
                      <a:pt x="110928" y="176642"/>
                    </a:lnTo>
                    <a:lnTo>
                      <a:pt x="110928" y="65944"/>
                    </a:lnTo>
                    <a:cubicBezTo>
                      <a:pt x="110928" y="55331"/>
                      <a:pt x="108452" y="47108"/>
                      <a:pt x="103470" y="41277"/>
                    </a:cubicBezTo>
                    <a:cubicBezTo>
                      <a:pt x="98498" y="35464"/>
                      <a:pt x="91040" y="32558"/>
                      <a:pt x="81096" y="32558"/>
                    </a:cubicBezTo>
                    <a:cubicBezTo>
                      <a:pt x="73781" y="32558"/>
                      <a:pt x="66923" y="34195"/>
                      <a:pt x="60522" y="37470"/>
                    </a:cubicBezTo>
                    <a:cubicBezTo>
                      <a:pt x="54121" y="40744"/>
                      <a:pt x="48063" y="45214"/>
                      <a:pt x="42348" y="50861"/>
                    </a:cubicBezTo>
                    <a:lnTo>
                      <a:pt x="42348" y="176642"/>
                    </a:lnTo>
                    <a:lnTo>
                      <a:pt x="0" y="17664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89" name="Google Shape;2589;p90"/>
              <p:cNvSpPr/>
              <p:nvPr/>
            </p:nvSpPr>
            <p:spPr>
              <a:xfrm>
                <a:off x="4926939" y="3085170"/>
                <a:ext cx="174021" cy="179180"/>
              </a:xfrm>
              <a:custGeom>
                <a:rect b="b" l="l" r="r" t="t"/>
                <a:pathLst>
                  <a:path extrusionOk="0" h="179180" w="174021">
                    <a:moveTo>
                      <a:pt x="87268" y="0"/>
                    </a:moveTo>
                    <a:cubicBezTo>
                      <a:pt x="100412" y="0"/>
                      <a:pt x="112328" y="2097"/>
                      <a:pt x="123015" y="6272"/>
                    </a:cubicBezTo>
                    <a:cubicBezTo>
                      <a:pt x="133702" y="10466"/>
                      <a:pt x="142818" y="16389"/>
                      <a:pt x="150362" y="24078"/>
                    </a:cubicBezTo>
                    <a:cubicBezTo>
                      <a:pt x="157905" y="31767"/>
                      <a:pt x="163735" y="41148"/>
                      <a:pt x="167859" y="52222"/>
                    </a:cubicBezTo>
                    <a:cubicBezTo>
                      <a:pt x="171964" y="63296"/>
                      <a:pt x="174022" y="75674"/>
                      <a:pt x="174022" y="89342"/>
                    </a:cubicBezTo>
                    <a:cubicBezTo>
                      <a:pt x="174022" y="103138"/>
                      <a:pt x="171964" y="115554"/>
                      <a:pt x="167859" y="126646"/>
                    </a:cubicBezTo>
                    <a:cubicBezTo>
                      <a:pt x="163735" y="137719"/>
                      <a:pt x="157905" y="147156"/>
                      <a:pt x="150362" y="154955"/>
                    </a:cubicBezTo>
                    <a:cubicBezTo>
                      <a:pt x="142818" y="162754"/>
                      <a:pt x="133702" y="168733"/>
                      <a:pt x="123015" y="172909"/>
                    </a:cubicBezTo>
                    <a:cubicBezTo>
                      <a:pt x="112328" y="177102"/>
                      <a:pt x="100412" y="179181"/>
                      <a:pt x="87268" y="179181"/>
                    </a:cubicBezTo>
                    <a:cubicBezTo>
                      <a:pt x="74124" y="179181"/>
                      <a:pt x="62179" y="177102"/>
                      <a:pt x="51435" y="172909"/>
                    </a:cubicBezTo>
                    <a:cubicBezTo>
                      <a:pt x="40691" y="168733"/>
                      <a:pt x="31518" y="162754"/>
                      <a:pt x="23917" y="154955"/>
                    </a:cubicBezTo>
                    <a:cubicBezTo>
                      <a:pt x="16316" y="147156"/>
                      <a:pt x="10430" y="137719"/>
                      <a:pt x="6258" y="126646"/>
                    </a:cubicBezTo>
                    <a:cubicBezTo>
                      <a:pt x="2086" y="115554"/>
                      <a:pt x="0" y="103138"/>
                      <a:pt x="0" y="89342"/>
                    </a:cubicBezTo>
                    <a:cubicBezTo>
                      <a:pt x="0" y="75674"/>
                      <a:pt x="2086" y="63296"/>
                      <a:pt x="6258" y="52222"/>
                    </a:cubicBezTo>
                    <a:cubicBezTo>
                      <a:pt x="10430" y="41148"/>
                      <a:pt x="16316" y="31767"/>
                      <a:pt x="23917" y="24078"/>
                    </a:cubicBezTo>
                    <a:cubicBezTo>
                      <a:pt x="31518" y="16389"/>
                      <a:pt x="40691" y="10466"/>
                      <a:pt x="51435" y="6272"/>
                    </a:cubicBezTo>
                    <a:cubicBezTo>
                      <a:pt x="62179" y="2097"/>
                      <a:pt x="74124"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63" y="56765"/>
                      <a:pt x="43720" y="71040"/>
                      <a:pt x="43720" y="89673"/>
                    </a:cubicBezTo>
                    <a:cubicBezTo>
                      <a:pt x="43720" y="108325"/>
                      <a:pt x="47263" y="122544"/>
                      <a:pt x="54350" y="132311"/>
                    </a:cubicBezTo>
                    <a:cubicBezTo>
                      <a:pt x="61436" y="142098"/>
                      <a:pt x="72409" y="146972"/>
                      <a:pt x="87268" y="146972"/>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0" name="Google Shape;2590;p90"/>
              <p:cNvSpPr/>
              <p:nvPr/>
            </p:nvSpPr>
            <p:spPr>
              <a:xfrm>
                <a:off x="5112619" y="3087543"/>
                <a:ext cx="268833" cy="174268"/>
              </a:xfrm>
              <a:custGeom>
                <a:rect b="b" l="l" r="r" t="t"/>
                <a:pathLst>
                  <a:path extrusionOk="0" h="174268" w="268833">
                    <a:moveTo>
                      <a:pt x="0" y="350"/>
                    </a:moveTo>
                    <a:lnTo>
                      <a:pt x="33604" y="350"/>
                    </a:lnTo>
                    <a:cubicBezTo>
                      <a:pt x="36805" y="350"/>
                      <a:pt x="39481" y="1085"/>
                      <a:pt x="41662" y="2538"/>
                    </a:cubicBezTo>
                    <a:cubicBezTo>
                      <a:pt x="43834" y="4010"/>
                      <a:pt x="45206" y="5886"/>
                      <a:pt x="45777" y="8149"/>
                    </a:cubicBezTo>
                    <a:lnTo>
                      <a:pt x="70980" y="101041"/>
                    </a:lnTo>
                    <a:cubicBezTo>
                      <a:pt x="72352" y="106118"/>
                      <a:pt x="73466" y="111103"/>
                      <a:pt x="74324" y="115958"/>
                    </a:cubicBezTo>
                    <a:cubicBezTo>
                      <a:pt x="75181" y="120815"/>
                      <a:pt x="76000" y="125671"/>
                      <a:pt x="76810" y="130546"/>
                    </a:cubicBezTo>
                    <a:cubicBezTo>
                      <a:pt x="78067" y="125671"/>
                      <a:pt x="79410" y="120815"/>
                      <a:pt x="80839" y="115958"/>
                    </a:cubicBezTo>
                    <a:cubicBezTo>
                      <a:pt x="82268" y="111103"/>
                      <a:pt x="83782" y="106118"/>
                      <a:pt x="85382" y="101041"/>
                    </a:cubicBezTo>
                    <a:lnTo>
                      <a:pt x="114529" y="7799"/>
                    </a:lnTo>
                    <a:cubicBezTo>
                      <a:pt x="115214" y="5537"/>
                      <a:pt x="116586" y="3679"/>
                      <a:pt x="118643" y="2207"/>
                    </a:cubicBezTo>
                    <a:cubicBezTo>
                      <a:pt x="120701" y="736"/>
                      <a:pt x="123101" y="0"/>
                      <a:pt x="125844" y="0"/>
                    </a:cubicBezTo>
                    <a:lnTo>
                      <a:pt x="144532" y="0"/>
                    </a:lnTo>
                    <a:cubicBezTo>
                      <a:pt x="147618" y="0"/>
                      <a:pt x="150190" y="736"/>
                      <a:pt x="152248" y="2207"/>
                    </a:cubicBezTo>
                    <a:cubicBezTo>
                      <a:pt x="154305" y="3679"/>
                      <a:pt x="155677" y="5537"/>
                      <a:pt x="156362" y="7799"/>
                    </a:cubicBezTo>
                    <a:lnTo>
                      <a:pt x="185166" y="102733"/>
                    </a:lnTo>
                    <a:cubicBezTo>
                      <a:pt x="186652" y="107590"/>
                      <a:pt x="187995" y="112317"/>
                      <a:pt x="189195" y="116897"/>
                    </a:cubicBezTo>
                    <a:cubicBezTo>
                      <a:pt x="190395" y="121459"/>
                      <a:pt x="191567" y="126076"/>
                      <a:pt x="192710" y="130711"/>
                    </a:cubicBezTo>
                    <a:cubicBezTo>
                      <a:pt x="193500" y="125855"/>
                      <a:pt x="194396" y="120980"/>
                      <a:pt x="195367" y="116124"/>
                    </a:cubicBezTo>
                    <a:cubicBezTo>
                      <a:pt x="196339" y="111268"/>
                      <a:pt x="197568" y="106247"/>
                      <a:pt x="199054" y="101041"/>
                    </a:cubicBezTo>
                    <a:lnTo>
                      <a:pt x="225114" y="8149"/>
                    </a:lnTo>
                    <a:cubicBezTo>
                      <a:pt x="225685" y="5886"/>
                      <a:pt x="227057" y="4010"/>
                      <a:pt x="229229" y="2538"/>
                    </a:cubicBezTo>
                    <a:cubicBezTo>
                      <a:pt x="231400" y="1085"/>
                      <a:pt x="233915" y="350"/>
                      <a:pt x="236772" y="350"/>
                    </a:cubicBezTo>
                    <a:lnTo>
                      <a:pt x="268834" y="350"/>
                    </a:lnTo>
                    <a:lnTo>
                      <a:pt x="213112" y="174269"/>
                    </a:lnTo>
                    <a:lnTo>
                      <a:pt x="178994" y="174269"/>
                    </a:lnTo>
                    <a:cubicBezTo>
                      <a:pt x="175336" y="174269"/>
                      <a:pt x="172707" y="171786"/>
                      <a:pt x="171107" y="166819"/>
                    </a:cubicBezTo>
                    <a:lnTo>
                      <a:pt x="139389" y="66294"/>
                    </a:lnTo>
                    <a:cubicBezTo>
                      <a:pt x="138360" y="63019"/>
                      <a:pt x="137417" y="59709"/>
                      <a:pt x="136560" y="56379"/>
                    </a:cubicBezTo>
                    <a:cubicBezTo>
                      <a:pt x="135703" y="53031"/>
                      <a:pt x="134988" y="49739"/>
                      <a:pt x="134417" y="46446"/>
                    </a:cubicBezTo>
                    <a:cubicBezTo>
                      <a:pt x="133731" y="49849"/>
                      <a:pt x="132988" y="53215"/>
                      <a:pt x="132188" y="56544"/>
                    </a:cubicBezTo>
                    <a:cubicBezTo>
                      <a:pt x="131388" y="59874"/>
                      <a:pt x="130473" y="63240"/>
                      <a:pt x="129445" y="66625"/>
                    </a:cubicBezTo>
                    <a:lnTo>
                      <a:pt x="97384" y="166819"/>
                    </a:lnTo>
                    <a:cubicBezTo>
                      <a:pt x="95783" y="171786"/>
                      <a:pt x="92688" y="174269"/>
                      <a:pt x="88125" y="174269"/>
                    </a:cubicBezTo>
                    <a:lnTo>
                      <a:pt x="55721" y="174269"/>
                    </a:lnTo>
                    <a:lnTo>
                      <a:pt x="0" y="35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1" name="Google Shape;2591;p90"/>
              <p:cNvSpPr/>
              <p:nvPr/>
            </p:nvSpPr>
            <p:spPr>
              <a:xfrm>
                <a:off x="5386597" y="3011592"/>
                <a:ext cx="181222" cy="250219"/>
              </a:xfrm>
              <a:custGeom>
                <a:rect b="b" l="l" r="r" t="t"/>
                <a:pathLst>
                  <a:path extrusionOk="0" h="250219" w="181222">
                    <a:moveTo>
                      <a:pt x="26232" y="250220"/>
                    </a:moveTo>
                    <a:lnTo>
                      <a:pt x="26232" y="107828"/>
                    </a:lnTo>
                    <a:lnTo>
                      <a:pt x="10973" y="105456"/>
                    </a:lnTo>
                    <a:cubicBezTo>
                      <a:pt x="7649" y="104885"/>
                      <a:pt x="4991" y="103764"/>
                      <a:pt x="2991" y="102052"/>
                    </a:cubicBezTo>
                    <a:cubicBezTo>
                      <a:pt x="991" y="100360"/>
                      <a:pt x="0" y="97988"/>
                      <a:pt x="0" y="94934"/>
                    </a:cubicBezTo>
                    <a:lnTo>
                      <a:pt x="0" y="77827"/>
                    </a:lnTo>
                    <a:lnTo>
                      <a:pt x="26232" y="77827"/>
                    </a:lnTo>
                    <a:lnTo>
                      <a:pt x="26232" y="70524"/>
                    </a:lnTo>
                    <a:cubicBezTo>
                      <a:pt x="26232" y="61272"/>
                      <a:pt x="27689" y="52388"/>
                      <a:pt x="30604" y="43908"/>
                    </a:cubicBezTo>
                    <a:cubicBezTo>
                      <a:pt x="33509" y="35446"/>
                      <a:pt x="38005" y="27960"/>
                      <a:pt x="44063" y="21448"/>
                    </a:cubicBezTo>
                    <a:cubicBezTo>
                      <a:pt x="50111" y="14955"/>
                      <a:pt x="57779" y="9749"/>
                      <a:pt x="67037" y="5849"/>
                    </a:cubicBezTo>
                    <a:cubicBezTo>
                      <a:pt x="76286" y="1950"/>
                      <a:pt x="87268" y="0"/>
                      <a:pt x="99955" y="0"/>
                    </a:cubicBezTo>
                    <a:cubicBezTo>
                      <a:pt x="110357" y="0"/>
                      <a:pt x="120215" y="349"/>
                      <a:pt x="129521" y="1030"/>
                    </a:cubicBezTo>
                    <a:cubicBezTo>
                      <a:pt x="138846" y="1711"/>
                      <a:pt x="148123" y="2042"/>
                      <a:pt x="157391" y="2042"/>
                    </a:cubicBezTo>
                    <a:lnTo>
                      <a:pt x="181223" y="2042"/>
                    </a:lnTo>
                    <a:lnTo>
                      <a:pt x="181223" y="250220"/>
                    </a:lnTo>
                    <a:lnTo>
                      <a:pt x="139036" y="250220"/>
                    </a:lnTo>
                    <a:lnTo>
                      <a:pt x="139036" y="30516"/>
                    </a:lnTo>
                    <a:lnTo>
                      <a:pt x="106642" y="30516"/>
                    </a:lnTo>
                    <a:cubicBezTo>
                      <a:pt x="93831" y="30516"/>
                      <a:pt x="84068" y="34011"/>
                      <a:pt x="77324" y="40965"/>
                    </a:cubicBezTo>
                    <a:cubicBezTo>
                      <a:pt x="70580" y="47936"/>
                      <a:pt x="67199" y="57814"/>
                      <a:pt x="67199" y="70635"/>
                    </a:cubicBezTo>
                    <a:lnTo>
                      <a:pt x="67199" y="77827"/>
                    </a:lnTo>
                    <a:lnTo>
                      <a:pt x="108861" y="77827"/>
                    </a:lnTo>
                    <a:lnTo>
                      <a:pt x="108861" y="107663"/>
                    </a:lnTo>
                    <a:lnTo>
                      <a:pt x="68580" y="107663"/>
                    </a:lnTo>
                    <a:lnTo>
                      <a:pt x="68580" y="250220"/>
                    </a:lnTo>
                    <a:lnTo>
                      <a:pt x="26232" y="25022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2" name="Google Shape;2592;p90"/>
              <p:cNvSpPr/>
              <p:nvPr/>
            </p:nvSpPr>
            <p:spPr>
              <a:xfrm>
                <a:off x="5608100" y="3084673"/>
                <a:ext cx="146589" cy="179861"/>
              </a:xfrm>
              <a:custGeom>
                <a:rect b="b" l="l" r="r" t="t"/>
                <a:pathLst>
                  <a:path extrusionOk="0" h="179861" w="146589">
                    <a:moveTo>
                      <a:pt x="146590" y="177139"/>
                    </a:moveTo>
                    <a:lnTo>
                      <a:pt x="127559" y="177139"/>
                    </a:lnTo>
                    <a:cubicBezTo>
                      <a:pt x="123558" y="177139"/>
                      <a:pt x="120415" y="176550"/>
                      <a:pt x="118139" y="175355"/>
                    </a:cubicBezTo>
                    <a:cubicBezTo>
                      <a:pt x="115853" y="174177"/>
                      <a:pt x="114129" y="171786"/>
                      <a:pt x="112995" y="168162"/>
                    </a:cubicBezTo>
                    <a:lnTo>
                      <a:pt x="109214" y="155783"/>
                    </a:lnTo>
                    <a:cubicBezTo>
                      <a:pt x="104766" y="159738"/>
                      <a:pt x="100394" y="163214"/>
                      <a:pt x="96098" y="166213"/>
                    </a:cubicBezTo>
                    <a:cubicBezTo>
                      <a:pt x="91812" y="169211"/>
                      <a:pt x="87382" y="171713"/>
                      <a:pt x="82820" y="173755"/>
                    </a:cubicBezTo>
                    <a:cubicBezTo>
                      <a:pt x="78238" y="175796"/>
                      <a:pt x="73390" y="177304"/>
                      <a:pt x="68247" y="178335"/>
                    </a:cubicBezTo>
                    <a:cubicBezTo>
                      <a:pt x="63103" y="179346"/>
                      <a:pt x="57379" y="179861"/>
                      <a:pt x="51102" y="179861"/>
                    </a:cubicBezTo>
                    <a:cubicBezTo>
                      <a:pt x="43663" y="179861"/>
                      <a:pt x="36814" y="178868"/>
                      <a:pt x="30528" y="176881"/>
                    </a:cubicBezTo>
                    <a:cubicBezTo>
                      <a:pt x="24232" y="174895"/>
                      <a:pt x="18831" y="171915"/>
                      <a:pt x="14316" y="167960"/>
                    </a:cubicBezTo>
                    <a:cubicBezTo>
                      <a:pt x="9801" y="163987"/>
                      <a:pt x="6296" y="159057"/>
                      <a:pt x="3772" y="153153"/>
                    </a:cubicBezTo>
                    <a:cubicBezTo>
                      <a:pt x="1257" y="147248"/>
                      <a:pt x="0" y="140406"/>
                      <a:pt x="0" y="132569"/>
                    </a:cubicBezTo>
                    <a:cubicBezTo>
                      <a:pt x="0" y="126003"/>
                      <a:pt x="1743" y="119509"/>
                      <a:pt x="5229" y="113090"/>
                    </a:cubicBezTo>
                    <a:cubicBezTo>
                      <a:pt x="8725" y="106688"/>
                      <a:pt x="14516" y="100912"/>
                      <a:pt x="22631" y="95744"/>
                    </a:cubicBezTo>
                    <a:cubicBezTo>
                      <a:pt x="30747" y="90593"/>
                      <a:pt x="41558" y="86307"/>
                      <a:pt x="55045" y="82904"/>
                    </a:cubicBezTo>
                    <a:cubicBezTo>
                      <a:pt x="68523" y="79501"/>
                      <a:pt x="85277" y="77809"/>
                      <a:pt x="105270" y="77809"/>
                    </a:cubicBezTo>
                    <a:lnTo>
                      <a:pt x="105270" y="67563"/>
                    </a:lnTo>
                    <a:cubicBezTo>
                      <a:pt x="105270" y="55827"/>
                      <a:pt x="102784" y="47145"/>
                      <a:pt x="97812" y="41498"/>
                    </a:cubicBezTo>
                    <a:cubicBezTo>
                      <a:pt x="92850" y="35869"/>
                      <a:pt x="85620" y="33055"/>
                      <a:pt x="76133" y="33055"/>
                    </a:cubicBezTo>
                    <a:cubicBezTo>
                      <a:pt x="69275" y="33055"/>
                      <a:pt x="63551" y="33846"/>
                      <a:pt x="58988" y="35428"/>
                    </a:cubicBezTo>
                    <a:cubicBezTo>
                      <a:pt x="54407" y="37009"/>
                      <a:pt x="50435" y="38794"/>
                      <a:pt x="47073" y="40762"/>
                    </a:cubicBezTo>
                    <a:cubicBezTo>
                      <a:pt x="43691" y="42749"/>
                      <a:pt x="40577" y="44515"/>
                      <a:pt x="37719" y="46097"/>
                    </a:cubicBezTo>
                    <a:cubicBezTo>
                      <a:pt x="34871" y="47679"/>
                      <a:pt x="31728" y="48469"/>
                      <a:pt x="28289" y="48469"/>
                    </a:cubicBezTo>
                    <a:cubicBezTo>
                      <a:pt x="25432" y="48469"/>
                      <a:pt x="22984" y="47734"/>
                      <a:pt x="20926" y="46263"/>
                    </a:cubicBezTo>
                    <a:cubicBezTo>
                      <a:pt x="18869" y="44809"/>
                      <a:pt x="17202" y="42988"/>
                      <a:pt x="15945" y="40854"/>
                    </a:cubicBezTo>
                    <a:lnTo>
                      <a:pt x="8239" y="27463"/>
                    </a:lnTo>
                    <a:cubicBezTo>
                      <a:pt x="28470" y="9142"/>
                      <a:pt x="52864" y="0"/>
                      <a:pt x="81439" y="0"/>
                    </a:cubicBezTo>
                    <a:cubicBezTo>
                      <a:pt x="91726" y="0"/>
                      <a:pt x="100898" y="1655"/>
                      <a:pt x="108966" y="4985"/>
                    </a:cubicBezTo>
                    <a:cubicBezTo>
                      <a:pt x="117024" y="8333"/>
                      <a:pt x="123844" y="12968"/>
                      <a:pt x="129445" y="18891"/>
                    </a:cubicBezTo>
                    <a:cubicBezTo>
                      <a:pt x="135046" y="24833"/>
                      <a:pt x="139303" y="31914"/>
                      <a:pt x="142218" y="40174"/>
                    </a:cubicBezTo>
                    <a:cubicBezTo>
                      <a:pt x="145142" y="48415"/>
                      <a:pt x="146590" y="57464"/>
                      <a:pt x="146590" y="67287"/>
                    </a:cubicBezTo>
                    <a:lnTo>
                      <a:pt x="146590" y="177139"/>
                    </a:lnTo>
                    <a:close/>
                    <a:moveTo>
                      <a:pt x="64294" y="151038"/>
                    </a:moveTo>
                    <a:cubicBezTo>
                      <a:pt x="68647" y="151038"/>
                      <a:pt x="72638" y="150650"/>
                      <a:pt x="76295" y="149860"/>
                    </a:cubicBezTo>
                    <a:cubicBezTo>
                      <a:pt x="79953" y="149087"/>
                      <a:pt x="83410" y="147929"/>
                      <a:pt x="86668" y="146365"/>
                    </a:cubicBezTo>
                    <a:cubicBezTo>
                      <a:pt x="89935" y="144802"/>
                      <a:pt x="93069" y="142888"/>
                      <a:pt x="96098" y="140607"/>
                    </a:cubicBezTo>
                    <a:cubicBezTo>
                      <a:pt x="99136" y="138327"/>
                      <a:pt x="102184" y="135622"/>
                      <a:pt x="105270" y="132514"/>
                    </a:cubicBezTo>
                    <a:lnTo>
                      <a:pt x="105270" y="103396"/>
                    </a:lnTo>
                    <a:cubicBezTo>
                      <a:pt x="92926" y="103396"/>
                      <a:pt x="82610" y="104168"/>
                      <a:pt x="74324" y="105714"/>
                    </a:cubicBezTo>
                    <a:cubicBezTo>
                      <a:pt x="66037" y="107240"/>
                      <a:pt x="59388" y="109209"/>
                      <a:pt x="54359" y="111600"/>
                    </a:cubicBezTo>
                    <a:cubicBezTo>
                      <a:pt x="49321" y="113991"/>
                      <a:pt x="45749" y="116768"/>
                      <a:pt x="43644" y="119969"/>
                    </a:cubicBezTo>
                    <a:cubicBezTo>
                      <a:pt x="41520" y="123151"/>
                      <a:pt x="40472" y="126628"/>
                      <a:pt x="40472" y="130380"/>
                    </a:cubicBezTo>
                    <a:cubicBezTo>
                      <a:pt x="40472" y="137775"/>
                      <a:pt x="42663" y="143073"/>
                      <a:pt x="47073" y="146255"/>
                    </a:cubicBezTo>
                    <a:cubicBezTo>
                      <a:pt x="51464" y="149436"/>
                      <a:pt x="57207" y="151038"/>
                      <a:pt x="64294" y="15103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3" name="Google Shape;2593;p90"/>
              <p:cNvSpPr/>
              <p:nvPr/>
            </p:nvSpPr>
            <p:spPr>
              <a:xfrm>
                <a:off x="5796867" y="3009900"/>
                <a:ext cx="162363" cy="251912"/>
              </a:xfrm>
              <a:custGeom>
                <a:rect b="b" l="l" r="r" t="t"/>
                <a:pathLst>
                  <a:path extrusionOk="0" h="251912" w="162363">
                    <a:moveTo>
                      <a:pt x="42348" y="0"/>
                    </a:moveTo>
                    <a:lnTo>
                      <a:pt x="42348" y="144268"/>
                    </a:lnTo>
                    <a:lnTo>
                      <a:pt x="50235" y="144268"/>
                    </a:lnTo>
                    <a:cubicBezTo>
                      <a:pt x="53092" y="144268"/>
                      <a:pt x="55321" y="143881"/>
                      <a:pt x="56921" y="143091"/>
                    </a:cubicBezTo>
                    <a:cubicBezTo>
                      <a:pt x="58522" y="142300"/>
                      <a:pt x="60236" y="140828"/>
                      <a:pt x="62065" y="138676"/>
                    </a:cubicBezTo>
                    <a:lnTo>
                      <a:pt x="105785" y="85277"/>
                    </a:lnTo>
                    <a:cubicBezTo>
                      <a:pt x="107728" y="83014"/>
                      <a:pt x="109785" y="81230"/>
                      <a:pt x="111957" y="79942"/>
                    </a:cubicBezTo>
                    <a:cubicBezTo>
                      <a:pt x="114129" y="78636"/>
                      <a:pt x="116986" y="77993"/>
                      <a:pt x="120529" y="77993"/>
                    </a:cubicBezTo>
                    <a:lnTo>
                      <a:pt x="159287" y="77993"/>
                    </a:lnTo>
                    <a:lnTo>
                      <a:pt x="104584" y="142576"/>
                    </a:lnTo>
                    <a:cubicBezTo>
                      <a:pt x="102641" y="144948"/>
                      <a:pt x="100641" y="147119"/>
                      <a:pt x="98584" y="149105"/>
                    </a:cubicBezTo>
                    <a:cubicBezTo>
                      <a:pt x="96536" y="151074"/>
                      <a:pt x="94297" y="152803"/>
                      <a:pt x="91897" y="154275"/>
                    </a:cubicBezTo>
                    <a:cubicBezTo>
                      <a:pt x="94297" y="155966"/>
                      <a:pt x="96412" y="157954"/>
                      <a:pt x="98241" y="160198"/>
                    </a:cubicBezTo>
                    <a:cubicBezTo>
                      <a:pt x="100070" y="162460"/>
                      <a:pt x="101898" y="164888"/>
                      <a:pt x="103727" y="167501"/>
                    </a:cubicBezTo>
                    <a:lnTo>
                      <a:pt x="162363" y="251912"/>
                    </a:lnTo>
                    <a:lnTo>
                      <a:pt x="124130" y="251912"/>
                    </a:lnTo>
                    <a:cubicBezTo>
                      <a:pt x="120815" y="251912"/>
                      <a:pt x="118015" y="251361"/>
                      <a:pt x="115729" y="250221"/>
                    </a:cubicBezTo>
                    <a:cubicBezTo>
                      <a:pt x="113443" y="249098"/>
                      <a:pt x="111385" y="247166"/>
                      <a:pt x="109557" y="244462"/>
                    </a:cubicBezTo>
                    <a:lnTo>
                      <a:pt x="64818" y="178519"/>
                    </a:lnTo>
                    <a:cubicBezTo>
                      <a:pt x="63094" y="175906"/>
                      <a:pt x="61379" y="174214"/>
                      <a:pt x="59674" y="173424"/>
                    </a:cubicBezTo>
                    <a:cubicBezTo>
                      <a:pt x="57950" y="172632"/>
                      <a:pt x="55378" y="172246"/>
                      <a:pt x="51949" y="172246"/>
                    </a:cubicBezTo>
                    <a:lnTo>
                      <a:pt x="42348" y="172246"/>
                    </a:lnTo>
                    <a:lnTo>
                      <a:pt x="42348" y="251912"/>
                    </a:lnTo>
                    <a:lnTo>
                      <a:pt x="0" y="251912"/>
                    </a:lnTo>
                    <a:lnTo>
                      <a:pt x="0" y="0"/>
                    </a:lnTo>
                    <a:lnTo>
                      <a:pt x="42348"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4" name="Google Shape;2594;p90"/>
              <p:cNvSpPr/>
              <p:nvPr/>
            </p:nvSpPr>
            <p:spPr>
              <a:xfrm>
                <a:off x="5963335" y="3085170"/>
                <a:ext cx="160658" cy="179180"/>
              </a:xfrm>
              <a:custGeom>
                <a:rect b="b" l="l" r="r" t="t"/>
                <a:pathLst>
                  <a:path extrusionOk="0" h="179180" w="160658">
                    <a:moveTo>
                      <a:pt x="84525" y="0"/>
                    </a:moveTo>
                    <a:cubicBezTo>
                      <a:pt x="95621" y="0"/>
                      <a:pt x="105823" y="1766"/>
                      <a:pt x="115129" y="5261"/>
                    </a:cubicBezTo>
                    <a:cubicBezTo>
                      <a:pt x="124454" y="8756"/>
                      <a:pt x="132483" y="13869"/>
                      <a:pt x="139227" y="20602"/>
                    </a:cubicBezTo>
                    <a:cubicBezTo>
                      <a:pt x="145971" y="27334"/>
                      <a:pt x="151219" y="35575"/>
                      <a:pt x="155000" y="45342"/>
                    </a:cubicBezTo>
                    <a:cubicBezTo>
                      <a:pt x="158763" y="55128"/>
                      <a:pt x="160658" y="66293"/>
                      <a:pt x="160658" y="78839"/>
                    </a:cubicBezTo>
                    <a:cubicBezTo>
                      <a:pt x="160658" y="82002"/>
                      <a:pt x="160506" y="84633"/>
                      <a:pt x="160230" y="86711"/>
                    </a:cubicBezTo>
                    <a:cubicBezTo>
                      <a:pt x="159934" y="88809"/>
                      <a:pt x="159430" y="90446"/>
                      <a:pt x="158687" y="91623"/>
                    </a:cubicBezTo>
                    <a:cubicBezTo>
                      <a:pt x="157934" y="92819"/>
                      <a:pt x="156944" y="93665"/>
                      <a:pt x="155677" y="94180"/>
                    </a:cubicBezTo>
                    <a:cubicBezTo>
                      <a:pt x="154419" y="94676"/>
                      <a:pt x="152819" y="94934"/>
                      <a:pt x="150876" y="94934"/>
                    </a:cubicBezTo>
                    <a:lnTo>
                      <a:pt x="42177" y="94934"/>
                    </a:lnTo>
                    <a:cubicBezTo>
                      <a:pt x="43444" y="112795"/>
                      <a:pt x="48301" y="125910"/>
                      <a:pt x="56750" y="134261"/>
                    </a:cubicBezTo>
                    <a:cubicBezTo>
                      <a:pt x="65208" y="142631"/>
                      <a:pt x="76419" y="146807"/>
                      <a:pt x="90364" y="146807"/>
                    </a:cubicBezTo>
                    <a:cubicBezTo>
                      <a:pt x="97212" y="146807"/>
                      <a:pt x="103137" y="146015"/>
                      <a:pt x="108109" y="144433"/>
                    </a:cubicBezTo>
                    <a:cubicBezTo>
                      <a:pt x="113081" y="142852"/>
                      <a:pt x="117424" y="141104"/>
                      <a:pt x="121130" y="139191"/>
                    </a:cubicBezTo>
                    <a:cubicBezTo>
                      <a:pt x="124854" y="137260"/>
                      <a:pt x="128111" y="135513"/>
                      <a:pt x="130912" y="133930"/>
                    </a:cubicBezTo>
                    <a:cubicBezTo>
                      <a:pt x="133712" y="132348"/>
                      <a:pt x="136427" y="131557"/>
                      <a:pt x="139055" y="131557"/>
                    </a:cubicBezTo>
                    <a:cubicBezTo>
                      <a:pt x="140770" y="131557"/>
                      <a:pt x="142247" y="131889"/>
                      <a:pt x="143513" y="132569"/>
                    </a:cubicBezTo>
                    <a:cubicBezTo>
                      <a:pt x="144771" y="133249"/>
                      <a:pt x="145857" y="134206"/>
                      <a:pt x="146771" y="135457"/>
                    </a:cubicBezTo>
                    <a:lnTo>
                      <a:pt x="159115" y="150706"/>
                    </a:lnTo>
                    <a:cubicBezTo>
                      <a:pt x="154419" y="156132"/>
                      <a:pt x="149171" y="160694"/>
                      <a:pt x="143332" y="164355"/>
                    </a:cubicBezTo>
                    <a:cubicBezTo>
                      <a:pt x="137513" y="168034"/>
                      <a:pt x="131416" y="170977"/>
                      <a:pt x="125073" y="173166"/>
                    </a:cubicBezTo>
                    <a:cubicBezTo>
                      <a:pt x="118729" y="175373"/>
                      <a:pt x="112281" y="176937"/>
                      <a:pt x="105709" y="177838"/>
                    </a:cubicBezTo>
                    <a:cubicBezTo>
                      <a:pt x="99136" y="178739"/>
                      <a:pt x="92764" y="179181"/>
                      <a:pt x="86582" y="179181"/>
                    </a:cubicBezTo>
                    <a:cubicBezTo>
                      <a:pt x="74352" y="179181"/>
                      <a:pt x="62989" y="177176"/>
                      <a:pt x="52464" y="173166"/>
                    </a:cubicBezTo>
                    <a:cubicBezTo>
                      <a:pt x="41958" y="169155"/>
                      <a:pt x="32814" y="163232"/>
                      <a:pt x="25032" y="155378"/>
                    </a:cubicBezTo>
                    <a:cubicBezTo>
                      <a:pt x="17269" y="147524"/>
                      <a:pt x="11144" y="137793"/>
                      <a:pt x="6696" y="126205"/>
                    </a:cubicBezTo>
                    <a:cubicBezTo>
                      <a:pt x="2239" y="114635"/>
                      <a:pt x="0" y="101207"/>
                      <a:pt x="0" y="85957"/>
                    </a:cubicBezTo>
                    <a:cubicBezTo>
                      <a:pt x="0" y="74093"/>
                      <a:pt x="1953" y="62927"/>
                      <a:pt x="5839" y="52480"/>
                    </a:cubicBezTo>
                    <a:cubicBezTo>
                      <a:pt x="9725" y="42013"/>
                      <a:pt x="15297" y="32926"/>
                      <a:pt x="22555" y="25182"/>
                    </a:cubicBezTo>
                    <a:cubicBezTo>
                      <a:pt x="29804" y="17438"/>
                      <a:pt x="38671" y="11313"/>
                      <a:pt x="49130" y="6788"/>
                    </a:cubicBezTo>
                    <a:cubicBezTo>
                      <a:pt x="59579" y="2262"/>
                      <a:pt x="71390" y="0"/>
                      <a:pt x="84525" y="0"/>
                    </a:cubicBezTo>
                    <a:close/>
                    <a:moveTo>
                      <a:pt x="85382" y="30001"/>
                    </a:moveTo>
                    <a:cubicBezTo>
                      <a:pt x="73038" y="30001"/>
                      <a:pt x="63389" y="33459"/>
                      <a:pt x="56407" y="40357"/>
                    </a:cubicBezTo>
                    <a:cubicBezTo>
                      <a:pt x="49444" y="47237"/>
                      <a:pt x="44977" y="57023"/>
                      <a:pt x="43044" y="69678"/>
                    </a:cubicBezTo>
                    <a:lnTo>
                      <a:pt x="122596" y="69678"/>
                    </a:lnTo>
                    <a:cubicBezTo>
                      <a:pt x="122596" y="64252"/>
                      <a:pt x="121844" y="59138"/>
                      <a:pt x="120358" y="54337"/>
                    </a:cubicBezTo>
                    <a:cubicBezTo>
                      <a:pt x="118882" y="49537"/>
                      <a:pt x="116596" y="45324"/>
                      <a:pt x="113500" y="41700"/>
                    </a:cubicBezTo>
                    <a:cubicBezTo>
                      <a:pt x="110414" y="38095"/>
                      <a:pt x="106537" y="35244"/>
                      <a:pt x="101851" y="33147"/>
                    </a:cubicBezTo>
                    <a:cubicBezTo>
                      <a:pt x="97165" y="31050"/>
                      <a:pt x="91669" y="30001"/>
                      <a:pt x="85382" y="30001"/>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5" name="Google Shape;2595;p90"/>
              <p:cNvSpPr/>
              <p:nvPr/>
            </p:nvSpPr>
            <p:spPr>
              <a:xfrm>
                <a:off x="6227016" y="3016687"/>
                <a:ext cx="209168" cy="245124"/>
              </a:xfrm>
              <a:custGeom>
                <a:rect b="b" l="l" r="r" t="t"/>
                <a:pathLst>
                  <a:path extrusionOk="0" h="245124" w="209168">
                    <a:moveTo>
                      <a:pt x="209169" y="245124"/>
                    </a:moveTo>
                    <a:lnTo>
                      <a:pt x="162706" y="245124"/>
                    </a:lnTo>
                    <a:lnTo>
                      <a:pt x="162706" y="137995"/>
                    </a:lnTo>
                    <a:lnTo>
                      <a:pt x="46463" y="137995"/>
                    </a:lnTo>
                    <a:lnTo>
                      <a:pt x="46463" y="245124"/>
                    </a:lnTo>
                    <a:lnTo>
                      <a:pt x="0" y="245124"/>
                    </a:lnTo>
                    <a:lnTo>
                      <a:pt x="0" y="0"/>
                    </a:lnTo>
                    <a:lnTo>
                      <a:pt x="46463" y="0"/>
                    </a:lnTo>
                    <a:lnTo>
                      <a:pt x="46463" y="105437"/>
                    </a:lnTo>
                    <a:lnTo>
                      <a:pt x="162706" y="105437"/>
                    </a:lnTo>
                    <a:lnTo>
                      <a:pt x="162706" y="0"/>
                    </a:lnTo>
                    <a:lnTo>
                      <a:pt x="209169" y="0"/>
                    </a:lnTo>
                    <a:lnTo>
                      <a:pt x="209169" y="245124"/>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6" name="Google Shape;2596;p90"/>
              <p:cNvSpPr/>
              <p:nvPr/>
            </p:nvSpPr>
            <p:spPr>
              <a:xfrm>
                <a:off x="6471675" y="3085170"/>
                <a:ext cx="174021" cy="179180"/>
              </a:xfrm>
              <a:custGeom>
                <a:rect b="b" l="l" r="r" t="t"/>
                <a:pathLst>
                  <a:path extrusionOk="0" h="179180" w="174021">
                    <a:moveTo>
                      <a:pt x="87268" y="0"/>
                    </a:moveTo>
                    <a:cubicBezTo>
                      <a:pt x="100412" y="0"/>
                      <a:pt x="112328" y="2097"/>
                      <a:pt x="123015" y="6272"/>
                    </a:cubicBezTo>
                    <a:cubicBezTo>
                      <a:pt x="133702" y="10466"/>
                      <a:pt x="142818" y="16389"/>
                      <a:pt x="150361" y="24078"/>
                    </a:cubicBezTo>
                    <a:cubicBezTo>
                      <a:pt x="157905" y="31767"/>
                      <a:pt x="163735" y="41148"/>
                      <a:pt x="167849" y="52222"/>
                    </a:cubicBezTo>
                    <a:cubicBezTo>
                      <a:pt x="171964" y="63296"/>
                      <a:pt x="174022" y="75674"/>
                      <a:pt x="174022" y="89342"/>
                    </a:cubicBezTo>
                    <a:cubicBezTo>
                      <a:pt x="174022" y="103138"/>
                      <a:pt x="171964" y="115554"/>
                      <a:pt x="167849" y="126646"/>
                    </a:cubicBezTo>
                    <a:cubicBezTo>
                      <a:pt x="163735" y="137719"/>
                      <a:pt x="157905" y="147156"/>
                      <a:pt x="150361" y="154955"/>
                    </a:cubicBezTo>
                    <a:cubicBezTo>
                      <a:pt x="142818" y="162754"/>
                      <a:pt x="133702" y="168733"/>
                      <a:pt x="123015" y="172909"/>
                    </a:cubicBezTo>
                    <a:cubicBezTo>
                      <a:pt x="112328" y="177102"/>
                      <a:pt x="100412" y="179181"/>
                      <a:pt x="87268" y="179181"/>
                    </a:cubicBezTo>
                    <a:cubicBezTo>
                      <a:pt x="74123" y="179181"/>
                      <a:pt x="62179" y="177102"/>
                      <a:pt x="51435" y="172909"/>
                    </a:cubicBezTo>
                    <a:cubicBezTo>
                      <a:pt x="40691" y="168733"/>
                      <a:pt x="31518" y="162754"/>
                      <a:pt x="23917" y="154955"/>
                    </a:cubicBezTo>
                    <a:cubicBezTo>
                      <a:pt x="16307" y="147156"/>
                      <a:pt x="10430" y="137719"/>
                      <a:pt x="6258" y="126646"/>
                    </a:cubicBezTo>
                    <a:cubicBezTo>
                      <a:pt x="2076" y="115554"/>
                      <a:pt x="0" y="103138"/>
                      <a:pt x="0" y="89342"/>
                    </a:cubicBezTo>
                    <a:cubicBezTo>
                      <a:pt x="0" y="75674"/>
                      <a:pt x="2076" y="63296"/>
                      <a:pt x="6258" y="52222"/>
                    </a:cubicBezTo>
                    <a:cubicBezTo>
                      <a:pt x="10430" y="41148"/>
                      <a:pt x="16307" y="31767"/>
                      <a:pt x="23917" y="24078"/>
                    </a:cubicBezTo>
                    <a:cubicBezTo>
                      <a:pt x="31518" y="16389"/>
                      <a:pt x="40691" y="10466"/>
                      <a:pt x="51435" y="6272"/>
                    </a:cubicBezTo>
                    <a:cubicBezTo>
                      <a:pt x="62179" y="2097"/>
                      <a:pt x="74123"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54" y="56765"/>
                      <a:pt x="43720" y="71040"/>
                      <a:pt x="43720" y="89673"/>
                    </a:cubicBezTo>
                    <a:cubicBezTo>
                      <a:pt x="43720" y="108325"/>
                      <a:pt x="47254" y="122544"/>
                      <a:pt x="54350" y="132311"/>
                    </a:cubicBezTo>
                    <a:cubicBezTo>
                      <a:pt x="61436" y="142098"/>
                      <a:pt x="72409" y="146972"/>
                      <a:pt x="87268" y="146972"/>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7" name="Google Shape;2597;p90"/>
              <p:cNvSpPr/>
              <p:nvPr/>
            </p:nvSpPr>
            <p:spPr>
              <a:xfrm>
                <a:off x="6678787" y="3084673"/>
                <a:ext cx="112128" cy="177138"/>
              </a:xfrm>
              <a:custGeom>
                <a:rect b="b" l="l" r="r" t="t"/>
                <a:pathLst>
                  <a:path extrusionOk="0" h="177138" w="112128">
                    <a:moveTo>
                      <a:pt x="0" y="177139"/>
                    </a:moveTo>
                    <a:lnTo>
                      <a:pt x="0" y="3219"/>
                    </a:lnTo>
                    <a:lnTo>
                      <a:pt x="24860" y="3219"/>
                    </a:lnTo>
                    <a:cubicBezTo>
                      <a:pt x="29204" y="3219"/>
                      <a:pt x="32233" y="4010"/>
                      <a:pt x="33947" y="5592"/>
                    </a:cubicBezTo>
                    <a:cubicBezTo>
                      <a:pt x="35661" y="7174"/>
                      <a:pt x="36805" y="9878"/>
                      <a:pt x="37376" y="13722"/>
                    </a:cubicBezTo>
                    <a:lnTo>
                      <a:pt x="39948" y="34747"/>
                    </a:lnTo>
                    <a:cubicBezTo>
                      <a:pt x="46225" y="24005"/>
                      <a:pt x="53607" y="15525"/>
                      <a:pt x="62056" y="9308"/>
                    </a:cubicBezTo>
                    <a:cubicBezTo>
                      <a:pt x="70523" y="3109"/>
                      <a:pt x="80001" y="0"/>
                      <a:pt x="90526" y="0"/>
                    </a:cubicBezTo>
                    <a:cubicBezTo>
                      <a:pt x="99213" y="0"/>
                      <a:pt x="106413" y="1968"/>
                      <a:pt x="112128" y="5923"/>
                    </a:cubicBezTo>
                    <a:lnTo>
                      <a:pt x="106642" y="37285"/>
                    </a:lnTo>
                    <a:cubicBezTo>
                      <a:pt x="106299" y="39327"/>
                      <a:pt x="105556" y="40762"/>
                      <a:pt x="104413" y="41608"/>
                    </a:cubicBezTo>
                    <a:cubicBezTo>
                      <a:pt x="103270" y="42455"/>
                      <a:pt x="101718" y="42878"/>
                      <a:pt x="99774" y="42878"/>
                    </a:cubicBezTo>
                    <a:cubicBezTo>
                      <a:pt x="98069" y="42878"/>
                      <a:pt x="95726" y="42492"/>
                      <a:pt x="92755" y="41700"/>
                    </a:cubicBezTo>
                    <a:cubicBezTo>
                      <a:pt x="89783" y="40909"/>
                      <a:pt x="85830" y="40504"/>
                      <a:pt x="80924" y="40504"/>
                    </a:cubicBezTo>
                    <a:cubicBezTo>
                      <a:pt x="72123" y="40504"/>
                      <a:pt x="64579" y="42914"/>
                      <a:pt x="58293" y="47716"/>
                    </a:cubicBezTo>
                    <a:cubicBezTo>
                      <a:pt x="52006" y="52516"/>
                      <a:pt x="46692" y="59562"/>
                      <a:pt x="42348" y="68814"/>
                    </a:cubicBezTo>
                    <a:lnTo>
                      <a:pt x="42348" y="177139"/>
                    </a:lnTo>
                    <a:lnTo>
                      <a:pt x="0" y="17713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8" name="Google Shape;2598;p90"/>
              <p:cNvSpPr/>
              <p:nvPr/>
            </p:nvSpPr>
            <p:spPr>
              <a:xfrm>
                <a:off x="6816118" y="3010415"/>
                <a:ext cx="54178" cy="251397"/>
              </a:xfrm>
              <a:custGeom>
                <a:rect b="b" l="l" r="r" t="t"/>
                <a:pathLst>
                  <a:path extrusionOk="0" h="251397" w="54178">
                    <a:moveTo>
                      <a:pt x="54178" y="26782"/>
                    </a:moveTo>
                    <a:cubicBezTo>
                      <a:pt x="54178" y="30406"/>
                      <a:pt x="53435" y="33791"/>
                      <a:pt x="51949" y="36955"/>
                    </a:cubicBezTo>
                    <a:cubicBezTo>
                      <a:pt x="50463" y="40118"/>
                      <a:pt x="48492" y="42896"/>
                      <a:pt x="46034" y="45269"/>
                    </a:cubicBezTo>
                    <a:cubicBezTo>
                      <a:pt x="43577" y="47642"/>
                      <a:pt x="40691" y="49536"/>
                      <a:pt x="37376" y="50934"/>
                    </a:cubicBezTo>
                    <a:cubicBezTo>
                      <a:pt x="34061" y="52351"/>
                      <a:pt x="30518" y="53068"/>
                      <a:pt x="26746" y="53068"/>
                    </a:cubicBezTo>
                    <a:cubicBezTo>
                      <a:pt x="23089" y="53068"/>
                      <a:pt x="19631" y="52351"/>
                      <a:pt x="16364" y="50934"/>
                    </a:cubicBezTo>
                    <a:cubicBezTo>
                      <a:pt x="13116" y="49536"/>
                      <a:pt x="10287" y="47642"/>
                      <a:pt x="7887" y="45269"/>
                    </a:cubicBezTo>
                    <a:cubicBezTo>
                      <a:pt x="5486" y="42896"/>
                      <a:pt x="3572" y="40118"/>
                      <a:pt x="2143" y="36955"/>
                    </a:cubicBezTo>
                    <a:cubicBezTo>
                      <a:pt x="714" y="33791"/>
                      <a:pt x="0" y="30406"/>
                      <a:pt x="0" y="26782"/>
                    </a:cubicBezTo>
                    <a:cubicBezTo>
                      <a:pt x="0" y="23048"/>
                      <a:pt x="714" y="19553"/>
                      <a:pt x="2143" y="16279"/>
                    </a:cubicBezTo>
                    <a:cubicBezTo>
                      <a:pt x="3572" y="13005"/>
                      <a:pt x="5486" y="10172"/>
                      <a:pt x="7887" y="7799"/>
                    </a:cubicBezTo>
                    <a:cubicBezTo>
                      <a:pt x="10287" y="5426"/>
                      <a:pt x="13116" y="3532"/>
                      <a:pt x="16364" y="2115"/>
                    </a:cubicBezTo>
                    <a:cubicBezTo>
                      <a:pt x="19631" y="699"/>
                      <a:pt x="23089" y="0"/>
                      <a:pt x="26746" y="0"/>
                    </a:cubicBezTo>
                    <a:cubicBezTo>
                      <a:pt x="30518" y="0"/>
                      <a:pt x="34061" y="699"/>
                      <a:pt x="37376" y="2115"/>
                    </a:cubicBezTo>
                    <a:cubicBezTo>
                      <a:pt x="40691" y="3532"/>
                      <a:pt x="43577" y="5426"/>
                      <a:pt x="46034" y="7799"/>
                    </a:cubicBezTo>
                    <a:cubicBezTo>
                      <a:pt x="48492" y="10172"/>
                      <a:pt x="50463" y="13005"/>
                      <a:pt x="51949" y="16279"/>
                    </a:cubicBezTo>
                    <a:cubicBezTo>
                      <a:pt x="53435" y="19553"/>
                      <a:pt x="54178" y="23048"/>
                      <a:pt x="54178" y="26782"/>
                    </a:cubicBezTo>
                    <a:close/>
                    <a:moveTo>
                      <a:pt x="47835" y="77478"/>
                    </a:moveTo>
                    <a:lnTo>
                      <a:pt x="47835" y="251397"/>
                    </a:lnTo>
                    <a:lnTo>
                      <a:pt x="5486" y="251397"/>
                    </a:lnTo>
                    <a:lnTo>
                      <a:pt x="5486" y="77478"/>
                    </a:lnTo>
                    <a:lnTo>
                      <a:pt x="47835" y="77478"/>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599" name="Google Shape;2599;p90"/>
              <p:cNvSpPr/>
              <p:nvPr/>
            </p:nvSpPr>
            <p:spPr>
              <a:xfrm>
                <a:off x="6900643" y="3087892"/>
                <a:ext cx="138360" cy="173919"/>
              </a:xfrm>
              <a:custGeom>
                <a:rect b="b" l="l" r="r" t="t"/>
                <a:pathLst>
                  <a:path extrusionOk="0" h="173919" w="138360">
                    <a:moveTo>
                      <a:pt x="138360" y="17291"/>
                    </a:moveTo>
                    <a:cubicBezTo>
                      <a:pt x="138360" y="20234"/>
                      <a:pt x="137808" y="23085"/>
                      <a:pt x="136722" y="25844"/>
                    </a:cubicBezTo>
                    <a:cubicBezTo>
                      <a:pt x="135646" y="28622"/>
                      <a:pt x="134350" y="30958"/>
                      <a:pt x="132874" y="32889"/>
                    </a:cubicBezTo>
                    <a:lnTo>
                      <a:pt x="49206" y="141711"/>
                    </a:lnTo>
                    <a:lnTo>
                      <a:pt x="135960" y="141711"/>
                    </a:lnTo>
                    <a:lnTo>
                      <a:pt x="135960" y="173919"/>
                    </a:lnTo>
                    <a:lnTo>
                      <a:pt x="0" y="173919"/>
                    </a:lnTo>
                    <a:lnTo>
                      <a:pt x="0" y="156463"/>
                    </a:lnTo>
                    <a:cubicBezTo>
                      <a:pt x="0" y="154550"/>
                      <a:pt x="457" y="152252"/>
                      <a:pt x="1362" y="149602"/>
                    </a:cubicBezTo>
                    <a:cubicBezTo>
                      <a:pt x="2286" y="146935"/>
                      <a:pt x="3705" y="144434"/>
                      <a:pt x="5648" y="142060"/>
                    </a:cubicBezTo>
                    <a:lnTo>
                      <a:pt x="90011" y="32024"/>
                    </a:lnTo>
                    <a:lnTo>
                      <a:pt x="4962" y="32024"/>
                    </a:lnTo>
                    <a:lnTo>
                      <a:pt x="4962" y="0"/>
                    </a:lnTo>
                    <a:lnTo>
                      <a:pt x="138360" y="0"/>
                    </a:lnTo>
                    <a:lnTo>
                      <a:pt x="138360" y="1729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0" name="Google Shape;2600;p90"/>
              <p:cNvSpPr/>
              <p:nvPr/>
            </p:nvSpPr>
            <p:spPr>
              <a:xfrm>
                <a:off x="7060606" y="3085170"/>
                <a:ext cx="174021" cy="179180"/>
              </a:xfrm>
              <a:custGeom>
                <a:rect b="b" l="l" r="r" t="t"/>
                <a:pathLst>
                  <a:path extrusionOk="0" h="179180" w="174021">
                    <a:moveTo>
                      <a:pt x="87268" y="0"/>
                    </a:moveTo>
                    <a:cubicBezTo>
                      <a:pt x="100412" y="0"/>
                      <a:pt x="112328" y="2097"/>
                      <a:pt x="123015" y="6272"/>
                    </a:cubicBezTo>
                    <a:cubicBezTo>
                      <a:pt x="133703" y="10466"/>
                      <a:pt x="142818" y="16389"/>
                      <a:pt x="150362" y="24078"/>
                    </a:cubicBezTo>
                    <a:cubicBezTo>
                      <a:pt x="157905" y="31767"/>
                      <a:pt x="163735" y="41148"/>
                      <a:pt x="167850" y="52222"/>
                    </a:cubicBezTo>
                    <a:cubicBezTo>
                      <a:pt x="171965" y="63296"/>
                      <a:pt x="174022" y="75674"/>
                      <a:pt x="174022" y="89342"/>
                    </a:cubicBezTo>
                    <a:cubicBezTo>
                      <a:pt x="174022" y="103138"/>
                      <a:pt x="171965" y="115554"/>
                      <a:pt x="167850" y="126646"/>
                    </a:cubicBezTo>
                    <a:cubicBezTo>
                      <a:pt x="163735" y="137719"/>
                      <a:pt x="157905" y="147156"/>
                      <a:pt x="150362" y="154955"/>
                    </a:cubicBezTo>
                    <a:cubicBezTo>
                      <a:pt x="142818" y="162754"/>
                      <a:pt x="133703" y="168733"/>
                      <a:pt x="123015" y="172909"/>
                    </a:cubicBezTo>
                    <a:cubicBezTo>
                      <a:pt x="112328" y="177102"/>
                      <a:pt x="100412" y="179181"/>
                      <a:pt x="87268" y="179181"/>
                    </a:cubicBezTo>
                    <a:cubicBezTo>
                      <a:pt x="74124" y="179181"/>
                      <a:pt x="62179" y="177102"/>
                      <a:pt x="51435" y="172909"/>
                    </a:cubicBezTo>
                    <a:cubicBezTo>
                      <a:pt x="40691" y="168733"/>
                      <a:pt x="31518" y="162754"/>
                      <a:pt x="23917" y="154955"/>
                    </a:cubicBezTo>
                    <a:cubicBezTo>
                      <a:pt x="16316" y="147156"/>
                      <a:pt x="10430" y="137719"/>
                      <a:pt x="6258" y="126646"/>
                    </a:cubicBezTo>
                    <a:cubicBezTo>
                      <a:pt x="2077" y="115554"/>
                      <a:pt x="0" y="103138"/>
                      <a:pt x="0" y="89342"/>
                    </a:cubicBezTo>
                    <a:cubicBezTo>
                      <a:pt x="0" y="75674"/>
                      <a:pt x="2077" y="63296"/>
                      <a:pt x="6258" y="52222"/>
                    </a:cubicBezTo>
                    <a:cubicBezTo>
                      <a:pt x="10430" y="41148"/>
                      <a:pt x="16316" y="31767"/>
                      <a:pt x="23917" y="24078"/>
                    </a:cubicBezTo>
                    <a:cubicBezTo>
                      <a:pt x="31518" y="16389"/>
                      <a:pt x="40691" y="10466"/>
                      <a:pt x="51435" y="6272"/>
                    </a:cubicBezTo>
                    <a:cubicBezTo>
                      <a:pt x="62179" y="2097"/>
                      <a:pt x="74124"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63" y="56765"/>
                      <a:pt x="43720" y="71040"/>
                      <a:pt x="43720" y="89673"/>
                    </a:cubicBezTo>
                    <a:cubicBezTo>
                      <a:pt x="43720" y="108325"/>
                      <a:pt x="47263" y="122544"/>
                      <a:pt x="54350" y="132311"/>
                    </a:cubicBezTo>
                    <a:cubicBezTo>
                      <a:pt x="61436" y="142098"/>
                      <a:pt x="72409" y="146972"/>
                      <a:pt x="87268" y="146972"/>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1" name="Google Shape;2601;p90"/>
              <p:cNvSpPr/>
              <p:nvPr/>
            </p:nvSpPr>
            <p:spPr>
              <a:xfrm>
                <a:off x="7267718" y="3085170"/>
                <a:ext cx="153276" cy="176641"/>
              </a:xfrm>
              <a:custGeom>
                <a:rect b="b" l="l" r="r" t="t"/>
                <a:pathLst>
                  <a:path extrusionOk="0" h="176641" w="153276">
                    <a:moveTo>
                      <a:pt x="0" y="176642"/>
                    </a:moveTo>
                    <a:lnTo>
                      <a:pt x="0" y="2722"/>
                    </a:lnTo>
                    <a:lnTo>
                      <a:pt x="25889" y="2722"/>
                    </a:lnTo>
                    <a:cubicBezTo>
                      <a:pt x="31375" y="2722"/>
                      <a:pt x="34976" y="5261"/>
                      <a:pt x="36681" y="10338"/>
                    </a:cubicBezTo>
                    <a:lnTo>
                      <a:pt x="39605" y="24078"/>
                    </a:lnTo>
                    <a:cubicBezTo>
                      <a:pt x="43148" y="20455"/>
                      <a:pt x="46891" y="17180"/>
                      <a:pt x="50835" y="14237"/>
                    </a:cubicBezTo>
                    <a:cubicBezTo>
                      <a:pt x="54778" y="11313"/>
                      <a:pt x="58941" y="8756"/>
                      <a:pt x="63350" y="6622"/>
                    </a:cubicBezTo>
                    <a:cubicBezTo>
                      <a:pt x="67751" y="4470"/>
                      <a:pt x="72457" y="2833"/>
                      <a:pt x="77495" y="1692"/>
                    </a:cubicBezTo>
                    <a:cubicBezTo>
                      <a:pt x="82524" y="570"/>
                      <a:pt x="88011" y="0"/>
                      <a:pt x="93954" y="0"/>
                    </a:cubicBezTo>
                    <a:cubicBezTo>
                      <a:pt x="103556" y="0"/>
                      <a:pt x="112061" y="1619"/>
                      <a:pt x="119501" y="4838"/>
                    </a:cubicBezTo>
                    <a:cubicBezTo>
                      <a:pt x="126930" y="8057"/>
                      <a:pt x="133121" y="12582"/>
                      <a:pt x="138103" y="18394"/>
                    </a:cubicBezTo>
                    <a:cubicBezTo>
                      <a:pt x="143075" y="24226"/>
                      <a:pt x="146847" y="31160"/>
                      <a:pt x="149419" y="39254"/>
                    </a:cubicBezTo>
                    <a:cubicBezTo>
                      <a:pt x="151990" y="47329"/>
                      <a:pt x="153276" y="56232"/>
                      <a:pt x="153276" y="65944"/>
                    </a:cubicBezTo>
                    <a:lnTo>
                      <a:pt x="153276" y="176642"/>
                    </a:lnTo>
                    <a:lnTo>
                      <a:pt x="110928" y="176642"/>
                    </a:lnTo>
                    <a:lnTo>
                      <a:pt x="110928" y="65944"/>
                    </a:lnTo>
                    <a:cubicBezTo>
                      <a:pt x="110928" y="55331"/>
                      <a:pt x="108442" y="47108"/>
                      <a:pt x="103470" y="41277"/>
                    </a:cubicBezTo>
                    <a:cubicBezTo>
                      <a:pt x="98498" y="35464"/>
                      <a:pt x="91030" y="32558"/>
                      <a:pt x="81086" y="32558"/>
                    </a:cubicBezTo>
                    <a:cubicBezTo>
                      <a:pt x="73780" y="32558"/>
                      <a:pt x="66922" y="34195"/>
                      <a:pt x="60522" y="37470"/>
                    </a:cubicBezTo>
                    <a:cubicBezTo>
                      <a:pt x="54112" y="40744"/>
                      <a:pt x="48063" y="45214"/>
                      <a:pt x="42348" y="50861"/>
                    </a:cubicBezTo>
                    <a:lnTo>
                      <a:pt x="42348" y="176642"/>
                    </a:lnTo>
                    <a:lnTo>
                      <a:pt x="0" y="17664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2" name="Google Shape;2602;p90"/>
              <p:cNvSpPr/>
              <p:nvPr/>
            </p:nvSpPr>
            <p:spPr>
              <a:xfrm>
                <a:off x="7516834" y="3013965"/>
                <a:ext cx="210883" cy="250569"/>
              </a:xfrm>
              <a:custGeom>
                <a:rect b="b" l="l" r="r" t="t"/>
                <a:pathLst>
                  <a:path extrusionOk="0" h="250569" w="210883">
                    <a:moveTo>
                      <a:pt x="184813" y="190052"/>
                    </a:moveTo>
                    <a:cubicBezTo>
                      <a:pt x="187338" y="190052"/>
                      <a:pt x="189509" y="191008"/>
                      <a:pt x="191338" y="192921"/>
                    </a:cubicBezTo>
                    <a:lnTo>
                      <a:pt x="209512" y="212419"/>
                    </a:lnTo>
                    <a:cubicBezTo>
                      <a:pt x="199454" y="224744"/>
                      <a:pt x="187080" y="234180"/>
                      <a:pt x="172393" y="240729"/>
                    </a:cubicBezTo>
                    <a:cubicBezTo>
                      <a:pt x="157705" y="247296"/>
                      <a:pt x="140075" y="250570"/>
                      <a:pt x="119501" y="250570"/>
                    </a:cubicBezTo>
                    <a:cubicBezTo>
                      <a:pt x="101089" y="250570"/>
                      <a:pt x="84553" y="247461"/>
                      <a:pt x="69866" y="241244"/>
                    </a:cubicBezTo>
                    <a:cubicBezTo>
                      <a:pt x="55178" y="235026"/>
                      <a:pt x="42634" y="226381"/>
                      <a:pt x="32233" y="215308"/>
                    </a:cubicBezTo>
                    <a:cubicBezTo>
                      <a:pt x="21831" y="204234"/>
                      <a:pt x="13859" y="191008"/>
                      <a:pt x="8315" y="175631"/>
                    </a:cubicBezTo>
                    <a:cubicBezTo>
                      <a:pt x="2772" y="160271"/>
                      <a:pt x="0" y="143477"/>
                      <a:pt x="0" y="125285"/>
                    </a:cubicBezTo>
                    <a:cubicBezTo>
                      <a:pt x="0" y="106872"/>
                      <a:pt x="3086" y="90004"/>
                      <a:pt x="9258" y="74682"/>
                    </a:cubicBezTo>
                    <a:cubicBezTo>
                      <a:pt x="15430" y="59377"/>
                      <a:pt x="24108" y="46170"/>
                      <a:pt x="35319" y="35097"/>
                    </a:cubicBezTo>
                    <a:cubicBezTo>
                      <a:pt x="46520" y="24023"/>
                      <a:pt x="59922" y="15415"/>
                      <a:pt x="75524" y="9252"/>
                    </a:cubicBezTo>
                    <a:cubicBezTo>
                      <a:pt x="91126" y="3090"/>
                      <a:pt x="108356" y="0"/>
                      <a:pt x="127216" y="0"/>
                    </a:cubicBezTo>
                    <a:cubicBezTo>
                      <a:pt x="145618" y="0"/>
                      <a:pt x="161706" y="2925"/>
                      <a:pt x="175479" y="8737"/>
                    </a:cubicBezTo>
                    <a:cubicBezTo>
                      <a:pt x="189252" y="14568"/>
                      <a:pt x="201054" y="22276"/>
                      <a:pt x="210883" y="31878"/>
                    </a:cubicBezTo>
                    <a:lnTo>
                      <a:pt x="195453" y="53068"/>
                    </a:lnTo>
                    <a:cubicBezTo>
                      <a:pt x="194538" y="54429"/>
                      <a:pt x="193367" y="55607"/>
                      <a:pt x="191929" y="56637"/>
                    </a:cubicBezTo>
                    <a:cubicBezTo>
                      <a:pt x="190510" y="57648"/>
                      <a:pt x="188538" y="58163"/>
                      <a:pt x="186023" y="58163"/>
                    </a:cubicBezTo>
                    <a:cubicBezTo>
                      <a:pt x="183394" y="58163"/>
                      <a:pt x="180708" y="57133"/>
                      <a:pt x="177965" y="55110"/>
                    </a:cubicBezTo>
                    <a:cubicBezTo>
                      <a:pt x="175222" y="53068"/>
                      <a:pt x="171726" y="50861"/>
                      <a:pt x="167507" y="48488"/>
                    </a:cubicBezTo>
                    <a:cubicBezTo>
                      <a:pt x="163278" y="46115"/>
                      <a:pt x="157934" y="43908"/>
                      <a:pt x="151467" y="41884"/>
                    </a:cubicBezTo>
                    <a:cubicBezTo>
                      <a:pt x="145018" y="39842"/>
                      <a:pt x="136817" y="38831"/>
                      <a:pt x="126863" y="38831"/>
                    </a:cubicBezTo>
                    <a:cubicBezTo>
                      <a:pt x="115214" y="38831"/>
                      <a:pt x="104499" y="40836"/>
                      <a:pt x="94717" y="44846"/>
                    </a:cubicBezTo>
                    <a:cubicBezTo>
                      <a:pt x="84954" y="48856"/>
                      <a:pt x="76552" y="54595"/>
                      <a:pt x="69523" y="62063"/>
                    </a:cubicBezTo>
                    <a:cubicBezTo>
                      <a:pt x="62494" y="69513"/>
                      <a:pt x="56998" y="78581"/>
                      <a:pt x="53054" y="89268"/>
                    </a:cubicBezTo>
                    <a:cubicBezTo>
                      <a:pt x="49120" y="99938"/>
                      <a:pt x="47149" y="111949"/>
                      <a:pt x="47149" y="125285"/>
                    </a:cubicBezTo>
                    <a:cubicBezTo>
                      <a:pt x="47149" y="139081"/>
                      <a:pt x="49120" y="151331"/>
                      <a:pt x="53054" y="162074"/>
                    </a:cubicBezTo>
                    <a:cubicBezTo>
                      <a:pt x="56998" y="172816"/>
                      <a:pt x="62351" y="181848"/>
                      <a:pt x="69094" y="189206"/>
                    </a:cubicBezTo>
                    <a:cubicBezTo>
                      <a:pt x="75838" y="196545"/>
                      <a:pt x="83782" y="202173"/>
                      <a:pt x="92926" y="206073"/>
                    </a:cubicBezTo>
                    <a:cubicBezTo>
                      <a:pt x="102070" y="209955"/>
                      <a:pt x="111900" y="211904"/>
                      <a:pt x="122415" y="211904"/>
                    </a:cubicBezTo>
                    <a:cubicBezTo>
                      <a:pt x="128702" y="211904"/>
                      <a:pt x="134379" y="211574"/>
                      <a:pt x="139475" y="210893"/>
                    </a:cubicBezTo>
                    <a:cubicBezTo>
                      <a:pt x="144561" y="210213"/>
                      <a:pt x="149247" y="209146"/>
                      <a:pt x="153533" y="207674"/>
                    </a:cubicBezTo>
                    <a:cubicBezTo>
                      <a:pt x="157810" y="206202"/>
                      <a:pt x="161868" y="204308"/>
                      <a:pt x="165706" y="201990"/>
                    </a:cubicBezTo>
                    <a:cubicBezTo>
                      <a:pt x="169535" y="199672"/>
                      <a:pt x="173336" y="196821"/>
                      <a:pt x="177108" y="193436"/>
                    </a:cubicBezTo>
                    <a:cubicBezTo>
                      <a:pt x="178251" y="192425"/>
                      <a:pt x="179451" y="191597"/>
                      <a:pt x="180708" y="190972"/>
                    </a:cubicBezTo>
                    <a:cubicBezTo>
                      <a:pt x="181966" y="190364"/>
                      <a:pt x="183337" y="190052"/>
                      <a:pt x="184813" y="190052"/>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3" name="Google Shape;2603;p90"/>
              <p:cNvSpPr/>
              <p:nvPr/>
            </p:nvSpPr>
            <p:spPr>
              <a:xfrm>
                <a:off x="7750006" y="3084673"/>
                <a:ext cx="146580" cy="179861"/>
              </a:xfrm>
              <a:custGeom>
                <a:rect b="b" l="l" r="r" t="t"/>
                <a:pathLst>
                  <a:path extrusionOk="0" h="179861" w="146580">
                    <a:moveTo>
                      <a:pt x="146580" y="177139"/>
                    </a:moveTo>
                    <a:lnTo>
                      <a:pt x="127549" y="177139"/>
                    </a:lnTo>
                    <a:cubicBezTo>
                      <a:pt x="123549" y="177139"/>
                      <a:pt x="120406" y="176550"/>
                      <a:pt x="118129" y="175355"/>
                    </a:cubicBezTo>
                    <a:cubicBezTo>
                      <a:pt x="115843" y="174177"/>
                      <a:pt x="114119" y="171786"/>
                      <a:pt x="112986" y="168162"/>
                    </a:cubicBezTo>
                    <a:lnTo>
                      <a:pt x="109204" y="155783"/>
                    </a:lnTo>
                    <a:cubicBezTo>
                      <a:pt x="104756" y="159738"/>
                      <a:pt x="100384" y="163214"/>
                      <a:pt x="96088" y="166213"/>
                    </a:cubicBezTo>
                    <a:cubicBezTo>
                      <a:pt x="91802" y="169211"/>
                      <a:pt x="87373" y="171713"/>
                      <a:pt x="82810" y="173755"/>
                    </a:cubicBezTo>
                    <a:cubicBezTo>
                      <a:pt x="78229" y="175796"/>
                      <a:pt x="73381" y="177304"/>
                      <a:pt x="68237" y="178335"/>
                    </a:cubicBezTo>
                    <a:cubicBezTo>
                      <a:pt x="63094" y="179346"/>
                      <a:pt x="57369" y="179861"/>
                      <a:pt x="51092" y="179861"/>
                    </a:cubicBezTo>
                    <a:cubicBezTo>
                      <a:pt x="43663" y="179861"/>
                      <a:pt x="36805" y="178868"/>
                      <a:pt x="30518" y="176881"/>
                    </a:cubicBezTo>
                    <a:cubicBezTo>
                      <a:pt x="24232" y="174895"/>
                      <a:pt x="18822" y="171915"/>
                      <a:pt x="14316" y="167960"/>
                    </a:cubicBezTo>
                    <a:cubicBezTo>
                      <a:pt x="9792" y="163987"/>
                      <a:pt x="6287" y="159057"/>
                      <a:pt x="3763" y="153153"/>
                    </a:cubicBezTo>
                    <a:cubicBezTo>
                      <a:pt x="1248" y="147248"/>
                      <a:pt x="0" y="140406"/>
                      <a:pt x="0" y="132569"/>
                    </a:cubicBezTo>
                    <a:cubicBezTo>
                      <a:pt x="0" y="126003"/>
                      <a:pt x="1734" y="119509"/>
                      <a:pt x="5220" y="113090"/>
                    </a:cubicBezTo>
                    <a:cubicBezTo>
                      <a:pt x="8715" y="106688"/>
                      <a:pt x="14507" y="100912"/>
                      <a:pt x="22631" y="95744"/>
                    </a:cubicBezTo>
                    <a:cubicBezTo>
                      <a:pt x="30737" y="90593"/>
                      <a:pt x="41548" y="86307"/>
                      <a:pt x="55036" y="82904"/>
                    </a:cubicBezTo>
                    <a:cubicBezTo>
                      <a:pt x="68514" y="79501"/>
                      <a:pt x="85268" y="77809"/>
                      <a:pt x="105261" y="77809"/>
                    </a:cubicBezTo>
                    <a:lnTo>
                      <a:pt x="105261" y="67563"/>
                    </a:lnTo>
                    <a:cubicBezTo>
                      <a:pt x="105261" y="55827"/>
                      <a:pt x="102784" y="47145"/>
                      <a:pt x="97803" y="41498"/>
                    </a:cubicBezTo>
                    <a:cubicBezTo>
                      <a:pt x="92840" y="35869"/>
                      <a:pt x="85611" y="33055"/>
                      <a:pt x="76124" y="33055"/>
                    </a:cubicBezTo>
                    <a:cubicBezTo>
                      <a:pt x="69266" y="33055"/>
                      <a:pt x="63541" y="33846"/>
                      <a:pt x="58979" y="35428"/>
                    </a:cubicBezTo>
                    <a:cubicBezTo>
                      <a:pt x="54407" y="37009"/>
                      <a:pt x="50435" y="38794"/>
                      <a:pt x="47063" y="40762"/>
                    </a:cubicBezTo>
                    <a:cubicBezTo>
                      <a:pt x="43691" y="42749"/>
                      <a:pt x="40567" y="44515"/>
                      <a:pt x="37719" y="46097"/>
                    </a:cubicBezTo>
                    <a:cubicBezTo>
                      <a:pt x="34862" y="47679"/>
                      <a:pt x="31718" y="48469"/>
                      <a:pt x="28280" y="48469"/>
                    </a:cubicBezTo>
                    <a:cubicBezTo>
                      <a:pt x="25432" y="48469"/>
                      <a:pt x="22974" y="47734"/>
                      <a:pt x="20917" y="46263"/>
                    </a:cubicBezTo>
                    <a:cubicBezTo>
                      <a:pt x="18860" y="44809"/>
                      <a:pt x="17193" y="42988"/>
                      <a:pt x="15935" y="40854"/>
                    </a:cubicBezTo>
                    <a:lnTo>
                      <a:pt x="8230" y="27463"/>
                    </a:lnTo>
                    <a:cubicBezTo>
                      <a:pt x="28461" y="9142"/>
                      <a:pt x="52854" y="0"/>
                      <a:pt x="81429" y="0"/>
                    </a:cubicBezTo>
                    <a:cubicBezTo>
                      <a:pt x="91716" y="0"/>
                      <a:pt x="100889" y="1655"/>
                      <a:pt x="108957" y="4985"/>
                    </a:cubicBezTo>
                    <a:cubicBezTo>
                      <a:pt x="117015" y="8333"/>
                      <a:pt x="123844" y="12968"/>
                      <a:pt x="129435" y="18891"/>
                    </a:cubicBezTo>
                    <a:cubicBezTo>
                      <a:pt x="135036" y="24833"/>
                      <a:pt x="139303" y="31914"/>
                      <a:pt x="142208" y="40174"/>
                    </a:cubicBezTo>
                    <a:cubicBezTo>
                      <a:pt x="145132" y="48415"/>
                      <a:pt x="146580" y="57464"/>
                      <a:pt x="146580" y="67287"/>
                    </a:cubicBezTo>
                    <a:lnTo>
                      <a:pt x="146580" y="177139"/>
                    </a:lnTo>
                    <a:close/>
                    <a:moveTo>
                      <a:pt x="64294" y="151038"/>
                    </a:moveTo>
                    <a:cubicBezTo>
                      <a:pt x="68637" y="151038"/>
                      <a:pt x="72638" y="150650"/>
                      <a:pt x="76286" y="149860"/>
                    </a:cubicBezTo>
                    <a:cubicBezTo>
                      <a:pt x="79943" y="149087"/>
                      <a:pt x="83401" y="147929"/>
                      <a:pt x="86659" y="146365"/>
                    </a:cubicBezTo>
                    <a:cubicBezTo>
                      <a:pt x="89926" y="144802"/>
                      <a:pt x="93059" y="142888"/>
                      <a:pt x="96088" y="140607"/>
                    </a:cubicBezTo>
                    <a:cubicBezTo>
                      <a:pt x="99127" y="138327"/>
                      <a:pt x="102175" y="135622"/>
                      <a:pt x="105261" y="132514"/>
                    </a:cubicBezTo>
                    <a:lnTo>
                      <a:pt x="105261" y="103396"/>
                    </a:lnTo>
                    <a:cubicBezTo>
                      <a:pt x="92916" y="103396"/>
                      <a:pt x="82601" y="104168"/>
                      <a:pt x="74314" y="105714"/>
                    </a:cubicBezTo>
                    <a:cubicBezTo>
                      <a:pt x="66027" y="107240"/>
                      <a:pt x="59379" y="109209"/>
                      <a:pt x="54350" y="111600"/>
                    </a:cubicBezTo>
                    <a:cubicBezTo>
                      <a:pt x="49311" y="113991"/>
                      <a:pt x="45739" y="116768"/>
                      <a:pt x="43634" y="119969"/>
                    </a:cubicBezTo>
                    <a:cubicBezTo>
                      <a:pt x="41510" y="123151"/>
                      <a:pt x="40462" y="126628"/>
                      <a:pt x="40462" y="130380"/>
                    </a:cubicBezTo>
                    <a:cubicBezTo>
                      <a:pt x="40462" y="137775"/>
                      <a:pt x="42653" y="143073"/>
                      <a:pt x="47063" y="146255"/>
                    </a:cubicBezTo>
                    <a:cubicBezTo>
                      <a:pt x="51454" y="149436"/>
                      <a:pt x="57198" y="151038"/>
                      <a:pt x="64294" y="15103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4" name="Google Shape;2604;p90"/>
              <p:cNvSpPr/>
              <p:nvPr/>
            </p:nvSpPr>
            <p:spPr>
              <a:xfrm>
                <a:off x="7922304" y="3034659"/>
                <a:ext cx="119843" cy="229875"/>
              </a:xfrm>
              <a:custGeom>
                <a:rect b="b" l="l" r="r" t="t"/>
                <a:pathLst>
                  <a:path extrusionOk="0" h="229875" w="119843">
                    <a:moveTo>
                      <a:pt x="73733" y="229876"/>
                    </a:moveTo>
                    <a:cubicBezTo>
                      <a:pt x="58521" y="229876"/>
                      <a:pt x="46806" y="225609"/>
                      <a:pt x="38576" y="217073"/>
                    </a:cubicBezTo>
                    <a:cubicBezTo>
                      <a:pt x="30347" y="208538"/>
                      <a:pt x="26232" y="196766"/>
                      <a:pt x="26232" y="181719"/>
                    </a:cubicBezTo>
                    <a:lnTo>
                      <a:pt x="26232" y="84596"/>
                    </a:lnTo>
                    <a:lnTo>
                      <a:pt x="8401" y="84596"/>
                    </a:lnTo>
                    <a:cubicBezTo>
                      <a:pt x="6115" y="84596"/>
                      <a:pt x="4143" y="83860"/>
                      <a:pt x="2486" y="82389"/>
                    </a:cubicBezTo>
                    <a:cubicBezTo>
                      <a:pt x="829" y="80917"/>
                      <a:pt x="0" y="78710"/>
                      <a:pt x="0" y="75767"/>
                    </a:cubicBezTo>
                    <a:lnTo>
                      <a:pt x="0" y="59157"/>
                    </a:lnTo>
                    <a:lnTo>
                      <a:pt x="28289" y="54576"/>
                    </a:lnTo>
                    <a:lnTo>
                      <a:pt x="37214" y="7119"/>
                    </a:lnTo>
                    <a:cubicBezTo>
                      <a:pt x="37671" y="4856"/>
                      <a:pt x="38719" y="3109"/>
                      <a:pt x="40386" y="1858"/>
                    </a:cubicBezTo>
                    <a:cubicBezTo>
                      <a:pt x="42043" y="625"/>
                      <a:pt x="44120" y="0"/>
                      <a:pt x="46634" y="0"/>
                    </a:cubicBezTo>
                    <a:lnTo>
                      <a:pt x="68589" y="0"/>
                    </a:lnTo>
                    <a:lnTo>
                      <a:pt x="68589" y="54760"/>
                    </a:lnTo>
                    <a:lnTo>
                      <a:pt x="114871" y="54760"/>
                    </a:lnTo>
                    <a:lnTo>
                      <a:pt x="114871" y="84596"/>
                    </a:lnTo>
                    <a:lnTo>
                      <a:pt x="68589" y="84596"/>
                    </a:lnTo>
                    <a:lnTo>
                      <a:pt x="68589" y="178849"/>
                    </a:lnTo>
                    <a:cubicBezTo>
                      <a:pt x="68589" y="184276"/>
                      <a:pt x="69952" y="188506"/>
                      <a:pt x="72695" y="191560"/>
                    </a:cubicBezTo>
                    <a:cubicBezTo>
                      <a:pt x="75438" y="194614"/>
                      <a:pt x="79095" y="196141"/>
                      <a:pt x="83677" y="196141"/>
                    </a:cubicBezTo>
                    <a:cubicBezTo>
                      <a:pt x="86296" y="196141"/>
                      <a:pt x="88497" y="195828"/>
                      <a:pt x="90268" y="195203"/>
                    </a:cubicBezTo>
                    <a:cubicBezTo>
                      <a:pt x="92050" y="194577"/>
                      <a:pt x="93593" y="193933"/>
                      <a:pt x="94897" y="193252"/>
                    </a:cubicBezTo>
                    <a:cubicBezTo>
                      <a:pt x="96212" y="192572"/>
                      <a:pt x="97384" y="191928"/>
                      <a:pt x="98412" y="191303"/>
                    </a:cubicBezTo>
                    <a:cubicBezTo>
                      <a:pt x="99441" y="190677"/>
                      <a:pt x="100470" y="190365"/>
                      <a:pt x="101508" y="190365"/>
                    </a:cubicBezTo>
                    <a:cubicBezTo>
                      <a:pt x="102765" y="190365"/>
                      <a:pt x="103784" y="190677"/>
                      <a:pt x="104584" y="191303"/>
                    </a:cubicBezTo>
                    <a:cubicBezTo>
                      <a:pt x="105385" y="191928"/>
                      <a:pt x="106242" y="192866"/>
                      <a:pt x="107156" y="194099"/>
                    </a:cubicBezTo>
                    <a:lnTo>
                      <a:pt x="119844" y="214443"/>
                    </a:lnTo>
                    <a:cubicBezTo>
                      <a:pt x="113671" y="219539"/>
                      <a:pt x="106585" y="223364"/>
                      <a:pt x="98584" y="225976"/>
                    </a:cubicBezTo>
                    <a:cubicBezTo>
                      <a:pt x="90583" y="228570"/>
                      <a:pt x="82296" y="229876"/>
                      <a:pt x="73733" y="229876"/>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5" name="Google Shape;2605;p90"/>
              <p:cNvSpPr/>
              <p:nvPr/>
            </p:nvSpPr>
            <p:spPr>
              <a:xfrm>
                <a:off x="8062207" y="3084673"/>
                <a:ext cx="146589" cy="179861"/>
              </a:xfrm>
              <a:custGeom>
                <a:rect b="b" l="l" r="r" t="t"/>
                <a:pathLst>
                  <a:path extrusionOk="0" h="179861" w="146589">
                    <a:moveTo>
                      <a:pt x="146590" y="177139"/>
                    </a:moveTo>
                    <a:lnTo>
                      <a:pt x="127559" y="177139"/>
                    </a:lnTo>
                    <a:cubicBezTo>
                      <a:pt x="123558" y="177139"/>
                      <a:pt x="120415" y="176550"/>
                      <a:pt x="118129" y="175355"/>
                    </a:cubicBezTo>
                    <a:cubicBezTo>
                      <a:pt x="115843" y="174177"/>
                      <a:pt x="114119" y="171786"/>
                      <a:pt x="112986" y="168162"/>
                    </a:cubicBezTo>
                    <a:lnTo>
                      <a:pt x="109214" y="155783"/>
                    </a:lnTo>
                    <a:cubicBezTo>
                      <a:pt x="104756" y="159738"/>
                      <a:pt x="100384" y="163214"/>
                      <a:pt x="96098" y="166213"/>
                    </a:cubicBezTo>
                    <a:cubicBezTo>
                      <a:pt x="91812" y="169211"/>
                      <a:pt x="87382" y="171713"/>
                      <a:pt x="82810" y="173755"/>
                    </a:cubicBezTo>
                    <a:cubicBezTo>
                      <a:pt x="78239" y="175796"/>
                      <a:pt x="73381" y="177304"/>
                      <a:pt x="68237" y="178335"/>
                    </a:cubicBezTo>
                    <a:cubicBezTo>
                      <a:pt x="63094" y="179346"/>
                      <a:pt x="57369" y="179861"/>
                      <a:pt x="51092" y="179861"/>
                    </a:cubicBezTo>
                    <a:cubicBezTo>
                      <a:pt x="43663" y="179861"/>
                      <a:pt x="36805" y="178868"/>
                      <a:pt x="30518" y="176881"/>
                    </a:cubicBezTo>
                    <a:cubicBezTo>
                      <a:pt x="24232" y="174895"/>
                      <a:pt x="18822" y="171915"/>
                      <a:pt x="14316" y="167960"/>
                    </a:cubicBezTo>
                    <a:cubicBezTo>
                      <a:pt x="9792" y="163987"/>
                      <a:pt x="6287" y="159057"/>
                      <a:pt x="3763" y="153153"/>
                    </a:cubicBezTo>
                    <a:cubicBezTo>
                      <a:pt x="1257" y="147248"/>
                      <a:pt x="0" y="140406"/>
                      <a:pt x="0" y="132569"/>
                    </a:cubicBezTo>
                    <a:cubicBezTo>
                      <a:pt x="0" y="126003"/>
                      <a:pt x="1743" y="119509"/>
                      <a:pt x="5229" y="113090"/>
                    </a:cubicBezTo>
                    <a:cubicBezTo>
                      <a:pt x="8715" y="106688"/>
                      <a:pt x="14507" y="100912"/>
                      <a:pt x="22631" y="95744"/>
                    </a:cubicBezTo>
                    <a:cubicBezTo>
                      <a:pt x="30737" y="90593"/>
                      <a:pt x="41548" y="86307"/>
                      <a:pt x="55036" y="82904"/>
                    </a:cubicBezTo>
                    <a:cubicBezTo>
                      <a:pt x="68513" y="79501"/>
                      <a:pt x="85268" y="77809"/>
                      <a:pt x="105270" y="77809"/>
                    </a:cubicBezTo>
                    <a:lnTo>
                      <a:pt x="105270" y="67563"/>
                    </a:lnTo>
                    <a:cubicBezTo>
                      <a:pt x="105270" y="55827"/>
                      <a:pt x="102784" y="47145"/>
                      <a:pt x="97803" y="41498"/>
                    </a:cubicBezTo>
                    <a:cubicBezTo>
                      <a:pt x="92840" y="35869"/>
                      <a:pt x="85611" y="33055"/>
                      <a:pt x="76124" y="33055"/>
                    </a:cubicBezTo>
                    <a:cubicBezTo>
                      <a:pt x="69266" y="33055"/>
                      <a:pt x="63551" y="33846"/>
                      <a:pt x="58979" y="35428"/>
                    </a:cubicBezTo>
                    <a:cubicBezTo>
                      <a:pt x="54407" y="37009"/>
                      <a:pt x="50435" y="38794"/>
                      <a:pt x="47063" y="40762"/>
                    </a:cubicBezTo>
                    <a:cubicBezTo>
                      <a:pt x="43691" y="42749"/>
                      <a:pt x="40577" y="44515"/>
                      <a:pt x="37719" y="46097"/>
                    </a:cubicBezTo>
                    <a:cubicBezTo>
                      <a:pt x="34862" y="47679"/>
                      <a:pt x="31718" y="48469"/>
                      <a:pt x="28289" y="48469"/>
                    </a:cubicBezTo>
                    <a:cubicBezTo>
                      <a:pt x="25432" y="48469"/>
                      <a:pt x="22974" y="47734"/>
                      <a:pt x="20917" y="46263"/>
                    </a:cubicBezTo>
                    <a:cubicBezTo>
                      <a:pt x="18860" y="44809"/>
                      <a:pt x="17202" y="42988"/>
                      <a:pt x="15945" y="40854"/>
                    </a:cubicBezTo>
                    <a:lnTo>
                      <a:pt x="8230" y="27463"/>
                    </a:lnTo>
                    <a:cubicBezTo>
                      <a:pt x="28461" y="9142"/>
                      <a:pt x="52864" y="0"/>
                      <a:pt x="81439" y="0"/>
                    </a:cubicBezTo>
                    <a:cubicBezTo>
                      <a:pt x="91726" y="0"/>
                      <a:pt x="100898" y="1655"/>
                      <a:pt x="108956" y="4985"/>
                    </a:cubicBezTo>
                    <a:cubicBezTo>
                      <a:pt x="117015" y="8333"/>
                      <a:pt x="123844" y="12968"/>
                      <a:pt x="129445" y="18891"/>
                    </a:cubicBezTo>
                    <a:cubicBezTo>
                      <a:pt x="135046" y="24833"/>
                      <a:pt x="139303" y="31914"/>
                      <a:pt x="142218" y="40174"/>
                    </a:cubicBezTo>
                    <a:cubicBezTo>
                      <a:pt x="145132" y="48415"/>
                      <a:pt x="146590" y="57464"/>
                      <a:pt x="146590" y="67287"/>
                    </a:cubicBezTo>
                    <a:lnTo>
                      <a:pt x="146590" y="177139"/>
                    </a:lnTo>
                    <a:close/>
                    <a:moveTo>
                      <a:pt x="64294" y="151038"/>
                    </a:moveTo>
                    <a:cubicBezTo>
                      <a:pt x="68637" y="151038"/>
                      <a:pt x="72638" y="150650"/>
                      <a:pt x="76295" y="149860"/>
                    </a:cubicBezTo>
                    <a:cubicBezTo>
                      <a:pt x="79943" y="149087"/>
                      <a:pt x="83411" y="147929"/>
                      <a:pt x="86668" y="146365"/>
                    </a:cubicBezTo>
                    <a:cubicBezTo>
                      <a:pt x="89926" y="144802"/>
                      <a:pt x="93059" y="142888"/>
                      <a:pt x="96098" y="140607"/>
                    </a:cubicBezTo>
                    <a:cubicBezTo>
                      <a:pt x="99127" y="138327"/>
                      <a:pt x="102175" y="135622"/>
                      <a:pt x="105270" y="132514"/>
                    </a:cubicBezTo>
                    <a:lnTo>
                      <a:pt x="105270" y="103396"/>
                    </a:lnTo>
                    <a:cubicBezTo>
                      <a:pt x="92926" y="103396"/>
                      <a:pt x="82610" y="104168"/>
                      <a:pt x="74324" y="105714"/>
                    </a:cubicBezTo>
                    <a:cubicBezTo>
                      <a:pt x="66037" y="107240"/>
                      <a:pt x="59379" y="109209"/>
                      <a:pt x="54350" y="111600"/>
                    </a:cubicBezTo>
                    <a:cubicBezTo>
                      <a:pt x="49321" y="113991"/>
                      <a:pt x="45749" y="116768"/>
                      <a:pt x="43634" y="119969"/>
                    </a:cubicBezTo>
                    <a:cubicBezTo>
                      <a:pt x="41510" y="123151"/>
                      <a:pt x="40462" y="126628"/>
                      <a:pt x="40462" y="130380"/>
                    </a:cubicBezTo>
                    <a:cubicBezTo>
                      <a:pt x="40462" y="137775"/>
                      <a:pt x="42653" y="143073"/>
                      <a:pt x="47063" y="146255"/>
                    </a:cubicBezTo>
                    <a:cubicBezTo>
                      <a:pt x="51454" y="149436"/>
                      <a:pt x="57207" y="151038"/>
                      <a:pt x="64294" y="15103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6" name="Google Shape;2606;p90"/>
              <p:cNvSpPr/>
              <p:nvPr/>
            </p:nvSpPr>
            <p:spPr>
              <a:xfrm>
                <a:off x="8253202" y="3009900"/>
                <a:ext cx="42348" cy="251912"/>
              </a:xfrm>
              <a:custGeom>
                <a:rect b="b" l="l" r="r" t="t"/>
                <a:pathLst>
                  <a:path extrusionOk="0" h="251912" w="42348">
                    <a:moveTo>
                      <a:pt x="42348" y="0"/>
                    </a:moveTo>
                    <a:lnTo>
                      <a:pt x="42348" y="251912"/>
                    </a:lnTo>
                    <a:lnTo>
                      <a:pt x="0" y="251912"/>
                    </a:lnTo>
                    <a:lnTo>
                      <a:pt x="0" y="0"/>
                    </a:lnTo>
                    <a:lnTo>
                      <a:pt x="42348"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7" name="Google Shape;2607;p90"/>
              <p:cNvSpPr/>
              <p:nvPr/>
            </p:nvSpPr>
            <p:spPr>
              <a:xfrm>
                <a:off x="8331203" y="3085170"/>
                <a:ext cx="174021" cy="179180"/>
              </a:xfrm>
              <a:custGeom>
                <a:rect b="b" l="l" r="r" t="t"/>
                <a:pathLst>
                  <a:path extrusionOk="0" h="179180" w="174021">
                    <a:moveTo>
                      <a:pt x="87268" y="0"/>
                    </a:moveTo>
                    <a:cubicBezTo>
                      <a:pt x="100412" y="0"/>
                      <a:pt x="112329" y="2097"/>
                      <a:pt x="123015" y="6272"/>
                    </a:cubicBezTo>
                    <a:cubicBezTo>
                      <a:pt x="133702" y="10466"/>
                      <a:pt x="142818" y="16389"/>
                      <a:pt x="150362" y="24078"/>
                    </a:cubicBezTo>
                    <a:cubicBezTo>
                      <a:pt x="157905" y="31767"/>
                      <a:pt x="163744" y="41148"/>
                      <a:pt x="167850" y="52222"/>
                    </a:cubicBezTo>
                    <a:cubicBezTo>
                      <a:pt x="171965" y="63296"/>
                      <a:pt x="174022" y="75674"/>
                      <a:pt x="174022" y="89342"/>
                    </a:cubicBezTo>
                    <a:cubicBezTo>
                      <a:pt x="174022" y="103138"/>
                      <a:pt x="171965" y="115554"/>
                      <a:pt x="167850" y="126646"/>
                    </a:cubicBezTo>
                    <a:cubicBezTo>
                      <a:pt x="163744" y="137719"/>
                      <a:pt x="157905" y="147156"/>
                      <a:pt x="150362" y="154955"/>
                    </a:cubicBezTo>
                    <a:cubicBezTo>
                      <a:pt x="142818" y="162754"/>
                      <a:pt x="133702" y="168733"/>
                      <a:pt x="123015" y="172909"/>
                    </a:cubicBezTo>
                    <a:cubicBezTo>
                      <a:pt x="112329" y="177102"/>
                      <a:pt x="100412" y="179181"/>
                      <a:pt x="87268" y="179181"/>
                    </a:cubicBezTo>
                    <a:cubicBezTo>
                      <a:pt x="74123" y="179181"/>
                      <a:pt x="62179" y="177102"/>
                      <a:pt x="51445" y="172909"/>
                    </a:cubicBezTo>
                    <a:cubicBezTo>
                      <a:pt x="40700" y="168733"/>
                      <a:pt x="31528" y="162754"/>
                      <a:pt x="23927" y="154955"/>
                    </a:cubicBezTo>
                    <a:cubicBezTo>
                      <a:pt x="16316" y="147156"/>
                      <a:pt x="10439" y="137719"/>
                      <a:pt x="6258" y="126646"/>
                    </a:cubicBezTo>
                    <a:cubicBezTo>
                      <a:pt x="2086" y="115554"/>
                      <a:pt x="0" y="103138"/>
                      <a:pt x="0" y="89342"/>
                    </a:cubicBezTo>
                    <a:cubicBezTo>
                      <a:pt x="0" y="75674"/>
                      <a:pt x="2086" y="63296"/>
                      <a:pt x="6258" y="52222"/>
                    </a:cubicBezTo>
                    <a:cubicBezTo>
                      <a:pt x="10439" y="41148"/>
                      <a:pt x="16316" y="31767"/>
                      <a:pt x="23927" y="24078"/>
                    </a:cubicBezTo>
                    <a:cubicBezTo>
                      <a:pt x="31528" y="16389"/>
                      <a:pt x="40700" y="10466"/>
                      <a:pt x="51445" y="6272"/>
                    </a:cubicBezTo>
                    <a:cubicBezTo>
                      <a:pt x="62179" y="2097"/>
                      <a:pt x="74123" y="0"/>
                      <a:pt x="87268" y="0"/>
                    </a:cubicBezTo>
                    <a:close/>
                    <a:moveTo>
                      <a:pt x="87268" y="146972"/>
                    </a:moveTo>
                    <a:cubicBezTo>
                      <a:pt x="101898" y="146972"/>
                      <a:pt x="112729" y="142116"/>
                      <a:pt x="119758" y="132404"/>
                    </a:cubicBezTo>
                    <a:cubicBezTo>
                      <a:pt x="126797" y="122691"/>
                      <a:pt x="130312" y="108436"/>
                      <a:pt x="130312" y="89673"/>
                    </a:cubicBezTo>
                    <a:cubicBezTo>
                      <a:pt x="130312" y="70929"/>
                      <a:pt x="126797" y="56618"/>
                      <a:pt x="119758" y="46795"/>
                    </a:cubicBezTo>
                    <a:cubicBezTo>
                      <a:pt x="112729" y="36954"/>
                      <a:pt x="101898" y="32043"/>
                      <a:pt x="87268" y="32043"/>
                    </a:cubicBezTo>
                    <a:cubicBezTo>
                      <a:pt x="72419" y="32043"/>
                      <a:pt x="61436" y="36991"/>
                      <a:pt x="54350" y="46870"/>
                    </a:cubicBezTo>
                    <a:cubicBezTo>
                      <a:pt x="47263" y="56765"/>
                      <a:pt x="43729" y="71040"/>
                      <a:pt x="43729" y="89673"/>
                    </a:cubicBezTo>
                    <a:cubicBezTo>
                      <a:pt x="43729" y="108325"/>
                      <a:pt x="47263" y="122544"/>
                      <a:pt x="54350" y="132311"/>
                    </a:cubicBezTo>
                    <a:cubicBezTo>
                      <a:pt x="61436" y="142098"/>
                      <a:pt x="72419" y="146972"/>
                      <a:pt x="87268" y="146972"/>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8" name="Google Shape;2608;p90"/>
              <p:cNvSpPr/>
              <p:nvPr/>
            </p:nvSpPr>
            <p:spPr>
              <a:xfrm>
                <a:off x="8521169" y="3084839"/>
                <a:ext cx="168020" cy="238171"/>
              </a:xfrm>
              <a:custGeom>
                <a:rect b="b" l="l" r="r" t="t"/>
                <a:pathLst>
                  <a:path extrusionOk="0" h="238171" w="168020">
                    <a:moveTo>
                      <a:pt x="78000" y="0"/>
                    </a:moveTo>
                    <a:cubicBezTo>
                      <a:pt x="85544" y="0"/>
                      <a:pt x="92640" y="754"/>
                      <a:pt x="99270" y="2281"/>
                    </a:cubicBezTo>
                    <a:cubicBezTo>
                      <a:pt x="105889" y="3808"/>
                      <a:pt x="111957" y="6033"/>
                      <a:pt x="117443" y="8977"/>
                    </a:cubicBezTo>
                    <a:lnTo>
                      <a:pt x="168021" y="8977"/>
                    </a:lnTo>
                    <a:lnTo>
                      <a:pt x="168021" y="24575"/>
                    </a:lnTo>
                    <a:cubicBezTo>
                      <a:pt x="168021" y="27169"/>
                      <a:pt x="167325" y="29211"/>
                      <a:pt x="165963" y="30682"/>
                    </a:cubicBezTo>
                    <a:cubicBezTo>
                      <a:pt x="164592" y="32154"/>
                      <a:pt x="162249" y="33165"/>
                      <a:pt x="158934" y="33736"/>
                    </a:cubicBezTo>
                    <a:lnTo>
                      <a:pt x="143160" y="36606"/>
                    </a:lnTo>
                    <a:cubicBezTo>
                      <a:pt x="144294" y="39549"/>
                      <a:pt x="145189" y="42657"/>
                      <a:pt x="145818" y="45931"/>
                    </a:cubicBezTo>
                    <a:cubicBezTo>
                      <a:pt x="146447" y="49224"/>
                      <a:pt x="146761" y="52663"/>
                      <a:pt x="146761" y="56268"/>
                    </a:cubicBezTo>
                    <a:cubicBezTo>
                      <a:pt x="146761" y="64859"/>
                      <a:pt x="145018" y="72640"/>
                      <a:pt x="141522" y="79593"/>
                    </a:cubicBezTo>
                    <a:cubicBezTo>
                      <a:pt x="138036" y="86546"/>
                      <a:pt x="133235" y="92450"/>
                      <a:pt x="127130" y="97307"/>
                    </a:cubicBezTo>
                    <a:cubicBezTo>
                      <a:pt x="121015" y="102163"/>
                      <a:pt x="113747" y="105915"/>
                      <a:pt x="105356" y="108582"/>
                    </a:cubicBezTo>
                    <a:cubicBezTo>
                      <a:pt x="96955" y="111232"/>
                      <a:pt x="87839" y="112556"/>
                      <a:pt x="78000" y="112556"/>
                    </a:cubicBezTo>
                    <a:cubicBezTo>
                      <a:pt x="71380" y="112556"/>
                      <a:pt x="64913" y="111931"/>
                      <a:pt x="58636" y="110698"/>
                    </a:cubicBezTo>
                    <a:cubicBezTo>
                      <a:pt x="53149" y="113990"/>
                      <a:pt x="50406" y="117707"/>
                      <a:pt x="50406" y="121790"/>
                    </a:cubicBezTo>
                    <a:cubicBezTo>
                      <a:pt x="50406" y="125322"/>
                      <a:pt x="52035" y="127916"/>
                      <a:pt x="55293" y="129570"/>
                    </a:cubicBezTo>
                    <a:cubicBezTo>
                      <a:pt x="58541" y="131208"/>
                      <a:pt x="62836" y="132385"/>
                      <a:pt x="68151" y="133065"/>
                    </a:cubicBezTo>
                    <a:cubicBezTo>
                      <a:pt x="73466" y="133746"/>
                      <a:pt x="79495" y="134096"/>
                      <a:pt x="86239" y="134096"/>
                    </a:cubicBezTo>
                    <a:cubicBezTo>
                      <a:pt x="92983" y="134096"/>
                      <a:pt x="99889" y="134372"/>
                      <a:pt x="106975" y="134942"/>
                    </a:cubicBezTo>
                    <a:cubicBezTo>
                      <a:pt x="114071" y="135512"/>
                      <a:pt x="120977" y="136506"/>
                      <a:pt x="127730" y="137922"/>
                    </a:cubicBezTo>
                    <a:cubicBezTo>
                      <a:pt x="134474" y="139339"/>
                      <a:pt x="140503" y="141564"/>
                      <a:pt x="145818" y="144636"/>
                    </a:cubicBezTo>
                    <a:cubicBezTo>
                      <a:pt x="151133" y="147690"/>
                      <a:pt x="155410" y="151865"/>
                      <a:pt x="158677" y="157144"/>
                    </a:cubicBezTo>
                    <a:cubicBezTo>
                      <a:pt x="161934" y="162405"/>
                      <a:pt x="163563" y="169174"/>
                      <a:pt x="163563" y="177451"/>
                    </a:cubicBezTo>
                    <a:cubicBezTo>
                      <a:pt x="163563" y="185159"/>
                      <a:pt x="161648" y="192645"/>
                      <a:pt x="157810" y="199911"/>
                    </a:cubicBezTo>
                    <a:cubicBezTo>
                      <a:pt x="153991" y="207159"/>
                      <a:pt x="148447" y="213633"/>
                      <a:pt x="141189" y="219299"/>
                    </a:cubicBezTo>
                    <a:cubicBezTo>
                      <a:pt x="133931" y="224965"/>
                      <a:pt x="125044" y="229526"/>
                      <a:pt x="114519" y="232984"/>
                    </a:cubicBezTo>
                    <a:cubicBezTo>
                      <a:pt x="104013" y="236443"/>
                      <a:pt x="92002" y="238172"/>
                      <a:pt x="78524" y="238172"/>
                    </a:cubicBezTo>
                    <a:cubicBezTo>
                      <a:pt x="65151" y="238172"/>
                      <a:pt x="53549" y="236902"/>
                      <a:pt x="43719" y="234364"/>
                    </a:cubicBezTo>
                    <a:cubicBezTo>
                      <a:pt x="33890" y="231826"/>
                      <a:pt x="25746" y="228422"/>
                      <a:pt x="19278" y="224192"/>
                    </a:cubicBezTo>
                    <a:cubicBezTo>
                      <a:pt x="12830" y="219961"/>
                      <a:pt x="8001" y="215069"/>
                      <a:pt x="4800" y="209532"/>
                    </a:cubicBezTo>
                    <a:cubicBezTo>
                      <a:pt x="1600" y="203995"/>
                      <a:pt x="0" y="198219"/>
                      <a:pt x="0" y="192240"/>
                    </a:cubicBezTo>
                    <a:cubicBezTo>
                      <a:pt x="0" y="184092"/>
                      <a:pt x="2514" y="177268"/>
                      <a:pt x="7544" y="171731"/>
                    </a:cubicBezTo>
                    <a:cubicBezTo>
                      <a:pt x="12563" y="166194"/>
                      <a:pt x="19545" y="161780"/>
                      <a:pt x="28460" y="158505"/>
                    </a:cubicBezTo>
                    <a:cubicBezTo>
                      <a:pt x="24108" y="156133"/>
                      <a:pt x="20631" y="152968"/>
                      <a:pt x="18002" y="149014"/>
                    </a:cubicBezTo>
                    <a:cubicBezTo>
                      <a:pt x="15364" y="145059"/>
                      <a:pt x="14058" y="139908"/>
                      <a:pt x="14058" y="133581"/>
                    </a:cubicBezTo>
                    <a:cubicBezTo>
                      <a:pt x="14058" y="130987"/>
                      <a:pt x="14506" y="128302"/>
                      <a:pt x="15430" y="125524"/>
                    </a:cubicBezTo>
                    <a:cubicBezTo>
                      <a:pt x="16345" y="122765"/>
                      <a:pt x="17745" y="120024"/>
                      <a:pt x="19631" y="117302"/>
                    </a:cubicBezTo>
                    <a:cubicBezTo>
                      <a:pt x="21517" y="114598"/>
                      <a:pt x="23889" y="112023"/>
                      <a:pt x="26746" y="109595"/>
                    </a:cubicBezTo>
                    <a:cubicBezTo>
                      <a:pt x="29594" y="107166"/>
                      <a:pt x="32975" y="104996"/>
                      <a:pt x="36862" y="103064"/>
                    </a:cubicBezTo>
                    <a:cubicBezTo>
                      <a:pt x="27946" y="98319"/>
                      <a:pt x="20936" y="91991"/>
                      <a:pt x="15859" y="84082"/>
                    </a:cubicBezTo>
                    <a:cubicBezTo>
                      <a:pt x="10773" y="76171"/>
                      <a:pt x="8229" y="66900"/>
                      <a:pt x="8229" y="56268"/>
                    </a:cubicBezTo>
                    <a:cubicBezTo>
                      <a:pt x="8229" y="47697"/>
                      <a:pt x="9973" y="39916"/>
                      <a:pt x="13458" y="32963"/>
                    </a:cubicBezTo>
                    <a:cubicBezTo>
                      <a:pt x="16935" y="26010"/>
                      <a:pt x="21803" y="20086"/>
                      <a:pt x="28022" y="15175"/>
                    </a:cubicBezTo>
                    <a:cubicBezTo>
                      <a:pt x="34261" y="10246"/>
                      <a:pt x="41634" y="6493"/>
                      <a:pt x="50149" y="3900"/>
                    </a:cubicBezTo>
                    <a:cubicBezTo>
                      <a:pt x="58655" y="1288"/>
                      <a:pt x="67951" y="0"/>
                      <a:pt x="78000" y="0"/>
                    </a:cubicBezTo>
                    <a:close/>
                    <a:moveTo>
                      <a:pt x="124463" y="184276"/>
                    </a:moveTo>
                    <a:cubicBezTo>
                      <a:pt x="124463" y="180817"/>
                      <a:pt x="123444" y="177985"/>
                      <a:pt x="121386" y="175796"/>
                    </a:cubicBezTo>
                    <a:cubicBezTo>
                      <a:pt x="119319" y="173607"/>
                      <a:pt x="116519" y="171915"/>
                      <a:pt x="112986" y="170701"/>
                    </a:cubicBezTo>
                    <a:cubicBezTo>
                      <a:pt x="109432" y="169487"/>
                      <a:pt x="105299" y="168585"/>
                      <a:pt x="100555" y="168016"/>
                    </a:cubicBezTo>
                    <a:cubicBezTo>
                      <a:pt x="95812" y="167427"/>
                      <a:pt x="90783" y="167151"/>
                      <a:pt x="85467" y="167151"/>
                    </a:cubicBezTo>
                    <a:lnTo>
                      <a:pt x="69009" y="167151"/>
                    </a:lnTo>
                    <a:cubicBezTo>
                      <a:pt x="63341" y="167151"/>
                      <a:pt x="57893" y="166526"/>
                      <a:pt x="52625" y="165275"/>
                    </a:cubicBezTo>
                    <a:cubicBezTo>
                      <a:pt x="47825" y="167886"/>
                      <a:pt x="43977" y="170959"/>
                      <a:pt x="41062" y="174527"/>
                    </a:cubicBezTo>
                    <a:cubicBezTo>
                      <a:pt x="38148" y="178077"/>
                      <a:pt x="36690" y="182179"/>
                      <a:pt x="36690" y="186815"/>
                    </a:cubicBezTo>
                    <a:cubicBezTo>
                      <a:pt x="36690" y="189868"/>
                      <a:pt x="37462" y="192719"/>
                      <a:pt x="39005" y="195368"/>
                    </a:cubicBezTo>
                    <a:cubicBezTo>
                      <a:pt x="40548" y="198016"/>
                      <a:pt x="43005" y="200316"/>
                      <a:pt x="46377" y="202229"/>
                    </a:cubicBezTo>
                    <a:cubicBezTo>
                      <a:pt x="49749" y="204161"/>
                      <a:pt x="54121" y="205651"/>
                      <a:pt x="59493" y="206736"/>
                    </a:cubicBezTo>
                    <a:cubicBezTo>
                      <a:pt x="64865" y="207803"/>
                      <a:pt x="71438" y="208336"/>
                      <a:pt x="79200" y="208336"/>
                    </a:cubicBezTo>
                    <a:cubicBezTo>
                      <a:pt x="87096" y="208336"/>
                      <a:pt x="93888" y="207729"/>
                      <a:pt x="99612" y="206515"/>
                    </a:cubicBezTo>
                    <a:cubicBezTo>
                      <a:pt x="105327" y="205301"/>
                      <a:pt x="110042" y="203646"/>
                      <a:pt x="113747" y="201511"/>
                    </a:cubicBezTo>
                    <a:cubicBezTo>
                      <a:pt x="117471" y="199359"/>
                      <a:pt x="120186" y="196821"/>
                      <a:pt x="121901" y="193896"/>
                    </a:cubicBezTo>
                    <a:cubicBezTo>
                      <a:pt x="123615" y="190935"/>
                      <a:pt x="124463" y="187734"/>
                      <a:pt x="124463" y="184276"/>
                    </a:cubicBezTo>
                    <a:close/>
                    <a:moveTo>
                      <a:pt x="78000" y="85774"/>
                    </a:moveTo>
                    <a:cubicBezTo>
                      <a:pt x="83258" y="85774"/>
                      <a:pt x="87839" y="85074"/>
                      <a:pt x="91726" y="83658"/>
                    </a:cubicBezTo>
                    <a:cubicBezTo>
                      <a:pt x="95612" y="82242"/>
                      <a:pt x="98840" y="80292"/>
                      <a:pt x="101403" y="77809"/>
                    </a:cubicBezTo>
                    <a:cubicBezTo>
                      <a:pt x="103984" y="75326"/>
                      <a:pt x="105927" y="72327"/>
                      <a:pt x="107242" y="68814"/>
                    </a:cubicBezTo>
                    <a:cubicBezTo>
                      <a:pt x="108547" y="65319"/>
                      <a:pt x="109214" y="61475"/>
                      <a:pt x="109214" y="57299"/>
                    </a:cubicBezTo>
                    <a:cubicBezTo>
                      <a:pt x="109214" y="48709"/>
                      <a:pt x="106603" y="41902"/>
                      <a:pt x="101403" y="36863"/>
                    </a:cubicBezTo>
                    <a:cubicBezTo>
                      <a:pt x="96212" y="31841"/>
                      <a:pt x="88402" y="29321"/>
                      <a:pt x="78000" y="29321"/>
                    </a:cubicBezTo>
                    <a:cubicBezTo>
                      <a:pt x="67608" y="29321"/>
                      <a:pt x="59798" y="31841"/>
                      <a:pt x="54597" y="36863"/>
                    </a:cubicBezTo>
                    <a:cubicBezTo>
                      <a:pt x="49396" y="41902"/>
                      <a:pt x="46806" y="48709"/>
                      <a:pt x="46806" y="57299"/>
                    </a:cubicBezTo>
                    <a:cubicBezTo>
                      <a:pt x="46806" y="61364"/>
                      <a:pt x="47454" y="65153"/>
                      <a:pt x="48777" y="68648"/>
                    </a:cubicBezTo>
                    <a:cubicBezTo>
                      <a:pt x="50092" y="72161"/>
                      <a:pt x="52035" y="75179"/>
                      <a:pt x="54597" y="77717"/>
                    </a:cubicBezTo>
                    <a:cubicBezTo>
                      <a:pt x="57178" y="80274"/>
                      <a:pt x="60436" y="82242"/>
                      <a:pt x="64379" y="83658"/>
                    </a:cubicBezTo>
                    <a:cubicBezTo>
                      <a:pt x="68323" y="85074"/>
                      <a:pt x="72857" y="85774"/>
                      <a:pt x="78000" y="8577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09" name="Google Shape;2609;p90"/>
              <p:cNvSpPr/>
              <p:nvPr/>
            </p:nvSpPr>
            <p:spPr>
              <a:xfrm>
                <a:off x="4548082" y="3402235"/>
                <a:ext cx="124987" cy="156610"/>
              </a:xfrm>
              <a:custGeom>
                <a:rect b="b" l="l" r="r" t="t"/>
                <a:pathLst>
                  <a:path extrusionOk="0" h="156610" w="124987">
                    <a:moveTo>
                      <a:pt x="124987" y="0"/>
                    </a:moveTo>
                    <a:lnTo>
                      <a:pt x="124987" y="23931"/>
                    </a:lnTo>
                    <a:lnTo>
                      <a:pt x="77343" y="23931"/>
                    </a:lnTo>
                    <a:lnTo>
                      <a:pt x="77343" y="156611"/>
                    </a:lnTo>
                    <a:lnTo>
                      <a:pt x="47873" y="156611"/>
                    </a:lnTo>
                    <a:lnTo>
                      <a:pt x="47873" y="23931"/>
                    </a:lnTo>
                    <a:lnTo>
                      <a:pt x="0" y="23931"/>
                    </a:lnTo>
                    <a:lnTo>
                      <a:pt x="0" y="0"/>
                    </a:lnTo>
                    <a:lnTo>
                      <a:pt x="124987"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0" name="Google Shape;2610;p90"/>
              <p:cNvSpPr/>
              <p:nvPr/>
            </p:nvSpPr>
            <p:spPr>
              <a:xfrm>
                <a:off x="4690262" y="3397895"/>
                <a:ext cx="97926" cy="160951"/>
              </a:xfrm>
              <a:custGeom>
                <a:rect b="b" l="l" r="r" t="t"/>
                <a:pathLst>
                  <a:path extrusionOk="0" h="160951" w="97926">
                    <a:moveTo>
                      <a:pt x="0" y="160951"/>
                    </a:moveTo>
                    <a:lnTo>
                      <a:pt x="0" y="0"/>
                    </a:lnTo>
                    <a:lnTo>
                      <a:pt x="27051" y="0"/>
                    </a:lnTo>
                    <a:lnTo>
                      <a:pt x="27051" y="61842"/>
                    </a:lnTo>
                    <a:cubicBezTo>
                      <a:pt x="31433" y="57722"/>
                      <a:pt x="36262" y="54411"/>
                      <a:pt x="41519" y="51890"/>
                    </a:cubicBezTo>
                    <a:cubicBezTo>
                      <a:pt x="46777" y="49352"/>
                      <a:pt x="52940" y="48083"/>
                      <a:pt x="60027" y="48083"/>
                    </a:cubicBezTo>
                    <a:cubicBezTo>
                      <a:pt x="66161" y="48083"/>
                      <a:pt x="71599" y="49113"/>
                      <a:pt x="76352" y="51174"/>
                    </a:cubicBezTo>
                    <a:cubicBezTo>
                      <a:pt x="81096" y="53233"/>
                      <a:pt x="85058" y="56121"/>
                      <a:pt x="88230" y="59837"/>
                    </a:cubicBezTo>
                    <a:cubicBezTo>
                      <a:pt x="91411" y="63571"/>
                      <a:pt x="93821" y="68004"/>
                      <a:pt x="95460" y="73173"/>
                    </a:cubicBezTo>
                    <a:cubicBezTo>
                      <a:pt x="97107" y="78324"/>
                      <a:pt x="97927" y="84007"/>
                      <a:pt x="97927" y="90224"/>
                    </a:cubicBezTo>
                    <a:lnTo>
                      <a:pt x="97927" y="160951"/>
                    </a:lnTo>
                    <a:lnTo>
                      <a:pt x="70875" y="160951"/>
                    </a:lnTo>
                    <a:lnTo>
                      <a:pt x="70875" y="90224"/>
                    </a:lnTo>
                    <a:cubicBezTo>
                      <a:pt x="70875" y="83437"/>
                      <a:pt x="69285" y="78176"/>
                      <a:pt x="66104" y="74460"/>
                    </a:cubicBezTo>
                    <a:cubicBezTo>
                      <a:pt x="62932" y="70745"/>
                      <a:pt x="58169" y="68887"/>
                      <a:pt x="51816" y="68887"/>
                    </a:cubicBezTo>
                    <a:cubicBezTo>
                      <a:pt x="47139" y="68887"/>
                      <a:pt x="42758" y="69935"/>
                      <a:pt x="38671" y="72032"/>
                    </a:cubicBezTo>
                    <a:cubicBezTo>
                      <a:pt x="34576" y="74130"/>
                      <a:pt x="30709" y="76981"/>
                      <a:pt x="27051" y="80586"/>
                    </a:cubicBezTo>
                    <a:lnTo>
                      <a:pt x="27051" y="160951"/>
                    </a:lnTo>
                    <a:lnTo>
                      <a:pt x="0" y="16095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1" name="Google Shape;2611;p90"/>
              <p:cNvSpPr/>
              <p:nvPr/>
            </p:nvSpPr>
            <p:spPr>
              <a:xfrm>
                <a:off x="4807248" y="3445977"/>
                <a:ext cx="102631" cy="114487"/>
              </a:xfrm>
              <a:custGeom>
                <a:rect b="b" l="l" r="r" t="t"/>
                <a:pathLst>
                  <a:path extrusionOk="0" h="114487" w="102631">
                    <a:moveTo>
                      <a:pt x="53997" y="0"/>
                    </a:moveTo>
                    <a:cubicBezTo>
                      <a:pt x="61084" y="0"/>
                      <a:pt x="67599" y="1123"/>
                      <a:pt x="73552" y="3367"/>
                    </a:cubicBezTo>
                    <a:cubicBezTo>
                      <a:pt x="79505" y="5610"/>
                      <a:pt x="84630" y="8866"/>
                      <a:pt x="88944" y="13171"/>
                    </a:cubicBezTo>
                    <a:cubicBezTo>
                      <a:pt x="93250" y="17456"/>
                      <a:pt x="96612" y="22736"/>
                      <a:pt x="99022" y="28972"/>
                    </a:cubicBezTo>
                    <a:cubicBezTo>
                      <a:pt x="101432" y="35226"/>
                      <a:pt x="102632" y="42363"/>
                      <a:pt x="102632" y="50365"/>
                    </a:cubicBezTo>
                    <a:cubicBezTo>
                      <a:pt x="102632" y="52388"/>
                      <a:pt x="102546" y="54080"/>
                      <a:pt x="102356" y="55404"/>
                    </a:cubicBezTo>
                    <a:cubicBezTo>
                      <a:pt x="102175" y="56747"/>
                      <a:pt x="101851" y="57796"/>
                      <a:pt x="101375" y="58550"/>
                    </a:cubicBezTo>
                    <a:cubicBezTo>
                      <a:pt x="100898" y="59304"/>
                      <a:pt x="100260" y="59856"/>
                      <a:pt x="99460" y="60169"/>
                    </a:cubicBezTo>
                    <a:cubicBezTo>
                      <a:pt x="98650" y="60500"/>
                      <a:pt x="97631" y="60665"/>
                      <a:pt x="96393" y="60665"/>
                    </a:cubicBezTo>
                    <a:lnTo>
                      <a:pt x="26946" y="60665"/>
                    </a:lnTo>
                    <a:cubicBezTo>
                      <a:pt x="27746" y="72070"/>
                      <a:pt x="30851" y="80439"/>
                      <a:pt x="36252" y="85792"/>
                    </a:cubicBezTo>
                    <a:cubicBezTo>
                      <a:pt x="41653" y="91126"/>
                      <a:pt x="48816" y="93794"/>
                      <a:pt x="57721" y="93794"/>
                    </a:cubicBezTo>
                    <a:cubicBezTo>
                      <a:pt x="62103" y="93794"/>
                      <a:pt x="65884" y="93297"/>
                      <a:pt x="69056" y="92286"/>
                    </a:cubicBezTo>
                    <a:cubicBezTo>
                      <a:pt x="72238" y="91273"/>
                      <a:pt x="75009" y="90152"/>
                      <a:pt x="77381" y="88938"/>
                    </a:cubicBezTo>
                    <a:cubicBezTo>
                      <a:pt x="79753" y="87705"/>
                      <a:pt x="81839" y="86583"/>
                      <a:pt x="83629" y="85572"/>
                    </a:cubicBezTo>
                    <a:cubicBezTo>
                      <a:pt x="85420" y="84559"/>
                      <a:pt x="87154" y="84063"/>
                      <a:pt x="88830" y="84063"/>
                    </a:cubicBezTo>
                    <a:cubicBezTo>
                      <a:pt x="89926" y="84063"/>
                      <a:pt x="90878" y="84265"/>
                      <a:pt x="91678" y="84707"/>
                    </a:cubicBezTo>
                    <a:cubicBezTo>
                      <a:pt x="92478" y="85130"/>
                      <a:pt x="93174" y="85755"/>
                      <a:pt x="93764" y="86546"/>
                    </a:cubicBezTo>
                    <a:lnTo>
                      <a:pt x="101651" y="96295"/>
                    </a:lnTo>
                    <a:cubicBezTo>
                      <a:pt x="98650" y="99753"/>
                      <a:pt x="95298" y="102660"/>
                      <a:pt x="91573" y="105014"/>
                    </a:cubicBezTo>
                    <a:cubicBezTo>
                      <a:pt x="87849" y="107351"/>
                      <a:pt x="83953" y="109245"/>
                      <a:pt x="79905" y="110643"/>
                    </a:cubicBezTo>
                    <a:cubicBezTo>
                      <a:pt x="75857" y="112060"/>
                      <a:pt x="71723" y="113052"/>
                      <a:pt x="67532" y="113623"/>
                    </a:cubicBezTo>
                    <a:cubicBezTo>
                      <a:pt x="63332" y="114193"/>
                      <a:pt x="59255" y="114488"/>
                      <a:pt x="55321" y="114488"/>
                    </a:cubicBezTo>
                    <a:cubicBezTo>
                      <a:pt x="47501" y="114488"/>
                      <a:pt x="40234" y="113200"/>
                      <a:pt x="33518" y="110643"/>
                    </a:cubicBezTo>
                    <a:cubicBezTo>
                      <a:pt x="26794" y="108086"/>
                      <a:pt x="20955" y="104297"/>
                      <a:pt x="15992" y="99275"/>
                    </a:cubicBezTo>
                    <a:cubicBezTo>
                      <a:pt x="11020" y="94253"/>
                      <a:pt x="7115" y="88036"/>
                      <a:pt x="4267" y="80641"/>
                    </a:cubicBezTo>
                    <a:cubicBezTo>
                      <a:pt x="1419" y="73247"/>
                      <a:pt x="0" y="64675"/>
                      <a:pt x="0" y="54927"/>
                    </a:cubicBezTo>
                    <a:cubicBezTo>
                      <a:pt x="0" y="47348"/>
                      <a:pt x="1238" y="40211"/>
                      <a:pt x="3724" y="33534"/>
                    </a:cubicBezTo>
                    <a:cubicBezTo>
                      <a:pt x="6201" y="26856"/>
                      <a:pt x="9763" y="21044"/>
                      <a:pt x="14402" y="16095"/>
                    </a:cubicBezTo>
                    <a:cubicBezTo>
                      <a:pt x="19041" y="11147"/>
                      <a:pt x="24698" y="7229"/>
                      <a:pt x="31375" y="4342"/>
                    </a:cubicBezTo>
                    <a:cubicBezTo>
                      <a:pt x="38062" y="1453"/>
                      <a:pt x="45596" y="0"/>
                      <a:pt x="53997" y="0"/>
                    </a:cubicBezTo>
                    <a:close/>
                    <a:moveTo>
                      <a:pt x="54550" y="19185"/>
                    </a:moveTo>
                    <a:cubicBezTo>
                      <a:pt x="46663" y="19185"/>
                      <a:pt x="40491" y="21375"/>
                      <a:pt x="36033" y="25789"/>
                    </a:cubicBezTo>
                    <a:cubicBezTo>
                      <a:pt x="31575" y="30186"/>
                      <a:pt x="28727" y="36440"/>
                      <a:pt x="27489" y="44515"/>
                    </a:cubicBezTo>
                    <a:lnTo>
                      <a:pt x="78315" y="44515"/>
                    </a:lnTo>
                    <a:cubicBezTo>
                      <a:pt x="78315" y="41057"/>
                      <a:pt x="77838" y="37783"/>
                      <a:pt x="76895" y="34729"/>
                    </a:cubicBezTo>
                    <a:cubicBezTo>
                      <a:pt x="75943" y="31658"/>
                      <a:pt x="74486" y="28972"/>
                      <a:pt x="72514" y="26654"/>
                    </a:cubicBezTo>
                    <a:cubicBezTo>
                      <a:pt x="70542" y="24336"/>
                      <a:pt x="68056" y="22516"/>
                      <a:pt x="65065" y="21190"/>
                    </a:cubicBezTo>
                    <a:cubicBezTo>
                      <a:pt x="62065" y="19848"/>
                      <a:pt x="58560"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2" name="Google Shape;2612;p90"/>
              <p:cNvSpPr/>
              <p:nvPr/>
            </p:nvSpPr>
            <p:spPr>
              <a:xfrm>
                <a:off x="4972421" y="3398225"/>
                <a:ext cx="34613" cy="160620"/>
              </a:xfrm>
              <a:custGeom>
                <a:rect b="b" l="l" r="r" t="t"/>
                <a:pathLst>
                  <a:path extrusionOk="0" h="160620" w="34613">
                    <a:moveTo>
                      <a:pt x="34614" y="17107"/>
                    </a:moveTo>
                    <a:cubicBezTo>
                      <a:pt x="34614" y="19425"/>
                      <a:pt x="34138" y="21595"/>
                      <a:pt x="33195" y="23601"/>
                    </a:cubicBezTo>
                    <a:cubicBezTo>
                      <a:pt x="32242" y="25623"/>
                      <a:pt x="30985" y="27408"/>
                      <a:pt x="29413" y="28916"/>
                    </a:cubicBezTo>
                    <a:cubicBezTo>
                      <a:pt x="27842" y="30425"/>
                      <a:pt x="26003" y="31639"/>
                      <a:pt x="23879" y="32540"/>
                    </a:cubicBezTo>
                    <a:cubicBezTo>
                      <a:pt x="21755" y="33441"/>
                      <a:pt x="19498" y="33901"/>
                      <a:pt x="17088" y="33901"/>
                    </a:cubicBezTo>
                    <a:cubicBezTo>
                      <a:pt x="14754" y="33901"/>
                      <a:pt x="12544" y="33441"/>
                      <a:pt x="10468" y="32540"/>
                    </a:cubicBezTo>
                    <a:cubicBezTo>
                      <a:pt x="8382" y="31639"/>
                      <a:pt x="6582" y="30425"/>
                      <a:pt x="5039" y="28916"/>
                    </a:cubicBezTo>
                    <a:cubicBezTo>
                      <a:pt x="3505" y="27408"/>
                      <a:pt x="2276" y="25623"/>
                      <a:pt x="1372" y="23601"/>
                    </a:cubicBezTo>
                    <a:cubicBezTo>
                      <a:pt x="457" y="21595"/>
                      <a:pt x="0" y="19425"/>
                      <a:pt x="0" y="17107"/>
                    </a:cubicBezTo>
                    <a:cubicBezTo>
                      <a:pt x="0" y="14734"/>
                      <a:pt x="457" y="12490"/>
                      <a:pt x="1372" y="10393"/>
                    </a:cubicBezTo>
                    <a:cubicBezTo>
                      <a:pt x="2276" y="8296"/>
                      <a:pt x="3505" y="6494"/>
                      <a:pt x="5039" y="4985"/>
                    </a:cubicBezTo>
                    <a:cubicBezTo>
                      <a:pt x="6582" y="3458"/>
                      <a:pt x="8382" y="2263"/>
                      <a:pt x="10468" y="1343"/>
                    </a:cubicBezTo>
                    <a:cubicBezTo>
                      <a:pt x="12544" y="442"/>
                      <a:pt x="14754" y="0"/>
                      <a:pt x="17088" y="0"/>
                    </a:cubicBezTo>
                    <a:cubicBezTo>
                      <a:pt x="19498" y="0"/>
                      <a:pt x="21755" y="442"/>
                      <a:pt x="23879" y="1343"/>
                    </a:cubicBezTo>
                    <a:cubicBezTo>
                      <a:pt x="26003" y="2263"/>
                      <a:pt x="27842" y="3458"/>
                      <a:pt x="29413" y="4985"/>
                    </a:cubicBezTo>
                    <a:cubicBezTo>
                      <a:pt x="30985" y="6494"/>
                      <a:pt x="32242" y="8296"/>
                      <a:pt x="33195" y="10393"/>
                    </a:cubicBezTo>
                    <a:cubicBezTo>
                      <a:pt x="34138" y="12490"/>
                      <a:pt x="34614" y="14734"/>
                      <a:pt x="34614" y="17107"/>
                    </a:cubicBezTo>
                    <a:close/>
                    <a:moveTo>
                      <a:pt x="30566" y="49500"/>
                    </a:moveTo>
                    <a:lnTo>
                      <a:pt x="30566" y="160621"/>
                    </a:lnTo>
                    <a:lnTo>
                      <a:pt x="3505" y="160621"/>
                    </a:lnTo>
                    <a:lnTo>
                      <a:pt x="3505" y="49500"/>
                    </a:lnTo>
                    <a:lnTo>
                      <a:pt x="30566" y="4950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3" name="Google Shape;2613;p90"/>
              <p:cNvSpPr/>
              <p:nvPr/>
            </p:nvSpPr>
            <p:spPr>
              <a:xfrm>
                <a:off x="5033533" y="3445977"/>
                <a:ext cx="97926" cy="112868"/>
              </a:xfrm>
              <a:custGeom>
                <a:rect b="b" l="l" r="r" t="t"/>
                <a:pathLst>
                  <a:path extrusionOk="0" h="112868" w="97926">
                    <a:moveTo>
                      <a:pt x="0" y="112869"/>
                    </a:moveTo>
                    <a:lnTo>
                      <a:pt x="0" y="1748"/>
                    </a:lnTo>
                    <a:lnTo>
                      <a:pt x="16554" y="1748"/>
                    </a:lnTo>
                    <a:cubicBezTo>
                      <a:pt x="20050" y="1748"/>
                      <a:pt x="22355" y="3367"/>
                      <a:pt x="23441" y="6623"/>
                    </a:cubicBezTo>
                    <a:lnTo>
                      <a:pt x="25308" y="15397"/>
                    </a:lnTo>
                    <a:cubicBezTo>
                      <a:pt x="27575" y="13079"/>
                      <a:pt x="29966" y="10982"/>
                      <a:pt x="32480" y="9105"/>
                    </a:cubicBezTo>
                    <a:cubicBezTo>
                      <a:pt x="35004" y="7229"/>
                      <a:pt x="37662" y="5610"/>
                      <a:pt x="40481" y="4231"/>
                    </a:cubicBezTo>
                    <a:cubicBezTo>
                      <a:pt x="43291" y="2870"/>
                      <a:pt x="46311" y="1821"/>
                      <a:pt x="49511" y="1086"/>
                    </a:cubicBezTo>
                    <a:cubicBezTo>
                      <a:pt x="52730" y="368"/>
                      <a:pt x="56236" y="0"/>
                      <a:pt x="60036" y="0"/>
                    </a:cubicBezTo>
                    <a:cubicBezTo>
                      <a:pt x="66170" y="0"/>
                      <a:pt x="71609" y="1030"/>
                      <a:pt x="76352" y="3091"/>
                    </a:cubicBezTo>
                    <a:cubicBezTo>
                      <a:pt x="81105" y="5151"/>
                      <a:pt x="85058" y="8038"/>
                      <a:pt x="88240" y="11755"/>
                    </a:cubicBezTo>
                    <a:cubicBezTo>
                      <a:pt x="91421" y="15489"/>
                      <a:pt x="93831" y="19922"/>
                      <a:pt x="95469" y="25090"/>
                    </a:cubicBezTo>
                    <a:cubicBezTo>
                      <a:pt x="97117" y="30241"/>
                      <a:pt x="97926" y="35925"/>
                      <a:pt x="97926" y="42142"/>
                    </a:cubicBezTo>
                    <a:lnTo>
                      <a:pt x="97926" y="112869"/>
                    </a:lnTo>
                    <a:lnTo>
                      <a:pt x="70885" y="112869"/>
                    </a:lnTo>
                    <a:lnTo>
                      <a:pt x="70885" y="42142"/>
                    </a:lnTo>
                    <a:cubicBezTo>
                      <a:pt x="70885" y="35354"/>
                      <a:pt x="69294" y="30093"/>
                      <a:pt x="66113" y="26378"/>
                    </a:cubicBezTo>
                    <a:cubicBezTo>
                      <a:pt x="62941" y="22662"/>
                      <a:pt x="58169" y="20804"/>
                      <a:pt x="51816" y="20804"/>
                    </a:cubicBezTo>
                    <a:cubicBezTo>
                      <a:pt x="47139" y="20804"/>
                      <a:pt x="42758" y="21853"/>
                      <a:pt x="38671" y="23950"/>
                    </a:cubicBezTo>
                    <a:cubicBezTo>
                      <a:pt x="34585" y="26047"/>
                      <a:pt x="30718" y="28898"/>
                      <a:pt x="27061" y="32503"/>
                    </a:cubicBezTo>
                    <a:lnTo>
                      <a:pt x="27061" y="112869"/>
                    </a:lnTo>
                    <a:lnTo>
                      <a:pt x="0" y="11286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4" name="Google Shape;2614;p90"/>
              <p:cNvSpPr/>
              <p:nvPr/>
            </p:nvSpPr>
            <p:spPr>
              <a:xfrm>
                <a:off x="5147891" y="3413714"/>
                <a:ext cx="76571" cy="146861"/>
              </a:xfrm>
              <a:custGeom>
                <a:rect b="b" l="l" r="r" t="t"/>
                <a:pathLst>
                  <a:path extrusionOk="0" h="146861" w="76571">
                    <a:moveTo>
                      <a:pt x="47101" y="146861"/>
                    </a:moveTo>
                    <a:cubicBezTo>
                      <a:pt x="37395" y="146861"/>
                      <a:pt x="29908" y="144138"/>
                      <a:pt x="24651" y="138676"/>
                    </a:cubicBezTo>
                    <a:cubicBezTo>
                      <a:pt x="19393" y="133230"/>
                      <a:pt x="16764" y="125707"/>
                      <a:pt x="16764" y="116106"/>
                    </a:cubicBezTo>
                    <a:lnTo>
                      <a:pt x="16764" y="54042"/>
                    </a:lnTo>
                    <a:lnTo>
                      <a:pt x="5372" y="54042"/>
                    </a:lnTo>
                    <a:cubicBezTo>
                      <a:pt x="3905" y="54042"/>
                      <a:pt x="2648" y="53565"/>
                      <a:pt x="1591" y="52626"/>
                    </a:cubicBezTo>
                    <a:cubicBezTo>
                      <a:pt x="533" y="51688"/>
                      <a:pt x="0" y="50290"/>
                      <a:pt x="0" y="48414"/>
                    </a:cubicBezTo>
                    <a:lnTo>
                      <a:pt x="0" y="37800"/>
                    </a:lnTo>
                    <a:lnTo>
                      <a:pt x="18078" y="34876"/>
                    </a:lnTo>
                    <a:lnTo>
                      <a:pt x="23774" y="4543"/>
                    </a:lnTo>
                    <a:cubicBezTo>
                      <a:pt x="24060" y="3108"/>
                      <a:pt x="24746" y="1986"/>
                      <a:pt x="25803" y="1195"/>
                    </a:cubicBezTo>
                    <a:cubicBezTo>
                      <a:pt x="26851" y="386"/>
                      <a:pt x="28194" y="0"/>
                      <a:pt x="29794" y="0"/>
                    </a:cubicBezTo>
                    <a:lnTo>
                      <a:pt x="43825" y="0"/>
                    </a:lnTo>
                    <a:lnTo>
                      <a:pt x="43825" y="34986"/>
                    </a:lnTo>
                    <a:lnTo>
                      <a:pt x="73390" y="34986"/>
                    </a:lnTo>
                    <a:lnTo>
                      <a:pt x="73390" y="54042"/>
                    </a:lnTo>
                    <a:lnTo>
                      <a:pt x="43825" y="54042"/>
                    </a:lnTo>
                    <a:lnTo>
                      <a:pt x="43825" y="114266"/>
                    </a:lnTo>
                    <a:cubicBezTo>
                      <a:pt x="43825" y="117725"/>
                      <a:pt x="44691" y="120429"/>
                      <a:pt x="46444" y="122378"/>
                    </a:cubicBezTo>
                    <a:cubicBezTo>
                      <a:pt x="48206" y="124328"/>
                      <a:pt x="50540" y="125302"/>
                      <a:pt x="53454" y="125302"/>
                    </a:cubicBezTo>
                    <a:cubicBezTo>
                      <a:pt x="55131" y="125302"/>
                      <a:pt x="56550" y="125101"/>
                      <a:pt x="57674" y="124714"/>
                    </a:cubicBezTo>
                    <a:cubicBezTo>
                      <a:pt x="58807" y="124310"/>
                      <a:pt x="59789" y="123905"/>
                      <a:pt x="60627" y="123463"/>
                    </a:cubicBezTo>
                    <a:cubicBezTo>
                      <a:pt x="61465" y="123040"/>
                      <a:pt x="62217" y="122617"/>
                      <a:pt x="62884" y="122212"/>
                    </a:cubicBezTo>
                    <a:cubicBezTo>
                      <a:pt x="63532" y="121826"/>
                      <a:pt x="64189" y="121624"/>
                      <a:pt x="64856" y="121624"/>
                    </a:cubicBezTo>
                    <a:cubicBezTo>
                      <a:pt x="65656" y="121624"/>
                      <a:pt x="66313" y="121826"/>
                      <a:pt x="66827" y="122212"/>
                    </a:cubicBezTo>
                    <a:cubicBezTo>
                      <a:pt x="67323" y="122617"/>
                      <a:pt x="67875" y="123206"/>
                      <a:pt x="68466" y="124015"/>
                    </a:cubicBezTo>
                    <a:lnTo>
                      <a:pt x="76571" y="137001"/>
                    </a:lnTo>
                    <a:cubicBezTo>
                      <a:pt x="72628" y="140257"/>
                      <a:pt x="68094" y="142704"/>
                      <a:pt x="62979" y="144378"/>
                    </a:cubicBezTo>
                    <a:cubicBezTo>
                      <a:pt x="57874" y="146033"/>
                      <a:pt x="52587" y="146861"/>
                      <a:pt x="47101" y="146861"/>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5" name="Google Shape;2615;p90"/>
              <p:cNvSpPr/>
              <p:nvPr/>
            </p:nvSpPr>
            <p:spPr>
              <a:xfrm>
                <a:off x="5235301" y="3445977"/>
                <a:ext cx="102631" cy="114487"/>
              </a:xfrm>
              <a:custGeom>
                <a:rect b="b" l="l" r="r" t="t"/>
                <a:pathLst>
                  <a:path extrusionOk="0" h="114487" w="102631">
                    <a:moveTo>
                      <a:pt x="53997" y="0"/>
                    </a:moveTo>
                    <a:cubicBezTo>
                      <a:pt x="61084" y="0"/>
                      <a:pt x="67599" y="1123"/>
                      <a:pt x="73552" y="3367"/>
                    </a:cubicBezTo>
                    <a:cubicBezTo>
                      <a:pt x="79505" y="5610"/>
                      <a:pt x="84639" y="8866"/>
                      <a:pt x="88944" y="13171"/>
                    </a:cubicBezTo>
                    <a:cubicBezTo>
                      <a:pt x="93250" y="17456"/>
                      <a:pt x="96603" y="22736"/>
                      <a:pt x="99012"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98" y="59304"/>
                      <a:pt x="100260" y="59856"/>
                      <a:pt x="99450" y="60169"/>
                    </a:cubicBezTo>
                    <a:cubicBezTo>
                      <a:pt x="98650" y="60500"/>
                      <a:pt x="97631" y="60665"/>
                      <a:pt x="96393" y="60665"/>
                    </a:cubicBezTo>
                    <a:lnTo>
                      <a:pt x="26946" y="60665"/>
                    </a:lnTo>
                    <a:cubicBezTo>
                      <a:pt x="27746" y="72070"/>
                      <a:pt x="30851" y="80439"/>
                      <a:pt x="36252" y="85792"/>
                    </a:cubicBezTo>
                    <a:cubicBezTo>
                      <a:pt x="41662" y="91126"/>
                      <a:pt x="48816" y="93794"/>
                      <a:pt x="57721" y="93794"/>
                    </a:cubicBezTo>
                    <a:cubicBezTo>
                      <a:pt x="62103" y="93794"/>
                      <a:pt x="65884" y="93297"/>
                      <a:pt x="69066" y="92286"/>
                    </a:cubicBezTo>
                    <a:cubicBezTo>
                      <a:pt x="72238" y="91273"/>
                      <a:pt x="75009" y="90152"/>
                      <a:pt x="77391" y="88938"/>
                    </a:cubicBezTo>
                    <a:cubicBezTo>
                      <a:pt x="79762" y="87705"/>
                      <a:pt x="81839" y="86583"/>
                      <a:pt x="83629" y="85572"/>
                    </a:cubicBezTo>
                    <a:cubicBezTo>
                      <a:pt x="85420" y="84559"/>
                      <a:pt x="87154" y="84063"/>
                      <a:pt x="88830" y="84063"/>
                    </a:cubicBezTo>
                    <a:cubicBezTo>
                      <a:pt x="89925" y="84063"/>
                      <a:pt x="90878" y="84265"/>
                      <a:pt x="91678" y="84707"/>
                    </a:cubicBezTo>
                    <a:cubicBezTo>
                      <a:pt x="92488" y="85130"/>
                      <a:pt x="93174" y="85755"/>
                      <a:pt x="93764" y="86546"/>
                    </a:cubicBezTo>
                    <a:lnTo>
                      <a:pt x="101651" y="96295"/>
                    </a:lnTo>
                    <a:cubicBezTo>
                      <a:pt x="98650" y="99753"/>
                      <a:pt x="95298" y="102660"/>
                      <a:pt x="91573" y="105014"/>
                    </a:cubicBezTo>
                    <a:cubicBezTo>
                      <a:pt x="87840" y="107351"/>
                      <a:pt x="83953" y="109245"/>
                      <a:pt x="79905" y="110643"/>
                    </a:cubicBezTo>
                    <a:cubicBezTo>
                      <a:pt x="75857" y="112060"/>
                      <a:pt x="71723" y="113052"/>
                      <a:pt x="67532" y="113623"/>
                    </a:cubicBezTo>
                    <a:cubicBezTo>
                      <a:pt x="63322" y="114193"/>
                      <a:pt x="59265" y="114488"/>
                      <a:pt x="55312" y="114488"/>
                    </a:cubicBezTo>
                    <a:cubicBezTo>
                      <a:pt x="47501" y="114488"/>
                      <a:pt x="40234" y="113200"/>
                      <a:pt x="33509" y="110643"/>
                    </a:cubicBezTo>
                    <a:cubicBezTo>
                      <a:pt x="26794" y="108086"/>
                      <a:pt x="20955" y="104297"/>
                      <a:pt x="15992" y="99275"/>
                    </a:cubicBezTo>
                    <a:cubicBezTo>
                      <a:pt x="11020" y="94253"/>
                      <a:pt x="7115" y="88036"/>
                      <a:pt x="4267" y="80641"/>
                    </a:cubicBezTo>
                    <a:cubicBezTo>
                      <a:pt x="1419" y="73247"/>
                      <a:pt x="0" y="64675"/>
                      <a:pt x="0" y="54927"/>
                    </a:cubicBezTo>
                    <a:cubicBezTo>
                      <a:pt x="0" y="47348"/>
                      <a:pt x="1238" y="40211"/>
                      <a:pt x="3715" y="33534"/>
                    </a:cubicBezTo>
                    <a:cubicBezTo>
                      <a:pt x="6201" y="26856"/>
                      <a:pt x="9763" y="21044"/>
                      <a:pt x="14402" y="16095"/>
                    </a:cubicBezTo>
                    <a:cubicBezTo>
                      <a:pt x="19040" y="11147"/>
                      <a:pt x="24698" y="7229"/>
                      <a:pt x="31385" y="4342"/>
                    </a:cubicBezTo>
                    <a:cubicBezTo>
                      <a:pt x="38062" y="1453"/>
                      <a:pt x="45606" y="0"/>
                      <a:pt x="53997" y="0"/>
                    </a:cubicBezTo>
                    <a:close/>
                    <a:moveTo>
                      <a:pt x="54540" y="19185"/>
                    </a:moveTo>
                    <a:cubicBezTo>
                      <a:pt x="46653" y="19185"/>
                      <a:pt x="40491" y="21375"/>
                      <a:pt x="36033" y="25789"/>
                    </a:cubicBezTo>
                    <a:cubicBezTo>
                      <a:pt x="31575" y="30186"/>
                      <a:pt x="28727" y="36440"/>
                      <a:pt x="27499" y="44515"/>
                    </a:cubicBezTo>
                    <a:lnTo>
                      <a:pt x="78315" y="44515"/>
                    </a:lnTo>
                    <a:cubicBezTo>
                      <a:pt x="78315" y="41057"/>
                      <a:pt x="77848" y="37783"/>
                      <a:pt x="76895" y="34729"/>
                    </a:cubicBezTo>
                    <a:cubicBezTo>
                      <a:pt x="75943" y="31658"/>
                      <a:pt x="74485" y="28972"/>
                      <a:pt x="72514" y="26654"/>
                    </a:cubicBezTo>
                    <a:cubicBezTo>
                      <a:pt x="70542" y="24336"/>
                      <a:pt x="68056" y="22516"/>
                      <a:pt x="65065" y="21190"/>
                    </a:cubicBezTo>
                    <a:cubicBezTo>
                      <a:pt x="62065" y="19848"/>
                      <a:pt x="58560" y="19185"/>
                      <a:pt x="5454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6" name="Google Shape;2616;p90"/>
              <p:cNvSpPr/>
              <p:nvPr/>
            </p:nvSpPr>
            <p:spPr>
              <a:xfrm>
                <a:off x="5359946" y="3445665"/>
                <a:ext cx="71637" cy="113181"/>
              </a:xfrm>
              <a:custGeom>
                <a:rect b="b" l="l" r="r" t="t"/>
                <a:pathLst>
                  <a:path extrusionOk="0" h="113181" w="71637">
                    <a:moveTo>
                      <a:pt x="0" y="113182"/>
                    </a:moveTo>
                    <a:lnTo>
                      <a:pt x="0" y="2061"/>
                    </a:lnTo>
                    <a:lnTo>
                      <a:pt x="15888" y="2061"/>
                    </a:lnTo>
                    <a:cubicBezTo>
                      <a:pt x="18659" y="2061"/>
                      <a:pt x="20593" y="2557"/>
                      <a:pt x="21689" y="3568"/>
                    </a:cubicBezTo>
                    <a:cubicBezTo>
                      <a:pt x="22784" y="4581"/>
                      <a:pt x="23517" y="6310"/>
                      <a:pt x="23889" y="8775"/>
                    </a:cubicBezTo>
                    <a:lnTo>
                      <a:pt x="25517" y="22203"/>
                    </a:lnTo>
                    <a:cubicBezTo>
                      <a:pt x="29537" y="15341"/>
                      <a:pt x="34242" y="9933"/>
                      <a:pt x="39653" y="5960"/>
                    </a:cubicBezTo>
                    <a:cubicBezTo>
                      <a:pt x="45053" y="1987"/>
                      <a:pt x="51121" y="0"/>
                      <a:pt x="57836" y="0"/>
                    </a:cubicBezTo>
                    <a:cubicBezTo>
                      <a:pt x="63389" y="0"/>
                      <a:pt x="67980" y="1270"/>
                      <a:pt x="71637" y="3790"/>
                    </a:cubicBezTo>
                    <a:lnTo>
                      <a:pt x="68132" y="23821"/>
                    </a:lnTo>
                    <a:cubicBezTo>
                      <a:pt x="67923" y="25127"/>
                      <a:pt x="67437" y="26047"/>
                      <a:pt x="66713" y="26580"/>
                    </a:cubicBezTo>
                    <a:cubicBezTo>
                      <a:pt x="65980" y="27132"/>
                      <a:pt x="64989" y="27389"/>
                      <a:pt x="63751" y="27389"/>
                    </a:cubicBezTo>
                    <a:cubicBezTo>
                      <a:pt x="62655" y="27389"/>
                      <a:pt x="61160" y="27150"/>
                      <a:pt x="59255" y="26636"/>
                    </a:cubicBezTo>
                    <a:cubicBezTo>
                      <a:pt x="57360" y="26139"/>
                      <a:pt x="54845" y="25882"/>
                      <a:pt x="51702"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7" name="Google Shape;2617;p90"/>
              <p:cNvSpPr/>
              <p:nvPr/>
            </p:nvSpPr>
            <p:spPr>
              <a:xfrm>
                <a:off x="5441661" y="3445977"/>
                <a:ext cx="111185" cy="114487"/>
              </a:xfrm>
              <a:custGeom>
                <a:rect b="b" l="l" r="r" t="t"/>
                <a:pathLst>
                  <a:path extrusionOk="0" h="114487" w="111185">
                    <a:moveTo>
                      <a:pt x="55750" y="0"/>
                    </a:moveTo>
                    <a:cubicBezTo>
                      <a:pt x="64151" y="0"/>
                      <a:pt x="71761" y="1343"/>
                      <a:pt x="78600" y="4010"/>
                    </a:cubicBezTo>
                    <a:cubicBezTo>
                      <a:pt x="85430" y="6696"/>
                      <a:pt x="91250" y="10485"/>
                      <a:pt x="96069" y="15397"/>
                    </a:cubicBezTo>
                    <a:cubicBezTo>
                      <a:pt x="100889" y="20308"/>
                      <a:pt x="104604" y="26287"/>
                      <a:pt x="107242" y="33368"/>
                    </a:cubicBezTo>
                    <a:cubicBezTo>
                      <a:pt x="109871" y="40450"/>
                      <a:pt x="111185" y="48359"/>
                      <a:pt x="111185" y="57079"/>
                    </a:cubicBezTo>
                    <a:cubicBezTo>
                      <a:pt x="111185" y="65889"/>
                      <a:pt x="109871" y="73836"/>
                      <a:pt x="107242" y="80917"/>
                    </a:cubicBezTo>
                    <a:cubicBezTo>
                      <a:pt x="104604" y="88000"/>
                      <a:pt x="100889" y="94015"/>
                      <a:pt x="96069" y="99000"/>
                    </a:cubicBezTo>
                    <a:cubicBezTo>
                      <a:pt x="91250" y="103985"/>
                      <a:pt x="85430" y="107810"/>
                      <a:pt x="78600" y="110478"/>
                    </a:cubicBezTo>
                    <a:cubicBezTo>
                      <a:pt x="71761" y="113145"/>
                      <a:pt x="64151" y="114488"/>
                      <a:pt x="55750" y="114488"/>
                    </a:cubicBezTo>
                    <a:cubicBezTo>
                      <a:pt x="47358" y="114488"/>
                      <a:pt x="39729" y="113145"/>
                      <a:pt x="32861" y="110478"/>
                    </a:cubicBezTo>
                    <a:cubicBezTo>
                      <a:pt x="25994" y="107810"/>
                      <a:pt x="20136" y="103985"/>
                      <a:pt x="15278" y="99000"/>
                    </a:cubicBezTo>
                    <a:cubicBezTo>
                      <a:pt x="10430" y="94015"/>
                      <a:pt x="6668" y="88000"/>
                      <a:pt x="4001" y="80917"/>
                    </a:cubicBezTo>
                    <a:cubicBezTo>
                      <a:pt x="1333" y="73836"/>
                      <a:pt x="0" y="65889"/>
                      <a:pt x="0" y="57079"/>
                    </a:cubicBezTo>
                    <a:cubicBezTo>
                      <a:pt x="0" y="48359"/>
                      <a:pt x="1333" y="40450"/>
                      <a:pt x="4001" y="33368"/>
                    </a:cubicBezTo>
                    <a:cubicBezTo>
                      <a:pt x="6668" y="26287"/>
                      <a:pt x="10430" y="20308"/>
                      <a:pt x="15278" y="15397"/>
                    </a:cubicBezTo>
                    <a:cubicBezTo>
                      <a:pt x="20136" y="10485"/>
                      <a:pt x="25994" y="6696"/>
                      <a:pt x="32861" y="4010"/>
                    </a:cubicBezTo>
                    <a:cubicBezTo>
                      <a:pt x="39729" y="1343"/>
                      <a:pt x="47358" y="0"/>
                      <a:pt x="55750" y="0"/>
                    </a:cubicBezTo>
                    <a:close/>
                    <a:moveTo>
                      <a:pt x="55750" y="93904"/>
                    </a:moveTo>
                    <a:cubicBezTo>
                      <a:pt x="65103" y="93904"/>
                      <a:pt x="72019" y="90814"/>
                      <a:pt x="76514" y="84597"/>
                    </a:cubicBezTo>
                    <a:cubicBezTo>
                      <a:pt x="81010" y="78379"/>
                      <a:pt x="83249" y="69293"/>
                      <a:pt x="83249" y="57299"/>
                    </a:cubicBezTo>
                    <a:cubicBezTo>
                      <a:pt x="83249" y="45324"/>
                      <a:pt x="81010" y="36182"/>
                      <a:pt x="76514" y="29910"/>
                    </a:cubicBezTo>
                    <a:cubicBezTo>
                      <a:pt x="72019" y="23618"/>
                      <a:pt x="65103" y="20474"/>
                      <a:pt x="55750" y="20474"/>
                    </a:cubicBezTo>
                    <a:cubicBezTo>
                      <a:pt x="46263" y="20474"/>
                      <a:pt x="39253" y="23637"/>
                      <a:pt x="34719" y="29946"/>
                    </a:cubicBezTo>
                    <a:cubicBezTo>
                      <a:pt x="30194" y="36274"/>
                      <a:pt x="27927" y="45397"/>
                      <a:pt x="27927" y="57299"/>
                    </a:cubicBezTo>
                    <a:cubicBezTo>
                      <a:pt x="27927" y="69218"/>
                      <a:pt x="30194" y="78306"/>
                      <a:pt x="34719" y="84541"/>
                    </a:cubicBezTo>
                    <a:cubicBezTo>
                      <a:pt x="39253" y="90796"/>
                      <a:pt x="46263" y="93904"/>
                      <a:pt x="55750" y="9390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8" name="Google Shape;2618;p90"/>
              <p:cNvSpPr/>
              <p:nvPr/>
            </p:nvSpPr>
            <p:spPr>
              <a:xfrm>
                <a:off x="5573972" y="3445665"/>
                <a:ext cx="103412" cy="149455"/>
              </a:xfrm>
              <a:custGeom>
                <a:rect b="b" l="l" r="r" t="t"/>
                <a:pathLst>
                  <a:path extrusionOk="0" h="149455" w="103412">
                    <a:moveTo>
                      <a:pt x="0" y="149456"/>
                    </a:moveTo>
                    <a:lnTo>
                      <a:pt x="0" y="2061"/>
                    </a:lnTo>
                    <a:lnTo>
                      <a:pt x="16555" y="2061"/>
                    </a:lnTo>
                    <a:cubicBezTo>
                      <a:pt x="18298" y="2061"/>
                      <a:pt x="19802" y="2447"/>
                      <a:pt x="21031" y="3238"/>
                    </a:cubicBezTo>
                    <a:cubicBezTo>
                      <a:pt x="22279" y="4047"/>
                      <a:pt x="23079" y="5261"/>
                      <a:pt x="23441" y="6935"/>
                    </a:cubicBezTo>
                    <a:lnTo>
                      <a:pt x="25641" y="17218"/>
                    </a:lnTo>
                    <a:cubicBezTo>
                      <a:pt x="30166" y="12085"/>
                      <a:pt x="35366" y="7947"/>
                      <a:pt x="41253" y="4765"/>
                    </a:cubicBezTo>
                    <a:cubicBezTo>
                      <a:pt x="47130" y="1582"/>
                      <a:pt x="54007" y="0"/>
                      <a:pt x="61903" y="0"/>
                    </a:cubicBezTo>
                    <a:cubicBezTo>
                      <a:pt x="68028" y="0"/>
                      <a:pt x="73638" y="1270"/>
                      <a:pt x="78705" y="3790"/>
                    </a:cubicBezTo>
                    <a:cubicBezTo>
                      <a:pt x="83782" y="6310"/>
                      <a:pt x="88163" y="9970"/>
                      <a:pt x="91859" y="14789"/>
                    </a:cubicBezTo>
                    <a:cubicBezTo>
                      <a:pt x="95545" y="19590"/>
                      <a:pt x="98393" y="25495"/>
                      <a:pt x="100403" y="32540"/>
                    </a:cubicBezTo>
                    <a:cubicBezTo>
                      <a:pt x="102403" y="39586"/>
                      <a:pt x="103413" y="47661"/>
                      <a:pt x="103413" y="56747"/>
                    </a:cubicBezTo>
                    <a:cubicBezTo>
                      <a:pt x="103413" y="65061"/>
                      <a:pt x="102280" y="72750"/>
                      <a:pt x="100013" y="79814"/>
                    </a:cubicBezTo>
                    <a:cubicBezTo>
                      <a:pt x="97745" y="86896"/>
                      <a:pt x="94517" y="93039"/>
                      <a:pt x="90326" y="98227"/>
                    </a:cubicBezTo>
                    <a:cubicBezTo>
                      <a:pt x="86116" y="103433"/>
                      <a:pt x="81048" y="107498"/>
                      <a:pt x="75095" y="110422"/>
                    </a:cubicBezTo>
                    <a:cubicBezTo>
                      <a:pt x="69142" y="113347"/>
                      <a:pt x="62484" y="114800"/>
                      <a:pt x="55112" y="114800"/>
                    </a:cubicBezTo>
                    <a:cubicBezTo>
                      <a:pt x="48759" y="114800"/>
                      <a:pt x="43367" y="113844"/>
                      <a:pt x="38948" y="111931"/>
                    </a:cubicBezTo>
                    <a:cubicBezTo>
                      <a:pt x="34528" y="110018"/>
                      <a:pt x="30566" y="107369"/>
                      <a:pt x="27061" y="103966"/>
                    </a:cubicBezTo>
                    <a:lnTo>
                      <a:pt x="27061" y="149456"/>
                    </a:lnTo>
                    <a:lnTo>
                      <a:pt x="0" y="149456"/>
                    </a:lnTo>
                    <a:close/>
                    <a:moveTo>
                      <a:pt x="52587" y="21117"/>
                    </a:moveTo>
                    <a:cubicBezTo>
                      <a:pt x="46958" y="21117"/>
                      <a:pt x="42158" y="22294"/>
                      <a:pt x="38176" y="24631"/>
                    </a:cubicBezTo>
                    <a:cubicBezTo>
                      <a:pt x="34195" y="26985"/>
                      <a:pt x="30499" y="30278"/>
                      <a:pt x="27061" y="34545"/>
                    </a:cubicBezTo>
                    <a:lnTo>
                      <a:pt x="27061" y="84376"/>
                    </a:lnTo>
                    <a:cubicBezTo>
                      <a:pt x="30137" y="88129"/>
                      <a:pt x="33471" y="90740"/>
                      <a:pt x="37090" y="92211"/>
                    </a:cubicBezTo>
                    <a:cubicBezTo>
                      <a:pt x="40700" y="93702"/>
                      <a:pt x="44587" y="94438"/>
                      <a:pt x="48759" y="94438"/>
                    </a:cubicBezTo>
                    <a:cubicBezTo>
                      <a:pt x="52835" y="94438"/>
                      <a:pt x="56550" y="93683"/>
                      <a:pt x="59874" y="92157"/>
                    </a:cubicBezTo>
                    <a:cubicBezTo>
                      <a:pt x="63189" y="90648"/>
                      <a:pt x="65999" y="88330"/>
                      <a:pt x="68304" y="85240"/>
                    </a:cubicBezTo>
                    <a:cubicBezTo>
                      <a:pt x="70609" y="82131"/>
                      <a:pt x="72371" y="78213"/>
                      <a:pt x="73619" y="73487"/>
                    </a:cubicBezTo>
                    <a:cubicBezTo>
                      <a:pt x="74857" y="68759"/>
                      <a:pt x="75476" y="63185"/>
                      <a:pt x="75476" y="56747"/>
                    </a:cubicBezTo>
                    <a:cubicBezTo>
                      <a:pt x="75476" y="50254"/>
                      <a:pt x="74952" y="44754"/>
                      <a:pt x="73885" y="40229"/>
                    </a:cubicBezTo>
                    <a:cubicBezTo>
                      <a:pt x="72828" y="35722"/>
                      <a:pt x="71323" y="32062"/>
                      <a:pt x="69352" y="29248"/>
                    </a:cubicBezTo>
                    <a:cubicBezTo>
                      <a:pt x="67380" y="26415"/>
                      <a:pt x="64980" y="24373"/>
                      <a:pt x="62170" y="23067"/>
                    </a:cubicBezTo>
                    <a:cubicBezTo>
                      <a:pt x="59360" y="21761"/>
                      <a:pt x="56159" y="21117"/>
                      <a:pt x="52587" y="21117"/>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19" name="Google Shape;2619;p90"/>
              <p:cNvSpPr/>
              <p:nvPr/>
            </p:nvSpPr>
            <p:spPr>
              <a:xfrm>
                <a:off x="5690301" y="3445977"/>
                <a:ext cx="102641" cy="114487"/>
              </a:xfrm>
              <a:custGeom>
                <a:rect b="b" l="l" r="r" t="t"/>
                <a:pathLst>
                  <a:path extrusionOk="0" h="114487" w="102641">
                    <a:moveTo>
                      <a:pt x="53997" y="0"/>
                    </a:moveTo>
                    <a:cubicBezTo>
                      <a:pt x="61084" y="0"/>
                      <a:pt x="67609"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6" y="72070"/>
                      <a:pt x="30861" y="80439"/>
                      <a:pt x="36262" y="85792"/>
                    </a:cubicBezTo>
                    <a:cubicBezTo>
                      <a:pt x="41662" y="91126"/>
                      <a:pt x="48816" y="93794"/>
                      <a:pt x="57731" y="93794"/>
                    </a:cubicBezTo>
                    <a:cubicBezTo>
                      <a:pt x="62112" y="93794"/>
                      <a:pt x="65884" y="93297"/>
                      <a:pt x="69066" y="92286"/>
                    </a:cubicBezTo>
                    <a:cubicBezTo>
                      <a:pt x="72238" y="91273"/>
                      <a:pt x="75009" y="90152"/>
                      <a:pt x="77391" y="88938"/>
                    </a:cubicBezTo>
                    <a:cubicBezTo>
                      <a:pt x="79762" y="87705"/>
                      <a:pt x="81839" y="86583"/>
                      <a:pt x="83639" y="85572"/>
                    </a:cubicBezTo>
                    <a:cubicBezTo>
                      <a:pt x="85420" y="84559"/>
                      <a:pt x="87163" y="84063"/>
                      <a:pt x="88840" y="84063"/>
                    </a:cubicBezTo>
                    <a:cubicBezTo>
                      <a:pt x="89935" y="84063"/>
                      <a:pt x="90878" y="84265"/>
                      <a:pt x="91678" y="84707"/>
                    </a:cubicBezTo>
                    <a:cubicBezTo>
                      <a:pt x="92488" y="85130"/>
                      <a:pt x="93183"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2" y="113623"/>
                    </a:cubicBezTo>
                    <a:cubicBezTo>
                      <a:pt x="63332" y="114193"/>
                      <a:pt x="59265" y="114488"/>
                      <a:pt x="55321" y="114488"/>
                    </a:cubicBezTo>
                    <a:cubicBezTo>
                      <a:pt x="47511" y="114488"/>
                      <a:pt x="40243" y="113200"/>
                      <a:pt x="33518" y="110643"/>
                    </a:cubicBezTo>
                    <a:cubicBezTo>
                      <a:pt x="26803" y="108086"/>
                      <a:pt x="20965" y="104297"/>
                      <a:pt x="15992" y="99275"/>
                    </a:cubicBezTo>
                    <a:cubicBezTo>
                      <a:pt x="11030" y="94253"/>
                      <a:pt x="7115" y="88036"/>
                      <a:pt x="4277" y="80641"/>
                    </a:cubicBezTo>
                    <a:cubicBezTo>
                      <a:pt x="1429" y="73247"/>
                      <a:pt x="0" y="64675"/>
                      <a:pt x="0" y="54927"/>
                    </a:cubicBezTo>
                    <a:cubicBezTo>
                      <a:pt x="0" y="47348"/>
                      <a:pt x="1238" y="40211"/>
                      <a:pt x="3724" y="33534"/>
                    </a:cubicBezTo>
                    <a:cubicBezTo>
                      <a:pt x="6210" y="26856"/>
                      <a:pt x="9773" y="21044"/>
                      <a:pt x="14402" y="16095"/>
                    </a:cubicBezTo>
                    <a:cubicBezTo>
                      <a:pt x="19041" y="11147"/>
                      <a:pt x="24698" y="7229"/>
                      <a:pt x="31385" y="4342"/>
                    </a:cubicBezTo>
                    <a:cubicBezTo>
                      <a:pt x="38062" y="1453"/>
                      <a:pt x="45606" y="0"/>
                      <a:pt x="53997" y="0"/>
                    </a:cubicBezTo>
                    <a:close/>
                    <a:moveTo>
                      <a:pt x="54550" y="19185"/>
                    </a:moveTo>
                    <a:cubicBezTo>
                      <a:pt x="46663" y="19185"/>
                      <a:pt x="40491" y="21375"/>
                      <a:pt x="36043" y="25789"/>
                    </a:cubicBezTo>
                    <a:cubicBezTo>
                      <a:pt x="31585" y="30186"/>
                      <a:pt x="28737" y="36440"/>
                      <a:pt x="27499" y="44515"/>
                    </a:cubicBezTo>
                    <a:lnTo>
                      <a:pt x="78324" y="44515"/>
                    </a:lnTo>
                    <a:cubicBezTo>
                      <a:pt x="78324" y="41057"/>
                      <a:pt x="77848" y="37783"/>
                      <a:pt x="76905" y="34729"/>
                    </a:cubicBezTo>
                    <a:cubicBezTo>
                      <a:pt x="75952" y="31658"/>
                      <a:pt x="74495" y="28972"/>
                      <a:pt x="72523" y="26654"/>
                    </a:cubicBezTo>
                    <a:cubicBezTo>
                      <a:pt x="70552" y="24336"/>
                      <a:pt x="68066" y="22516"/>
                      <a:pt x="65065" y="21190"/>
                    </a:cubicBezTo>
                    <a:cubicBezTo>
                      <a:pt x="62074" y="19848"/>
                      <a:pt x="58569"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0" name="Google Shape;2620;p90"/>
              <p:cNvSpPr/>
              <p:nvPr/>
            </p:nvSpPr>
            <p:spPr>
              <a:xfrm>
                <a:off x="5814945" y="3445665"/>
                <a:ext cx="71647" cy="113181"/>
              </a:xfrm>
              <a:custGeom>
                <a:rect b="b" l="l" r="r" t="t"/>
                <a:pathLst>
                  <a:path extrusionOk="0" h="113181" w="71647">
                    <a:moveTo>
                      <a:pt x="0" y="113182"/>
                    </a:moveTo>
                    <a:lnTo>
                      <a:pt x="0" y="2061"/>
                    </a:lnTo>
                    <a:lnTo>
                      <a:pt x="15888" y="2061"/>
                    </a:lnTo>
                    <a:cubicBezTo>
                      <a:pt x="18659" y="2061"/>
                      <a:pt x="20593" y="2557"/>
                      <a:pt x="21698" y="3568"/>
                    </a:cubicBezTo>
                    <a:cubicBezTo>
                      <a:pt x="22793" y="4581"/>
                      <a:pt x="23517" y="6310"/>
                      <a:pt x="23889" y="8775"/>
                    </a:cubicBezTo>
                    <a:lnTo>
                      <a:pt x="25527" y="22203"/>
                    </a:lnTo>
                    <a:cubicBezTo>
                      <a:pt x="29547" y="15341"/>
                      <a:pt x="34252" y="9933"/>
                      <a:pt x="39653" y="5960"/>
                    </a:cubicBezTo>
                    <a:cubicBezTo>
                      <a:pt x="45063" y="1987"/>
                      <a:pt x="51121" y="0"/>
                      <a:pt x="57845" y="0"/>
                    </a:cubicBezTo>
                    <a:cubicBezTo>
                      <a:pt x="63398" y="0"/>
                      <a:pt x="67989" y="1270"/>
                      <a:pt x="71647" y="3790"/>
                    </a:cubicBezTo>
                    <a:lnTo>
                      <a:pt x="68142" y="23821"/>
                    </a:lnTo>
                    <a:cubicBezTo>
                      <a:pt x="67923" y="25127"/>
                      <a:pt x="67437" y="26047"/>
                      <a:pt x="66713" y="26580"/>
                    </a:cubicBezTo>
                    <a:cubicBezTo>
                      <a:pt x="65980" y="27132"/>
                      <a:pt x="6499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3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1" name="Google Shape;2621;p90"/>
              <p:cNvSpPr/>
              <p:nvPr/>
            </p:nvSpPr>
            <p:spPr>
              <a:xfrm>
                <a:off x="5895689" y="3445665"/>
                <a:ext cx="93649" cy="114910"/>
              </a:xfrm>
              <a:custGeom>
                <a:rect b="b" l="l" r="r" t="t"/>
                <a:pathLst>
                  <a:path extrusionOk="0" h="114910" w="93649">
                    <a:moveTo>
                      <a:pt x="93650" y="113182"/>
                    </a:moveTo>
                    <a:lnTo>
                      <a:pt x="81496" y="113182"/>
                    </a:lnTo>
                    <a:cubicBezTo>
                      <a:pt x="78934" y="113182"/>
                      <a:pt x="76924" y="112795"/>
                      <a:pt x="75476" y="112041"/>
                    </a:cubicBezTo>
                    <a:cubicBezTo>
                      <a:pt x="74000" y="111287"/>
                      <a:pt x="72914" y="109742"/>
                      <a:pt x="72180" y="107442"/>
                    </a:cubicBezTo>
                    <a:lnTo>
                      <a:pt x="69771" y="99533"/>
                    </a:lnTo>
                    <a:cubicBezTo>
                      <a:pt x="66923" y="102053"/>
                      <a:pt x="64132" y="104279"/>
                      <a:pt x="61389" y="106191"/>
                    </a:cubicBezTo>
                    <a:cubicBezTo>
                      <a:pt x="58655" y="108104"/>
                      <a:pt x="55826" y="109705"/>
                      <a:pt x="52911" y="111011"/>
                    </a:cubicBezTo>
                    <a:cubicBezTo>
                      <a:pt x="49987" y="112317"/>
                      <a:pt x="46882" y="113292"/>
                      <a:pt x="43596" y="113936"/>
                    </a:cubicBezTo>
                    <a:cubicBezTo>
                      <a:pt x="40300" y="114579"/>
                      <a:pt x="3665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34" y="72254"/>
                    </a:cubicBezTo>
                    <a:cubicBezTo>
                      <a:pt x="5563" y="68170"/>
                      <a:pt x="9268" y="64473"/>
                      <a:pt x="14449" y="61180"/>
                    </a:cubicBezTo>
                    <a:cubicBezTo>
                      <a:pt x="19641" y="57870"/>
                      <a:pt x="26546" y="55147"/>
                      <a:pt x="35157" y="52976"/>
                    </a:cubicBezTo>
                    <a:cubicBezTo>
                      <a:pt x="43777" y="50806"/>
                      <a:pt x="54473" y="49702"/>
                      <a:pt x="67246" y="49702"/>
                    </a:cubicBezTo>
                    <a:lnTo>
                      <a:pt x="67246" y="43154"/>
                    </a:lnTo>
                    <a:cubicBezTo>
                      <a:pt x="67246" y="35667"/>
                      <a:pt x="65665" y="30112"/>
                      <a:pt x="62484" y="26525"/>
                    </a:cubicBezTo>
                    <a:cubicBezTo>
                      <a:pt x="5931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69" y="30461"/>
                      <a:pt x="20260" y="30977"/>
                      <a:pt x="18069" y="30977"/>
                    </a:cubicBezTo>
                    <a:cubicBezTo>
                      <a:pt x="16250" y="30977"/>
                      <a:pt x="14678" y="30498"/>
                      <a:pt x="13364" y="29560"/>
                    </a:cubicBezTo>
                    <a:cubicBezTo>
                      <a:pt x="12049" y="28622"/>
                      <a:pt x="10982" y="27463"/>
                      <a:pt x="10182" y="26102"/>
                    </a:cubicBezTo>
                    <a:lnTo>
                      <a:pt x="5258" y="17549"/>
                    </a:lnTo>
                    <a:cubicBezTo>
                      <a:pt x="18183" y="5849"/>
                      <a:pt x="33776" y="0"/>
                      <a:pt x="52026" y="0"/>
                    </a:cubicBezTo>
                    <a:cubicBezTo>
                      <a:pt x="58598" y="0"/>
                      <a:pt x="64456" y="1067"/>
                      <a:pt x="69609" y="3182"/>
                    </a:cubicBezTo>
                    <a:cubicBezTo>
                      <a:pt x="74762" y="5316"/>
                      <a:pt x="79124" y="8277"/>
                      <a:pt x="82696" y="12067"/>
                    </a:cubicBezTo>
                    <a:cubicBezTo>
                      <a:pt x="86268"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86" y="68520"/>
                      <a:pt x="37929" y="69770"/>
                      <a:pt x="34719" y="71297"/>
                    </a:cubicBezTo>
                    <a:cubicBezTo>
                      <a:pt x="3149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2" name="Google Shape;2622;p90"/>
              <p:cNvSpPr/>
              <p:nvPr/>
            </p:nvSpPr>
            <p:spPr>
              <a:xfrm>
                <a:off x="6016285" y="3397895"/>
                <a:ext cx="103393" cy="162570"/>
              </a:xfrm>
              <a:custGeom>
                <a:rect b="b" l="l" r="r" t="t"/>
                <a:pathLst>
                  <a:path extrusionOk="0" h="162570" w="103393">
                    <a:moveTo>
                      <a:pt x="0" y="160951"/>
                    </a:moveTo>
                    <a:lnTo>
                      <a:pt x="0" y="0"/>
                    </a:lnTo>
                    <a:lnTo>
                      <a:pt x="27051" y="0"/>
                    </a:lnTo>
                    <a:lnTo>
                      <a:pt x="27051" y="63479"/>
                    </a:lnTo>
                    <a:cubicBezTo>
                      <a:pt x="31509" y="58770"/>
                      <a:pt x="36547" y="55036"/>
                      <a:pt x="42176" y="52258"/>
                    </a:cubicBezTo>
                    <a:cubicBezTo>
                      <a:pt x="47796" y="49481"/>
                      <a:pt x="54368" y="48083"/>
                      <a:pt x="61884" y="48083"/>
                    </a:cubicBezTo>
                    <a:cubicBezTo>
                      <a:pt x="68028" y="48083"/>
                      <a:pt x="73628" y="49333"/>
                      <a:pt x="78705" y="51836"/>
                    </a:cubicBezTo>
                    <a:cubicBezTo>
                      <a:pt x="83772" y="54318"/>
                      <a:pt x="88154" y="57942"/>
                      <a:pt x="91849" y="62707"/>
                    </a:cubicBezTo>
                    <a:cubicBezTo>
                      <a:pt x="95526" y="67470"/>
                      <a:pt x="98374" y="73357"/>
                      <a:pt x="100384" y="80365"/>
                    </a:cubicBezTo>
                    <a:cubicBezTo>
                      <a:pt x="102394" y="87373"/>
                      <a:pt x="103394" y="95430"/>
                      <a:pt x="103394" y="104517"/>
                    </a:cubicBezTo>
                    <a:cubicBezTo>
                      <a:pt x="103394" y="112831"/>
                      <a:pt x="102260" y="120520"/>
                      <a:pt x="100003" y="127583"/>
                    </a:cubicBezTo>
                    <a:cubicBezTo>
                      <a:pt x="97745" y="134666"/>
                      <a:pt x="94507" y="140809"/>
                      <a:pt x="90306" y="145997"/>
                    </a:cubicBezTo>
                    <a:cubicBezTo>
                      <a:pt x="86115" y="151203"/>
                      <a:pt x="81039" y="155268"/>
                      <a:pt x="75086" y="158192"/>
                    </a:cubicBezTo>
                    <a:cubicBezTo>
                      <a:pt x="69132" y="161117"/>
                      <a:pt x="62474" y="162570"/>
                      <a:pt x="55093" y="162570"/>
                    </a:cubicBezTo>
                    <a:cubicBezTo>
                      <a:pt x="51663" y="162570"/>
                      <a:pt x="48530" y="162221"/>
                      <a:pt x="45672" y="161540"/>
                    </a:cubicBezTo>
                    <a:cubicBezTo>
                      <a:pt x="42824" y="160859"/>
                      <a:pt x="40234" y="159903"/>
                      <a:pt x="37900" y="158670"/>
                    </a:cubicBezTo>
                    <a:cubicBezTo>
                      <a:pt x="35557" y="157438"/>
                      <a:pt x="33385" y="155949"/>
                      <a:pt x="31385" y="154183"/>
                    </a:cubicBezTo>
                    <a:cubicBezTo>
                      <a:pt x="29375" y="152417"/>
                      <a:pt x="27451" y="150448"/>
                      <a:pt x="25622" y="148278"/>
                    </a:cubicBezTo>
                    <a:lnTo>
                      <a:pt x="24422" y="155746"/>
                    </a:lnTo>
                    <a:cubicBezTo>
                      <a:pt x="23993" y="157622"/>
                      <a:pt x="23231" y="158965"/>
                      <a:pt x="22174" y="159756"/>
                    </a:cubicBezTo>
                    <a:cubicBezTo>
                      <a:pt x="21126" y="160546"/>
                      <a:pt x="19669" y="160951"/>
                      <a:pt x="17850" y="160951"/>
                    </a:cubicBezTo>
                    <a:lnTo>
                      <a:pt x="0" y="160951"/>
                    </a:lnTo>
                    <a:close/>
                    <a:moveTo>
                      <a:pt x="52578" y="68887"/>
                    </a:moveTo>
                    <a:cubicBezTo>
                      <a:pt x="46958" y="68887"/>
                      <a:pt x="42148" y="70064"/>
                      <a:pt x="38176" y="72401"/>
                    </a:cubicBezTo>
                    <a:cubicBezTo>
                      <a:pt x="34195" y="74755"/>
                      <a:pt x="30480" y="78048"/>
                      <a:pt x="27051" y="82315"/>
                    </a:cubicBezTo>
                    <a:lnTo>
                      <a:pt x="27051" y="132146"/>
                    </a:lnTo>
                    <a:cubicBezTo>
                      <a:pt x="30118" y="135899"/>
                      <a:pt x="33461" y="138510"/>
                      <a:pt x="37081" y="139981"/>
                    </a:cubicBezTo>
                    <a:cubicBezTo>
                      <a:pt x="40691" y="141472"/>
                      <a:pt x="44615" y="142208"/>
                      <a:pt x="48854" y="142208"/>
                    </a:cubicBezTo>
                    <a:cubicBezTo>
                      <a:pt x="52940" y="142208"/>
                      <a:pt x="56626" y="141453"/>
                      <a:pt x="59912" y="139927"/>
                    </a:cubicBezTo>
                    <a:cubicBezTo>
                      <a:pt x="63208" y="138418"/>
                      <a:pt x="65999" y="136100"/>
                      <a:pt x="68294" y="133010"/>
                    </a:cubicBezTo>
                    <a:cubicBezTo>
                      <a:pt x="70590" y="129901"/>
                      <a:pt x="72371" y="125983"/>
                      <a:pt x="73609" y="121256"/>
                    </a:cubicBezTo>
                    <a:cubicBezTo>
                      <a:pt x="74847" y="116529"/>
                      <a:pt x="75466" y="110955"/>
                      <a:pt x="75466" y="104517"/>
                    </a:cubicBezTo>
                    <a:cubicBezTo>
                      <a:pt x="75466" y="98024"/>
                      <a:pt x="74933" y="92524"/>
                      <a:pt x="73885" y="87999"/>
                    </a:cubicBezTo>
                    <a:cubicBezTo>
                      <a:pt x="72828" y="83492"/>
                      <a:pt x="71304" y="79832"/>
                      <a:pt x="69332" y="77017"/>
                    </a:cubicBezTo>
                    <a:cubicBezTo>
                      <a:pt x="67361" y="74184"/>
                      <a:pt x="64970" y="72143"/>
                      <a:pt x="62160" y="70837"/>
                    </a:cubicBezTo>
                    <a:cubicBezTo>
                      <a:pt x="59341" y="69531"/>
                      <a:pt x="56159" y="68887"/>
                      <a:pt x="52578" y="68887"/>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3" name="Google Shape;2623;p90"/>
              <p:cNvSpPr/>
              <p:nvPr/>
            </p:nvSpPr>
            <p:spPr>
              <a:xfrm>
                <a:off x="6142577" y="3397895"/>
                <a:ext cx="27060" cy="160951"/>
              </a:xfrm>
              <a:custGeom>
                <a:rect b="b" l="l" r="r" t="t"/>
                <a:pathLst>
                  <a:path extrusionOk="0" h="160951" w="27060">
                    <a:moveTo>
                      <a:pt x="27060" y="0"/>
                    </a:moveTo>
                    <a:lnTo>
                      <a:pt x="27060" y="160951"/>
                    </a:lnTo>
                    <a:lnTo>
                      <a:pt x="0" y="160951"/>
                    </a:lnTo>
                    <a:lnTo>
                      <a:pt x="0" y="0"/>
                    </a:lnTo>
                    <a:lnTo>
                      <a:pt x="27060"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4" name="Google Shape;2624;p90"/>
              <p:cNvSpPr/>
              <p:nvPr/>
            </p:nvSpPr>
            <p:spPr>
              <a:xfrm>
                <a:off x="6192640" y="3445977"/>
                <a:ext cx="102631" cy="114487"/>
              </a:xfrm>
              <a:custGeom>
                <a:rect b="b" l="l" r="r" t="t"/>
                <a:pathLst>
                  <a:path extrusionOk="0" h="114487" w="102631">
                    <a:moveTo>
                      <a:pt x="53997" y="0"/>
                    </a:moveTo>
                    <a:cubicBezTo>
                      <a:pt x="61084" y="0"/>
                      <a:pt x="67599" y="1123"/>
                      <a:pt x="73543" y="3367"/>
                    </a:cubicBezTo>
                    <a:cubicBezTo>
                      <a:pt x="79496" y="5610"/>
                      <a:pt x="84630" y="8866"/>
                      <a:pt x="88945" y="13171"/>
                    </a:cubicBezTo>
                    <a:cubicBezTo>
                      <a:pt x="93250" y="17456"/>
                      <a:pt x="96603" y="22736"/>
                      <a:pt x="99012"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89" y="59304"/>
                      <a:pt x="100260" y="59856"/>
                      <a:pt x="99451" y="60169"/>
                    </a:cubicBezTo>
                    <a:cubicBezTo>
                      <a:pt x="98650" y="60500"/>
                      <a:pt x="97631" y="60665"/>
                      <a:pt x="96393" y="60665"/>
                    </a:cubicBezTo>
                    <a:lnTo>
                      <a:pt x="26946" y="60665"/>
                    </a:lnTo>
                    <a:cubicBezTo>
                      <a:pt x="27746" y="72070"/>
                      <a:pt x="30852" y="80439"/>
                      <a:pt x="36252" y="85792"/>
                    </a:cubicBezTo>
                    <a:cubicBezTo>
                      <a:pt x="41662" y="91126"/>
                      <a:pt x="48816" y="93794"/>
                      <a:pt x="57721" y="93794"/>
                    </a:cubicBezTo>
                    <a:cubicBezTo>
                      <a:pt x="62103" y="93794"/>
                      <a:pt x="65884" y="93297"/>
                      <a:pt x="69066" y="92286"/>
                    </a:cubicBezTo>
                    <a:cubicBezTo>
                      <a:pt x="72238" y="91273"/>
                      <a:pt x="75009" y="90152"/>
                      <a:pt x="77391" y="88938"/>
                    </a:cubicBezTo>
                    <a:cubicBezTo>
                      <a:pt x="79762" y="87705"/>
                      <a:pt x="81829" y="86583"/>
                      <a:pt x="83629" y="85572"/>
                    </a:cubicBezTo>
                    <a:cubicBezTo>
                      <a:pt x="85411" y="84559"/>
                      <a:pt x="87154" y="84063"/>
                      <a:pt x="88830" y="84063"/>
                    </a:cubicBezTo>
                    <a:cubicBezTo>
                      <a:pt x="89926" y="84063"/>
                      <a:pt x="90878" y="84265"/>
                      <a:pt x="91678" y="84707"/>
                    </a:cubicBezTo>
                    <a:cubicBezTo>
                      <a:pt x="92488" y="85130"/>
                      <a:pt x="93174" y="85755"/>
                      <a:pt x="93755" y="86546"/>
                    </a:cubicBezTo>
                    <a:lnTo>
                      <a:pt x="101651" y="96295"/>
                    </a:lnTo>
                    <a:cubicBezTo>
                      <a:pt x="98650" y="99753"/>
                      <a:pt x="95298" y="102660"/>
                      <a:pt x="91573" y="105014"/>
                    </a:cubicBezTo>
                    <a:cubicBezTo>
                      <a:pt x="87840" y="107351"/>
                      <a:pt x="83953" y="109245"/>
                      <a:pt x="79896" y="110643"/>
                    </a:cubicBezTo>
                    <a:cubicBezTo>
                      <a:pt x="75857" y="112060"/>
                      <a:pt x="71723" y="113052"/>
                      <a:pt x="67532" y="113623"/>
                    </a:cubicBezTo>
                    <a:cubicBezTo>
                      <a:pt x="63322" y="114193"/>
                      <a:pt x="59255" y="114488"/>
                      <a:pt x="55312" y="114488"/>
                    </a:cubicBezTo>
                    <a:cubicBezTo>
                      <a:pt x="47501" y="114488"/>
                      <a:pt x="40234" y="113200"/>
                      <a:pt x="33509" y="110643"/>
                    </a:cubicBezTo>
                    <a:cubicBezTo>
                      <a:pt x="26794" y="108086"/>
                      <a:pt x="20955" y="104297"/>
                      <a:pt x="15983" y="99275"/>
                    </a:cubicBezTo>
                    <a:cubicBezTo>
                      <a:pt x="11021" y="94253"/>
                      <a:pt x="7115" y="88036"/>
                      <a:pt x="4267" y="80641"/>
                    </a:cubicBezTo>
                    <a:cubicBezTo>
                      <a:pt x="1419" y="73247"/>
                      <a:pt x="0" y="64675"/>
                      <a:pt x="0" y="54927"/>
                    </a:cubicBezTo>
                    <a:cubicBezTo>
                      <a:pt x="0" y="47348"/>
                      <a:pt x="1238" y="40211"/>
                      <a:pt x="3715" y="33534"/>
                    </a:cubicBezTo>
                    <a:cubicBezTo>
                      <a:pt x="6201" y="26856"/>
                      <a:pt x="9763" y="21044"/>
                      <a:pt x="14392" y="16095"/>
                    </a:cubicBezTo>
                    <a:cubicBezTo>
                      <a:pt x="19040" y="11147"/>
                      <a:pt x="24689" y="7229"/>
                      <a:pt x="31385" y="4342"/>
                    </a:cubicBezTo>
                    <a:cubicBezTo>
                      <a:pt x="38062" y="1453"/>
                      <a:pt x="45606" y="0"/>
                      <a:pt x="53997" y="0"/>
                    </a:cubicBezTo>
                    <a:close/>
                    <a:moveTo>
                      <a:pt x="54540" y="19185"/>
                    </a:moveTo>
                    <a:cubicBezTo>
                      <a:pt x="46654" y="19185"/>
                      <a:pt x="40491" y="21375"/>
                      <a:pt x="36033" y="25789"/>
                    </a:cubicBezTo>
                    <a:cubicBezTo>
                      <a:pt x="31575" y="30186"/>
                      <a:pt x="28727" y="36440"/>
                      <a:pt x="27489" y="44515"/>
                    </a:cubicBezTo>
                    <a:lnTo>
                      <a:pt x="78315" y="44515"/>
                    </a:lnTo>
                    <a:cubicBezTo>
                      <a:pt x="78315" y="41057"/>
                      <a:pt x="77848" y="37783"/>
                      <a:pt x="76895" y="34729"/>
                    </a:cubicBezTo>
                    <a:cubicBezTo>
                      <a:pt x="75943" y="31658"/>
                      <a:pt x="74486" y="28972"/>
                      <a:pt x="72514" y="26654"/>
                    </a:cubicBezTo>
                    <a:cubicBezTo>
                      <a:pt x="70542" y="24336"/>
                      <a:pt x="68056" y="22516"/>
                      <a:pt x="65065" y="21190"/>
                    </a:cubicBezTo>
                    <a:cubicBezTo>
                      <a:pt x="62065" y="19848"/>
                      <a:pt x="58560" y="19185"/>
                      <a:pt x="5454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5" name="Google Shape;2625;p90"/>
              <p:cNvSpPr/>
              <p:nvPr/>
            </p:nvSpPr>
            <p:spPr>
              <a:xfrm>
                <a:off x="6352003" y="3445977"/>
                <a:ext cx="94745" cy="114487"/>
              </a:xfrm>
              <a:custGeom>
                <a:rect b="b" l="l" r="r" t="t"/>
                <a:pathLst>
                  <a:path extrusionOk="0" h="114487" w="94745">
                    <a:moveTo>
                      <a:pt x="86535" y="25237"/>
                    </a:moveTo>
                    <a:cubicBezTo>
                      <a:pt x="85725" y="26249"/>
                      <a:pt x="84944" y="27059"/>
                      <a:pt x="84182" y="27629"/>
                    </a:cubicBezTo>
                    <a:cubicBezTo>
                      <a:pt x="83410" y="28199"/>
                      <a:pt x="82305" y="28493"/>
                      <a:pt x="80839" y="28493"/>
                    </a:cubicBezTo>
                    <a:cubicBezTo>
                      <a:pt x="79448" y="28493"/>
                      <a:pt x="78095" y="28070"/>
                      <a:pt x="76790" y="27242"/>
                    </a:cubicBezTo>
                    <a:cubicBezTo>
                      <a:pt x="75476" y="26415"/>
                      <a:pt x="73904" y="25477"/>
                      <a:pt x="72076" y="24428"/>
                    </a:cubicBezTo>
                    <a:cubicBezTo>
                      <a:pt x="70247" y="23380"/>
                      <a:pt x="68085" y="22441"/>
                      <a:pt x="65561" y="21614"/>
                    </a:cubicBezTo>
                    <a:cubicBezTo>
                      <a:pt x="63036" y="20786"/>
                      <a:pt x="59912" y="20363"/>
                      <a:pt x="56197" y="20363"/>
                    </a:cubicBezTo>
                    <a:cubicBezTo>
                      <a:pt x="51445" y="20363"/>
                      <a:pt x="47282" y="21227"/>
                      <a:pt x="43710" y="22920"/>
                    </a:cubicBezTo>
                    <a:cubicBezTo>
                      <a:pt x="40129" y="24612"/>
                      <a:pt x="37147" y="27059"/>
                      <a:pt x="34776" y="30222"/>
                    </a:cubicBezTo>
                    <a:cubicBezTo>
                      <a:pt x="32404" y="33405"/>
                      <a:pt x="30632" y="37249"/>
                      <a:pt x="29470" y="41756"/>
                    </a:cubicBezTo>
                    <a:cubicBezTo>
                      <a:pt x="28299" y="46281"/>
                      <a:pt x="27708" y="51376"/>
                      <a:pt x="27708" y="57079"/>
                    </a:cubicBezTo>
                    <a:cubicBezTo>
                      <a:pt x="27708" y="63002"/>
                      <a:pt x="28356" y="68280"/>
                      <a:pt x="29623" y="72898"/>
                    </a:cubicBezTo>
                    <a:cubicBezTo>
                      <a:pt x="30909" y="77515"/>
                      <a:pt x="32756" y="81396"/>
                      <a:pt x="35166" y="84541"/>
                    </a:cubicBezTo>
                    <a:cubicBezTo>
                      <a:pt x="37567" y="87687"/>
                      <a:pt x="40491" y="90059"/>
                      <a:pt x="43920" y="91697"/>
                    </a:cubicBezTo>
                    <a:cubicBezTo>
                      <a:pt x="47358" y="93315"/>
                      <a:pt x="51225" y="94125"/>
                      <a:pt x="55531" y="94125"/>
                    </a:cubicBezTo>
                    <a:cubicBezTo>
                      <a:pt x="59836" y="94125"/>
                      <a:pt x="63332" y="93610"/>
                      <a:pt x="65999" y="92562"/>
                    </a:cubicBezTo>
                    <a:cubicBezTo>
                      <a:pt x="68656" y="91513"/>
                      <a:pt x="70904" y="90354"/>
                      <a:pt x="72733" y="89085"/>
                    </a:cubicBezTo>
                    <a:cubicBezTo>
                      <a:pt x="74552" y="87834"/>
                      <a:pt x="76143" y="86676"/>
                      <a:pt x="77495" y="85626"/>
                    </a:cubicBezTo>
                    <a:cubicBezTo>
                      <a:pt x="78848" y="84578"/>
                      <a:pt x="80362" y="84063"/>
                      <a:pt x="82039" y="84063"/>
                    </a:cubicBezTo>
                    <a:cubicBezTo>
                      <a:pt x="84239" y="84063"/>
                      <a:pt x="85877" y="84891"/>
                      <a:pt x="86973" y="86546"/>
                    </a:cubicBezTo>
                    <a:lnTo>
                      <a:pt x="94745" y="96295"/>
                    </a:lnTo>
                    <a:cubicBezTo>
                      <a:pt x="91754" y="99753"/>
                      <a:pt x="88506" y="102660"/>
                      <a:pt x="85001" y="105014"/>
                    </a:cubicBezTo>
                    <a:cubicBezTo>
                      <a:pt x="81496" y="107351"/>
                      <a:pt x="77867" y="109245"/>
                      <a:pt x="74095" y="110643"/>
                    </a:cubicBezTo>
                    <a:cubicBezTo>
                      <a:pt x="70342" y="112060"/>
                      <a:pt x="66456" y="113052"/>
                      <a:pt x="62436" y="113623"/>
                    </a:cubicBezTo>
                    <a:cubicBezTo>
                      <a:pt x="58417" y="114193"/>
                      <a:pt x="54445" y="114488"/>
                      <a:pt x="50501" y="114488"/>
                    </a:cubicBezTo>
                    <a:cubicBezTo>
                      <a:pt x="43558" y="114488"/>
                      <a:pt x="37024" y="113200"/>
                      <a:pt x="30889" y="110643"/>
                    </a:cubicBezTo>
                    <a:cubicBezTo>
                      <a:pt x="24755" y="108086"/>
                      <a:pt x="19402" y="104352"/>
                      <a:pt x="14849" y="99441"/>
                    </a:cubicBezTo>
                    <a:cubicBezTo>
                      <a:pt x="10277" y="94529"/>
                      <a:pt x="6658" y="88515"/>
                      <a:pt x="4000" y="81396"/>
                    </a:cubicBezTo>
                    <a:cubicBezTo>
                      <a:pt x="1333" y="74296"/>
                      <a:pt x="0" y="66184"/>
                      <a:pt x="0" y="57079"/>
                    </a:cubicBezTo>
                    <a:cubicBezTo>
                      <a:pt x="0" y="48929"/>
                      <a:pt x="1181" y="41369"/>
                      <a:pt x="3562" y="34398"/>
                    </a:cubicBezTo>
                    <a:cubicBezTo>
                      <a:pt x="5934" y="27426"/>
                      <a:pt x="9420" y="21393"/>
                      <a:pt x="14021" y="16317"/>
                    </a:cubicBezTo>
                    <a:cubicBezTo>
                      <a:pt x="18621" y="11221"/>
                      <a:pt x="24317" y="7229"/>
                      <a:pt x="31109" y="4342"/>
                    </a:cubicBezTo>
                    <a:cubicBezTo>
                      <a:pt x="37900" y="1453"/>
                      <a:pt x="45710" y="0"/>
                      <a:pt x="54550" y="0"/>
                    </a:cubicBezTo>
                    <a:cubicBezTo>
                      <a:pt x="62951" y="0"/>
                      <a:pt x="70304" y="1343"/>
                      <a:pt x="76619" y="4010"/>
                    </a:cubicBezTo>
                    <a:cubicBezTo>
                      <a:pt x="82934" y="6696"/>
                      <a:pt x="88620" y="10522"/>
                      <a:pt x="93650" y="15489"/>
                    </a:cubicBezTo>
                    <a:lnTo>
                      <a:pt x="86535" y="25237"/>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6" name="Google Shape;2626;p90"/>
              <p:cNvSpPr/>
              <p:nvPr/>
            </p:nvSpPr>
            <p:spPr>
              <a:xfrm>
                <a:off x="6456273" y="3445977"/>
                <a:ext cx="111185" cy="114487"/>
              </a:xfrm>
              <a:custGeom>
                <a:rect b="b" l="l" r="r" t="t"/>
                <a:pathLst>
                  <a:path extrusionOk="0" h="114487" w="111185">
                    <a:moveTo>
                      <a:pt x="55759" y="0"/>
                    </a:moveTo>
                    <a:cubicBezTo>
                      <a:pt x="64160" y="0"/>
                      <a:pt x="71771" y="1343"/>
                      <a:pt x="78600" y="4010"/>
                    </a:cubicBezTo>
                    <a:cubicBezTo>
                      <a:pt x="85430" y="6696"/>
                      <a:pt x="91249" y="10485"/>
                      <a:pt x="96069" y="15397"/>
                    </a:cubicBezTo>
                    <a:cubicBezTo>
                      <a:pt x="100889" y="20308"/>
                      <a:pt x="104613" y="26287"/>
                      <a:pt x="107242" y="33368"/>
                    </a:cubicBezTo>
                    <a:cubicBezTo>
                      <a:pt x="109880" y="40450"/>
                      <a:pt x="111185" y="48359"/>
                      <a:pt x="111185" y="57079"/>
                    </a:cubicBezTo>
                    <a:cubicBezTo>
                      <a:pt x="111185" y="65889"/>
                      <a:pt x="109880" y="73836"/>
                      <a:pt x="107242" y="80917"/>
                    </a:cubicBezTo>
                    <a:cubicBezTo>
                      <a:pt x="104613" y="88000"/>
                      <a:pt x="100889" y="94015"/>
                      <a:pt x="96069" y="99000"/>
                    </a:cubicBezTo>
                    <a:cubicBezTo>
                      <a:pt x="91249" y="103985"/>
                      <a:pt x="85430" y="107810"/>
                      <a:pt x="78600" y="110478"/>
                    </a:cubicBezTo>
                    <a:cubicBezTo>
                      <a:pt x="71771" y="113145"/>
                      <a:pt x="64160" y="114488"/>
                      <a:pt x="55759" y="114488"/>
                    </a:cubicBezTo>
                    <a:cubicBezTo>
                      <a:pt x="47358" y="114488"/>
                      <a:pt x="39729" y="113145"/>
                      <a:pt x="32871" y="110478"/>
                    </a:cubicBezTo>
                    <a:cubicBezTo>
                      <a:pt x="26003" y="107810"/>
                      <a:pt x="20145" y="103985"/>
                      <a:pt x="15287" y="99000"/>
                    </a:cubicBezTo>
                    <a:cubicBezTo>
                      <a:pt x="10430" y="94015"/>
                      <a:pt x="6677" y="88000"/>
                      <a:pt x="4000" y="80917"/>
                    </a:cubicBezTo>
                    <a:cubicBezTo>
                      <a:pt x="1333" y="73836"/>
                      <a:pt x="0" y="65889"/>
                      <a:pt x="0" y="57079"/>
                    </a:cubicBezTo>
                    <a:cubicBezTo>
                      <a:pt x="0" y="48359"/>
                      <a:pt x="1333" y="40450"/>
                      <a:pt x="4000" y="33368"/>
                    </a:cubicBezTo>
                    <a:cubicBezTo>
                      <a:pt x="6677" y="26287"/>
                      <a:pt x="10430" y="20308"/>
                      <a:pt x="15287" y="15397"/>
                    </a:cubicBezTo>
                    <a:cubicBezTo>
                      <a:pt x="20145" y="10485"/>
                      <a:pt x="26003" y="6696"/>
                      <a:pt x="32871" y="4010"/>
                    </a:cubicBezTo>
                    <a:cubicBezTo>
                      <a:pt x="39729" y="1343"/>
                      <a:pt x="47358" y="0"/>
                      <a:pt x="55759" y="0"/>
                    </a:cubicBezTo>
                    <a:close/>
                    <a:moveTo>
                      <a:pt x="55759" y="93904"/>
                    </a:moveTo>
                    <a:cubicBezTo>
                      <a:pt x="65103" y="93904"/>
                      <a:pt x="72028" y="90814"/>
                      <a:pt x="76524" y="84597"/>
                    </a:cubicBezTo>
                    <a:cubicBezTo>
                      <a:pt x="81010" y="78379"/>
                      <a:pt x="83258" y="69293"/>
                      <a:pt x="83258" y="57299"/>
                    </a:cubicBezTo>
                    <a:cubicBezTo>
                      <a:pt x="83258" y="45324"/>
                      <a:pt x="81010" y="36182"/>
                      <a:pt x="76524" y="29910"/>
                    </a:cubicBezTo>
                    <a:cubicBezTo>
                      <a:pt x="72028" y="23618"/>
                      <a:pt x="65103" y="20474"/>
                      <a:pt x="55759" y="20474"/>
                    </a:cubicBezTo>
                    <a:cubicBezTo>
                      <a:pt x="46272" y="20474"/>
                      <a:pt x="39253" y="23637"/>
                      <a:pt x="34728" y="29946"/>
                    </a:cubicBezTo>
                    <a:cubicBezTo>
                      <a:pt x="30194" y="36274"/>
                      <a:pt x="27937" y="45397"/>
                      <a:pt x="27937" y="57299"/>
                    </a:cubicBezTo>
                    <a:cubicBezTo>
                      <a:pt x="27937" y="69218"/>
                      <a:pt x="30194" y="78306"/>
                      <a:pt x="34728" y="84541"/>
                    </a:cubicBezTo>
                    <a:cubicBezTo>
                      <a:pt x="39253" y="90796"/>
                      <a:pt x="46272" y="93904"/>
                      <a:pt x="55759" y="9390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7" name="Google Shape;2627;p90"/>
              <p:cNvSpPr/>
              <p:nvPr/>
            </p:nvSpPr>
            <p:spPr>
              <a:xfrm>
                <a:off x="6588594" y="3445977"/>
                <a:ext cx="97926" cy="112868"/>
              </a:xfrm>
              <a:custGeom>
                <a:rect b="b" l="l" r="r" t="t"/>
                <a:pathLst>
                  <a:path extrusionOk="0" h="112868" w="97926">
                    <a:moveTo>
                      <a:pt x="0" y="112869"/>
                    </a:moveTo>
                    <a:lnTo>
                      <a:pt x="0" y="1748"/>
                    </a:lnTo>
                    <a:lnTo>
                      <a:pt x="16545" y="1748"/>
                    </a:lnTo>
                    <a:cubicBezTo>
                      <a:pt x="20041" y="1748"/>
                      <a:pt x="22355" y="3367"/>
                      <a:pt x="23441" y="6623"/>
                    </a:cubicBezTo>
                    <a:lnTo>
                      <a:pt x="25308" y="15397"/>
                    </a:lnTo>
                    <a:cubicBezTo>
                      <a:pt x="27575" y="13079"/>
                      <a:pt x="29956" y="10982"/>
                      <a:pt x="32480" y="9105"/>
                    </a:cubicBezTo>
                    <a:cubicBezTo>
                      <a:pt x="35004" y="7229"/>
                      <a:pt x="37662" y="5610"/>
                      <a:pt x="40481" y="4231"/>
                    </a:cubicBezTo>
                    <a:cubicBezTo>
                      <a:pt x="43291" y="2870"/>
                      <a:pt x="46301" y="1821"/>
                      <a:pt x="49511" y="1086"/>
                    </a:cubicBezTo>
                    <a:cubicBezTo>
                      <a:pt x="52731" y="368"/>
                      <a:pt x="56226" y="0"/>
                      <a:pt x="60036" y="0"/>
                    </a:cubicBezTo>
                    <a:cubicBezTo>
                      <a:pt x="66161" y="0"/>
                      <a:pt x="71609" y="1030"/>
                      <a:pt x="76352" y="3091"/>
                    </a:cubicBezTo>
                    <a:cubicBezTo>
                      <a:pt x="81105" y="5151"/>
                      <a:pt x="85058" y="8038"/>
                      <a:pt x="88240" y="11755"/>
                    </a:cubicBezTo>
                    <a:cubicBezTo>
                      <a:pt x="91421" y="15489"/>
                      <a:pt x="93831" y="19922"/>
                      <a:pt x="95460" y="25090"/>
                    </a:cubicBezTo>
                    <a:cubicBezTo>
                      <a:pt x="97107" y="30241"/>
                      <a:pt x="97927" y="35925"/>
                      <a:pt x="97927" y="42142"/>
                    </a:cubicBezTo>
                    <a:lnTo>
                      <a:pt x="97927" y="112869"/>
                    </a:lnTo>
                    <a:lnTo>
                      <a:pt x="70876" y="112869"/>
                    </a:lnTo>
                    <a:lnTo>
                      <a:pt x="70876" y="42142"/>
                    </a:lnTo>
                    <a:cubicBezTo>
                      <a:pt x="70876" y="35354"/>
                      <a:pt x="69285" y="30093"/>
                      <a:pt x="66104" y="26378"/>
                    </a:cubicBezTo>
                    <a:cubicBezTo>
                      <a:pt x="62932" y="22662"/>
                      <a:pt x="58160" y="20804"/>
                      <a:pt x="51806" y="20804"/>
                    </a:cubicBezTo>
                    <a:cubicBezTo>
                      <a:pt x="47139" y="20804"/>
                      <a:pt x="42758" y="21853"/>
                      <a:pt x="38671" y="23950"/>
                    </a:cubicBezTo>
                    <a:cubicBezTo>
                      <a:pt x="34585" y="26047"/>
                      <a:pt x="30718" y="28898"/>
                      <a:pt x="27061" y="32503"/>
                    </a:cubicBezTo>
                    <a:lnTo>
                      <a:pt x="27061" y="112869"/>
                    </a:lnTo>
                    <a:lnTo>
                      <a:pt x="0" y="11286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8" name="Google Shape;2628;p90"/>
              <p:cNvSpPr/>
              <p:nvPr/>
            </p:nvSpPr>
            <p:spPr>
              <a:xfrm>
                <a:off x="6702951" y="3413714"/>
                <a:ext cx="76571" cy="146861"/>
              </a:xfrm>
              <a:custGeom>
                <a:rect b="b" l="l" r="r" t="t"/>
                <a:pathLst>
                  <a:path extrusionOk="0" h="146861" w="76571">
                    <a:moveTo>
                      <a:pt x="47101" y="146861"/>
                    </a:moveTo>
                    <a:cubicBezTo>
                      <a:pt x="37395" y="146861"/>
                      <a:pt x="29899" y="144138"/>
                      <a:pt x="24651" y="138676"/>
                    </a:cubicBezTo>
                    <a:cubicBezTo>
                      <a:pt x="19393" y="133230"/>
                      <a:pt x="16764" y="125707"/>
                      <a:pt x="16764" y="116106"/>
                    </a:cubicBezTo>
                    <a:lnTo>
                      <a:pt x="16764" y="54042"/>
                    </a:lnTo>
                    <a:lnTo>
                      <a:pt x="5363" y="54042"/>
                    </a:lnTo>
                    <a:cubicBezTo>
                      <a:pt x="3905" y="54042"/>
                      <a:pt x="2648" y="53565"/>
                      <a:pt x="1591" y="52626"/>
                    </a:cubicBezTo>
                    <a:cubicBezTo>
                      <a:pt x="524" y="51688"/>
                      <a:pt x="0" y="50290"/>
                      <a:pt x="0" y="48414"/>
                    </a:cubicBezTo>
                    <a:lnTo>
                      <a:pt x="0" y="37800"/>
                    </a:lnTo>
                    <a:lnTo>
                      <a:pt x="18069" y="34876"/>
                    </a:lnTo>
                    <a:lnTo>
                      <a:pt x="23774" y="4543"/>
                    </a:lnTo>
                    <a:cubicBezTo>
                      <a:pt x="24060" y="3108"/>
                      <a:pt x="24737" y="1986"/>
                      <a:pt x="25803" y="1195"/>
                    </a:cubicBezTo>
                    <a:cubicBezTo>
                      <a:pt x="26851" y="386"/>
                      <a:pt x="28194" y="0"/>
                      <a:pt x="29794" y="0"/>
                    </a:cubicBezTo>
                    <a:lnTo>
                      <a:pt x="43815" y="0"/>
                    </a:lnTo>
                    <a:lnTo>
                      <a:pt x="43815" y="34986"/>
                    </a:lnTo>
                    <a:lnTo>
                      <a:pt x="73390" y="34986"/>
                    </a:lnTo>
                    <a:lnTo>
                      <a:pt x="73390" y="54042"/>
                    </a:lnTo>
                    <a:lnTo>
                      <a:pt x="43815" y="54042"/>
                    </a:lnTo>
                    <a:lnTo>
                      <a:pt x="43815" y="114266"/>
                    </a:lnTo>
                    <a:cubicBezTo>
                      <a:pt x="43815" y="117725"/>
                      <a:pt x="44691" y="120429"/>
                      <a:pt x="46444" y="122378"/>
                    </a:cubicBezTo>
                    <a:cubicBezTo>
                      <a:pt x="48197" y="124328"/>
                      <a:pt x="50530" y="125302"/>
                      <a:pt x="53455" y="125302"/>
                    </a:cubicBezTo>
                    <a:cubicBezTo>
                      <a:pt x="55131" y="125302"/>
                      <a:pt x="56540" y="125101"/>
                      <a:pt x="57674" y="124714"/>
                    </a:cubicBezTo>
                    <a:cubicBezTo>
                      <a:pt x="58807" y="124310"/>
                      <a:pt x="59789" y="123905"/>
                      <a:pt x="60627" y="123463"/>
                    </a:cubicBezTo>
                    <a:cubicBezTo>
                      <a:pt x="61465" y="123040"/>
                      <a:pt x="62217" y="122617"/>
                      <a:pt x="62875" y="122212"/>
                    </a:cubicBezTo>
                    <a:cubicBezTo>
                      <a:pt x="63532" y="121826"/>
                      <a:pt x="64189" y="121624"/>
                      <a:pt x="64846" y="121624"/>
                    </a:cubicBezTo>
                    <a:cubicBezTo>
                      <a:pt x="65647" y="121624"/>
                      <a:pt x="66313" y="121826"/>
                      <a:pt x="66818" y="122212"/>
                    </a:cubicBezTo>
                    <a:cubicBezTo>
                      <a:pt x="67323" y="122617"/>
                      <a:pt x="67875" y="123206"/>
                      <a:pt x="68456" y="124015"/>
                    </a:cubicBezTo>
                    <a:lnTo>
                      <a:pt x="76571" y="137001"/>
                    </a:lnTo>
                    <a:cubicBezTo>
                      <a:pt x="72628" y="140257"/>
                      <a:pt x="68094" y="142704"/>
                      <a:pt x="62980" y="144378"/>
                    </a:cubicBezTo>
                    <a:cubicBezTo>
                      <a:pt x="57874" y="146033"/>
                      <a:pt x="52578" y="146861"/>
                      <a:pt x="47101" y="146861"/>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29" name="Google Shape;2629;p90"/>
              <p:cNvSpPr/>
              <p:nvPr/>
            </p:nvSpPr>
            <p:spPr>
              <a:xfrm>
                <a:off x="6790362" y="3445977"/>
                <a:ext cx="102632" cy="114487"/>
              </a:xfrm>
              <a:custGeom>
                <a:rect b="b" l="l" r="r" t="t"/>
                <a:pathLst>
                  <a:path extrusionOk="0" h="114487" w="102632">
                    <a:moveTo>
                      <a:pt x="53997" y="0"/>
                    </a:moveTo>
                    <a:cubicBezTo>
                      <a:pt x="61084" y="0"/>
                      <a:pt x="67599" y="1123"/>
                      <a:pt x="73543" y="3367"/>
                    </a:cubicBezTo>
                    <a:cubicBezTo>
                      <a:pt x="79496" y="5610"/>
                      <a:pt x="84630" y="8866"/>
                      <a:pt x="88935" y="13171"/>
                    </a:cubicBezTo>
                    <a:cubicBezTo>
                      <a:pt x="93250" y="17456"/>
                      <a:pt x="96603" y="22736"/>
                      <a:pt x="99013"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89" y="59304"/>
                      <a:pt x="100260" y="59856"/>
                      <a:pt x="99451" y="60169"/>
                    </a:cubicBezTo>
                    <a:cubicBezTo>
                      <a:pt x="98651" y="60500"/>
                      <a:pt x="97631" y="60665"/>
                      <a:pt x="96393" y="60665"/>
                    </a:cubicBezTo>
                    <a:lnTo>
                      <a:pt x="26946" y="60665"/>
                    </a:lnTo>
                    <a:cubicBezTo>
                      <a:pt x="27747" y="72070"/>
                      <a:pt x="30852" y="80439"/>
                      <a:pt x="36252" y="85792"/>
                    </a:cubicBezTo>
                    <a:cubicBezTo>
                      <a:pt x="41663" y="91126"/>
                      <a:pt x="48816" y="93794"/>
                      <a:pt x="57722" y="93794"/>
                    </a:cubicBezTo>
                    <a:cubicBezTo>
                      <a:pt x="62103" y="93794"/>
                      <a:pt x="65885" y="93297"/>
                      <a:pt x="69066" y="92286"/>
                    </a:cubicBezTo>
                    <a:cubicBezTo>
                      <a:pt x="72238" y="91273"/>
                      <a:pt x="75009" y="90152"/>
                      <a:pt x="77391" y="88938"/>
                    </a:cubicBezTo>
                    <a:cubicBezTo>
                      <a:pt x="79763" y="87705"/>
                      <a:pt x="81829" y="86583"/>
                      <a:pt x="83629" y="85572"/>
                    </a:cubicBezTo>
                    <a:cubicBezTo>
                      <a:pt x="85411" y="84559"/>
                      <a:pt x="87154" y="84063"/>
                      <a:pt x="88830" y="84063"/>
                    </a:cubicBezTo>
                    <a:cubicBezTo>
                      <a:pt x="89926" y="84063"/>
                      <a:pt x="90878" y="84265"/>
                      <a:pt x="91678" y="84707"/>
                    </a:cubicBezTo>
                    <a:cubicBezTo>
                      <a:pt x="92488" y="85130"/>
                      <a:pt x="93174" y="85755"/>
                      <a:pt x="93755" y="86546"/>
                    </a:cubicBezTo>
                    <a:lnTo>
                      <a:pt x="101641" y="96295"/>
                    </a:lnTo>
                    <a:cubicBezTo>
                      <a:pt x="98651" y="99753"/>
                      <a:pt x="95288" y="102660"/>
                      <a:pt x="91573" y="105014"/>
                    </a:cubicBezTo>
                    <a:cubicBezTo>
                      <a:pt x="87840" y="107351"/>
                      <a:pt x="83954" y="109245"/>
                      <a:pt x="79896" y="110643"/>
                    </a:cubicBezTo>
                    <a:cubicBezTo>
                      <a:pt x="75848" y="112060"/>
                      <a:pt x="71723" y="113052"/>
                      <a:pt x="67523" y="113623"/>
                    </a:cubicBezTo>
                    <a:cubicBezTo>
                      <a:pt x="63322" y="114193"/>
                      <a:pt x="59255" y="114488"/>
                      <a:pt x="55312" y="114488"/>
                    </a:cubicBezTo>
                    <a:cubicBezTo>
                      <a:pt x="47501" y="114488"/>
                      <a:pt x="40234" y="113200"/>
                      <a:pt x="33509" y="110643"/>
                    </a:cubicBezTo>
                    <a:cubicBezTo>
                      <a:pt x="26794" y="108086"/>
                      <a:pt x="20955" y="104297"/>
                      <a:pt x="15983" y="99275"/>
                    </a:cubicBezTo>
                    <a:cubicBezTo>
                      <a:pt x="11021" y="94253"/>
                      <a:pt x="7115" y="88036"/>
                      <a:pt x="4267" y="80641"/>
                    </a:cubicBezTo>
                    <a:cubicBezTo>
                      <a:pt x="1419" y="73247"/>
                      <a:pt x="0" y="64675"/>
                      <a:pt x="0" y="54927"/>
                    </a:cubicBezTo>
                    <a:cubicBezTo>
                      <a:pt x="0" y="47348"/>
                      <a:pt x="1229" y="40211"/>
                      <a:pt x="3715" y="33534"/>
                    </a:cubicBezTo>
                    <a:cubicBezTo>
                      <a:pt x="6201" y="26856"/>
                      <a:pt x="9763" y="21044"/>
                      <a:pt x="14392" y="16095"/>
                    </a:cubicBezTo>
                    <a:cubicBezTo>
                      <a:pt x="19041" y="11147"/>
                      <a:pt x="24689" y="7229"/>
                      <a:pt x="31385" y="4342"/>
                    </a:cubicBezTo>
                    <a:cubicBezTo>
                      <a:pt x="38062" y="1453"/>
                      <a:pt x="45606" y="0"/>
                      <a:pt x="53997" y="0"/>
                    </a:cubicBezTo>
                    <a:close/>
                    <a:moveTo>
                      <a:pt x="54540" y="19185"/>
                    </a:moveTo>
                    <a:cubicBezTo>
                      <a:pt x="46654" y="19185"/>
                      <a:pt x="40491" y="21375"/>
                      <a:pt x="36033" y="25789"/>
                    </a:cubicBezTo>
                    <a:cubicBezTo>
                      <a:pt x="31575" y="30186"/>
                      <a:pt x="28728" y="36440"/>
                      <a:pt x="27489" y="44515"/>
                    </a:cubicBezTo>
                    <a:lnTo>
                      <a:pt x="78315" y="44515"/>
                    </a:lnTo>
                    <a:cubicBezTo>
                      <a:pt x="78315" y="41057"/>
                      <a:pt x="77839" y="37783"/>
                      <a:pt x="76895" y="34729"/>
                    </a:cubicBezTo>
                    <a:cubicBezTo>
                      <a:pt x="75943" y="31658"/>
                      <a:pt x="74486" y="28972"/>
                      <a:pt x="72514" y="26654"/>
                    </a:cubicBezTo>
                    <a:cubicBezTo>
                      <a:pt x="70542" y="24336"/>
                      <a:pt x="68056" y="22516"/>
                      <a:pt x="65066" y="21190"/>
                    </a:cubicBezTo>
                    <a:cubicBezTo>
                      <a:pt x="62065" y="19848"/>
                      <a:pt x="58560" y="19185"/>
                      <a:pt x="5454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0" name="Google Shape;2630;p90"/>
              <p:cNvSpPr/>
              <p:nvPr/>
            </p:nvSpPr>
            <p:spPr>
              <a:xfrm>
                <a:off x="6896604" y="3447725"/>
                <a:ext cx="113033" cy="111120"/>
              </a:xfrm>
              <a:custGeom>
                <a:rect b="b" l="l" r="r" t="t"/>
                <a:pathLst>
                  <a:path extrusionOk="0" h="111120" w="113033">
                    <a:moveTo>
                      <a:pt x="38443" y="53822"/>
                    </a:moveTo>
                    <a:lnTo>
                      <a:pt x="1524" y="0"/>
                    </a:lnTo>
                    <a:lnTo>
                      <a:pt x="27594" y="0"/>
                    </a:lnTo>
                    <a:cubicBezTo>
                      <a:pt x="29566" y="0"/>
                      <a:pt x="31032" y="257"/>
                      <a:pt x="31975" y="809"/>
                    </a:cubicBezTo>
                    <a:cubicBezTo>
                      <a:pt x="32928" y="1343"/>
                      <a:pt x="33766" y="2225"/>
                      <a:pt x="34499" y="3458"/>
                    </a:cubicBezTo>
                    <a:lnTo>
                      <a:pt x="58055" y="40615"/>
                    </a:lnTo>
                    <a:cubicBezTo>
                      <a:pt x="58417" y="39382"/>
                      <a:pt x="58874" y="38150"/>
                      <a:pt x="59417" y="36918"/>
                    </a:cubicBezTo>
                    <a:cubicBezTo>
                      <a:pt x="59969" y="35704"/>
                      <a:pt x="60636" y="34471"/>
                      <a:pt x="61446" y="33239"/>
                    </a:cubicBezTo>
                    <a:lnTo>
                      <a:pt x="80391" y="4010"/>
                    </a:lnTo>
                    <a:cubicBezTo>
                      <a:pt x="81267" y="2630"/>
                      <a:pt x="82182" y="1619"/>
                      <a:pt x="83134" y="975"/>
                    </a:cubicBezTo>
                    <a:cubicBezTo>
                      <a:pt x="84087" y="313"/>
                      <a:pt x="85249" y="0"/>
                      <a:pt x="86639" y="0"/>
                    </a:cubicBezTo>
                    <a:lnTo>
                      <a:pt x="111509" y="0"/>
                    </a:lnTo>
                    <a:lnTo>
                      <a:pt x="74476" y="52627"/>
                    </a:lnTo>
                    <a:lnTo>
                      <a:pt x="113033" y="111121"/>
                    </a:lnTo>
                    <a:lnTo>
                      <a:pt x="86973" y="111121"/>
                    </a:lnTo>
                    <a:cubicBezTo>
                      <a:pt x="85001" y="111121"/>
                      <a:pt x="83410" y="110606"/>
                      <a:pt x="82210" y="109594"/>
                    </a:cubicBezTo>
                    <a:cubicBezTo>
                      <a:pt x="81001" y="108583"/>
                      <a:pt x="79991" y="107442"/>
                      <a:pt x="79191" y="106136"/>
                    </a:cubicBezTo>
                    <a:lnTo>
                      <a:pt x="55321" y="67470"/>
                    </a:lnTo>
                    <a:cubicBezTo>
                      <a:pt x="54654" y="70064"/>
                      <a:pt x="53740" y="72235"/>
                      <a:pt x="52568" y="73964"/>
                    </a:cubicBezTo>
                    <a:lnTo>
                      <a:pt x="31537" y="106136"/>
                    </a:lnTo>
                    <a:cubicBezTo>
                      <a:pt x="30737" y="107369"/>
                      <a:pt x="29756" y="108509"/>
                      <a:pt x="28584" y="109539"/>
                    </a:cubicBezTo>
                    <a:cubicBezTo>
                      <a:pt x="27413" y="110588"/>
                      <a:pt x="25956" y="111121"/>
                      <a:pt x="24203" y="111121"/>
                    </a:cubicBezTo>
                    <a:lnTo>
                      <a:pt x="0" y="111121"/>
                    </a:lnTo>
                    <a:lnTo>
                      <a:pt x="38443" y="5382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1" name="Google Shape;2631;p90"/>
              <p:cNvSpPr/>
              <p:nvPr/>
            </p:nvSpPr>
            <p:spPr>
              <a:xfrm>
                <a:off x="7016543" y="3413714"/>
                <a:ext cx="76571" cy="146861"/>
              </a:xfrm>
              <a:custGeom>
                <a:rect b="b" l="l" r="r" t="t"/>
                <a:pathLst>
                  <a:path extrusionOk="0" h="146861" w="76571">
                    <a:moveTo>
                      <a:pt x="47101" y="146861"/>
                    </a:moveTo>
                    <a:cubicBezTo>
                      <a:pt x="37386" y="146861"/>
                      <a:pt x="29899" y="144138"/>
                      <a:pt x="24651" y="138676"/>
                    </a:cubicBezTo>
                    <a:cubicBezTo>
                      <a:pt x="19393" y="133230"/>
                      <a:pt x="16755" y="125707"/>
                      <a:pt x="16755" y="116106"/>
                    </a:cubicBezTo>
                    <a:lnTo>
                      <a:pt x="16755" y="54042"/>
                    </a:lnTo>
                    <a:lnTo>
                      <a:pt x="5363" y="54042"/>
                    </a:lnTo>
                    <a:cubicBezTo>
                      <a:pt x="3905" y="54042"/>
                      <a:pt x="2648" y="53565"/>
                      <a:pt x="1591" y="52626"/>
                    </a:cubicBezTo>
                    <a:cubicBezTo>
                      <a:pt x="524" y="51688"/>
                      <a:pt x="0" y="50290"/>
                      <a:pt x="0" y="48414"/>
                    </a:cubicBezTo>
                    <a:lnTo>
                      <a:pt x="0" y="37800"/>
                    </a:lnTo>
                    <a:lnTo>
                      <a:pt x="18069" y="34876"/>
                    </a:lnTo>
                    <a:lnTo>
                      <a:pt x="23774" y="4543"/>
                    </a:lnTo>
                    <a:cubicBezTo>
                      <a:pt x="24060" y="3108"/>
                      <a:pt x="24737" y="1986"/>
                      <a:pt x="25803" y="1195"/>
                    </a:cubicBezTo>
                    <a:cubicBezTo>
                      <a:pt x="26851" y="386"/>
                      <a:pt x="28194" y="0"/>
                      <a:pt x="29794" y="0"/>
                    </a:cubicBezTo>
                    <a:lnTo>
                      <a:pt x="43815" y="0"/>
                    </a:lnTo>
                    <a:lnTo>
                      <a:pt x="43815" y="34986"/>
                    </a:lnTo>
                    <a:lnTo>
                      <a:pt x="73390" y="34986"/>
                    </a:lnTo>
                    <a:lnTo>
                      <a:pt x="73390" y="54042"/>
                    </a:lnTo>
                    <a:lnTo>
                      <a:pt x="43815" y="54042"/>
                    </a:lnTo>
                    <a:lnTo>
                      <a:pt x="43815" y="114266"/>
                    </a:lnTo>
                    <a:cubicBezTo>
                      <a:pt x="43815" y="117725"/>
                      <a:pt x="44691" y="120429"/>
                      <a:pt x="46444" y="122378"/>
                    </a:cubicBezTo>
                    <a:cubicBezTo>
                      <a:pt x="48196" y="124328"/>
                      <a:pt x="50530" y="125302"/>
                      <a:pt x="53454" y="125302"/>
                    </a:cubicBezTo>
                    <a:cubicBezTo>
                      <a:pt x="55131" y="125302"/>
                      <a:pt x="56540" y="125101"/>
                      <a:pt x="57665" y="124714"/>
                    </a:cubicBezTo>
                    <a:cubicBezTo>
                      <a:pt x="58807" y="124310"/>
                      <a:pt x="59789" y="123905"/>
                      <a:pt x="60627" y="123463"/>
                    </a:cubicBezTo>
                    <a:cubicBezTo>
                      <a:pt x="61465" y="123040"/>
                      <a:pt x="62217" y="122617"/>
                      <a:pt x="62875" y="122212"/>
                    </a:cubicBezTo>
                    <a:cubicBezTo>
                      <a:pt x="63532" y="121826"/>
                      <a:pt x="64189" y="121624"/>
                      <a:pt x="64846" y="121624"/>
                    </a:cubicBezTo>
                    <a:cubicBezTo>
                      <a:pt x="65646" y="121624"/>
                      <a:pt x="66313" y="121826"/>
                      <a:pt x="66818" y="122212"/>
                    </a:cubicBezTo>
                    <a:cubicBezTo>
                      <a:pt x="67323" y="122617"/>
                      <a:pt x="67875" y="123206"/>
                      <a:pt x="68456" y="124015"/>
                    </a:cubicBezTo>
                    <a:lnTo>
                      <a:pt x="76571" y="137001"/>
                    </a:lnTo>
                    <a:cubicBezTo>
                      <a:pt x="72628" y="140257"/>
                      <a:pt x="68094" y="142704"/>
                      <a:pt x="62979" y="144378"/>
                    </a:cubicBezTo>
                    <a:cubicBezTo>
                      <a:pt x="57874" y="146033"/>
                      <a:pt x="52578" y="146861"/>
                      <a:pt x="47101" y="146861"/>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2" name="Google Shape;2632;p90"/>
              <p:cNvSpPr/>
              <p:nvPr/>
            </p:nvSpPr>
            <p:spPr>
              <a:xfrm>
                <a:off x="7148198" y="3445665"/>
                <a:ext cx="93649" cy="114910"/>
              </a:xfrm>
              <a:custGeom>
                <a:rect b="b" l="l" r="r" t="t"/>
                <a:pathLst>
                  <a:path extrusionOk="0" h="114910" w="93649">
                    <a:moveTo>
                      <a:pt x="93650" y="113182"/>
                    </a:moveTo>
                    <a:lnTo>
                      <a:pt x="81496" y="113182"/>
                    </a:lnTo>
                    <a:cubicBezTo>
                      <a:pt x="78934" y="113182"/>
                      <a:pt x="76924" y="112795"/>
                      <a:pt x="75476" y="112041"/>
                    </a:cubicBezTo>
                    <a:cubicBezTo>
                      <a:pt x="74000" y="111287"/>
                      <a:pt x="72914" y="109742"/>
                      <a:pt x="72180" y="107442"/>
                    </a:cubicBezTo>
                    <a:lnTo>
                      <a:pt x="69770" y="99533"/>
                    </a:lnTo>
                    <a:cubicBezTo>
                      <a:pt x="66923" y="102053"/>
                      <a:pt x="64132" y="104279"/>
                      <a:pt x="61388" y="106191"/>
                    </a:cubicBezTo>
                    <a:cubicBezTo>
                      <a:pt x="58655" y="108104"/>
                      <a:pt x="55826" y="109705"/>
                      <a:pt x="52911"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2" y="68170"/>
                      <a:pt x="9277" y="64473"/>
                      <a:pt x="14459" y="61180"/>
                    </a:cubicBezTo>
                    <a:cubicBezTo>
                      <a:pt x="19640" y="57870"/>
                      <a:pt x="26546" y="55147"/>
                      <a:pt x="35157" y="52976"/>
                    </a:cubicBezTo>
                    <a:cubicBezTo>
                      <a:pt x="43777" y="50806"/>
                      <a:pt x="54473" y="49702"/>
                      <a:pt x="67246" y="49702"/>
                    </a:cubicBezTo>
                    <a:lnTo>
                      <a:pt x="67246" y="43154"/>
                    </a:lnTo>
                    <a:cubicBezTo>
                      <a:pt x="67246" y="35667"/>
                      <a:pt x="65665" y="30112"/>
                      <a:pt x="62484" y="26525"/>
                    </a:cubicBezTo>
                    <a:cubicBezTo>
                      <a:pt x="5931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69" y="30461"/>
                      <a:pt x="20260" y="30977"/>
                      <a:pt x="18069" y="30977"/>
                    </a:cubicBezTo>
                    <a:cubicBezTo>
                      <a:pt x="16250" y="30977"/>
                      <a:pt x="14678" y="30498"/>
                      <a:pt x="13363" y="29560"/>
                    </a:cubicBezTo>
                    <a:cubicBezTo>
                      <a:pt x="12049" y="28622"/>
                      <a:pt x="10982" y="27463"/>
                      <a:pt x="10182" y="26102"/>
                    </a:cubicBezTo>
                    <a:lnTo>
                      <a:pt x="5258" y="17549"/>
                    </a:lnTo>
                    <a:cubicBezTo>
                      <a:pt x="18183" y="5849"/>
                      <a:pt x="33776" y="0"/>
                      <a:pt x="52025" y="0"/>
                    </a:cubicBezTo>
                    <a:cubicBezTo>
                      <a:pt x="58598" y="0"/>
                      <a:pt x="64465" y="1067"/>
                      <a:pt x="69618" y="3182"/>
                    </a:cubicBezTo>
                    <a:cubicBezTo>
                      <a:pt x="74762" y="5316"/>
                      <a:pt x="79124" y="8277"/>
                      <a:pt x="82705" y="12067"/>
                    </a:cubicBezTo>
                    <a:cubicBezTo>
                      <a:pt x="86277"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8" y="89839"/>
                    </a:cubicBezTo>
                    <a:cubicBezTo>
                      <a:pt x="63322" y="88386"/>
                      <a:pt x="65275" y="86657"/>
                      <a:pt x="67246" y="84670"/>
                    </a:cubicBezTo>
                    <a:lnTo>
                      <a:pt x="67246" y="66055"/>
                    </a:lnTo>
                    <a:cubicBezTo>
                      <a:pt x="59360" y="66055"/>
                      <a:pt x="52778" y="66551"/>
                      <a:pt x="47482" y="67545"/>
                    </a:cubicBezTo>
                    <a:cubicBezTo>
                      <a:pt x="42186" y="68520"/>
                      <a:pt x="37929" y="69770"/>
                      <a:pt x="34719"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3" name="Google Shape;2633;p90"/>
              <p:cNvSpPr/>
              <p:nvPr/>
            </p:nvSpPr>
            <p:spPr>
              <a:xfrm>
                <a:off x="7268460" y="3445977"/>
                <a:ext cx="97926" cy="112868"/>
              </a:xfrm>
              <a:custGeom>
                <a:rect b="b" l="l" r="r" t="t"/>
                <a:pathLst>
                  <a:path extrusionOk="0" h="112868" w="97926">
                    <a:moveTo>
                      <a:pt x="0" y="112869"/>
                    </a:moveTo>
                    <a:lnTo>
                      <a:pt x="0" y="1748"/>
                    </a:lnTo>
                    <a:lnTo>
                      <a:pt x="16545" y="1748"/>
                    </a:lnTo>
                    <a:cubicBezTo>
                      <a:pt x="20041" y="1748"/>
                      <a:pt x="22355" y="3367"/>
                      <a:pt x="23441" y="6623"/>
                    </a:cubicBezTo>
                    <a:lnTo>
                      <a:pt x="25308" y="15397"/>
                    </a:lnTo>
                    <a:cubicBezTo>
                      <a:pt x="27565" y="13079"/>
                      <a:pt x="29956" y="10982"/>
                      <a:pt x="32480" y="9105"/>
                    </a:cubicBezTo>
                    <a:cubicBezTo>
                      <a:pt x="35005" y="7229"/>
                      <a:pt x="37662" y="5610"/>
                      <a:pt x="40481" y="4231"/>
                    </a:cubicBezTo>
                    <a:cubicBezTo>
                      <a:pt x="43291" y="2870"/>
                      <a:pt x="46301" y="1821"/>
                      <a:pt x="49511" y="1086"/>
                    </a:cubicBezTo>
                    <a:cubicBezTo>
                      <a:pt x="52731" y="368"/>
                      <a:pt x="56226" y="0"/>
                      <a:pt x="60036" y="0"/>
                    </a:cubicBezTo>
                    <a:cubicBezTo>
                      <a:pt x="66161" y="0"/>
                      <a:pt x="71609" y="1030"/>
                      <a:pt x="76353" y="3091"/>
                    </a:cubicBezTo>
                    <a:cubicBezTo>
                      <a:pt x="81106" y="5151"/>
                      <a:pt x="85058" y="8038"/>
                      <a:pt x="88240" y="11755"/>
                    </a:cubicBezTo>
                    <a:cubicBezTo>
                      <a:pt x="91421" y="15489"/>
                      <a:pt x="93831" y="19922"/>
                      <a:pt x="95460" y="25090"/>
                    </a:cubicBezTo>
                    <a:cubicBezTo>
                      <a:pt x="97107" y="30241"/>
                      <a:pt x="97927" y="35925"/>
                      <a:pt x="97927" y="42142"/>
                    </a:cubicBezTo>
                    <a:lnTo>
                      <a:pt x="97927" y="112869"/>
                    </a:lnTo>
                    <a:lnTo>
                      <a:pt x="70876" y="112869"/>
                    </a:lnTo>
                    <a:lnTo>
                      <a:pt x="70876" y="42142"/>
                    </a:lnTo>
                    <a:cubicBezTo>
                      <a:pt x="70876" y="35354"/>
                      <a:pt x="69285" y="30093"/>
                      <a:pt x="66104" y="26378"/>
                    </a:cubicBezTo>
                    <a:cubicBezTo>
                      <a:pt x="62932" y="22662"/>
                      <a:pt x="58160" y="20804"/>
                      <a:pt x="51807" y="20804"/>
                    </a:cubicBezTo>
                    <a:cubicBezTo>
                      <a:pt x="47139" y="20804"/>
                      <a:pt x="42758" y="21853"/>
                      <a:pt x="38662" y="23950"/>
                    </a:cubicBezTo>
                    <a:cubicBezTo>
                      <a:pt x="34585" y="26047"/>
                      <a:pt x="30718" y="28898"/>
                      <a:pt x="27061" y="32503"/>
                    </a:cubicBezTo>
                    <a:lnTo>
                      <a:pt x="27061" y="112869"/>
                    </a:lnTo>
                    <a:lnTo>
                      <a:pt x="0" y="11286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4" name="Google Shape;2634;p90"/>
              <p:cNvSpPr/>
              <p:nvPr/>
            </p:nvSpPr>
            <p:spPr>
              <a:xfrm>
                <a:off x="7385227" y="3397895"/>
                <a:ext cx="103403" cy="162570"/>
              </a:xfrm>
              <a:custGeom>
                <a:rect b="b" l="l" r="r" t="t"/>
                <a:pathLst>
                  <a:path extrusionOk="0" h="162570" w="103403">
                    <a:moveTo>
                      <a:pt x="86868" y="160951"/>
                    </a:moveTo>
                    <a:cubicBezTo>
                      <a:pt x="83363" y="160951"/>
                      <a:pt x="81058" y="159315"/>
                      <a:pt x="79963" y="156077"/>
                    </a:cubicBezTo>
                    <a:lnTo>
                      <a:pt x="77772" y="145353"/>
                    </a:lnTo>
                    <a:cubicBezTo>
                      <a:pt x="75438" y="147946"/>
                      <a:pt x="72990" y="150301"/>
                      <a:pt x="70428" y="152398"/>
                    </a:cubicBezTo>
                    <a:cubicBezTo>
                      <a:pt x="67875" y="154477"/>
                      <a:pt x="65122" y="156298"/>
                      <a:pt x="62160" y="157806"/>
                    </a:cubicBezTo>
                    <a:cubicBezTo>
                      <a:pt x="59207" y="159315"/>
                      <a:pt x="56036" y="160492"/>
                      <a:pt x="52635" y="161320"/>
                    </a:cubicBezTo>
                    <a:cubicBezTo>
                      <a:pt x="49244" y="162147"/>
                      <a:pt x="45568" y="162570"/>
                      <a:pt x="41624" y="162570"/>
                    </a:cubicBezTo>
                    <a:cubicBezTo>
                      <a:pt x="35490" y="162570"/>
                      <a:pt x="29861" y="161301"/>
                      <a:pt x="24755" y="158781"/>
                    </a:cubicBezTo>
                    <a:cubicBezTo>
                      <a:pt x="19641" y="156261"/>
                      <a:pt x="15240" y="152582"/>
                      <a:pt x="11564" y="147781"/>
                    </a:cubicBezTo>
                    <a:cubicBezTo>
                      <a:pt x="7868" y="142980"/>
                      <a:pt x="5020" y="137057"/>
                      <a:pt x="3010" y="129975"/>
                    </a:cubicBezTo>
                    <a:cubicBezTo>
                      <a:pt x="1000" y="122893"/>
                      <a:pt x="0" y="114799"/>
                      <a:pt x="0" y="105713"/>
                    </a:cubicBezTo>
                    <a:cubicBezTo>
                      <a:pt x="0" y="97472"/>
                      <a:pt x="1134" y="89820"/>
                      <a:pt x="3391" y="82757"/>
                    </a:cubicBezTo>
                    <a:cubicBezTo>
                      <a:pt x="5658" y="75674"/>
                      <a:pt x="8906" y="69531"/>
                      <a:pt x="13145" y="64344"/>
                    </a:cubicBezTo>
                    <a:cubicBezTo>
                      <a:pt x="17383" y="59138"/>
                      <a:pt x="22451" y="55073"/>
                      <a:pt x="28365" y="52148"/>
                    </a:cubicBezTo>
                    <a:cubicBezTo>
                      <a:pt x="34280" y="49223"/>
                      <a:pt x="40938" y="47770"/>
                      <a:pt x="48311" y="47770"/>
                    </a:cubicBezTo>
                    <a:cubicBezTo>
                      <a:pt x="54588" y="47770"/>
                      <a:pt x="59960" y="48763"/>
                      <a:pt x="64408" y="50750"/>
                    </a:cubicBezTo>
                    <a:cubicBezTo>
                      <a:pt x="68856" y="52737"/>
                      <a:pt x="72838" y="55385"/>
                      <a:pt x="76343" y="58697"/>
                    </a:cubicBezTo>
                    <a:lnTo>
                      <a:pt x="76343" y="0"/>
                    </a:lnTo>
                    <a:lnTo>
                      <a:pt x="103404" y="0"/>
                    </a:lnTo>
                    <a:lnTo>
                      <a:pt x="103404" y="160951"/>
                    </a:lnTo>
                    <a:lnTo>
                      <a:pt x="86868" y="160951"/>
                    </a:lnTo>
                    <a:close/>
                    <a:moveTo>
                      <a:pt x="50825" y="141343"/>
                    </a:moveTo>
                    <a:cubicBezTo>
                      <a:pt x="56445" y="141343"/>
                      <a:pt x="61227" y="140184"/>
                      <a:pt x="65170" y="137885"/>
                    </a:cubicBezTo>
                    <a:cubicBezTo>
                      <a:pt x="69123" y="135567"/>
                      <a:pt x="72838" y="132275"/>
                      <a:pt x="76343" y="128025"/>
                    </a:cubicBezTo>
                    <a:lnTo>
                      <a:pt x="76343" y="78195"/>
                    </a:lnTo>
                    <a:cubicBezTo>
                      <a:pt x="73276" y="74516"/>
                      <a:pt x="69933" y="71922"/>
                      <a:pt x="66332" y="70396"/>
                    </a:cubicBezTo>
                    <a:cubicBezTo>
                      <a:pt x="62713" y="68887"/>
                      <a:pt x="58817" y="68132"/>
                      <a:pt x="54664" y="68132"/>
                    </a:cubicBezTo>
                    <a:cubicBezTo>
                      <a:pt x="50568" y="68132"/>
                      <a:pt x="46863" y="68887"/>
                      <a:pt x="43539" y="70396"/>
                    </a:cubicBezTo>
                    <a:cubicBezTo>
                      <a:pt x="40215" y="71922"/>
                      <a:pt x="37405" y="74203"/>
                      <a:pt x="35109" y="77275"/>
                    </a:cubicBezTo>
                    <a:cubicBezTo>
                      <a:pt x="32804" y="80347"/>
                      <a:pt x="31042" y="84247"/>
                      <a:pt x="29794" y="88974"/>
                    </a:cubicBezTo>
                    <a:cubicBezTo>
                      <a:pt x="28556" y="93701"/>
                      <a:pt x="27927" y="99293"/>
                      <a:pt x="27927" y="105713"/>
                    </a:cubicBezTo>
                    <a:cubicBezTo>
                      <a:pt x="27927" y="112206"/>
                      <a:pt x="28461" y="117725"/>
                      <a:pt x="29518" y="122231"/>
                    </a:cubicBezTo>
                    <a:cubicBezTo>
                      <a:pt x="30585" y="126738"/>
                      <a:pt x="32099" y="130416"/>
                      <a:pt x="34071" y="133268"/>
                    </a:cubicBezTo>
                    <a:cubicBezTo>
                      <a:pt x="36043" y="136119"/>
                      <a:pt x="38453" y="138179"/>
                      <a:pt x="41300" y="139448"/>
                    </a:cubicBezTo>
                    <a:cubicBezTo>
                      <a:pt x="44139" y="140718"/>
                      <a:pt x="47320" y="141343"/>
                      <a:pt x="50825" y="141343"/>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5" name="Google Shape;2635;p90"/>
              <p:cNvSpPr/>
              <p:nvPr/>
            </p:nvSpPr>
            <p:spPr>
              <a:xfrm>
                <a:off x="7549200" y="3445775"/>
                <a:ext cx="107337" cy="152159"/>
              </a:xfrm>
              <a:custGeom>
                <a:rect b="b" l="l" r="r" t="t"/>
                <a:pathLst>
                  <a:path extrusionOk="0" h="152159" w="107337">
                    <a:moveTo>
                      <a:pt x="49835" y="0"/>
                    </a:moveTo>
                    <a:cubicBezTo>
                      <a:pt x="54655" y="0"/>
                      <a:pt x="59179" y="478"/>
                      <a:pt x="63418" y="1453"/>
                    </a:cubicBezTo>
                    <a:cubicBezTo>
                      <a:pt x="67647" y="2429"/>
                      <a:pt x="71523" y="3863"/>
                      <a:pt x="75029" y="5739"/>
                    </a:cubicBezTo>
                    <a:lnTo>
                      <a:pt x="107337" y="5739"/>
                    </a:lnTo>
                    <a:lnTo>
                      <a:pt x="107337" y="15691"/>
                    </a:lnTo>
                    <a:cubicBezTo>
                      <a:pt x="107337" y="17365"/>
                      <a:pt x="106899" y="18652"/>
                      <a:pt x="106023" y="19590"/>
                    </a:cubicBezTo>
                    <a:cubicBezTo>
                      <a:pt x="105156" y="20528"/>
                      <a:pt x="103651" y="21190"/>
                      <a:pt x="101537" y="21541"/>
                    </a:cubicBezTo>
                    <a:lnTo>
                      <a:pt x="91459" y="23380"/>
                    </a:lnTo>
                    <a:cubicBezTo>
                      <a:pt x="92183" y="25274"/>
                      <a:pt x="92755" y="27261"/>
                      <a:pt x="93154" y="29340"/>
                    </a:cubicBezTo>
                    <a:cubicBezTo>
                      <a:pt x="93555" y="31436"/>
                      <a:pt x="93755" y="33644"/>
                      <a:pt x="93755" y="35944"/>
                    </a:cubicBezTo>
                    <a:cubicBezTo>
                      <a:pt x="93755" y="41443"/>
                      <a:pt x="92640" y="46410"/>
                      <a:pt x="90421" y="50843"/>
                    </a:cubicBezTo>
                    <a:cubicBezTo>
                      <a:pt x="88183" y="55294"/>
                      <a:pt x="85125" y="59065"/>
                      <a:pt x="81220" y="62156"/>
                    </a:cubicBezTo>
                    <a:cubicBezTo>
                      <a:pt x="77314" y="65264"/>
                      <a:pt x="72666" y="67674"/>
                      <a:pt x="67304" y="69366"/>
                    </a:cubicBezTo>
                    <a:cubicBezTo>
                      <a:pt x="61932" y="71059"/>
                      <a:pt x="56112" y="71904"/>
                      <a:pt x="49835" y="71904"/>
                    </a:cubicBezTo>
                    <a:cubicBezTo>
                      <a:pt x="45606" y="71904"/>
                      <a:pt x="41472" y="71518"/>
                      <a:pt x="37452" y="70727"/>
                    </a:cubicBezTo>
                    <a:cubicBezTo>
                      <a:pt x="33947" y="72824"/>
                      <a:pt x="32195" y="75197"/>
                      <a:pt x="32195" y="77809"/>
                    </a:cubicBezTo>
                    <a:cubicBezTo>
                      <a:pt x="32195" y="80072"/>
                      <a:pt x="33242" y="81727"/>
                      <a:pt x="35328" y="82776"/>
                    </a:cubicBezTo>
                    <a:cubicBezTo>
                      <a:pt x="37395" y="83824"/>
                      <a:pt x="40139" y="84578"/>
                      <a:pt x="43539" y="85001"/>
                    </a:cubicBezTo>
                    <a:cubicBezTo>
                      <a:pt x="46930" y="85443"/>
                      <a:pt x="50787" y="85663"/>
                      <a:pt x="55093" y="85663"/>
                    </a:cubicBezTo>
                    <a:cubicBezTo>
                      <a:pt x="59398" y="85663"/>
                      <a:pt x="63818" y="85848"/>
                      <a:pt x="68342" y="86215"/>
                    </a:cubicBezTo>
                    <a:cubicBezTo>
                      <a:pt x="72876" y="86565"/>
                      <a:pt x="77296" y="87209"/>
                      <a:pt x="81601" y="88110"/>
                    </a:cubicBezTo>
                    <a:cubicBezTo>
                      <a:pt x="85906" y="89011"/>
                      <a:pt x="89754" y="90446"/>
                      <a:pt x="93154" y="92396"/>
                    </a:cubicBezTo>
                    <a:cubicBezTo>
                      <a:pt x="96546" y="94364"/>
                      <a:pt x="99289" y="97013"/>
                      <a:pt x="101375" y="100398"/>
                    </a:cubicBezTo>
                    <a:cubicBezTo>
                      <a:pt x="103451" y="103764"/>
                      <a:pt x="104489" y="108086"/>
                      <a:pt x="104489" y="113366"/>
                    </a:cubicBezTo>
                    <a:cubicBezTo>
                      <a:pt x="104489" y="118295"/>
                      <a:pt x="103270" y="123078"/>
                      <a:pt x="100822" y="127713"/>
                    </a:cubicBezTo>
                    <a:cubicBezTo>
                      <a:pt x="98384" y="132349"/>
                      <a:pt x="94840" y="136487"/>
                      <a:pt x="90192" y="140111"/>
                    </a:cubicBezTo>
                    <a:cubicBezTo>
                      <a:pt x="85563" y="143716"/>
                      <a:pt x="79877" y="146642"/>
                      <a:pt x="73162" y="148848"/>
                    </a:cubicBezTo>
                    <a:cubicBezTo>
                      <a:pt x="66447" y="151056"/>
                      <a:pt x="58769" y="152160"/>
                      <a:pt x="50159" y="152160"/>
                    </a:cubicBezTo>
                    <a:cubicBezTo>
                      <a:pt x="41624" y="152160"/>
                      <a:pt x="34204" y="151351"/>
                      <a:pt x="27927" y="149732"/>
                    </a:cubicBezTo>
                    <a:cubicBezTo>
                      <a:pt x="21641" y="148113"/>
                      <a:pt x="16440" y="145942"/>
                      <a:pt x="12325" y="143238"/>
                    </a:cubicBezTo>
                    <a:cubicBezTo>
                      <a:pt x="8192" y="140516"/>
                      <a:pt x="5106" y="137407"/>
                      <a:pt x="3067" y="133857"/>
                    </a:cubicBezTo>
                    <a:cubicBezTo>
                      <a:pt x="1019" y="130325"/>
                      <a:pt x="0" y="126646"/>
                      <a:pt x="0" y="122821"/>
                    </a:cubicBezTo>
                    <a:cubicBezTo>
                      <a:pt x="0" y="117615"/>
                      <a:pt x="1600" y="113255"/>
                      <a:pt x="4810" y="109705"/>
                    </a:cubicBezTo>
                    <a:cubicBezTo>
                      <a:pt x="8020" y="106174"/>
                      <a:pt x="12478" y="103359"/>
                      <a:pt x="18183" y="101262"/>
                    </a:cubicBezTo>
                    <a:cubicBezTo>
                      <a:pt x="15402" y="99753"/>
                      <a:pt x="13173" y="97730"/>
                      <a:pt x="11497" y="95192"/>
                    </a:cubicBezTo>
                    <a:cubicBezTo>
                      <a:pt x="9820" y="92672"/>
                      <a:pt x="8973" y="89379"/>
                      <a:pt x="8973" y="85333"/>
                    </a:cubicBezTo>
                    <a:cubicBezTo>
                      <a:pt x="8973" y="83677"/>
                      <a:pt x="9268" y="81967"/>
                      <a:pt x="9858" y="80201"/>
                    </a:cubicBezTo>
                    <a:cubicBezTo>
                      <a:pt x="10430" y="78435"/>
                      <a:pt x="11335" y="76669"/>
                      <a:pt x="12535" y="74940"/>
                    </a:cubicBezTo>
                    <a:cubicBezTo>
                      <a:pt x="13745" y="73211"/>
                      <a:pt x="15259" y="71574"/>
                      <a:pt x="17088" y="70009"/>
                    </a:cubicBezTo>
                    <a:cubicBezTo>
                      <a:pt x="18907" y="68465"/>
                      <a:pt x="21060" y="67066"/>
                      <a:pt x="23546" y="65852"/>
                    </a:cubicBezTo>
                    <a:cubicBezTo>
                      <a:pt x="17850" y="62818"/>
                      <a:pt x="13373" y="58771"/>
                      <a:pt x="10125" y="53713"/>
                    </a:cubicBezTo>
                    <a:cubicBezTo>
                      <a:pt x="6877" y="48654"/>
                      <a:pt x="5249" y="42749"/>
                      <a:pt x="5249" y="35944"/>
                    </a:cubicBezTo>
                    <a:cubicBezTo>
                      <a:pt x="5249" y="30461"/>
                      <a:pt x="6372" y="25495"/>
                      <a:pt x="8592" y="21062"/>
                    </a:cubicBezTo>
                    <a:cubicBezTo>
                      <a:pt x="10821" y="16610"/>
                      <a:pt x="13916" y="12822"/>
                      <a:pt x="17898" y="9694"/>
                    </a:cubicBezTo>
                    <a:cubicBezTo>
                      <a:pt x="21879" y="6549"/>
                      <a:pt x="26594" y="4139"/>
                      <a:pt x="32033" y="2484"/>
                    </a:cubicBezTo>
                    <a:cubicBezTo>
                      <a:pt x="37472" y="828"/>
                      <a:pt x="43405" y="0"/>
                      <a:pt x="49835" y="0"/>
                    </a:cubicBezTo>
                    <a:close/>
                    <a:moveTo>
                      <a:pt x="79515" y="117725"/>
                    </a:moveTo>
                    <a:cubicBezTo>
                      <a:pt x="79515" y="115518"/>
                      <a:pt x="78867" y="113715"/>
                      <a:pt x="77543" y="112317"/>
                    </a:cubicBezTo>
                    <a:cubicBezTo>
                      <a:pt x="76229" y="110919"/>
                      <a:pt x="74438" y="109834"/>
                      <a:pt x="72180" y="109061"/>
                    </a:cubicBezTo>
                    <a:cubicBezTo>
                      <a:pt x="69914" y="108270"/>
                      <a:pt x="67266" y="107700"/>
                      <a:pt x="64237" y="107332"/>
                    </a:cubicBezTo>
                    <a:cubicBezTo>
                      <a:pt x="61208" y="106965"/>
                      <a:pt x="57988" y="106780"/>
                      <a:pt x="54598" y="106780"/>
                    </a:cubicBezTo>
                    <a:lnTo>
                      <a:pt x="44082" y="106780"/>
                    </a:lnTo>
                    <a:cubicBezTo>
                      <a:pt x="40472" y="106780"/>
                      <a:pt x="36976" y="106394"/>
                      <a:pt x="33623" y="105585"/>
                    </a:cubicBezTo>
                    <a:cubicBezTo>
                      <a:pt x="30556" y="107259"/>
                      <a:pt x="28089" y="109227"/>
                      <a:pt x="26223" y="111489"/>
                    </a:cubicBezTo>
                    <a:cubicBezTo>
                      <a:pt x="24365" y="113770"/>
                      <a:pt x="23432" y="116383"/>
                      <a:pt x="23432" y="119344"/>
                    </a:cubicBezTo>
                    <a:cubicBezTo>
                      <a:pt x="23432" y="121294"/>
                      <a:pt x="23927" y="123115"/>
                      <a:pt x="24918" y="124826"/>
                    </a:cubicBezTo>
                    <a:cubicBezTo>
                      <a:pt x="25899" y="126517"/>
                      <a:pt x="27470" y="127971"/>
                      <a:pt x="29623" y="129203"/>
                    </a:cubicBezTo>
                    <a:cubicBezTo>
                      <a:pt x="31776" y="130436"/>
                      <a:pt x="34566" y="131392"/>
                      <a:pt x="38005" y="132073"/>
                    </a:cubicBezTo>
                    <a:cubicBezTo>
                      <a:pt x="41434" y="132754"/>
                      <a:pt x="45634" y="133103"/>
                      <a:pt x="50597" y="133103"/>
                    </a:cubicBezTo>
                    <a:cubicBezTo>
                      <a:pt x="55636" y="133103"/>
                      <a:pt x="59979" y="132716"/>
                      <a:pt x="63637" y="131944"/>
                    </a:cubicBezTo>
                    <a:cubicBezTo>
                      <a:pt x="67285" y="131172"/>
                      <a:pt x="70295" y="130105"/>
                      <a:pt x="72666" y="128744"/>
                    </a:cubicBezTo>
                    <a:cubicBezTo>
                      <a:pt x="75038" y="127364"/>
                      <a:pt x="76781" y="125745"/>
                      <a:pt x="77877" y="123869"/>
                    </a:cubicBezTo>
                    <a:cubicBezTo>
                      <a:pt x="78972" y="121993"/>
                      <a:pt x="79515" y="119951"/>
                      <a:pt x="79515" y="117725"/>
                    </a:cubicBezTo>
                    <a:close/>
                    <a:moveTo>
                      <a:pt x="49835" y="54798"/>
                    </a:moveTo>
                    <a:cubicBezTo>
                      <a:pt x="53197" y="54798"/>
                      <a:pt x="56112" y="54356"/>
                      <a:pt x="58598" y="53437"/>
                    </a:cubicBezTo>
                    <a:cubicBezTo>
                      <a:pt x="61084" y="52535"/>
                      <a:pt x="63141" y="51303"/>
                      <a:pt x="64780" y="49702"/>
                    </a:cubicBezTo>
                    <a:cubicBezTo>
                      <a:pt x="66427" y="48120"/>
                      <a:pt x="67666" y="46207"/>
                      <a:pt x="68514" y="43963"/>
                    </a:cubicBezTo>
                    <a:cubicBezTo>
                      <a:pt x="69352" y="41738"/>
                      <a:pt x="69771" y="39273"/>
                      <a:pt x="69771" y="36606"/>
                    </a:cubicBezTo>
                    <a:cubicBezTo>
                      <a:pt x="69771" y="31124"/>
                      <a:pt x="68104" y="26764"/>
                      <a:pt x="64780" y="23545"/>
                    </a:cubicBezTo>
                    <a:cubicBezTo>
                      <a:pt x="61465" y="20345"/>
                      <a:pt x="56474" y="18726"/>
                      <a:pt x="49835" y="18726"/>
                    </a:cubicBezTo>
                    <a:cubicBezTo>
                      <a:pt x="43187" y="18726"/>
                      <a:pt x="38205" y="20345"/>
                      <a:pt x="34881" y="23545"/>
                    </a:cubicBezTo>
                    <a:cubicBezTo>
                      <a:pt x="31557" y="26764"/>
                      <a:pt x="29899" y="31124"/>
                      <a:pt x="29899" y="36606"/>
                    </a:cubicBezTo>
                    <a:cubicBezTo>
                      <a:pt x="29899" y="39200"/>
                      <a:pt x="30318" y="41627"/>
                      <a:pt x="31157" y="43853"/>
                    </a:cubicBezTo>
                    <a:cubicBezTo>
                      <a:pt x="31995" y="46097"/>
                      <a:pt x="33242" y="48029"/>
                      <a:pt x="34881" y="49647"/>
                    </a:cubicBezTo>
                    <a:cubicBezTo>
                      <a:pt x="36529" y="51285"/>
                      <a:pt x="38605" y="52535"/>
                      <a:pt x="41129" y="53437"/>
                    </a:cubicBezTo>
                    <a:cubicBezTo>
                      <a:pt x="43653" y="54356"/>
                      <a:pt x="46549" y="54798"/>
                      <a:pt x="49835" y="547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6" name="Google Shape;2636;p90"/>
              <p:cNvSpPr/>
              <p:nvPr/>
            </p:nvSpPr>
            <p:spPr>
              <a:xfrm>
                <a:off x="7665739" y="3445977"/>
                <a:ext cx="111185" cy="114487"/>
              </a:xfrm>
              <a:custGeom>
                <a:rect b="b" l="l" r="r" t="t"/>
                <a:pathLst>
                  <a:path extrusionOk="0" h="114487" w="111185">
                    <a:moveTo>
                      <a:pt x="55750" y="0"/>
                    </a:moveTo>
                    <a:cubicBezTo>
                      <a:pt x="64151" y="0"/>
                      <a:pt x="71761" y="1343"/>
                      <a:pt x="78600" y="4010"/>
                    </a:cubicBezTo>
                    <a:cubicBezTo>
                      <a:pt x="85430" y="6696"/>
                      <a:pt x="91249" y="10485"/>
                      <a:pt x="96069" y="15397"/>
                    </a:cubicBezTo>
                    <a:cubicBezTo>
                      <a:pt x="100889" y="20308"/>
                      <a:pt x="104604" y="26287"/>
                      <a:pt x="107242" y="33368"/>
                    </a:cubicBezTo>
                    <a:cubicBezTo>
                      <a:pt x="109871" y="40450"/>
                      <a:pt x="111185" y="48359"/>
                      <a:pt x="111185" y="57079"/>
                    </a:cubicBezTo>
                    <a:cubicBezTo>
                      <a:pt x="111185" y="65889"/>
                      <a:pt x="109871" y="73836"/>
                      <a:pt x="107242" y="80917"/>
                    </a:cubicBezTo>
                    <a:cubicBezTo>
                      <a:pt x="104604" y="88000"/>
                      <a:pt x="100889" y="94015"/>
                      <a:pt x="96069" y="99000"/>
                    </a:cubicBezTo>
                    <a:cubicBezTo>
                      <a:pt x="91249" y="103985"/>
                      <a:pt x="85430" y="107810"/>
                      <a:pt x="78600" y="110478"/>
                    </a:cubicBezTo>
                    <a:cubicBezTo>
                      <a:pt x="71761" y="113145"/>
                      <a:pt x="64151" y="114488"/>
                      <a:pt x="55750" y="114488"/>
                    </a:cubicBezTo>
                    <a:cubicBezTo>
                      <a:pt x="47358" y="114488"/>
                      <a:pt x="39729" y="113145"/>
                      <a:pt x="32861" y="110478"/>
                    </a:cubicBezTo>
                    <a:cubicBezTo>
                      <a:pt x="25994" y="107810"/>
                      <a:pt x="20136" y="103985"/>
                      <a:pt x="15278" y="99000"/>
                    </a:cubicBezTo>
                    <a:cubicBezTo>
                      <a:pt x="10430" y="94015"/>
                      <a:pt x="6668" y="88000"/>
                      <a:pt x="4000" y="80917"/>
                    </a:cubicBezTo>
                    <a:cubicBezTo>
                      <a:pt x="1333" y="73836"/>
                      <a:pt x="0" y="65889"/>
                      <a:pt x="0" y="57079"/>
                    </a:cubicBezTo>
                    <a:cubicBezTo>
                      <a:pt x="0" y="48359"/>
                      <a:pt x="1333" y="40450"/>
                      <a:pt x="4000" y="33368"/>
                    </a:cubicBezTo>
                    <a:cubicBezTo>
                      <a:pt x="6668" y="26287"/>
                      <a:pt x="10430" y="20308"/>
                      <a:pt x="15278" y="15397"/>
                    </a:cubicBezTo>
                    <a:cubicBezTo>
                      <a:pt x="20136" y="10485"/>
                      <a:pt x="25994" y="6696"/>
                      <a:pt x="32861" y="4010"/>
                    </a:cubicBezTo>
                    <a:cubicBezTo>
                      <a:pt x="39729" y="1343"/>
                      <a:pt x="47358" y="0"/>
                      <a:pt x="55750" y="0"/>
                    </a:cubicBezTo>
                    <a:close/>
                    <a:moveTo>
                      <a:pt x="55750" y="93904"/>
                    </a:moveTo>
                    <a:cubicBezTo>
                      <a:pt x="65103" y="93904"/>
                      <a:pt x="72019" y="90814"/>
                      <a:pt x="76514" y="84597"/>
                    </a:cubicBezTo>
                    <a:cubicBezTo>
                      <a:pt x="81010" y="78379"/>
                      <a:pt x="83248" y="69293"/>
                      <a:pt x="83248" y="57299"/>
                    </a:cubicBezTo>
                    <a:cubicBezTo>
                      <a:pt x="83248" y="45324"/>
                      <a:pt x="81010" y="36182"/>
                      <a:pt x="76514" y="29910"/>
                    </a:cubicBezTo>
                    <a:cubicBezTo>
                      <a:pt x="72019" y="23618"/>
                      <a:pt x="65103" y="20474"/>
                      <a:pt x="55750" y="20474"/>
                    </a:cubicBezTo>
                    <a:cubicBezTo>
                      <a:pt x="46263" y="20474"/>
                      <a:pt x="39253" y="23637"/>
                      <a:pt x="34719" y="29946"/>
                    </a:cubicBezTo>
                    <a:cubicBezTo>
                      <a:pt x="30194" y="36274"/>
                      <a:pt x="27937" y="45397"/>
                      <a:pt x="27937" y="57299"/>
                    </a:cubicBezTo>
                    <a:cubicBezTo>
                      <a:pt x="27937" y="69218"/>
                      <a:pt x="30194" y="78306"/>
                      <a:pt x="34719" y="84541"/>
                    </a:cubicBezTo>
                    <a:cubicBezTo>
                      <a:pt x="39253" y="90796"/>
                      <a:pt x="46263" y="93904"/>
                      <a:pt x="55750" y="9390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7" name="Google Shape;2637;p90"/>
              <p:cNvSpPr/>
              <p:nvPr/>
            </p:nvSpPr>
            <p:spPr>
              <a:xfrm>
                <a:off x="7781525" y="3447725"/>
                <a:ext cx="113804" cy="111120"/>
              </a:xfrm>
              <a:custGeom>
                <a:rect b="b" l="l" r="r" t="t"/>
                <a:pathLst>
                  <a:path extrusionOk="0" h="111120" w="113804">
                    <a:moveTo>
                      <a:pt x="69228" y="111121"/>
                    </a:moveTo>
                    <a:lnTo>
                      <a:pt x="44691" y="111121"/>
                    </a:lnTo>
                    <a:lnTo>
                      <a:pt x="0" y="0"/>
                    </a:lnTo>
                    <a:lnTo>
                      <a:pt x="22460" y="0"/>
                    </a:lnTo>
                    <a:cubicBezTo>
                      <a:pt x="24432" y="0"/>
                      <a:pt x="26080" y="460"/>
                      <a:pt x="27441" y="1398"/>
                    </a:cubicBezTo>
                    <a:cubicBezTo>
                      <a:pt x="28794" y="2336"/>
                      <a:pt x="29718" y="3532"/>
                      <a:pt x="30232" y="4985"/>
                    </a:cubicBezTo>
                    <a:lnTo>
                      <a:pt x="51921" y="64326"/>
                    </a:lnTo>
                    <a:cubicBezTo>
                      <a:pt x="53159" y="67802"/>
                      <a:pt x="54207" y="71187"/>
                      <a:pt x="55035" y="74516"/>
                    </a:cubicBezTo>
                    <a:cubicBezTo>
                      <a:pt x="55874" y="77827"/>
                      <a:pt x="56626" y="81157"/>
                      <a:pt x="57293" y="84467"/>
                    </a:cubicBezTo>
                    <a:cubicBezTo>
                      <a:pt x="57940" y="81157"/>
                      <a:pt x="58693" y="77827"/>
                      <a:pt x="59531" y="74516"/>
                    </a:cubicBezTo>
                    <a:cubicBezTo>
                      <a:pt x="60369" y="71187"/>
                      <a:pt x="61446" y="67802"/>
                      <a:pt x="62770" y="64326"/>
                    </a:cubicBezTo>
                    <a:lnTo>
                      <a:pt x="85001" y="4985"/>
                    </a:lnTo>
                    <a:cubicBezTo>
                      <a:pt x="85515" y="3532"/>
                      <a:pt x="86420" y="2336"/>
                      <a:pt x="87735" y="1398"/>
                    </a:cubicBezTo>
                    <a:cubicBezTo>
                      <a:pt x="89059" y="460"/>
                      <a:pt x="90621" y="0"/>
                      <a:pt x="92450" y="0"/>
                    </a:cubicBezTo>
                    <a:lnTo>
                      <a:pt x="113805" y="0"/>
                    </a:lnTo>
                    <a:lnTo>
                      <a:pt x="69228" y="11112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8" name="Google Shape;2638;p90"/>
              <p:cNvSpPr/>
              <p:nvPr/>
            </p:nvSpPr>
            <p:spPr>
              <a:xfrm>
                <a:off x="7900149" y="3445977"/>
                <a:ext cx="102641" cy="114487"/>
              </a:xfrm>
              <a:custGeom>
                <a:rect b="b" l="l" r="r" t="t"/>
                <a:pathLst>
                  <a:path extrusionOk="0" h="114487" w="102641">
                    <a:moveTo>
                      <a:pt x="53997" y="0"/>
                    </a:moveTo>
                    <a:cubicBezTo>
                      <a:pt x="61084" y="0"/>
                      <a:pt x="67609" y="1123"/>
                      <a:pt x="73552" y="3367"/>
                    </a:cubicBezTo>
                    <a:cubicBezTo>
                      <a:pt x="79505" y="5610"/>
                      <a:pt x="84639" y="8866"/>
                      <a:pt x="88945"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7" y="72070"/>
                      <a:pt x="30861" y="80439"/>
                      <a:pt x="36262" y="85792"/>
                    </a:cubicBezTo>
                    <a:cubicBezTo>
                      <a:pt x="41663" y="91126"/>
                      <a:pt x="48816" y="93794"/>
                      <a:pt x="57731" y="93794"/>
                    </a:cubicBezTo>
                    <a:cubicBezTo>
                      <a:pt x="62113" y="93794"/>
                      <a:pt x="65885" y="93297"/>
                      <a:pt x="69066" y="92286"/>
                    </a:cubicBezTo>
                    <a:cubicBezTo>
                      <a:pt x="72238" y="91273"/>
                      <a:pt x="75009" y="90152"/>
                      <a:pt x="77391" y="88938"/>
                    </a:cubicBezTo>
                    <a:cubicBezTo>
                      <a:pt x="79763" y="87705"/>
                      <a:pt x="81839" y="86583"/>
                      <a:pt x="83639" y="85572"/>
                    </a:cubicBezTo>
                    <a:cubicBezTo>
                      <a:pt x="85420" y="84559"/>
                      <a:pt x="87163" y="84063"/>
                      <a:pt x="88830" y="84063"/>
                    </a:cubicBezTo>
                    <a:cubicBezTo>
                      <a:pt x="89935" y="84063"/>
                      <a:pt x="90878" y="84265"/>
                      <a:pt x="91678" y="84707"/>
                    </a:cubicBezTo>
                    <a:cubicBezTo>
                      <a:pt x="92488" y="85130"/>
                      <a:pt x="93174"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3" y="113623"/>
                    </a:cubicBezTo>
                    <a:cubicBezTo>
                      <a:pt x="63332" y="114193"/>
                      <a:pt x="59265" y="114488"/>
                      <a:pt x="55321" y="114488"/>
                    </a:cubicBezTo>
                    <a:cubicBezTo>
                      <a:pt x="47511" y="114488"/>
                      <a:pt x="40243" y="113200"/>
                      <a:pt x="33519" y="110643"/>
                    </a:cubicBezTo>
                    <a:cubicBezTo>
                      <a:pt x="26804" y="108086"/>
                      <a:pt x="20955" y="104297"/>
                      <a:pt x="15993" y="99275"/>
                    </a:cubicBezTo>
                    <a:cubicBezTo>
                      <a:pt x="11021" y="94253"/>
                      <a:pt x="7115" y="88036"/>
                      <a:pt x="4277" y="80641"/>
                    </a:cubicBezTo>
                    <a:cubicBezTo>
                      <a:pt x="1429" y="73247"/>
                      <a:pt x="0" y="64675"/>
                      <a:pt x="0" y="54927"/>
                    </a:cubicBezTo>
                    <a:cubicBezTo>
                      <a:pt x="0" y="47348"/>
                      <a:pt x="1238" y="40211"/>
                      <a:pt x="3724" y="33534"/>
                    </a:cubicBezTo>
                    <a:cubicBezTo>
                      <a:pt x="6210" y="26856"/>
                      <a:pt x="9773" y="21044"/>
                      <a:pt x="14402" y="16095"/>
                    </a:cubicBezTo>
                    <a:cubicBezTo>
                      <a:pt x="19041" y="11147"/>
                      <a:pt x="24698" y="7229"/>
                      <a:pt x="31385" y="4342"/>
                    </a:cubicBezTo>
                    <a:cubicBezTo>
                      <a:pt x="38062" y="1453"/>
                      <a:pt x="45606" y="0"/>
                      <a:pt x="53997" y="0"/>
                    </a:cubicBezTo>
                    <a:close/>
                    <a:moveTo>
                      <a:pt x="54550" y="19185"/>
                    </a:moveTo>
                    <a:cubicBezTo>
                      <a:pt x="46663" y="19185"/>
                      <a:pt x="40491" y="21375"/>
                      <a:pt x="36033" y="25789"/>
                    </a:cubicBezTo>
                    <a:cubicBezTo>
                      <a:pt x="31585" y="30186"/>
                      <a:pt x="28737" y="36440"/>
                      <a:pt x="27499" y="44515"/>
                    </a:cubicBezTo>
                    <a:lnTo>
                      <a:pt x="78324" y="44515"/>
                    </a:lnTo>
                    <a:cubicBezTo>
                      <a:pt x="78324" y="41057"/>
                      <a:pt x="77848" y="37783"/>
                      <a:pt x="76905" y="34729"/>
                    </a:cubicBezTo>
                    <a:cubicBezTo>
                      <a:pt x="75952" y="31658"/>
                      <a:pt x="74495" y="28972"/>
                      <a:pt x="72523" y="26654"/>
                    </a:cubicBezTo>
                    <a:cubicBezTo>
                      <a:pt x="70552" y="24336"/>
                      <a:pt x="68066" y="22516"/>
                      <a:pt x="65066" y="21190"/>
                    </a:cubicBezTo>
                    <a:cubicBezTo>
                      <a:pt x="62074" y="19848"/>
                      <a:pt x="58569"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39" name="Google Shape;2639;p90"/>
              <p:cNvSpPr/>
              <p:nvPr/>
            </p:nvSpPr>
            <p:spPr>
              <a:xfrm>
                <a:off x="8024793" y="3445665"/>
                <a:ext cx="71647" cy="113181"/>
              </a:xfrm>
              <a:custGeom>
                <a:rect b="b" l="l" r="r" t="t"/>
                <a:pathLst>
                  <a:path extrusionOk="0" h="113181" w="71647">
                    <a:moveTo>
                      <a:pt x="0" y="113182"/>
                    </a:moveTo>
                    <a:lnTo>
                      <a:pt x="0" y="2061"/>
                    </a:lnTo>
                    <a:lnTo>
                      <a:pt x="15888" y="2061"/>
                    </a:lnTo>
                    <a:cubicBezTo>
                      <a:pt x="18660" y="2061"/>
                      <a:pt x="20593" y="2557"/>
                      <a:pt x="21698" y="3568"/>
                    </a:cubicBezTo>
                    <a:cubicBezTo>
                      <a:pt x="22793" y="4581"/>
                      <a:pt x="23517" y="6310"/>
                      <a:pt x="23889" y="8775"/>
                    </a:cubicBezTo>
                    <a:lnTo>
                      <a:pt x="25527" y="22203"/>
                    </a:lnTo>
                    <a:cubicBezTo>
                      <a:pt x="29547" y="15341"/>
                      <a:pt x="34252" y="9933"/>
                      <a:pt x="39653" y="5960"/>
                    </a:cubicBezTo>
                    <a:cubicBezTo>
                      <a:pt x="45063" y="1987"/>
                      <a:pt x="51121" y="0"/>
                      <a:pt x="57836" y="0"/>
                    </a:cubicBezTo>
                    <a:cubicBezTo>
                      <a:pt x="63389" y="0"/>
                      <a:pt x="67989" y="1270"/>
                      <a:pt x="71647" y="3790"/>
                    </a:cubicBezTo>
                    <a:lnTo>
                      <a:pt x="68142" y="23821"/>
                    </a:lnTo>
                    <a:cubicBezTo>
                      <a:pt x="67923" y="25127"/>
                      <a:pt x="67437" y="26047"/>
                      <a:pt x="66713" y="26580"/>
                    </a:cubicBezTo>
                    <a:cubicBezTo>
                      <a:pt x="65980" y="27132"/>
                      <a:pt x="6498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0" name="Google Shape;2640;p90"/>
              <p:cNvSpPr/>
              <p:nvPr/>
            </p:nvSpPr>
            <p:spPr>
              <a:xfrm>
                <a:off x="8114290" y="3445977"/>
                <a:ext cx="97926" cy="112868"/>
              </a:xfrm>
              <a:custGeom>
                <a:rect b="b" l="l" r="r" t="t"/>
                <a:pathLst>
                  <a:path extrusionOk="0" h="112868" w="97926">
                    <a:moveTo>
                      <a:pt x="0" y="112869"/>
                    </a:moveTo>
                    <a:lnTo>
                      <a:pt x="0" y="1748"/>
                    </a:lnTo>
                    <a:lnTo>
                      <a:pt x="16545" y="1748"/>
                    </a:lnTo>
                    <a:cubicBezTo>
                      <a:pt x="20040" y="1748"/>
                      <a:pt x="22345" y="3367"/>
                      <a:pt x="23441" y="6623"/>
                    </a:cubicBezTo>
                    <a:lnTo>
                      <a:pt x="25308" y="15397"/>
                    </a:lnTo>
                    <a:cubicBezTo>
                      <a:pt x="27565" y="13079"/>
                      <a:pt x="29956" y="10982"/>
                      <a:pt x="32480" y="9105"/>
                    </a:cubicBezTo>
                    <a:cubicBezTo>
                      <a:pt x="35004" y="7229"/>
                      <a:pt x="37662" y="5610"/>
                      <a:pt x="40481" y="4231"/>
                    </a:cubicBezTo>
                    <a:cubicBezTo>
                      <a:pt x="43291" y="2870"/>
                      <a:pt x="46301" y="1821"/>
                      <a:pt x="49511" y="1086"/>
                    </a:cubicBezTo>
                    <a:cubicBezTo>
                      <a:pt x="52730" y="368"/>
                      <a:pt x="56226" y="0"/>
                      <a:pt x="60027" y="0"/>
                    </a:cubicBezTo>
                    <a:cubicBezTo>
                      <a:pt x="66161" y="0"/>
                      <a:pt x="71599" y="1030"/>
                      <a:pt x="76343" y="3091"/>
                    </a:cubicBezTo>
                    <a:cubicBezTo>
                      <a:pt x="81096" y="5151"/>
                      <a:pt x="85049" y="8038"/>
                      <a:pt x="88230" y="11755"/>
                    </a:cubicBezTo>
                    <a:cubicBezTo>
                      <a:pt x="91411" y="15489"/>
                      <a:pt x="93821" y="19922"/>
                      <a:pt x="95459" y="25090"/>
                    </a:cubicBezTo>
                    <a:cubicBezTo>
                      <a:pt x="97107" y="30241"/>
                      <a:pt x="97926" y="35925"/>
                      <a:pt x="97926" y="42142"/>
                    </a:cubicBezTo>
                    <a:lnTo>
                      <a:pt x="97926" y="112869"/>
                    </a:lnTo>
                    <a:lnTo>
                      <a:pt x="70875" y="112869"/>
                    </a:lnTo>
                    <a:lnTo>
                      <a:pt x="70875" y="42142"/>
                    </a:lnTo>
                    <a:cubicBezTo>
                      <a:pt x="70875" y="35354"/>
                      <a:pt x="69285" y="30093"/>
                      <a:pt x="66104" y="26378"/>
                    </a:cubicBezTo>
                    <a:cubicBezTo>
                      <a:pt x="62932" y="22662"/>
                      <a:pt x="58160" y="20804"/>
                      <a:pt x="51806" y="20804"/>
                    </a:cubicBezTo>
                    <a:cubicBezTo>
                      <a:pt x="47139" y="20804"/>
                      <a:pt x="42758" y="21853"/>
                      <a:pt x="38662" y="23950"/>
                    </a:cubicBezTo>
                    <a:cubicBezTo>
                      <a:pt x="34585" y="26047"/>
                      <a:pt x="30709" y="28898"/>
                      <a:pt x="27060" y="32503"/>
                    </a:cubicBezTo>
                    <a:lnTo>
                      <a:pt x="27060" y="112869"/>
                    </a:lnTo>
                    <a:lnTo>
                      <a:pt x="0" y="11286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1" name="Google Shape;2641;p90"/>
              <p:cNvSpPr/>
              <p:nvPr/>
            </p:nvSpPr>
            <p:spPr>
              <a:xfrm>
                <a:off x="8233248" y="3445665"/>
                <a:ext cx="93649" cy="114910"/>
              </a:xfrm>
              <a:custGeom>
                <a:rect b="b" l="l" r="r" t="t"/>
                <a:pathLst>
                  <a:path extrusionOk="0" h="114910" w="93649">
                    <a:moveTo>
                      <a:pt x="93650" y="113182"/>
                    </a:moveTo>
                    <a:lnTo>
                      <a:pt x="81496" y="113182"/>
                    </a:lnTo>
                    <a:cubicBezTo>
                      <a:pt x="78934" y="113182"/>
                      <a:pt x="76924" y="112795"/>
                      <a:pt x="75476" y="112041"/>
                    </a:cubicBezTo>
                    <a:cubicBezTo>
                      <a:pt x="74000" y="111287"/>
                      <a:pt x="72914" y="109742"/>
                      <a:pt x="72180" y="107442"/>
                    </a:cubicBezTo>
                    <a:lnTo>
                      <a:pt x="69771" y="99533"/>
                    </a:lnTo>
                    <a:cubicBezTo>
                      <a:pt x="66923" y="102053"/>
                      <a:pt x="64132" y="104279"/>
                      <a:pt x="61389" y="106191"/>
                    </a:cubicBezTo>
                    <a:cubicBezTo>
                      <a:pt x="58655" y="108104"/>
                      <a:pt x="55826" y="109705"/>
                      <a:pt x="52911"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3" y="68170"/>
                      <a:pt x="9277" y="64473"/>
                      <a:pt x="14459" y="61180"/>
                    </a:cubicBezTo>
                    <a:cubicBezTo>
                      <a:pt x="19641" y="57870"/>
                      <a:pt x="26546" y="55147"/>
                      <a:pt x="35157" y="52976"/>
                    </a:cubicBezTo>
                    <a:cubicBezTo>
                      <a:pt x="43777" y="50806"/>
                      <a:pt x="54473" y="49702"/>
                      <a:pt x="67256" y="49702"/>
                    </a:cubicBezTo>
                    <a:lnTo>
                      <a:pt x="67256" y="43154"/>
                    </a:lnTo>
                    <a:cubicBezTo>
                      <a:pt x="67256" y="35667"/>
                      <a:pt x="65665" y="30112"/>
                      <a:pt x="62494" y="26525"/>
                    </a:cubicBezTo>
                    <a:cubicBezTo>
                      <a:pt x="5932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70" y="30461"/>
                      <a:pt x="20260" y="30977"/>
                      <a:pt x="18069" y="30977"/>
                    </a:cubicBezTo>
                    <a:cubicBezTo>
                      <a:pt x="16250" y="30977"/>
                      <a:pt x="14678" y="30498"/>
                      <a:pt x="13364" y="29560"/>
                    </a:cubicBezTo>
                    <a:cubicBezTo>
                      <a:pt x="12049" y="28622"/>
                      <a:pt x="10982" y="27463"/>
                      <a:pt x="10182" y="26102"/>
                    </a:cubicBezTo>
                    <a:lnTo>
                      <a:pt x="5258" y="17549"/>
                    </a:lnTo>
                    <a:cubicBezTo>
                      <a:pt x="18183" y="5849"/>
                      <a:pt x="33776" y="0"/>
                      <a:pt x="52026" y="0"/>
                    </a:cubicBezTo>
                    <a:cubicBezTo>
                      <a:pt x="58598" y="0"/>
                      <a:pt x="64465" y="1067"/>
                      <a:pt x="69618" y="3182"/>
                    </a:cubicBezTo>
                    <a:cubicBezTo>
                      <a:pt x="74762" y="5316"/>
                      <a:pt x="79124" y="8277"/>
                      <a:pt x="82706" y="12067"/>
                    </a:cubicBezTo>
                    <a:cubicBezTo>
                      <a:pt x="86278"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9" y="89839"/>
                    </a:cubicBezTo>
                    <a:cubicBezTo>
                      <a:pt x="63322" y="88386"/>
                      <a:pt x="65275" y="86657"/>
                      <a:pt x="67256" y="84670"/>
                    </a:cubicBezTo>
                    <a:lnTo>
                      <a:pt x="67256" y="66055"/>
                    </a:lnTo>
                    <a:cubicBezTo>
                      <a:pt x="59360" y="66055"/>
                      <a:pt x="52778" y="66551"/>
                      <a:pt x="47482" y="67545"/>
                    </a:cubicBezTo>
                    <a:cubicBezTo>
                      <a:pt x="42186" y="68520"/>
                      <a:pt x="37929" y="69770"/>
                      <a:pt x="34719"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2" name="Google Shape;2642;p90"/>
              <p:cNvSpPr/>
              <p:nvPr/>
            </p:nvSpPr>
            <p:spPr>
              <a:xfrm>
                <a:off x="8353510" y="3445977"/>
                <a:ext cx="97926" cy="112868"/>
              </a:xfrm>
              <a:custGeom>
                <a:rect b="b" l="l" r="r" t="t"/>
                <a:pathLst>
                  <a:path extrusionOk="0" h="112868" w="97926">
                    <a:moveTo>
                      <a:pt x="0" y="112869"/>
                    </a:moveTo>
                    <a:lnTo>
                      <a:pt x="0" y="1748"/>
                    </a:lnTo>
                    <a:lnTo>
                      <a:pt x="16545" y="1748"/>
                    </a:lnTo>
                    <a:cubicBezTo>
                      <a:pt x="20041" y="1748"/>
                      <a:pt x="22355" y="3367"/>
                      <a:pt x="23441" y="6623"/>
                    </a:cubicBezTo>
                    <a:lnTo>
                      <a:pt x="25308" y="15397"/>
                    </a:lnTo>
                    <a:cubicBezTo>
                      <a:pt x="27565" y="13079"/>
                      <a:pt x="29956" y="10982"/>
                      <a:pt x="32480" y="9105"/>
                    </a:cubicBezTo>
                    <a:cubicBezTo>
                      <a:pt x="35005" y="7229"/>
                      <a:pt x="37662" y="5610"/>
                      <a:pt x="40481" y="4231"/>
                    </a:cubicBezTo>
                    <a:cubicBezTo>
                      <a:pt x="43291" y="2870"/>
                      <a:pt x="46301" y="1821"/>
                      <a:pt x="49511" y="1086"/>
                    </a:cubicBezTo>
                    <a:cubicBezTo>
                      <a:pt x="52730" y="368"/>
                      <a:pt x="56226" y="0"/>
                      <a:pt x="60036" y="0"/>
                    </a:cubicBezTo>
                    <a:cubicBezTo>
                      <a:pt x="66161" y="0"/>
                      <a:pt x="71599" y="1030"/>
                      <a:pt x="76353" y="3091"/>
                    </a:cubicBezTo>
                    <a:cubicBezTo>
                      <a:pt x="81105" y="5151"/>
                      <a:pt x="85058" y="8038"/>
                      <a:pt x="88240" y="11755"/>
                    </a:cubicBezTo>
                    <a:cubicBezTo>
                      <a:pt x="91421" y="15489"/>
                      <a:pt x="93821" y="19922"/>
                      <a:pt x="95460" y="25090"/>
                    </a:cubicBezTo>
                    <a:cubicBezTo>
                      <a:pt x="97107" y="30241"/>
                      <a:pt x="97926" y="35925"/>
                      <a:pt x="97926" y="42142"/>
                    </a:cubicBezTo>
                    <a:lnTo>
                      <a:pt x="97926" y="112869"/>
                    </a:lnTo>
                    <a:lnTo>
                      <a:pt x="70876" y="112869"/>
                    </a:lnTo>
                    <a:lnTo>
                      <a:pt x="70876" y="42142"/>
                    </a:lnTo>
                    <a:cubicBezTo>
                      <a:pt x="70876" y="35354"/>
                      <a:pt x="69285" y="30093"/>
                      <a:pt x="66103" y="26378"/>
                    </a:cubicBezTo>
                    <a:cubicBezTo>
                      <a:pt x="62932" y="22662"/>
                      <a:pt x="58160" y="20804"/>
                      <a:pt x="51806" y="20804"/>
                    </a:cubicBezTo>
                    <a:cubicBezTo>
                      <a:pt x="47139" y="20804"/>
                      <a:pt x="42758" y="21853"/>
                      <a:pt x="38662" y="23950"/>
                    </a:cubicBezTo>
                    <a:cubicBezTo>
                      <a:pt x="34585" y="26047"/>
                      <a:pt x="30718" y="28898"/>
                      <a:pt x="27061" y="32503"/>
                    </a:cubicBezTo>
                    <a:lnTo>
                      <a:pt x="27061" y="112869"/>
                    </a:lnTo>
                    <a:lnTo>
                      <a:pt x="0" y="112869"/>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3" name="Google Shape;2643;p90"/>
              <p:cNvSpPr/>
              <p:nvPr/>
            </p:nvSpPr>
            <p:spPr>
              <a:xfrm>
                <a:off x="8470496" y="3445977"/>
                <a:ext cx="94754" cy="114487"/>
              </a:xfrm>
              <a:custGeom>
                <a:rect b="b" l="l" r="r" t="t"/>
                <a:pathLst>
                  <a:path extrusionOk="0" h="114487" w="94754">
                    <a:moveTo>
                      <a:pt x="86544" y="25237"/>
                    </a:moveTo>
                    <a:cubicBezTo>
                      <a:pt x="85734" y="26249"/>
                      <a:pt x="84954" y="27059"/>
                      <a:pt x="84191" y="27629"/>
                    </a:cubicBezTo>
                    <a:cubicBezTo>
                      <a:pt x="83410" y="28199"/>
                      <a:pt x="82305" y="28493"/>
                      <a:pt x="80848" y="28493"/>
                    </a:cubicBezTo>
                    <a:cubicBezTo>
                      <a:pt x="79448" y="28493"/>
                      <a:pt x="78105" y="28070"/>
                      <a:pt x="76791" y="27242"/>
                    </a:cubicBezTo>
                    <a:cubicBezTo>
                      <a:pt x="75476" y="26415"/>
                      <a:pt x="73904" y="25477"/>
                      <a:pt x="72075" y="24428"/>
                    </a:cubicBezTo>
                    <a:cubicBezTo>
                      <a:pt x="70256" y="23380"/>
                      <a:pt x="68085" y="22441"/>
                      <a:pt x="65561" y="21614"/>
                    </a:cubicBezTo>
                    <a:cubicBezTo>
                      <a:pt x="63046" y="20786"/>
                      <a:pt x="59921" y="20363"/>
                      <a:pt x="56197" y="20363"/>
                    </a:cubicBezTo>
                    <a:cubicBezTo>
                      <a:pt x="51454" y="20363"/>
                      <a:pt x="47282" y="21227"/>
                      <a:pt x="43710" y="22920"/>
                    </a:cubicBezTo>
                    <a:cubicBezTo>
                      <a:pt x="40138" y="24612"/>
                      <a:pt x="37157" y="27059"/>
                      <a:pt x="34785" y="30222"/>
                    </a:cubicBezTo>
                    <a:cubicBezTo>
                      <a:pt x="32413" y="33405"/>
                      <a:pt x="30632" y="37249"/>
                      <a:pt x="29470" y="41756"/>
                    </a:cubicBezTo>
                    <a:cubicBezTo>
                      <a:pt x="28299" y="46281"/>
                      <a:pt x="27708" y="51376"/>
                      <a:pt x="27708" y="57079"/>
                    </a:cubicBezTo>
                    <a:cubicBezTo>
                      <a:pt x="27708" y="63002"/>
                      <a:pt x="28356" y="68280"/>
                      <a:pt x="29632" y="72898"/>
                    </a:cubicBezTo>
                    <a:cubicBezTo>
                      <a:pt x="30918" y="77515"/>
                      <a:pt x="32756" y="81396"/>
                      <a:pt x="35166" y="84541"/>
                    </a:cubicBezTo>
                    <a:cubicBezTo>
                      <a:pt x="37576" y="87687"/>
                      <a:pt x="40500" y="90059"/>
                      <a:pt x="43929" y="91697"/>
                    </a:cubicBezTo>
                    <a:cubicBezTo>
                      <a:pt x="47358" y="93315"/>
                      <a:pt x="51235" y="94125"/>
                      <a:pt x="55540" y="94125"/>
                    </a:cubicBezTo>
                    <a:cubicBezTo>
                      <a:pt x="59845" y="94125"/>
                      <a:pt x="63332" y="93610"/>
                      <a:pt x="65998" y="92562"/>
                    </a:cubicBezTo>
                    <a:cubicBezTo>
                      <a:pt x="68666" y="91513"/>
                      <a:pt x="70914" y="90354"/>
                      <a:pt x="72733" y="89085"/>
                    </a:cubicBezTo>
                    <a:cubicBezTo>
                      <a:pt x="74562" y="87834"/>
                      <a:pt x="76152" y="86676"/>
                      <a:pt x="77495" y="85626"/>
                    </a:cubicBezTo>
                    <a:cubicBezTo>
                      <a:pt x="78857" y="84578"/>
                      <a:pt x="80363" y="84063"/>
                      <a:pt x="82048" y="84063"/>
                    </a:cubicBezTo>
                    <a:cubicBezTo>
                      <a:pt x="84239" y="84063"/>
                      <a:pt x="85877" y="84891"/>
                      <a:pt x="86973" y="86546"/>
                    </a:cubicBezTo>
                    <a:lnTo>
                      <a:pt x="94755" y="96295"/>
                    </a:lnTo>
                    <a:cubicBezTo>
                      <a:pt x="91754" y="99753"/>
                      <a:pt x="88516" y="102660"/>
                      <a:pt x="85001" y="105014"/>
                    </a:cubicBezTo>
                    <a:cubicBezTo>
                      <a:pt x="81496" y="107351"/>
                      <a:pt x="77867" y="109245"/>
                      <a:pt x="74104" y="110643"/>
                    </a:cubicBezTo>
                    <a:cubicBezTo>
                      <a:pt x="70342" y="112060"/>
                      <a:pt x="66456" y="113052"/>
                      <a:pt x="62436" y="113623"/>
                    </a:cubicBezTo>
                    <a:cubicBezTo>
                      <a:pt x="58417" y="114193"/>
                      <a:pt x="54445" y="114488"/>
                      <a:pt x="50502" y="114488"/>
                    </a:cubicBezTo>
                    <a:cubicBezTo>
                      <a:pt x="43567" y="114488"/>
                      <a:pt x="37023" y="113200"/>
                      <a:pt x="30899" y="110643"/>
                    </a:cubicBezTo>
                    <a:cubicBezTo>
                      <a:pt x="24755" y="108086"/>
                      <a:pt x="19402" y="104352"/>
                      <a:pt x="14849" y="99441"/>
                    </a:cubicBezTo>
                    <a:cubicBezTo>
                      <a:pt x="10277" y="94529"/>
                      <a:pt x="6658" y="88515"/>
                      <a:pt x="4000" y="81396"/>
                    </a:cubicBezTo>
                    <a:cubicBezTo>
                      <a:pt x="1334" y="74296"/>
                      <a:pt x="0" y="66184"/>
                      <a:pt x="0" y="57079"/>
                    </a:cubicBezTo>
                    <a:cubicBezTo>
                      <a:pt x="0" y="48929"/>
                      <a:pt x="1181" y="41369"/>
                      <a:pt x="3562" y="34398"/>
                    </a:cubicBezTo>
                    <a:cubicBezTo>
                      <a:pt x="5934" y="27426"/>
                      <a:pt x="9420" y="21393"/>
                      <a:pt x="14021" y="16317"/>
                    </a:cubicBezTo>
                    <a:cubicBezTo>
                      <a:pt x="18621" y="11221"/>
                      <a:pt x="24317" y="7229"/>
                      <a:pt x="31109" y="4342"/>
                    </a:cubicBezTo>
                    <a:cubicBezTo>
                      <a:pt x="37900" y="1453"/>
                      <a:pt x="45711" y="0"/>
                      <a:pt x="54550" y="0"/>
                    </a:cubicBezTo>
                    <a:cubicBezTo>
                      <a:pt x="62951" y="0"/>
                      <a:pt x="70304" y="1343"/>
                      <a:pt x="76628" y="4010"/>
                    </a:cubicBezTo>
                    <a:cubicBezTo>
                      <a:pt x="82944" y="6696"/>
                      <a:pt x="88620" y="10522"/>
                      <a:pt x="93659" y="15489"/>
                    </a:cubicBezTo>
                    <a:lnTo>
                      <a:pt x="86544" y="25237"/>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4" name="Google Shape;2644;p90"/>
              <p:cNvSpPr/>
              <p:nvPr/>
            </p:nvSpPr>
            <p:spPr>
              <a:xfrm>
                <a:off x="8574995" y="3445977"/>
                <a:ext cx="102641" cy="114487"/>
              </a:xfrm>
              <a:custGeom>
                <a:rect b="b" l="l" r="r" t="t"/>
                <a:pathLst>
                  <a:path extrusionOk="0" h="114487" w="102641">
                    <a:moveTo>
                      <a:pt x="53997" y="0"/>
                    </a:moveTo>
                    <a:cubicBezTo>
                      <a:pt x="61083" y="0"/>
                      <a:pt x="67608"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69" y="59856"/>
                      <a:pt x="99460" y="60169"/>
                    </a:cubicBezTo>
                    <a:cubicBezTo>
                      <a:pt x="98660" y="60500"/>
                      <a:pt x="97631" y="60665"/>
                      <a:pt x="96393" y="60665"/>
                    </a:cubicBezTo>
                    <a:lnTo>
                      <a:pt x="26946" y="60665"/>
                    </a:lnTo>
                    <a:cubicBezTo>
                      <a:pt x="27746" y="72070"/>
                      <a:pt x="30861" y="80439"/>
                      <a:pt x="36261" y="85792"/>
                    </a:cubicBezTo>
                    <a:cubicBezTo>
                      <a:pt x="41662" y="91126"/>
                      <a:pt x="48816" y="93794"/>
                      <a:pt x="57731" y="93794"/>
                    </a:cubicBezTo>
                    <a:cubicBezTo>
                      <a:pt x="62112" y="93794"/>
                      <a:pt x="65884" y="93297"/>
                      <a:pt x="69066" y="92286"/>
                    </a:cubicBezTo>
                    <a:cubicBezTo>
                      <a:pt x="72237" y="91273"/>
                      <a:pt x="75009" y="90152"/>
                      <a:pt x="77391" y="88938"/>
                    </a:cubicBezTo>
                    <a:cubicBezTo>
                      <a:pt x="79762" y="87705"/>
                      <a:pt x="81839" y="86583"/>
                      <a:pt x="83639" y="85572"/>
                    </a:cubicBezTo>
                    <a:cubicBezTo>
                      <a:pt x="85420" y="84559"/>
                      <a:pt x="87163" y="84063"/>
                      <a:pt x="88839" y="84063"/>
                    </a:cubicBezTo>
                    <a:cubicBezTo>
                      <a:pt x="89935" y="84063"/>
                      <a:pt x="90878" y="84265"/>
                      <a:pt x="91678" y="84707"/>
                    </a:cubicBezTo>
                    <a:cubicBezTo>
                      <a:pt x="92487" y="85130"/>
                      <a:pt x="93183"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2" y="113623"/>
                    </a:cubicBezTo>
                    <a:cubicBezTo>
                      <a:pt x="63332" y="114193"/>
                      <a:pt x="59264" y="114488"/>
                      <a:pt x="55321" y="114488"/>
                    </a:cubicBezTo>
                    <a:cubicBezTo>
                      <a:pt x="47510" y="114488"/>
                      <a:pt x="40243" y="113200"/>
                      <a:pt x="33518" y="110643"/>
                    </a:cubicBezTo>
                    <a:cubicBezTo>
                      <a:pt x="26803" y="108086"/>
                      <a:pt x="20964" y="104297"/>
                      <a:pt x="15992" y="99275"/>
                    </a:cubicBezTo>
                    <a:cubicBezTo>
                      <a:pt x="11030" y="94253"/>
                      <a:pt x="7115" y="88036"/>
                      <a:pt x="4276" y="80641"/>
                    </a:cubicBezTo>
                    <a:cubicBezTo>
                      <a:pt x="1428" y="73247"/>
                      <a:pt x="0" y="64675"/>
                      <a:pt x="0" y="54927"/>
                    </a:cubicBezTo>
                    <a:cubicBezTo>
                      <a:pt x="0" y="47348"/>
                      <a:pt x="1238" y="40211"/>
                      <a:pt x="3724" y="33534"/>
                    </a:cubicBezTo>
                    <a:cubicBezTo>
                      <a:pt x="6210" y="26856"/>
                      <a:pt x="9773" y="21044"/>
                      <a:pt x="14401" y="16095"/>
                    </a:cubicBezTo>
                    <a:cubicBezTo>
                      <a:pt x="19040" y="11147"/>
                      <a:pt x="24698" y="7229"/>
                      <a:pt x="31385" y="4342"/>
                    </a:cubicBezTo>
                    <a:cubicBezTo>
                      <a:pt x="38062" y="1453"/>
                      <a:pt x="45605" y="0"/>
                      <a:pt x="53997" y="0"/>
                    </a:cubicBezTo>
                    <a:close/>
                    <a:moveTo>
                      <a:pt x="54550" y="19185"/>
                    </a:moveTo>
                    <a:cubicBezTo>
                      <a:pt x="46663" y="19185"/>
                      <a:pt x="40491" y="21375"/>
                      <a:pt x="36043" y="25789"/>
                    </a:cubicBezTo>
                    <a:cubicBezTo>
                      <a:pt x="31585" y="30186"/>
                      <a:pt x="28737" y="36440"/>
                      <a:pt x="27498" y="44515"/>
                    </a:cubicBezTo>
                    <a:lnTo>
                      <a:pt x="78324" y="44515"/>
                    </a:lnTo>
                    <a:cubicBezTo>
                      <a:pt x="78324" y="41057"/>
                      <a:pt x="77848" y="37783"/>
                      <a:pt x="76905" y="34729"/>
                    </a:cubicBezTo>
                    <a:cubicBezTo>
                      <a:pt x="75952" y="31658"/>
                      <a:pt x="74495" y="28972"/>
                      <a:pt x="72523" y="26654"/>
                    </a:cubicBezTo>
                    <a:cubicBezTo>
                      <a:pt x="70552" y="24336"/>
                      <a:pt x="68066" y="22516"/>
                      <a:pt x="65065" y="21190"/>
                    </a:cubicBezTo>
                    <a:cubicBezTo>
                      <a:pt x="62074" y="19848"/>
                      <a:pt x="58569"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5" name="Google Shape;2645;p90"/>
              <p:cNvSpPr/>
              <p:nvPr/>
            </p:nvSpPr>
            <p:spPr>
              <a:xfrm>
                <a:off x="5466711" y="3652180"/>
                <a:ext cx="27060" cy="160951"/>
              </a:xfrm>
              <a:custGeom>
                <a:rect b="b" l="l" r="r" t="t"/>
                <a:pathLst>
                  <a:path extrusionOk="0" h="160951" w="27060">
                    <a:moveTo>
                      <a:pt x="27061" y="0"/>
                    </a:moveTo>
                    <a:lnTo>
                      <a:pt x="27061" y="160951"/>
                    </a:lnTo>
                    <a:lnTo>
                      <a:pt x="0" y="160951"/>
                    </a:lnTo>
                    <a:lnTo>
                      <a:pt x="0" y="0"/>
                    </a:lnTo>
                    <a:lnTo>
                      <a:pt x="27061"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6" name="Google Shape;2646;p90"/>
              <p:cNvSpPr/>
              <p:nvPr/>
            </p:nvSpPr>
            <p:spPr>
              <a:xfrm>
                <a:off x="5518737" y="3699950"/>
                <a:ext cx="93649" cy="114910"/>
              </a:xfrm>
              <a:custGeom>
                <a:rect b="b" l="l" r="r" t="t"/>
                <a:pathLst>
                  <a:path extrusionOk="0" h="114910" w="93649">
                    <a:moveTo>
                      <a:pt x="93650" y="113182"/>
                    </a:moveTo>
                    <a:lnTo>
                      <a:pt x="81486" y="113182"/>
                    </a:lnTo>
                    <a:cubicBezTo>
                      <a:pt x="78934" y="113182"/>
                      <a:pt x="76924" y="112795"/>
                      <a:pt x="75466" y="112041"/>
                    </a:cubicBezTo>
                    <a:cubicBezTo>
                      <a:pt x="74000" y="111287"/>
                      <a:pt x="72914" y="109742"/>
                      <a:pt x="72180" y="107442"/>
                    </a:cubicBezTo>
                    <a:lnTo>
                      <a:pt x="69771" y="99533"/>
                    </a:lnTo>
                    <a:cubicBezTo>
                      <a:pt x="66923" y="102053"/>
                      <a:pt x="64132" y="104279"/>
                      <a:pt x="61389" y="106191"/>
                    </a:cubicBezTo>
                    <a:cubicBezTo>
                      <a:pt x="58655" y="108104"/>
                      <a:pt x="55826" y="109705"/>
                      <a:pt x="52902" y="111011"/>
                    </a:cubicBezTo>
                    <a:cubicBezTo>
                      <a:pt x="49987" y="112317"/>
                      <a:pt x="46882" y="113292"/>
                      <a:pt x="43596" y="113936"/>
                    </a:cubicBezTo>
                    <a:cubicBezTo>
                      <a:pt x="40300" y="114579"/>
                      <a:pt x="36652" y="114911"/>
                      <a:pt x="32633" y="114911"/>
                    </a:cubicBezTo>
                    <a:cubicBezTo>
                      <a:pt x="27889" y="114911"/>
                      <a:pt x="23508" y="114266"/>
                      <a:pt x="19498" y="113016"/>
                    </a:cubicBezTo>
                    <a:cubicBezTo>
                      <a:pt x="15478" y="111747"/>
                      <a:pt x="12020" y="109833"/>
                      <a:pt x="9144" y="107314"/>
                    </a:cubicBezTo>
                    <a:cubicBezTo>
                      <a:pt x="6258" y="104775"/>
                      <a:pt x="4020" y="101612"/>
                      <a:pt x="2410" y="97859"/>
                    </a:cubicBezTo>
                    <a:cubicBezTo>
                      <a:pt x="800" y="94088"/>
                      <a:pt x="0" y="89692"/>
                      <a:pt x="0" y="84707"/>
                    </a:cubicBezTo>
                    <a:cubicBezTo>
                      <a:pt x="0" y="80494"/>
                      <a:pt x="1105" y="76356"/>
                      <a:pt x="3334" y="72254"/>
                    </a:cubicBezTo>
                    <a:cubicBezTo>
                      <a:pt x="5563" y="68170"/>
                      <a:pt x="9268" y="64473"/>
                      <a:pt x="14449" y="61180"/>
                    </a:cubicBezTo>
                    <a:cubicBezTo>
                      <a:pt x="19641" y="57870"/>
                      <a:pt x="26546" y="55147"/>
                      <a:pt x="35157" y="52976"/>
                    </a:cubicBezTo>
                    <a:cubicBezTo>
                      <a:pt x="43767" y="50806"/>
                      <a:pt x="54464" y="49702"/>
                      <a:pt x="67246" y="49702"/>
                    </a:cubicBezTo>
                    <a:lnTo>
                      <a:pt x="67246" y="43154"/>
                    </a:lnTo>
                    <a:cubicBezTo>
                      <a:pt x="67246" y="35667"/>
                      <a:pt x="65665" y="30112"/>
                      <a:pt x="62484" y="26525"/>
                    </a:cubicBezTo>
                    <a:cubicBezTo>
                      <a:pt x="59312" y="22920"/>
                      <a:pt x="54692" y="21117"/>
                      <a:pt x="48625" y="21117"/>
                    </a:cubicBezTo>
                    <a:cubicBezTo>
                      <a:pt x="44244" y="21117"/>
                      <a:pt x="40595" y="21614"/>
                      <a:pt x="37681" y="22626"/>
                    </a:cubicBezTo>
                    <a:cubicBezTo>
                      <a:pt x="34757" y="23637"/>
                      <a:pt x="32213" y="24778"/>
                      <a:pt x="30061" y="26047"/>
                    </a:cubicBezTo>
                    <a:cubicBezTo>
                      <a:pt x="27908" y="27316"/>
                      <a:pt x="25917" y="28439"/>
                      <a:pt x="24098" y="29450"/>
                    </a:cubicBezTo>
                    <a:cubicBezTo>
                      <a:pt x="22269" y="30461"/>
                      <a:pt x="20260" y="30977"/>
                      <a:pt x="18069" y="30977"/>
                    </a:cubicBezTo>
                    <a:cubicBezTo>
                      <a:pt x="16250" y="30977"/>
                      <a:pt x="14678" y="30498"/>
                      <a:pt x="13364" y="29560"/>
                    </a:cubicBezTo>
                    <a:cubicBezTo>
                      <a:pt x="12040" y="28622"/>
                      <a:pt x="10982" y="27463"/>
                      <a:pt x="10182" y="26102"/>
                    </a:cubicBezTo>
                    <a:lnTo>
                      <a:pt x="5248" y="17548"/>
                    </a:lnTo>
                    <a:cubicBezTo>
                      <a:pt x="18183" y="5850"/>
                      <a:pt x="33776" y="0"/>
                      <a:pt x="52025" y="0"/>
                    </a:cubicBezTo>
                    <a:cubicBezTo>
                      <a:pt x="58598" y="0"/>
                      <a:pt x="64456" y="1067"/>
                      <a:pt x="69609" y="3182"/>
                    </a:cubicBezTo>
                    <a:cubicBezTo>
                      <a:pt x="74752" y="5316"/>
                      <a:pt x="79115" y="8277"/>
                      <a:pt x="82696" y="12067"/>
                    </a:cubicBezTo>
                    <a:cubicBezTo>
                      <a:pt x="86268" y="15856"/>
                      <a:pt x="8899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83"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77" y="68520"/>
                      <a:pt x="37929" y="69770"/>
                      <a:pt x="34719" y="71297"/>
                    </a:cubicBezTo>
                    <a:cubicBezTo>
                      <a:pt x="31499" y="72824"/>
                      <a:pt x="29223" y="74608"/>
                      <a:pt x="2787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7" name="Google Shape;2647;p90"/>
              <p:cNvSpPr/>
              <p:nvPr/>
            </p:nvSpPr>
            <p:spPr>
              <a:xfrm>
                <a:off x="5621359" y="3702011"/>
                <a:ext cx="114804" cy="147395"/>
              </a:xfrm>
              <a:custGeom>
                <a:rect b="b" l="l" r="r" t="t"/>
                <a:pathLst>
                  <a:path extrusionOk="0" h="147395" w="114804">
                    <a:moveTo>
                      <a:pt x="53569" y="141656"/>
                    </a:moveTo>
                    <a:cubicBezTo>
                      <a:pt x="52759" y="143532"/>
                      <a:pt x="51730" y="144967"/>
                      <a:pt x="50444" y="145942"/>
                    </a:cubicBezTo>
                    <a:cubicBezTo>
                      <a:pt x="49168" y="146917"/>
                      <a:pt x="47215" y="147395"/>
                      <a:pt x="44587" y="147395"/>
                    </a:cubicBezTo>
                    <a:lnTo>
                      <a:pt x="24432" y="147395"/>
                    </a:lnTo>
                    <a:lnTo>
                      <a:pt x="45463" y="102880"/>
                    </a:lnTo>
                    <a:lnTo>
                      <a:pt x="0" y="0"/>
                    </a:lnTo>
                    <a:lnTo>
                      <a:pt x="23660" y="0"/>
                    </a:lnTo>
                    <a:cubicBezTo>
                      <a:pt x="25860" y="0"/>
                      <a:pt x="27537" y="496"/>
                      <a:pt x="28708" y="1508"/>
                    </a:cubicBezTo>
                    <a:cubicBezTo>
                      <a:pt x="29870" y="2520"/>
                      <a:pt x="30747" y="3679"/>
                      <a:pt x="31328" y="4985"/>
                    </a:cubicBezTo>
                    <a:lnTo>
                      <a:pt x="55321" y="62597"/>
                    </a:lnTo>
                    <a:cubicBezTo>
                      <a:pt x="56131" y="64473"/>
                      <a:pt x="56817" y="66422"/>
                      <a:pt x="57398" y="68446"/>
                    </a:cubicBezTo>
                    <a:cubicBezTo>
                      <a:pt x="57988" y="70469"/>
                      <a:pt x="58503" y="72492"/>
                      <a:pt x="58941" y="74516"/>
                    </a:cubicBezTo>
                    <a:cubicBezTo>
                      <a:pt x="59522" y="72419"/>
                      <a:pt x="60160" y="70396"/>
                      <a:pt x="60855" y="68446"/>
                    </a:cubicBezTo>
                    <a:cubicBezTo>
                      <a:pt x="61550" y="66496"/>
                      <a:pt x="62293" y="64509"/>
                      <a:pt x="63094" y="62486"/>
                    </a:cubicBezTo>
                    <a:lnTo>
                      <a:pt x="85658" y="4985"/>
                    </a:lnTo>
                    <a:cubicBezTo>
                      <a:pt x="86249" y="3532"/>
                      <a:pt x="87211" y="2336"/>
                      <a:pt x="88563" y="1398"/>
                    </a:cubicBezTo>
                    <a:cubicBezTo>
                      <a:pt x="89925" y="460"/>
                      <a:pt x="91430" y="0"/>
                      <a:pt x="93107" y="0"/>
                    </a:cubicBezTo>
                    <a:lnTo>
                      <a:pt x="114805" y="0"/>
                    </a:lnTo>
                    <a:lnTo>
                      <a:pt x="53569" y="141656"/>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8" name="Google Shape;2648;p90"/>
              <p:cNvSpPr/>
              <p:nvPr/>
            </p:nvSpPr>
            <p:spPr>
              <a:xfrm>
                <a:off x="5740765" y="3700263"/>
                <a:ext cx="102641" cy="114487"/>
              </a:xfrm>
              <a:custGeom>
                <a:rect b="b" l="l" r="r" t="t"/>
                <a:pathLst>
                  <a:path extrusionOk="0" h="114487" w="102641">
                    <a:moveTo>
                      <a:pt x="53997" y="0"/>
                    </a:moveTo>
                    <a:cubicBezTo>
                      <a:pt x="61084" y="0"/>
                      <a:pt x="67608"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6" y="72070"/>
                      <a:pt x="30851" y="80440"/>
                      <a:pt x="36262" y="85792"/>
                    </a:cubicBezTo>
                    <a:cubicBezTo>
                      <a:pt x="41662" y="91127"/>
                      <a:pt x="48816" y="93794"/>
                      <a:pt x="57731" y="93794"/>
                    </a:cubicBezTo>
                    <a:cubicBezTo>
                      <a:pt x="62112" y="93794"/>
                      <a:pt x="65884" y="93297"/>
                      <a:pt x="69066" y="92286"/>
                    </a:cubicBezTo>
                    <a:cubicBezTo>
                      <a:pt x="72238" y="91273"/>
                      <a:pt x="75009" y="90152"/>
                      <a:pt x="77391" y="88938"/>
                    </a:cubicBezTo>
                    <a:cubicBezTo>
                      <a:pt x="79762" y="87705"/>
                      <a:pt x="81839" y="86583"/>
                      <a:pt x="83629" y="85572"/>
                    </a:cubicBezTo>
                    <a:cubicBezTo>
                      <a:pt x="85420" y="84559"/>
                      <a:pt x="87163" y="84063"/>
                      <a:pt x="88830" y="84063"/>
                    </a:cubicBezTo>
                    <a:cubicBezTo>
                      <a:pt x="89935" y="84063"/>
                      <a:pt x="90878" y="84266"/>
                      <a:pt x="91678" y="84707"/>
                    </a:cubicBezTo>
                    <a:cubicBezTo>
                      <a:pt x="92488" y="85130"/>
                      <a:pt x="93174" y="85755"/>
                      <a:pt x="93764" y="86547"/>
                    </a:cubicBezTo>
                    <a:lnTo>
                      <a:pt x="101651" y="96295"/>
                    </a:lnTo>
                    <a:cubicBezTo>
                      <a:pt x="98660" y="99753"/>
                      <a:pt x="95298" y="102660"/>
                      <a:pt x="91573" y="105014"/>
                    </a:cubicBezTo>
                    <a:cubicBezTo>
                      <a:pt x="87849" y="107351"/>
                      <a:pt x="83963" y="109245"/>
                      <a:pt x="79905" y="110643"/>
                    </a:cubicBezTo>
                    <a:cubicBezTo>
                      <a:pt x="75857" y="112060"/>
                      <a:pt x="71723" y="113053"/>
                      <a:pt x="67532" y="113623"/>
                    </a:cubicBezTo>
                    <a:cubicBezTo>
                      <a:pt x="63332" y="114193"/>
                      <a:pt x="59265" y="114488"/>
                      <a:pt x="55321" y="114488"/>
                    </a:cubicBezTo>
                    <a:cubicBezTo>
                      <a:pt x="47511" y="114488"/>
                      <a:pt x="40243" y="113200"/>
                      <a:pt x="33518" y="110643"/>
                    </a:cubicBezTo>
                    <a:cubicBezTo>
                      <a:pt x="26803" y="108086"/>
                      <a:pt x="20955" y="104298"/>
                      <a:pt x="15992" y="99276"/>
                    </a:cubicBezTo>
                    <a:cubicBezTo>
                      <a:pt x="11020" y="94253"/>
                      <a:pt x="7115" y="88036"/>
                      <a:pt x="4267" y="80641"/>
                    </a:cubicBezTo>
                    <a:cubicBezTo>
                      <a:pt x="1429" y="73247"/>
                      <a:pt x="0" y="64675"/>
                      <a:pt x="0" y="54927"/>
                    </a:cubicBezTo>
                    <a:cubicBezTo>
                      <a:pt x="0" y="47348"/>
                      <a:pt x="1238" y="40211"/>
                      <a:pt x="3724" y="33534"/>
                    </a:cubicBezTo>
                    <a:cubicBezTo>
                      <a:pt x="6210" y="26856"/>
                      <a:pt x="9773" y="21044"/>
                      <a:pt x="14402" y="16095"/>
                    </a:cubicBezTo>
                    <a:cubicBezTo>
                      <a:pt x="19040" y="11147"/>
                      <a:pt x="24698" y="7229"/>
                      <a:pt x="31385" y="4342"/>
                    </a:cubicBezTo>
                    <a:cubicBezTo>
                      <a:pt x="38062" y="1453"/>
                      <a:pt x="45606" y="0"/>
                      <a:pt x="53997" y="0"/>
                    </a:cubicBezTo>
                    <a:close/>
                    <a:moveTo>
                      <a:pt x="54550" y="19185"/>
                    </a:moveTo>
                    <a:cubicBezTo>
                      <a:pt x="46663" y="19185"/>
                      <a:pt x="40491" y="21375"/>
                      <a:pt x="36033" y="25789"/>
                    </a:cubicBezTo>
                    <a:cubicBezTo>
                      <a:pt x="31585" y="30186"/>
                      <a:pt x="28737" y="36440"/>
                      <a:pt x="27499" y="44515"/>
                    </a:cubicBezTo>
                    <a:lnTo>
                      <a:pt x="78324" y="44515"/>
                    </a:lnTo>
                    <a:cubicBezTo>
                      <a:pt x="78324" y="41057"/>
                      <a:pt x="77848" y="37783"/>
                      <a:pt x="76895" y="34729"/>
                    </a:cubicBezTo>
                    <a:cubicBezTo>
                      <a:pt x="75952" y="31658"/>
                      <a:pt x="74495" y="28972"/>
                      <a:pt x="72514" y="26654"/>
                    </a:cubicBezTo>
                    <a:cubicBezTo>
                      <a:pt x="70542" y="24336"/>
                      <a:pt x="68066" y="22516"/>
                      <a:pt x="65065" y="21190"/>
                    </a:cubicBezTo>
                    <a:cubicBezTo>
                      <a:pt x="62074" y="19848"/>
                      <a:pt x="58569"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49" name="Google Shape;2649;p90"/>
              <p:cNvSpPr/>
              <p:nvPr/>
            </p:nvSpPr>
            <p:spPr>
              <a:xfrm>
                <a:off x="5865409" y="3699950"/>
                <a:ext cx="71647" cy="113181"/>
              </a:xfrm>
              <a:custGeom>
                <a:rect b="b" l="l" r="r" t="t"/>
                <a:pathLst>
                  <a:path extrusionOk="0" h="113181" w="71647">
                    <a:moveTo>
                      <a:pt x="0" y="113182"/>
                    </a:moveTo>
                    <a:lnTo>
                      <a:pt x="0" y="2061"/>
                    </a:lnTo>
                    <a:lnTo>
                      <a:pt x="15888" y="2061"/>
                    </a:lnTo>
                    <a:cubicBezTo>
                      <a:pt x="18659" y="2061"/>
                      <a:pt x="20593" y="2557"/>
                      <a:pt x="21688" y="3568"/>
                    </a:cubicBezTo>
                    <a:cubicBezTo>
                      <a:pt x="22793" y="4581"/>
                      <a:pt x="23517" y="6310"/>
                      <a:pt x="23889" y="8775"/>
                    </a:cubicBezTo>
                    <a:lnTo>
                      <a:pt x="25527" y="22203"/>
                    </a:lnTo>
                    <a:cubicBezTo>
                      <a:pt x="29547" y="15341"/>
                      <a:pt x="34252" y="9933"/>
                      <a:pt x="39653" y="5960"/>
                    </a:cubicBezTo>
                    <a:cubicBezTo>
                      <a:pt x="45063" y="1987"/>
                      <a:pt x="51121" y="0"/>
                      <a:pt x="57836" y="0"/>
                    </a:cubicBezTo>
                    <a:cubicBezTo>
                      <a:pt x="63389" y="0"/>
                      <a:pt x="67989" y="1270"/>
                      <a:pt x="71647" y="3790"/>
                    </a:cubicBezTo>
                    <a:lnTo>
                      <a:pt x="68132" y="23821"/>
                    </a:lnTo>
                    <a:cubicBezTo>
                      <a:pt x="67923" y="25127"/>
                      <a:pt x="67437" y="26047"/>
                      <a:pt x="66713" y="26580"/>
                    </a:cubicBezTo>
                    <a:cubicBezTo>
                      <a:pt x="65980" y="27132"/>
                      <a:pt x="6498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0" name="Google Shape;2650;p90"/>
              <p:cNvSpPr/>
              <p:nvPr/>
            </p:nvSpPr>
            <p:spPr>
              <a:xfrm>
                <a:off x="5985243" y="3653817"/>
                <a:ext cx="73170" cy="159314"/>
              </a:xfrm>
              <a:custGeom>
                <a:rect b="b" l="l" r="r" t="t"/>
                <a:pathLst>
                  <a:path extrusionOk="0" h="159314" w="73170">
                    <a:moveTo>
                      <a:pt x="16764" y="159315"/>
                    </a:moveTo>
                    <a:lnTo>
                      <a:pt x="16764" y="68336"/>
                    </a:lnTo>
                    <a:lnTo>
                      <a:pt x="7020" y="66808"/>
                    </a:lnTo>
                    <a:cubicBezTo>
                      <a:pt x="4896" y="66459"/>
                      <a:pt x="3191" y="65742"/>
                      <a:pt x="1914" y="64656"/>
                    </a:cubicBezTo>
                    <a:cubicBezTo>
                      <a:pt x="638" y="63571"/>
                      <a:pt x="0" y="62045"/>
                      <a:pt x="0" y="60095"/>
                    </a:cubicBezTo>
                    <a:lnTo>
                      <a:pt x="0" y="49168"/>
                    </a:lnTo>
                    <a:lnTo>
                      <a:pt x="16764" y="49168"/>
                    </a:lnTo>
                    <a:lnTo>
                      <a:pt x="16764" y="40928"/>
                    </a:lnTo>
                    <a:cubicBezTo>
                      <a:pt x="16764" y="34582"/>
                      <a:pt x="17736" y="28879"/>
                      <a:pt x="19669" y="23821"/>
                    </a:cubicBezTo>
                    <a:cubicBezTo>
                      <a:pt x="21603" y="18762"/>
                      <a:pt x="24374" y="14476"/>
                      <a:pt x="27994" y="10926"/>
                    </a:cubicBezTo>
                    <a:cubicBezTo>
                      <a:pt x="31604" y="7394"/>
                      <a:pt x="36004" y="4690"/>
                      <a:pt x="41186" y="2814"/>
                    </a:cubicBezTo>
                    <a:cubicBezTo>
                      <a:pt x="46368" y="938"/>
                      <a:pt x="52216" y="0"/>
                      <a:pt x="58712" y="0"/>
                    </a:cubicBezTo>
                    <a:cubicBezTo>
                      <a:pt x="63893" y="0"/>
                      <a:pt x="68713" y="681"/>
                      <a:pt x="73171" y="2042"/>
                    </a:cubicBezTo>
                    <a:lnTo>
                      <a:pt x="72619" y="15470"/>
                    </a:lnTo>
                    <a:cubicBezTo>
                      <a:pt x="72485" y="17566"/>
                      <a:pt x="71494" y="18873"/>
                      <a:pt x="69666" y="19369"/>
                    </a:cubicBezTo>
                    <a:cubicBezTo>
                      <a:pt x="67837" y="19884"/>
                      <a:pt x="65722" y="20142"/>
                      <a:pt x="63313" y="20142"/>
                    </a:cubicBezTo>
                    <a:cubicBezTo>
                      <a:pt x="60103" y="20142"/>
                      <a:pt x="57236" y="20473"/>
                      <a:pt x="54711" y="21172"/>
                    </a:cubicBezTo>
                    <a:cubicBezTo>
                      <a:pt x="52197" y="21853"/>
                      <a:pt x="50054" y="23049"/>
                      <a:pt x="48311" y="24740"/>
                    </a:cubicBezTo>
                    <a:cubicBezTo>
                      <a:pt x="46558" y="26432"/>
                      <a:pt x="45215" y="28677"/>
                      <a:pt x="44310" y="31454"/>
                    </a:cubicBezTo>
                    <a:cubicBezTo>
                      <a:pt x="43396" y="34232"/>
                      <a:pt x="42939" y="37690"/>
                      <a:pt x="42939" y="41792"/>
                    </a:cubicBezTo>
                    <a:lnTo>
                      <a:pt x="42939" y="49168"/>
                    </a:lnTo>
                    <a:lnTo>
                      <a:pt x="72180" y="49168"/>
                    </a:lnTo>
                    <a:lnTo>
                      <a:pt x="72180" y="68225"/>
                    </a:lnTo>
                    <a:lnTo>
                      <a:pt x="43815" y="68225"/>
                    </a:lnTo>
                    <a:lnTo>
                      <a:pt x="43815" y="159315"/>
                    </a:lnTo>
                    <a:lnTo>
                      <a:pt x="16764" y="159315"/>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1" name="Google Shape;2651;p90"/>
              <p:cNvSpPr/>
              <p:nvPr/>
            </p:nvSpPr>
            <p:spPr>
              <a:xfrm>
                <a:off x="6066186" y="3700263"/>
                <a:ext cx="111185" cy="114487"/>
              </a:xfrm>
              <a:custGeom>
                <a:rect b="b" l="l" r="r" t="t"/>
                <a:pathLst>
                  <a:path extrusionOk="0" h="114487" w="111185">
                    <a:moveTo>
                      <a:pt x="55759" y="0"/>
                    </a:moveTo>
                    <a:cubicBezTo>
                      <a:pt x="64160" y="0"/>
                      <a:pt x="71761" y="1343"/>
                      <a:pt x="78600" y="4010"/>
                    </a:cubicBezTo>
                    <a:cubicBezTo>
                      <a:pt x="85430" y="6696"/>
                      <a:pt x="91250" y="10485"/>
                      <a:pt x="96069" y="15397"/>
                    </a:cubicBezTo>
                    <a:cubicBezTo>
                      <a:pt x="100889" y="20308"/>
                      <a:pt x="104613" y="26287"/>
                      <a:pt x="107242" y="33368"/>
                    </a:cubicBezTo>
                    <a:cubicBezTo>
                      <a:pt x="109871" y="40450"/>
                      <a:pt x="111185" y="48359"/>
                      <a:pt x="111185" y="57079"/>
                    </a:cubicBezTo>
                    <a:cubicBezTo>
                      <a:pt x="111185" y="65889"/>
                      <a:pt x="109871" y="73836"/>
                      <a:pt x="107242" y="80917"/>
                    </a:cubicBezTo>
                    <a:cubicBezTo>
                      <a:pt x="104613" y="88000"/>
                      <a:pt x="100889" y="94015"/>
                      <a:pt x="96069" y="99000"/>
                    </a:cubicBezTo>
                    <a:cubicBezTo>
                      <a:pt x="91250" y="103985"/>
                      <a:pt x="85430" y="107810"/>
                      <a:pt x="78600" y="110478"/>
                    </a:cubicBezTo>
                    <a:cubicBezTo>
                      <a:pt x="71761" y="113145"/>
                      <a:pt x="64160" y="114488"/>
                      <a:pt x="55759" y="114488"/>
                    </a:cubicBezTo>
                    <a:cubicBezTo>
                      <a:pt x="47358" y="114488"/>
                      <a:pt x="39729" y="113145"/>
                      <a:pt x="32861" y="110478"/>
                    </a:cubicBezTo>
                    <a:cubicBezTo>
                      <a:pt x="26003" y="107810"/>
                      <a:pt x="20145" y="103985"/>
                      <a:pt x="15288" y="99000"/>
                    </a:cubicBezTo>
                    <a:cubicBezTo>
                      <a:pt x="10430" y="94015"/>
                      <a:pt x="6668" y="88000"/>
                      <a:pt x="4001" y="80917"/>
                    </a:cubicBezTo>
                    <a:cubicBezTo>
                      <a:pt x="1334" y="73836"/>
                      <a:pt x="0" y="65889"/>
                      <a:pt x="0" y="57079"/>
                    </a:cubicBezTo>
                    <a:cubicBezTo>
                      <a:pt x="0" y="48359"/>
                      <a:pt x="1334" y="40450"/>
                      <a:pt x="4001" y="33368"/>
                    </a:cubicBezTo>
                    <a:cubicBezTo>
                      <a:pt x="6668" y="26287"/>
                      <a:pt x="10430" y="20308"/>
                      <a:pt x="15288" y="15397"/>
                    </a:cubicBezTo>
                    <a:cubicBezTo>
                      <a:pt x="20145" y="10485"/>
                      <a:pt x="26003" y="6696"/>
                      <a:pt x="32861" y="4010"/>
                    </a:cubicBezTo>
                    <a:cubicBezTo>
                      <a:pt x="39729" y="1343"/>
                      <a:pt x="47358" y="0"/>
                      <a:pt x="55759" y="0"/>
                    </a:cubicBezTo>
                    <a:close/>
                    <a:moveTo>
                      <a:pt x="55759" y="93904"/>
                    </a:moveTo>
                    <a:cubicBezTo>
                      <a:pt x="65103" y="93904"/>
                      <a:pt x="72028" y="90814"/>
                      <a:pt x="76515" y="84597"/>
                    </a:cubicBezTo>
                    <a:cubicBezTo>
                      <a:pt x="81010" y="78379"/>
                      <a:pt x="83258" y="69293"/>
                      <a:pt x="83258" y="57299"/>
                    </a:cubicBezTo>
                    <a:cubicBezTo>
                      <a:pt x="83258" y="45324"/>
                      <a:pt x="81010" y="36182"/>
                      <a:pt x="76515" y="29910"/>
                    </a:cubicBezTo>
                    <a:cubicBezTo>
                      <a:pt x="72028" y="23618"/>
                      <a:pt x="65103" y="20474"/>
                      <a:pt x="55759" y="20474"/>
                    </a:cubicBezTo>
                    <a:cubicBezTo>
                      <a:pt x="46272" y="20474"/>
                      <a:pt x="39253" y="23637"/>
                      <a:pt x="34728" y="29946"/>
                    </a:cubicBezTo>
                    <a:cubicBezTo>
                      <a:pt x="30194" y="36274"/>
                      <a:pt x="27937" y="45398"/>
                      <a:pt x="27937" y="57299"/>
                    </a:cubicBezTo>
                    <a:cubicBezTo>
                      <a:pt x="27937" y="69218"/>
                      <a:pt x="30194" y="78306"/>
                      <a:pt x="34728" y="84541"/>
                    </a:cubicBezTo>
                    <a:cubicBezTo>
                      <a:pt x="39253" y="90796"/>
                      <a:pt x="46272" y="93904"/>
                      <a:pt x="55759" y="9390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2" name="Google Shape;2652;p90"/>
              <p:cNvSpPr/>
              <p:nvPr/>
            </p:nvSpPr>
            <p:spPr>
              <a:xfrm>
                <a:off x="6198507" y="3699950"/>
                <a:ext cx="71637" cy="113181"/>
              </a:xfrm>
              <a:custGeom>
                <a:rect b="b" l="l" r="r" t="t"/>
                <a:pathLst>
                  <a:path extrusionOk="0" h="113181" w="71637">
                    <a:moveTo>
                      <a:pt x="0" y="113182"/>
                    </a:moveTo>
                    <a:lnTo>
                      <a:pt x="0" y="2061"/>
                    </a:lnTo>
                    <a:lnTo>
                      <a:pt x="15888" y="2061"/>
                    </a:lnTo>
                    <a:cubicBezTo>
                      <a:pt x="18660" y="2061"/>
                      <a:pt x="20593" y="2557"/>
                      <a:pt x="21689" y="3568"/>
                    </a:cubicBezTo>
                    <a:cubicBezTo>
                      <a:pt x="22784" y="4581"/>
                      <a:pt x="23517" y="6310"/>
                      <a:pt x="23889" y="8775"/>
                    </a:cubicBezTo>
                    <a:lnTo>
                      <a:pt x="25527" y="22203"/>
                    </a:lnTo>
                    <a:cubicBezTo>
                      <a:pt x="29537" y="15341"/>
                      <a:pt x="34252" y="9933"/>
                      <a:pt x="39653" y="5960"/>
                    </a:cubicBezTo>
                    <a:cubicBezTo>
                      <a:pt x="45053" y="1987"/>
                      <a:pt x="51121" y="0"/>
                      <a:pt x="57836" y="0"/>
                    </a:cubicBezTo>
                    <a:cubicBezTo>
                      <a:pt x="63389" y="0"/>
                      <a:pt x="67989" y="1270"/>
                      <a:pt x="71637" y="3790"/>
                    </a:cubicBezTo>
                    <a:lnTo>
                      <a:pt x="68132" y="23821"/>
                    </a:lnTo>
                    <a:cubicBezTo>
                      <a:pt x="67923" y="25127"/>
                      <a:pt x="67437" y="26047"/>
                      <a:pt x="66713" y="26580"/>
                    </a:cubicBezTo>
                    <a:cubicBezTo>
                      <a:pt x="65980" y="27132"/>
                      <a:pt x="64989" y="27389"/>
                      <a:pt x="63751" y="27389"/>
                    </a:cubicBezTo>
                    <a:cubicBezTo>
                      <a:pt x="62655" y="27389"/>
                      <a:pt x="61160" y="27150"/>
                      <a:pt x="59265" y="26636"/>
                    </a:cubicBezTo>
                    <a:cubicBezTo>
                      <a:pt x="57360"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3" name="Google Shape;2653;p90"/>
              <p:cNvSpPr/>
              <p:nvPr/>
            </p:nvSpPr>
            <p:spPr>
              <a:xfrm>
                <a:off x="6316484" y="3656521"/>
                <a:ext cx="154552" cy="156610"/>
              </a:xfrm>
              <a:custGeom>
                <a:rect b="b" l="l" r="r" t="t"/>
                <a:pathLst>
                  <a:path extrusionOk="0" h="156610" w="154552">
                    <a:moveTo>
                      <a:pt x="154552" y="156611"/>
                    </a:moveTo>
                    <a:lnTo>
                      <a:pt x="131769" y="156611"/>
                    </a:lnTo>
                    <a:cubicBezTo>
                      <a:pt x="129207" y="156611"/>
                      <a:pt x="127111" y="155967"/>
                      <a:pt x="125463" y="154716"/>
                    </a:cubicBezTo>
                    <a:cubicBezTo>
                      <a:pt x="123825" y="153447"/>
                      <a:pt x="122644" y="151884"/>
                      <a:pt x="121901" y="150007"/>
                    </a:cubicBezTo>
                    <a:lnTo>
                      <a:pt x="110080" y="118056"/>
                    </a:lnTo>
                    <a:lnTo>
                      <a:pt x="44472" y="118056"/>
                    </a:lnTo>
                    <a:lnTo>
                      <a:pt x="32633" y="150007"/>
                    </a:lnTo>
                    <a:cubicBezTo>
                      <a:pt x="32052" y="151662"/>
                      <a:pt x="30899" y="153171"/>
                      <a:pt x="29185" y="154551"/>
                    </a:cubicBezTo>
                    <a:cubicBezTo>
                      <a:pt x="27461" y="155912"/>
                      <a:pt x="25375" y="156611"/>
                      <a:pt x="22888" y="156611"/>
                    </a:cubicBezTo>
                    <a:lnTo>
                      <a:pt x="0" y="156611"/>
                    </a:lnTo>
                    <a:lnTo>
                      <a:pt x="62208" y="0"/>
                    </a:lnTo>
                    <a:lnTo>
                      <a:pt x="92335" y="0"/>
                    </a:lnTo>
                    <a:lnTo>
                      <a:pt x="154552" y="156611"/>
                    </a:lnTo>
                    <a:close/>
                    <a:moveTo>
                      <a:pt x="52025" y="97472"/>
                    </a:moveTo>
                    <a:lnTo>
                      <a:pt x="102518" y="97472"/>
                    </a:lnTo>
                    <a:lnTo>
                      <a:pt x="83239" y="45380"/>
                    </a:lnTo>
                    <a:cubicBezTo>
                      <a:pt x="82363" y="43062"/>
                      <a:pt x="81401" y="40339"/>
                      <a:pt x="80334" y="37193"/>
                    </a:cubicBezTo>
                    <a:cubicBezTo>
                      <a:pt x="79277" y="34048"/>
                      <a:pt x="78238" y="30645"/>
                      <a:pt x="77219" y="26966"/>
                    </a:cubicBezTo>
                    <a:cubicBezTo>
                      <a:pt x="76200" y="30645"/>
                      <a:pt x="75190" y="34067"/>
                      <a:pt x="74209" y="37249"/>
                    </a:cubicBezTo>
                    <a:cubicBezTo>
                      <a:pt x="73218" y="40431"/>
                      <a:pt x="72257" y="43209"/>
                      <a:pt x="71304" y="45600"/>
                    </a:cubicBezTo>
                    <a:lnTo>
                      <a:pt x="52025" y="9747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4" name="Google Shape;2654;p90"/>
              <p:cNvSpPr/>
              <p:nvPr/>
            </p:nvSpPr>
            <p:spPr>
              <a:xfrm>
                <a:off x="6490973" y="3656521"/>
                <a:ext cx="29565" cy="156610"/>
              </a:xfrm>
              <a:custGeom>
                <a:rect b="b" l="l" r="r" t="t"/>
                <a:pathLst>
                  <a:path extrusionOk="0" h="156610" w="29565">
                    <a:moveTo>
                      <a:pt x="29566" y="156611"/>
                    </a:moveTo>
                    <a:lnTo>
                      <a:pt x="0" y="156611"/>
                    </a:lnTo>
                    <a:lnTo>
                      <a:pt x="0" y="0"/>
                    </a:lnTo>
                    <a:lnTo>
                      <a:pt x="29566" y="0"/>
                    </a:lnTo>
                    <a:lnTo>
                      <a:pt x="29566" y="15661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5" name="Google Shape;2655;p90"/>
              <p:cNvSpPr/>
              <p:nvPr/>
            </p:nvSpPr>
            <p:spPr>
              <a:xfrm>
                <a:off x="6589109" y="3700263"/>
                <a:ext cx="111185" cy="114487"/>
              </a:xfrm>
              <a:custGeom>
                <a:rect b="b" l="l" r="r" t="t"/>
                <a:pathLst>
                  <a:path extrusionOk="0" h="114487" w="111185">
                    <a:moveTo>
                      <a:pt x="55750" y="0"/>
                    </a:moveTo>
                    <a:cubicBezTo>
                      <a:pt x="64151" y="0"/>
                      <a:pt x="71761" y="1343"/>
                      <a:pt x="78600" y="4010"/>
                    </a:cubicBezTo>
                    <a:cubicBezTo>
                      <a:pt x="85420" y="6696"/>
                      <a:pt x="91250" y="10485"/>
                      <a:pt x="96069" y="15397"/>
                    </a:cubicBezTo>
                    <a:cubicBezTo>
                      <a:pt x="100879" y="20308"/>
                      <a:pt x="104604" y="26287"/>
                      <a:pt x="107233" y="33368"/>
                    </a:cubicBezTo>
                    <a:cubicBezTo>
                      <a:pt x="109871" y="40450"/>
                      <a:pt x="111185" y="48359"/>
                      <a:pt x="111185" y="57079"/>
                    </a:cubicBezTo>
                    <a:cubicBezTo>
                      <a:pt x="111185" y="65889"/>
                      <a:pt x="109871" y="73836"/>
                      <a:pt x="107233" y="80917"/>
                    </a:cubicBezTo>
                    <a:cubicBezTo>
                      <a:pt x="104604" y="88000"/>
                      <a:pt x="100879" y="94015"/>
                      <a:pt x="96069" y="99000"/>
                    </a:cubicBezTo>
                    <a:cubicBezTo>
                      <a:pt x="91250" y="103985"/>
                      <a:pt x="85420" y="107810"/>
                      <a:pt x="78600" y="110478"/>
                    </a:cubicBezTo>
                    <a:cubicBezTo>
                      <a:pt x="71761" y="113145"/>
                      <a:pt x="64151" y="114488"/>
                      <a:pt x="55750" y="114488"/>
                    </a:cubicBezTo>
                    <a:cubicBezTo>
                      <a:pt x="47349" y="114488"/>
                      <a:pt x="39729" y="113145"/>
                      <a:pt x="32861" y="110478"/>
                    </a:cubicBezTo>
                    <a:cubicBezTo>
                      <a:pt x="25994" y="107810"/>
                      <a:pt x="20136" y="103985"/>
                      <a:pt x="15278" y="99000"/>
                    </a:cubicBezTo>
                    <a:cubicBezTo>
                      <a:pt x="10421" y="94015"/>
                      <a:pt x="6668" y="88000"/>
                      <a:pt x="4001" y="80917"/>
                    </a:cubicBezTo>
                    <a:cubicBezTo>
                      <a:pt x="1324" y="73836"/>
                      <a:pt x="0" y="65889"/>
                      <a:pt x="0" y="57079"/>
                    </a:cubicBezTo>
                    <a:cubicBezTo>
                      <a:pt x="0" y="48359"/>
                      <a:pt x="1324" y="40450"/>
                      <a:pt x="4001" y="33368"/>
                    </a:cubicBezTo>
                    <a:cubicBezTo>
                      <a:pt x="6668" y="26287"/>
                      <a:pt x="10421" y="20308"/>
                      <a:pt x="15278" y="15397"/>
                    </a:cubicBezTo>
                    <a:cubicBezTo>
                      <a:pt x="20136" y="10485"/>
                      <a:pt x="25994" y="6696"/>
                      <a:pt x="32861" y="4010"/>
                    </a:cubicBezTo>
                    <a:cubicBezTo>
                      <a:pt x="39729" y="1343"/>
                      <a:pt x="47349" y="0"/>
                      <a:pt x="55750" y="0"/>
                    </a:cubicBezTo>
                    <a:close/>
                    <a:moveTo>
                      <a:pt x="55750" y="93904"/>
                    </a:moveTo>
                    <a:cubicBezTo>
                      <a:pt x="65104" y="93904"/>
                      <a:pt x="72019" y="90814"/>
                      <a:pt x="76515" y="84597"/>
                    </a:cubicBezTo>
                    <a:cubicBezTo>
                      <a:pt x="81010" y="78379"/>
                      <a:pt x="83249" y="69293"/>
                      <a:pt x="83249" y="57299"/>
                    </a:cubicBezTo>
                    <a:cubicBezTo>
                      <a:pt x="83249" y="45324"/>
                      <a:pt x="81010" y="36182"/>
                      <a:pt x="76515" y="29910"/>
                    </a:cubicBezTo>
                    <a:cubicBezTo>
                      <a:pt x="72019" y="23618"/>
                      <a:pt x="65104" y="20474"/>
                      <a:pt x="55750" y="20474"/>
                    </a:cubicBezTo>
                    <a:cubicBezTo>
                      <a:pt x="46263" y="20474"/>
                      <a:pt x="39253" y="23637"/>
                      <a:pt x="34719" y="29946"/>
                    </a:cubicBezTo>
                    <a:cubicBezTo>
                      <a:pt x="30194" y="36274"/>
                      <a:pt x="27927" y="45398"/>
                      <a:pt x="27927" y="57299"/>
                    </a:cubicBezTo>
                    <a:cubicBezTo>
                      <a:pt x="27927" y="69218"/>
                      <a:pt x="30194" y="78306"/>
                      <a:pt x="34719" y="84541"/>
                    </a:cubicBezTo>
                    <a:cubicBezTo>
                      <a:pt x="39253" y="90796"/>
                      <a:pt x="46263" y="93904"/>
                      <a:pt x="55750" y="93904"/>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6" name="Google Shape;2656;p90"/>
              <p:cNvSpPr/>
              <p:nvPr/>
            </p:nvSpPr>
            <p:spPr>
              <a:xfrm>
                <a:off x="6704885" y="3702011"/>
                <a:ext cx="113804" cy="111120"/>
              </a:xfrm>
              <a:custGeom>
                <a:rect b="b" l="l" r="r" t="t"/>
                <a:pathLst>
                  <a:path extrusionOk="0" h="111120" w="113804">
                    <a:moveTo>
                      <a:pt x="69228" y="111121"/>
                    </a:moveTo>
                    <a:lnTo>
                      <a:pt x="44682" y="111121"/>
                    </a:lnTo>
                    <a:lnTo>
                      <a:pt x="0" y="0"/>
                    </a:lnTo>
                    <a:lnTo>
                      <a:pt x="22451" y="0"/>
                    </a:lnTo>
                    <a:cubicBezTo>
                      <a:pt x="24422" y="0"/>
                      <a:pt x="26080" y="460"/>
                      <a:pt x="27442" y="1398"/>
                    </a:cubicBezTo>
                    <a:cubicBezTo>
                      <a:pt x="28785" y="2336"/>
                      <a:pt x="29718" y="3532"/>
                      <a:pt x="30232" y="4985"/>
                    </a:cubicBezTo>
                    <a:lnTo>
                      <a:pt x="51921" y="64326"/>
                    </a:lnTo>
                    <a:cubicBezTo>
                      <a:pt x="53159" y="67802"/>
                      <a:pt x="54197" y="71187"/>
                      <a:pt x="55036" y="74516"/>
                    </a:cubicBezTo>
                    <a:cubicBezTo>
                      <a:pt x="55874" y="77827"/>
                      <a:pt x="56626" y="81157"/>
                      <a:pt x="57293" y="84467"/>
                    </a:cubicBezTo>
                    <a:cubicBezTo>
                      <a:pt x="57941" y="81157"/>
                      <a:pt x="58693" y="77827"/>
                      <a:pt x="59531" y="74516"/>
                    </a:cubicBezTo>
                    <a:cubicBezTo>
                      <a:pt x="60370" y="71187"/>
                      <a:pt x="61446" y="67802"/>
                      <a:pt x="62770" y="64326"/>
                    </a:cubicBezTo>
                    <a:lnTo>
                      <a:pt x="85001" y="4985"/>
                    </a:lnTo>
                    <a:cubicBezTo>
                      <a:pt x="85506" y="3532"/>
                      <a:pt x="86420" y="2336"/>
                      <a:pt x="87735" y="1398"/>
                    </a:cubicBezTo>
                    <a:cubicBezTo>
                      <a:pt x="89059" y="460"/>
                      <a:pt x="90621" y="0"/>
                      <a:pt x="92450" y="0"/>
                    </a:cubicBezTo>
                    <a:lnTo>
                      <a:pt x="113805" y="0"/>
                    </a:lnTo>
                    <a:lnTo>
                      <a:pt x="69228" y="111121"/>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7" name="Google Shape;2657;p90"/>
              <p:cNvSpPr/>
              <p:nvPr/>
            </p:nvSpPr>
            <p:spPr>
              <a:xfrm>
                <a:off x="6823519" y="3700263"/>
                <a:ext cx="102631" cy="114487"/>
              </a:xfrm>
              <a:custGeom>
                <a:rect b="b" l="l" r="r" t="t"/>
                <a:pathLst>
                  <a:path extrusionOk="0" h="114487" w="102631">
                    <a:moveTo>
                      <a:pt x="53997" y="0"/>
                    </a:moveTo>
                    <a:cubicBezTo>
                      <a:pt x="61084" y="0"/>
                      <a:pt x="67608" y="1123"/>
                      <a:pt x="73552" y="3367"/>
                    </a:cubicBezTo>
                    <a:cubicBezTo>
                      <a:pt x="79505" y="5610"/>
                      <a:pt x="84639" y="8866"/>
                      <a:pt x="88944" y="13171"/>
                    </a:cubicBezTo>
                    <a:cubicBezTo>
                      <a:pt x="93250" y="17456"/>
                      <a:pt x="96612" y="22736"/>
                      <a:pt x="99022" y="28972"/>
                    </a:cubicBezTo>
                    <a:cubicBezTo>
                      <a:pt x="101422" y="35226"/>
                      <a:pt x="102632" y="42363"/>
                      <a:pt x="102632" y="50365"/>
                    </a:cubicBezTo>
                    <a:cubicBezTo>
                      <a:pt x="102632" y="52388"/>
                      <a:pt x="102546" y="54080"/>
                      <a:pt x="102365" y="55404"/>
                    </a:cubicBezTo>
                    <a:cubicBezTo>
                      <a:pt x="102184" y="56747"/>
                      <a:pt x="101851" y="57796"/>
                      <a:pt x="101384" y="58550"/>
                    </a:cubicBezTo>
                    <a:cubicBezTo>
                      <a:pt x="100898" y="59304"/>
                      <a:pt x="100260" y="59856"/>
                      <a:pt x="99451" y="60169"/>
                    </a:cubicBezTo>
                    <a:cubicBezTo>
                      <a:pt x="98650" y="60500"/>
                      <a:pt x="97631" y="60665"/>
                      <a:pt x="96393" y="60665"/>
                    </a:cubicBezTo>
                    <a:lnTo>
                      <a:pt x="26946" y="60665"/>
                    </a:lnTo>
                    <a:cubicBezTo>
                      <a:pt x="27746" y="72070"/>
                      <a:pt x="30851" y="80440"/>
                      <a:pt x="36262" y="85792"/>
                    </a:cubicBezTo>
                    <a:cubicBezTo>
                      <a:pt x="41662" y="91127"/>
                      <a:pt x="48816" y="93794"/>
                      <a:pt x="57731" y="93794"/>
                    </a:cubicBezTo>
                    <a:cubicBezTo>
                      <a:pt x="62112" y="93794"/>
                      <a:pt x="65884" y="93297"/>
                      <a:pt x="69066" y="92286"/>
                    </a:cubicBezTo>
                    <a:cubicBezTo>
                      <a:pt x="72237" y="91273"/>
                      <a:pt x="75009" y="90152"/>
                      <a:pt x="77391" y="88938"/>
                    </a:cubicBezTo>
                    <a:cubicBezTo>
                      <a:pt x="79762" y="87705"/>
                      <a:pt x="81839" y="86583"/>
                      <a:pt x="83629" y="85572"/>
                    </a:cubicBezTo>
                    <a:cubicBezTo>
                      <a:pt x="85420" y="84559"/>
                      <a:pt x="87154" y="84063"/>
                      <a:pt x="88830" y="84063"/>
                    </a:cubicBezTo>
                    <a:cubicBezTo>
                      <a:pt x="89926" y="84063"/>
                      <a:pt x="90878" y="84266"/>
                      <a:pt x="91678" y="84707"/>
                    </a:cubicBezTo>
                    <a:cubicBezTo>
                      <a:pt x="92488" y="85130"/>
                      <a:pt x="93173" y="85755"/>
                      <a:pt x="93764" y="86547"/>
                    </a:cubicBezTo>
                    <a:lnTo>
                      <a:pt x="101651" y="96295"/>
                    </a:lnTo>
                    <a:cubicBezTo>
                      <a:pt x="98650" y="99753"/>
                      <a:pt x="95298" y="102660"/>
                      <a:pt x="91573" y="105014"/>
                    </a:cubicBezTo>
                    <a:cubicBezTo>
                      <a:pt x="87849" y="107351"/>
                      <a:pt x="83953" y="109245"/>
                      <a:pt x="79905" y="110643"/>
                    </a:cubicBezTo>
                    <a:cubicBezTo>
                      <a:pt x="75857" y="112060"/>
                      <a:pt x="71723" y="113053"/>
                      <a:pt x="67532" y="113623"/>
                    </a:cubicBezTo>
                    <a:cubicBezTo>
                      <a:pt x="63322" y="114193"/>
                      <a:pt x="59264" y="114488"/>
                      <a:pt x="55321" y="114488"/>
                    </a:cubicBezTo>
                    <a:cubicBezTo>
                      <a:pt x="47501" y="114488"/>
                      <a:pt x="40243" y="113200"/>
                      <a:pt x="33518" y="110643"/>
                    </a:cubicBezTo>
                    <a:cubicBezTo>
                      <a:pt x="26803" y="108086"/>
                      <a:pt x="20955" y="104298"/>
                      <a:pt x="15992" y="99276"/>
                    </a:cubicBezTo>
                    <a:cubicBezTo>
                      <a:pt x="11020" y="94253"/>
                      <a:pt x="7115" y="88036"/>
                      <a:pt x="4267" y="80641"/>
                    </a:cubicBezTo>
                    <a:cubicBezTo>
                      <a:pt x="1419" y="73247"/>
                      <a:pt x="0" y="64675"/>
                      <a:pt x="0" y="54927"/>
                    </a:cubicBezTo>
                    <a:cubicBezTo>
                      <a:pt x="0" y="47348"/>
                      <a:pt x="1238" y="40211"/>
                      <a:pt x="3724" y="33534"/>
                    </a:cubicBezTo>
                    <a:cubicBezTo>
                      <a:pt x="6201" y="26856"/>
                      <a:pt x="9763" y="21044"/>
                      <a:pt x="14402" y="16095"/>
                    </a:cubicBezTo>
                    <a:cubicBezTo>
                      <a:pt x="19040" y="11147"/>
                      <a:pt x="24698" y="7229"/>
                      <a:pt x="31385" y="4342"/>
                    </a:cubicBezTo>
                    <a:cubicBezTo>
                      <a:pt x="38062" y="1453"/>
                      <a:pt x="45606" y="0"/>
                      <a:pt x="53997" y="0"/>
                    </a:cubicBezTo>
                    <a:close/>
                    <a:moveTo>
                      <a:pt x="54550" y="19185"/>
                    </a:moveTo>
                    <a:cubicBezTo>
                      <a:pt x="46654" y="19185"/>
                      <a:pt x="40491" y="21375"/>
                      <a:pt x="36033" y="25789"/>
                    </a:cubicBezTo>
                    <a:cubicBezTo>
                      <a:pt x="31575" y="30186"/>
                      <a:pt x="28737" y="36440"/>
                      <a:pt x="27499" y="44515"/>
                    </a:cubicBezTo>
                    <a:lnTo>
                      <a:pt x="78324" y="44515"/>
                    </a:lnTo>
                    <a:cubicBezTo>
                      <a:pt x="78324" y="41057"/>
                      <a:pt x="77848" y="37783"/>
                      <a:pt x="76895" y="34729"/>
                    </a:cubicBezTo>
                    <a:cubicBezTo>
                      <a:pt x="75952" y="31658"/>
                      <a:pt x="74486" y="28972"/>
                      <a:pt x="72514" y="26654"/>
                    </a:cubicBezTo>
                    <a:cubicBezTo>
                      <a:pt x="70542" y="24336"/>
                      <a:pt x="68066" y="22516"/>
                      <a:pt x="65065" y="21190"/>
                    </a:cubicBezTo>
                    <a:cubicBezTo>
                      <a:pt x="62074" y="19848"/>
                      <a:pt x="58560" y="19185"/>
                      <a:pt x="54550" y="19185"/>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8" name="Google Shape;2658;p90"/>
              <p:cNvSpPr/>
              <p:nvPr/>
            </p:nvSpPr>
            <p:spPr>
              <a:xfrm>
                <a:off x="6948163" y="3699950"/>
                <a:ext cx="71637" cy="113181"/>
              </a:xfrm>
              <a:custGeom>
                <a:rect b="b" l="l" r="r" t="t"/>
                <a:pathLst>
                  <a:path extrusionOk="0" h="113181" w="71637">
                    <a:moveTo>
                      <a:pt x="0" y="113182"/>
                    </a:moveTo>
                    <a:lnTo>
                      <a:pt x="0" y="2061"/>
                    </a:lnTo>
                    <a:lnTo>
                      <a:pt x="15888" y="2061"/>
                    </a:lnTo>
                    <a:cubicBezTo>
                      <a:pt x="18659" y="2061"/>
                      <a:pt x="20593" y="2557"/>
                      <a:pt x="21689" y="3568"/>
                    </a:cubicBezTo>
                    <a:cubicBezTo>
                      <a:pt x="22793" y="4581"/>
                      <a:pt x="23517" y="6310"/>
                      <a:pt x="23889" y="8775"/>
                    </a:cubicBezTo>
                    <a:lnTo>
                      <a:pt x="25527" y="22203"/>
                    </a:lnTo>
                    <a:cubicBezTo>
                      <a:pt x="29546" y="15341"/>
                      <a:pt x="34252" y="9933"/>
                      <a:pt x="39653" y="5960"/>
                    </a:cubicBezTo>
                    <a:cubicBezTo>
                      <a:pt x="45053" y="1987"/>
                      <a:pt x="51121" y="0"/>
                      <a:pt x="57836" y="0"/>
                    </a:cubicBezTo>
                    <a:cubicBezTo>
                      <a:pt x="63389" y="0"/>
                      <a:pt x="67989" y="1270"/>
                      <a:pt x="71637" y="3790"/>
                    </a:cubicBezTo>
                    <a:lnTo>
                      <a:pt x="68132" y="23821"/>
                    </a:lnTo>
                    <a:cubicBezTo>
                      <a:pt x="67923" y="25127"/>
                      <a:pt x="67437" y="26047"/>
                      <a:pt x="66713" y="26580"/>
                    </a:cubicBezTo>
                    <a:cubicBezTo>
                      <a:pt x="65980" y="27132"/>
                      <a:pt x="64989" y="27389"/>
                      <a:pt x="63751" y="27389"/>
                    </a:cubicBezTo>
                    <a:cubicBezTo>
                      <a:pt x="62655" y="27389"/>
                      <a:pt x="61160" y="27150"/>
                      <a:pt x="59264" y="26636"/>
                    </a:cubicBezTo>
                    <a:cubicBezTo>
                      <a:pt x="57360"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59" name="Google Shape;2659;p90"/>
              <p:cNvSpPr/>
              <p:nvPr/>
            </p:nvSpPr>
            <p:spPr>
              <a:xfrm>
                <a:off x="7074350" y="3699950"/>
                <a:ext cx="93649" cy="114910"/>
              </a:xfrm>
              <a:custGeom>
                <a:rect b="b" l="l" r="r" t="t"/>
                <a:pathLst>
                  <a:path extrusionOk="0" h="114910" w="93649">
                    <a:moveTo>
                      <a:pt x="93650" y="113182"/>
                    </a:moveTo>
                    <a:lnTo>
                      <a:pt x="81496" y="113182"/>
                    </a:lnTo>
                    <a:cubicBezTo>
                      <a:pt x="78934" y="113182"/>
                      <a:pt x="76924" y="112795"/>
                      <a:pt x="75476" y="112041"/>
                    </a:cubicBezTo>
                    <a:cubicBezTo>
                      <a:pt x="74009" y="111287"/>
                      <a:pt x="72914" y="109742"/>
                      <a:pt x="72180" y="107442"/>
                    </a:cubicBezTo>
                    <a:lnTo>
                      <a:pt x="69771" y="99533"/>
                    </a:lnTo>
                    <a:cubicBezTo>
                      <a:pt x="66923" y="102053"/>
                      <a:pt x="64132" y="104279"/>
                      <a:pt x="61389" y="106191"/>
                    </a:cubicBezTo>
                    <a:cubicBezTo>
                      <a:pt x="58655" y="108104"/>
                      <a:pt x="55826" y="109705"/>
                      <a:pt x="52912"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3" y="68170"/>
                      <a:pt x="9277" y="64473"/>
                      <a:pt x="14459" y="61180"/>
                    </a:cubicBezTo>
                    <a:cubicBezTo>
                      <a:pt x="19650" y="57870"/>
                      <a:pt x="26546" y="55147"/>
                      <a:pt x="35157" y="52976"/>
                    </a:cubicBezTo>
                    <a:cubicBezTo>
                      <a:pt x="43777" y="50806"/>
                      <a:pt x="54474" y="49702"/>
                      <a:pt x="67256" y="49702"/>
                    </a:cubicBezTo>
                    <a:lnTo>
                      <a:pt x="67256" y="43154"/>
                    </a:lnTo>
                    <a:cubicBezTo>
                      <a:pt x="67256" y="35667"/>
                      <a:pt x="65675" y="30112"/>
                      <a:pt x="62494" y="26525"/>
                    </a:cubicBezTo>
                    <a:cubicBezTo>
                      <a:pt x="59322" y="22920"/>
                      <a:pt x="54693" y="21117"/>
                      <a:pt x="48625" y="21117"/>
                    </a:cubicBezTo>
                    <a:cubicBezTo>
                      <a:pt x="44253" y="21117"/>
                      <a:pt x="40605" y="21614"/>
                      <a:pt x="37681" y="22626"/>
                    </a:cubicBezTo>
                    <a:cubicBezTo>
                      <a:pt x="34757" y="23637"/>
                      <a:pt x="32223" y="24778"/>
                      <a:pt x="30061" y="26047"/>
                    </a:cubicBezTo>
                    <a:cubicBezTo>
                      <a:pt x="27918" y="27316"/>
                      <a:pt x="25927" y="28439"/>
                      <a:pt x="24098" y="29450"/>
                    </a:cubicBezTo>
                    <a:cubicBezTo>
                      <a:pt x="22270" y="30461"/>
                      <a:pt x="20260" y="30977"/>
                      <a:pt x="18069" y="30977"/>
                    </a:cubicBezTo>
                    <a:cubicBezTo>
                      <a:pt x="16250" y="30977"/>
                      <a:pt x="14678" y="30498"/>
                      <a:pt x="13364" y="29560"/>
                    </a:cubicBezTo>
                    <a:cubicBezTo>
                      <a:pt x="12049" y="28622"/>
                      <a:pt x="10982" y="27463"/>
                      <a:pt x="10182" y="26102"/>
                    </a:cubicBezTo>
                    <a:lnTo>
                      <a:pt x="5258" y="17548"/>
                    </a:lnTo>
                    <a:cubicBezTo>
                      <a:pt x="18183" y="5850"/>
                      <a:pt x="33776" y="0"/>
                      <a:pt x="52026" y="0"/>
                    </a:cubicBezTo>
                    <a:cubicBezTo>
                      <a:pt x="58598" y="0"/>
                      <a:pt x="64465" y="1067"/>
                      <a:pt x="69618" y="3182"/>
                    </a:cubicBezTo>
                    <a:cubicBezTo>
                      <a:pt x="74762" y="5316"/>
                      <a:pt x="79124" y="8277"/>
                      <a:pt x="82706" y="12067"/>
                    </a:cubicBezTo>
                    <a:cubicBezTo>
                      <a:pt x="86278" y="15856"/>
                      <a:pt x="89002" y="20399"/>
                      <a:pt x="90859" y="25660"/>
                    </a:cubicBezTo>
                    <a:cubicBezTo>
                      <a:pt x="92716" y="30940"/>
                      <a:pt x="93650" y="36716"/>
                      <a:pt x="93650" y="42988"/>
                    </a:cubicBezTo>
                    <a:lnTo>
                      <a:pt x="93650" y="113182"/>
                    </a:lnTo>
                    <a:close/>
                    <a:moveTo>
                      <a:pt x="41082" y="96498"/>
                    </a:moveTo>
                    <a:cubicBezTo>
                      <a:pt x="43853" y="96498"/>
                      <a:pt x="46406" y="96240"/>
                      <a:pt x="48739" y="95743"/>
                    </a:cubicBezTo>
                    <a:cubicBezTo>
                      <a:pt x="51073" y="95247"/>
                      <a:pt x="53292" y="94511"/>
                      <a:pt x="55369" y="93518"/>
                    </a:cubicBezTo>
                    <a:cubicBezTo>
                      <a:pt x="57445" y="92525"/>
                      <a:pt x="59455" y="91292"/>
                      <a:pt x="61389" y="89839"/>
                    </a:cubicBezTo>
                    <a:cubicBezTo>
                      <a:pt x="63322" y="88386"/>
                      <a:pt x="65284" y="86657"/>
                      <a:pt x="67256" y="84670"/>
                    </a:cubicBezTo>
                    <a:lnTo>
                      <a:pt x="67256" y="66055"/>
                    </a:lnTo>
                    <a:cubicBezTo>
                      <a:pt x="59360" y="66055"/>
                      <a:pt x="52778" y="66551"/>
                      <a:pt x="47482" y="67545"/>
                    </a:cubicBezTo>
                    <a:cubicBezTo>
                      <a:pt x="42186" y="68520"/>
                      <a:pt x="37929" y="69770"/>
                      <a:pt x="34728"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8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0" name="Google Shape;2660;p90"/>
              <p:cNvSpPr/>
              <p:nvPr/>
            </p:nvSpPr>
            <p:spPr>
              <a:xfrm>
                <a:off x="7196375" y="3652180"/>
                <a:ext cx="27050" cy="160951"/>
              </a:xfrm>
              <a:custGeom>
                <a:rect b="b" l="l" r="r" t="t"/>
                <a:pathLst>
                  <a:path extrusionOk="0" h="160951" w="27050">
                    <a:moveTo>
                      <a:pt x="27051" y="0"/>
                    </a:moveTo>
                    <a:lnTo>
                      <a:pt x="27051" y="160951"/>
                    </a:lnTo>
                    <a:lnTo>
                      <a:pt x="0" y="160951"/>
                    </a:lnTo>
                    <a:lnTo>
                      <a:pt x="0" y="0"/>
                    </a:lnTo>
                    <a:lnTo>
                      <a:pt x="27051"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1" name="Google Shape;2661;p90"/>
              <p:cNvSpPr/>
              <p:nvPr/>
            </p:nvSpPr>
            <p:spPr>
              <a:xfrm>
                <a:off x="7255744" y="3652180"/>
                <a:ext cx="27060" cy="160951"/>
              </a:xfrm>
              <a:custGeom>
                <a:rect b="b" l="l" r="r" t="t"/>
                <a:pathLst>
                  <a:path extrusionOk="0" h="160951" w="27060">
                    <a:moveTo>
                      <a:pt x="27061" y="0"/>
                    </a:moveTo>
                    <a:lnTo>
                      <a:pt x="27061" y="160951"/>
                    </a:lnTo>
                    <a:lnTo>
                      <a:pt x="0" y="160951"/>
                    </a:lnTo>
                    <a:lnTo>
                      <a:pt x="0" y="0"/>
                    </a:lnTo>
                    <a:lnTo>
                      <a:pt x="27061" y="0"/>
                    </a:ln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2" name="Google Shape;2662;p90"/>
              <p:cNvSpPr/>
              <p:nvPr/>
            </p:nvSpPr>
            <p:spPr>
              <a:xfrm>
                <a:off x="7347851" y="3652180"/>
                <a:ext cx="103403" cy="162570"/>
              </a:xfrm>
              <a:custGeom>
                <a:rect b="b" l="l" r="r" t="t"/>
                <a:pathLst>
                  <a:path extrusionOk="0" h="162570" w="103403">
                    <a:moveTo>
                      <a:pt x="86868" y="160951"/>
                    </a:moveTo>
                    <a:cubicBezTo>
                      <a:pt x="83363" y="160951"/>
                      <a:pt x="81067" y="159314"/>
                      <a:pt x="79962" y="156077"/>
                    </a:cubicBezTo>
                    <a:lnTo>
                      <a:pt x="77771" y="145353"/>
                    </a:lnTo>
                    <a:cubicBezTo>
                      <a:pt x="75438" y="147946"/>
                      <a:pt x="72990" y="150301"/>
                      <a:pt x="70428" y="152398"/>
                    </a:cubicBezTo>
                    <a:cubicBezTo>
                      <a:pt x="67875" y="154476"/>
                      <a:pt x="65122" y="156298"/>
                      <a:pt x="62160" y="157806"/>
                    </a:cubicBezTo>
                    <a:cubicBezTo>
                      <a:pt x="59207" y="159314"/>
                      <a:pt x="56036" y="160492"/>
                      <a:pt x="52635" y="161320"/>
                    </a:cubicBezTo>
                    <a:cubicBezTo>
                      <a:pt x="49244" y="162147"/>
                      <a:pt x="45568" y="162570"/>
                      <a:pt x="41624" y="162570"/>
                    </a:cubicBezTo>
                    <a:cubicBezTo>
                      <a:pt x="35490" y="162570"/>
                      <a:pt x="29870" y="161301"/>
                      <a:pt x="24755" y="158781"/>
                    </a:cubicBezTo>
                    <a:cubicBezTo>
                      <a:pt x="19640" y="156261"/>
                      <a:pt x="15240" y="152582"/>
                      <a:pt x="11563" y="147781"/>
                    </a:cubicBezTo>
                    <a:cubicBezTo>
                      <a:pt x="7868" y="142980"/>
                      <a:pt x="5019" y="137057"/>
                      <a:pt x="3010" y="129975"/>
                    </a:cubicBezTo>
                    <a:cubicBezTo>
                      <a:pt x="1000" y="122893"/>
                      <a:pt x="0" y="114799"/>
                      <a:pt x="0" y="105713"/>
                    </a:cubicBezTo>
                    <a:cubicBezTo>
                      <a:pt x="0" y="97472"/>
                      <a:pt x="1133" y="89820"/>
                      <a:pt x="3391" y="82757"/>
                    </a:cubicBezTo>
                    <a:cubicBezTo>
                      <a:pt x="5667" y="75674"/>
                      <a:pt x="8906" y="69531"/>
                      <a:pt x="13145" y="64344"/>
                    </a:cubicBezTo>
                    <a:cubicBezTo>
                      <a:pt x="17383" y="59138"/>
                      <a:pt x="22450" y="55073"/>
                      <a:pt x="28365" y="52148"/>
                    </a:cubicBezTo>
                    <a:cubicBezTo>
                      <a:pt x="34280" y="49223"/>
                      <a:pt x="40938" y="47770"/>
                      <a:pt x="48311" y="47770"/>
                    </a:cubicBezTo>
                    <a:cubicBezTo>
                      <a:pt x="54588" y="47770"/>
                      <a:pt x="59960" y="48763"/>
                      <a:pt x="64418" y="50750"/>
                    </a:cubicBezTo>
                    <a:cubicBezTo>
                      <a:pt x="68856" y="52737"/>
                      <a:pt x="72838" y="55385"/>
                      <a:pt x="76352" y="58697"/>
                    </a:cubicBezTo>
                    <a:lnTo>
                      <a:pt x="76352" y="0"/>
                    </a:lnTo>
                    <a:lnTo>
                      <a:pt x="103403" y="0"/>
                    </a:lnTo>
                    <a:lnTo>
                      <a:pt x="103403" y="160951"/>
                    </a:lnTo>
                    <a:lnTo>
                      <a:pt x="86868" y="160951"/>
                    </a:lnTo>
                    <a:close/>
                    <a:moveTo>
                      <a:pt x="50825" y="141343"/>
                    </a:moveTo>
                    <a:cubicBezTo>
                      <a:pt x="56455" y="141343"/>
                      <a:pt x="61236" y="140184"/>
                      <a:pt x="65179" y="137885"/>
                    </a:cubicBezTo>
                    <a:cubicBezTo>
                      <a:pt x="69123" y="135567"/>
                      <a:pt x="72838" y="132275"/>
                      <a:pt x="76352" y="128025"/>
                    </a:cubicBezTo>
                    <a:lnTo>
                      <a:pt x="76352" y="78195"/>
                    </a:lnTo>
                    <a:cubicBezTo>
                      <a:pt x="73276" y="74516"/>
                      <a:pt x="69942" y="71922"/>
                      <a:pt x="66332" y="70396"/>
                    </a:cubicBezTo>
                    <a:cubicBezTo>
                      <a:pt x="62712" y="68887"/>
                      <a:pt x="58826" y="68132"/>
                      <a:pt x="54664" y="68132"/>
                    </a:cubicBezTo>
                    <a:cubicBezTo>
                      <a:pt x="50568" y="68132"/>
                      <a:pt x="46863" y="68887"/>
                      <a:pt x="43539" y="70396"/>
                    </a:cubicBezTo>
                    <a:cubicBezTo>
                      <a:pt x="40224" y="71922"/>
                      <a:pt x="37414" y="74203"/>
                      <a:pt x="35109" y="77274"/>
                    </a:cubicBezTo>
                    <a:cubicBezTo>
                      <a:pt x="32804" y="80347"/>
                      <a:pt x="31042" y="84247"/>
                      <a:pt x="29794" y="88973"/>
                    </a:cubicBezTo>
                    <a:cubicBezTo>
                      <a:pt x="28556" y="93701"/>
                      <a:pt x="27937" y="99293"/>
                      <a:pt x="27937" y="105713"/>
                    </a:cubicBezTo>
                    <a:cubicBezTo>
                      <a:pt x="27937" y="112206"/>
                      <a:pt x="28460" y="117725"/>
                      <a:pt x="29518" y="122231"/>
                    </a:cubicBezTo>
                    <a:cubicBezTo>
                      <a:pt x="30585" y="126738"/>
                      <a:pt x="32099" y="130416"/>
                      <a:pt x="34071" y="133268"/>
                    </a:cubicBezTo>
                    <a:cubicBezTo>
                      <a:pt x="36043" y="136119"/>
                      <a:pt x="38452" y="138179"/>
                      <a:pt x="41300" y="139448"/>
                    </a:cubicBezTo>
                    <a:cubicBezTo>
                      <a:pt x="44148" y="140718"/>
                      <a:pt x="47330" y="141343"/>
                      <a:pt x="50825" y="141343"/>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3" name="Google Shape;2663;p90"/>
              <p:cNvSpPr/>
              <p:nvPr/>
            </p:nvSpPr>
            <p:spPr>
              <a:xfrm>
                <a:off x="7474915" y="3699950"/>
                <a:ext cx="93649" cy="114910"/>
              </a:xfrm>
              <a:custGeom>
                <a:rect b="b" l="l" r="r" t="t"/>
                <a:pathLst>
                  <a:path extrusionOk="0" h="114910" w="93649">
                    <a:moveTo>
                      <a:pt x="93650" y="113182"/>
                    </a:moveTo>
                    <a:lnTo>
                      <a:pt x="81486" y="113182"/>
                    </a:lnTo>
                    <a:cubicBezTo>
                      <a:pt x="78934" y="113182"/>
                      <a:pt x="76924" y="112795"/>
                      <a:pt x="75476" y="112041"/>
                    </a:cubicBezTo>
                    <a:cubicBezTo>
                      <a:pt x="74000" y="111287"/>
                      <a:pt x="72914" y="109742"/>
                      <a:pt x="72180" y="107442"/>
                    </a:cubicBezTo>
                    <a:lnTo>
                      <a:pt x="69770" y="99533"/>
                    </a:lnTo>
                    <a:cubicBezTo>
                      <a:pt x="66923" y="102053"/>
                      <a:pt x="64132" y="104279"/>
                      <a:pt x="61389" y="106191"/>
                    </a:cubicBezTo>
                    <a:cubicBezTo>
                      <a:pt x="58655" y="108104"/>
                      <a:pt x="55826" y="109705"/>
                      <a:pt x="52902" y="111011"/>
                    </a:cubicBezTo>
                    <a:cubicBezTo>
                      <a:pt x="49987" y="112317"/>
                      <a:pt x="46882" y="113292"/>
                      <a:pt x="43596" y="113936"/>
                    </a:cubicBezTo>
                    <a:cubicBezTo>
                      <a:pt x="40300" y="114579"/>
                      <a:pt x="36652" y="114911"/>
                      <a:pt x="32633" y="114911"/>
                    </a:cubicBezTo>
                    <a:cubicBezTo>
                      <a:pt x="27889" y="114911"/>
                      <a:pt x="23508" y="114266"/>
                      <a:pt x="19498" y="113016"/>
                    </a:cubicBezTo>
                    <a:cubicBezTo>
                      <a:pt x="15478" y="111747"/>
                      <a:pt x="12020" y="109833"/>
                      <a:pt x="9144" y="107314"/>
                    </a:cubicBezTo>
                    <a:cubicBezTo>
                      <a:pt x="6258" y="104775"/>
                      <a:pt x="4020" y="101612"/>
                      <a:pt x="2410" y="97859"/>
                    </a:cubicBezTo>
                    <a:cubicBezTo>
                      <a:pt x="800" y="94088"/>
                      <a:pt x="0" y="89692"/>
                      <a:pt x="0" y="84707"/>
                    </a:cubicBezTo>
                    <a:cubicBezTo>
                      <a:pt x="0" y="80494"/>
                      <a:pt x="1105" y="76356"/>
                      <a:pt x="3334" y="72254"/>
                    </a:cubicBezTo>
                    <a:cubicBezTo>
                      <a:pt x="5562" y="68170"/>
                      <a:pt x="9268" y="64473"/>
                      <a:pt x="14449" y="61180"/>
                    </a:cubicBezTo>
                    <a:cubicBezTo>
                      <a:pt x="19640" y="57870"/>
                      <a:pt x="26546" y="55147"/>
                      <a:pt x="35157" y="52976"/>
                    </a:cubicBezTo>
                    <a:cubicBezTo>
                      <a:pt x="43767" y="50806"/>
                      <a:pt x="54464" y="49702"/>
                      <a:pt x="67246" y="49702"/>
                    </a:cubicBezTo>
                    <a:lnTo>
                      <a:pt x="67246" y="43154"/>
                    </a:lnTo>
                    <a:cubicBezTo>
                      <a:pt x="67246" y="35667"/>
                      <a:pt x="65665" y="30112"/>
                      <a:pt x="62484" y="26525"/>
                    </a:cubicBezTo>
                    <a:cubicBezTo>
                      <a:pt x="59312" y="22920"/>
                      <a:pt x="54693" y="21117"/>
                      <a:pt x="48625" y="21117"/>
                    </a:cubicBezTo>
                    <a:cubicBezTo>
                      <a:pt x="44244" y="21117"/>
                      <a:pt x="40595" y="21614"/>
                      <a:pt x="37681" y="22626"/>
                    </a:cubicBezTo>
                    <a:cubicBezTo>
                      <a:pt x="34757" y="23637"/>
                      <a:pt x="32223" y="24778"/>
                      <a:pt x="30061" y="26047"/>
                    </a:cubicBezTo>
                    <a:cubicBezTo>
                      <a:pt x="27908" y="27316"/>
                      <a:pt x="25918" y="28439"/>
                      <a:pt x="24098" y="29450"/>
                    </a:cubicBezTo>
                    <a:cubicBezTo>
                      <a:pt x="22269" y="30461"/>
                      <a:pt x="20260" y="30977"/>
                      <a:pt x="18069" y="30977"/>
                    </a:cubicBezTo>
                    <a:cubicBezTo>
                      <a:pt x="16250" y="30977"/>
                      <a:pt x="14678" y="30498"/>
                      <a:pt x="13363" y="29560"/>
                    </a:cubicBezTo>
                    <a:cubicBezTo>
                      <a:pt x="12040" y="28622"/>
                      <a:pt x="10982" y="27463"/>
                      <a:pt x="10182" y="26102"/>
                    </a:cubicBezTo>
                    <a:lnTo>
                      <a:pt x="5248" y="17548"/>
                    </a:lnTo>
                    <a:cubicBezTo>
                      <a:pt x="18183" y="5850"/>
                      <a:pt x="33776" y="0"/>
                      <a:pt x="52026" y="0"/>
                    </a:cubicBezTo>
                    <a:cubicBezTo>
                      <a:pt x="58598" y="0"/>
                      <a:pt x="64456" y="1067"/>
                      <a:pt x="69609" y="3182"/>
                    </a:cubicBezTo>
                    <a:cubicBezTo>
                      <a:pt x="74752" y="5316"/>
                      <a:pt x="79115" y="8277"/>
                      <a:pt x="82696" y="12067"/>
                    </a:cubicBezTo>
                    <a:cubicBezTo>
                      <a:pt x="86268" y="15856"/>
                      <a:pt x="8899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83"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77" y="68520"/>
                      <a:pt x="37929" y="69770"/>
                      <a:pt x="34719" y="71297"/>
                    </a:cubicBezTo>
                    <a:cubicBezTo>
                      <a:pt x="31499" y="72824"/>
                      <a:pt x="29223" y="74608"/>
                      <a:pt x="2787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4" name="Google Shape;2664;p90"/>
              <p:cNvSpPr/>
              <p:nvPr/>
            </p:nvSpPr>
            <p:spPr>
              <a:xfrm>
                <a:off x="7584986" y="3668000"/>
                <a:ext cx="76571" cy="146861"/>
              </a:xfrm>
              <a:custGeom>
                <a:rect b="b" l="l" r="r" t="t"/>
                <a:pathLst>
                  <a:path extrusionOk="0" h="146861" w="76571">
                    <a:moveTo>
                      <a:pt x="47110" y="146861"/>
                    </a:moveTo>
                    <a:cubicBezTo>
                      <a:pt x="37395" y="146861"/>
                      <a:pt x="29908" y="144138"/>
                      <a:pt x="24651" y="138676"/>
                    </a:cubicBezTo>
                    <a:cubicBezTo>
                      <a:pt x="19402" y="133230"/>
                      <a:pt x="16764" y="125707"/>
                      <a:pt x="16764" y="116106"/>
                    </a:cubicBezTo>
                    <a:lnTo>
                      <a:pt x="16764" y="54042"/>
                    </a:lnTo>
                    <a:lnTo>
                      <a:pt x="5372" y="54042"/>
                    </a:lnTo>
                    <a:cubicBezTo>
                      <a:pt x="3915" y="54042"/>
                      <a:pt x="2657" y="53565"/>
                      <a:pt x="1591" y="52626"/>
                    </a:cubicBezTo>
                    <a:cubicBezTo>
                      <a:pt x="533" y="51688"/>
                      <a:pt x="0" y="50290"/>
                      <a:pt x="0" y="48414"/>
                    </a:cubicBezTo>
                    <a:lnTo>
                      <a:pt x="0" y="37800"/>
                    </a:lnTo>
                    <a:lnTo>
                      <a:pt x="18078" y="34876"/>
                    </a:lnTo>
                    <a:lnTo>
                      <a:pt x="23774" y="4543"/>
                    </a:lnTo>
                    <a:cubicBezTo>
                      <a:pt x="24070" y="3108"/>
                      <a:pt x="24746" y="1986"/>
                      <a:pt x="25803" y="1195"/>
                    </a:cubicBezTo>
                    <a:cubicBezTo>
                      <a:pt x="26861" y="386"/>
                      <a:pt x="28194" y="0"/>
                      <a:pt x="29794" y="0"/>
                    </a:cubicBezTo>
                    <a:lnTo>
                      <a:pt x="43824" y="0"/>
                    </a:lnTo>
                    <a:lnTo>
                      <a:pt x="43824" y="34986"/>
                    </a:lnTo>
                    <a:lnTo>
                      <a:pt x="73390" y="34986"/>
                    </a:lnTo>
                    <a:lnTo>
                      <a:pt x="73390" y="54042"/>
                    </a:lnTo>
                    <a:lnTo>
                      <a:pt x="43824" y="54042"/>
                    </a:lnTo>
                    <a:lnTo>
                      <a:pt x="43824" y="114266"/>
                    </a:lnTo>
                    <a:cubicBezTo>
                      <a:pt x="43824" y="117725"/>
                      <a:pt x="44701" y="120429"/>
                      <a:pt x="46444" y="122378"/>
                    </a:cubicBezTo>
                    <a:cubicBezTo>
                      <a:pt x="48206" y="124328"/>
                      <a:pt x="50540" y="125302"/>
                      <a:pt x="53464" y="125302"/>
                    </a:cubicBezTo>
                    <a:cubicBezTo>
                      <a:pt x="55131" y="125302"/>
                      <a:pt x="56550" y="125101"/>
                      <a:pt x="57674" y="124714"/>
                    </a:cubicBezTo>
                    <a:cubicBezTo>
                      <a:pt x="58807" y="124310"/>
                      <a:pt x="59798" y="123905"/>
                      <a:pt x="60636" y="123463"/>
                    </a:cubicBezTo>
                    <a:cubicBezTo>
                      <a:pt x="61465" y="123040"/>
                      <a:pt x="62227" y="122617"/>
                      <a:pt x="62884" y="122212"/>
                    </a:cubicBezTo>
                    <a:cubicBezTo>
                      <a:pt x="63532" y="121826"/>
                      <a:pt x="64198" y="121624"/>
                      <a:pt x="64856" y="121624"/>
                    </a:cubicBezTo>
                    <a:cubicBezTo>
                      <a:pt x="65656" y="121624"/>
                      <a:pt x="66313" y="121826"/>
                      <a:pt x="66827" y="122212"/>
                    </a:cubicBezTo>
                    <a:cubicBezTo>
                      <a:pt x="67332" y="122617"/>
                      <a:pt x="67875" y="123206"/>
                      <a:pt x="68466" y="124015"/>
                    </a:cubicBezTo>
                    <a:lnTo>
                      <a:pt x="76571" y="137001"/>
                    </a:lnTo>
                    <a:cubicBezTo>
                      <a:pt x="72628" y="140257"/>
                      <a:pt x="68104" y="142704"/>
                      <a:pt x="62989" y="144378"/>
                    </a:cubicBezTo>
                    <a:cubicBezTo>
                      <a:pt x="57883" y="146033"/>
                      <a:pt x="52587" y="146861"/>
                      <a:pt x="47110" y="146861"/>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5" name="Google Shape;2665;p90"/>
              <p:cNvSpPr/>
              <p:nvPr/>
            </p:nvSpPr>
            <p:spPr>
              <a:xfrm>
                <a:off x="7674368" y="3699950"/>
                <a:ext cx="93649" cy="114910"/>
              </a:xfrm>
              <a:custGeom>
                <a:rect b="b" l="l" r="r" t="t"/>
                <a:pathLst>
                  <a:path extrusionOk="0" h="114910" w="93649">
                    <a:moveTo>
                      <a:pt x="93650" y="113182"/>
                    </a:moveTo>
                    <a:lnTo>
                      <a:pt x="81496" y="113182"/>
                    </a:lnTo>
                    <a:cubicBezTo>
                      <a:pt x="78934" y="113182"/>
                      <a:pt x="76924" y="112795"/>
                      <a:pt x="75476" y="112041"/>
                    </a:cubicBezTo>
                    <a:cubicBezTo>
                      <a:pt x="74009" y="111287"/>
                      <a:pt x="72914" y="109742"/>
                      <a:pt x="72180" y="107442"/>
                    </a:cubicBezTo>
                    <a:lnTo>
                      <a:pt x="69770" y="99533"/>
                    </a:lnTo>
                    <a:cubicBezTo>
                      <a:pt x="66932" y="102053"/>
                      <a:pt x="64141" y="104279"/>
                      <a:pt x="61389" y="106191"/>
                    </a:cubicBezTo>
                    <a:cubicBezTo>
                      <a:pt x="58655" y="108104"/>
                      <a:pt x="55826" y="109705"/>
                      <a:pt x="52911" y="111011"/>
                    </a:cubicBezTo>
                    <a:cubicBezTo>
                      <a:pt x="49987" y="112317"/>
                      <a:pt x="46882" y="113292"/>
                      <a:pt x="43596" y="113936"/>
                    </a:cubicBezTo>
                    <a:cubicBezTo>
                      <a:pt x="4031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2" y="68170"/>
                      <a:pt x="9277" y="64473"/>
                      <a:pt x="14459" y="61180"/>
                    </a:cubicBezTo>
                    <a:cubicBezTo>
                      <a:pt x="19650" y="57870"/>
                      <a:pt x="26546" y="55147"/>
                      <a:pt x="35166" y="52976"/>
                    </a:cubicBezTo>
                    <a:cubicBezTo>
                      <a:pt x="43777" y="50806"/>
                      <a:pt x="54473" y="49702"/>
                      <a:pt x="67256" y="49702"/>
                    </a:cubicBezTo>
                    <a:lnTo>
                      <a:pt x="67256" y="43154"/>
                    </a:lnTo>
                    <a:cubicBezTo>
                      <a:pt x="67256" y="35667"/>
                      <a:pt x="65675" y="30112"/>
                      <a:pt x="62494" y="26525"/>
                    </a:cubicBezTo>
                    <a:cubicBezTo>
                      <a:pt x="59322" y="22920"/>
                      <a:pt x="54693" y="21117"/>
                      <a:pt x="48635" y="21117"/>
                    </a:cubicBezTo>
                    <a:cubicBezTo>
                      <a:pt x="44253" y="21117"/>
                      <a:pt x="40605" y="21614"/>
                      <a:pt x="37681" y="22626"/>
                    </a:cubicBezTo>
                    <a:cubicBezTo>
                      <a:pt x="34766" y="23637"/>
                      <a:pt x="32223" y="24778"/>
                      <a:pt x="30061" y="26047"/>
                    </a:cubicBezTo>
                    <a:cubicBezTo>
                      <a:pt x="27918" y="27316"/>
                      <a:pt x="25927" y="28439"/>
                      <a:pt x="24098" y="29450"/>
                    </a:cubicBezTo>
                    <a:cubicBezTo>
                      <a:pt x="22269" y="30461"/>
                      <a:pt x="20260" y="30977"/>
                      <a:pt x="18078" y="30977"/>
                    </a:cubicBezTo>
                    <a:cubicBezTo>
                      <a:pt x="16250" y="30977"/>
                      <a:pt x="14678" y="30498"/>
                      <a:pt x="13363" y="29560"/>
                    </a:cubicBezTo>
                    <a:cubicBezTo>
                      <a:pt x="12049" y="28622"/>
                      <a:pt x="10982" y="27463"/>
                      <a:pt x="10182" y="26102"/>
                    </a:cubicBezTo>
                    <a:lnTo>
                      <a:pt x="5258" y="17548"/>
                    </a:lnTo>
                    <a:cubicBezTo>
                      <a:pt x="18183" y="5850"/>
                      <a:pt x="33776" y="0"/>
                      <a:pt x="52026" y="0"/>
                    </a:cubicBezTo>
                    <a:cubicBezTo>
                      <a:pt x="58607" y="0"/>
                      <a:pt x="64465" y="1067"/>
                      <a:pt x="69618" y="3182"/>
                    </a:cubicBezTo>
                    <a:cubicBezTo>
                      <a:pt x="74762" y="5316"/>
                      <a:pt x="79124" y="8277"/>
                      <a:pt x="82705" y="12067"/>
                    </a:cubicBezTo>
                    <a:cubicBezTo>
                      <a:pt x="86277" y="15856"/>
                      <a:pt x="89002" y="20399"/>
                      <a:pt x="90859" y="25660"/>
                    </a:cubicBezTo>
                    <a:cubicBezTo>
                      <a:pt x="92726" y="30940"/>
                      <a:pt x="93650" y="36716"/>
                      <a:pt x="93650" y="42988"/>
                    </a:cubicBezTo>
                    <a:lnTo>
                      <a:pt x="93650" y="113182"/>
                    </a:lnTo>
                    <a:close/>
                    <a:moveTo>
                      <a:pt x="41081" y="96498"/>
                    </a:moveTo>
                    <a:cubicBezTo>
                      <a:pt x="43853" y="96498"/>
                      <a:pt x="46406" y="96240"/>
                      <a:pt x="48739" y="95743"/>
                    </a:cubicBezTo>
                    <a:cubicBezTo>
                      <a:pt x="51073" y="95247"/>
                      <a:pt x="53292" y="94511"/>
                      <a:pt x="55378" y="93518"/>
                    </a:cubicBezTo>
                    <a:cubicBezTo>
                      <a:pt x="57445" y="92525"/>
                      <a:pt x="59455" y="91292"/>
                      <a:pt x="61389" y="89839"/>
                    </a:cubicBezTo>
                    <a:cubicBezTo>
                      <a:pt x="63332" y="88386"/>
                      <a:pt x="65284" y="86657"/>
                      <a:pt x="67256" y="84670"/>
                    </a:cubicBezTo>
                    <a:lnTo>
                      <a:pt x="67256" y="66055"/>
                    </a:lnTo>
                    <a:cubicBezTo>
                      <a:pt x="59369" y="66055"/>
                      <a:pt x="52778" y="66551"/>
                      <a:pt x="47492" y="67545"/>
                    </a:cubicBezTo>
                    <a:cubicBezTo>
                      <a:pt x="42186" y="68520"/>
                      <a:pt x="37938" y="69770"/>
                      <a:pt x="34728" y="71297"/>
                    </a:cubicBezTo>
                    <a:cubicBezTo>
                      <a:pt x="31509" y="72824"/>
                      <a:pt x="29232" y="74608"/>
                      <a:pt x="27880" y="76650"/>
                    </a:cubicBezTo>
                    <a:cubicBezTo>
                      <a:pt x="26518" y="78673"/>
                      <a:pt x="25851" y="80899"/>
                      <a:pt x="25851" y="83291"/>
                    </a:cubicBezTo>
                    <a:cubicBezTo>
                      <a:pt x="25851" y="88018"/>
                      <a:pt x="27251" y="91402"/>
                      <a:pt x="30061" y="93444"/>
                    </a:cubicBezTo>
                    <a:cubicBezTo>
                      <a:pt x="32871" y="95486"/>
                      <a:pt x="36547" y="96498"/>
                      <a:pt x="41081" y="96498"/>
                    </a:cubicBezTo>
                    <a:close/>
                  </a:path>
                </a:pathLst>
              </a:custGeom>
              <a:solidFill>
                <a:srgbClr val="000000"/>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6" name="Google Shape;2666;p90"/>
              <p:cNvSpPr/>
              <p:nvPr/>
            </p:nvSpPr>
            <p:spPr>
              <a:xfrm>
                <a:off x="3505200" y="3024018"/>
                <a:ext cx="685491" cy="765910"/>
              </a:xfrm>
              <a:custGeom>
                <a:rect b="b" l="l" r="r" t="t"/>
                <a:pathLst>
                  <a:path extrusionOk="0" h="765910" w="685491">
                    <a:moveTo>
                      <a:pt x="658536" y="171946"/>
                    </a:moveTo>
                    <a:lnTo>
                      <a:pt x="369701" y="7096"/>
                    </a:lnTo>
                    <a:cubicBezTo>
                      <a:pt x="353124" y="-2365"/>
                      <a:pt x="332367" y="-2365"/>
                      <a:pt x="315790" y="7096"/>
                    </a:cubicBezTo>
                    <a:lnTo>
                      <a:pt x="26956" y="171946"/>
                    </a:lnTo>
                    <a:cubicBezTo>
                      <a:pt x="10378" y="181408"/>
                      <a:pt x="0" y="199132"/>
                      <a:pt x="0" y="218056"/>
                    </a:cubicBezTo>
                    <a:lnTo>
                      <a:pt x="0" y="547888"/>
                    </a:lnTo>
                    <a:cubicBezTo>
                      <a:pt x="0" y="566812"/>
                      <a:pt x="10378" y="584537"/>
                      <a:pt x="26956" y="593998"/>
                    </a:cubicBezTo>
                    <a:lnTo>
                      <a:pt x="315790" y="758848"/>
                    </a:lnTo>
                    <a:cubicBezTo>
                      <a:pt x="324146" y="763646"/>
                      <a:pt x="333446" y="765911"/>
                      <a:pt x="342746" y="765911"/>
                    </a:cubicBezTo>
                    <a:cubicBezTo>
                      <a:pt x="352046" y="765911"/>
                      <a:pt x="361345" y="763512"/>
                      <a:pt x="369701" y="758848"/>
                    </a:cubicBezTo>
                    <a:lnTo>
                      <a:pt x="658536" y="593998"/>
                    </a:lnTo>
                    <a:cubicBezTo>
                      <a:pt x="675113" y="584537"/>
                      <a:pt x="685491" y="566812"/>
                      <a:pt x="685491" y="547888"/>
                    </a:cubicBezTo>
                    <a:lnTo>
                      <a:pt x="685491" y="218056"/>
                    </a:lnTo>
                    <a:cubicBezTo>
                      <a:pt x="685491" y="199132"/>
                      <a:pt x="675113" y="181408"/>
                      <a:pt x="658536" y="171946"/>
                    </a:cubicBezTo>
                    <a:close/>
                    <a:moveTo>
                      <a:pt x="631579" y="547888"/>
                    </a:moveTo>
                    <a:lnTo>
                      <a:pt x="342746" y="712738"/>
                    </a:lnTo>
                    <a:lnTo>
                      <a:pt x="53912" y="547888"/>
                    </a:lnTo>
                    <a:lnTo>
                      <a:pt x="53912" y="218056"/>
                    </a:lnTo>
                    <a:lnTo>
                      <a:pt x="342746" y="53206"/>
                    </a:lnTo>
                    <a:lnTo>
                      <a:pt x="631579" y="218056"/>
                    </a:lnTo>
                    <a:lnTo>
                      <a:pt x="631579" y="547888"/>
                    </a:lnTo>
                    <a:close/>
                  </a:path>
                </a:pathLst>
              </a:custGeom>
              <a:solidFill>
                <a:srgbClr val="29B5E8"/>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sp>
            <p:nvSpPr>
              <p:cNvPr id="2667" name="Google Shape;2667;p90"/>
              <p:cNvSpPr/>
              <p:nvPr/>
            </p:nvSpPr>
            <p:spPr>
              <a:xfrm>
                <a:off x="3587954" y="3212755"/>
                <a:ext cx="519981" cy="410458"/>
              </a:xfrm>
              <a:custGeom>
                <a:rect b="b" l="l" r="r" t="t"/>
                <a:pathLst>
                  <a:path extrusionOk="0" h="410458" w="519981">
                    <a:moveTo>
                      <a:pt x="259991" y="0"/>
                    </a:moveTo>
                    <a:cubicBezTo>
                      <a:pt x="152976" y="0"/>
                      <a:pt x="64964" y="82225"/>
                      <a:pt x="57146" y="186172"/>
                    </a:cubicBezTo>
                    <a:lnTo>
                      <a:pt x="16848" y="186172"/>
                    </a:lnTo>
                    <a:cubicBezTo>
                      <a:pt x="7548" y="186172"/>
                      <a:pt x="0" y="193635"/>
                      <a:pt x="0" y="202830"/>
                    </a:cubicBezTo>
                    <a:cubicBezTo>
                      <a:pt x="0" y="212026"/>
                      <a:pt x="7548" y="219489"/>
                      <a:pt x="16848" y="219489"/>
                    </a:cubicBezTo>
                    <a:lnTo>
                      <a:pt x="140306" y="219489"/>
                    </a:lnTo>
                    <a:cubicBezTo>
                      <a:pt x="143945" y="244142"/>
                      <a:pt x="155132" y="267731"/>
                      <a:pt x="174271" y="286654"/>
                    </a:cubicBezTo>
                    <a:cubicBezTo>
                      <a:pt x="197857" y="309976"/>
                      <a:pt x="228856" y="321703"/>
                      <a:pt x="259991" y="321703"/>
                    </a:cubicBezTo>
                    <a:cubicBezTo>
                      <a:pt x="275086" y="321703"/>
                      <a:pt x="290181" y="318905"/>
                      <a:pt x="304333" y="313441"/>
                    </a:cubicBezTo>
                    <a:lnTo>
                      <a:pt x="311746" y="320771"/>
                    </a:lnTo>
                    <a:lnTo>
                      <a:pt x="387897" y="396465"/>
                    </a:lnTo>
                    <a:cubicBezTo>
                      <a:pt x="397062" y="405528"/>
                      <a:pt x="409192" y="410458"/>
                      <a:pt x="422131" y="410458"/>
                    </a:cubicBezTo>
                    <a:cubicBezTo>
                      <a:pt x="435070" y="410458"/>
                      <a:pt x="447200" y="405528"/>
                      <a:pt x="456231" y="396465"/>
                    </a:cubicBezTo>
                    <a:lnTo>
                      <a:pt x="457174" y="395532"/>
                    </a:lnTo>
                    <a:cubicBezTo>
                      <a:pt x="476044" y="376875"/>
                      <a:pt x="476044" y="346624"/>
                      <a:pt x="457174" y="327967"/>
                    </a:cubicBezTo>
                    <a:lnTo>
                      <a:pt x="381158" y="252405"/>
                    </a:lnTo>
                    <a:lnTo>
                      <a:pt x="373206" y="244543"/>
                    </a:lnTo>
                    <a:cubicBezTo>
                      <a:pt x="376306" y="236547"/>
                      <a:pt x="378463" y="228150"/>
                      <a:pt x="379675" y="219622"/>
                    </a:cubicBezTo>
                    <a:lnTo>
                      <a:pt x="503134" y="219622"/>
                    </a:lnTo>
                    <a:cubicBezTo>
                      <a:pt x="512434" y="219622"/>
                      <a:pt x="519981" y="212159"/>
                      <a:pt x="519981" y="202963"/>
                    </a:cubicBezTo>
                    <a:cubicBezTo>
                      <a:pt x="519981" y="193768"/>
                      <a:pt x="512434" y="186305"/>
                      <a:pt x="503134" y="186305"/>
                    </a:cubicBezTo>
                    <a:lnTo>
                      <a:pt x="462834" y="186305"/>
                    </a:lnTo>
                    <a:cubicBezTo>
                      <a:pt x="455017" y="82358"/>
                      <a:pt x="367141" y="133"/>
                      <a:pt x="259991" y="133"/>
                    </a:cubicBezTo>
                    <a:lnTo>
                      <a:pt x="259991" y="0"/>
                    </a:lnTo>
                    <a:close/>
                    <a:moveTo>
                      <a:pt x="198127" y="263200"/>
                    </a:moveTo>
                    <a:cubicBezTo>
                      <a:pt x="164027" y="229483"/>
                      <a:pt x="164027" y="174578"/>
                      <a:pt x="198127" y="140862"/>
                    </a:cubicBezTo>
                    <a:cubicBezTo>
                      <a:pt x="214704" y="124470"/>
                      <a:pt x="236674" y="115542"/>
                      <a:pt x="259991" y="115542"/>
                    </a:cubicBezTo>
                    <a:cubicBezTo>
                      <a:pt x="283308" y="115542"/>
                      <a:pt x="305276" y="124604"/>
                      <a:pt x="321855" y="140862"/>
                    </a:cubicBezTo>
                    <a:cubicBezTo>
                      <a:pt x="338433" y="157253"/>
                      <a:pt x="347463" y="178843"/>
                      <a:pt x="347463" y="202031"/>
                    </a:cubicBezTo>
                    <a:cubicBezTo>
                      <a:pt x="347463" y="225219"/>
                      <a:pt x="338433" y="246808"/>
                      <a:pt x="321855" y="263200"/>
                    </a:cubicBezTo>
                    <a:cubicBezTo>
                      <a:pt x="287755" y="296916"/>
                      <a:pt x="232226" y="296916"/>
                      <a:pt x="198127" y="263200"/>
                    </a:cubicBezTo>
                    <a:close/>
                    <a:moveTo>
                      <a:pt x="433452" y="351554"/>
                    </a:moveTo>
                    <a:cubicBezTo>
                      <a:pt x="439113" y="357151"/>
                      <a:pt x="439113" y="366347"/>
                      <a:pt x="433452" y="371944"/>
                    </a:cubicBezTo>
                    <a:lnTo>
                      <a:pt x="432374" y="373010"/>
                    </a:lnTo>
                    <a:cubicBezTo>
                      <a:pt x="429544" y="375809"/>
                      <a:pt x="425771" y="377275"/>
                      <a:pt x="422131" y="377275"/>
                    </a:cubicBezTo>
                    <a:cubicBezTo>
                      <a:pt x="418493" y="377275"/>
                      <a:pt x="414718" y="375809"/>
                      <a:pt x="411888" y="373010"/>
                    </a:cubicBezTo>
                    <a:lnTo>
                      <a:pt x="335737" y="297315"/>
                    </a:lnTo>
                    <a:lnTo>
                      <a:pt x="357436" y="275860"/>
                    </a:lnTo>
                    <a:lnTo>
                      <a:pt x="433588" y="351421"/>
                    </a:lnTo>
                    <a:lnTo>
                      <a:pt x="433452" y="351554"/>
                    </a:lnTo>
                    <a:close/>
                    <a:moveTo>
                      <a:pt x="379945" y="186305"/>
                    </a:moveTo>
                    <a:cubicBezTo>
                      <a:pt x="376441" y="160318"/>
                      <a:pt x="364715" y="136197"/>
                      <a:pt x="345576" y="117407"/>
                    </a:cubicBezTo>
                    <a:cubicBezTo>
                      <a:pt x="322663" y="94751"/>
                      <a:pt x="292203" y="82358"/>
                      <a:pt x="259856" y="82358"/>
                    </a:cubicBezTo>
                    <a:cubicBezTo>
                      <a:pt x="227509" y="82358"/>
                      <a:pt x="197049" y="94885"/>
                      <a:pt x="174136" y="117407"/>
                    </a:cubicBezTo>
                    <a:cubicBezTo>
                      <a:pt x="154593" y="136730"/>
                      <a:pt x="143271" y="161118"/>
                      <a:pt x="139901" y="186305"/>
                    </a:cubicBezTo>
                    <a:lnTo>
                      <a:pt x="90707" y="186305"/>
                    </a:lnTo>
                    <a:cubicBezTo>
                      <a:pt x="98524" y="100749"/>
                      <a:pt x="171305" y="33450"/>
                      <a:pt x="259856" y="33450"/>
                    </a:cubicBezTo>
                    <a:cubicBezTo>
                      <a:pt x="348407" y="33450"/>
                      <a:pt x="420783" y="100349"/>
                      <a:pt x="429005" y="186305"/>
                    </a:cubicBezTo>
                    <a:lnTo>
                      <a:pt x="379811" y="186305"/>
                    </a:lnTo>
                    <a:lnTo>
                      <a:pt x="379945" y="186305"/>
                    </a:lnTo>
                    <a:close/>
                  </a:path>
                </a:pathLst>
              </a:custGeom>
              <a:solidFill>
                <a:srgbClr val="29B5E8"/>
              </a:solidFill>
              <a:ln>
                <a:noFill/>
              </a:ln>
            </p:spPr>
            <p:txBody>
              <a:bodyPr anchorCtr="0" anchor="ctr" bIns="15100" lIns="30225" spcFirstLastPara="1" rIns="30225" wrap="square" tIns="15100">
                <a:noAutofit/>
              </a:bodyPr>
              <a:lstStyle/>
              <a:p>
                <a:pPr indent="0" lvl="0" marL="0" marR="0" rtl="0" algn="l">
                  <a:spcBef>
                    <a:spcPts val="0"/>
                  </a:spcBef>
                  <a:spcAft>
                    <a:spcPts val="0"/>
                  </a:spcAft>
                  <a:buNone/>
                </a:pPr>
                <a:r>
                  <a:t/>
                </a:r>
                <a:endParaRPr sz="617">
                  <a:solidFill>
                    <a:srgbClr val="262626"/>
                  </a:solidFill>
                  <a:latin typeface="Arial"/>
                  <a:ea typeface="Arial"/>
                  <a:cs typeface="Arial"/>
                  <a:sym typeface="Arial"/>
                </a:endParaRPr>
              </a:p>
            </p:txBody>
          </p:sp>
        </p:gr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91"/>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800"/>
              </a:spcAft>
              <a:buNone/>
            </a:pPr>
            <a:r>
              <a:rPr lang="en"/>
              <a:t>LOGOS</a:t>
            </a:r>
            <a:br>
              <a:rPr lang="en"/>
            </a:br>
            <a:r>
              <a:rPr lang="en">
                <a:solidFill>
                  <a:schemeClr val="accent1"/>
                </a:solidFill>
              </a:rPr>
              <a:t>AND ICONS</a:t>
            </a:r>
            <a:endParaRPr>
              <a:solidFill>
                <a:schemeClr val="accen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6" name="Shape 2676"/>
        <p:cNvGrpSpPr/>
        <p:nvPr/>
      </p:nvGrpSpPr>
      <p:grpSpPr>
        <a:xfrm>
          <a:off x="0" y="0"/>
          <a:ext cx="0" cy="0"/>
          <a:chOff x="0" y="0"/>
          <a:chExt cx="0" cy="0"/>
        </a:xfrm>
      </p:grpSpPr>
      <p:sp>
        <p:nvSpPr>
          <p:cNvPr id="2677" name="Google Shape;2677;p92"/>
          <p:cNvSpPr/>
          <p:nvPr/>
        </p:nvSpPr>
        <p:spPr>
          <a:xfrm>
            <a:off x="4572000" y="0"/>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92"/>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679" name="Google Shape;2679;p9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Snowflake Logo &amp; Bug</a:t>
            </a:r>
            <a:endParaRPr/>
          </a:p>
        </p:txBody>
      </p:sp>
      <p:pic>
        <p:nvPicPr>
          <p:cNvPr id="2680" name="Google Shape;2680;p92"/>
          <p:cNvPicPr preferRelativeResize="0"/>
          <p:nvPr/>
        </p:nvPicPr>
        <p:blipFill rotWithShape="1">
          <a:blip r:embed="rId3">
            <a:alphaModFix/>
          </a:blip>
          <a:srcRect b="0" l="0" r="0" t="0"/>
          <a:stretch/>
        </p:blipFill>
        <p:spPr>
          <a:xfrm>
            <a:off x="3303120" y="2184377"/>
            <a:ext cx="593610" cy="548640"/>
          </a:xfrm>
          <a:prstGeom prst="rect">
            <a:avLst/>
          </a:prstGeom>
          <a:noFill/>
          <a:ln>
            <a:noFill/>
          </a:ln>
        </p:spPr>
      </p:pic>
      <p:pic>
        <p:nvPicPr>
          <p:cNvPr id="2681" name="Google Shape;2681;p92"/>
          <p:cNvPicPr preferRelativeResize="0"/>
          <p:nvPr/>
        </p:nvPicPr>
        <p:blipFill rotWithShape="1">
          <a:blip r:embed="rId4">
            <a:alphaModFix/>
          </a:blip>
          <a:srcRect b="0" l="0" r="0" t="0"/>
          <a:stretch/>
        </p:blipFill>
        <p:spPr>
          <a:xfrm>
            <a:off x="7944452" y="2184377"/>
            <a:ext cx="604299" cy="548640"/>
          </a:xfrm>
          <a:prstGeom prst="rect">
            <a:avLst/>
          </a:prstGeom>
          <a:noFill/>
          <a:ln>
            <a:noFill/>
          </a:ln>
        </p:spPr>
      </p:pic>
      <p:pic>
        <p:nvPicPr>
          <p:cNvPr id="2682" name="Google Shape;2682;p92"/>
          <p:cNvPicPr preferRelativeResize="0"/>
          <p:nvPr/>
        </p:nvPicPr>
        <p:blipFill rotWithShape="1">
          <a:blip r:embed="rId5">
            <a:alphaModFix/>
          </a:blip>
          <a:srcRect b="0" l="0" r="0" t="0"/>
          <a:stretch/>
        </p:blipFill>
        <p:spPr>
          <a:xfrm>
            <a:off x="422097" y="2184378"/>
            <a:ext cx="2253644" cy="548640"/>
          </a:xfrm>
          <a:prstGeom prst="rect">
            <a:avLst/>
          </a:prstGeom>
          <a:noFill/>
          <a:ln>
            <a:noFill/>
          </a:ln>
        </p:spPr>
      </p:pic>
      <p:pic>
        <p:nvPicPr>
          <p:cNvPr id="2683" name="Google Shape;2683;p92"/>
          <p:cNvPicPr preferRelativeResize="0"/>
          <p:nvPr/>
        </p:nvPicPr>
        <p:blipFill rotWithShape="1">
          <a:blip r:embed="rId6">
            <a:alphaModFix/>
          </a:blip>
          <a:srcRect b="0" l="0" r="0" t="0"/>
          <a:stretch/>
        </p:blipFill>
        <p:spPr>
          <a:xfrm>
            <a:off x="4931184" y="2184378"/>
            <a:ext cx="2354580" cy="548640"/>
          </a:xfrm>
          <a:prstGeom prst="rect">
            <a:avLst/>
          </a:prstGeom>
          <a:noFill/>
          <a:ln>
            <a:noFill/>
          </a:ln>
        </p:spPr>
      </p:pic>
      <p:sp>
        <p:nvSpPr>
          <p:cNvPr id="2684" name="Google Shape;2684;p92"/>
          <p:cNvSpPr txBox="1"/>
          <p:nvPr/>
        </p:nvSpPr>
        <p:spPr>
          <a:xfrm>
            <a:off x="368300" y="1289050"/>
            <a:ext cx="4038600" cy="3372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5B5B5B"/>
              </a:buClr>
              <a:buSzPts val="1100"/>
              <a:buFont typeface="Arial"/>
              <a:buNone/>
            </a:pPr>
            <a:r>
              <a:rPr b="0" i="0" lang="en" sz="1100" u="none" cap="none" strike="noStrike">
                <a:solidFill>
                  <a:srgbClr val="5B5B5B"/>
                </a:solidFill>
                <a:latin typeface="Arial"/>
                <a:ea typeface="Arial"/>
                <a:cs typeface="Arial"/>
                <a:sym typeface="Arial"/>
              </a:rPr>
              <a:t>Use the Snowflake Blue logo on white or dotted backgrounds.</a:t>
            </a:r>
            <a:endParaRPr/>
          </a:p>
        </p:txBody>
      </p:sp>
      <p:sp>
        <p:nvSpPr>
          <p:cNvPr id="2685" name="Google Shape;2685;p92"/>
          <p:cNvSpPr txBox="1"/>
          <p:nvPr/>
        </p:nvSpPr>
        <p:spPr>
          <a:xfrm>
            <a:off x="4870375" y="3282000"/>
            <a:ext cx="3816300" cy="48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000000"/>
              </a:buClr>
              <a:buSzPts val="1100"/>
              <a:buFont typeface="Arial"/>
              <a:buNone/>
            </a:pPr>
            <a:r>
              <a:rPr b="0" i="0" lang="en" sz="1100" u="none" cap="none" strike="noStrike">
                <a:solidFill>
                  <a:srgbClr val="000000"/>
                </a:solidFill>
                <a:latin typeface="Arial"/>
                <a:ea typeface="Arial"/>
                <a:cs typeface="Arial"/>
                <a:sym typeface="Arial"/>
              </a:rPr>
              <a:t>If you need to resize the logo, </a:t>
            </a:r>
            <a:r>
              <a:rPr b="1" i="0" lang="en" sz="1100" u="none" cap="none" strike="noStrike">
                <a:solidFill>
                  <a:srgbClr val="000000"/>
                </a:solidFill>
                <a:latin typeface="Arial"/>
                <a:ea typeface="Arial"/>
                <a:cs typeface="Arial"/>
                <a:sym typeface="Arial"/>
              </a:rPr>
              <a:t>pull from a corner handle and hold the shift key</a:t>
            </a:r>
            <a:r>
              <a:rPr b="0" i="0" lang="en" sz="1100" u="none" cap="none" strike="noStrike">
                <a:solidFill>
                  <a:srgbClr val="000000"/>
                </a:solidFill>
                <a:latin typeface="Arial"/>
                <a:ea typeface="Arial"/>
                <a:cs typeface="Arial"/>
                <a:sym typeface="Arial"/>
              </a:rPr>
              <a:t> to avoid distortion.</a:t>
            </a:r>
            <a:endParaRPr/>
          </a:p>
        </p:txBody>
      </p:sp>
      <p:sp>
        <p:nvSpPr>
          <p:cNvPr id="2686" name="Google Shape;2686;p92"/>
          <p:cNvSpPr txBox="1"/>
          <p:nvPr/>
        </p:nvSpPr>
        <p:spPr>
          <a:xfrm>
            <a:off x="4870374" y="1291125"/>
            <a:ext cx="4127700" cy="48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000000"/>
              </a:buClr>
              <a:buSzPts val="1100"/>
              <a:buFont typeface="Arial"/>
              <a:buNone/>
            </a:pPr>
            <a:r>
              <a:rPr b="0" i="0" lang="en" sz="1100" u="none" cap="none" strike="noStrike">
                <a:solidFill>
                  <a:srgbClr val="000000"/>
                </a:solidFill>
                <a:latin typeface="Arial"/>
                <a:ea typeface="Arial"/>
                <a:cs typeface="Arial"/>
                <a:sym typeface="Arial"/>
              </a:rPr>
              <a:t>Use the white logo on Snowflake Blue, dark colors and on color overlay images.</a:t>
            </a:r>
            <a:endParaRPr/>
          </a:p>
        </p:txBody>
      </p:sp>
      <p:pic>
        <p:nvPicPr>
          <p:cNvPr id="2687" name="Google Shape;2687;p92"/>
          <p:cNvPicPr preferRelativeResize="0"/>
          <p:nvPr/>
        </p:nvPicPr>
        <p:blipFill rotWithShape="1">
          <a:blip r:embed="rId7">
            <a:alphaModFix/>
          </a:blip>
          <a:srcRect b="0" l="0" r="0" t="0"/>
          <a:stretch/>
        </p:blipFill>
        <p:spPr>
          <a:xfrm>
            <a:off x="333925" y="3781500"/>
            <a:ext cx="3056549" cy="874075"/>
          </a:xfrm>
          <a:prstGeom prst="rect">
            <a:avLst/>
          </a:prstGeom>
          <a:noFill/>
          <a:ln>
            <a:noFill/>
          </a:ln>
        </p:spPr>
      </p:pic>
      <p:sp>
        <p:nvSpPr>
          <p:cNvPr id="2688" name="Google Shape;2688;p92"/>
          <p:cNvSpPr txBox="1"/>
          <p:nvPr/>
        </p:nvSpPr>
        <p:spPr>
          <a:xfrm>
            <a:off x="367900" y="3282000"/>
            <a:ext cx="3588300" cy="48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5B5B5B"/>
              </a:buClr>
              <a:buSzPts val="1100"/>
              <a:buFont typeface="Arial"/>
              <a:buNone/>
            </a:pPr>
            <a:r>
              <a:rPr b="0" i="0" lang="en" sz="1100" u="none" cap="none" strike="noStrike">
                <a:solidFill>
                  <a:srgbClr val="5B5B5B"/>
                </a:solidFill>
                <a:latin typeface="Arial"/>
                <a:ea typeface="Arial"/>
                <a:cs typeface="Arial"/>
                <a:sym typeface="Arial"/>
              </a:rPr>
              <a:t>The logo requires a minimum clear space on all sides that is equal to the x-height of the logotype.</a:t>
            </a:r>
            <a:endParaRPr/>
          </a:p>
        </p:txBody>
      </p:sp>
      <p:sp>
        <p:nvSpPr>
          <p:cNvPr id="2689" name="Google Shape;2689;p92"/>
          <p:cNvSpPr txBox="1"/>
          <p:nvPr/>
        </p:nvSpPr>
        <p:spPr>
          <a:xfrm>
            <a:off x="367901" y="1014400"/>
            <a:ext cx="32004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252525"/>
              </a:buClr>
              <a:buSzPts val="900"/>
              <a:buFont typeface="Arial"/>
              <a:buNone/>
            </a:pPr>
            <a:r>
              <a:rPr b="1" i="0" lang="en" sz="900" u="none" cap="none" strike="noStrike">
                <a:solidFill>
                  <a:srgbClr val="252525"/>
                </a:solidFill>
                <a:latin typeface="Arial"/>
                <a:ea typeface="Arial"/>
                <a:cs typeface="Arial"/>
                <a:sym typeface="Arial"/>
              </a:rPr>
              <a:t>SNOWFLAKE BLUE LOGO &amp; BUG</a:t>
            </a:r>
            <a:endParaRPr/>
          </a:p>
        </p:txBody>
      </p:sp>
      <p:sp>
        <p:nvSpPr>
          <p:cNvPr id="2690" name="Google Shape;2690;p92"/>
          <p:cNvSpPr txBox="1"/>
          <p:nvPr/>
        </p:nvSpPr>
        <p:spPr>
          <a:xfrm>
            <a:off x="4870375" y="1014400"/>
            <a:ext cx="32004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000000"/>
              </a:buClr>
              <a:buSzPts val="900"/>
              <a:buFont typeface="Arial"/>
              <a:buNone/>
            </a:pPr>
            <a:r>
              <a:rPr b="1" i="0" lang="en" sz="900" u="none" cap="none" strike="noStrike">
                <a:solidFill>
                  <a:srgbClr val="000000"/>
                </a:solidFill>
                <a:latin typeface="Arial"/>
                <a:ea typeface="Arial"/>
                <a:cs typeface="Arial"/>
                <a:sym typeface="Arial"/>
              </a:rPr>
              <a:t>WHITE LOGO &amp; BUG</a:t>
            </a:r>
            <a:endParaRPr/>
          </a:p>
        </p:txBody>
      </p:sp>
      <p:sp>
        <p:nvSpPr>
          <p:cNvPr id="2691" name="Google Shape;2691;p92"/>
          <p:cNvSpPr txBox="1"/>
          <p:nvPr/>
        </p:nvSpPr>
        <p:spPr>
          <a:xfrm>
            <a:off x="367901" y="3090200"/>
            <a:ext cx="32004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252525"/>
              </a:buClr>
              <a:buSzPts val="900"/>
              <a:buFont typeface="Arial"/>
              <a:buNone/>
            </a:pPr>
            <a:r>
              <a:rPr b="1" i="0" lang="en" sz="900" u="none" cap="none" strike="noStrike">
                <a:solidFill>
                  <a:srgbClr val="252525"/>
                </a:solidFill>
                <a:latin typeface="Arial"/>
                <a:ea typeface="Arial"/>
                <a:cs typeface="Arial"/>
                <a:sym typeface="Arial"/>
              </a:rPr>
              <a:t>CLEAR SPACE</a:t>
            </a:r>
            <a:endParaRPr/>
          </a:p>
        </p:txBody>
      </p:sp>
      <p:sp>
        <p:nvSpPr>
          <p:cNvPr id="2692" name="Google Shape;2692;p92"/>
          <p:cNvSpPr txBox="1"/>
          <p:nvPr/>
        </p:nvSpPr>
        <p:spPr>
          <a:xfrm>
            <a:off x="4870375" y="3090200"/>
            <a:ext cx="32004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1000"/>
              </a:spcAft>
              <a:buClr>
                <a:srgbClr val="000000"/>
              </a:buClr>
              <a:buSzPts val="900"/>
              <a:buFont typeface="Arial"/>
              <a:buNone/>
            </a:pPr>
            <a:r>
              <a:rPr b="1" i="0" lang="en" sz="900" u="none" cap="none" strike="noStrike">
                <a:solidFill>
                  <a:srgbClr val="000000"/>
                </a:solidFill>
                <a:latin typeface="Arial"/>
                <a:ea typeface="Arial"/>
                <a:cs typeface="Arial"/>
                <a:sym typeface="Arial"/>
              </a:rPr>
              <a:t>CHANGING SIZE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6" name="Shape 2696"/>
        <p:cNvGrpSpPr/>
        <p:nvPr/>
      </p:nvGrpSpPr>
      <p:grpSpPr>
        <a:xfrm>
          <a:off x="0" y="0"/>
          <a:ext cx="0" cy="0"/>
          <a:chOff x="0" y="0"/>
          <a:chExt cx="0" cy="0"/>
        </a:xfrm>
      </p:grpSpPr>
      <p:sp>
        <p:nvSpPr>
          <p:cNvPr id="2697" name="Google Shape;2697;p93"/>
          <p:cNvSpPr txBox="1"/>
          <p:nvPr/>
        </p:nvSpPr>
        <p:spPr>
          <a:xfrm>
            <a:off x="354550" y="975950"/>
            <a:ext cx="3698400" cy="29406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3C4043"/>
              </a:buClr>
              <a:buSzPts val="1100"/>
              <a:buFont typeface="Arial"/>
              <a:buNone/>
            </a:pPr>
            <a:r>
              <a:rPr b="1" i="0" lang="en" sz="1400" u="none" cap="none" strike="noStrike">
                <a:solidFill>
                  <a:srgbClr val="11567F"/>
                </a:solidFill>
                <a:latin typeface="Arial"/>
                <a:ea typeface="Arial"/>
                <a:cs typeface="Arial"/>
                <a:sym typeface="Arial"/>
              </a:rPr>
              <a:t>Color</a:t>
            </a:r>
            <a:endParaRPr/>
          </a:p>
          <a:p>
            <a:pPr indent="0" lvl="0" marL="0" marR="0" rtl="0" algn="l">
              <a:lnSpc>
                <a:spcPct val="110000"/>
              </a:lnSpc>
              <a:spcBef>
                <a:spcPts val="0"/>
              </a:spcBef>
              <a:spcAft>
                <a:spcPts val="0"/>
              </a:spcAft>
              <a:buClr>
                <a:srgbClr val="3C4043"/>
              </a:buClr>
              <a:buSzPts val="1100"/>
              <a:buFont typeface="Arial"/>
              <a:buNone/>
            </a:pPr>
            <a:r>
              <a:rPr b="0" i="0" lang="en" sz="1000" u="none" cap="none" strike="noStrike">
                <a:solidFill>
                  <a:srgbClr val="5B5B5B"/>
                </a:solidFill>
                <a:latin typeface="Arial"/>
                <a:ea typeface="Arial"/>
                <a:cs typeface="Arial"/>
                <a:sym typeface="Arial"/>
              </a:rPr>
              <a:t>Snowflake icons should appear in only these colors:</a:t>
            </a:r>
            <a:endParaRPr sz="1000"/>
          </a:p>
          <a:p>
            <a:pPr indent="-171450" lvl="0" marL="171450" marR="0" rtl="0" algn="l">
              <a:lnSpc>
                <a:spcPct val="114000"/>
              </a:lnSpc>
              <a:spcBef>
                <a:spcPts val="0"/>
              </a:spcBef>
              <a:spcAft>
                <a:spcPts val="0"/>
              </a:spcAft>
              <a:buClr>
                <a:schemeClr val="accent1"/>
              </a:buClr>
              <a:buSzPts val="1000"/>
              <a:buFont typeface="Arial"/>
              <a:buChar char="•"/>
            </a:pPr>
            <a:r>
              <a:rPr b="0" i="0" lang="en" sz="1000" u="none" cap="none" strike="noStrike">
                <a:solidFill>
                  <a:srgbClr val="5B5B5B"/>
                </a:solidFill>
                <a:latin typeface="Arial"/>
                <a:ea typeface="Arial"/>
                <a:cs typeface="Arial"/>
                <a:sym typeface="Arial"/>
              </a:rPr>
              <a:t>Snowflake Blue</a:t>
            </a:r>
            <a:endParaRPr sz="1000"/>
          </a:p>
          <a:p>
            <a:pPr indent="-171450" lvl="0" marL="171450" marR="0" rtl="0" algn="l">
              <a:lnSpc>
                <a:spcPct val="114000"/>
              </a:lnSpc>
              <a:spcBef>
                <a:spcPts val="0"/>
              </a:spcBef>
              <a:spcAft>
                <a:spcPts val="0"/>
              </a:spcAft>
              <a:buClr>
                <a:schemeClr val="accent1"/>
              </a:buClr>
              <a:buSzPts val="1000"/>
              <a:buFont typeface="Arial"/>
              <a:buChar char="•"/>
            </a:pPr>
            <a:r>
              <a:rPr b="0" i="0" lang="en" sz="1000" u="none" cap="none" strike="noStrike">
                <a:solidFill>
                  <a:srgbClr val="5B5B5B"/>
                </a:solidFill>
                <a:latin typeface="Arial"/>
                <a:ea typeface="Arial"/>
                <a:cs typeface="Arial"/>
                <a:sym typeface="Arial"/>
              </a:rPr>
              <a:t>Mid-Blue</a:t>
            </a:r>
            <a:endParaRPr sz="1000"/>
          </a:p>
          <a:p>
            <a:pPr indent="-171450" lvl="0" marL="171450" marR="0" rtl="0" algn="l">
              <a:lnSpc>
                <a:spcPct val="114000"/>
              </a:lnSpc>
              <a:spcBef>
                <a:spcPts val="0"/>
              </a:spcBef>
              <a:spcAft>
                <a:spcPts val="0"/>
              </a:spcAft>
              <a:buClr>
                <a:schemeClr val="accent1"/>
              </a:buClr>
              <a:buSzPts val="1000"/>
              <a:buFont typeface="Arial"/>
              <a:buChar char="•"/>
            </a:pPr>
            <a:r>
              <a:rPr b="0" i="0" lang="en" sz="1000" u="none" cap="none" strike="noStrike">
                <a:solidFill>
                  <a:srgbClr val="5B5B5B"/>
                </a:solidFill>
                <a:latin typeface="Arial"/>
                <a:ea typeface="Arial"/>
                <a:cs typeface="Arial"/>
                <a:sym typeface="Arial"/>
              </a:rPr>
              <a:t>White</a:t>
            </a:r>
            <a:endParaRPr sz="1000"/>
          </a:p>
          <a:p>
            <a:pPr indent="-171450" lvl="0" marL="171450" marR="0" rtl="0" algn="l">
              <a:lnSpc>
                <a:spcPct val="114000"/>
              </a:lnSpc>
              <a:spcBef>
                <a:spcPts val="0"/>
              </a:spcBef>
              <a:spcAft>
                <a:spcPts val="0"/>
              </a:spcAft>
              <a:buClr>
                <a:schemeClr val="accent1"/>
              </a:buClr>
              <a:buSzPts val="1000"/>
              <a:buFont typeface="Arial"/>
              <a:buChar char="•"/>
            </a:pPr>
            <a:r>
              <a:rPr b="0" i="0" lang="en" sz="1000" u="none" cap="none" strike="noStrike">
                <a:solidFill>
                  <a:srgbClr val="5B5B5B"/>
                </a:solidFill>
                <a:latin typeface="Arial"/>
                <a:ea typeface="Arial"/>
                <a:cs typeface="Arial"/>
                <a:sym typeface="Arial"/>
              </a:rPr>
              <a:t>Black </a:t>
            </a:r>
            <a:endParaRPr sz="1000"/>
          </a:p>
          <a:p>
            <a:pPr indent="0" lvl="0" marL="0" marR="0" rtl="0" algn="l">
              <a:lnSpc>
                <a:spcPct val="110000"/>
              </a:lnSpc>
              <a:spcBef>
                <a:spcPts val="0"/>
              </a:spcBef>
              <a:spcAft>
                <a:spcPts val="0"/>
              </a:spcAft>
              <a:buClr>
                <a:srgbClr val="3C4043"/>
              </a:buClr>
              <a:buSzPts val="1100"/>
              <a:buFont typeface="Arial"/>
              <a:buNone/>
            </a:pPr>
            <a:r>
              <a:rPr b="0" i="0" lang="en" sz="1000" u="none" cap="none" strike="noStrike">
                <a:solidFill>
                  <a:srgbClr val="5B5B5B"/>
                </a:solidFill>
                <a:latin typeface="Arial"/>
                <a:ea typeface="Arial"/>
                <a:cs typeface="Arial"/>
                <a:sym typeface="Arial"/>
              </a:rPr>
              <a:t>When choosing color for your icons, follow the same contrast and accessibility guidance for typography (see slide 15). </a:t>
            </a:r>
            <a:endParaRPr sz="1000"/>
          </a:p>
          <a:p>
            <a:pPr indent="0" lvl="0" marL="0" marR="0" rtl="0" algn="l">
              <a:lnSpc>
                <a:spcPct val="110000"/>
              </a:lnSpc>
              <a:spcBef>
                <a:spcPts val="0"/>
              </a:spcBef>
              <a:spcAft>
                <a:spcPts val="0"/>
              </a:spcAft>
              <a:buClr>
                <a:srgbClr val="3C4043"/>
              </a:buClr>
              <a:buSzPts val="1100"/>
              <a:buFont typeface="Arial"/>
              <a:buNone/>
            </a:pPr>
            <a:r>
              <a:rPr b="0" i="0" lang="en" sz="1000" u="none" cap="none" strike="noStrike">
                <a:solidFill>
                  <a:srgbClr val="5B5B5B"/>
                </a:solidFill>
                <a:latin typeface="Arial"/>
                <a:ea typeface="Arial"/>
                <a:cs typeface="Arial"/>
                <a:sym typeface="Arial"/>
              </a:rPr>
              <a:t>Change an icon’s color by changing its </a:t>
            </a:r>
            <a:r>
              <a:rPr b="1" i="0" lang="en" sz="1000" u="none" cap="none" strike="noStrike">
                <a:solidFill>
                  <a:srgbClr val="5B5B5B"/>
                </a:solidFill>
                <a:latin typeface="Arial"/>
                <a:ea typeface="Arial"/>
                <a:cs typeface="Arial"/>
                <a:sym typeface="Arial"/>
              </a:rPr>
              <a:t>Fill Color</a:t>
            </a:r>
            <a:r>
              <a:rPr b="0" i="0" lang="en" sz="1000" u="none" cap="none" strike="noStrike">
                <a:solidFill>
                  <a:srgbClr val="5B5B5B"/>
                </a:solidFill>
                <a:latin typeface="Arial"/>
                <a:ea typeface="Arial"/>
                <a:cs typeface="Arial"/>
                <a:sym typeface="Arial"/>
              </a:rPr>
              <a:t>.</a:t>
            </a:r>
            <a:endParaRPr sz="1000"/>
          </a:p>
        </p:txBody>
      </p:sp>
      <p:sp>
        <p:nvSpPr>
          <p:cNvPr id="2698" name="Google Shape;2698;p93"/>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How-To</a:t>
            </a:r>
            <a:endParaRPr/>
          </a:p>
        </p:txBody>
      </p:sp>
      <p:sp>
        <p:nvSpPr>
          <p:cNvPr id="2699" name="Google Shape;2699;p93"/>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700" name="Google Shape;2700;p93"/>
          <p:cNvSpPr txBox="1"/>
          <p:nvPr/>
        </p:nvSpPr>
        <p:spPr>
          <a:xfrm>
            <a:off x="4497217" y="975959"/>
            <a:ext cx="2585700" cy="29406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1567F"/>
              </a:buClr>
              <a:buSzPts val="1400"/>
              <a:buFont typeface="Arial"/>
              <a:buNone/>
            </a:pPr>
            <a:r>
              <a:rPr b="1" i="0" lang="en" sz="1400" u="none" cap="none" strike="noStrike">
                <a:solidFill>
                  <a:srgbClr val="11567F"/>
                </a:solidFill>
                <a:latin typeface="Arial"/>
                <a:ea typeface="Arial"/>
                <a:cs typeface="Arial"/>
                <a:sym typeface="Arial"/>
              </a:rPr>
              <a:t>Resizing</a:t>
            </a:r>
            <a:endParaRPr/>
          </a:p>
          <a:p>
            <a:pPr indent="0" lvl="0" marL="0" marR="0" rtl="0" algn="l">
              <a:lnSpc>
                <a:spcPct val="110000"/>
              </a:lnSpc>
              <a:spcBef>
                <a:spcPts val="0"/>
              </a:spcBef>
              <a:spcAft>
                <a:spcPts val="0"/>
              </a:spcAft>
              <a:buClr>
                <a:srgbClr val="5B5B5B"/>
              </a:buClr>
              <a:buSzPts val="1200"/>
              <a:buFont typeface="Arial"/>
              <a:buNone/>
            </a:pPr>
            <a:r>
              <a:rPr b="0" i="0" lang="en" sz="1000" u="none" cap="none" strike="noStrike">
                <a:solidFill>
                  <a:srgbClr val="5B5B5B"/>
                </a:solidFill>
                <a:latin typeface="Arial"/>
                <a:ea typeface="Arial"/>
                <a:cs typeface="Arial"/>
                <a:sym typeface="Arial"/>
              </a:rPr>
              <a:t>To resize an icon, </a:t>
            </a:r>
            <a:r>
              <a:rPr b="1" i="0" lang="en" sz="1000" u="none" cap="none" strike="noStrike">
                <a:solidFill>
                  <a:srgbClr val="5B5B5B"/>
                </a:solidFill>
                <a:latin typeface="Arial"/>
                <a:ea typeface="Arial"/>
                <a:cs typeface="Arial"/>
                <a:sym typeface="Arial"/>
              </a:rPr>
              <a:t>hold shift and pull from a corner handle</a:t>
            </a:r>
            <a:r>
              <a:rPr b="0" i="0" lang="en" sz="1000" u="none" cap="none" strike="noStrike">
                <a:solidFill>
                  <a:srgbClr val="5B5B5B"/>
                </a:solidFill>
                <a:latin typeface="Arial"/>
                <a:ea typeface="Arial"/>
                <a:cs typeface="Arial"/>
                <a:sym typeface="Arial"/>
              </a:rPr>
              <a:t> to avoid distortion.</a:t>
            </a:r>
            <a:endParaRPr sz="1000"/>
          </a:p>
          <a:p>
            <a:pPr indent="0" lvl="0" marL="0" marR="0" rtl="0" algn="l">
              <a:lnSpc>
                <a:spcPct val="110000"/>
              </a:lnSpc>
              <a:spcBef>
                <a:spcPts val="0"/>
              </a:spcBef>
              <a:spcAft>
                <a:spcPts val="0"/>
              </a:spcAft>
              <a:buClr>
                <a:srgbClr val="5B5B5B"/>
              </a:buClr>
              <a:buSzPts val="12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10000"/>
              </a:lnSpc>
              <a:spcBef>
                <a:spcPts val="0"/>
              </a:spcBef>
              <a:spcAft>
                <a:spcPts val="0"/>
              </a:spcAft>
              <a:buClr>
                <a:srgbClr val="11567F"/>
              </a:buClr>
              <a:buSzPts val="1400"/>
              <a:buFont typeface="Arial"/>
              <a:buNone/>
            </a:pPr>
            <a:r>
              <a:rPr b="1" i="0" lang="en" sz="1400" u="none" cap="none" strike="noStrike">
                <a:solidFill>
                  <a:srgbClr val="11567F"/>
                </a:solidFill>
                <a:latin typeface="Arial"/>
                <a:ea typeface="Arial"/>
                <a:cs typeface="Arial"/>
                <a:sym typeface="Arial"/>
              </a:rPr>
              <a:t>Search</a:t>
            </a:r>
            <a:endParaRPr/>
          </a:p>
          <a:p>
            <a:pPr indent="0" lvl="0" marL="0" marR="0" rtl="0" algn="l">
              <a:lnSpc>
                <a:spcPct val="110000"/>
              </a:lnSpc>
              <a:spcBef>
                <a:spcPts val="0"/>
              </a:spcBef>
              <a:spcAft>
                <a:spcPts val="0"/>
              </a:spcAft>
              <a:buClr>
                <a:srgbClr val="5B5B5B"/>
              </a:buClr>
              <a:buSzPts val="1200"/>
              <a:buFont typeface="Arial"/>
              <a:buNone/>
            </a:pPr>
            <a:r>
              <a:rPr b="0" i="0" lang="en" sz="1000" u="none" cap="none" strike="noStrike">
                <a:solidFill>
                  <a:srgbClr val="5B5B5B"/>
                </a:solidFill>
                <a:latin typeface="Arial"/>
                <a:ea typeface="Arial"/>
                <a:cs typeface="Arial"/>
                <a:sym typeface="Arial"/>
              </a:rPr>
              <a:t>Use keyword searches in this file to locate icons. </a:t>
            </a:r>
            <a:r>
              <a:rPr b="1" i="0" lang="en" sz="1000" u="none" cap="none" strike="noStrike">
                <a:solidFill>
                  <a:srgbClr val="11567F"/>
                </a:solidFill>
                <a:latin typeface="Arial"/>
                <a:ea typeface="Arial"/>
                <a:cs typeface="Arial"/>
                <a:sym typeface="Arial"/>
              </a:rPr>
              <a:t>Edit</a:t>
            </a:r>
            <a:r>
              <a:rPr b="0" i="0" lang="en" sz="1000" u="none" cap="none" strike="noStrike">
                <a:solidFill>
                  <a:srgbClr val="5B5B5B"/>
                </a:solidFill>
                <a:latin typeface="Arial"/>
                <a:ea typeface="Arial"/>
                <a:cs typeface="Arial"/>
                <a:sym typeface="Arial"/>
              </a:rPr>
              <a:t> &gt; </a:t>
            </a:r>
            <a:r>
              <a:rPr b="1" i="0" lang="en" sz="1000" u="none" cap="none" strike="noStrike">
                <a:solidFill>
                  <a:srgbClr val="11567F"/>
                </a:solidFill>
                <a:latin typeface="Arial"/>
                <a:ea typeface="Arial"/>
                <a:cs typeface="Arial"/>
                <a:sym typeface="Arial"/>
              </a:rPr>
              <a:t>Find</a:t>
            </a:r>
            <a:r>
              <a:rPr b="0" i="0" lang="en" sz="1000" u="none" cap="none" strike="noStrike">
                <a:solidFill>
                  <a:srgbClr val="5B5B5B"/>
                </a:solidFill>
                <a:latin typeface="Arial"/>
                <a:ea typeface="Arial"/>
                <a:cs typeface="Arial"/>
                <a:sym typeface="Arial"/>
              </a:rPr>
              <a:t> or use the keyboard shortcuts below.</a:t>
            </a:r>
            <a:br>
              <a:rPr b="0" i="0" lang="en" sz="1000" u="none" cap="none" strike="noStrike">
                <a:solidFill>
                  <a:srgbClr val="5B5B5B"/>
                </a:solidFill>
                <a:latin typeface="Arial"/>
                <a:ea typeface="Arial"/>
                <a:cs typeface="Arial"/>
                <a:sym typeface="Arial"/>
              </a:rPr>
            </a:br>
            <a:r>
              <a:rPr b="0" i="0" lang="en" sz="1000" u="none" cap="none" strike="noStrike">
                <a:solidFill>
                  <a:srgbClr val="5B5B5B"/>
                </a:solidFill>
                <a:latin typeface="Arial"/>
                <a:ea typeface="Arial"/>
                <a:cs typeface="Arial"/>
                <a:sym typeface="Arial"/>
              </a:rPr>
              <a:t>Mac: </a:t>
            </a:r>
            <a:r>
              <a:rPr b="1" i="0" lang="en" sz="1000" u="none" cap="none" strike="noStrike">
                <a:solidFill>
                  <a:srgbClr val="11567F"/>
                </a:solidFill>
                <a:latin typeface="Arial"/>
                <a:ea typeface="Arial"/>
                <a:cs typeface="Arial"/>
                <a:sym typeface="Arial"/>
              </a:rPr>
              <a:t>Cmd</a:t>
            </a:r>
            <a:r>
              <a:rPr b="0" i="0" lang="en" sz="1000" u="none" cap="none" strike="noStrike">
                <a:solidFill>
                  <a:srgbClr val="5B5B5B"/>
                </a:solidFill>
                <a:latin typeface="Arial"/>
                <a:ea typeface="Arial"/>
                <a:cs typeface="Arial"/>
                <a:sym typeface="Arial"/>
              </a:rPr>
              <a:t> + </a:t>
            </a:r>
            <a:r>
              <a:rPr b="1" i="0" lang="en" sz="1000" u="none" cap="none" strike="noStrike">
                <a:solidFill>
                  <a:srgbClr val="11567F"/>
                </a:solidFill>
                <a:latin typeface="Arial"/>
                <a:ea typeface="Arial"/>
                <a:cs typeface="Arial"/>
                <a:sym typeface="Arial"/>
              </a:rPr>
              <a:t>F</a:t>
            </a:r>
            <a:br>
              <a:rPr b="0" i="0" lang="en" sz="1000" u="none" cap="none" strike="noStrike">
                <a:solidFill>
                  <a:srgbClr val="5B5B5B"/>
                </a:solidFill>
                <a:latin typeface="Arial"/>
                <a:ea typeface="Arial"/>
                <a:cs typeface="Arial"/>
                <a:sym typeface="Arial"/>
              </a:rPr>
            </a:br>
            <a:r>
              <a:rPr b="0" i="0" lang="en" sz="1000" u="none" cap="none" strike="noStrike">
                <a:solidFill>
                  <a:srgbClr val="5B5B5B"/>
                </a:solidFill>
                <a:latin typeface="Arial"/>
                <a:ea typeface="Arial"/>
                <a:cs typeface="Arial"/>
                <a:sym typeface="Arial"/>
              </a:rPr>
              <a:t>PC: </a:t>
            </a:r>
            <a:r>
              <a:rPr b="1" i="0" lang="en" sz="1000" u="none" cap="none" strike="noStrike">
                <a:solidFill>
                  <a:srgbClr val="11567F"/>
                </a:solidFill>
                <a:latin typeface="Arial"/>
                <a:ea typeface="Arial"/>
                <a:cs typeface="Arial"/>
                <a:sym typeface="Arial"/>
              </a:rPr>
              <a:t>Ctrl</a:t>
            </a:r>
            <a:r>
              <a:rPr b="0" i="0" lang="en" sz="1000" u="none" cap="none" strike="noStrike">
                <a:solidFill>
                  <a:srgbClr val="5B5B5B"/>
                </a:solidFill>
                <a:latin typeface="Arial"/>
                <a:ea typeface="Arial"/>
                <a:cs typeface="Arial"/>
                <a:sym typeface="Arial"/>
              </a:rPr>
              <a:t> + </a:t>
            </a:r>
            <a:r>
              <a:rPr b="1" i="0" lang="en" sz="1000" u="none" cap="none" strike="noStrike">
                <a:solidFill>
                  <a:srgbClr val="11567F"/>
                </a:solidFill>
                <a:latin typeface="Arial"/>
                <a:ea typeface="Arial"/>
                <a:cs typeface="Arial"/>
                <a:sym typeface="Arial"/>
              </a:rPr>
              <a:t>F</a:t>
            </a:r>
            <a:endParaRPr b="0" i="0" sz="1000" u="none" cap="none" strike="noStrike">
              <a:solidFill>
                <a:srgbClr val="5B5B5B"/>
              </a:solidFill>
              <a:latin typeface="Arial"/>
              <a:ea typeface="Arial"/>
              <a:cs typeface="Arial"/>
              <a:sym typeface="Arial"/>
            </a:endParaRPr>
          </a:p>
          <a:p>
            <a:pPr indent="0" lvl="0" marL="0" marR="0" rtl="0" algn="l">
              <a:lnSpc>
                <a:spcPct val="110000"/>
              </a:lnSpc>
              <a:spcBef>
                <a:spcPts val="0"/>
              </a:spcBef>
              <a:spcAft>
                <a:spcPts val="0"/>
              </a:spcAft>
              <a:buClr>
                <a:srgbClr val="5B5B5B"/>
              </a:buClr>
              <a:buSzPts val="12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10000"/>
              </a:lnSpc>
              <a:spcBef>
                <a:spcPts val="0"/>
              </a:spcBef>
              <a:spcAft>
                <a:spcPts val="0"/>
              </a:spcAft>
              <a:buClr>
                <a:srgbClr val="5B5B5B"/>
              </a:buClr>
              <a:buSzPts val="1200"/>
              <a:buFont typeface="Arial"/>
              <a:buNone/>
            </a:pPr>
            <a:r>
              <a:t/>
            </a:r>
            <a:endParaRPr b="0" i="0" sz="1200" u="none" cap="none" strike="noStrike">
              <a:solidFill>
                <a:srgbClr val="5B5B5B"/>
              </a:solidFill>
              <a:latin typeface="Arial"/>
              <a:ea typeface="Arial"/>
              <a:cs typeface="Arial"/>
              <a:sym typeface="Arial"/>
            </a:endParaRPr>
          </a:p>
        </p:txBody>
      </p:sp>
      <p:pic>
        <p:nvPicPr>
          <p:cNvPr id="2701" name="Google Shape;2701;p93"/>
          <p:cNvPicPr preferRelativeResize="0"/>
          <p:nvPr/>
        </p:nvPicPr>
        <p:blipFill rotWithShape="1">
          <a:blip r:embed="rId3">
            <a:alphaModFix/>
          </a:blip>
          <a:srcRect b="3540" l="0" r="0" t="0"/>
          <a:stretch/>
        </p:blipFill>
        <p:spPr>
          <a:xfrm>
            <a:off x="415250" y="2935025"/>
            <a:ext cx="1679375" cy="8895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94"/>
          <p:cNvSpPr/>
          <p:nvPr/>
        </p:nvSpPr>
        <p:spPr>
          <a:xfrm>
            <a:off x="469900" y="1348835"/>
            <a:ext cx="8144400" cy="1314600"/>
          </a:xfrm>
          <a:prstGeom prst="rect">
            <a:avLst/>
          </a:prstGeom>
          <a:noFill/>
          <a:ln cap="flat" cmpd="sng" w="9525">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707" name="Google Shape;2707;p94"/>
          <p:cNvSpPr/>
          <p:nvPr/>
        </p:nvSpPr>
        <p:spPr>
          <a:xfrm>
            <a:off x="469900" y="2938485"/>
            <a:ext cx="8144400" cy="1314600"/>
          </a:xfrm>
          <a:prstGeom prst="rect">
            <a:avLst/>
          </a:prstGeom>
          <a:noFill/>
          <a:ln cap="flat" cmpd="sng" w="9525">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708" name="Google Shape;2708;p94"/>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New and Notable</a:t>
            </a:r>
            <a:endParaRPr/>
          </a:p>
        </p:txBody>
      </p:sp>
      <p:sp>
        <p:nvSpPr>
          <p:cNvPr id="2709" name="Google Shape;2709;p94"/>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710" name="Google Shape;2710;p9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0"/>
              </a:spcAft>
              <a:buNone/>
            </a:pPr>
            <a:r>
              <a:rPr lang="en"/>
              <a:t>Workload icons are now found in the General category (slide 66)</a:t>
            </a:r>
            <a:endParaRPr/>
          </a:p>
        </p:txBody>
      </p:sp>
      <p:sp>
        <p:nvSpPr>
          <p:cNvPr id="2711" name="Google Shape;2711;p94"/>
          <p:cNvSpPr txBox="1"/>
          <p:nvPr/>
        </p:nvSpPr>
        <p:spPr>
          <a:xfrm>
            <a:off x="529566" y="1456785"/>
            <a:ext cx="15228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900">
                <a:solidFill>
                  <a:srgbClr val="5B5B5B"/>
                </a:solidFill>
              </a:rPr>
              <a:t>Product Categories</a:t>
            </a:r>
            <a:endParaRPr sz="900">
              <a:solidFill>
                <a:srgbClr val="5B5B5B"/>
              </a:solidFill>
              <a:latin typeface="Arial"/>
              <a:ea typeface="Arial"/>
              <a:cs typeface="Arial"/>
              <a:sym typeface="Arial"/>
            </a:endParaRPr>
          </a:p>
        </p:txBody>
      </p:sp>
      <p:sp>
        <p:nvSpPr>
          <p:cNvPr id="2712" name="Google Shape;2712;p94"/>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sp>
        <p:nvSpPr>
          <p:cNvPr id="2713" name="Google Shape;2713;p94"/>
          <p:cNvSpPr txBox="1"/>
          <p:nvPr/>
        </p:nvSpPr>
        <p:spPr>
          <a:xfrm rot="-1091">
            <a:off x="5825615" y="2121309"/>
            <a:ext cx="945600" cy="261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APPLICATIONS &amp; COLLABORATION</a:t>
            </a:r>
            <a:endParaRPr b="1" sz="700">
              <a:solidFill>
                <a:srgbClr val="105780"/>
              </a:solidFill>
            </a:endParaRPr>
          </a:p>
        </p:txBody>
      </p:sp>
      <p:sp>
        <p:nvSpPr>
          <p:cNvPr id="2714" name="Google Shape;2714;p94"/>
          <p:cNvSpPr txBox="1"/>
          <p:nvPr/>
        </p:nvSpPr>
        <p:spPr>
          <a:xfrm rot="-1091">
            <a:off x="3577515" y="2186709"/>
            <a:ext cx="945600" cy="13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ANALYTICS</a:t>
            </a:r>
            <a:endParaRPr b="1" sz="700">
              <a:solidFill>
                <a:srgbClr val="105780"/>
              </a:solidFill>
            </a:endParaRPr>
          </a:p>
        </p:txBody>
      </p:sp>
      <p:sp>
        <p:nvSpPr>
          <p:cNvPr id="2715" name="Google Shape;2715;p94"/>
          <p:cNvSpPr/>
          <p:nvPr/>
        </p:nvSpPr>
        <p:spPr>
          <a:xfrm>
            <a:off x="3867310" y="1630686"/>
            <a:ext cx="366010" cy="365951"/>
          </a:xfrm>
          <a:custGeom>
            <a:rect b="b" l="l" r="r" t="t"/>
            <a:pathLst>
              <a:path extrusionOk="0" h="8948" w="8950">
                <a:moveTo>
                  <a:pt x="7453" y="1629"/>
                </a:moveTo>
                <a:cubicBezTo>
                  <a:pt x="7395" y="1629"/>
                  <a:pt x="7337" y="1651"/>
                  <a:pt x="7292" y="1694"/>
                </a:cubicBezTo>
                <a:lnTo>
                  <a:pt x="5749" y="3176"/>
                </a:lnTo>
                <a:lnTo>
                  <a:pt x="4417" y="1839"/>
                </a:lnTo>
                <a:cubicBezTo>
                  <a:pt x="4373" y="1793"/>
                  <a:pt x="4312" y="1770"/>
                  <a:pt x="4252" y="1770"/>
                </a:cubicBezTo>
                <a:cubicBezTo>
                  <a:pt x="4200" y="1770"/>
                  <a:pt x="4148" y="1787"/>
                  <a:pt x="4105" y="1821"/>
                </a:cubicBezTo>
                <a:lnTo>
                  <a:pt x="2181" y="3376"/>
                </a:lnTo>
                <a:cubicBezTo>
                  <a:pt x="2080" y="3458"/>
                  <a:pt x="2064" y="3603"/>
                  <a:pt x="2145" y="3704"/>
                </a:cubicBezTo>
                <a:cubicBezTo>
                  <a:pt x="2191" y="3764"/>
                  <a:pt x="2260" y="3793"/>
                  <a:pt x="2329" y="3793"/>
                </a:cubicBezTo>
                <a:cubicBezTo>
                  <a:pt x="2381" y="3793"/>
                  <a:pt x="2433" y="3777"/>
                  <a:pt x="2475" y="3741"/>
                </a:cubicBezTo>
                <a:lnTo>
                  <a:pt x="4238" y="2319"/>
                </a:lnTo>
                <a:lnTo>
                  <a:pt x="5583" y="3669"/>
                </a:lnTo>
                <a:cubicBezTo>
                  <a:pt x="5629" y="3715"/>
                  <a:pt x="5689" y="3737"/>
                  <a:pt x="5748" y="3737"/>
                </a:cubicBezTo>
                <a:cubicBezTo>
                  <a:pt x="5807" y="3737"/>
                  <a:pt x="5865" y="3716"/>
                  <a:pt x="5910" y="3673"/>
                </a:cubicBezTo>
                <a:lnTo>
                  <a:pt x="7617" y="2032"/>
                </a:lnTo>
                <a:cubicBezTo>
                  <a:pt x="7709" y="1943"/>
                  <a:pt x="7714" y="1795"/>
                  <a:pt x="7623" y="1701"/>
                </a:cubicBezTo>
                <a:cubicBezTo>
                  <a:pt x="7577" y="1654"/>
                  <a:pt x="7515" y="1629"/>
                  <a:pt x="7453" y="1629"/>
                </a:cubicBezTo>
                <a:close/>
                <a:moveTo>
                  <a:pt x="3789" y="3716"/>
                </a:moveTo>
                <a:cubicBezTo>
                  <a:pt x="3696" y="3716"/>
                  <a:pt x="3618" y="3792"/>
                  <a:pt x="3618" y="3887"/>
                </a:cubicBezTo>
                <a:lnTo>
                  <a:pt x="3618" y="6976"/>
                </a:lnTo>
                <a:cubicBezTo>
                  <a:pt x="3618" y="7069"/>
                  <a:pt x="3696" y="7146"/>
                  <a:pt x="3789" y="7146"/>
                </a:cubicBezTo>
                <a:lnTo>
                  <a:pt x="4477" y="7146"/>
                </a:lnTo>
                <a:cubicBezTo>
                  <a:pt x="4572" y="7146"/>
                  <a:pt x="4647" y="7069"/>
                  <a:pt x="4647" y="6976"/>
                </a:cubicBezTo>
                <a:lnTo>
                  <a:pt x="4647" y="3888"/>
                </a:lnTo>
                <a:cubicBezTo>
                  <a:pt x="4647" y="3793"/>
                  <a:pt x="4572" y="3718"/>
                  <a:pt x="4477" y="3718"/>
                </a:cubicBezTo>
                <a:lnTo>
                  <a:pt x="3789" y="3718"/>
                </a:lnTo>
                <a:lnTo>
                  <a:pt x="3789" y="3716"/>
                </a:lnTo>
                <a:close/>
                <a:moveTo>
                  <a:pt x="5464" y="4745"/>
                </a:moveTo>
                <a:cubicBezTo>
                  <a:pt x="5369" y="4745"/>
                  <a:pt x="5293" y="4822"/>
                  <a:pt x="5293" y="4916"/>
                </a:cubicBezTo>
                <a:lnTo>
                  <a:pt x="5293" y="6976"/>
                </a:lnTo>
                <a:cubicBezTo>
                  <a:pt x="5293" y="7069"/>
                  <a:pt x="5369" y="7146"/>
                  <a:pt x="5464" y="7146"/>
                </a:cubicBezTo>
                <a:lnTo>
                  <a:pt x="6150" y="7146"/>
                </a:lnTo>
                <a:cubicBezTo>
                  <a:pt x="6245" y="7146"/>
                  <a:pt x="6321" y="7069"/>
                  <a:pt x="6321" y="6976"/>
                </a:cubicBezTo>
                <a:lnTo>
                  <a:pt x="6321" y="4916"/>
                </a:lnTo>
                <a:cubicBezTo>
                  <a:pt x="6321" y="4822"/>
                  <a:pt x="6245" y="4745"/>
                  <a:pt x="6150" y="4745"/>
                </a:cubicBezTo>
                <a:close/>
                <a:moveTo>
                  <a:pt x="2117" y="4745"/>
                </a:moveTo>
                <a:cubicBezTo>
                  <a:pt x="2022" y="4745"/>
                  <a:pt x="1946" y="4822"/>
                  <a:pt x="1946" y="4916"/>
                </a:cubicBezTo>
                <a:lnTo>
                  <a:pt x="1946" y="6976"/>
                </a:lnTo>
                <a:cubicBezTo>
                  <a:pt x="1946" y="7071"/>
                  <a:pt x="2022" y="7148"/>
                  <a:pt x="2117" y="7148"/>
                </a:cubicBezTo>
                <a:lnTo>
                  <a:pt x="2805" y="7148"/>
                </a:lnTo>
                <a:cubicBezTo>
                  <a:pt x="2898" y="7148"/>
                  <a:pt x="2974" y="7071"/>
                  <a:pt x="2974" y="6977"/>
                </a:cubicBezTo>
                <a:lnTo>
                  <a:pt x="2974" y="4916"/>
                </a:lnTo>
                <a:cubicBezTo>
                  <a:pt x="2974" y="4822"/>
                  <a:pt x="2898" y="4745"/>
                  <a:pt x="2805" y="4745"/>
                </a:cubicBezTo>
                <a:close/>
                <a:moveTo>
                  <a:pt x="7131" y="3375"/>
                </a:moveTo>
                <a:cubicBezTo>
                  <a:pt x="7038" y="3375"/>
                  <a:pt x="6965" y="3452"/>
                  <a:pt x="6965" y="3545"/>
                </a:cubicBezTo>
                <a:lnTo>
                  <a:pt x="6965" y="6977"/>
                </a:lnTo>
                <a:cubicBezTo>
                  <a:pt x="6965" y="7072"/>
                  <a:pt x="7041" y="7148"/>
                  <a:pt x="7136" y="7148"/>
                </a:cubicBezTo>
                <a:lnTo>
                  <a:pt x="7824" y="7148"/>
                </a:lnTo>
                <a:cubicBezTo>
                  <a:pt x="7917" y="7148"/>
                  <a:pt x="7994" y="7072"/>
                  <a:pt x="7994" y="6977"/>
                </a:cubicBezTo>
                <a:lnTo>
                  <a:pt x="7994" y="3545"/>
                </a:lnTo>
                <a:cubicBezTo>
                  <a:pt x="7994" y="3450"/>
                  <a:pt x="7917" y="3375"/>
                  <a:pt x="7824" y="3375"/>
                </a:cubicBezTo>
                <a:lnTo>
                  <a:pt x="7136" y="3375"/>
                </a:lnTo>
                <a:cubicBezTo>
                  <a:pt x="7134" y="3375"/>
                  <a:pt x="7133" y="3375"/>
                  <a:pt x="7131" y="3375"/>
                </a:cubicBezTo>
                <a:close/>
                <a:moveTo>
                  <a:pt x="871" y="1"/>
                </a:moveTo>
                <a:cubicBezTo>
                  <a:pt x="675" y="1"/>
                  <a:pt x="518" y="161"/>
                  <a:pt x="518" y="356"/>
                </a:cubicBezTo>
                <a:lnTo>
                  <a:pt x="518" y="7723"/>
                </a:lnTo>
                <a:lnTo>
                  <a:pt x="356" y="7723"/>
                </a:lnTo>
                <a:cubicBezTo>
                  <a:pt x="158" y="7723"/>
                  <a:pt x="1" y="7881"/>
                  <a:pt x="1" y="8077"/>
                </a:cubicBezTo>
                <a:cubicBezTo>
                  <a:pt x="1" y="8275"/>
                  <a:pt x="161" y="8432"/>
                  <a:pt x="356" y="8432"/>
                </a:cubicBezTo>
                <a:lnTo>
                  <a:pt x="518" y="8432"/>
                </a:lnTo>
                <a:lnTo>
                  <a:pt x="518" y="8594"/>
                </a:lnTo>
                <a:cubicBezTo>
                  <a:pt x="518" y="8790"/>
                  <a:pt x="675" y="8948"/>
                  <a:pt x="871" y="8948"/>
                </a:cubicBezTo>
                <a:cubicBezTo>
                  <a:pt x="1069" y="8948"/>
                  <a:pt x="1226" y="8789"/>
                  <a:pt x="1226" y="8594"/>
                </a:cubicBezTo>
                <a:lnTo>
                  <a:pt x="1226" y="8432"/>
                </a:lnTo>
                <a:lnTo>
                  <a:pt x="8596" y="8432"/>
                </a:lnTo>
                <a:cubicBezTo>
                  <a:pt x="8792" y="8432"/>
                  <a:pt x="8949" y="8272"/>
                  <a:pt x="8949" y="8077"/>
                </a:cubicBezTo>
                <a:cubicBezTo>
                  <a:pt x="8949" y="7885"/>
                  <a:pt x="8793" y="7726"/>
                  <a:pt x="8601" y="7726"/>
                </a:cubicBezTo>
                <a:cubicBezTo>
                  <a:pt x="8599" y="7726"/>
                  <a:pt x="8598" y="7726"/>
                  <a:pt x="8596" y="7726"/>
                </a:cubicBezTo>
                <a:lnTo>
                  <a:pt x="1226" y="7726"/>
                </a:lnTo>
                <a:lnTo>
                  <a:pt x="1226" y="356"/>
                </a:lnTo>
                <a:cubicBezTo>
                  <a:pt x="1226" y="160"/>
                  <a:pt x="1069" y="1"/>
                  <a:pt x="87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16" name="Google Shape;2716;p94"/>
          <p:cNvSpPr txBox="1"/>
          <p:nvPr/>
        </p:nvSpPr>
        <p:spPr>
          <a:xfrm rot="-1091">
            <a:off x="2453465" y="2121309"/>
            <a:ext cx="945600" cy="261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DATA </a:t>
            </a:r>
            <a:br>
              <a:rPr b="1" lang="en" sz="700">
                <a:solidFill>
                  <a:srgbClr val="105780"/>
                </a:solidFill>
              </a:rPr>
            </a:br>
            <a:r>
              <a:rPr b="1" lang="en" sz="700">
                <a:solidFill>
                  <a:srgbClr val="105780"/>
                </a:solidFill>
              </a:rPr>
              <a:t>ENGINEERING</a:t>
            </a:r>
            <a:endParaRPr b="1" sz="700">
              <a:solidFill>
                <a:srgbClr val="105780"/>
              </a:solidFill>
            </a:endParaRPr>
          </a:p>
        </p:txBody>
      </p:sp>
      <p:grpSp>
        <p:nvGrpSpPr>
          <p:cNvPr id="2717" name="Google Shape;2717;p94"/>
          <p:cNvGrpSpPr/>
          <p:nvPr/>
        </p:nvGrpSpPr>
        <p:grpSpPr>
          <a:xfrm>
            <a:off x="2661451" y="1691279"/>
            <a:ext cx="529627" cy="244831"/>
            <a:chOff x="226900" y="1140200"/>
            <a:chExt cx="7014925" cy="3238500"/>
          </a:xfrm>
        </p:grpSpPr>
        <p:sp>
          <p:nvSpPr>
            <p:cNvPr id="2718" name="Google Shape;2718;p94"/>
            <p:cNvSpPr/>
            <p:nvPr/>
          </p:nvSpPr>
          <p:spPr>
            <a:xfrm>
              <a:off x="2047875" y="2759425"/>
              <a:ext cx="280150" cy="409050"/>
            </a:xfrm>
            <a:custGeom>
              <a:rect b="b" l="l" r="r" t="t"/>
              <a:pathLst>
                <a:path extrusionOk="0" h="16362" w="11206">
                  <a:moveTo>
                    <a:pt x="0" y="1"/>
                  </a:moveTo>
                  <a:lnTo>
                    <a:pt x="0" y="225"/>
                  </a:lnTo>
                  <a:cubicBezTo>
                    <a:pt x="0" y="5828"/>
                    <a:pt x="224" y="11207"/>
                    <a:pt x="1121" y="16362"/>
                  </a:cubicBezTo>
                  <a:lnTo>
                    <a:pt x="11206" y="16362"/>
                  </a:lnTo>
                  <a:cubicBezTo>
                    <a:pt x="10534" y="11431"/>
                    <a:pt x="10085" y="6052"/>
                    <a:pt x="10085"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19" name="Google Shape;2719;p94"/>
            <p:cNvSpPr/>
            <p:nvPr/>
          </p:nvSpPr>
          <p:spPr>
            <a:xfrm>
              <a:off x="708750" y="1140200"/>
              <a:ext cx="6533075" cy="3238500"/>
            </a:xfrm>
            <a:custGeom>
              <a:rect b="b" l="l" r="r" t="t"/>
              <a:pathLst>
                <a:path extrusionOk="0" h="129540" w="261323">
                  <a:moveTo>
                    <a:pt x="214706" y="10085"/>
                  </a:moveTo>
                  <a:cubicBezTo>
                    <a:pt x="206413" y="21291"/>
                    <a:pt x="201034" y="41013"/>
                    <a:pt x="201034" y="64770"/>
                  </a:cubicBezTo>
                  <a:cubicBezTo>
                    <a:pt x="201034" y="88302"/>
                    <a:pt x="206413" y="108025"/>
                    <a:pt x="214706" y="119455"/>
                  </a:cubicBezTo>
                  <a:lnTo>
                    <a:pt x="195656" y="119455"/>
                  </a:lnTo>
                  <a:cubicBezTo>
                    <a:pt x="185794" y="119455"/>
                    <a:pt x="174813" y="97043"/>
                    <a:pt x="174813" y="64770"/>
                  </a:cubicBezTo>
                  <a:cubicBezTo>
                    <a:pt x="174813" y="32497"/>
                    <a:pt x="185794" y="10085"/>
                    <a:pt x="195656" y="10085"/>
                  </a:cubicBezTo>
                  <a:close/>
                  <a:moveTo>
                    <a:pt x="231066" y="10085"/>
                  </a:moveTo>
                  <a:cubicBezTo>
                    <a:pt x="235549" y="10085"/>
                    <a:pt x="240479" y="15464"/>
                    <a:pt x="244289" y="24429"/>
                  </a:cubicBezTo>
                  <a:cubicBezTo>
                    <a:pt x="248771" y="35186"/>
                    <a:pt x="251237" y="49530"/>
                    <a:pt x="251237" y="64770"/>
                  </a:cubicBezTo>
                  <a:cubicBezTo>
                    <a:pt x="251237" y="95922"/>
                    <a:pt x="240703" y="119455"/>
                    <a:pt x="231066" y="119455"/>
                  </a:cubicBezTo>
                  <a:cubicBezTo>
                    <a:pt x="226808" y="119455"/>
                    <a:pt x="221877" y="114076"/>
                    <a:pt x="218067" y="104887"/>
                  </a:cubicBezTo>
                  <a:cubicBezTo>
                    <a:pt x="213585" y="94353"/>
                    <a:pt x="211120" y="80010"/>
                    <a:pt x="211120" y="64770"/>
                  </a:cubicBezTo>
                  <a:cubicBezTo>
                    <a:pt x="211120" y="33394"/>
                    <a:pt x="221653" y="10085"/>
                    <a:pt x="231066" y="10085"/>
                  </a:cubicBezTo>
                  <a:close/>
                  <a:moveTo>
                    <a:pt x="28240" y="0"/>
                  </a:moveTo>
                  <a:cubicBezTo>
                    <a:pt x="19051" y="0"/>
                    <a:pt x="10983" y="7396"/>
                    <a:pt x="5156" y="20619"/>
                  </a:cubicBezTo>
                  <a:cubicBezTo>
                    <a:pt x="3139" y="25549"/>
                    <a:pt x="1346" y="31376"/>
                    <a:pt x="1" y="37652"/>
                  </a:cubicBezTo>
                  <a:lnTo>
                    <a:pt x="10310" y="37652"/>
                  </a:lnTo>
                  <a:cubicBezTo>
                    <a:pt x="14120" y="20619"/>
                    <a:pt x="21516" y="10085"/>
                    <a:pt x="28240" y="10085"/>
                  </a:cubicBezTo>
                  <a:lnTo>
                    <a:pt x="47962" y="10085"/>
                  </a:lnTo>
                  <a:cubicBezTo>
                    <a:pt x="45945" y="12999"/>
                    <a:pt x="43928" y="16361"/>
                    <a:pt x="42135" y="20619"/>
                  </a:cubicBezTo>
                  <a:cubicBezTo>
                    <a:pt x="39894" y="25549"/>
                    <a:pt x="38101" y="31376"/>
                    <a:pt x="36756" y="37652"/>
                  </a:cubicBezTo>
                  <a:lnTo>
                    <a:pt x="46617" y="37652"/>
                  </a:lnTo>
                  <a:cubicBezTo>
                    <a:pt x="50651" y="20395"/>
                    <a:pt x="58047" y="9637"/>
                    <a:pt x="64995" y="9637"/>
                  </a:cubicBezTo>
                  <a:cubicBezTo>
                    <a:pt x="65219" y="9637"/>
                    <a:pt x="65443" y="9413"/>
                    <a:pt x="65667" y="9413"/>
                  </a:cubicBezTo>
                  <a:cubicBezTo>
                    <a:pt x="65891" y="9413"/>
                    <a:pt x="66116" y="9637"/>
                    <a:pt x="66340" y="9637"/>
                  </a:cubicBezTo>
                  <a:cubicBezTo>
                    <a:pt x="68805" y="9637"/>
                    <a:pt x="71270" y="11206"/>
                    <a:pt x="73287" y="12999"/>
                  </a:cubicBezTo>
                  <a:cubicBezTo>
                    <a:pt x="67909" y="15464"/>
                    <a:pt x="63202" y="20843"/>
                    <a:pt x="59840" y="28911"/>
                  </a:cubicBezTo>
                  <a:cubicBezTo>
                    <a:pt x="58496" y="31601"/>
                    <a:pt x="57599" y="34514"/>
                    <a:pt x="56703" y="37652"/>
                  </a:cubicBezTo>
                  <a:lnTo>
                    <a:pt x="67236" y="37652"/>
                  </a:lnTo>
                  <a:cubicBezTo>
                    <a:pt x="70598" y="27566"/>
                    <a:pt x="75529" y="21739"/>
                    <a:pt x="79339" y="21739"/>
                  </a:cubicBezTo>
                  <a:lnTo>
                    <a:pt x="81580" y="21739"/>
                  </a:lnTo>
                  <a:cubicBezTo>
                    <a:pt x="81580" y="21739"/>
                    <a:pt x="81804" y="22188"/>
                    <a:pt x="81804" y="22188"/>
                  </a:cubicBezTo>
                  <a:cubicBezTo>
                    <a:pt x="82028" y="22188"/>
                    <a:pt x="82028" y="22412"/>
                    <a:pt x="82028" y="22412"/>
                  </a:cubicBezTo>
                  <a:lnTo>
                    <a:pt x="171899" y="23084"/>
                  </a:lnTo>
                  <a:cubicBezTo>
                    <a:pt x="167417" y="34514"/>
                    <a:pt x="164951" y="49306"/>
                    <a:pt x="164951" y="64994"/>
                  </a:cubicBezTo>
                  <a:cubicBezTo>
                    <a:pt x="164951" y="80682"/>
                    <a:pt x="167641" y="96595"/>
                    <a:pt x="172571" y="108249"/>
                  </a:cubicBezTo>
                  <a:lnTo>
                    <a:pt x="103095" y="107801"/>
                  </a:lnTo>
                  <a:cubicBezTo>
                    <a:pt x="102871" y="108249"/>
                    <a:pt x="102423" y="108697"/>
                    <a:pt x="102199" y="108921"/>
                  </a:cubicBezTo>
                  <a:cubicBezTo>
                    <a:pt x="99285" y="111835"/>
                    <a:pt x="96596" y="114972"/>
                    <a:pt x="93906" y="117886"/>
                  </a:cubicBezTo>
                  <a:lnTo>
                    <a:pt x="177726" y="118334"/>
                  </a:lnTo>
                  <a:lnTo>
                    <a:pt x="177950" y="118334"/>
                  </a:lnTo>
                  <a:cubicBezTo>
                    <a:pt x="182881" y="125506"/>
                    <a:pt x="189156" y="129540"/>
                    <a:pt x="195656" y="129540"/>
                  </a:cubicBezTo>
                  <a:lnTo>
                    <a:pt x="231066" y="129540"/>
                  </a:lnTo>
                  <a:cubicBezTo>
                    <a:pt x="248323" y="129540"/>
                    <a:pt x="261322" y="101749"/>
                    <a:pt x="261322" y="64770"/>
                  </a:cubicBezTo>
                  <a:cubicBezTo>
                    <a:pt x="261322" y="27791"/>
                    <a:pt x="248323" y="0"/>
                    <a:pt x="231066" y="0"/>
                  </a:cubicBezTo>
                  <a:lnTo>
                    <a:pt x="195880" y="0"/>
                  </a:lnTo>
                  <a:cubicBezTo>
                    <a:pt x="188708" y="0"/>
                    <a:pt x="182209" y="4482"/>
                    <a:pt x="177054" y="12775"/>
                  </a:cubicBezTo>
                  <a:lnTo>
                    <a:pt x="84493" y="12102"/>
                  </a:lnTo>
                  <a:cubicBezTo>
                    <a:pt x="77994" y="2241"/>
                    <a:pt x="71046" y="0"/>
                    <a:pt x="66116" y="0"/>
                  </a:cubicBezTo>
                  <a:cubicBezTo>
                    <a:pt x="65891" y="0"/>
                    <a:pt x="65667" y="0"/>
                    <a:pt x="65443" y="224"/>
                  </a:cubicBezTo>
                  <a:cubicBezTo>
                    <a:pt x="65219" y="224"/>
                    <a:pt x="64995" y="0"/>
                    <a:pt x="64771"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20" name="Google Shape;2720;p94"/>
            <p:cNvSpPr/>
            <p:nvPr/>
          </p:nvSpPr>
          <p:spPr>
            <a:xfrm>
              <a:off x="619125" y="3020650"/>
              <a:ext cx="2616575" cy="1038700"/>
            </a:xfrm>
            <a:custGeom>
              <a:rect b="b" l="l" r="r" t="t"/>
              <a:pathLst>
                <a:path extrusionOk="0" h="41548" w="104663">
                  <a:moveTo>
                    <a:pt x="84694" y="0"/>
                  </a:moveTo>
                  <a:cubicBezTo>
                    <a:pt x="83524" y="0"/>
                    <a:pt x="82334" y="451"/>
                    <a:pt x="81355" y="1430"/>
                  </a:cubicBezTo>
                  <a:cubicBezTo>
                    <a:pt x="79562" y="3223"/>
                    <a:pt x="79562" y="6137"/>
                    <a:pt x="81355" y="8154"/>
                  </a:cubicBezTo>
                  <a:lnTo>
                    <a:pt x="88526" y="15550"/>
                  </a:lnTo>
                  <a:lnTo>
                    <a:pt x="5379" y="15550"/>
                  </a:lnTo>
                  <a:cubicBezTo>
                    <a:pt x="3138" y="15550"/>
                    <a:pt x="1121" y="17118"/>
                    <a:pt x="672" y="19135"/>
                  </a:cubicBezTo>
                  <a:cubicBezTo>
                    <a:pt x="0" y="22273"/>
                    <a:pt x="2241" y="25187"/>
                    <a:pt x="5379" y="25187"/>
                  </a:cubicBezTo>
                  <a:lnTo>
                    <a:pt x="88975" y="25187"/>
                  </a:lnTo>
                  <a:lnTo>
                    <a:pt x="81131" y="33479"/>
                  </a:lnTo>
                  <a:cubicBezTo>
                    <a:pt x="79338" y="35496"/>
                    <a:pt x="79562" y="38410"/>
                    <a:pt x="81579" y="40202"/>
                  </a:cubicBezTo>
                  <a:cubicBezTo>
                    <a:pt x="82475" y="41099"/>
                    <a:pt x="83596" y="41547"/>
                    <a:pt x="84716" y="41547"/>
                  </a:cubicBezTo>
                  <a:cubicBezTo>
                    <a:pt x="86061" y="41547"/>
                    <a:pt x="87406" y="41099"/>
                    <a:pt x="88302" y="39978"/>
                  </a:cubicBezTo>
                  <a:lnTo>
                    <a:pt x="103318" y="23618"/>
                  </a:lnTo>
                  <a:cubicBezTo>
                    <a:pt x="103766" y="23170"/>
                    <a:pt x="103766" y="22721"/>
                    <a:pt x="103991" y="22497"/>
                  </a:cubicBezTo>
                  <a:cubicBezTo>
                    <a:pt x="103991" y="22497"/>
                    <a:pt x="104215" y="22273"/>
                    <a:pt x="104215" y="22273"/>
                  </a:cubicBezTo>
                  <a:lnTo>
                    <a:pt x="104215" y="22049"/>
                  </a:lnTo>
                  <a:cubicBezTo>
                    <a:pt x="104663" y="21377"/>
                    <a:pt x="104663" y="20480"/>
                    <a:pt x="104439" y="19584"/>
                  </a:cubicBezTo>
                  <a:cubicBezTo>
                    <a:pt x="104439" y="19360"/>
                    <a:pt x="104439" y="19360"/>
                    <a:pt x="104439" y="19135"/>
                  </a:cubicBezTo>
                  <a:cubicBezTo>
                    <a:pt x="104215" y="18463"/>
                    <a:pt x="103991" y="17791"/>
                    <a:pt x="103318" y="17343"/>
                  </a:cubicBezTo>
                  <a:cubicBezTo>
                    <a:pt x="103318" y="17118"/>
                    <a:pt x="103318" y="17118"/>
                    <a:pt x="103318" y="16894"/>
                  </a:cubicBezTo>
                  <a:lnTo>
                    <a:pt x="88078" y="1430"/>
                  </a:lnTo>
                  <a:cubicBezTo>
                    <a:pt x="87155" y="507"/>
                    <a:pt x="85936" y="0"/>
                    <a:pt x="8469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21" name="Google Shape;2721;p94"/>
            <p:cNvSpPr/>
            <p:nvPr/>
          </p:nvSpPr>
          <p:spPr>
            <a:xfrm>
              <a:off x="501450" y="1919000"/>
              <a:ext cx="3462650" cy="1036575"/>
            </a:xfrm>
            <a:custGeom>
              <a:rect b="b" l="l" r="r" t="t"/>
              <a:pathLst>
                <a:path extrusionOk="0" h="41463" w="138506">
                  <a:moveTo>
                    <a:pt x="118867" y="0"/>
                  </a:moveTo>
                  <a:cubicBezTo>
                    <a:pt x="117662" y="0"/>
                    <a:pt x="116430" y="449"/>
                    <a:pt x="115421" y="1345"/>
                  </a:cubicBezTo>
                  <a:cubicBezTo>
                    <a:pt x="113628" y="3138"/>
                    <a:pt x="113628" y="6052"/>
                    <a:pt x="115421" y="8069"/>
                  </a:cubicBezTo>
                  <a:lnTo>
                    <a:pt x="122593" y="15464"/>
                  </a:lnTo>
                  <a:lnTo>
                    <a:pt x="5603" y="15464"/>
                  </a:lnTo>
                  <a:cubicBezTo>
                    <a:pt x="3362" y="15464"/>
                    <a:pt x="1121" y="17033"/>
                    <a:pt x="673" y="19274"/>
                  </a:cubicBezTo>
                  <a:cubicBezTo>
                    <a:pt x="1" y="22412"/>
                    <a:pt x="2466" y="25101"/>
                    <a:pt x="5379" y="25101"/>
                  </a:cubicBezTo>
                  <a:lnTo>
                    <a:pt x="123041" y="25101"/>
                  </a:lnTo>
                  <a:lnTo>
                    <a:pt x="115421" y="33618"/>
                  </a:lnTo>
                  <a:cubicBezTo>
                    <a:pt x="113628" y="35411"/>
                    <a:pt x="113852" y="38549"/>
                    <a:pt x="115645" y="40341"/>
                  </a:cubicBezTo>
                  <a:cubicBezTo>
                    <a:pt x="116542" y="41014"/>
                    <a:pt x="117662" y="41462"/>
                    <a:pt x="118783" y="41462"/>
                  </a:cubicBezTo>
                  <a:cubicBezTo>
                    <a:pt x="120128" y="41462"/>
                    <a:pt x="121472" y="41014"/>
                    <a:pt x="122369" y="39893"/>
                  </a:cubicBezTo>
                  <a:lnTo>
                    <a:pt x="137161" y="23533"/>
                  </a:lnTo>
                  <a:cubicBezTo>
                    <a:pt x="137609" y="23084"/>
                    <a:pt x="137833" y="22860"/>
                    <a:pt x="137833" y="22412"/>
                  </a:cubicBezTo>
                  <a:cubicBezTo>
                    <a:pt x="138057" y="22188"/>
                    <a:pt x="138057" y="22188"/>
                    <a:pt x="138057" y="22188"/>
                  </a:cubicBezTo>
                  <a:lnTo>
                    <a:pt x="138057" y="21964"/>
                  </a:lnTo>
                  <a:cubicBezTo>
                    <a:pt x="138505" y="21291"/>
                    <a:pt x="138505" y="20395"/>
                    <a:pt x="138281" y="19723"/>
                  </a:cubicBezTo>
                  <a:cubicBezTo>
                    <a:pt x="138281" y="19499"/>
                    <a:pt x="138281" y="19274"/>
                    <a:pt x="138281" y="19050"/>
                  </a:cubicBezTo>
                  <a:cubicBezTo>
                    <a:pt x="138057" y="18378"/>
                    <a:pt x="137833" y="17706"/>
                    <a:pt x="137385" y="17257"/>
                  </a:cubicBezTo>
                  <a:cubicBezTo>
                    <a:pt x="137161" y="17033"/>
                    <a:pt x="137161" y="17033"/>
                    <a:pt x="137161" y="17033"/>
                  </a:cubicBezTo>
                  <a:lnTo>
                    <a:pt x="122145" y="1345"/>
                  </a:lnTo>
                  <a:cubicBezTo>
                    <a:pt x="121248" y="449"/>
                    <a:pt x="120072" y="0"/>
                    <a:pt x="11886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22" name="Google Shape;2722;p94"/>
            <p:cNvSpPr/>
            <p:nvPr/>
          </p:nvSpPr>
          <p:spPr>
            <a:xfrm>
              <a:off x="305350" y="2877100"/>
              <a:ext cx="1451175" cy="212925"/>
            </a:xfrm>
            <a:custGeom>
              <a:rect b="b" l="l" r="r" t="t"/>
              <a:pathLst>
                <a:path extrusionOk="0" h="8517" w="58047">
                  <a:moveTo>
                    <a:pt x="4707" y="0"/>
                  </a:moveTo>
                  <a:cubicBezTo>
                    <a:pt x="2242" y="0"/>
                    <a:pt x="225" y="1793"/>
                    <a:pt x="225" y="4035"/>
                  </a:cubicBezTo>
                  <a:cubicBezTo>
                    <a:pt x="0" y="6500"/>
                    <a:pt x="2017" y="8517"/>
                    <a:pt x="4483" y="8517"/>
                  </a:cubicBezTo>
                  <a:lnTo>
                    <a:pt x="53789" y="8517"/>
                  </a:lnTo>
                  <a:cubicBezTo>
                    <a:pt x="56254" y="8517"/>
                    <a:pt x="58047" y="6724"/>
                    <a:pt x="58047" y="4259"/>
                  </a:cubicBezTo>
                  <a:cubicBezTo>
                    <a:pt x="58047" y="2017"/>
                    <a:pt x="56254" y="0"/>
                    <a:pt x="5378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23" name="Google Shape;2723;p94"/>
            <p:cNvSpPr/>
            <p:nvPr/>
          </p:nvSpPr>
          <p:spPr>
            <a:xfrm>
              <a:off x="226900" y="4003300"/>
              <a:ext cx="2207600" cy="212925"/>
            </a:xfrm>
            <a:custGeom>
              <a:rect b="b" l="l" r="r" t="t"/>
              <a:pathLst>
                <a:path extrusionOk="0" h="8517" w="88304">
                  <a:moveTo>
                    <a:pt x="4931" y="0"/>
                  </a:moveTo>
                  <a:cubicBezTo>
                    <a:pt x="2690" y="0"/>
                    <a:pt x="673" y="1569"/>
                    <a:pt x="449" y="3810"/>
                  </a:cubicBezTo>
                  <a:cubicBezTo>
                    <a:pt x="1" y="6275"/>
                    <a:pt x="2242" y="8516"/>
                    <a:pt x="4707" y="8516"/>
                  </a:cubicBezTo>
                  <a:lnTo>
                    <a:pt x="84045" y="8516"/>
                  </a:lnTo>
                  <a:cubicBezTo>
                    <a:pt x="86510" y="8516"/>
                    <a:pt x="88303" y="6724"/>
                    <a:pt x="88303" y="4258"/>
                  </a:cubicBezTo>
                  <a:cubicBezTo>
                    <a:pt x="88303" y="2017"/>
                    <a:pt x="86510" y="0"/>
                    <a:pt x="8404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2724" name="Google Shape;2724;p94"/>
          <p:cNvSpPr txBox="1"/>
          <p:nvPr/>
        </p:nvSpPr>
        <p:spPr>
          <a:xfrm rot="-1091">
            <a:off x="4701565" y="2186709"/>
            <a:ext cx="945600" cy="13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AI    </a:t>
            </a:r>
            <a:endParaRPr b="1" sz="700">
              <a:solidFill>
                <a:srgbClr val="105780"/>
              </a:solidFill>
            </a:endParaRPr>
          </a:p>
        </p:txBody>
      </p:sp>
      <p:grpSp>
        <p:nvGrpSpPr>
          <p:cNvPr id="2725" name="Google Shape;2725;p94"/>
          <p:cNvGrpSpPr/>
          <p:nvPr/>
        </p:nvGrpSpPr>
        <p:grpSpPr>
          <a:xfrm>
            <a:off x="4960184" y="1599411"/>
            <a:ext cx="428362" cy="428553"/>
            <a:chOff x="5973053" y="4604881"/>
            <a:chExt cx="428362" cy="428553"/>
          </a:xfrm>
        </p:grpSpPr>
        <p:sp>
          <p:nvSpPr>
            <p:cNvPr id="2726" name="Google Shape;2726;p94"/>
            <p:cNvSpPr/>
            <p:nvPr/>
          </p:nvSpPr>
          <p:spPr>
            <a:xfrm>
              <a:off x="6221489" y="4608715"/>
              <a:ext cx="81105" cy="81105"/>
            </a:xfrm>
            <a:custGeom>
              <a:rect b="b" l="l" r="r" t="t"/>
              <a:pathLst>
                <a:path extrusionOk="0" h="81105" w="81105">
                  <a:moveTo>
                    <a:pt x="929" y="41696"/>
                  </a:move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ubicBezTo>
                    <a:pt x="35219" y="20169"/>
                    <a:pt x="20169" y="35219"/>
                    <a:pt x="929" y="39410"/>
                  </a:cubicBezTo>
                  <a:cubicBezTo>
                    <a:pt x="-310" y="39695"/>
                    <a:pt x="-310" y="41410"/>
                    <a:pt x="929" y="4169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7" name="Google Shape;2727;p94"/>
            <p:cNvSpPr/>
            <p:nvPr/>
          </p:nvSpPr>
          <p:spPr>
            <a:xfrm>
              <a:off x="5973053" y="4604881"/>
              <a:ext cx="348234" cy="348424"/>
            </a:xfrm>
            <a:custGeom>
              <a:rect b="b" l="l" r="r" t="t"/>
              <a:pathLst>
                <a:path extrusionOk="0" h="348424" w="348234">
                  <a:moveTo>
                    <a:pt x="348234" y="174212"/>
                  </a:moveTo>
                  <a:cubicBezTo>
                    <a:pt x="348234" y="166307"/>
                    <a:pt x="342805" y="159639"/>
                    <a:pt x="335090" y="157925"/>
                  </a:cubicBezTo>
                  <a:cubicBezTo>
                    <a:pt x="262890" y="142208"/>
                    <a:pt x="206026" y="85344"/>
                    <a:pt x="190310" y="13145"/>
                  </a:cubicBezTo>
                  <a:cubicBezTo>
                    <a:pt x="188595" y="5429"/>
                    <a:pt x="181928" y="0"/>
                    <a:pt x="174117" y="0"/>
                  </a:cubicBezTo>
                  <a:cubicBezTo>
                    <a:pt x="166306" y="0"/>
                    <a:pt x="159544" y="5429"/>
                    <a:pt x="157925" y="13145"/>
                  </a:cubicBezTo>
                  <a:cubicBezTo>
                    <a:pt x="142208" y="85439"/>
                    <a:pt x="85439" y="142208"/>
                    <a:pt x="13145" y="157925"/>
                  </a:cubicBezTo>
                  <a:cubicBezTo>
                    <a:pt x="5429" y="159639"/>
                    <a:pt x="0" y="166307"/>
                    <a:pt x="0" y="174212"/>
                  </a:cubicBezTo>
                  <a:cubicBezTo>
                    <a:pt x="0" y="182118"/>
                    <a:pt x="5429" y="188786"/>
                    <a:pt x="13145" y="190500"/>
                  </a:cubicBezTo>
                  <a:cubicBezTo>
                    <a:pt x="85344" y="206216"/>
                    <a:pt x="142208" y="263081"/>
                    <a:pt x="157925" y="335280"/>
                  </a:cubicBezTo>
                  <a:cubicBezTo>
                    <a:pt x="159639" y="342995"/>
                    <a:pt x="166306" y="348425"/>
                    <a:pt x="174117" y="348425"/>
                  </a:cubicBezTo>
                  <a:cubicBezTo>
                    <a:pt x="181928" y="348425"/>
                    <a:pt x="188690" y="342995"/>
                    <a:pt x="190310" y="335280"/>
                  </a:cubicBezTo>
                  <a:cubicBezTo>
                    <a:pt x="206026" y="262985"/>
                    <a:pt x="262795" y="206216"/>
                    <a:pt x="335090" y="190500"/>
                  </a:cubicBezTo>
                  <a:cubicBezTo>
                    <a:pt x="342805" y="188786"/>
                    <a:pt x="348234" y="182118"/>
                    <a:pt x="348234" y="174308"/>
                  </a:cubicBezTo>
                  <a:close/>
                  <a:moveTo>
                    <a:pt x="174117" y="305276"/>
                  </a:moveTo>
                  <a:cubicBezTo>
                    <a:pt x="152686" y="244031"/>
                    <a:pt x="104299" y="195644"/>
                    <a:pt x="43053" y="174212"/>
                  </a:cubicBezTo>
                  <a:cubicBezTo>
                    <a:pt x="104204" y="152781"/>
                    <a:pt x="152686" y="104394"/>
                    <a:pt x="174117" y="43148"/>
                  </a:cubicBezTo>
                  <a:cubicBezTo>
                    <a:pt x="195548" y="104394"/>
                    <a:pt x="243935" y="152781"/>
                    <a:pt x="305181" y="174212"/>
                  </a:cubicBezTo>
                  <a:cubicBezTo>
                    <a:pt x="244030" y="195644"/>
                    <a:pt x="195548" y="244031"/>
                    <a:pt x="174117" y="30527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8" name="Google Shape;2728;p94"/>
            <p:cNvSpPr/>
            <p:nvPr/>
          </p:nvSpPr>
          <p:spPr>
            <a:xfrm>
              <a:off x="6239062" y="4871081"/>
              <a:ext cx="162353" cy="162353"/>
            </a:xfrm>
            <a:custGeom>
              <a:rect b="b" l="l" r="r" t="t"/>
              <a:pathLst>
                <a:path extrusionOk="0" h="162353" w="162353">
                  <a:moveTo>
                    <a:pt x="160425" y="78891"/>
                  </a:moveTo>
                  <a:cubicBezTo>
                    <a:pt x="122039" y="70509"/>
                    <a:pt x="91845" y="40315"/>
                    <a:pt x="83463" y="1929"/>
                  </a:cubicBezTo>
                  <a:cubicBezTo>
                    <a:pt x="82891" y="-643"/>
                    <a:pt x="79462" y="-643"/>
                    <a:pt x="78891" y="1929"/>
                  </a:cubicBez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2729" name="Google Shape;2729;p94"/>
          <p:cNvGrpSpPr/>
          <p:nvPr/>
        </p:nvGrpSpPr>
        <p:grpSpPr>
          <a:xfrm>
            <a:off x="6108581" y="1599598"/>
            <a:ext cx="379669" cy="428572"/>
            <a:chOff x="7801348" y="4251694"/>
            <a:chExt cx="469133" cy="529494"/>
          </a:xfrm>
        </p:grpSpPr>
        <p:sp>
          <p:nvSpPr>
            <p:cNvPr id="2730" name="Google Shape;2730;p94"/>
            <p:cNvSpPr/>
            <p:nvPr/>
          </p:nvSpPr>
          <p:spPr>
            <a:xfrm>
              <a:off x="7801348" y="4251694"/>
              <a:ext cx="469133" cy="529494"/>
            </a:xfrm>
            <a:custGeom>
              <a:rect b="b" l="l" r="r" t="t"/>
              <a:pathLst>
                <a:path extrusionOk="0" h="529494" w="469133">
                  <a:moveTo>
                    <a:pt x="449165" y="342424"/>
                  </a:moveTo>
                  <a:cubicBezTo>
                    <a:pt x="449165" y="342424"/>
                    <a:pt x="449165" y="342424"/>
                    <a:pt x="449165" y="342424"/>
                  </a:cubicBezTo>
                  <a:cubicBezTo>
                    <a:pt x="433925" y="333661"/>
                    <a:pt x="415256" y="336232"/>
                    <a:pt x="402778" y="347281"/>
                  </a:cubicBezTo>
                  <a:lnTo>
                    <a:pt x="380680" y="333566"/>
                  </a:lnTo>
                  <a:cubicBezTo>
                    <a:pt x="390586" y="312611"/>
                    <a:pt x="396301" y="289370"/>
                    <a:pt x="396301" y="264700"/>
                  </a:cubicBezTo>
                  <a:cubicBezTo>
                    <a:pt x="396301" y="240030"/>
                    <a:pt x="390205" y="215170"/>
                    <a:pt x="379633" y="193643"/>
                  </a:cubicBezTo>
                  <a:lnTo>
                    <a:pt x="400778" y="180499"/>
                  </a:lnTo>
                  <a:cubicBezTo>
                    <a:pt x="408398" y="188119"/>
                    <a:pt x="418685" y="192310"/>
                    <a:pt x="429258" y="192310"/>
                  </a:cubicBezTo>
                  <a:cubicBezTo>
                    <a:pt x="436021" y="192310"/>
                    <a:pt x="442879" y="190595"/>
                    <a:pt x="449165" y="186976"/>
                  </a:cubicBezTo>
                  <a:cubicBezTo>
                    <a:pt x="468215" y="175927"/>
                    <a:pt x="474787" y="151448"/>
                    <a:pt x="463834" y="132398"/>
                  </a:cubicBezTo>
                  <a:cubicBezTo>
                    <a:pt x="452785" y="113348"/>
                    <a:pt x="428305" y="106775"/>
                    <a:pt x="409255" y="117729"/>
                  </a:cubicBezTo>
                  <a:cubicBezTo>
                    <a:pt x="394301" y="126301"/>
                    <a:pt x="387253" y="143161"/>
                    <a:pt x="390015" y="159258"/>
                  </a:cubicBezTo>
                  <a:lnTo>
                    <a:pt x="367726" y="173069"/>
                  </a:lnTo>
                  <a:cubicBezTo>
                    <a:pt x="340675" y="134017"/>
                    <a:pt x="296956" y="107442"/>
                    <a:pt x="246854" y="103632"/>
                  </a:cubicBezTo>
                  <a:lnTo>
                    <a:pt x="246854" y="77915"/>
                  </a:lnTo>
                  <a:cubicBezTo>
                    <a:pt x="262951" y="72771"/>
                    <a:pt x="274667" y="57817"/>
                    <a:pt x="274667" y="40005"/>
                  </a:cubicBezTo>
                  <a:cubicBezTo>
                    <a:pt x="274667" y="18002"/>
                    <a:pt x="256760" y="0"/>
                    <a:pt x="234662" y="0"/>
                  </a:cubicBezTo>
                  <a:cubicBezTo>
                    <a:pt x="212564" y="0"/>
                    <a:pt x="194657" y="17907"/>
                    <a:pt x="194657" y="40005"/>
                  </a:cubicBezTo>
                  <a:cubicBezTo>
                    <a:pt x="194657" y="58007"/>
                    <a:pt x="206659" y="73057"/>
                    <a:pt x="223042" y="78105"/>
                  </a:cubicBezTo>
                  <a:lnTo>
                    <a:pt x="223042" y="103632"/>
                  </a:lnTo>
                  <a:cubicBezTo>
                    <a:pt x="172083" y="107252"/>
                    <a:pt x="127601" y="134493"/>
                    <a:pt x="100550" y="174593"/>
                  </a:cubicBezTo>
                  <a:lnTo>
                    <a:pt x="78928" y="161163"/>
                  </a:lnTo>
                  <a:cubicBezTo>
                    <a:pt x="82643" y="144590"/>
                    <a:pt x="75595" y="126778"/>
                    <a:pt x="60069" y="117824"/>
                  </a:cubicBezTo>
                  <a:cubicBezTo>
                    <a:pt x="41019" y="106775"/>
                    <a:pt x="16444" y="113348"/>
                    <a:pt x="5395" y="132493"/>
                  </a:cubicBezTo>
                  <a:cubicBezTo>
                    <a:pt x="-5654" y="151543"/>
                    <a:pt x="919" y="176117"/>
                    <a:pt x="20064" y="187071"/>
                  </a:cubicBezTo>
                  <a:cubicBezTo>
                    <a:pt x="26350" y="190691"/>
                    <a:pt x="33208" y="192405"/>
                    <a:pt x="39971" y="192405"/>
                  </a:cubicBezTo>
                  <a:cubicBezTo>
                    <a:pt x="49877" y="192405"/>
                    <a:pt x="59593" y="188690"/>
                    <a:pt x="67022" y="181832"/>
                  </a:cubicBezTo>
                  <a:lnTo>
                    <a:pt x="88739" y="195358"/>
                  </a:lnTo>
                  <a:cubicBezTo>
                    <a:pt x="78643" y="216408"/>
                    <a:pt x="72832" y="239840"/>
                    <a:pt x="72832" y="264700"/>
                  </a:cubicBezTo>
                  <a:cubicBezTo>
                    <a:pt x="72832" y="289560"/>
                    <a:pt x="78262" y="311372"/>
                    <a:pt x="87596" y="331851"/>
                  </a:cubicBezTo>
                  <a:lnTo>
                    <a:pt x="64927" y="345948"/>
                  </a:lnTo>
                  <a:cubicBezTo>
                    <a:pt x="52449" y="335947"/>
                    <a:pt x="34637" y="333947"/>
                    <a:pt x="19969" y="342424"/>
                  </a:cubicBezTo>
                  <a:cubicBezTo>
                    <a:pt x="19969" y="342424"/>
                    <a:pt x="19969" y="342424"/>
                    <a:pt x="19969" y="342424"/>
                  </a:cubicBezTo>
                  <a:cubicBezTo>
                    <a:pt x="919" y="353473"/>
                    <a:pt x="-5654" y="377952"/>
                    <a:pt x="5300" y="397097"/>
                  </a:cubicBezTo>
                  <a:cubicBezTo>
                    <a:pt x="12730" y="409861"/>
                    <a:pt x="26160" y="417100"/>
                    <a:pt x="39971" y="417100"/>
                  </a:cubicBezTo>
                  <a:cubicBezTo>
                    <a:pt x="46734" y="417100"/>
                    <a:pt x="53592" y="415385"/>
                    <a:pt x="59878" y="411766"/>
                  </a:cubicBezTo>
                  <a:cubicBezTo>
                    <a:pt x="76166" y="402336"/>
                    <a:pt x="83215" y="383191"/>
                    <a:pt x="78166" y="365855"/>
                  </a:cubicBezTo>
                  <a:lnTo>
                    <a:pt x="99026" y="352901"/>
                  </a:lnTo>
                  <a:cubicBezTo>
                    <a:pt x="125887" y="394049"/>
                    <a:pt x="170940" y="422148"/>
                    <a:pt x="222756" y="425863"/>
                  </a:cubicBezTo>
                  <a:lnTo>
                    <a:pt x="222756" y="451390"/>
                  </a:lnTo>
                  <a:cubicBezTo>
                    <a:pt x="206373" y="456438"/>
                    <a:pt x="194371" y="471488"/>
                    <a:pt x="194371" y="489490"/>
                  </a:cubicBezTo>
                  <a:cubicBezTo>
                    <a:pt x="194371" y="511493"/>
                    <a:pt x="212278" y="529495"/>
                    <a:pt x="234376" y="529495"/>
                  </a:cubicBezTo>
                  <a:cubicBezTo>
                    <a:pt x="256474" y="529495"/>
                    <a:pt x="274381" y="511588"/>
                    <a:pt x="274381" y="489490"/>
                  </a:cubicBezTo>
                  <a:cubicBezTo>
                    <a:pt x="274381" y="471678"/>
                    <a:pt x="262666" y="456819"/>
                    <a:pt x="246568" y="451580"/>
                  </a:cubicBezTo>
                  <a:lnTo>
                    <a:pt x="246568" y="425863"/>
                  </a:lnTo>
                  <a:cubicBezTo>
                    <a:pt x="297527" y="422053"/>
                    <a:pt x="341914" y="394621"/>
                    <a:pt x="368774" y="354425"/>
                  </a:cubicBezTo>
                  <a:lnTo>
                    <a:pt x="390205" y="367760"/>
                  </a:lnTo>
                  <a:cubicBezTo>
                    <a:pt x="386205" y="384524"/>
                    <a:pt x="393158" y="402717"/>
                    <a:pt x="408874" y="411766"/>
                  </a:cubicBezTo>
                  <a:cubicBezTo>
                    <a:pt x="415161" y="415385"/>
                    <a:pt x="422019" y="417100"/>
                    <a:pt x="428782" y="417100"/>
                  </a:cubicBezTo>
                  <a:cubicBezTo>
                    <a:pt x="442593" y="417100"/>
                    <a:pt x="456118" y="409956"/>
                    <a:pt x="463453" y="397097"/>
                  </a:cubicBezTo>
                  <a:cubicBezTo>
                    <a:pt x="474502" y="378047"/>
                    <a:pt x="467929" y="353473"/>
                    <a:pt x="448784" y="342519"/>
                  </a:cubicBezTo>
                  <a:close/>
                  <a:moveTo>
                    <a:pt x="421066" y="138398"/>
                  </a:moveTo>
                  <a:cubicBezTo>
                    <a:pt x="423638" y="136970"/>
                    <a:pt x="426400" y="136208"/>
                    <a:pt x="429163" y="136208"/>
                  </a:cubicBezTo>
                  <a:cubicBezTo>
                    <a:pt x="434782" y="136208"/>
                    <a:pt x="440212" y="139065"/>
                    <a:pt x="443164" y="144304"/>
                  </a:cubicBezTo>
                  <a:cubicBezTo>
                    <a:pt x="447641" y="152019"/>
                    <a:pt x="444974" y="161925"/>
                    <a:pt x="437259" y="166402"/>
                  </a:cubicBezTo>
                  <a:cubicBezTo>
                    <a:pt x="429544" y="170879"/>
                    <a:pt x="419638" y="168212"/>
                    <a:pt x="415161" y="160496"/>
                  </a:cubicBezTo>
                  <a:cubicBezTo>
                    <a:pt x="410684" y="152781"/>
                    <a:pt x="413351" y="142875"/>
                    <a:pt x="421066" y="138398"/>
                  </a:cubicBezTo>
                  <a:close/>
                  <a:moveTo>
                    <a:pt x="32065" y="166402"/>
                  </a:moveTo>
                  <a:cubicBezTo>
                    <a:pt x="24350" y="161925"/>
                    <a:pt x="21683" y="152019"/>
                    <a:pt x="26160" y="144304"/>
                  </a:cubicBezTo>
                  <a:cubicBezTo>
                    <a:pt x="29113" y="139160"/>
                    <a:pt x="34637" y="136208"/>
                    <a:pt x="40162" y="136208"/>
                  </a:cubicBezTo>
                  <a:cubicBezTo>
                    <a:pt x="42924" y="136208"/>
                    <a:pt x="45686" y="136874"/>
                    <a:pt x="48258" y="138398"/>
                  </a:cubicBezTo>
                  <a:cubicBezTo>
                    <a:pt x="55973" y="142875"/>
                    <a:pt x="58640" y="152781"/>
                    <a:pt x="54163" y="160496"/>
                  </a:cubicBezTo>
                  <a:cubicBezTo>
                    <a:pt x="49687" y="168212"/>
                    <a:pt x="39781" y="170879"/>
                    <a:pt x="32065" y="166402"/>
                  </a:cubicBezTo>
                  <a:close/>
                  <a:moveTo>
                    <a:pt x="48258" y="391001"/>
                  </a:moveTo>
                  <a:cubicBezTo>
                    <a:pt x="40543" y="395478"/>
                    <a:pt x="30637" y="392811"/>
                    <a:pt x="26160" y="385096"/>
                  </a:cubicBezTo>
                  <a:cubicBezTo>
                    <a:pt x="21683" y="377381"/>
                    <a:pt x="24350" y="367475"/>
                    <a:pt x="32065" y="362998"/>
                  </a:cubicBezTo>
                  <a:cubicBezTo>
                    <a:pt x="39781" y="358521"/>
                    <a:pt x="49687" y="361188"/>
                    <a:pt x="54163" y="368903"/>
                  </a:cubicBezTo>
                  <a:cubicBezTo>
                    <a:pt x="58640" y="376619"/>
                    <a:pt x="55973" y="386525"/>
                    <a:pt x="48258" y="391001"/>
                  </a:cubicBezTo>
                  <a:close/>
                  <a:moveTo>
                    <a:pt x="234662" y="23908"/>
                  </a:moveTo>
                  <a:cubicBezTo>
                    <a:pt x="243616" y="23908"/>
                    <a:pt x="250855" y="31147"/>
                    <a:pt x="250855" y="40100"/>
                  </a:cubicBezTo>
                  <a:cubicBezTo>
                    <a:pt x="250855" y="49054"/>
                    <a:pt x="243616" y="56293"/>
                    <a:pt x="234662" y="56293"/>
                  </a:cubicBezTo>
                  <a:cubicBezTo>
                    <a:pt x="225709" y="56293"/>
                    <a:pt x="218470" y="49054"/>
                    <a:pt x="218470" y="40100"/>
                  </a:cubicBezTo>
                  <a:cubicBezTo>
                    <a:pt x="218470" y="31147"/>
                    <a:pt x="225709" y="23908"/>
                    <a:pt x="234662" y="23908"/>
                  </a:cubicBezTo>
                  <a:close/>
                  <a:moveTo>
                    <a:pt x="234662" y="505492"/>
                  </a:moveTo>
                  <a:cubicBezTo>
                    <a:pt x="225709" y="505492"/>
                    <a:pt x="218470" y="498253"/>
                    <a:pt x="218470" y="489299"/>
                  </a:cubicBezTo>
                  <a:cubicBezTo>
                    <a:pt x="218470" y="480346"/>
                    <a:pt x="225709" y="473107"/>
                    <a:pt x="234662" y="473107"/>
                  </a:cubicBezTo>
                  <a:cubicBezTo>
                    <a:pt x="243616" y="473107"/>
                    <a:pt x="250855" y="480346"/>
                    <a:pt x="250855" y="489299"/>
                  </a:cubicBezTo>
                  <a:cubicBezTo>
                    <a:pt x="250855" y="498253"/>
                    <a:pt x="243616" y="505492"/>
                    <a:pt x="234662" y="505492"/>
                  </a:cubicBezTo>
                  <a:close/>
                  <a:moveTo>
                    <a:pt x="234662" y="402527"/>
                  </a:moveTo>
                  <a:cubicBezTo>
                    <a:pt x="158653" y="402527"/>
                    <a:pt x="96835" y="340709"/>
                    <a:pt x="96835" y="264700"/>
                  </a:cubicBezTo>
                  <a:cubicBezTo>
                    <a:pt x="96835" y="188690"/>
                    <a:pt x="158653" y="126873"/>
                    <a:pt x="234662" y="126873"/>
                  </a:cubicBezTo>
                  <a:cubicBezTo>
                    <a:pt x="310672" y="126873"/>
                    <a:pt x="372489" y="188690"/>
                    <a:pt x="372489" y="264700"/>
                  </a:cubicBezTo>
                  <a:cubicBezTo>
                    <a:pt x="372489" y="340709"/>
                    <a:pt x="310672" y="402527"/>
                    <a:pt x="234662" y="402527"/>
                  </a:cubicBezTo>
                  <a:close/>
                  <a:moveTo>
                    <a:pt x="443164" y="385096"/>
                  </a:moveTo>
                  <a:cubicBezTo>
                    <a:pt x="438688" y="392811"/>
                    <a:pt x="428782" y="395478"/>
                    <a:pt x="421066" y="391001"/>
                  </a:cubicBezTo>
                  <a:cubicBezTo>
                    <a:pt x="413351" y="386525"/>
                    <a:pt x="410684" y="376619"/>
                    <a:pt x="415161" y="368903"/>
                  </a:cubicBezTo>
                  <a:cubicBezTo>
                    <a:pt x="418114" y="363760"/>
                    <a:pt x="423638" y="360807"/>
                    <a:pt x="429163" y="360807"/>
                  </a:cubicBezTo>
                  <a:cubicBezTo>
                    <a:pt x="431925" y="360807"/>
                    <a:pt x="434687" y="361474"/>
                    <a:pt x="437259" y="362998"/>
                  </a:cubicBezTo>
                  <a:cubicBezTo>
                    <a:pt x="444974" y="367475"/>
                    <a:pt x="447641" y="377381"/>
                    <a:pt x="443164" y="385096"/>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1" name="Google Shape;2731;p94"/>
            <p:cNvSpPr/>
            <p:nvPr/>
          </p:nvSpPr>
          <p:spPr>
            <a:xfrm>
              <a:off x="7829604" y="4457720"/>
              <a:ext cx="23812" cy="117157"/>
            </a:xfrm>
            <a:custGeom>
              <a:rect b="b" l="l" r="r" t="t"/>
              <a:pathLst>
                <a:path extrusionOk="0" h="117157" w="23812">
                  <a:moveTo>
                    <a:pt x="23813" y="105251"/>
                  </a:moveTo>
                  <a:lnTo>
                    <a:pt x="23813" y="11906"/>
                  </a:lnTo>
                  <a:cubicBezTo>
                    <a:pt x="23813" y="5334"/>
                    <a:pt x="18479" y="0"/>
                    <a:pt x="11906" y="0"/>
                  </a:cubicBezTo>
                  <a:cubicBezTo>
                    <a:pt x="5334" y="0"/>
                    <a:pt x="0" y="5334"/>
                    <a:pt x="0" y="11906"/>
                  </a:cubicBezTo>
                  <a:lnTo>
                    <a:pt x="0" y="105251"/>
                  </a:lnTo>
                  <a:cubicBezTo>
                    <a:pt x="0" y="111824"/>
                    <a:pt x="5334" y="117157"/>
                    <a:pt x="11906" y="117157"/>
                  </a:cubicBezTo>
                  <a:cubicBezTo>
                    <a:pt x="18479" y="117157"/>
                    <a:pt x="23813" y="111824"/>
                    <a:pt x="23813" y="105251"/>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2" name="Google Shape;2732;p94"/>
            <p:cNvSpPr/>
            <p:nvPr/>
          </p:nvSpPr>
          <p:spPr>
            <a:xfrm>
              <a:off x="8218605" y="4458577"/>
              <a:ext cx="23812" cy="116205"/>
            </a:xfrm>
            <a:custGeom>
              <a:rect b="b" l="l" r="r" t="t"/>
              <a:pathLst>
                <a:path extrusionOk="0" h="116205" w="23812">
                  <a:moveTo>
                    <a:pt x="0" y="11906"/>
                  </a:moveTo>
                  <a:lnTo>
                    <a:pt x="0" y="104299"/>
                  </a:lnTo>
                  <a:cubicBezTo>
                    <a:pt x="0" y="110871"/>
                    <a:pt x="5334" y="116205"/>
                    <a:pt x="11906" y="116205"/>
                  </a:cubicBezTo>
                  <a:cubicBezTo>
                    <a:pt x="18479" y="116205"/>
                    <a:pt x="23813" y="110871"/>
                    <a:pt x="23813" y="104299"/>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3" name="Google Shape;2733;p94"/>
            <p:cNvSpPr/>
            <p:nvPr/>
          </p:nvSpPr>
          <p:spPr>
            <a:xfrm>
              <a:off x="7886471" y="4649652"/>
              <a:ext cx="104006" cy="70196"/>
            </a:xfrm>
            <a:custGeom>
              <a:rect b="b" l="l" r="r" t="t"/>
              <a:pathLst>
                <a:path extrusionOk="0" h="70196" w="104006">
                  <a:moveTo>
                    <a:pt x="98104" y="47908"/>
                  </a:moveTo>
                  <a:lnTo>
                    <a:pt x="17904" y="1616"/>
                  </a:lnTo>
                  <a:cubicBezTo>
                    <a:pt x="12189" y="-1718"/>
                    <a:pt x="4950" y="283"/>
                    <a:pt x="1616" y="5997"/>
                  </a:cubicBezTo>
                  <a:cubicBezTo>
                    <a:pt x="-1718" y="11713"/>
                    <a:pt x="283" y="18951"/>
                    <a:pt x="5998" y="22285"/>
                  </a:cubicBezTo>
                  <a:lnTo>
                    <a:pt x="86198" y="68577"/>
                  </a:lnTo>
                  <a:cubicBezTo>
                    <a:pt x="88103" y="69624"/>
                    <a:pt x="90103" y="70196"/>
                    <a:pt x="92103" y="70196"/>
                  </a:cubicBezTo>
                  <a:cubicBezTo>
                    <a:pt x="96199" y="70196"/>
                    <a:pt x="100200" y="68100"/>
                    <a:pt x="102390" y="64291"/>
                  </a:cubicBezTo>
                  <a:cubicBezTo>
                    <a:pt x="105724" y="58575"/>
                    <a:pt x="103724" y="51337"/>
                    <a:pt x="98009" y="4800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4" name="Google Shape;2734;p94"/>
            <p:cNvSpPr/>
            <p:nvPr/>
          </p:nvSpPr>
          <p:spPr>
            <a:xfrm>
              <a:off x="8081776" y="4313228"/>
              <a:ext cx="103826" cy="70005"/>
            </a:xfrm>
            <a:custGeom>
              <a:rect b="b" l="l" r="r" t="t"/>
              <a:pathLst>
                <a:path extrusionOk="0" h="70005" w="103826">
                  <a:moveTo>
                    <a:pt x="6050" y="22190"/>
                  </a:moveTo>
                  <a:lnTo>
                    <a:pt x="86060" y="68386"/>
                  </a:lnTo>
                  <a:cubicBezTo>
                    <a:pt x="87965" y="69434"/>
                    <a:pt x="89966" y="70006"/>
                    <a:pt x="91966" y="70006"/>
                  </a:cubicBezTo>
                  <a:cubicBezTo>
                    <a:pt x="96062" y="70006"/>
                    <a:pt x="100062" y="67910"/>
                    <a:pt x="102253" y="64100"/>
                  </a:cubicBezTo>
                  <a:cubicBezTo>
                    <a:pt x="105491" y="58385"/>
                    <a:pt x="103586" y="51146"/>
                    <a:pt x="97871" y="47812"/>
                  </a:cubicBezTo>
                  <a:lnTo>
                    <a:pt x="17861" y="1616"/>
                  </a:lnTo>
                  <a:cubicBezTo>
                    <a:pt x="12146" y="-1718"/>
                    <a:pt x="4907" y="283"/>
                    <a:pt x="1574" y="5998"/>
                  </a:cubicBezTo>
                  <a:cubicBezTo>
                    <a:pt x="-1665" y="11713"/>
                    <a:pt x="240" y="18952"/>
                    <a:pt x="5955" y="2228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5" name="Google Shape;2735;p94"/>
            <p:cNvSpPr/>
            <p:nvPr/>
          </p:nvSpPr>
          <p:spPr>
            <a:xfrm>
              <a:off x="8081395" y="4649789"/>
              <a:ext cx="103636" cy="69963"/>
            </a:xfrm>
            <a:custGeom>
              <a:rect b="b" l="l" r="r" t="t"/>
              <a:pathLst>
                <a:path extrusionOk="0" h="69963" w="103636">
                  <a:moveTo>
                    <a:pt x="85870" y="1669"/>
                  </a:moveTo>
                  <a:lnTo>
                    <a:pt x="5955" y="47770"/>
                  </a:lnTo>
                  <a:cubicBezTo>
                    <a:pt x="240" y="51104"/>
                    <a:pt x="-1665" y="58343"/>
                    <a:pt x="1574" y="64058"/>
                  </a:cubicBezTo>
                  <a:cubicBezTo>
                    <a:pt x="3764" y="67868"/>
                    <a:pt x="7765" y="69963"/>
                    <a:pt x="11861" y="69963"/>
                  </a:cubicBezTo>
                  <a:cubicBezTo>
                    <a:pt x="13861" y="69963"/>
                    <a:pt x="15956" y="69487"/>
                    <a:pt x="17766" y="68344"/>
                  </a:cubicBezTo>
                  <a:lnTo>
                    <a:pt x="97681" y="22243"/>
                  </a:lnTo>
                  <a:cubicBezTo>
                    <a:pt x="103396" y="18909"/>
                    <a:pt x="105301" y="11670"/>
                    <a:pt x="102062" y="5955"/>
                  </a:cubicBezTo>
                  <a:cubicBezTo>
                    <a:pt x="98729" y="240"/>
                    <a:pt x="91490" y="-1665"/>
                    <a:pt x="85775" y="1574"/>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6" name="Google Shape;2736;p94"/>
            <p:cNvSpPr/>
            <p:nvPr/>
          </p:nvSpPr>
          <p:spPr>
            <a:xfrm>
              <a:off x="7886514" y="4313176"/>
              <a:ext cx="103636" cy="69963"/>
            </a:xfrm>
            <a:custGeom>
              <a:rect b="b" l="l" r="r" t="t"/>
              <a:pathLst>
                <a:path extrusionOk="0" h="69963" w="103636">
                  <a:moveTo>
                    <a:pt x="11956" y="69963"/>
                  </a:moveTo>
                  <a:cubicBezTo>
                    <a:pt x="13956" y="69963"/>
                    <a:pt x="16052" y="69487"/>
                    <a:pt x="17861" y="68344"/>
                  </a:cubicBezTo>
                  <a:lnTo>
                    <a:pt x="97681" y="22243"/>
                  </a:lnTo>
                  <a:cubicBezTo>
                    <a:pt x="103396" y="18909"/>
                    <a:pt x="105301" y="11670"/>
                    <a:pt x="102062" y="5955"/>
                  </a:cubicBezTo>
                  <a:cubicBezTo>
                    <a:pt x="98729" y="240"/>
                    <a:pt x="91490" y="-1665"/>
                    <a:pt x="85775" y="1574"/>
                  </a:cubicBezTo>
                  <a:lnTo>
                    <a:pt x="5955" y="47675"/>
                  </a:lnTo>
                  <a:cubicBezTo>
                    <a:pt x="240" y="51008"/>
                    <a:pt x="-1665" y="58247"/>
                    <a:pt x="1574" y="63962"/>
                  </a:cubicBezTo>
                  <a:cubicBezTo>
                    <a:pt x="3764" y="67772"/>
                    <a:pt x="7765" y="69868"/>
                    <a:pt x="11861" y="6986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7" name="Google Shape;2737;p94"/>
            <p:cNvSpPr/>
            <p:nvPr/>
          </p:nvSpPr>
          <p:spPr>
            <a:xfrm>
              <a:off x="8066889" y="4469833"/>
              <a:ext cx="76468" cy="91708"/>
            </a:xfrm>
            <a:custGeom>
              <a:rect b="b" l="l" r="r" t="t"/>
              <a:pathLst>
                <a:path extrusionOk="0" h="91708" w="76468">
                  <a:moveTo>
                    <a:pt x="71135" y="35797"/>
                  </a:moveTo>
                  <a:lnTo>
                    <a:pt x="18366" y="1888"/>
                  </a:lnTo>
                  <a:cubicBezTo>
                    <a:pt x="12842" y="-1636"/>
                    <a:pt x="5507" y="-112"/>
                    <a:pt x="1888" y="5507"/>
                  </a:cubicBezTo>
                  <a:cubicBezTo>
                    <a:pt x="-1636" y="11032"/>
                    <a:pt x="-112" y="18366"/>
                    <a:pt x="5507" y="21986"/>
                  </a:cubicBezTo>
                  <a:lnTo>
                    <a:pt x="42655" y="45893"/>
                  </a:lnTo>
                  <a:lnTo>
                    <a:pt x="5507" y="69801"/>
                  </a:lnTo>
                  <a:cubicBezTo>
                    <a:pt x="-17" y="73325"/>
                    <a:pt x="-1636" y="80755"/>
                    <a:pt x="1888" y="86279"/>
                  </a:cubicBezTo>
                  <a:cubicBezTo>
                    <a:pt x="4174" y="89804"/>
                    <a:pt x="7984" y="91709"/>
                    <a:pt x="11889" y="91709"/>
                  </a:cubicBezTo>
                  <a:cubicBezTo>
                    <a:pt x="14080" y="91709"/>
                    <a:pt x="16366" y="91137"/>
                    <a:pt x="18271" y="89804"/>
                  </a:cubicBezTo>
                  <a:lnTo>
                    <a:pt x="71039" y="55895"/>
                  </a:lnTo>
                  <a:cubicBezTo>
                    <a:pt x="74468" y="53704"/>
                    <a:pt x="76469" y="49894"/>
                    <a:pt x="76469" y="45893"/>
                  </a:cubicBezTo>
                  <a:cubicBezTo>
                    <a:pt x="76469" y="41893"/>
                    <a:pt x="74373" y="38083"/>
                    <a:pt x="71039" y="35892"/>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8" name="Google Shape;2738;p94"/>
            <p:cNvSpPr/>
            <p:nvPr/>
          </p:nvSpPr>
          <p:spPr>
            <a:xfrm>
              <a:off x="7928473" y="4469857"/>
              <a:ext cx="76468" cy="91589"/>
            </a:xfrm>
            <a:custGeom>
              <a:rect b="b" l="l" r="r" t="t"/>
              <a:pathLst>
                <a:path extrusionOk="0" h="91589" w="76468">
                  <a:moveTo>
                    <a:pt x="74676" y="5484"/>
                  </a:moveTo>
                  <a:cubicBezTo>
                    <a:pt x="71152" y="-41"/>
                    <a:pt x="63722" y="-1660"/>
                    <a:pt x="58198" y="1864"/>
                  </a:cubicBezTo>
                  <a:lnTo>
                    <a:pt x="5429" y="35773"/>
                  </a:lnTo>
                  <a:cubicBezTo>
                    <a:pt x="2000" y="37964"/>
                    <a:pt x="0" y="41774"/>
                    <a:pt x="0" y="45774"/>
                  </a:cubicBezTo>
                  <a:cubicBezTo>
                    <a:pt x="0" y="49775"/>
                    <a:pt x="2096" y="53585"/>
                    <a:pt x="5429" y="55776"/>
                  </a:cubicBezTo>
                  <a:lnTo>
                    <a:pt x="58198" y="89685"/>
                  </a:lnTo>
                  <a:cubicBezTo>
                    <a:pt x="60198" y="90923"/>
                    <a:pt x="62389" y="91590"/>
                    <a:pt x="64580" y="91590"/>
                  </a:cubicBezTo>
                  <a:cubicBezTo>
                    <a:pt x="68485" y="91590"/>
                    <a:pt x="72295" y="89685"/>
                    <a:pt x="74581" y="86160"/>
                  </a:cubicBezTo>
                  <a:cubicBezTo>
                    <a:pt x="78105" y="80636"/>
                    <a:pt x="76581" y="73302"/>
                    <a:pt x="70961" y="69682"/>
                  </a:cubicBezTo>
                  <a:lnTo>
                    <a:pt x="33814" y="45774"/>
                  </a:lnTo>
                  <a:lnTo>
                    <a:pt x="70961" y="21867"/>
                  </a:lnTo>
                  <a:cubicBezTo>
                    <a:pt x="76486" y="18342"/>
                    <a:pt x="78105" y="10913"/>
                    <a:pt x="74581" y="538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9" name="Google Shape;2739;p94"/>
            <p:cNvSpPr/>
            <p:nvPr/>
          </p:nvSpPr>
          <p:spPr>
            <a:xfrm>
              <a:off x="8013052" y="4454858"/>
              <a:ext cx="46298" cy="122971"/>
            </a:xfrm>
            <a:custGeom>
              <a:rect b="b" l="l" r="r" t="t"/>
              <a:pathLst>
                <a:path extrusionOk="0" h="122971" w="46298">
                  <a:moveTo>
                    <a:pt x="36865" y="289"/>
                  </a:moveTo>
                  <a:cubicBezTo>
                    <a:pt x="30483" y="-1139"/>
                    <a:pt x="24102" y="2861"/>
                    <a:pt x="22673" y="9243"/>
                  </a:cubicBezTo>
                  <a:lnTo>
                    <a:pt x="289" y="108493"/>
                  </a:lnTo>
                  <a:cubicBezTo>
                    <a:pt x="-1140" y="114875"/>
                    <a:pt x="2861" y="121257"/>
                    <a:pt x="9338" y="122686"/>
                  </a:cubicBezTo>
                  <a:cubicBezTo>
                    <a:pt x="10195" y="122876"/>
                    <a:pt x="11052" y="122971"/>
                    <a:pt x="12005" y="122971"/>
                  </a:cubicBezTo>
                  <a:cubicBezTo>
                    <a:pt x="17434" y="122971"/>
                    <a:pt x="22387" y="119257"/>
                    <a:pt x="23625" y="113637"/>
                  </a:cubicBezTo>
                  <a:lnTo>
                    <a:pt x="46009" y="14386"/>
                  </a:lnTo>
                  <a:cubicBezTo>
                    <a:pt x="47438" y="8005"/>
                    <a:pt x="43437" y="1623"/>
                    <a:pt x="36960" y="194"/>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740" name="Google Shape;2740;p94"/>
          <p:cNvSpPr/>
          <p:nvPr/>
        </p:nvSpPr>
        <p:spPr>
          <a:xfrm>
            <a:off x="7403338" y="1635621"/>
            <a:ext cx="427852" cy="405135"/>
          </a:xfrm>
          <a:custGeom>
            <a:rect b="b" l="l" r="r" t="t"/>
            <a:pathLst>
              <a:path extrusionOk="0" h="478035" w="504840">
                <a:moveTo>
                  <a:pt x="503304" y="230386"/>
                </a:moveTo>
                <a:cubicBezTo>
                  <a:pt x="503209" y="226195"/>
                  <a:pt x="500828" y="222385"/>
                  <a:pt x="497208" y="220289"/>
                </a:cubicBezTo>
                <a:lnTo>
                  <a:pt x="444725" y="191238"/>
                </a:lnTo>
                <a:lnTo>
                  <a:pt x="499399" y="155996"/>
                </a:lnTo>
                <a:cubicBezTo>
                  <a:pt x="502923" y="153710"/>
                  <a:pt x="505019" y="149804"/>
                  <a:pt x="504828" y="145613"/>
                </a:cubicBezTo>
                <a:cubicBezTo>
                  <a:pt x="504733" y="141422"/>
                  <a:pt x="502352" y="137612"/>
                  <a:pt x="498732" y="135612"/>
                </a:cubicBezTo>
                <a:lnTo>
                  <a:pt x="256130" y="1500"/>
                </a:lnTo>
                <a:cubicBezTo>
                  <a:pt x="252511" y="-500"/>
                  <a:pt x="248129" y="-500"/>
                  <a:pt x="244605" y="1500"/>
                </a:cubicBezTo>
                <a:lnTo>
                  <a:pt x="6480" y="134374"/>
                </a:lnTo>
                <a:cubicBezTo>
                  <a:pt x="2861" y="136374"/>
                  <a:pt x="575" y="140184"/>
                  <a:pt x="384" y="144375"/>
                </a:cubicBezTo>
                <a:cubicBezTo>
                  <a:pt x="194" y="148566"/>
                  <a:pt x="2289" y="152471"/>
                  <a:pt x="5813" y="154757"/>
                </a:cubicBezTo>
                <a:lnTo>
                  <a:pt x="60296" y="190286"/>
                </a:lnTo>
                <a:lnTo>
                  <a:pt x="6099" y="220289"/>
                </a:lnTo>
                <a:cubicBezTo>
                  <a:pt x="2384" y="222290"/>
                  <a:pt x="98" y="226195"/>
                  <a:pt x="3" y="230386"/>
                </a:cubicBezTo>
                <a:cubicBezTo>
                  <a:pt x="-92" y="234577"/>
                  <a:pt x="2003" y="238577"/>
                  <a:pt x="5528" y="240768"/>
                </a:cubicBezTo>
                <a:lnTo>
                  <a:pt x="58677" y="274487"/>
                </a:lnTo>
                <a:lnTo>
                  <a:pt x="6099" y="303633"/>
                </a:lnTo>
                <a:cubicBezTo>
                  <a:pt x="2384" y="305633"/>
                  <a:pt x="98" y="309539"/>
                  <a:pt x="3" y="313730"/>
                </a:cubicBezTo>
                <a:cubicBezTo>
                  <a:pt x="-92" y="317921"/>
                  <a:pt x="2003" y="321921"/>
                  <a:pt x="5528" y="324112"/>
                </a:cubicBezTo>
                <a:lnTo>
                  <a:pt x="245653" y="476226"/>
                </a:lnTo>
                <a:cubicBezTo>
                  <a:pt x="247558" y="477464"/>
                  <a:pt x="249844" y="478036"/>
                  <a:pt x="252035" y="478036"/>
                </a:cubicBezTo>
                <a:cubicBezTo>
                  <a:pt x="254225" y="478036"/>
                  <a:pt x="256511" y="477369"/>
                  <a:pt x="258416" y="476131"/>
                </a:cubicBezTo>
                <a:lnTo>
                  <a:pt x="497875" y="324017"/>
                </a:lnTo>
                <a:cubicBezTo>
                  <a:pt x="501399" y="321731"/>
                  <a:pt x="503495" y="317825"/>
                  <a:pt x="503399" y="313634"/>
                </a:cubicBezTo>
                <a:cubicBezTo>
                  <a:pt x="503304" y="309443"/>
                  <a:pt x="500923" y="305633"/>
                  <a:pt x="497303" y="303538"/>
                </a:cubicBezTo>
                <a:lnTo>
                  <a:pt x="444821" y="274487"/>
                </a:lnTo>
                <a:lnTo>
                  <a:pt x="497970" y="240768"/>
                </a:lnTo>
                <a:cubicBezTo>
                  <a:pt x="501494" y="238482"/>
                  <a:pt x="503590" y="234577"/>
                  <a:pt x="503495" y="230386"/>
                </a:cubicBezTo>
                <a:close/>
                <a:moveTo>
                  <a:pt x="250320" y="25503"/>
                </a:moveTo>
                <a:lnTo>
                  <a:pt x="469681" y="146756"/>
                </a:lnTo>
                <a:lnTo>
                  <a:pt x="252225" y="287060"/>
                </a:lnTo>
                <a:lnTo>
                  <a:pt x="35341" y="145613"/>
                </a:lnTo>
                <a:lnTo>
                  <a:pt x="250320" y="25598"/>
                </a:lnTo>
                <a:close/>
                <a:moveTo>
                  <a:pt x="421770" y="289060"/>
                </a:moveTo>
                <a:lnTo>
                  <a:pt x="468062" y="314682"/>
                </a:lnTo>
                <a:lnTo>
                  <a:pt x="251939" y="452033"/>
                </a:lnTo>
                <a:lnTo>
                  <a:pt x="35150" y="314682"/>
                </a:lnTo>
                <a:lnTo>
                  <a:pt x="81537" y="288965"/>
                </a:lnTo>
                <a:lnTo>
                  <a:pt x="245558" y="392882"/>
                </a:lnTo>
                <a:cubicBezTo>
                  <a:pt x="247463" y="394121"/>
                  <a:pt x="249749" y="394692"/>
                  <a:pt x="251939" y="394692"/>
                </a:cubicBezTo>
                <a:cubicBezTo>
                  <a:pt x="254130" y="394692"/>
                  <a:pt x="256416" y="394025"/>
                  <a:pt x="258321" y="392787"/>
                </a:cubicBezTo>
                <a:lnTo>
                  <a:pt x="421770" y="288965"/>
                </a:lnTo>
                <a:lnTo>
                  <a:pt x="421770" y="288965"/>
                </a:lnTo>
                <a:close/>
                <a:moveTo>
                  <a:pt x="251939" y="368784"/>
                </a:moveTo>
                <a:lnTo>
                  <a:pt x="35150" y="231434"/>
                </a:lnTo>
                <a:lnTo>
                  <a:pt x="82871" y="205049"/>
                </a:lnTo>
                <a:lnTo>
                  <a:pt x="245653" y="311253"/>
                </a:lnTo>
                <a:cubicBezTo>
                  <a:pt x="247653" y="312587"/>
                  <a:pt x="249939" y="313158"/>
                  <a:pt x="252130" y="313158"/>
                </a:cubicBezTo>
                <a:cubicBezTo>
                  <a:pt x="254321" y="313158"/>
                  <a:pt x="256607" y="312491"/>
                  <a:pt x="258607" y="311253"/>
                </a:cubicBezTo>
                <a:lnTo>
                  <a:pt x="421961" y="205907"/>
                </a:lnTo>
                <a:lnTo>
                  <a:pt x="468062" y="231434"/>
                </a:lnTo>
                <a:lnTo>
                  <a:pt x="251939" y="368784"/>
                </a:ln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1" name="Google Shape;2741;p94"/>
          <p:cNvSpPr txBox="1"/>
          <p:nvPr/>
        </p:nvSpPr>
        <p:spPr>
          <a:xfrm rot="-1091">
            <a:off x="7144732" y="2121309"/>
            <a:ext cx="945600" cy="261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 sz="700">
                <a:solidFill>
                  <a:srgbClr val="105780"/>
                </a:solidFill>
              </a:rPr>
              <a:t>PLATFORM</a:t>
            </a:r>
            <a:endParaRPr b="1" sz="700">
              <a:solidFill>
                <a:srgbClr val="105780"/>
              </a:solidFill>
            </a:endParaRPr>
          </a:p>
        </p:txBody>
      </p:sp>
      <p:sp>
        <p:nvSpPr>
          <p:cNvPr id="2742" name="Google Shape;2742;p94"/>
          <p:cNvSpPr txBox="1"/>
          <p:nvPr/>
        </p:nvSpPr>
        <p:spPr>
          <a:xfrm>
            <a:off x="529566" y="3046435"/>
            <a:ext cx="15228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900">
                <a:solidFill>
                  <a:srgbClr val="5B5B5B"/>
                </a:solidFill>
              </a:rPr>
              <a:t>Messaging</a:t>
            </a:r>
            <a:endParaRPr sz="900">
              <a:solidFill>
                <a:srgbClr val="5B5B5B"/>
              </a:solidFill>
              <a:latin typeface="Arial"/>
              <a:ea typeface="Arial"/>
              <a:cs typeface="Arial"/>
              <a:sym typeface="Arial"/>
            </a:endParaRPr>
          </a:p>
        </p:txBody>
      </p:sp>
      <p:sp>
        <p:nvSpPr>
          <p:cNvPr id="2743" name="Google Shape;2743;p94"/>
          <p:cNvSpPr txBox="1"/>
          <p:nvPr/>
        </p:nvSpPr>
        <p:spPr>
          <a:xfrm rot="-1091">
            <a:off x="5825615" y="3710959"/>
            <a:ext cx="945600" cy="261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TRUSTED</a:t>
            </a:r>
            <a:endParaRPr b="1" sz="700">
              <a:solidFill>
                <a:srgbClr val="105780"/>
              </a:solidFill>
            </a:endParaRPr>
          </a:p>
        </p:txBody>
      </p:sp>
      <p:sp>
        <p:nvSpPr>
          <p:cNvPr id="2744" name="Google Shape;2744;p94"/>
          <p:cNvSpPr txBox="1"/>
          <p:nvPr/>
        </p:nvSpPr>
        <p:spPr>
          <a:xfrm rot="-1091">
            <a:off x="4479578" y="3710959"/>
            <a:ext cx="945600" cy="261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CONNECTED</a:t>
            </a:r>
            <a:endParaRPr b="1" sz="700">
              <a:solidFill>
                <a:srgbClr val="105780"/>
              </a:solidFill>
            </a:endParaRPr>
          </a:p>
        </p:txBody>
      </p:sp>
      <p:sp>
        <p:nvSpPr>
          <p:cNvPr id="2745" name="Google Shape;2745;p94"/>
          <p:cNvSpPr txBox="1"/>
          <p:nvPr/>
        </p:nvSpPr>
        <p:spPr>
          <a:xfrm rot="-1091">
            <a:off x="3248491" y="3776359"/>
            <a:ext cx="945600" cy="130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05780"/>
              </a:buClr>
              <a:buSzPts val="700"/>
              <a:buFont typeface="Arial"/>
              <a:buNone/>
            </a:pPr>
            <a:r>
              <a:rPr b="1" lang="en" sz="700">
                <a:solidFill>
                  <a:srgbClr val="105780"/>
                </a:solidFill>
              </a:rPr>
              <a:t>EASY</a:t>
            </a:r>
            <a:endParaRPr b="1" sz="700">
              <a:solidFill>
                <a:srgbClr val="105780"/>
              </a:solidFill>
            </a:endParaRPr>
          </a:p>
        </p:txBody>
      </p:sp>
      <p:sp>
        <p:nvSpPr>
          <p:cNvPr id="2746" name="Google Shape;2746;p94"/>
          <p:cNvSpPr/>
          <p:nvPr/>
        </p:nvSpPr>
        <p:spPr>
          <a:xfrm>
            <a:off x="3524484" y="3289749"/>
            <a:ext cx="393613" cy="357855"/>
          </a:xfrm>
          <a:custGeom>
            <a:rect b="b" l="l" r="r" t="t"/>
            <a:pathLst>
              <a:path extrusionOk="0" h="7763" w="8621">
                <a:moveTo>
                  <a:pt x="6861" y="1"/>
                </a:moveTo>
                <a:cubicBezTo>
                  <a:pt x="6764" y="1"/>
                  <a:pt x="6673" y="62"/>
                  <a:pt x="6642" y="159"/>
                </a:cubicBezTo>
                <a:lnTo>
                  <a:pt x="6319" y="1142"/>
                </a:lnTo>
                <a:cubicBezTo>
                  <a:pt x="6278" y="1264"/>
                  <a:pt x="6345" y="1393"/>
                  <a:pt x="6464" y="1435"/>
                </a:cubicBezTo>
                <a:cubicBezTo>
                  <a:pt x="6488" y="1442"/>
                  <a:pt x="6512" y="1445"/>
                  <a:pt x="6537" y="1445"/>
                </a:cubicBezTo>
                <a:cubicBezTo>
                  <a:pt x="6636" y="1445"/>
                  <a:pt x="6724" y="1383"/>
                  <a:pt x="6755" y="1288"/>
                </a:cubicBezTo>
                <a:lnTo>
                  <a:pt x="7079" y="303"/>
                </a:lnTo>
                <a:cubicBezTo>
                  <a:pt x="7098" y="244"/>
                  <a:pt x="7094" y="183"/>
                  <a:pt x="7065" y="128"/>
                </a:cubicBezTo>
                <a:cubicBezTo>
                  <a:pt x="7037" y="71"/>
                  <a:pt x="6990" y="31"/>
                  <a:pt x="6932" y="12"/>
                </a:cubicBezTo>
                <a:cubicBezTo>
                  <a:pt x="6908" y="5"/>
                  <a:pt x="6885" y="1"/>
                  <a:pt x="6861" y="1"/>
                </a:cubicBezTo>
                <a:close/>
                <a:moveTo>
                  <a:pt x="5347" y="118"/>
                </a:moveTo>
                <a:cubicBezTo>
                  <a:pt x="5312" y="118"/>
                  <a:pt x="5278" y="126"/>
                  <a:pt x="5246" y="141"/>
                </a:cubicBezTo>
                <a:cubicBezTo>
                  <a:pt x="5132" y="199"/>
                  <a:pt x="5088" y="337"/>
                  <a:pt x="5144" y="450"/>
                </a:cubicBezTo>
                <a:lnTo>
                  <a:pt x="5610" y="1372"/>
                </a:lnTo>
                <a:cubicBezTo>
                  <a:pt x="5649" y="1451"/>
                  <a:pt x="5729" y="1499"/>
                  <a:pt x="5817" y="1499"/>
                </a:cubicBezTo>
                <a:cubicBezTo>
                  <a:pt x="5851" y="1499"/>
                  <a:pt x="5888" y="1490"/>
                  <a:pt x="5921" y="1475"/>
                </a:cubicBezTo>
                <a:cubicBezTo>
                  <a:pt x="6033" y="1417"/>
                  <a:pt x="6078" y="1280"/>
                  <a:pt x="6022" y="1166"/>
                </a:cubicBezTo>
                <a:lnTo>
                  <a:pt x="5554" y="244"/>
                </a:lnTo>
                <a:cubicBezTo>
                  <a:pt x="5526" y="189"/>
                  <a:pt x="5478" y="147"/>
                  <a:pt x="5420" y="129"/>
                </a:cubicBezTo>
                <a:cubicBezTo>
                  <a:pt x="5396" y="121"/>
                  <a:pt x="5371" y="118"/>
                  <a:pt x="5347" y="118"/>
                </a:cubicBezTo>
                <a:close/>
                <a:moveTo>
                  <a:pt x="8009" y="987"/>
                </a:moveTo>
                <a:cubicBezTo>
                  <a:pt x="7974" y="987"/>
                  <a:pt x="7938" y="996"/>
                  <a:pt x="7906" y="1013"/>
                </a:cubicBezTo>
                <a:lnTo>
                  <a:pt x="6982" y="1481"/>
                </a:lnTo>
                <a:cubicBezTo>
                  <a:pt x="6868" y="1539"/>
                  <a:pt x="6823" y="1677"/>
                  <a:pt x="6880" y="1788"/>
                </a:cubicBezTo>
                <a:cubicBezTo>
                  <a:pt x="6918" y="1867"/>
                  <a:pt x="6997" y="1914"/>
                  <a:pt x="7083" y="1914"/>
                </a:cubicBezTo>
                <a:cubicBezTo>
                  <a:pt x="7120" y="1914"/>
                  <a:pt x="7156" y="1907"/>
                  <a:pt x="7187" y="1891"/>
                </a:cubicBezTo>
                <a:lnTo>
                  <a:pt x="8112" y="1423"/>
                </a:lnTo>
                <a:cubicBezTo>
                  <a:pt x="8225" y="1365"/>
                  <a:pt x="8271" y="1228"/>
                  <a:pt x="8215" y="1115"/>
                </a:cubicBezTo>
                <a:cubicBezTo>
                  <a:pt x="8187" y="1059"/>
                  <a:pt x="8138" y="1017"/>
                  <a:pt x="8081" y="1000"/>
                </a:cubicBezTo>
                <a:cubicBezTo>
                  <a:pt x="8058" y="991"/>
                  <a:pt x="8034" y="987"/>
                  <a:pt x="8009" y="987"/>
                </a:cubicBezTo>
                <a:close/>
                <a:moveTo>
                  <a:pt x="7140" y="2180"/>
                </a:moveTo>
                <a:cubicBezTo>
                  <a:pt x="7105" y="2180"/>
                  <a:pt x="7070" y="2188"/>
                  <a:pt x="7037" y="2204"/>
                </a:cubicBezTo>
                <a:cubicBezTo>
                  <a:pt x="6982" y="2232"/>
                  <a:pt x="6941" y="2281"/>
                  <a:pt x="6923" y="2338"/>
                </a:cubicBezTo>
                <a:cubicBezTo>
                  <a:pt x="6883" y="2459"/>
                  <a:pt x="6948" y="2588"/>
                  <a:pt x="7068" y="2627"/>
                </a:cubicBezTo>
                <a:lnTo>
                  <a:pt x="8051" y="2951"/>
                </a:lnTo>
                <a:cubicBezTo>
                  <a:pt x="8074" y="2958"/>
                  <a:pt x="8097" y="2961"/>
                  <a:pt x="8123" y="2961"/>
                </a:cubicBezTo>
                <a:cubicBezTo>
                  <a:pt x="8224" y="2961"/>
                  <a:pt x="8311" y="2899"/>
                  <a:pt x="8343" y="2804"/>
                </a:cubicBezTo>
                <a:cubicBezTo>
                  <a:pt x="8360" y="2744"/>
                  <a:pt x="8357" y="2684"/>
                  <a:pt x="8329" y="2627"/>
                </a:cubicBezTo>
                <a:cubicBezTo>
                  <a:pt x="8301" y="2572"/>
                  <a:pt x="8253" y="2531"/>
                  <a:pt x="8196" y="2513"/>
                </a:cubicBezTo>
                <a:lnTo>
                  <a:pt x="7212" y="2192"/>
                </a:lnTo>
                <a:cubicBezTo>
                  <a:pt x="7189" y="2184"/>
                  <a:pt x="7164" y="2180"/>
                  <a:pt x="7140" y="2180"/>
                </a:cubicBezTo>
                <a:close/>
                <a:moveTo>
                  <a:pt x="6099" y="4713"/>
                </a:moveTo>
                <a:cubicBezTo>
                  <a:pt x="6249" y="4713"/>
                  <a:pt x="6369" y="4837"/>
                  <a:pt x="6369" y="4985"/>
                </a:cubicBezTo>
                <a:cubicBezTo>
                  <a:pt x="6369" y="5134"/>
                  <a:pt x="6247" y="5255"/>
                  <a:pt x="6099" y="5255"/>
                </a:cubicBezTo>
                <a:lnTo>
                  <a:pt x="5408" y="5255"/>
                </a:lnTo>
                <a:cubicBezTo>
                  <a:pt x="5257" y="5255"/>
                  <a:pt x="5137" y="5134"/>
                  <a:pt x="5137" y="4985"/>
                </a:cubicBezTo>
                <a:cubicBezTo>
                  <a:pt x="5137" y="4834"/>
                  <a:pt x="5260" y="4713"/>
                  <a:pt x="5408" y="4713"/>
                </a:cubicBezTo>
                <a:close/>
                <a:moveTo>
                  <a:pt x="5935" y="5716"/>
                </a:moveTo>
                <a:cubicBezTo>
                  <a:pt x="6085" y="5716"/>
                  <a:pt x="6206" y="5839"/>
                  <a:pt x="6206" y="5988"/>
                </a:cubicBezTo>
                <a:cubicBezTo>
                  <a:pt x="6206" y="6136"/>
                  <a:pt x="6084" y="6258"/>
                  <a:pt x="5935" y="6258"/>
                </a:cubicBezTo>
                <a:lnTo>
                  <a:pt x="5242" y="6258"/>
                </a:lnTo>
                <a:cubicBezTo>
                  <a:pt x="5092" y="6258"/>
                  <a:pt x="4972" y="6136"/>
                  <a:pt x="4972" y="5988"/>
                </a:cubicBezTo>
                <a:cubicBezTo>
                  <a:pt x="4972" y="5836"/>
                  <a:pt x="5093" y="5716"/>
                  <a:pt x="5242" y="5716"/>
                </a:cubicBezTo>
                <a:close/>
                <a:moveTo>
                  <a:pt x="4032" y="1048"/>
                </a:moveTo>
                <a:cubicBezTo>
                  <a:pt x="4058" y="1048"/>
                  <a:pt x="4085" y="1052"/>
                  <a:pt x="4112" y="1059"/>
                </a:cubicBezTo>
                <a:cubicBezTo>
                  <a:pt x="4225" y="1089"/>
                  <a:pt x="4306" y="1207"/>
                  <a:pt x="4306" y="1340"/>
                </a:cubicBezTo>
                <a:lnTo>
                  <a:pt x="4306" y="1458"/>
                </a:lnTo>
                <a:cubicBezTo>
                  <a:pt x="4312" y="2048"/>
                  <a:pt x="4268" y="2642"/>
                  <a:pt x="4176" y="3227"/>
                </a:cubicBezTo>
                <a:cubicBezTo>
                  <a:pt x="4148" y="3399"/>
                  <a:pt x="4130" y="3542"/>
                  <a:pt x="4119" y="3678"/>
                </a:cubicBezTo>
                <a:lnTo>
                  <a:pt x="4044" y="4663"/>
                </a:lnTo>
                <a:cubicBezTo>
                  <a:pt x="4044" y="5187"/>
                  <a:pt x="3619" y="5612"/>
                  <a:pt x="3095" y="5612"/>
                </a:cubicBezTo>
                <a:cubicBezTo>
                  <a:pt x="2969" y="5612"/>
                  <a:pt x="2865" y="5716"/>
                  <a:pt x="2865" y="5842"/>
                </a:cubicBezTo>
                <a:cubicBezTo>
                  <a:pt x="2865" y="5968"/>
                  <a:pt x="2969" y="6072"/>
                  <a:pt x="3095" y="6072"/>
                </a:cubicBezTo>
                <a:cubicBezTo>
                  <a:pt x="3470" y="6072"/>
                  <a:pt x="3824" y="5925"/>
                  <a:pt x="4090" y="5661"/>
                </a:cubicBezTo>
                <a:cubicBezTo>
                  <a:pt x="4357" y="5395"/>
                  <a:pt x="4502" y="5045"/>
                  <a:pt x="4502" y="4682"/>
                </a:cubicBezTo>
                <a:lnTo>
                  <a:pt x="4562" y="3926"/>
                </a:lnTo>
                <a:lnTo>
                  <a:pt x="7891" y="3926"/>
                </a:lnTo>
                <a:cubicBezTo>
                  <a:pt x="8041" y="3926"/>
                  <a:pt x="8163" y="4050"/>
                  <a:pt x="8163" y="4198"/>
                </a:cubicBezTo>
                <a:cubicBezTo>
                  <a:pt x="8163" y="4348"/>
                  <a:pt x="8040" y="4468"/>
                  <a:pt x="7891" y="4468"/>
                </a:cubicBezTo>
                <a:lnTo>
                  <a:pt x="6614" y="4468"/>
                </a:lnTo>
                <a:cubicBezTo>
                  <a:pt x="6477" y="4330"/>
                  <a:pt x="6292" y="4252"/>
                  <a:pt x="6099" y="4252"/>
                </a:cubicBezTo>
                <a:lnTo>
                  <a:pt x="5408" y="4252"/>
                </a:lnTo>
                <a:cubicBezTo>
                  <a:pt x="5004" y="4252"/>
                  <a:pt x="4676" y="4580"/>
                  <a:pt x="4676" y="4982"/>
                </a:cubicBezTo>
                <a:cubicBezTo>
                  <a:pt x="4676" y="5135"/>
                  <a:pt x="4722" y="5279"/>
                  <a:pt x="4808" y="5401"/>
                </a:cubicBezTo>
                <a:cubicBezTo>
                  <a:pt x="4623" y="5536"/>
                  <a:pt x="4513" y="5751"/>
                  <a:pt x="4513" y="5985"/>
                </a:cubicBezTo>
                <a:cubicBezTo>
                  <a:pt x="4513" y="6094"/>
                  <a:pt x="4538" y="6203"/>
                  <a:pt x="4587" y="6301"/>
                </a:cubicBezTo>
                <a:cubicBezTo>
                  <a:pt x="4299" y="6400"/>
                  <a:pt x="4099" y="6674"/>
                  <a:pt x="4099" y="6987"/>
                </a:cubicBezTo>
                <a:cubicBezTo>
                  <a:pt x="4099" y="7082"/>
                  <a:pt x="4118" y="7173"/>
                  <a:pt x="4152" y="7259"/>
                </a:cubicBezTo>
                <a:lnTo>
                  <a:pt x="3475" y="7259"/>
                </a:lnTo>
                <a:cubicBezTo>
                  <a:pt x="2918" y="7259"/>
                  <a:pt x="2383" y="7024"/>
                  <a:pt x="1999" y="6614"/>
                </a:cubicBezTo>
                <a:lnTo>
                  <a:pt x="1999" y="3849"/>
                </a:lnTo>
                <a:cubicBezTo>
                  <a:pt x="2162" y="3674"/>
                  <a:pt x="2348" y="3533"/>
                  <a:pt x="2553" y="3427"/>
                </a:cubicBezTo>
                <a:cubicBezTo>
                  <a:pt x="2728" y="3338"/>
                  <a:pt x="2893" y="3214"/>
                  <a:pt x="3072" y="3035"/>
                </a:cubicBezTo>
                <a:cubicBezTo>
                  <a:pt x="3512" y="2603"/>
                  <a:pt x="3764" y="1994"/>
                  <a:pt x="3763" y="1363"/>
                </a:cubicBezTo>
                <a:lnTo>
                  <a:pt x="3763" y="1319"/>
                </a:lnTo>
                <a:cubicBezTo>
                  <a:pt x="3763" y="1233"/>
                  <a:pt x="3802" y="1155"/>
                  <a:pt x="3870" y="1104"/>
                </a:cubicBezTo>
                <a:cubicBezTo>
                  <a:pt x="3918" y="1067"/>
                  <a:pt x="3974" y="1048"/>
                  <a:pt x="4032" y="1048"/>
                </a:cubicBezTo>
                <a:close/>
                <a:moveTo>
                  <a:pt x="5520" y="6717"/>
                </a:moveTo>
                <a:cubicBezTo>
                  <a:pt x="5670" y="6717"/>
                  <a:pt x="5790" y="6840"/>
                  <a:pt x="5790" y="6988"/>
                </a:cubicBezTo>
                <a:cubicBezTo>
                  <a:pt x="5790" y="7138"/>
                  <a:pt x="5668" y="7259"/>
                  <a:pt x="5520" y="7259"/>
                </a:cubicBezTo>
                <a:lnTo>
                  <a:pt x="4826" y="7259"/>
                </a:lnTo>
                <a:cubicBezTo>
                  <a:pt x="4678" y="7259"/>
                  <a:pt x="4556" y="7137"/>
                  <a:pt x="4556" y="6988"/>
                </a:cubicBezTo>
                <a:cubicBezTo>
                  <a:pt x="4556" y="6838"/>
                  <a:pt x="4678" y="6717"/>
                  <a:pt x="4829" y="6717"/>
                </a:cubicBezTo>
                <a:close/>
                <a:moveTo>
                  <a:pt x="1515" y="3566"/>
                </a:moveTo>
                <a:lnTo>
                  <a:pt x="1515" y="7311"/>
                </a:lnTo>
                <a:lnTo>
                  <a:pt x="456" y="7311"/>
                </a:lnTo>
                <a:lnTo>
                  <a:pt x="456" y="3566"/>
                </a:lnTo>
                <a:close/>
                <a:moveTo>
                  <a:pt x="4036" y="589"/>
                </a:moveTo>
                <a:cubicBezTo>
                  <a:pt x="3877" y="589"/>
                  <a:pt x="3722" y="641"/>
                  <a:pt x="3591" y="740"/>
                </a:cubicBezTo>
                <a:cubicBezTo>
                  <a:pt x="3408" y="879"/>
                  <a:pt x="3303" y="1093"/>
                  <a:pt x="3303" y="1320"/>
                </a:cubicBezTo>
                <a:lnTo>
                  <a:pt x="3303" y="1368"/>
                </a:lnTo>
                <a:cubicBezTo>
                  <a:pt x="3304" y="1874"/>
                  <a:pt x="3102" y="2363"/>
                  <a:pt x="2750" y="2709"/>
                </a:cubicBezTo>
                <a:cubicBezTo>
                  <a:pt x="2603" y="2854"/>
                  <a:pt x="2473" y="2952"/>
                  <a:pt x="2342" y="3019"/>
                </a:cubicBezTo>
                <a:cubicBezTo>
                  <a:pt x="2204" y="3089"/>
                  <a:pt x="2075" y="3174"/>
                  <a:pt x="1953" y="3269"/>
                </a:cubicBezTo>
                <a:cubicBezTo>
                  <a:pt x="1923" y="3177"/>
                  <a:pt x="1841" y="3110"/>
                  <a:pt x="1740" y="3110"/>
                </a:cubicBezTo>
                <a:lnTo>
                  <a:pt x="227" y="3110"/>
                </a:lnTo>
                <a:cubicBezTo>
                  <a:pt x="103" y="3110"/>
                  <a:pt x="0" y="3212"/>
                  <a:pt x="0" y="3337"/>
                </a:cubicBezTo>
                <a:lnTo>
                  <a:pt x="0" y="7535"/>
                </a:lnTo>
                <a:cubicBezTo>
                  <a:pt x="0" y="7660"/>
                  <a:pt x="103" y="7762"/>
                  <a:pt x="227" y="7762"/>
                </a:cubicBezTo>
                <a:lnTo>
                  <a:pt x="1740" y="7762"/>
                </a:lnTo>
                <a:cubicBezTo>
                  <a:pt x="1864" y="7762"/>
                  <a:pt x="1966" y="7660"/>
                  <a:pt x="1966" y="7535"/>
                </a:cubicBezTo>
                <a:lnTo>
                  <a:pt x="1966" y="7205"/>
                </a:lnTo>
                <a:cubicBezTo>
                  <a:pt x="2397" y="7535"/>
                  <a:pt x="2924" y="7719"/>
                  <a:pt x="3472" y="7719"/>
                </a:cubicBezTo>
                <a:lnTo>
                  <a:pt x="5517" y="7719"/>
                </a:lnTo>
                <a:cubicBezTo>
                  <a:pt x="5921" y="7719"/>
                  <a:pt x="6249" y="7391"/>
                  <a:pt x="6249" y="6988"/>
                </a:cubicBezTo>
                <a:cubicBezTo>
                  <a:pt x="6249" y="6877"/>
                  <a:pt x="6222" y="6770"/>
                  <a:pt x="6175" y="6672"/>
                </a:cubicBezTo>
                <a:cubicBezTo>
                  <a:pt x="6463" y="6573"/>
                  <a:pt x="6663" y="6299"/>
                  <a:pt x="6663" y="5986"/>
                </a:cubicBezTo>
                <a:cubicBezTo>
                  <a:pt x="6663" y="5833"/>
                  <a:pt x="6616" y="5689"/>
                  <a:pt x="6531" y="5567"/>
                </a:cubicBezTo>
                <a:cubicBezTo>
                  <a:pt x="6717" y="5432"/>
                  <a:pt x="6826" y="5217"/>
                  <a:pt x="6826" y="4984"/>
                </a:cubicBezTo>
                <a:cubicBezTo>
                  <a:pt x="6826" y="4964"/>
                  <a:pt x="6826" y="4948"/>
                  <a:pt x="6823" y="4929"/>
                </a:cubicBezTo>
                <a:lnTo>
                  <a:pt x="7888" y="4929"/>
                </a:lnTo>
                <a:cubicBezTo>
                  <a:pt x="8291" y="4929"/>
                  <a:pt x="8619" y="4601"/>
                  <a:pt x="8619" y="4198"/>
                </a:cubicBezTo>
                <a:cubicBezTo>
                  <a:pt x="8620" y="3794"/>
                  <a:pt x="8294" y="3466"/>
                  <a:pt x="7891" y="3466"/>
                </a:cubicBezTo>
                <a:lnTo>
                  <a:pt x="4606" y="3466"/>
                </a:lnTo>
                <a:cubicBezTo>
                  <a:pt x="4614" y="3414"/>
                  <a:pt x="4621" y="3359"/>
                  <a:pt x="4630" y="3300"/>
                </a:cubicBezTo>
                <a:cubicBezTo>
                  <a:pt x="4727" y="2692"/>
                  <a:pt x="4773" y="2070"/>
                  <a:pt x="4767" y="1454"/>
                </a:cubicBezTo>
                <a:lnTo>
                  <a:pt x="4765" y="1340"/>
                </a:lnTo>
                <a:cubicBezTo>
                  <a:pt x="4765" y="998"/>
                  <a:pt x="4547" y="701"/>
                  <a:pt x="4231" y="615"/>
                </a:cubicBezTo>
                <a:cubicBezTo>
                  <a:pt x="4166" y="598"/>
                  <a:pt x="4101" y="589"/>
                  <a:pt x="4036" y="589"/>
                </a:cubicBezTo>
                <a:close/>
              </a:path>
            </a:pathLst>
          </a:cu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7" name="Google Shape;2747;p94"/>
          <p:cNvGrpSpPr/>
          <p:nvPr/>
        </p:nvGrpSpPr>
        <p:grpSpPr>
          <a:xfrm>
            <a:off x="6170389" y="3298451"/>
            <a:ext cx="256052" cy="340437"/>
            <a:chOff x="7428065" y="1390037"/>
            <a:chExt cx="489676" cy="651056"/>
          </a:xfrm>
        </p:grpSpPr>
        <p:sp>
          <p:nvSpPr>
            <p:cNvPr id="2748" name="Google Shape;2748;p94"/>
            <p:cNvSpPr/>
            <p:nvPr/>
          </p:nvSpPr>
          <p:spPr>
            <a:xfrm>
              <a:off x="7428065" y="1390037"/>
              <a:ext cx="489676" cy="651056"/>
            </a:xfrm>
            <a:custGeom>
              <a:rect b="b" l="l" r="r" t="t"/>
              <a:pathLst>
                <a:path extrusionOk="0" h="1080591" w="812740">
                  <a:moveTo>
                    <a:pt x="311697" y="0"/>
                  </a:moveTo>
                  <a:cubicBezTo>
                    <a:pt x="331863" y="0"/>
                    <a:pt x="351082" y="5278"/>
                    <a:pt x="368812" y="10286"/>
                  </a:cubicBezTo>
                  <a:cubicBezTo>
                    <a:pt x="382888" y="13805"/>
                    <a:pt x="396016" y="17730"/>
                    <a:pt x="406167" y="17730"/>
                  </a:cubicBezTo>
                  <a:cubicBezTo>
                    <a:pt x="416453" y="17730"/>
                    <a:pt x="429581" y="14211"/>
                    <a:pt x="443657" y="10286"/>
                  </a:cubicBezTo>
                  <a:cubicBezTo>
                    <a:pt x="461387" y="5278"/>
                    <a:pt x="480606" y="0"/>
                    <a:pt x="500772" y="0"/>
                  </a:cubicBezTo>
                  <a:cubicBezTo>
                    <a:pt x="510923" y="0"/>
                    <a:pt x="521344" y="1353"/>
                    <a:pt x="531766" y="4872"/>
                  </a:cubicBezTo>
                  <a:cubicBezTo>
                    <a:pt x="564384" y="15429"/>
                    <a:pt x="585091" y="41551"/>
                    <a:pt x="601603" y="62529"/>
                  </a:cubicBezTo>
                  <a:cubicBezTo>
                    <a:pt x="610265" y="73086"/>
                    <a:pt x="618521" y="83643"/>
                    <a:pt x="626101" y="89057"/>
                  </a:cubicBezTo>
                  <a:cubicBezTo>
                    <a:pt x="633680" y="94606"/>
                    <a:pt x="646131" y="99208"/>
                    <a:pt x="659395" y="104351"/>
                  </a:cubicBezTo>
                  <a:cubicBezTo>
                    <a:pt x="684434" y="113689"/>
                    <a:pt x="715157" y="125194"/>
                    <a:pt x="735052" y="152533"/>
                  </a:cubicBezTo>
                  <a:cubicBezTo>
                    <a:pt x="754948" y="179602"/>
                    <a:pt x="756166" y="211273"/>
                    <a:pt x="757790" y="239018"/>
                  </a:cubicBezTo>
                  <a:cubicBezTo>
                    <a:pt x="758331" y="253365"/>
                    <a:pt x="758873" y="266629"/>
                    <a:pt x="761986" y="275968"/>
                  </a:cubicBezTo>
                  <a:cubicBezTo>
                    <a:pt x="764828" y="284630"/>
                    <a:pt x="771866" y="295051"/>
                    <a:pt x="779174" y="306691"/>
                  </a:cubicBezTo>
                  <a:cubicBezTo>
                    <a:pt x="794062" y="328752"/>
                    <a:pt x="812740" y="356498"/>
                    <a:pt x="812740" y="391552"/>
                  </a:cubicBezTo>
                  <a:cubicBezTo>
                    <a:pt x="812740" y="426065"/>
                    <a:pt x="794062" y="453946"/>
                    <a:pt x="779174" y="476277"/>
                  </a:cubicBezTo>
                  <a:cubicBezTo>
                    <a:pt x="771866" y="487782"/>
                    <a:pt x="764828" y="498474"/>
                    <a:pt x="761986" y="507001"/>
                  </a:cubicBezTo>
                  <a:cubicBezTo>
                    <a:pt x="758873" y="516339"/>
                    <a:pt x="758196" y="530009"/>
                    <a:pt x="757790" y="544085"/>
                  </a:cubicBezTo>
                  <a:cubicBezTo>
                    <a:pt x="756572" y="571966"/>
                    <a:pt x="754948" y="603366"/>
                    <a:pt x="735052" y="630435"/>
                  </a:cubicBezTo>
                  <a:cubicBezTo>
                    <a:pt x="715292" y="657774"/>
                    <a:pt x="684434" y="669414"/>
                    <a:pt x="659395" y="678753"/>
                  </a:cubicBezTo>
                  <a:cubicBezTo>
                    <a:pt x="654387" y="680512"/>
                    <a:pt x="649786" y="682543"/>
                    <a:pt x="645319" y="684167"/>
                  </a:cubicBezTo>
                  <a:lnTo>
                    <a:pt x="742632" y="980030"/>
                  </a:lnTo>
                  <a:cubicBezTo>
                    <a:pt x="747910" y="996271"/>
                    <a:pt x="738977" y="1013595"/>
                    <a:pt x="723007" y="1018738"/>
                  </a:cubicBezTo>
                  <a:cubicBezTo>
                    <a:pt x="720300" y="1019686"/>
                    <a:pt x="717593" y="1020092"/>
                    <a:pt x="714886" y="1020092"/>
                  </a:cubicBezTo>
                  <a:cubicBezTo>
                    <a:pt x="711367" y="1020092"/>
                    <a:pt x="707984" y="1019280"/>
                    <a:pt x="704735" y="1017791"/>
                  </a:cubicBezTo>
                  <a:lnTo>
                    <a:pt x="606205" y="975157"/>
                  </a:lnTo>
                  <a:lnTo>
                    <a:pt x="551932" y="1067598"/>
                  </a:lnTo>
                  <a:cubicBezTo>
                    <a:pt x="548684" y="1073011"/>
                    <a:pt x="543676" y="1077072"/>
                    <a:pt x="537856" y="1079102"/>
                  </a:cubicBezTo>
                  <a:cubicBezTo>
                    <a:pt x="534608" y="1080049"/>
                    <a:pt x="531225" y="1080591"/>
                    <a:pt x="527976" y="1080591"/>
                  </a:cubicBezTo>
                  <a:cubicBezTo>
                    <a:pt x="523239" y="1080591"/>
                    <a:pt x="518773" y="1079643"/>
                    <a:pt x="514577" y="1077478"/>
                  </a:cubicBezTo>
                  <a:cubicBezTo>
                    <a:pt x="507133" y="1073688"/>
                    <a:pt x="501720" y="1067327"/>
                    <a:pt x="498877" y="1059612"/>
                  </a:cubicBezTo>
                  <a:lnTo>
                    <a:pt x="408603" y="785404"/>
                  </a:lnTo>
                  <a:lnTo>
                    <a:pt x="318599" y="1059612"/>
                  </a:lnTo>
                  <a:cubicBezTo>
                    <a:pt x="316028" y="1067327"/>
                    <a:pt x="310614" y="1073823"/>
                    <a:pt x="302899" y="1077478"/>
                  </a:cubicBezTo>
                  <a:cubicBezTo>
                    <a:pt x="298704" y="1079643"/>
                    <a:pt x="293831" y="1080591"/>
                    <a:pt x="289500" y="1080591"/>
                  </a:cubicBezTo>
                  <a:cubicBezTo>
                    <a:pt x="285981" y="1080591"/>
                    <a:pt x="282869" y="1080049"/>
                    <a:pt x="279620" y="1079102"/>
                  </a:cubicBezTo>
                  <a:cubicBezTo>
                    <a:pt x="273530" y="1077072"/>
                    <a:pt x="268522" y="1073011"/>
                    <a:pt x="265545" y="1067598"/>
                  </a:cubicBezTo>
                  <a:lnTo>
                    <a:pt x="211272" y="975157"/>
                  </a:lnTo>
                  <a:lnTo>
                    <a:pt x="112742" y="1017791"/>
                  </a:lnTo>
                  <a:cubicBezTo>
                    <a:pt x="109493" y="1019280"/>
                    <a:pt x="105839" y="1020092"/>
                    <a:pt x="102320" y="1020092"/>
                  </a:cubicBezTo>
                  <a:cubicBezTo>
                    <a:pt x="99749" y="1020092"/>
                    <a:pt x="97042" y="1019550"/>
                    <a:pt x="94470" y="1018738"/>
                  </a:cubicBezTo>
                  <a:cubicBezTo>
                    <a:pt x="78364" y="1013595"/>
                    <a:pt x="69567" y="996271"/>
                    <a:pt x="74845" y="980165"/>
                  </a:cubicBezTo>
                  <a:lnTo>
                    <a:pt x="171481" y="685926"/>
                  </a:lnTo>
                  <a:cubicBezTo>
                    <a:pt x="166067" y="683490"/>
                    <a:pt x="159841" y="681054"/>
                    <a:pt x="153209" y="678753"/>
                  </a:cubicBezTo>
                  <a:cubicBezTo>
                    <a:pt x="128306" y="669414"/>
                    <a:pt x="97583" y="657774"/>
                    <a:pt x="77688" y="630435"/>
                  </a:cubicBezTo>
                  <a:cubicBezTo>
                    <a:pt x="57792" y="603366"/>
                    <a:pt x="56574" y="571560"/>
                    <a:pt x="54950" y="544085"/>
                  </a:cubicBezTo>
                  <a:cubicBezTo>
                    <a:pt x="54273" y="529739"/>
                    <a:pt x="53732" y="516339"/>
                    <a:pt x="50754" y="507001"/>
                  </a:cubicBezTo>
                  <a:cubicBezTo>
                    <a:pt x="47912" y="498609"/>
                    <a:pt x="40874" y="487917"/>
                    <a:pt x="33430" y="476548"/>
                  </a:cubicBezTo>
                  <a:cubicBezTo>
                    <a:pt x="18542" y="453946"/>
                    <a:pt x="0" y="426335"/>
                    <a:pt x="0" y="391552"/>
                  </a:cubicBezTo>
                  <a:cubicBezTo>
                    <a:pt x="0" y="356904"/>
                    <a:pt x="18542" y="329023"/>
                    <a:pt x="33430" y="306691"/>
                  </a:cubicBezTo>
                  <a:cubicBezTo>
                    <a:pt x="40874" y="295186"/>
                    <a:pt x="47912" y="284630"/>
                    <a:pt x="50754" y="275968"/>
                  </a:cubicBezTo>
                  <a:cubicBezTo>
                    <a:pt x="53732" y="266629"/>
                    <a:pt x="54544" y="252959"/>
                    <a:pt x="54950" y="239018"/>
                  </a:cubicBezTo>
                  <a:cubicBezTo>
                    <a:pt x="56303" y="211273"/>
                    <a:pt x="57792" y="179602"/>
                    <a:pt x="77417" y="152533"/>
                  </a:cubicBezTo>
                  <a:cubicBezTo>
                    <a:pt x="97177" y="125194"/>
                    <a:pt x="128036" y="113689"/>
                    <a:pt x="152939" y="104351"/>
                  </a:cubicBezTo>
                  <a:cubicBezTo>
                    <a:pt x="166202" y="99208"/>
                    <a:pt x="178519" y="94877"/>
                    <a:pt x="186368" y="89057"/>
                  </a:cubicBezTo>
                  <a:cubicBezTo>
                    <a:pt x="193948" y="83643"/>
                    <a:pt x="202068" y="73086"/>
                    <a:pt x="210730" y="62529"/>
                  </a:cubicBezTo>
                  <a:cubicBezTo>
                    <a:pt x="227378" y="41551"/>
                    <a:pt x="247815" y="15429"/>
                    <a:pt x="280568" y="4872"/>
                  </a:cubicBezTo>
                  <a:cubicBezTo>
                    <a:pt x="291125" y="1353"/>
                    <a:pt x="301546" y="0"/>
                    <a:pt x="311697" y="0"/>
                  </a:cubicBezTo>
                  <a:close/>
                  <a:moveTo>
                    <a:pt x="311697" y="81748"/>
                  </a:moveTo>
                  <a:cubicBezTo>
                    <a:pt x="309531" y="81748"/>
                    <a:pt x="307501" y="82019"/>
                    <a:pt x="305742" y="82425"/>
                  </a:cubicBezTo>
                  <a:cubicBezTo>
                    <a:pt x="296538" y="85402"/>
                    <a:pt x="285440" y="99478"/>
                    <a:pt x="274613" y="113148"/>
                  </a:cubicBezTo>
                  <a:cubicBezTo>
                    <a:pt x="263514" y="127224"/>
                    <a:pt x="250927" y="143059"/>
                    <a:pt x="234415" y="155105"/>
                  </a:cubicBezTo>
                  <a:cubicBezTo>
                    <a:pt x="217768" y="167151"/>
                    <a:pt x="198820" y="174459"/>
                    <a:pt x="181496" y="180685"/>
                  </a:cubicBezTo>
                  <a:cubicBezTo>
                    <a:pt x="165390" y="186640"/>
                    <a:pt x="148743" y="193137"/>
                    <a:pt x="143194" y="200581"/>
                  </a:cubicBezTo>
                  <a:cubicBezTo>
                    <a:pt x="137916" y="207754"/>
                    <a:pt x="136968" y="226431"/>
                    <a:pt x="136156" y="242808"/>
                  </a:cubicBezTo>
                  <a:cubicBezTo>
                    <a:pt x="135344" y="260809"/>
                    <a:pt x="134261" y="281381"/>
                    <a:pt x="127900" y="301006"/>
                  </a:cubicBezTo>
                  <a:cubicBezTo>
                    <a:pt x="121674" y="320090"/>
                    <a:pt x="110576" y="336873"/>
                    <a:pt x="100696" y="351490"/>
                  </a:cubicBezTo>
                  <a:cubicBezTo>
                    <a:pt x="90951" y="366242"/>
                    <a:pt x="80801" y="381266"/>
                    <a:pt x="80801" y="391552"/>
                  </a:cubicBezTo>
                  <a:cubicBezTo>
                    <a:pt x="80801" y="401703"/>
                    <a:pt x="90951" y="416861"/>
                    <a:pt x="100696" y="431478"/>
                  </a:cubicBezTo>
                  <a:cubicBezTo>
                    <a:pt x="110576" y="446231"/>
                    <a:pt x="121674" y="462878"/>
                    <a:pt x="127900" y="481962"/>
                  </a:cubicBezTo>
                  <a:cubicBezTo>
                    <a:pt x="134126" y="501858"/>
                    <a:pt x="135073" y="522159"/>
                    <a:pt x="136156" y="540160"/>
                  </a:cubicBezTo>
                  <a:cubicBezTo>
                    <a:pt x="136968" y="556537"/>
                    <a:pt x="137780" y="575214"/>
                    <a:pt x="143194" y="582388"/>
                  </a:cubicBezTo>
                  <a:cubicBezTo>
                    <a:pt x="148743" y="590102"/>
                    <a:pt x="165255" y="596328"/>
                    <a:pt x="181496" y="602283"/>
                  </a:cubicBezTo>
                  <a:cubicBezTo>
                    <a:pt x="198414" y="608509"/>
                    <a:pt x="217498" y="615818"/>
                    <a:pt x="234415" y="627863"/>
                  </a:cubicBezTo>
                  <a:cubicBezTo>
                    <a:pt x="250927" y="639909"/>
                    <a:pt x="263514" y="655744"/>
                    <a:pt x="274613" y="669820"/>
                  </a:cubicBezTo>
                  <a:cubicBezTo>
                    <a:pt x="285440" y="683490"/>
                    <a:pt x="296674" y="697836"/>
                    <a:pt x="305742" y="700543"/>
                  </a:cubicBezTo>
                  <a:cubicBezTo>
                    <a:pt x="307230" y="701085"/>
                    <a:pt x="309125" y="701220"/>
                    <a:pt x="311155" y="701220"/>
                  </a:cubicBezTo>
                  <a:cubicBezTo>
                    <a:pt x="320494" y="701220"/>
                    <a:pt x="334570" y="697430"/>
                    <a:pt x="347157" y="693911"/>
                  </a:cubicBezTo>
                  <a:cubicBezTo>
                    <a:pt x="364887" y="689174"/>
                    <a:pt x="384918" y="683761"/>
                    <a:pt x="406167" y="683761"/>
                  </a:cubicBezTo>
                  <a:cubicBezTo>
                    <a:pt x="427280" y="683761"/>
                    <a:pt x="447447" y="689174"/>
                    <a:pt x="465312" y="693911"/>
                  </a:cubicBezTo>
                  <a:cubicBezTo>
                    <a:pt x="477899" y="697430"/>
                    <a:pt x="491975" y="701220"/>
                    <a:pt x="501178" y="701220"/>
                  </a:cubicBezTo>
                  <a:cubicBezTo>
                    <a:pt x="503344" y="701220"/>
                    <a:pt x="505239" y="701085"/>
                    <a:pt x="506727" y="700543"/>
                  </a:cubicBezTo>
                  <a:cubicBezTo>
                    <a:pt x="515931" y="697566"/>
                    <a:pt x="527029" y="683490"/>
                    <a:pt x="537856" y="669820"/>
                  </a:cubicBezTo>
                  <a:cubicBezTo>
                    <a:pt x="548955" y="655744"/>
                    <a:pt x="561541" y="639909"/>
                    <a:pt x="578053" y="627863"/>
                  </a:cubicBezTo>
                  <a:cubicBezTo>
                    <a:pt x="594565" y="615818"/>
                    <a:pt x="613649" y="608509"/>
                    <a:pt x="630702" y="602283"/>
                  </a:cubicBezTo>
                  <a:cubicBezTo>
                    <a:pt x="646808" y="596328"/>
                    <a:pt x="663726" y="590102"/>
                    <a:pt x="669275" y="582388"/>
                  </a:cubicBezTo>
                  <a:cubicBezTo>
                    <a:pt x="674554" y="575214"/>
                    <a:pt x="675501" y="556537"/>
                    <a:pt x="676313" y="540160"/>
                  </a:cubicBezTo>
                  <a:cubicBezTo>
                    <a:pt x="677125" y="522159"/>
                    <a:pt x="677937" y="501587"/>
                    <a:pt x="684569" y="481962"/>
                  </a:cubicBezTo>
                  <a:cubicBezTo>
                    <a:pt x="690795" y="462878"/>
                    <a:pt x="701893" y="446231"/>
                    <a:pt x="711773" y="431478"/>
                  </a:cubicBezTo>
                  <a:cubicBezTo>
                    <a:pt x="721383" y="416591"/>
                    <a:pt x="731398" y="401567"/>
                    <a:pt x="731398" y="391552"/>
                  </a:cubicBezTo>
                  <a:cubicBezTo>
                    <a:pt x="731398" y="381401"/>
                    <a:pt x="721383" y="366242"/>
                    <a:pt x="711503" y="351490"/>
                  </a:cubicBezTo>
                  <a:cubicBezTo>
                    <a:pt x="701622" y="336873"/>
                    <a:pt x="690659" y="320090"/>
                    <a:pt x="684434" y="301006"/>
                  </a:cubicBezTo>
                  <a:cubicBezTo>
                    <a:pt x="677802" y="281517"/>
                    <a:pt x="677125" y="260809"/>
                    <a:pt x="676178" y="242808"/>
                  </a:cubicBezTo>
                  <a:cubicBezTo>
                    <a:pt x="675366" y="226431"/>
                    <a:pt x="674554" y="207754"/>
                    <a:pt x="669140" y="200581"/>
                  </a:cubicBezTo>
                  <a:cubicBezTo>
                    <a:pt x="663455" y="193137"/>
                    <a:pt x="646537" y="186640"/>
                    <a:pt x="630567" y="180685"/>
                  </a:cubicBezTo>
                  <a:cubicBezTo>
                    <a:pt x="613784" y="174459"/>
                    <a:pt x="594565" y="167151"/>
                    <a:pt x="577918" y="155105"/>
                  </a:cubicBezTo>
                  <a:cubicBezTo>
                    <a:pt x="561541" y="143059"/>
                    <a:pt x="548684" y="127224"/>
                    <a:pt x="537721" y="113148"/>
                  </a:cubicBezTo>
                  <a:cubicBezTo>
                    <a:pt x="526758" y="99478"/>
                    <a:pt x="515525" y="85267"/>
                    <a:pt x="506457" y="82425"/>
                  </a:cubicBezTo>
                  <a:cubicBezTo>
                    <a:pt x="504832" y="81883"/>
                    <a:pt x="502938" y="81748"/>
                    <a:pt x="500637" y="81748"/>
                  </a:cubicBezTo>
                  <a:cubicBezTo>
                    <a:pt x="491298" y="81748"/>
                    <a:pt x="477628" y="85267"/>
                    <a:pt x="465041" y="89057"/>
                  </a:cubicBezTo>
                  <a:cubicBezTo>
                    <a:pt x="447447" y="93794"/>
                    <a:pt x="427280" y="99208"/>
                    <a:pt x="406167" y="99208"/>
                  </a:cubicBezTo>
                  <a:cubicBezTo>
                    <a:pt x="385053" y="99208"/>
                    <a:pt x="365022" y="93794"/>
                    <a:pt x="347292" y="89057"/>
                  </a:cubicBezTo>
                  <a:cubicBezTo>
                    <a:pt x="334841" y="85402"/>
                    <a:pt x="321036" y="81748"/>
                    <a:pt x="311697" y="81748"/>
                  </a:cubicBezTo>
                  <a:close/>
                  <a:moveTo>
                    <a:pt x="602145" y="719898"/>
                  </a:moveTo>
                  <a:lnTo>
                    <a:pt x="601739" y="720304"/>
                  </a:lnTo>
                  <a:cubicBezTo>
                    <a:pt x="585091" y="741147"/>
                    <a:pt x="564384" y="767268"/>
                    <a:pt x="531766" y="777960"/>
                  </a:cubicBezTo>
                  <a:cubicBezTo>
                    <a:pt x="521344" y="781344"/>
                    <a:pt x="511058" y="782697"/>
                    <a:pt x="501043" y="782697"/>
                  </a:cubicBezTo>
                  <a:cubicBezTo>
                    <a:pt x="487102" y="782697"/>
                    <a:pt x="473568" y="780126"/>
                    <a:pt x="460710" y="777013"/>
                  </a:cubicBezTo>
                  <a:lnTo>
                    <a:pt x="532984" y="996677"/>
                  </a:lnTo>
                  <a:lnTo>
                    <a:pt x="572775" y="928734"/>
                  </a:lnTo>
                  <a:cubicBezTo>
                    <a:pt x="577512" y="920478"/>
                    <a:pt x="586309" y="915741"/>
                    <a:pt x="595377" y="915741"/>
                  </a:cubicBezTo>
                  <a:cubicBezTo>
                    <a:pt x="598896" y="915741"/>
                    <a:pt x="602415" y="916418"/>
                    <a:pt x="605799" y="917907"/>
                  </a:cubicBezTo>
                  <a:lnTo>
                    <a:pt x="677802" y="949442"/>
                  </a:lnTo>
                  <a:lnTo>
                    <a:pt x="602145" y="719898"/>
                  </a:lnTo>
                  <a:close/>
                  <a:moveTo>
                    <a:pt x="214114" y="724093"/>
                  </a:moveTo>
                  <a:lnTo>
                    <a:pt x="139946" y="949442"/>
                  </a:lnTo>
                  <a:lnTo>
                    <a:pt x="212084" y="918313"/>
                  </a:lnTo>
                  <a:cubicBezTo>
                    <a:pt x="215332" y="916824"/>
                    <a:pt x="218851" y="916012"/>
                    <a:pt x="222370" y="916012"/>
                  </a:cubicBezTo>
                  <a:cubicBezTo>
                    <a:pt x="231438" y="916012"/>
                    <a:pt x="239965" y="920884"/>
                    <a:pt x="244972" y="928870"/>
                  </a:cubicBezTo>
                  <a:lnTo>
                    <a:pt x="284628" y="997083"/>
                  </a:lnTo>
                  <a:lnTo>
                    <a:pt x="357172" y="775930"/>
                  </a:lnTo>
                  <a:cubicBezTo>
                    <a:pt x="342961" y="779585"/>
                    <a:pt x="327803" y="782833"/>
                    <a:pt x="311967" y="782833"/>
                  </a:cubicBezTo>
                  <a:cubicBezTo>
                    <a:pt x="301952" y="782833"/>
                    <a:pt x="291531" y="781615"/>
                    <a:pt x="280838" y="778231"/>
                  </a:cubicBezTo>
                  <a:cubicBezTo>
                    <a:pt x="250115" y="768080"/>
                    <a:pt x="230220" y="744395"/>
                    <a:pt x="214114" y="72409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749" name="Google Shape;2749;p94"/>
            <p:cNvSpPr/>
            <p:nvPr/>
          </p:nvSpPr>
          <p:spPr>
            <a:xfrm>
              <a:off x="7568597" y="1556737"/>
              <a:ext cx="208259" cy="142062"/>
            </a:xfrm>
            <a:custGeom>
              <a:rect b="b" l="l" r="r" t="t"/>
              <a:pathLst>
                <a:path extrusionOk="0" h="49327" w="72312">
                  <a:moveTo>
                    <a:pt x="62916" y="1"/>
                  </a:moveTo>
                  <a:lnTo>
                    <a:pt x="62245" y="504"/>
                  </a:lnTo>
                  <a:lnTo>
                    <a:pt x="27180" y="32549"/>
                  </a:lnTo>
                  <a:lnTo>
                    <a:pt x="26677" y="32885"/>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9"/>
                  </a:lnTo>
                  <a:lnTo>
                    <a:pt x="22818" y="48488"/>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62626"/>
                </a:buClr>
                <a:buSzPts val="1800"/>
                <a:buFont typeface="Arial"/>
                <a:buNone/>
              </a:pPr>
              <a:r>
                <a:t/>
              </a:r>
              <a:endParaRPr b="0" i="0" sz="1800" u="none" cap="none" strike="noStrike">
                <a:solidFill>
                  <a:srgbClr val="262626"/>
                </a:solidFill>
                <a:latin typeface="Arial"/>
                <a:ea typeface="Arial"/>
                <a:cs typeface="Arial"/>
                <a:sym typeface="Arial"/>
              </a:endParaRPr>
            </a:p>
          </p:txBody>
        </p:sp>
      </p:grpSp>
      <p:grpSp>
        <p:nvGrpSpPr>
          <p:cNvPr id="2750" name="Google Shape;2750;p94"/>
          <p:cNvGrpSpPr/>
          <p:nvPr/>
        </p:nvGrpSpPr>
        <p:grpSpPr>
          <a:xfrm>
            <a:off x="4783539" y="3276837"/>
            <a:ext cx="337678" cy="383686"/>
            <a:chOff x="3116082" y="905154"/>
            <a:chExt cx="467763" cy="531495"/>
          </a:xfrm>
        </p:grpSpPr>
        <p:sp>
          <p:nvSpPr>
            <p:cNvPr id="2751" name="Google Shape;2751;p94"/>
            <p:cNvSpPr/>
            <p:nvPr/>
          </p:nvSpPr>
          <p:spPr>
            <a:xfrm>
              <a:off x="3116082" y="905154"/>
              <a:ext cx="467763" cy="531495"/>
            </a:xfrm>
            <a:custGeom>
              <a:rect b="b" l="l" r="r" t="t"/>
              <a:pathLst>
                <a:path extrusionOk="0" h="531495" w="467763">
                  <a:moveTo>
                    <a:pt x="453045" y="345758"/>
                  </a:moveTo>
                  <a:cubicBezTo>
                    <a:pt x="462570" y="320040"/>
                    <a:pt x="467333" y="292418"/>
                    <a:pt x="467333" y="264795"/>
                  </a:cubicBezTo>
                  <a:cubicBezTo>
                    <a:pt x="467333" y="237173"/>
                    <a:pt x="462570" y="209550"/>
                    <a:pt x="453045" y="182880"/>
                  </a:cubicBezTo>
                  <a:cubicBezTo>
                    <a:pt x="467333" y="170498"/>
                    <a:pt x="472095" y="149543"/>
                    <a:pt x="462570" y="132398"/>
                  </a:cubicBezTo>
                  <a:cubicBezTo>
                    <a:pt x="453045" y="115252"/>
                    <a:pt x="432090" y="108585"/>
                    <a:pt x="413993" y="115252"/>
                  </a:cubicBezTo>
                  <a:cubicBezTo>
                    <a:pt x="377798" y="71438"/>
                    <a:pt x="328268" y="42863"/>
                    <a:pt x="273023" y="33338"/>
                  </a:cubicBezTo>
                  <a:cubicBezTo>
                    <a:pt x="270165" y="14288"/>
                    <a:pt x="253973" y="0"/>
                    <a:pt x="233970" y="0"/>
                  </a:cubicBezTo>
                  <a:cubicBezTo>
                    <a:pt x="213968" y="0"/>
                    <a:pt x="197775" y="14288"/>
                    <a:pt x="194918" y="33338"/>
                  </a:cubicBezTo>
                  <a:cubicBezTo>
                    <a:pt x="139673" y="42863"/>
                    <a:pt x="90143" y="71438"/>
                    <a:pt x="53948" y="115252"/>
                  </a:cubicBezTo>
                  <a:cubicBezTo>
                    <a:pt x="35850" y="108585"/>
                    <a:pt x="14895" y="115252"/>
                    <a:pt x="5370" y="132398"/>
                  </a:cubicBezTo>
                  <a:cubicBezTo>
                    <a:pt x="-345" y="141923"/>
                    <a:pt x="-1297" y="152400"/>
                    <a:pt x="1560" y="162878"/>
                  </a:cubicBezTo>
                  <a:cubicBezTo>
                    <a:pt x="3465" y="171450"/>
                    <a:pt x="8228" y="178118"/>
                    <a:pt x="14895" y="182880"/>
                  </a:cubicBezTo>
                  <a:cubicBezTo>
                    <a:pt x="5370" y="208598"/>
                    <a:pt x="608" y="236220"/>
                    <a:pt x="608" y="264795"/>
                  </a:cubicBezTo>
                  <a:cubicBezTo>
                    <a:pt x="608" y="293370"/>
                    <a:pt x="5370" y="320040"/>
                    <a:pt x="14895" y="346710"/>
                  </a:cubicBezTo>
                  <a:cubicBezTo>
                    <a:pt x="8228" y="351473"/>
                    <a:pt x="3465" y="359093"/>
                    <a:pt x="1560" y="367665"/>
                  </a:cubicBezTo>
                  <a:cubicBezTo>
                    <a:pt x="-1297" y="378143"/>
                    <a:pt x="608" y="388620"/>
                    <a:pt x="5370" y="398145"/>
                  </a:cubicBezTo>
                  <a:cubicBezTo>
                    <a:pt x="10133" y="407670"/>
                    <a:pt x="19658" y="414338"/>
                    <a:pt x="29183" y="417195"/>
                  </a:cubicBezTo>
                  <a:cubicBezTo>
                    <a:pt x="32993" y="417195"/>
                    <a:pt x="35850" y="419100"/>
                    <a:pt x="39660" y="419100"/>
                  </a:cubicBezTo>
                  <a:cubicBezTo>
                    <a:pt x="43470" y="419100"/>
                    <a:pt x="49185" y="419100"/>
                    <a:pt x="53948" y="416243"/>
                  </a:cubicBezTo>
                  <a:cubicBezTo>
                    <a:pt x="90143" y="460058"/>
                    <a:pt x="139673" y="488633"/>
                    <a:pt x="194918" y="498158"/>
                  </a:cubicBezTo>
                  <a:cubicBezTo>
                    <a:pt x="197775" y="517208"/>
                    <a:pt x="213968" y="531495"/>
                    <a:pt x="233970" y="531495"/>
                  </a:cubicBezTo>
                  <a:cubicBezTo>
                    <a:pt x="253973" y="531495"/>
                    <a:pt x="270165" y="517208"/>
                    <a:pt x="273023" y="498158"/>
                  </a:cubicBezTo>
                  <a:cubicBezTo>
                    <a:pt x="328268" y="488633"/>
                    <a:pt x="377798" y="460058"/>
                    <a:pt x="413993" y="416243"/>
                  </a:cubicBezTo>
                  <a:cubicBezTo>
                    <a:pt x="418755" y="418148"/>
                    <a:pt x="423518" y="419100"/>
                    <a:pt x="428280" y="419100"/>
                  </a:cubicBezTo>
                  <a:cubicBezTo>
                    <a:pt x="433043" y="419100"/>
                    <a:pt x="434948" y="419100"/>
                    <a:pt x="438758" y="417195"/>
                  </a:cubicBezTo>
                  <a:cubicBezTo>
                    <a:pt x="449235" y="414338"/>
                    <a:pt x="457808" y="407670"/>
                    <a:pt x="462570" y="398145"/>
                  </a:cubicBezTo>
                  <a:cubicBezTo>
                    <a:pt x="472095" y="381000"/>
                    <a:pt x="468285" y="359093"/>
                    <a:pt x="453045" y="347663"/>
                  </a:cubicBezTo>
                  <a:lnTo>
                    <a:pt x="453045" y="347663"/>
                  </a:lnTo>
                  <a:close/>
                  <a:moveTo>
                    <a:pt x="400658" y="347663"/>
                  </a:moveTo>
                  <a:lnTo>
                    <a:pt x="296835" y="287655"/>
                  </a:lnTo>
                  <a:cubicBezTo>
                    <a:pt x="299693" y="280988"/>
                    <a:pt x="300645" y="273368"/>
                    <a:pt x="300645" y="264795"/>
                  </a:cubicBezTo>
                  <a:cubicBezTo>
                    <a:pt x="300645" y="256223"/>
                    <a:pt x="298740" y="247650"/>
                    <a:pt x="295883" y="240030"/>
                  </a:cubicBezTo>
                  <a:lnTo>
                    <a:pt x="398753" y="180975"/>
                  </a:lnTo>
                  <a:cubicBezTo>
                    <a:pt x="403515" y="185738"/>
                    <a:pt x="410183" y="189548"/>
                    <a:pt x="416850" y="191453"/>
                  </a:cubicBezTo>
                  <a:cubicBezTo>
                    <a:pt x="420660" y="192405"/>
                    <a:pt x="423518" y="192405"/>
                    <a:pt x="427328" y="192405"/>
                  </a:cubicBezTo>
                  <a:cubicBezTo>
                    <a:pt x="431138" y="192405"/>
                    <a:pt x="429233" y="192405"/>
                    <a:pt x="430185" y="192405"/>
                  </a:cubicBezTo>
                  <a:cubicBezTo>
                    <a:pt x="438758" y="215265"/>
                    <a:pt x="443520" y="240030"/>
                    <a:pt x="443520" y="264795"/>
                  </a:cubicBezTo>
                  <a:cubicBezTo>
                    <a:pt x="443520" y="289560"/>
                    <a:pt x="438758" y="314325"/>
                    <a:pt x="430185" y="337185"/>
                  </a:cubicBezTo>
                  <a:cubicBezTo>
                    <a:pt x="425423" y="337185"/>
                    <a:pt x="420660" y="337185"/>
                    <a:pt x="416850" y="338138"/>
                  </a:cubicBezTo>
                  <a:cubicBezTo>
                    <a:pt x="410183" y="340043"/>
                    <a:pt x="405420" y="342900"/>
                    <a:pt x="400658" y="346710"/>
                  </a:cubicBezTo>
                  <a:lnTo>
                    <a:pt x="400658" y="346710"/>
                  </a:lnTo>
                  <a:close/>
                  <a:moveTo>
                    <a:pt x="233018" y="308610"/>
                  </a:moveTo>
                  <a:cubicBezTo>
                    <a:pt x="209205" y="308610"/>
                    <a:pt x="189203" y="288608"/>
                    <a:pt x="189203" y="264795"/>
                  </a:cubicBezTo>
                  <a:cubicBezTo>
                    <a:pt x="189203" y="240983"/>
                    <a:pt x="209205" y="220980"/>
                    <a:pt x="233018" y="220980"/>
                  </a:cubicBezTo>
                  <a:cubicBezTo>
                    <a:pt x="256830" y="220980"/>
                    <a:pt x="276833" y="240983"/>
                    <a:pt x="276833" y="264795"/>
                  </a:cubicBezTo>
                  <a:cubicBezTo>
                    <a:pt x="276833" y="288608"/>
                    <a:pt x="256830" y="308610"/>
                    <a:pt x="233018" y="308610"/>
                  </a:cubicBezTo>
                  <a:close/>
                  <a:moveTo>
                    <a:pt x="63473" y="345758"/>
                  </a:moveTo>
                  <a:cubicBezTo>
                    <a:pt x="59663" y="341948"/>
                    <a:pt x="53948" y="339090"/>
                    <a:pt x="48233" y="338138"/>
                  </a:cubicBezTo>
                  <a:cubicBezTo>
                    <a:pt x="43470" y="337185"/>
                    <a:pt x="39660" y="336233"/>
                    <a:pt x="34898" y="337185"/>
                  </a:cubicBezTo>
                  <a:cubicBezTo>
                    <a:pt x="26325" y="314325"/>
                    <a:pt x="21563" y="289560"/>
                    <a:pt x="21563" y="264795"/>
                  </a:cubicBezTo>
                  <a:cubicBezTo>
                    <a:pt x="21563" y="240030"/>
                    <a:pt x="26325" y="215265"/>
                    <a:pt x="34898" y="192405"/>
                  </a:cubicBezTo>
                  <a:cubicBezTo>
                    <a:pt x="35850" y="192405"/>
                    <a:pt x="36803" y="192405"/>
                    <a:pt x="37755" y="192405"/>
                  </a:cubicBezTo>
                  <a:cubicBezTo>
                    <a:pt x="41565" y="192405"/>
                    <a:pt x="44423" y="192405"/>
                    <a:pt x="48233" y="191453"/>
                  </a:cubicBezTo>
                  <a:cubicBezTo>
                    <a:pt x="54900" y="189548"/>
                    <a:pt x="60615" y="186690"/>
                    <a:pt x="65378" y="181928"/>
                  </a:cubicBezTo>
                  <a:lnTo>
                    <a:pt x="169200" y="241935"/>
                  </a:lnTo>
                  <a:cubicBezTo>
                    <a:pt x="166343" y="249555"/>
                    <a:pt x="165390" y="257175"/>
                    <a:pt x="165390" y="265748"/>
                  </a:cubicBezTo>
                  <a:cubicBezTo>
                    <a:pt x="165390" y="274320"/>
                    <a:pt x="166343" y="280035"/>
                    <a:pt x="169200" y="286703"/>
                  </a:cubicBezTo>
                  <a:lnTo>
                    <a:pt x="64425" y="346710"/>
                  </a:lnTo>
                  <a:lnTo>
                    <a:pt x="64425" y="346710"/>
                  </a:lnTo>
                  <a:close/>
                  <a:moveTo>
                    <a:pt x="441615" y="144780"/>
                  </a:moveTo>
                  <a:cubicBezTo>
                    <a:pt x="446378" y="152400"/>
                    <a:pt x="443520" y="162878"/>
                    <a:pt x="435900" y="166688"/>
                  </a:cubicBezTo>
                  <a:cubicBezTo>
                    <a:pt x="432090" y="168593"/>
                    <a:pt x="428280" y="169545"/>
                    <a:pt x="423518" y="168593"/>
                  </a:cubicBezTo>
                  <a:cubicBezTo>
                    <a:pt x="419708" y="167640"/>
                    <a:pt x="415898" y="164783"/>
                    <a:pt x="413993" y="160973"/>
                  </a:cubicBezTo>
                  <a:cubicBezTo>
                    <a:pt x="409230" y="153353"/>
                    <a:pt x="412088" y="142875"/>
                    <a:pt x="419708" y="139065"/>
                  </a:cubicBezTo>
                  <a:cubicBezTo>
                    <a:pt x="427328" y="134303"/>
                    <a:pt x="436853" y="137160"/>
                    <a:pt x="441615" y="144780"/>
                  </a:cubicBezTo>
                  <a:close/>
                  <a:moveTo>
                    <a:pt x="394943" y="129540"/>
                  </a:moveTo>
                  <a:cubicBezTo>
                    <a:pt x="389228" y="138113"/>
                    <a:pt x="386370" y="148590"/>
                    <a:pt x="388275" y="159068"/>
                  </a:cubicBezTo>
                  <a:lnTo>
                    <a:pt x="283500" y="219075"/>
                  </a:lnTo>
                  <a:cubicBezTo>
                    <a:pt x="273975" y="208598"/>
                    <a:pt x="260640" y="200025"/>
                    <a:pt x="245400" y="198120"/>
                  </a:cubicBezTo>
                  <a:lnTo>
                    <a:pt x="245400" y="78105"/>
                  </a:lnTo>
                  <a:cubicBezTo>
                    <a:pt x="255878" y="74295"/>
                    <a:pt x="264450" y="67628"/>
                    <a:pt x="269213" y="57150"/>
                  </a:cubicBezTo>
                  <a:cubicBezTo>
                    <a:pt x="318743" y="65723"/>
                    <a:pt x="362558" y="91440"/>
                    <a:pt x="394943" y="129540"/>
                  </a:cubicBezTo>
                  <a:close/>
                  <a:moveTo>
                    <a:pt x="233018" y="23813"/>
                  </a:moveTo>
                  <a:cubicBezTo>
                    <a:pt x="241590" y="23813"/>
                    <a:pt x="249210" y="31433"/>
                    <a:pt x="249210" y="40005"/>
                  </a:cubicBezTo>
                  <a:cubicBezTo>
                    <a:pt x="249210" y="48578"/>
                    <a:pt x="241590" y="56198"/>
                    <a:pt x="233018" y="56198"/>
                  </a:cubicBezTo>
                  <a:cubicBezTo>
                    <a:pt x="224445" y="56198"/>
                    <a:pt x="216825" y="48578"/>
                    <a:pt x="216825" y="40005"/>
                  </a:cubicBezTo>
                  <a:cubicBezTo>
                    <a:pt x="216825" y="31433"/>
                    <a:pt x="224445" y="23813"/>
                    <a:pt x="233018" y="23813"/>
                  </a:cubicBezTo>
                  <a:close/>
                  <a:moveTo>
                    <a:pt x="196823" y="57150"/>
                  </a:moveTo>
                  <a:cubicBezTo>
                    <a:pt x="201585" y="67628"/>
                    <a:pt x="210158" y="74295"/>
                    <a:pt x="220635" y="78105"/>
                  </a:cubicBezTo>
                  <a:lnTo>
                    <a:pt x="220635" y="198120"/>
                  </a:lnTo>
                  <a:cubicBezTo>
                    <a:pt x="204443" y="200978"/>
                    <a:pt x="191108" y="209550"/>
                    <a:pt x="180630" y="220980"/>
                  </a:cubicBezTo>
                  <a:lnTo>
                    <a:pt x="76808" y="160973"/>
                  </a:lnTo>
                  <a:cubicBezTo>
                    <a:pt x="77760" y="155258"/>
                    <a:pt x="77760" y="148590"/>
                    <a:pt x="76808" y="141923"/>
                  </a:cubicBezTo>
                  <a:cubicBezTo>
                    <a:pt x="75855" y="137160"/>
                    <a:pt x="73950" y="133350"/>
                    <a:pt x="71093" y="129540"/>
                  </a:cubicBezTo>
                  <a:cubicBezTo>
                    <a:pt x="103478" y="90488"/>
                    <a:pt x="147293" y="65723"/>
                    <a:pt x="196823" y="57150"/>
                  </a:cubicBezTo>
                  <a:close/>
                  <a:moveTo>
                    <a:pt x="24420" y="144780"/>
                  </a:moveTo>
                  <a:cubicBezTo>
                    <a:pt x="27278" y="140018"/>
                    <a:pt x="32993" y="136208"/>
                    <a:pt x="38708" y="136208"/>
                  </a:cubicBezTo>
                  <a:cubicBezTo>
                    <a:pt x="44423" y="136208"/>
                    <a:pt x="44423" y="136208"/>
                    <a:pt x="47280" y="138113"/>
                  </a:cubicBezTo>
                  <a:cubicBezTo>
                    <a:pt x="51090" y="140018"/>
                    <a:pt x="53948" y="143828"/>
                    <a:pt x="54900" y="147638"/>
                  </a:cubicBezTo>
                  <a:cubicBezTo>
                    <a:pt x="55853" y="151448"/>
                    <a:pt x="54900" y="156210"/>
                    <a:pt x="52995" y="160020"/>
                  </a:cubicBezTo>
                  <a:cubicBezTo>
                    <a:pt x="51090" y="163830"/>
                    <a:pt x="47280" y="166688"/>
                    <a:pt x="43470" y="167640"/>
                  </a:cubicBezTo>
                  <a:cubicBezTo>
                    <a:pt x="39660" y="168593"/>
                    <a:pt x="34898" y="167640"/>
                    <a:pt x="31088" y="165735"/>
                  </a:cubicBezTo>
                  <a:cubicBezTo>
                    <a:pt x="27278" y="163830"/>
                    <a:pt x="24420" y="160020"/>
                    <a:pt x="23468" y="156210"/>
                  </a:cubicBezTo>
                  <a:cubicBezTo>
                    <a:pt x="22515" y="152400"/>
                    <a:pt x="23468" y="147638"/>
                    <a:pt x="25373" y="143828"/>
                  </a:cubicBezTo>
                  <a:close/>
                  <a:moveTo>
                    <a:pt x="33945" y="392430"/>
                  </a:moveTo>
                  <a:cubicBezTo>
                    <a:pt x="30135" y="391478"/>
                    <a:pt x="26325" y="388620"/>
                    <a:pt x="24420" y="384810"/>
                  </a:cubicBezTo>
                  <a:cubicBezTo>
                    <a:pt x="22515" y="381000"/>
                    <a:pt x="21563" y="377190"/>
                    <a:pt x="22515" y="372428"/>
                  </a:cubicBezTo>
                  <a:cubicBezTo>
                    <a:pt x="23468" y="368618"/>
                    <a:pt x="26325" y="364808"/>
                    <a:pt x="30135" y="362903"/>
                  </a:cubicBezTo>
                  <a:cubicBezTo>
                    <a:pt x="32993" y="360998"/>
                    <a:pt x="35850" y="360998"/>
                    <a:pt x="38708" y="360998"/>
                  </a:cubicBezTo>
                  <a:cubicBezTo>
                    <a:pt x="44423" y="360998"/>
                    <a:pt x="50138" y="363855"/>
                    <a:pt x="52995" y="368618"/>
                  </a:cubicBezTo>
                  <a:cubicBezTo>
                    <a:pt x="54900" y="372428"/>
                    <a:pt x="55853" y="376238"/>
                    <a:pt x="54900" y="381000"/>
                  </a:cubicBezTo>
                  <a:cubicBezTo>
                    <a:pt x="53948" y="384810"/>
                    <a:pt x="51090" y="388620"/>
                    <a:pt x="47280" y="390525"/>
                  </a:cubicBezTo>
                  <a:cubicBezTo>
                    <a:pt x="43470" y="392430"/>
                    <a:pt x="38708" y="393383"/>
                    <a:pt x="34898" y="392430"/>
                  </a:cubicBezTo>
                  <a:close/>
                  <a:moveTo>
                    <a:pt x="71093" y="400050"/>
                  </a:moveTo>
                  <a:cubicBezTo>
                    <a:pt x="73950" y="396240"/>
                    <a:pt x="75855" y="392430"/>
                    <a:pt x="76808" y="387668"/>
                  </a:cubicBezTo>
                  <a:cubicBezTo>
                    <a:pt x="78713" y="380048"/>
                    <a:pt x="78713" y="373380"/>
                    <a:pt x="76808" y="366713"/>
                  </a:cubicBezTo>
                  <a:lnTo>
                    <a:pt x="179678" y="307658"/>
                  </a:lnTo>
                  <a:cubicBezTo>
                    <a:pt x="190155" y="320040"/>
                    <a:pt x="204443" y="329565"/>
                    <a:pt x="221588" y="332423"/>
                  </a:cubicBezTo>
                  <a:lnTo>
                    <a:pt x="221588" y="452438"/>
                  </a:lnTo>
                  <a:cubicBezTo>
                    <a:pt x="211110" y="455295"/>
                    <a:pt x="202538" y="462915"/>
                    <a:pt x="197775" y="473393"/>
                  </a:cubicBezTo>
                  <a:cubicBezTo>
                    <a:pt x="148245" y="464820"/>
                    <a:pt x="104430" y="439103"/>
                    <a:pt x="72045" y="401003"/>
                  </a:cubicBezTo>
                  <a:close/>
                  <a:moveTo>
                    <a:pt x="233018" y="505778"/>
                  </a:moveTo>
                  <a:cubicBezTo>
                    <a:pt x="224445" y="505778"/>
                    <a:pt x="216825" y="498158"/>
                    <a:pt x="216825" y="489585"/>
                  </a:cubicBezTo>
                  <a:cubicBezTo>
                    <a:pt x="216825" y="481013"/>
                    <a:pt x="224445" y="473393"/>
                    <a:pt x="233018" y="473393"/>
                  </a:cubicBezTo>
                  <a:cubicBezTo>
                    <a:pt x="241590" y="473393"/>
                    <a:pt x="249210" y="481013"/>
                    <a:pt x="249210" y="489585"/>
                  </a:cubicBezTo>
                  <a:cubicBezTo>
                    <a:pt x="249210" y="498158"/>
                    <a:pt x="241590" y="505778"/>
                    <a:pt x="233018" y="505778"/>
                  </a:cubicBezTo>
                  <a:close/>
                  <a:moveTo>
                    <a:pt x="269213" y="472440"/>
                  </a:moveTo>
                  <a:cubicBezTo>
                    <a:pt x="264450" y="462915"/>
                    <a:pt x="255878" y="455295"/>
                    <a:pt x="245400" y="451485"/>
                  </a:cubicBezTo>
                  <a:lnTo>
                    <a:pt x="245400" y="331470"/>
                  </a:lnTo>
                  <a:cubicBezTo>
                    <a:pt x="261593" y="328613"/>
                    <a:pt x="274928" y="320040"/>
                    <a:pt x="285405" y="307658"/>
                  </a:cubicBezTo>
                  <a:lnTo>
                    <a:pt x="389228" y="367665"/>
                  </a:lnTo>
                  <a:cubicBezTo>
                    <a:pt x="386370" y="379095"/>
                    <a:pt x="389228" y="390525"/>
                    <a:pt x="394943" y="399098"/>
                  </a:cubicBezTo>
                  <a:cubicBezTo>
                    <a:pt x="362558" y="438150"/>
                    <a:pt x="318743" y="462915"/>
                    <a:pt x="269213" y="471488"/>
                  </a:cubicBezTo>
                  <a:lnTo>
                    <a:pt x="269213" y="471488"/>
                  </a:lnTo>
                  <a:close/>
                  <a:moveTo>
                    <a:pt x="441615" y="384810"/>
                  </a:moveTo>
                  <a:cubicBezTo>
                    <a:pt x="439710" y="388620"/>
                    <a:pt x="435900" y="391478"/>
                    <a:pt x="432090" y="392430"/>
                  </a:cubicBezTo>
                  <a:cubicBezTo>
                    <a:pt x="428280" y="393383"/>
                    <a:pt x="423518" y="392430"/>
                    <a:pt x="419708" y="390525"/>
                  </a:cubicBezTo>
                  <a:cubicBezTo>
                    <a:pt x="412088" y="385763"/>
                    <a:pt x="409230" y="376238"/>
                    <a:pt x="413993" y="368618"/>
                  </a:cubicBezTo>
                  <a:cubicBezTo>
                    <a:pt x="416850" y="363855"/>
                    <a:pt x="422565" y="360998"/>
                    <a:pt x="428280" y="360998"/>
                  </a:cubicBezTo>
                  <a:cubicBezTo>
                    <a:pt x="433995" y="360998"/>
                    <a:pt x="433995" y="360998"/>
                    <a:pt x="435900" y="362903"/>
                  </a:cubicBezTo>
                  <a:cubicBezTo>
                    <a:pt x="443520" y="367665"/>
                    <a:pt x="446378" y="377190"/>
                    <a:pt x="441615" y="38481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2" name="Google Shape;2752;p94"/>
            <p:cNvSpPr/>
            <p:nvPr/>
          </p:nvSpPr>
          <p:spPr>
            <a:xfrm>
              <a:off x="3464352" y="1122325"/>
              <a:ext cx="40005" cy="40005"/>
            </a:xfrm>
            <a:custGeom>
              <a:rect b="b" l="l" r="r" t="t"/>
              <a:pathLst>
                <a:path extrusionOk="0" h="40005" w="40005">
                  <a:moveTo>
                    <a:pt x="20003" y="0"/>
                  </a:moveTo>
                  <a:cubicBezTo>
                    <a:pt x="8573" y="0"/>
                    <a:pt x="0" y="9525"/>
                    <a:pt x="0" y="20003"/>
                  </a:cubicBezTo>
                  <a:cubicBezTo>
                    <a:pt x="0" y="30480"/>
                    <a:pt x="9525" y="40005"/>
                    <a:pt x="20003" y="40005"/>
                  </a:cubicBezTo>
                  <a:cubicBezTo>
                    <a:pt x="30480" y="40005"/>
                    <a:pt x="40005" y="30480"/>
                    <a:pt x="40005" y="20003"/>
                  </a:cubicBezTo>
                  <a:cubicBezTo>
                    <a:pt x="40005" y="9525"/>
                    <a:pt x="30480" y="0"/>
                    <a:pt x="20003" y="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3" name="Google Shape;2753;p94"/>
            <p:cNvSpPr/>
            <p:nvPr/>
          </p:nvSpPr>
          <p:spPr>
            <a:xfrm>
              <a:off x="3464352" y="1174712"/>
              <a:ext cx="40005" cy="40005"/>
            </a:xfrm>
            <a:custGeom>
              <a:rect b="b" l="l" r="r" t="t"/>
              <a:pathLst>
                <a:path extrusionOk="0" h="40005" w="40005">
                  <a:moveTo>
                    <a:pt x="20003" y="0"/>
                  </a:moveTo>
                  <a:cubicBezTo>
                    <a:pt x="8573" y="0"/>
                    <a:pt x="0" y="9525"/>
                    <a:pt x="0" y="20002"/>
                  </a:cubicBezTo>
                  <a:cubicBezTo>
                    <a:pt x="0" y="30480"/>
                    <a:pt x="9525" y="40005"/>
                    <a:pt x="20003" y="40005"/>
                  </a:cubicBezTo>
                  <a:cubicBezTo>
                    <a:pt x="30480" y="40005"/>
                    <a:pt x="40005" y="30480"/>
                    <a:pt x="40005" y="20002"/>
                  </a:cubicBezTo>
                  <a:cubicBezTo>
                    <a:pt x="40005" y="9525"/>
                    <a:pt x="30480" y="0"/>
                    <a:pt x="20003" y="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4" name="Google Shape;2754;p94"/>
            <p:cNvSpPr/>
            <p:nvPr/>
          </p:nvSpPr>
          <p:spPr>
            <a:xfrm>
              <a:off x="3193842" y="1174712"/>
              <a:ext cx="40004" cy="40005"/>
            </a:xfrm>
            <a:custGeom>
              <a:rect b="b" l="l" r="r" t="t"/>
              <a:pathLst>
                <a:path extrusionOk="0" h="40005" w="40004">
                  <a:moveTo>
                    <a:pt x="20002" y="0"/>
                  </a:moveTo>
                  <a:cubicBezTo>
                    <a:pt x="8573" y="0"/>
                    <a:pt x="0" y="9525"/>
                    <a:pt x="0" y="20002"/>
                  </a:cubicBezTo>
                  <a:cubicBezTo>
                    <a:pt x="0" y="30480"/>
                    <a:pt x="9525" y="40005"/>
                    <a:pt x="20002" y="40005"/>
                  </a:cubicBezTo>
                  <a:cubicBezTo>
                    <a:pt x="30480" y="40005"/>
                    <a:pt x="40005" y="30480"/>
                    <a:pt x="40005" y="20002"/>
                  </a:cubicBezTo>
                  <a:cubicBezTo>
                    <a:pt x="40005" y="9525"/>
                    <a:pt x="30480" y="0"/>
                    <a:pt x="20002" y="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5" name="Google Shape;2755;p94"/>
            <p:cNvSpPr/>
            <p:nvPr/>
          </p:nvSpPr>
          <p:spPr>
            <a:xfrm>
              <a:off x="3193842" y="1122325"/>
              <a:ext cx="40004" cy="40005"/>
            </a:xfrm>
            <a:custGeom>
              <a:rect b="b" l="l" r="r" t="t"/>
              <a:pathLst>
                <a:path extrusionOk="0" h="40005" w="40004">
                  <a:moveTo>
                    <a:pt x="20002" y="0"/>
                  </a:moveTo>
                  <a:cubicBezTo>
                    <a:pt x="8573" y="0"/>
                    <a:pt x="0" y="9525"/>
                    <a:pt x="0" y="20003"/>
                  </a:cubicBezTo>
                  <a:cubicBezTo>
                    <a:pt x="0" y="30480"/>
                    <a:pt x="9525" y="40005"/>
                    <a:pt x="20002" y="40005"/>
                  </a:cubicBezTo>
                  <a:cubicBezTo>
                    <a:pt x="30480" y="40005"/>
                    <a:pt x="40005" y="30480"/>
                    <a:pt x="40005" y="20003"/>
                  </a:cubicBezTo>
                  <a:cubicBezTo>
                    <a:pt x="40005" y="9525"/>
                    <a:pt x="30480" y="0"/>
                    <a:pt x="20002" y="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6" name="Google Shape;2756;p94"/>
            <p:cNvSpPr/>
            <p:nvPr/>
          </p:nvSpPr>
          <p:spPr>
            <a:xfrm>
              <a:off x="3374037" y="1017722"/>
              <a:ext cx="40612" cy="40612"/>
            </a:xfrm>
            <a:custGeom>
              <a:rect b="b" l="l" r="r" t="t"/>
              <a:pathLst>
                <a:path extrusionOk="0" h="40612" w="40612">
                  <a:moveTo>
                    <a:pt x="2685" y="10305"/>
                  </a:moveTo>
                  <a:cubicBezTo>
                    <a:pt x="-3030" y="19830"/>
                    <a:pt x="780" y="32213"/>
                    <a:pt x="10305" y="37928"/>
                  </a:cubicBezTo>
                  <a:cubicBezTo>
                    <a:pt x="19830" y="43643"/>
                    <a:pt x="32213" y="39833"/>
                    <a:pt x="37928" y="30308"/>
                  </a:cubicBezTo>
                  <a:cubicBezTo>
                    <a:pt x="43643" y="20783"/>
                    <a:pt x="39833" y="8400"/>
                    <a:pt x="30308" y="2685"/>
                  </a:cubicBezTo>
                  <a:cubicBezTo>
                    <a:pt x="20783" y="-3030"/>
                    <a:pt x="8400" y="780"/>
                    <a:pt x="2685" y="1030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7" name="Google Shape;2757;p94"/>
            <p:cNvSpPr/>
            <p:nvPr/>
          </p:nvSpPr>
          <p:spPr>
            <a:xfrm>
              <a:off x="3419757" y="1043439"/>
              <a:ext cx="40612" cy="40612"/>
            </a:xfrm>
            <a:custGeom>
              <a:rect b="b" l="l" r="r" t="t"/>
              <a:pathLst>
                <a:path extrusionOk="0" h="40612" w="40612">
                  <a:moveTo>
                    <a:pt x="10305" y="37928"/>
                  </a:moveTo>
                  <a:cubicBezTo>
                    <a:pt x="19830" y="43643"/>
                    <a:pt x="32213" y="39833"/>
                    <a:pt x="37928" y="30308"/>
                  </a:cubicBezTo>
                  <a:cubicBezTo>
                    <a:pt x="43643" y="20783"/>
                    <a:pt x="39833" y="8400"/>
                    <a:pt x="30308" y="2685"/>
                  </a:cubicBezTo>
                  <a:cubicBezTo>
                    <a:pt x="20783" y="-3030"/>
                    <a:pt x="8400" y="780"/>
                    <a:pt x="2685" y="10305"/>
                  </a:cubicBezTo>
                  <a:cubicBezTo>
                    <a:pt x="-3030" y="19830"/>
                    <a:pt x="780" y="32213"/>
                    <a:pt x="10305" y="3792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8" name="Google Shape;2758;p94"/>
            <p:cNvSpPr/>
            <p:nvPr/>
          </p:nvSpPr>
          <p:spPr>
            <a:xfrm>
              <a:off x="3283549" y="1278707"/>
              <a:ext cx="40612" cy="40612"/>
            </a:xfrm>
            <a:custGeom>
              <a:rect b="b" l="l" r="r" t="t"/>
              <a:pathLst>
                <a:path extrusionOk="0" h="40612" w="40612">
                  <a:moveTo>
                    <a:pt x="37928" y="30308"/>
                  </a:moveTo>
                  <a:cubicBezTo>
                    <a:pt x="43643" y="20783"/>
                    <a:pt x="39833" y="8400"/>
                    <a:pt x="30308" y="2685"/>
                  </a:cubicBezTo>
                  <a:cubicBezTo>
                    <a:pt x="20783" y="-3030"/>
                    <a:pt x="8400" y="780"/>
                    <a:pt x="2685" y="10305"/>
                  </a:cubicBezTo>
                  <a:cubicBezTo>
                    <a:pt x="-3030" y="19830"/>
                    <a:pt x="780" y="32213"/>
                    <a:pt x="10305" y="37928"/>
                  </a:cubicBezTo>
                  <a:cubicBezTo>
                    <a:pt x="19830" y="43643"/>
                    <a:pt x="32213" y="39833"/>
                    <a:pt x="37928" y="3030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9" name="Google Shape;2759;p94"/>
            <p:cNvSpPr/>
            <p:nvPr/>
          </p:nvSpPr>
          <p:spPr>
            <a:xfrm>
              <a:off x="3237829" y="1252989"/>
              <a:ext cx="40612" cy="40612"/>
            </a:xfrm>
            <a:custGeom>
              <a:rect b="b" l="l" r="r" t="t"/>
              <a:pathLst>
                <a:path extrusionOk="0" h="40612" w="40612">
                  <a:moveTo>
                    <a:pt x="30308" y="2685"/>
                  </a:moveTo>
                  <a:cubicBezTo>
                    <a:pt x="20783" y="-3030"/>
                    <a:pt x="8400" y="780"/>
                    <a:pt x="2685" y="10305"/>
                  </a:cubicBezTo>
                  <a:cubicBezTo>
                    <a:pt x="-3030" y="19830"/>
                    <a:pt x="780" y="32213"/>
                    <a:pt x="10305" y="37928"/>
                  </a:cubicBezTo>
                  <a:cubicBezTo>
                    <a:pt x="19830" y="43643"/>
                    <a:pt x="32213" y="39833"/>
                    <a:pt x="37928" y="30308"/>
                  </a:cubicBezTo>
                  <a:cubicBezTo>
                    <a:pt x="43643" y="20783"/>
                    <a:pt x="39833" y="8400"/>
                    <a:pt x="30308" y="268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0" name="Google Shape;2760;p94"/>
            <p:cNvSpPr/>
            <p:nvPr/>
          </p:nvSpPr>
          <p:spPr>
            <a:xfrm>
              <a:off x="3237829" y="1043439"/>
              <a:ext cx="40612" cy="40612"/>
            </a:xfrm>
            <a:custGeom>
              <a:rect b="b" l="l" r="r" t="t"/>
              <a:pathLst>
                <a:path extrusionOk="0" h="40612" w="40612">
                  <a:moveTo>
                    <a:pt x="30308" y="37928"/>
                  </a:moveTo>
                  <a:cubicBezTo>
                    <a:pt x="39833" y="32213"/>
                    <a:pt x="43643" y="19830"/>
                    <a:pt x="37928" y="10305"/>
                  </a:cubicBezTo>
                  <a:cubicBezTo>
                    <a:pt x="32213" y="780"/>
                    <a:pt x="19830" y="-3030"/>
                    <a:pt x="10305" y="2685"/>
                  </a:cubicBezTo>
                  <a:cubicBezTo>
                    <a:pt x="780" y="8400"/>
                    <a:pt x="-3030" y="20783"/>
                    <a:pt x="2685" y="30308"/>
                  </a:cubicBezTo>
                  <a:cubicBezTo>
                    <a:pt x="8400" y="39833"/>
                    <a:pt x="20783" y="43643"/>
                    <a:pt x="30308" y="3792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1" name="Google Shape;2761;p94"/>
            <p:cNvSpPr/>
            <p:nvPr/>
          </p:nvSpPr>
          <p:spPr>
            <a:xfrm>
              <a:off x="3283549" y="1017722"/>
              <a:ext cx="40612" cy="40612"/>
            </a:xfrm>
            <a:custGeom>
              <a:rect b="b" l="l" r="r" t="t"/>
              <a:pathLst>
                <a:path extrusionOk="0" h="40612" w="40612">
                  <a:moveTo>
                    <a:pt x="30308" y="37928"/>
                  </a:moveTo>
                  <a:cubicBezTo>
                    <a:pt x="39833" y="32213"/>
                    <a:pt x="43643" y="19830"/>
                    <a:pt x="37928" y="10305"/>
                  </a:cubicBezTo>
                  <a:cubicBezTo>
                    <a:pt x="32213" y="780"/>
                    <a:pt x="19830" y="-3030"/>
                    <a:pt x="10305" y="2685"/>
                  </a:cubicBezTo>
                  <a:cubicBezTo>
                    <a:pt x="780" y="8400"/>
                    <a:pt x="-3030" y="20783"/>
                    <a:pt x="2685" y="30308"/>
                  </a:cubicBezTo>
                  <a:cubicBezTo>
                    <a:pt x="8400" y="39833"/>
                    <a:pt x="20783" y="43643"/>
                    <a:pt x="30308" y="3792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2" name="Google Shape;2762;p94"/>
            <p:cNvSpPr/>
            <p:nvPr/>
          </p:nvSpPr>
          <p:spPr>
            <a:xfrm>
              <a:off x="3419757" y="1252989"/>
              <a:ext cx="40612" cy="40612"/>
            </a:xfrm>
            <a:custGeom>
              <a:rect b="b" l="l" r="r" t="t"/>
              <a:pathLst>
                <a:path extrusionOk="0" h="40612" w="40612">
                  <a:moveTo>
                    <a:pt x="10305" y="2685"/>
                  </a:moveTo>
                  <a:cubicBezTo>
                    <a:pt x="780" y="8400"/>
                    <a:pt x="-3030" y="20783"/>
                    <a:pt x="2685" y="30308"/>
                  </a:cubicBezTo>
                  <a:cubicBezTo>
                    <a:pt x="8400" y="39833"/>
                    <a:pt x="20783" y="43643"/>
                    <a:pt x="30308" y="37928"/>
                  </a:cubicBezTo>
                  <a:cubicBezTo>
                    <a:pt x="39833" y="32213"/>
                    <a:pt x="43643" y="19830"/>
                    <a:pt x="37928" y="10305"/>
                  </a:cubicBezTo>
                  <a:cubicBezTo>
                    <a:pt x="32213" y="780"/>
                    <a:pt x="19830" y="-3030"/>
                    <a:pt x="10305" y="268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3" name="Google Shape;2763;p94"/>
            <p:cNvSpPr/>
            <p:nvPr/>
          </p:nvSpPr>
          <p:spPr>
            <a:xfrm>
              <a:off x="3374037" y="1278707"/>
              <a:ext cx="40612" cy="40612"/>
            </a:xfrm>
            <a:custGeom>
              <a:rect b="b" l="l" r="r" t="t"/>
              <a:pathLst>
                <a:path extrusionOk="0" h="40612" w="40612">
                  <a:moveTo>
                    <a:pt x="10305" y="2685"/>
                  </a:moveTo>
                  <a:cubicBezTo>
                    <a:pt x="780" y="8400"/>
                    <a:pt x="-3030" y="20783"/>
                    <a:pt x="2685" y="30308"/>
                  </a:cubicBezTo>
                  <a:cubicBezTo>
                    <a:pt x="8400" y="39833"/>
                    <a:pt x="20783" y="43643"/>
                    <a:pt x="30308" y="37928"/>
                  </a:cubicBezTo>
                  <a:cubicBezTo>
                    <a:pt x="39833" y="32213"/>
                    <a:pt x="43643" y="19830"/>
                    <a:pt x="37928" y="10305"/>
                  </a:cubicBezTo>
                  <a:cubicBezTo>
                    <a:pt x="32213" y="780"/>
                    <a:pt x="19830" y="-3030"/>
                    <a:pt x="10305" y="268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2764" name="Google Shape;2764;p94"/>
          <p:cNvGrpSpPr/>
          <p:nvPr/>
        </p:nvGrpSpPr>
        <p:grpSpPr>
          <a:xfrm>
            <a:off x="6061577" y="-3496962"/>
            <a:ext cx="473700" cy="473700"/>
            <a:chOff x="6061577" y="-3496962"/>
            <a:chExt cx="473700" cy="473700"/>
          </a:xfrm>
        </p:grpSpPr>
        <p:sp>
          <p:nvSpPr>
            <p:cNvPr id="2765" name="Google Shape;2765;p94"/>
            <p:cNvSpPr/>
            <p:nvPr/>
          </p:nvSpPr>
          <p:spPr>
            <a:xfrm>
              <a:off x="6061577" y="-3496962"/>
              <a:ext cx="473700" cy="473700"/>
            </a:xfrm>
            <a:prstGeom prst="ellipse">
              <a:avLst/>
            </a:prstGeom>
            <a:solidFill>
              <a:schemeClr val="accent1"/>
            </a:solidFill>
            <a:ln cap="flat" cmpd="sng" w="6450">
              <a:solidFill>
                <a:srgbClr val="CC0000"/>
              </a:solidFill>
              <a:prstDash val="solid"/>
              <a:round/>
              <a:headEnd len="sm" w="sm" type="none"/>
              <a:tailEnd len="sm" w="sm" type="none"/>
            </a:ln>
          </p:spPr>
          <p:txBody>
            <a:bodyPr anchorCtr="0" anchor="ctr" bIns="61975" lIns="61975" spcFirstLastPara="1" rIns="61975" wrap="square" tIns="61975">
              <a:noAutofit/>
            </a:bodyPr>
            <a:lstStyle/>
            <a:p>
              <a:pPr indent="0" lvl="0" marL="0" rtl="0" algn="ctr">
                <a:spcBef>
                  <a:spcPts val="0"/>
                </a:spcBef>
                <a:spcAft>
                  <a:spcPts val="0"/>
                </a:spcAft>
                <a:buNone/>
              </a:pPr>
              <a:r>
                <a:t/>
              </a:r>
              <a:endParaRPr sz="948"/>
            </a:p>
          </p:txBody>
        </p:sp>
        <p:sp>
          <p:nvSpPr>
            <p:cNvPr id="2766" name="Google Shape;2766;p94"/>
            <p:cNvSpPr/>
            <p:nvPr/>
          </p:nvSpPr>
          <p:spPr>
            <a:xfrm>
              <a:off x="6153457" y="-3380744"/>
              <a:ext cx="290283" cy="274870"/>
            </a:xfrm>
            <a:custGeom>
              <a:rect b="b" l="l" r="r" t="t"/>
              <a:pathLst>
                <a:path extrusionOk="0" h="478035" w="504840">
                  <a:moveTo>
                    <a:pt x="503304" y="230386"/>
                  </a:moveTo>
                  <a:cubicBezTo>
                    <a:pt x="503209" y="226195"/>
                    <a:pt x="500828" y="222385"/>
                    <a:pt x="497208" y="220289"/>
                  </a:cubicBezTo>
                  <a:lnTo>
                    <a:pt x="444725" y="191238"/>
                  </a:lnTo>
                  <a:lnTo>
                    <a:pt x="499399" y="155996"/>
                  </a:lnTo>
                  <a:cubicBezTo>
                    <a:pt x="502923" y="153710"/>
                    <a:pt x="505019" y="149804"/>
                    <a:pt x="504828" y="145613"/>
                  </a:cubicBezTo>
                  <a:cubicBezTo>
                    <a:pt x="504733" y="141422"/>
                    <a:pt x="502352" y="137612"/>
                    <a:pt x="498732" y="135612"/>
                  </a:cubicBezTo>
                  <a:lnTo>
                    <a:pt x="256130" y="1500"/>
                  </a:lnTo>
                  <a:cubicBezTo>
                    <a:pt x="252511" y="-500"/>
                    <a:pt x="248129" y="-500"/>
                    <a:pt x="244605" y="1500"/>
                  </a:cubicBezTo>
                  <a:lnTo>
                    <a:pt x="6480" y="134374"/>
                  </a:lnTo>
                  <a:cubicBezTo>
                    <a:pt x="2861" y="136374"/>
                    <a:pt x="575" y="140184"/>
                    <a:pt x="384" y="144375"/>
                  </a:cubicBezTo>
                  <a:cubicBezTo>
                    <a:pt x="194" y="148566"/>
                    <a:pt x="2289" y="152471"/>
                    <a:pt x="5813" y="154757"/>
                  </a:cubicBezTo>
                  <a:lnTo>
                    <a:pt x="60296" y="190286"/>
                  </a:lnTo>
                  <a:lnTo>
                    <a:pt x="6099" y="220289"/>
                  </a:lnTo>
                  <a:cubicBezTo>
                    <a:pt x="2384" y="222290"/>
                    <a:pt x="98" y="226195"/>
                    <a:pt x="3" y="230386"/>
                  </a:cubicBezTo>
                  <a:cubicBezTo>
                    <a:pt x="-92" y="234577"/>
                    <a:pt x="2003" y="238577"/>
                    <a:pt x="5528" y="240768"/>
                  </a:cubicBezTo>
                  <a:lnTo>
                    <a:pt x="58677" y="274487"/>
                  </a:lnTo>
                  <a:lnTo>
                    <a:pt x="6099" y="303633"/>
                  </a:lnTo>
                  <a:cubicBezTo>
                    <a:pt x="2384" y="305633"/>
                    <a:pt x="98" y="309539"/>
                    <a:pt x="3" y="313730"/>
                  </a:cubicBezTo>
                  <a:cubicBezTo>
                    <a:pt x="-92" y="317921"/>
                    <a:pt x="2003" y="321921"/>
                    <a:pt x="5528" y="324112"/>
                  </a:cubicBezTo>
                  <a:lnTo>
                    <a:pt x="245653" y="476226"/>
                  </a:lnTo>
                  <a:cubicBezTo>
                    <a:pt x="247558" y="477464"/>
                    <a:pt x="249844" y="478036"/>
                    <a:pt x="252035" y="478036"/>
                  </a:cubicBezTo>
                  <a:cubicBezTo>
                    <a:pt x="254225" y="478036"/>
                    <a:pt x="256511" y="477369"/>
                    <a:pt x="258416" y="476131"/>
                  </a:cubicBezTo>
                  <a:lnTo>
                    <a:pt x="497875" y="324017"/>
                  </a:lnTo>
                  <a:cubicBezTo>
                    <a:pt x="501399" y="321731"/>
                    <a:pt x="503495" y="317825"/>
                    <a:pt x="503399" y="313634"/>
                  </a:cubicBezTo>
                  <a:cubicBezTo>
                    <a:pt x="503304" y="309443"/>
                    <a:pt x="500923" y="305633"/>
                    <a:pt x="497303" y="303538"/>
                  </a:cubicBezTo>
                  <a:lnTo>
                    <a:pt x="444821" y="274487"/>
                  </a:lnTo>
                  <a:lnTo>
                    <a:pt x="497970" y="240768"/>
                  </a:lnTo>
                  <a:cubicBezTo>
                    <a:pt x="501494" y="238482"/>
                    <a:pt x="503590" y="234577"/>
                    <a:pt x="503495" y="230386"/>
                  </a:cubicBezTo>
                  <a:close/>
                  <a:moveTo>
                    <a:pt x="250320" y="25503"/>
                  </a:moveTo>
                  <a:lnTo>
                    <a:pt x="469681" y="146756"/>
                  </a:lnTo>
                  <a:lnTo>
                    <a:pt x="252225" y="287060"/>
                  </a:lnTo>
                  <a:lnTo>
                    <a:pt x="35341" y="145613"/>
                  </a:lnTo>
                  <a:lnTo>
                    <a:pt x="250320" y="25598"/>
                  </a:lnTo>
                  <a:close/>
                  <a:moveTo>
                    <a:pt x="421770" y="289060"/>
                  </a:moveTo>
                  <a:lnTo>
                    <a:pt x="468062" y="314682"/>
                  </a:lnTo>
                  <a:lnTo>
                    <a:pt x="251939" y="452033"/>
                  </a:lnTo>
                  <a:lnTo>
                    <a:pt x="35150" y="314682"/>
                  </a:lnTo>
                  <a:lnTo>
                    <a:pt x="81537" y="288965"/>
                  </a:lnTo>
                  <a:lnTo>
                    <a:pt x="245558" y="392882"/>
                  </a:lnTo>
                  <a:cubicBezTo>
                    <a:pt x="247463" y="394121"/>
                    <a:pt x="249749" y="394692"/>
                    <a:pt x="251939" y="394692"/>
                  </a:cubicBezTo>
                  <a:cubicBezTo>
                    <a:pt x="254130" y="394692"/>
                    <a:pt x="256416" y="394025"/>
                    <a:pt x="258321" y="392787"/>
                  </a:cubicBezTo>
                  <a:lnTo>
                    <a:pt x="421770" y="288965"/>
                  </a:lnTo>
                  <a:lnTo>
                    <a:pt x="421770" y="288965"/>
                  </a:lnTo>
                  <a:close/>
                  <a:moveTo>
                    <a:pt x="251939" y="368784"/>
                  </a:moveTo>
                  <a:lnTo>
                    <a:pt x="35150" y="231434"/>
                  </a:lnTo>
                  <a:lnTo>
                    <a:pt x="82871" y="205049"/>
                  </a:lnTo>
                  <a:lnTo>
                    <a:pt x="245653" y="311253"/>
                  </a:lnTo>
                  <a:cubicBezTo>
                    <a:pt x="247653" y="312587"/>
                    <a:pt x="249939" y="313158"/>
                    <a:pt x="252130" y="313158"/>
                  </a:cubicBezTo>
                  <a:cubicBezTo>
                    <a:pt x="254321" y="313158"/>
                    <a:pt x="256607" y="312491"/>
                    <a:pt x="258607" y="311253"/>
                  </a:cubicBezTo>
                  <a:lnTo>
                    <a:pt x="421961" y="205907"/>
                  </a:lnTo>
                  <a:lnTo>
                    <a:pt x="468062" y="231434"/>
                  </a:lnTo>
                  <a:lnTo>
                    <a:pt x="251939" y="368784"/>
                  </a:lnTo>
                  <a:close/>
                </a:path>
              </a:pathLst>
            </a:custGeom>
            <a:solidFill>
              <a:schemeClr val="lt1"/>
            </a:solidFill>
            <a:ln>
              <a:noFill/>
            </a:ln>
          </p:spPr>
          <p:txBody>
            <a:bodyPr anchorCtr="0" anchor="ctr" bIns="30975" lIns="61975" spcFirstLastPara="1" rIns="61975" wrap="square" tIns="30975">
              <a:noAutofit/>
            </a:bodyPr>
            <a:lstStyle/>
            <a:p>
              <a:pPr indent="0" lvl="0" marL="0" marR="0" rtl="0" algn="l">
                <a:lnSpc>
                  <a:spcPct val="100000"/>
                </a:lnSpc>
                <a:spcBef>
                  <a:spcPts val="0"/>
                </a:spcBef>
                <a:spcAft>
                  <a:spcPts val="0"/>
                </a:spcAft>
                <a:buNone/>
              </a:pPr>
              <a:r>
                <a:t/>
              </a:r>
              <a:endParaRPr b="0" i="0" sz="948" u="none" cap="none" strike="noStrike">
                <a:solidFill>
                  <a:srgbClr val="000000"/>
                </a:solidFill>
                <a:latin typeface="Arial"/>
                <a:ea typeface="Arial"/>
                <a:cs typeface="Arial"/>
                <a:sym typeface="Arial"/>
              </a:endParaRPr>
            </a:p>
          </p:txBody>
        </p:sp>
      </p:grpSp>
      <p:grpSp>
        <p:nvGrpSpPr>
          <p:cNvPr id="2767" name="Google Shape;2767;p94"/>
          <p:cNvGrpSpPr/>
          <p:nvPr/>
        </p:nvGrpSpPr>
        <p:grpSpPr>
          <a:xfrm>
            <a:off x="7282463" y="-6521248"/>
            <a:ext cx="473782" cy="473782"/>
            <a:chOff x="4569188" y="-4190375"/>
            <a:chExt cx="699000" cy="699000"/>
          </a:xfrm>
        </p:grpSpPr>
        <p:sp>
          <p:nvSpPr>
            <p:cNvPr id="2768" name="Google Shape;2768;p94"/>
            <p:cNvSpPr/>
            <p:nvPr/>
          </p:nvSpPr>
          <p:spPr>
            <a:xfrm>
              <a:off x="4569188" y="-4190375"/>
              <a:ext cx="699000" cy="699000"/>
            </a:xfrm>
            <a:prstGeom prst="ellipse">
              <a:avLst/>
            </a:prstGeom>
            <a:solidFill>
              <a:schemeClr val="accent1"/>
            </a:solidFill>
            <a:ln cap="flat" cmpd="sng" w="6450">
              <a:solidFill>
                <a:srgbClr val="CC0000"/>
              </a:solidFill>
              <a:prstDash val="solid"/>
              <a:round/>
              <a:headEnd len="sm" w="sm" type="none"/>
              <a:tailEnd len="sm" w="sm" type="none"/>
            </a:ln>
          </p:spPr>
          <p:txBody>
            <a:bodyPr anchorCtr="0" anchor="ctr" bIns="61975" lIns="61975" spcFirstLastPara="1" rIns="61975" wrap="square" tIns="61975">
              <a:noAutofit/>
            </a:bodyPr>
            <a:lstStyle/>
            <a:p>
              <a:pPr indent="0" lvl="0" marL="0" rtl="0" algn="ctr">
                <a:spcBef>
                  <a:spcPts val="0"/>
                </a:spcBef>
                <a:spcAft>
                  <a:spcPts val="0"/>
                </a:spcAft>
                <a:buNone/>
              </a:pPr>
              <a:r>
                <a:t/>
              </a:r>
              <a:endParaRPr sz="948"/>
            </a:p>
          </p:txBody>
        </p:sp>
        <p:grpSp>
          <p:nvGrpSpPr>
            <p:cNvPr id="2769" name="Google Shape;2769;p94"/>
            <p:cNvGrpSpPr/>
            <p:nvPr/>
          </p:nvGrpSpPr>
          <p:grpSpPr>
            <a:xfrm>
              <a:off x="4749854" y="-4030661"/>
              <a:ext cx="337671" cy="344481"/>
              <a:chOff x="4311650" y="2305050"/>
              <a:chExt cx="519654" cy="530134"/>
            </a:xfrm>
          </p:grpSpPr>
          <p:sp>
            <p:nvSpPr>
              <p:cNvPr id="2770" name="Google Shape;2770;p94"/>
              <p:cNvSpPr/>
              <p:nvPr/>
            </p:nvSpPr>
            <p:spPr>
              <a:xfrm>
                <a:off x="4500468" y="2305050"/>
                <a:ext cx="309470" cy="311446"/>
              </a:xfrm>
              <a:custGeom>
                <a:rect b="b" l="l" r="r" t="t"/>
                <a:pathLst>
                  <a:path extrusionOk="0" h="311446" w="309470">
                    <a:moveTo>
                      <a:pt x="12666" y="171440"/>
                    </a:moveTo>
                    <a:cubicBezTo>
                      <a:pt x="75775" y="185244"/>
                      <a:pt x="125414" y="235200"/>
                      <a:pt x="139124" y="298698"/>
                    </a:cubicBezTo>
                    <a:cubicBezTo>
                      <a:pt x="140734" y="306205"/>
                      <a:pt x="147159" y="311446"/>
                      <a:pt x="154741" y="311446"/>
                    </a:cubicBezTo>
                    <a:cubicBezTo>
                      <a:pt x="162313" y="311446"/>
                      <a:pt x="168738" y="306205"/>
                      <a:pt x="170347" y="298712"/>
                    </a:cubicBezTo>
                    <a:cubicBezTo>
                      <a:pt x="184057" y="235200"/>
                      <a:pt x="233696" y="185244"/>
                      <a:pt x="296805" y="171436"/>
                    </a:cubicBezTo>
                    <a:cubicBezTo>
                      <a:pt x="304266" y="169804"/>
                      <a:pt x="309471" y="163343"/>
                      <a:pt x="309471" y="155720"/>
                    </a:cubicBezTo>
                    <a:cubicBezTo>
                      <a:pt x="309471" y="148102"/>
                      <a:pt x="304266" y="141642"/>
                      <a:pt x="296805" y="140005"/>
                    </a:cubicBezTo>
                    <a:cubicBezTo>
                      <a:pt x="233696" y="126197"/>
                      <a:pt x="184057" y="76242"/>
                      <a:pt x="170347" y="12748"/>
                    </a:cubicBezTo>
                    <a:cubicBezTo>
                      <a:pt x="168738" y="5242"/>
                      <a:pt x="162313" y="0"/>
                      <a:pt x="154741" y="0"/>
                    </a:cubicBezTo>
                    <a:cubicBezTo>
                      <a:pt x="147159" y="0"/>
                      <a:pt x="140742" y="5237"/>
                      <a:pt x="139124" y="12734"/>
                    </a:cubicBezTo>
                    <a:cubicBezTo>
                      <a:pt x="125414" y="76242"/>
                      <a:pt x="75775" y="126197"/>
                      <a:pt x="12666" y="140005"/>
                    </a:cubicBezTo>
                    <a:cubicBezTo>
                      <a:pt x="5205" y="141638"/>
                      <a:pt x="0" y="148102"/>
                      <a:pt x="0" y="155720"/>
                    </a:cubicBezTo>
                    <a:cubicBezTo>
                      <a:pt x="0" y="163343"/>
                      <a:pt x="5205" y="169808"/>
                      <a:pt x="12666" y="171440"/>
                    </a:cubicBezTo>
                    <a:close/>
                    <a:moveTo>
                      <a:pt x="154741" y="43607"/>
                    </a:moveTo>
                    <a:cubicBezTo>
                      <a:pt x="173878" y="95366"/>
                      <a:pt x="214724" y="136466"/>
                      <a:pt x="266166" y="155720"/>
                    </a:cubicBezTo>
                    <a:cubicBezTo>
                      <a:pt x="214724" y="174980"/>
                      <a:pt x="173878" y="216075"/>
                      <a:pt x="154741" y="267839"/>
                    </a:cubicBezTo>
                    <a:cubicBezTo>
                      <a:pt x="135593" y="216075"/>
                      <a:pt x="94748" y="174980"/>
                      <a:pt x="43306" y="155720"/>
                    </a:cubicBezTo>
                    <a:cubicBezTo>
                      <a:pt x="94747" y="136466"/>
                      <a:pt x="135593" y="95366"/>
                      <a:pt x="154741" y="43607"/>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1" name="Google Shape;2771;p94"/>
              <p:cNvSpPr/>
              <p:nvPr/>
            </p:nvSpPr>
            <p:spPr>
              <a:xfrm>
                <a:off x="4350460" y="2320473"/>
                <a:ext cx="146495" cy="147432"/>
              </a:xfrm>
              <a:custGeom>
                <a:rect b="b" l="l" r="r" t="t"/>
                <a:pathLst>
                  <a:path extrusionOk="0" h="147432" w="146495">
                    <a:moveTo>
                      <a:pt x="1716" y="75805"/>
                    </a:moveTo>
                    <a:cubicBezTo>
                      <a:pt x="36368" y="83389"/>
                      <a:pt x="63642" y="110842"/>
                      <a:pt x="71172" y="145711"/>
                    </a:cubicBezTo>
                    <a:cubicBezTo>
                      <a:pt x="71666" y="148006"/>
                      <a:pt x="74824" y="148006"/>
                      <a:pt x="75324" y="145711"/>
                    </a:cubicBezTo>
                    <a:cubicBezTo>
                      <a:pt x="82854" y="110842"/>
                      <a:pt x="110127" y="83389"/>
                      <a:pt x="144779" y="75805"/>
                    </a:cubicBezTo>
                    <a:cubicBezTo>
                      <a:pt x="147068" y="75306"/>
                      <a:pt x="147068" y="72124"/>
                      <a:pt x="144779" y="71624"/>
                    </a:cubicBezTo>
                    <a:cubicBezTo>
                      <a:pt x="110127" y="64041"/>
                      <a:pt x="82854" y="36587"/>
                      <a:pt x="75324" y="1721"/>
                    </a:cubicBezTo>
                    <a:cubicBezTo>
                      <a:pt x="74824" y="-574"/>
                      <a:pt x="71666" y="-574"/>
                      <a:pt x="71172" y="1721"/>
                    </a:cubicBezTo>
                    <a:cubicBezTo>
                      <a:pt x="63642" y="36587"/>
                      <a:pt x="36368" y="64041"/>
                      <a:pt x="1716" y="71624"/>
                    </a:cubicBezTo>
                    <a:cubicBezTo>
                      <a:pt x="-572" y="72124"/>
                      <a:pt x="-572" y="75306"/>
                      <a:pt x="1716" y="75805"/>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2" name="Google Shape;2772;p94"/>
              <p:cNvSpPr/>
              <p:nvPr/>
            </p:nvSpPr>
            <p:spPr>
              <a:xfrm>
                <a:off x="4746798" y="2325567"/>
                <a:ext cx="66492" cy="66916"/>
              </a:xfrm>
              <a:custGeom>
                <a:rect b="b" l="l" r="r" t="t"/>
                <a:pathLst>
                  <a:path extrusionOk="0" h="66916" w="66492">
                    <a:moveTo>
                      <a:pt x="32307" y="66135"/>
                    </a:moveTo>
                    <a:cubicBezTo>
                      <a:pt x="32529" y="67177"/>
                      <a:pt x="33962" y="67177"/>
                      <a:pt x="34188" y="66135"/>
                    </a:cubicBezTo>
                    <a:cubicBezTo>
                      <a:pt x="37605" y="50311"/>
                      <a:pt x="49985" y="37849"/>
                      <a:pt x="65715" y="34407"/>
                    </a:cubicBezTo>
                    <a:cubicBezTo>
                      <a:pt x="66751" y="34181"/>
                      <a:pt x="66751" y="32738"/>
                      <a:pt x="65715" y="32510"/>
                    </a:cubicBezTo>
                    <a:cubicBezTo>
                      <a:pt x="49985" y="29068"/>
                      <a:pt x="37605" y="16607"/>
                      <a:pt x="34188" y="781"/>
                    </a:cubicBezTo>
                    <a:cubicBezTo>
                      <a:pt x="33962" y="-260"/>
                      <a:pt x="32529" y="-260"/>
                      <a:pt x="32307" y="781"/>
                    </a:cubicBezTo>
                    <a:cubicBezTo>
                      <a:pt x="28886" y="16607"/>
                      <a:pt x="16506" y="29068"/>
                      <a:pt x="780" y="32510"/>
                    </a:cubicBezTo>
                    <a:cubicBezTo>
                      <a:pt x="-260" y="32738"/>
                      <a:pt x="-260" y="34181"/>
                      <a:pt x="780" y="34407"/>
                    </a:cubicBezTo>
                    <a:cubicBezTo>
                      <a:pt x="16506" y="37849"/>
                      <a:pt x="28886" y="50311"/>
                      <a:pt x="32307" y="66135"/>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3" name="Google Shape;2773;p94"/>
              <p:cNvSpPr/>
              <p:nvPr/>
            </p:nvSpPr>
            <p:spPr>
              <a:xfrm>
                <a:off x="4414513" y="2733228"/>
                <a:ext cx="256883" cy="14287"/>
              </a:xfrm>
              <a:custGeom>
                <a:rect b="b" l="l" r="r" t="t"/>
                <a:pathLst>
                  <a:path extrusionOk="0" h="14287" w="256883">
                    <a:moveTo>
                      <a:pt x="7100" y="0"/>
                    </a:moveTo>
                    <a:cubicBezTo>
                      <a:pt x="3181" y="0"/>
                      <a:pt x="0" y="3200"/>
                      <a:pt x="0" y="7144"/>
                    </a:cubicBezTo>
                    <a:cubicBezTo>
                      <a:pt x="0" y="11088"/>
                      <a:pt x="3181" y="14288"/>
                      <a:pt x="7100" y="14288"/>
                    </a:cubicBezTo>
                    <a:lnTo>
                      <a:pt x="249783" y="14288"/>
                    </a:lnTo>
                    <a:cubicBezTo>
                      <a:pt x="253703" y="14288"/>
                      <a:pt x="256883" y="11088"/>
                      <a:pt x="256883" y="7144"/>
                    </a:cubicBezTo>
                    <a:cubicBezTo>
                      <a:pt x="256883" y="3200"/>
                      <a:pt x="253703" y="0"/>
                      <a:pt x="249783" y="0"/>
                    </a:cubicBezTo>
                    <a:lnTo>
                      <a:pt x="7100" y="0"/>
                    </a:ln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4" name="Google Shape;2774;p94"/>
              <p:cNvSpPr/>
              <p:nvPr/>
            </p:nvSpPr>
            <p:spPr>
              <a:xfrm>
                <a:off x="4414513" y="2680078"/>
                <a:ext cx="314528" cy="14287"/>
              </a:xfrm>
              <a:custGeom>
                <a:rect b="b" l="l" r="r" t="t"/>
                <a:pathLst>
                  <a:path extrusionOk="0" h="14287" w="314528">
                    <a:moveTo>
                      <a:pt x="314528" y="7144"/>
                    </a:moveTo>
                    <a:cubicBezTo>
                      <a:pt x="314528" y="3199"/>
                      <a:pt x="311347" y="0"/>
                      <a:pt x="307428" y="0"/>
                    </a:cubicBezTo>
                    <a:lnTo>
                      <a:pt x="7100" y="0"/>
                    </a:lnTo>
                    <a:cubicBezTo>
                      <a:pt x="3181" y="0"/>
                      <a:pt x="0" y="3199"/>
                      <a:pt x="0" y="7144"/>
                    </a:cubicBezTo>
                    <a:cubicBezTo>
                      <a:pt x="0" y="11087"/>
                      <a:pt x="3181" y="14288"/>
                      <a:pt x="7100" y="14288"/>
                    </a:cubicBezTo>
                    <a:lnTo>
                      <a:pt x="307428" y="14288"/>
                    </a:lnTo>
                    <a:cubicBezTo>
                      <a:pt x="311347" y="14288"/>
                      <a:pt x="314528" y="11087"/>
                      <a:pt x="314528" y="7144"/>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5" name="Google Shape;2775;p94"/>
              <p:cNvSpPr/>
              <p:nvPr/>
            </p:nvSpPr>
            <p:spPr>
              <a:xfrm>
                <a:off x="4414513" y="2626933"/>
                <a:ext cx="164365" cy="14287"/>
              </a:xfrm>
              <a:custGeom>
                <a:rect b="b" l="l" r="r" t="t"/>
                <a:pathLst>
                  <a:path extrusionOk="0" h="14287" w="164365">
                    <a:moveTo>
                      <a:pt x="7100" y="14288"/>
                    </a:moveTo>
                    <a:lnTo>
                      <a:pt x="157265" y="14288"/>
                    </a:lnTo>
                    <a:cubicBezTo>
                      <a:pt x="161184" y="14288"/>
                      <a:pt x="164365" y="11087"/>
                      <a:pt x="164365" y="7144"/>
                    </a:cubicBezTo>
                    <a:cubicBezTo>
                      <a:pt x="164365" y="3199"/>
                      <a:pt x="161184" y="0"/>
                      <a:pt x="157265" y="0"/>
                    </a:cubicBezTo>
                    <a:lnTo>
                      <a:pt x="7100" y="0"/>
                    </a:lnTo>
                    <a:cubicBezTo>
                      <a:pt x="3181" y="0"/>
                      <a:pt x="0" y="3199"/>
                      <a:pt x="0" y="7144"/>
                    </a:cubicBezTo>
                    <a:cubicBezTo>
                      <a:pt x="0" y="11087"/>
                      <a:pt x="3181" y="14288"/>
                      <a:pt x="7100" y="14288"/>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sp>
            <p:nvSpPr>
              <p:cNvPr id="2776" name="Google Shape;2776;p94"/>
              <p:cNvSpPr/>
              <p:nvPr/>
            </p:nvSpPr>
            <p:spPr>
              <a:xfrm>
                <a:off x="4311650" y="2529687"/>
                <a:ext cx="519654" cy="305497"/>
              </a:xfrm>
              <a:custGeom>
                <a:rect b="b" l="l" r="r" t="t"/>
                <a:pathLst>
                  <a:path extrusionOk="0" h="305497" w="519654">
                    <a:moveTo>
                      <a:pt x="449723" y="17719"/>
                    </a:moveTo>
                    <a:cubicBezTo>
                      <a:pt x="440635" y="12548"/>
                      <a:pt x="429069" y="15794"/>
                      <a:pt x="423928" y="24961"/>
                    </a:cubicBezTo>
                    <a:cubicBezTo>
                      <a:pt x="418797" y="34123"/>
                      <a:pt x="422015" y="45741"/>
                      <a:pt x="431122" y="50908"/>
                    </a:cubicBezTo>
                    <a:cubicBezTo>
                      <a:pt x="462371" y="68633"/>
                      <a:pt x="481786" y="102031"/>
                      <a:pt x="481786" y="138075"/>
                    </a:cubicBezTo>
                    <a:lnTo>
                      <a:pt x="481786" y="267397"/>
                    </a:lnTo>
                    <a:lnTo>
                      <a:pt x="137248" y="267397"/>
                    </a:lnTo>
                    <a:cubicBezTo>
                      <a:pt x="82450" y="267397"/>
                      <a:pt x="37869" y="222544"/>
                      <a:pt x="37869" y="167417"/>
                    </a:cubicBezTo>
                    <a:lnTo>
                      <a:pt x="37869" y="138075"/>
                    </a:lnTo>
                    <a:cubicBezTo>
                      <a:pt x="37869" y="82948"/>
                      <a:pt x="82450" y="38100"/>
                      <a:pt x="137248" y="38100"/>
                    </a:cubicBezTo>
                    <a:lnTo>
                      <a:pt x="231366" y="38100"/>
                    </a:lnTo>
                    <a:cubicBezTo>
                      <a:pt x="241823" y="38100"/>
                      <a:pt x="250300" y="29570"/>
                      <a:pt x="250300" y="19050"/>
                    </a:cubicBezTo>
                    <a:cubicBezTo>
                      <a:pt x="250300" y="8530"/>
                      <a:pt x="241823" y="0"/>
                      <a:pt x="231366" y="0"/>
                    </a:cubicBezTo>
                    <a:lnTo>
                      <a:pt x="137248" y="0"/>
                    </a:lnTo>
                    <a:cubicBezTo>
                      <a:pt x="61565" y="0"/>
                      <a:pt x="0" y="61940"/>
                      <a:pt x="0" y="138075"/>
                    </a:cubicBezTo>
                    <a:lnTo>
                      <a:pt x="0" y="167417"/>
                    </a:lnTo>
                    <a:cubicBezTo>
                      <a:pt x="0" y="243557"/>
                      <a:pt x="61565" y="305497"/>
                      <a:pt x="137248" y="305497"/>
                    </a:cubicBezTo>
                    <a:lnTo>
                      <a:pt x="495488" y="305497"/>
                    </a:lnTo>
                    <a:cubicBezTo>
                      <a:pt x="508810" y="305497"/>
                      <a:pt x="519655" y="294591"/>
                      <a:pt x="519655" y="281183"/>
                    </a:cubicBezTo>
                    <a:lnTo>
                      <a:pt x="519655" y="138075"/>
                    </a:lnTo>
                    <a:cubicBezTo>
                      <a:pt x="519655" y="88302"/>
                      <a:pt x="492862" y="42183"/>
                      <a:pt x="449723" y="17719"/>
                    </a:cubicBezTo>
                    <a:close/>
                  </a:path>
                </a:pathLst>
              </a:custGeom>
              <a:solidFill>
                <a:schemeClr val="lt1"/>
              </a:solidFill>
              <a:ln>
                <a:noFill/>
              </a:ln>
            </p:spPr>
            <p:txBody>
              <a:bodyPr anchorCtr="0" anchor="ctr" bIns="20125" lIns="40250" spcFirstLastPara="1" rIns="40250" wrap="square" tIns="20125">
                <a:noAutofit/>
              </a:bodyPr>
              <a:lstStyle/>
              <a:p>
                <a:pPr indent="0" lvl="0" marL="0" marR="0" rtl="0" algn="l">
                  <a:spcBef>
                    <a:spcPts val="0"/>
                  </a:spcBef>
                  <a:spcAft>
                    <a:spcPts val="0"/>
                  </a:spcAft>
                  <a:buNone/>
                </a:pPr>
                <a:r>
                  <a:t/>
                </a:r>
                <a:endParaRPr sz="792">
                  <a:solidFill>
                    <a:srgbClr val="252525"/>
                  </a:solidFill>
                  <a:latin typeface="Arial"/>
                  <a:ea typeface="Arial"/>
                  <a:cs typeface="Arial"/>
                  <a:sym typeface="Arial"/>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0" name="Shape 2780"/>
        <p:cNvGrpSpPr/>
        <p:nvPr/>
      </p:nvGrpSpPr>
      <p:grpSpPr>
        <a:xfrm>
          <a:off x="0" y="0"/>
          <a:ext cx="0" cy="0"/>
          <a:chOff x="0" y="0"/>
          <a:chExt cx="0" cy="0"/>
        </a:xfrm>
      </p:grpSpPr>
      <p:sp>
        <p:nvSpPr>
          <p:cNvPr id="2781" name="Google Shape;2781;p95"/>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Industries</a:t>
            </a:r>
            <a:endParaRPr/>
          </a:p>
        </p:txBody>
      </p:sp>
      <p:sp>
        <p:nvSpPr>
          <p:cNvPr id="2782" name="Google Shape;2782;p9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783" name="Google Shape;2783;p95"/>
          <p:cNvSpPr/>
          <p:nvPr/>
        </p:nvSpPr>
        <p:spPr>
          <a:xfrm>
            <a:off x="424969" y="984775"/>
            <a:ext cx="412894" cy="412969"/>
          </a:xfrm>
          <a:custGeom>
            <a:rect b="b" l="l" r="r" t="t"/>
            <a:pathLst>
              <a:path extrusionOk="0" h="6882822" w="6881567">
                <a:moveTo>
                  <a:pt x="5232396" y="4025153"/>
                </a:moveTo>
                <a:lnTo>
                  <a:pt x="5073123" y="4025153"/>
                </a:lnTo>
                <a:lnTo>
                  <a:pt x="5073123" y="2969006"/>
                </a:lnTo>
                <a:cubicBezTo>
                  <a:pt x="5154306" y="2963593"/>
                  <a:pt x="5215386" y="2893235"/>
                  <a:pt x="5209974" y="2812052"/>
                </a:cubicBezTo>
                <a:cubicBezTo>
                  <a:pt x="5206881" y="2765662"/>
                  <a:pt x="5182140" y="2723911"/>
                  <a:pt x="5143482" y="2698397"/>
                </a:cubicBezTo>
                <a:lnTo>
                  <a:pt x="3510551" y="1639157"/>
                </a:lnTo>
                <a:cubicBezTo>
                  <a:pt x="3461841" y="1607457"/>
                  <a:pt x="3399214" y="1607457"/>
                  <a:pt x="3349732" y="1639157"/>
                </a:cubicBezTo>
                <a:lnTo>
                  <a:pt x="1716801" y="2698397"/>
                </a:lnTo>
                <a:cubicBezTo>
                  <a:pt x="1648762" y="2742467"/>
                  <a:pt x="1629433" y="2833701"/>
                  <a:pt x="1673503" y="2902513"/>
                </a:cubicBezTo>
                <a:cubicBezTo>
                  <a:pt x="1699018" y="2941171"/>
                  <a:pt x="1740769" y="2965913"/>
                  <a:pt x="1787159" y="2969006"/>
                </a:cubicBezTo>
                <a:lnTo>
                  <a:pt x="1787159" y="4025153"/>
                </a:lnTo>
                <a:lnTo>
                  <a:pt x="1671184" y="4025153"/>
                </a:lnTo>
                <a:cubicBezTo>
                  <a:pt x="1590001" y="4025153"/>
                  <a:pt x="1523509" y="4090872"/>
                  <a:pt x="1523509" y="4172828"/>
                </a:cubicBezTo>
                <a:lnTo>
                  <a:pt x="1523509" y="4647553"/>
                </a:lnTo>
                <a:cubicBezTo>
                  <a:pt x="1523509" y="4728736"/>
                  <a:pt x="1589228" y="4795228"/>
                  <a:pt x="1671184" y="4795228"/>
                </a:cubicBezTo>
                <a:cubicBezTo>
                  <a:pt x="1671184" y="4795228"/>
                  <a:pt x="1671184" y="4795228"/>
                  <a:pt x="1671184" y="4795228"/>
                </a:cubicBezTo>
                <a:lnTo>
                  <a:pt x="5232396" y="4795228"/>
                </a:lnTo>
                <a:cubicBezTo>
                  <a:pt x="5313578" y="4795228"/>
                  <a:pt x="5379298" y="4728736"/>
                  <a:pt x="5379298" y="4647553"/>
                </a:cubicBezTo>
                <a:lnTo>
                  <a:pt x="5379298" y="4172828"/>
                </a:lnTo>
                <a:cubicBezTo>
                  <a:pt x="5379298" y="4091645"/>
                  <a:pt x="5313578" y="4025926"/>
                  <a:pt x="5232396" y="4025153"/>
                </a:cubicBezTo>
                <a:close/>
                <a:moveTo>
                  <a:pt x="3430141" y="1938373"/>
                </a:moveTo>
                <a:lnTo>
                  <a:pt x="4565152" y="2674428"/>
                </a:lnTo>
                <a:lnTo>
                  <a:pt x="2295131" y="2674428"/>
                </a:lnTo>
                <a:lnTo>
                  <a:pt x="3430141" y="1938373"/>
                </a:lnTo>
                <a:close/>
                <a:moveTo>
                  <a:pt x="4778546" y="2969779"/>
                </a:moveTo>
                <a:lnTo>
                  <a:pt x="4778546" y="4025926"/>
                </a:lnTo>
                <a:lnTo>
                  <a:pt x="4325470" y="4025926"/>
                </a:lnTo>
                <a:lnTo>
                  <a:pt x="4325470" y="2969779"/>
                </a:lnTo>
                <a:lnTo>
                  <a:pt x="4778546" y="2969779"/>
                </a:lnTo>
                <a:close/>
                <a:moveTo>
                  <a:pt x="4030892" y="2969779"/>
                </a:moveTo>
                <a:lnTo>
                  <a:pt x="4030892" y="4025926"/>
                </a:lnTo>
                <a:lnTo>
                  <a:pt x="3577816" y="4025926"/>
                </a:lnTo>
                <a:lnTo>
                  <a:pt x="3577816" y="2969779"/>
                </a:lnTo>
                <a:lnTo>
                  <a:pt x="4030892" y="2969779"/>
                </a:lnTo>
                <a:close/>
                <a:moveTo>
                  <a:pt x="3283239" y="2969779"/>
                </a:moveTo>
                <a:lnTo>
                  <a:pt x="3283239" y="4025926"/>
                </a:lnTo>
                <a:lnTo>
                  <a:pt x="2830163" y="4025926"/>
                </a:lnTo>
                <a:lnTo>
                  <a:pt x="2830163" y="2969779"/>
                </a:lnTo>
                <a:lnTo>
                  <a:pt x="3283239" y="2969779"/>
                </a:lnTo>
                <a:close/>
                <a:moveTo>
                  <a:pt x="2081736" y="2969779"/>
                </a:moveTo>
                <a:lnTo>
                  <a:pt x="2534813" y="2969779"/>
                </a:lnTo>
                <a:lnTo>
                  <a:pt x="2534813" y="4025926"/>
                </a:lnTo>
                <a:lnTo>
                  <a:pt x="2081736" y="4025926"/>
                </a:lnTo>
                <a:lnTo>
                  <a:pt x="2081736" y="2969779"/>
                </a:lnTo>
                <a:close/>
                <a:moveTo>
                  <a:pt x="1818086" y="4500651"/>
                </a:moveTo>
                <a:lnTo>
                  <a:pt x="1818086" y="4320503"/>
                </a:lnTo>
                <a:lnTo>
                  <a:pt x="5084721" y="4320503"/>
                </a:lnTo>
                <a:lnTo>
                  <a:pt x="5084721" y="4500651"/>
                </a:lnTo>
                <a:lnTo>
                  <a:pt x="1818086" y="4500651"/>
                </a:lnTo>
                <a:close/>
                <a:moveTo>
                  <a:pt x="3605650" y="2370574"/>
                </a:moveTo>
                <a:cubicBezTo>
                  <a:pt x="3605650" y="2468766"/>
                  <a:pt x="3526014" y="2548402"/>
                  <a:pt x="3427822" y="2548402"/>
                </a:cubicBezTo>
                <a:cubicBezTo>
                  <a:pt x="3329629" y="2548402"/>
                  <a:pt x="3249993" y="2468766"/>
                  <a:pt x="3249993" y="2370574"/>
                </a:cubicBezTo>
                <a:cubicBezTo>
                  <a:pt x="3249993" y="2272381"/>
                  <a:pt x="3329629" y="2192745"/>
                  <a:pt x="3427822" y="2192745"/>
                </a:cubicBezTo>
                <a:cubicBezTo>
                  <a:pt x="3526014" y="2192745"/>
                  <a:pt x="3605650" y="2272381"/>
                  <a:pt x="3605650" y="2370574"/>
                </a:cubicBezTo>
                <a:close/>
                <a:moveTo>
                  <a:pt x="6612501" y="2106150"/>
                </a:moveTo>
                <a:cubicBezTo>
                  <a:pt x="5874898" y="354924"/>
                  <a:pt x="3857703" y="-466953"/>
                  <a:pt x="2106478" y="270649"/>
                </a:cubicBezTo>
                <a:cubicBezTo>
                  <a:pt x="355252" y="1008251"/>
                  <a:pt x="-466626" y="3025447"/>
                  <a:pt x="270204" y="4776673"/>
                </a:cubicBezTo>
                <a:cubicBezTo>
                  <a:pt x="1007033" y="6527898"/>
                  <a:pt x="3025001" y="7349775"/>
                  <a:pt x="4776227" y="6612173"/>
                </a:cubicBezTo>
                <a:cubicBezTo>
                  <a:pt x="6051954" y="6074821"/>
                  <a:pt x="6881563" y="4825382"/>
                  <a:pt x="6881563" y="3441411"/>
                </a:cubicBezTo>
                <a:cubicBezTo>
                  <a:pt x="6882337" y="2982922"/>
                  <a:pt x="6791102" y="2528300"/>
                  <a:pt x="6612501" y="2106150"/>
                </a:cubicBezTo>
                <a:close/>
                <a:moveTo>
                  <a:pt x="6343438" y="4663017"/>
                </a:moveTo>
                <a:lnTo>
                  <a:pt x="6343438" y="4663017"/>
                </a:lnTo>
                <a:cubicBezTo>
                  <a:pt x="5668463" y="6265794"/>
                  <a:pt x="3822137" y="7018860"/>
                  <a:pt x="2219360" y="6343884"/>
                </a:cubicBezTo>
                <a:cubicBezTo>
                  <a:pt x="616583" y="5668908"/>
                  <a:pt x="-136483" y="3823356"/>
                  <a:pt x="538493" y="2219806"/>
                </a:cubicBezTo>
                <a:cubicBezTo>
                  <a:pt x="1213468" y="616255"/>
                  <a:pt x="3059020" y="-136037"/>
                  <a:pt x="4662571" y="538938"/>
                </a:cubicBezTo>
                <a:cubicBezTo>
                  <a:pt x="5830828" y="1030673"/>
                  <a:pt x="6590079" y="2174189"/>
                  <a:pt x="6590079" y="3441411"/>
                </a:cubicBezTo>
                <a:cubicBezTo>
                  <a:pt x="6590079" y="3861241"/>
                  <a:pt x="6506577" y="4276433"/>
                  <a:pt x="6343438" y="4663017"/>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4" name="Google Shape;2784;p95"/>
          <p:cNvSpPr/>
          <p:nvPr/>
        </p:nvSpPr>
        <p:spPr>
          <a:xfrm>
            <a:off x="424969" y="3167177"/>
            <a:ext cx="414042" cy="414733"/>
          </a:xfrm>
          <a:custGeom>
            <a:rect b="b" l="l" r="r" t="t"/>
            <a:pathLst>
              <a:path extrusionOk="0" h="1371019" w="1368735">
                <a:moveTo>
                  <a:pt x="685800" y="1371019"/>
                </a:moveTo>
                <a:cubicBezTo>
                  <a:pt x="306793" y="1370709"/>
                  <a:pt x="-309" y="1063143"/>
                  <a:pt x="0" y="684136"/>
                </a:cubicBezTo>
                <a:cubicBezTo>
                  <a:pt x="155" y="408734"/>
                  <a:pt x="165149" y="160083"/>
                  <a:pt x="418748" y="52767"/>
                </a:cubicBezTo>
                <a:cubicBezTo>
                  <a:pt x="768684" y="-92743"/>
                  <a:pt x="1170422" y="73024"/>
                  <a:pt x="1315932" y="422960"/>
                </a:cubicBezTo>
                <a:cubicBezTo>
                  <a:pt x="1460360" y="770112"/>
                  <a:pt x="1298459" y="1168912"/>
                  <a:pt x="952853" y="1317051"/>
                </a:cubicBezTo>
                <a:cubicBezTo>
                  <a:pt x="868268" y="1352772"/>
                  <a:pt x="777498" y="1371173"/>
                  <a:pt x="685800" y="1371019"/>
                </a:cubicBezTo>
                <a:close/>
                <a:moveTo>
                  <a:pt x="685800" y="57251"/>
                </a:moveTo>
                <a:cubicBezTo>
                  <a:pt x="339112" y="57406"/>
                  <a:pt x="58142" y="338530"/>
                  <a:pt x="58297" y="685218"/>
                </a:cubicBezTo>
                <a:cubicBezTo>
                  <a:pt x="58452" y="937271"/>
                  <a:pt x="209374" y="1164892"/>
                  <a:pt x="441479" y="1263084"/>
                </a:cubicBezTo>
                <a:cubicBezTo>
                  <a:pt x="760952" y="1398079"/>
                  <a:pt x="1129135" y="1248549"/>
                  <a:pt x="1264130" y="929076"/>
                </a:cubicBezTo>
                <a:cubicBezTo>
                  <a:pt x="1399125" y="609603"/>
                  <a:pt x="1249594" y="241420"/>
                  <a:pt x="930121" y="106425"/>
                </a:cubicBezTo>
                <a:cubicBezTo>
                  <a:pt x="852805" y="73797"/>
                  <a:pt x="769766" y="57097"/>
                  <a:pt x="685800" y="57251"/>
                </a:cubicBezTo>
                <a:lnTo>
                  <a:pt x="685800" y="57251"/>
                </a:lnTo>
                <a:close/>
                <a:moveTo>
                  <a:pt x="739922" y="1093915"/>
                </a:moveTo>
                <a:lnTo>
                  <a:pt x="631679" y="1093915"/>
                </a:lnTo>
                <a:cubicBezTo>
                  <a:pt x="617298" y="1093915"/>
                  <a:pt x="605082" y="1083555"/>
                  <a:pt x="602607" y="1069328"/>
                </a:cubicBezTo>
                <a:lnTo>
                  <a:pt x="588381" y="985672"/>
                </a:lnTo>
                <a:cubicBezTo>
                  <a:pt x="572299" y="980414"/>
                  <a:pt x="556681" y="973919"/>
                  <a:pt x="541527" y="966188"/>
                </a:cubicBezTo>
                <a:lnTo>
                  <a:pt x="472870" y="1015516"/>
                </a:lnTo>
                <a:cubicBezTo>
                  <a:pt x="461118" y="1024021"/>
                  <a:pt x="445036" y="1022629"/>
                  <a:pt x="434830" y="1012423"/>
                </a:cubicBezTo>
                <a:lnTo>
                  <a:pt x="358286" y="935880"/>
                </a:lnTo>
                <a:cubicBezTo>
                  <a:pt x="348080" y="925674"/>
                  <a:pt x="346843" y="909592"/>
                  <a:pt x="355194" y="897840"/>
                </a:cubicBezTo>
                <a:lnTo>
                  <a:pt x="404367" y="829337"/>
                </a:lnTo>
                <a:cubicBezTo>
                  <a:pt x="396635" y="814338"/>
                  <a:pt x="390141" y="798565"/>
                  <a:pt x="384883" y="782483"/>
                </a:cubicBezTo>
                <a:lnTo>
                  <a:pt x="301226" y="768257"/>
                </a:lnTo>
                <a:cubicBezTo>
                  <a:pt x="287000" y="765783"/>
                  <a:pt x="276640" y="753567"/>
                  <a:pt x="276640" y="739186"/>
                </a:cubicBezTo>
                <a:lnTo>
                  <a:pt x="276640" y="630942"/>
                </a:lnTo>
                <a:cubicBezTo>
                  <a:pt x="276640" y="616561"/>
                  <a:pt x="287000" y="604345"/>
                  <a:pt x="301226" y="601871"/>
                </a:cubicBezTo>
                <a:lnTo>
                  <a:pt x="384883" y="587645"/>
                </a:lnTo>
                <a:cubicBezTo>
                  <a:pt x="389986" y="571717"/>
                  <a:pt x="396481" y="556254"/>
                  <a:pt x="404058" y="541255"/>
                </a:cubicBezTo>
                <a:lnTo>
                  <a:pt x="355039" y="471979"/>
                </a:lnTo>
                <a:cubicBezTo>
                  <a:pt x="346689" y="460227"/>
                  <a:pt x="348080" y="444299"/>
                  <a:pt x="358286" y="434093"/>
                </a:cubicBezTo>
                <a:lnTo>
                  <a:pt x="434830" y="357550"/>
                </a:lnTo>
                <a:cubicBezTo>
                  <a:pt x="445036" y="347344"/>
                  <a:pt x="460963" y="346107"/>
                  <a:pt x="472715" y="354303"/>
                </a:cubicBezTo>
                <a:lnTo>
                  <a:pt x="541991" y="403321"/>
                </a:lnTo>
                <a:cubicBezTo>
                  <a:pt x="556990" y="395590"/>
                  <a:pt x="572763" y="389095"/>
                  <a:pt x="588845" y="383838"/>
                </a:cubicBezTo>
                <a:lnTo>
                  <a:pt x="602607" y="300490"/>
                </a:lnTo>
                <a:cubicBezTo>
                  <a:pt x="604927" y="286264"/>
                  <a:pt x="617298" y="275749"/>
                  <a:pt x="631679" y="275749"/>
                </a:cubicBezTo>
                <a:lnTo>
                  <a:pt x="739922" y="275749"/>
                </a:lnTo>
                <a:cubicBezTo>
                  <a:pt x="754303" y="275749"/>
                  <a:pt x="766674" y="286264"/>
                  <a:pt x="768993" y="300490"/>
                </a:cubicBezTo>
                <a:lnTo>
                  <a:pt x="782756" y="383838"/>
                </a:lnTo>
                <a:cubicBezTo>
                  <a:pt x="798837" y="389095"/>
                  <a:pt x="814610" y="395435"/>
                  <a:pt x="829610" y="403167"/>
                </a:cubicBezTo>
                <a:lnTo>
                  <a:pt x="898885" y="354148"/>
                </a:lnTo>
                <a:cubicBezTo>
                  <a:pt x="910637" y="345798"/>
                  <a:pt x="926719" y="347189"/>
                  <a:pt x="936925" y="357395"/>
                </a:cubicBezTo>
                <a:lnTo>
                  <a:pt x="1013469" y="433939"/>
                </a:lnTo>
                <a:cubicBezTo>
                  <a:pt x="1023675" y="444145"/>
                  <a:pt x="1024912" y="460072"/>
                  <a:pt x="1016716" y="471824"/>
                </a:cubicBezTo>
                <a:lnTo>
                  <a:pt x="967697" y="540945"/>
                </a:lnTo>
                <a:cubicBezTo>
                  <a:pt x="975429" y="556099"/>
                  <a:pt x="981769" y="571717"/>
                  <a:pt x="987027" y="587799"/>
                </a:cubicBezTo>
                <a:lnTo>
                  <a:pt x="1070374" y="601562"/>
                </a:lnTo>
                <a:cubicBezTo>
                  <a:pt x="1084600" y="603881"/>
                  <a:pt x="1095115" y="616252"/>
                  <a:pt x="1095115" y="630633"/>
                </a:cubicBezTo>
                <a:lnTo>
                  <a:pt x="1095115" y="738876"/>
                </a:lnTo>
                <a:cubicBezTo>
                  <a:pt x="1095115" y="753257"/>
                  <a:pt x="1084600" y="765628"/>
                  <a:pt x="1070374" y="767947"/>
                </a:cubicBezTo>
                <a:lnTo>
                  <a:pt x="987027" y="781710"/>
                </a:lnTo>
                <a:cubicBezTo>
                  <a:pt x="981769" y="798101"/>
                  <a:pt x="975274" y="813874"/>
                  <a:pt x="967388" y="829182"/>
                </a:cubicBezTo>
                <a:lnTo>
                  <a:pt x="1016561" y="897685"/>
                </a:lnTo>
                <a:cubicBezTo>
                  <a:pt x="1024912" y="909437"/>
                  <a:pt x="1023675" y="925519"/>
                  <a:pt x="1013469" y="935725"/>
                </a:cubicBezTo>
                <a:lnTo>
                  <a:pt x="936771" y="1012423"/>
                </a:lnTo>
                <a:cubicBezTo>
                  <a:pt x="926565" y="1022629"/>
                  <a:pt x="910483" y="1023866"/>
                  <a:pt x="898731" y="1015516"/>
                </a:cubicBezTo>
                <a:lnTo>
                  <a:pt x="830073" y="966188"/>
                </a:lnTo>
                <a:cubicBezTo>
                  <a:pt x="815074" y="973919"/>
                  <a:pt x="799301" y="980414"/>
                  <a:pt x="783219" y="985672"/>
                </a:cubicBezTo>
                <a:lnTo>
                  <a:pt x="768993" y="1069328"/>
                </a:lnTo>
                <a:cubicBezTo>
                  <a:pt x="766519" y="1083555"/>
                  <a:pt x="754303" y="1093915"/>
                  <a:pt x="739922" y="1093915"/>
                </a:cubicBezTo>
                <a:close/>
                <a:moveTo>
                  <a:pt x="656574" y="1034845"/>
                </a:moveTo>
                <a:lnTo>
                  <a:pt x="715181" y="1034845"/>
                </a:lnTo>
                <a:lnTo>
                  <a:pt x="728325" y="957528"/>
                </a:lnTo>
                <a:cubicBezTo>
                  <a:pt x="730335" y="946085"/>
                  <a:pt x="738840" y="936807"/>
                  <a:pt x="749973" y="933869"/>
                </a:cubicBezTo>
                <a:cubicBezTo>
                  <a:pt x="773632" y="927839"/>
                  <a:pt x="796209" y="918406"/>
                  <a:pt x="817084" y="906035"/>
                </a:cubicBezTo>
                <a:cubicBezTo>
                  <a:pt x="827135" y="900004"/>
                  <a:pt x="839815" y="900623"/>
                  <a:pt x="849248" y="907427"/>
                </a:cubicBezTo>
                <a:lnTo>
                  <a:pt x="912648" y="952889"/>
                </a:lnTo>
                <a:lnTo>
                  <a:pt x="953780" y="911757"/>
                </a:lnTo>
                <a:lnTo>
                  <a:pt x="908318" y="848357"/>
                </a:lnTo>
                <a:cubicBezTo>
                  <a:pt x="901514" y="838770"/>
                  <a:pt x="900896" y="826090"/>
                  <a:pt x="906926" y="816038"/>
                </a:cubicBezTo>
                <a:cubicBezTo>
                  <a:pt x="919452" y="795008"/>
                  <a:pt x="928884" y="772123"/>
                  <a:pt x="934915" y="748309"/>
                </a:cubicBezTo>
                <a:cubicBezTo>
                  <a:pt x="937853" y="736866"/>
                  <a:pt x="947131" y="728361"/>
                  <a:pt x="958729" y="726506"/>
                </a:cubicBezTo>
                <a:lnTo>
                  <a:pt x="1035736" y="713826"/>
                </a:lnTo>
                <a:lnTo>
                  <a:pt x="1035736" y="655529"/>
                </a:lnTo>
                <a:lnTo>
                  <a:pt x="958729" y="642849"/>
                </a:lnTo>
                <a:cubicBezTo>
                  <a:pt x="947131" y="640993"/>
                  <a:pt x="937853" y="632334"/>
                  <a:pt x="934915" y="621046"/>
                </a:cubicBezTo>
                <a:cubicBezTo>
                  <a:pt x="929039" y="597387"/>
                  <a:pt x="919761" y="574810"/>
                  <a:pt x="907390" y="553935"/>
                </a:cubicBezTo>
                <a:cubicBezTo>
                  <a:pt x="901514" y="543883"/>
                  <a:pt x="901978" y="531358"/>
                  <a:pt x="908782" y="521925"/>
                </a:cubicBezTo>
                <a:lnTo>
                  <a:pt x="954090" y="457907"/>
                </a:lnTo>
                <a:lnTo>
                  <a:pt x="912648" y="416465"/>
                </a:lnTo>
                <a:lnTo>
                  <a:pt x="848629" y="462082"/>
                </a:lnTo>
                <a:cubicBezTo>
                  <a:pt x="839197" y="468886"/>
                  <a:pt x="826517" y="469350"/>
                  <a:pt x="816466" y="463474"/>
                </a:cubicBezTo>
                <a:cubicBezTo>
                  <a:pt x="795435" y="451103"/>
                  <a:pt x="772859" y="441825"/>
                  <a:pt x="749200" y="435794"/>
                </a:cubicBezTo>
                <a:cubicBezTo>
                  <a:pt x="737912" y="432856"/>
                  <a:pt x="729252" y="423578"/>
                  <a:pt x="727397" y="411981"/>
                </a:cubicBezTo>
                <a:lnTo>
                  <a:pt x="714717" y="334973"/>
                </a:lnTo>
                <a:lnTo>
                  <a:pt x="656420" y="334973"/>
                </a:lnTo>
                <a:lnTo>
                  <a:pt x="643740" y="411981"/>
                </a:lnTo>
                <a:cubicBezTo>
                  <a:pt x="641884" y="423578"/>
                  <a:pt x="633225" y="432856"/>
                  <a:pt x="621937" y="435794"/>
                </a:cubicBezTo>
                <a:cubicBezTo>
                  <a:pt x="598278" y="441825"/>
                  <a:pt x="575701" y="451103"/>
                  <a:pt x="554826" y="463474"/>
                </a:cubicBezTo>
                <a:cubicBezTo>
                  <a:pt x="544774" y="469350"/>
                  <a:pt x="532249" y="468886"/>
                  <a:pt x="522816" y="462082"/>
                </a:cubicBezTo>
                <a:lnTo>
                  <a:pt x="458953" y="416620"/>
                </a:lnTo>
                <a:lnTo>
                  <a:pt x="417511" y="458062"/>
                </a:lnTo>
                <a:lnTo>
                  <a:pt x="462819" y="522080"/>
                </a:lnTo>
                <a:cubicBezTo>
                  <a:pt x="469468" y="531513"/>
                  <a:pt x="470086" y="544193"/>
                  <a:pt x="464210" y="554089"/>
                </a:cubicBezTo>
                <a:cubicBezTo>
                  <a:pt x="451840" y="574965"/>
                  <a:pt x="442562" y="597387"/>
                  <a:pt x="436531" y="620736"/>
                </a:cubicBezTo>
                <a:cubicBezTo>
                  <a:pt x="433593" y="632024"/>
                  <a:pt x="424469" y="640529"/>
                  <a:pt x="412872" y="642385"/>
                </a:cubicBezTo>
                <a:lnTo>
                  <a:pt x="335555" y="655529"/>
                </a:lnTo>
                <a:lnTo>
                  <a:pt x="335555" y="713980"/>
                </a:lnTo>
                <a:lnTo>
                  <a:pt x="412872" y="727124"/>
                </a:lnTo>
                <a:cubicBezTo>
                  <a:pt x="424315" y="728980"/>
                  <a:pt x="433593" y="737485"/>
                  <a:pt x="436531" y="748773"/>
                </a:cubicBezTo>
                <a:cubicBezTo>
                  <a:pt x="442562" y="772432"/>
                  <a:pt x="451994" y="795008"/>
                  <a:pt x="464365" y="815884"/>
                </a:cubicBezTo>
                <a:cubicBezTo>
                  <a:pt x="470396" y="825935"/>
                  <a:pt x="469777" y="838615"/>
                  <a:pt x="462973" y="848202"/>
                </a:cubicBezTo>
                <a:lnTo>
                  <a:pt x="417511" y="911602"/>
                </a:lnTo>
                <a:lnTo>
                  <a:pt x="458643" y="952735"/>
                </a:lnTo>
                <a:lnTo>
                  <a:pt x="522043" y="907272"/>
                </a:lnTo>
                <a:cubicBezTo>
                  <a:pt x="531631" y="900468"/>
                  <a:pt x="544311" y="899850"/>
                  <a:pt x="554362" y="905881"/>
                </a:cubicBezTo>
                <a:cubicBezTo>
                  <a:pt x="575237" y="918251"/>
                  <a:pt x="597814" y="927684"/>
                  <a:pt x="621473" y="933715"/>
                </a:cubicBezTo>
                <a:cubicBezTo>
                  <a:pt x="632761" y="936653"/>
                  <a:pt x="641420" y="945931"/>
                  <a:pt x="643276" y="957374"/>
                </a:cubicBezTo>
                <a:lnTo>
                  <a:pt x="656574" y="1034845"/>
                </a:lnTo>
                <a:close/>
                <a:moveTo>
                  <a:pt x="614978" y="407033"/>
                </a:moveTo>
                <a:lnTo>
                  <a:pt x="614978" y="407033"/>
                </a:lnTo>
                <a:close/>
                <a:moveTo>
                  <a:pt x="685800" y="839234"/>
                </a:moveTo>
                <a:cubicBezTo>
                  <a:pt x="600597" y="839234"/>
                  <a:pt x="531476" y="770112"/>
                  <a:pt x="531476" y="684909"/>
                </a:cubicBezTo>
                <a:cubicBezTo>
                  <a:pt x="531476" y="599706"/>
                  <a:pt x="600597" y="530585"/>
                  <a:pt x="685800" y="530585"/>
                </a:cubicBezTo>
                <a:cubicBezTo>
                  <a:pt x="771003" y="530585"/>
                  <a:pt x="840125" y="599706"/>
                  <a:pt x="840125" y="684909"/>
                </a:cubicBezTo>
                <a:lnTo>
                  <a:pt x="840125" y="684909"/>
                </a:lnTo>
                <a:cubicBezTo>
                  <a:pt x="839970" y="770112"/>
                  <a:pt x="771003" y="839079"/>
                  <a:pt x="685800" y="839234"/>
                </a:cubicBezTo>
                <a:close/>
                <a:moveTo>
                  <a:pt x="685800" y="589500"/>
                </a:moveTo>
                <a:cubicBezTo>
                  <a:pt x="633070" y="589500"/>
                  <a:pt x="590391" y="632179"/>
                  <a:pt x="590391" y="684909"/>
                </a:cubicBezTo>
                <a:cubicBezTo>
                  <a:pt x="590391" y="737639"/>
                  <a:pt x="633070" y="780318"/>
                  <a:pt x="685800" y="780318"/>
                </a:cubicBezTo>
                <a:cubicBezTo>
                  <a:pt x="738530" y="780318"/>
                  <a:pt x="781209" y="737639"/>
                  <a:pt x="781209" y="684909"/>
                </a:cubicBezTo>
                <a:lnTo>
                  <a:pt x="781209" y="684909"/>
                </a:lnTo>
                <a:cubicBezTo>
                  <a:pt x="781055" y="632179"/>
                  <a:pt x="738376" y="589500"/>
                  <a:pt x="685800" y="58950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5" name="Google Shape;2785;p95"/>
          <p:cNvSpPr/>
          <p:nvPr/>
        </p:nvSpPr>
        <p:spPr>
          <a:xfrm>
            <a:off x="4822302" y="3140885"/>
            <a:ext cx="415646" cy="415722"/>
          </a:xfrm>
          <a:custGeom>
            <a:rect b="b" l="l" r="r" t="t"/>
            <a:pathLst>
              <a:path extrusionOk="0" h="1101251" w="1101050">
                <a:moveTo>
                  <a:pt x="1058000" y="336984"/>
                </a:moveTo>
                <a:cubicBezTo>
                  <a:pt x="939984" y="56788"/>
                  <a:pt x="617233" y="-74713"/>
                  <a:pt x="337036" y="43304"/>
                </a:cubicBezTo>
                <a:cubicBezTo>
                  <a:pt x="56840" y="161320"/>
                  <a:pt x="-74660" y="484071"/>
                  <a:pt x="43233" y="764268"/>
                </a:cubicBezTo>
                <a:cubicBezTo>
                  <a:pt x="161125" y="1044464"/>
                  <a:pt x="484000" y="1175964"/>
                  <a:pt x="764196" y="1057948"/>
                </a:cubicBezTo>
                <a:cubicBezTo>
                  <a:pt x="968313" y="971971"/>
                  <a:pt x="1101050" y="772061"/>
                  <a:pt x="1101050" y="550626"/>
                </a:cubicBezTo>
                <a:cubicBezTo>
                  <a:pt x="1101174" y="477268"/>
                  <a:pt x="1086576" y="404528"/>
                  <a:pt x="1058000" y="336984"/>
                </a:cubicBezTo>
                <a:close/>
                <a:moveTo>
                  <a:pt x="1014950" y="746083"/>
                </a:moveTo>
                <a:cubicBezTo>
                  <a:pt x="906954" y="1002527"/>
                  <a:pt x="611542" y="1123018"/>
                  <a:pt x="355098" y="1015021"/>
                </a:cubicBezTo>
                <a:cubicBezTo>
                  <a:pt x="98653" y="907025"/>
                  <a:pt x="-21837" y="611737"/>
                  <a:pt x="86159" y="355169"/>
                </a:cubicBezTo>
                <a:cubicBezTo>
                  <a:pt x="194155" y="98601"/>
                  <a:pt x="489443" y="-21766"/>
                  <a:pt x="746011" y="86230"/>
                </a:cubicBezTo>
                <a:cubicBezTo>
                  <a:pt x="932932" y="164908"/>
                  <a:pt x="1054413" y="347870"/>
                  <a:pt x="1054413" y="550626"/>
                </a:cubicBezTo>
                <a:cubicBezTo>
                  <a:pt x="1054413" y="617799"/>
                  <a:pt x="1041052" y="684229"/>
                  <a:pt x="1014950" y="746083"/>
                </a:cubicBezTo>
                <a:lnTo>
                  <a:pt x="1014950" y="746083"/>
                </a:lnTo>
                <a:close/>
                <a:moveTo>
                  <a:pt x="736115" y="440898"/>
                </a:moveTo>
                <a:lnTo>
                  <a:pt x="736115" y="322139"/>
                </a:lnTo>
                <a:cubicBezTo>
                  <a:pt x="736115" y="305810"/>
                  <a:pt x="728321" y="292202"/>
                  <a:pt x="715332" y="285646"/>
                </a:cubicBezTo>
                <a:cubicBezTo>
                  <a:pt x="702343" y="279089"/>
                  <a:pt x="685890" y="280821"/>
                  <a:pt x="673519" y="289852"/>
                </a:cubicBezTo>
                <a:cubicBezTo>
                  <a:pt x="663623" y="296532"/>
                  <a:pt x="545854" y="366674"/>
                  <a:pt x="472495" y="410218"/>
                </a:cubicBezTo>
                <a:lnTo>
                  <a:pt x="323181" y="410218"/>
                </a:lnTo>
                <a:cubicBezTo>
                  <a:pt x="304007" y="410218"/>
                  <a:pt x="286069" y="420115"/>
                  <a:pt x="275925" y="436444"/>
                </a:cubicBezTo>
                <a:lnTo>
                  <a:pt x="264420" y="436444"/>
                </a:lnTo>
                <a:cubicBezTo>
                  <a:pt x="232875" y="436444"/>
                  <a:pt x="207268" y="462052"/>
                  <a:pt x="207144" y="493597"/>
                </a:cubicBezTo>
                <a:lnTo>
                  <a:pt x="207144" y="555450"/>
                </a:lnTo>
                <a:cubicBezTo>
                  <a:pt x="207144" y="586996"/>
                  <a:pt x="232751" y="612603"/>
                  <a:pt x="264420" y="612727"/>
                </a:cubicBezTo>
                <a:lnTo>
                  <a:pt x="275801" y="612727"/>
                </a:lnTo>
                <a:cubicBezTo>
                  <a:pt x="284337" y="626582"/>
                  <a:pt x="298440" y="636107"/>
                  <a:pt x="314645" y="638705"/>
                </a:cubicBezTo>
                <a:cubicBezTo>
                  <a:pt x="326150" y="688683"/>
                  <a:pt x="346809" y="777752"/>
                  <a:pt x="349283" y="785050"/>
                </a:cubicBezTo>
                <a:lnTo>
                  <a:pt x="349531" y="786040"/>
                </a:lnTo>
                <a:cubicBezTo>
                  <a:pt x="352252" y="794328"/>
                  <a:pt x="360417" y="819441"/>
                  <a:pt x="395797" y="819441"/>
                </a:cubicBezTo>
                <a:lnTo>
                  <a:pt x="423755" y="819441"/>
                </a:lnTo>
                <a:cubicBezTo>
                  <a:pt x="438971" y="819441"/>
                  <a:pt x="450723" y="814493"/>
                  <a:pt x="458764" y="804967"/>
                </a:cubicBezTo>
                <a:cubicBezTo>
                  <a:pt x="467300" y="794823"/>
                  <a:pt x="470021" y="781215"/>
                  <a:pt x="466929" y="764391"/>
                </a:cubicBezTo>
                <a:cubicBezTo>
                  <a:pt x="466434" y="761546"/>
                  <a:pt x="465692" y="758082"/>
                  <a:pt x="464949" y="754247"/>
                </a:cubicBezTo>
                <a:cubicBezTo>
                  <a:pt x="460496" y="731485"/>
                  <a:pt x="451589" y="686827"/>
                  <a:pt x="453568" y="639571"/>
                </a:cubicBezTo>
                <a:lnTo>
                  <a:pt x="469898" y="639571"/>
                </a:lnTo>
                <a:lnTo>
                  <a:pt x="470887" y="640190"/>
                </a:lnTo>
                <a:cubicBezTo>
                  <a:pt x="544122" y="683611"/>
                  <a:pt x="663499" y="754742"/>
                  <a:pt x="673395" y="761422"/>
                </a:cubicBezTo>
                <a:cubicBezTo>
                  <a:pt x="680570" y="766742"/>
                  <a:pt x="689230" y="769587"/>
                  <a:pt x="698137" y="769587"/>
                </a:cubicBezTo>
                <a:cubicBezTo>
                  <a:pt x="704075" y="769587"/>
                  <a:pt x="709889" y="768226"/>
                  <a:pt x="715208" y="765628"/>
                </a:cubicBezTo>
                <a:cubicBezTo>
                  <a:pt x="728198" y="759072"/>
                  <a:pt x="735991" y="745464"/>
                  <a:pt x="735991" y="729135"/>
                </a:cubicBezTo>
                <a:lnTo>
                  <a:pt x="735991" y="598500"/>
                </a:lnTo>
                <a:cubicBezTo>
                  <a:pt x="779536" y="578707"/>
                  <a:pt x="798711" y="527369"/>
                  <a:pt x="778917" y="483824"/>
                </a:cubicBezTo>
                <a:cubicBezTo>
                  <a:pt x="770258" y="464773"/>
                  <a:pt x="755042" y="449557"/>
                  <a:pt x="736115" y="440898"/>
                </a:cubicBezTo>
                <a:lnTo>
                  <a:pt x="736115" y="440898"/>
                </a:lnTo>
                <a:close/>
                <a:moveTo>
                  <a:pt x="264420" y="561883"/>
                </a:moveTo>
                <a:cubicBezTo>
                  <a:pt x="261080" y="561883"/>
                  <a:pt x="258235" y="559038"/>
                  <a:pt x="258235" y="555698"/>
                </a:cubicBezTo>
                <a:lnTo>
                  <a:pt x="258235" y="493844"/>
                </a:lnTo>
                <a:cubicBezTo>
                  <a:pt x="258235" y="490504"/>
                  <a:pt x="261080" y="487659"/>
                  <a:pt x="264420" y="487659"/>
                </a:cubicBezTo>
                <a:lnTo>
                  <a:pt x="267513" y="487659"/>
                </a:lnTo>
                <a:lnTo>
                  <a:pt x="267513" y="561883"/>
                </a:lnTo>
                <a:lnTo>
                  <a:pt x="264420" y="561883"/>
                </a:lnTo>
                <a:close/>
                <a:moveTo>
                  <a:pt x="397405" y="768474"/>
                </a:moveTo>
                <a:cubicBezTo>
                  <a:pt x="394436" y="757464"/>
                  <a:pt x="379220" y="692023"/>
                  <a:pt x="367097" y="639571"/>
                </a:cubicBezTo>
                <a:lnTo>
                  <a:pt x="402601" y="639571"/>
                </a:lnTo>
                <a:cubicBezTo>
                  <a:pt x="400745" y="691899"/>
                  <a:pt x="410147" y="739650"/>
                  <a:pt x="415095" y="764144"/>
                </a:cubicBezTo>
                <a:cubicBezTo>
                  <a:pt x="415343" y="765628"/>
                  <a:pt x="415714" y="767113"/>
                  <a:pt x="415961" y="768474"/>
                </a:cubicBezTo>
                <a:lnTo>
                  <a:pt x="397405" y="768474"/>
                </a:lnTo>
                <a:close/>
                <a:moveTo>
                  <a:pt x="323181" y="588480"/>
                </a:moveTo>
                <a:cubicBezTo>
                  <a:pt x="320583" y="588480"/>
                  <a:pt x="318604" y="586377"/>
                  <a:pt x="318480" y="583779"/>
                </a:cubicBezTo>
                <a:lnTo>
                  <a:pt x="318480" y="465887"/>
                </a:lnTo>
                <a:cubicBezTo>
                  <a:pt x="318480" y="463289"/>
                  <a:pt x="320583" y="461309"/>
                  <a:pt x="323181" y="461186"/>
                </a:cubicBezTo>
                <a:lnTo>
                  <a:pt x="458393" y="461186"/>
                </a:lnTo>
                <a:lnTo>
                  <a:pt x="458393" y="588233"/>
                </a:lnTo>
                <a:lnTo>
                  <a:pt x="323181" y="588480"/>
                </a:lnTo>
                <a:close/>
                <a:moveTo>
                  <a:pt x="685024" y="708600"/>
                </a:moveTo>
                <a:cubicBezTo>
                  <a:pt x="646798" y="685343"/>
                  <a:pt x="560204" y="633757"/>
                  <a:pt x="509484" y="603696"/>
                </a:cubicBezTo>
                <a:lnTo>
                  <a:pt x="509484" y="447825"/>
                </a:lnTo>
                <a:cubicBezTo>
                  <a:pt x="560204" y="417641"/>
                  <a:pt x="646798" y="366179"/>
                  <a:pt x="685024" y="342922"/>
                </a:cubicBezTo>
                <a:lnTo>
                  <a:pt x="685024" y="708600"/>
                </a:lnTo>
                <a:close/>
                <a:moveTo>
                  <a:pt x="735991" y="562625"/>
                </a:moveTo>
                <a:lnTo>
                  <a:pt x="735991" y="476773"/>
                </a:lnTo>
                <a:cubicBezTo>
                  <a:pt x="759743" y="496566"/>
                  <a:pt x="762836" y="531822"/>
                  <a:pt x="743042" y="555574"/>
                </a:cubicBezTo>
                <a:cubicBezTo>
                  <a:pt x="740939" y="558172"/>
                  <a:pt x="738589" y="560522"/>
                  <a:pt x="735991" y="562625"/>
                </a:cubicBezTo>
                <a:lnTo>
                  <a:pt x="735991" y="562625"/>
                </a:lnTo>
                <a:close/>
                <a:moveTo>
                  <a:pt x="871821" y="506091"/>
                </a:moveTo>
                <a:lnTo>
                  <a:pt x="817390" y="506091"/>
                </a:lnTo>
                <a:cubicBezTo>
                  <a:pt x="808978" y="506091"/>
                  <a:pt x="802051" y="512895"/>
                  <a:pt x="802051" y="521431"/>
                </a:cubicBezTo>
                <a:cubicBezTo>
                  <a:pt x="802051" y="529843"/>
                  <a:pt x="808854" y="536771"/>
                  <a:pt x="817390" y="536771"/>
                </a:cubicBezTo>
                <a:cubicBezTo>
                  <a:pt x="817390" y="536771"/>
                  <a:pt x="817390" y="536771"/>
                  <a:pt x="817390" y="536771"/>
                </a:cubicBezTo>
                <a:lnTo>
                  <a:pt x="871821" y="536771"/>
                </a:lnTo>
                <a:cubicBezTo>
                  <a:pt x="880233" y="536771"/>
                  <a:pt x="887161" y="529967"/>
                  <a:pt x="887161" y="521431"/>
                </a:cubicBezTo>
                <a:cubicBezTo>
                  <a:pt x="887161" y="512895"/>
                  <a:pt x="880357" y="506091"/>
                  <a:pt x="871821" y="506091"/>
                </a:cubicBezTo>
                <a:cubicBezTo>
                  <a:pt x="871821" y="506091"/>
                  <a:pt x="871821" y="506091"/>
                  <a:pt x="871821" y="506091"/>
                </a:cubicBezTo>
                <a:close/>
                <a:moveTo>
                  <a:pt x="782010" y="449805"/>
                </a:moveTo>
                <a:cubicBezTo>
                  <a:pt x="786092" y="449805"/>
                  <a:pt x="790051" y="448196"/>
                  <a:pt x="792896" y="445228"/>
                </a:cubicBezTo>
                <a:lnTo>
                  <a:pt x="831245" y="406507"/>
                </a:lnTo>
                <a:cubicBezTo>
                  <a:pt x="837183" y="400446"/>
                  <a:pt x="837183" y="390796"/>
                  <a:pt x="831122" y="384859"/>
                </a:cubicBezTo>
                <a:cubicBezTo>
                  <a:pt x="825060" y="378921"/>
                  <a:pt x="815411" y="378921"/>
                  <a:pt x="809473" y="384982"/>
                </a:cubicBezTo>
                <a:lnTo>
                  <a:pt x="771124" y="423703"/>
                </a:lnTo>
                <a:cubicBezTo>
                  <a:pt x="765186" y="429764"/>
                  <a:pt x="765186" y="439413"/>
                  <a:pt x="771248" y="445351"/>
                </a:cubicBezTo>
                <a:cubicBezTo>
                  <a:pt x="774093" y="448196"/>
                  <a:pt x="777928" y="449805"/>
                  <a:pt x="782010" y="449805"/>
                </a:cubicBezTo>
                <a:lnTo>
                  <a:pt x="782010" y="449805"/>
                </a:lnTo>
                <a:close/>
                <a:moveTo>
                  <a:pt x="792896" y="597511"/>
                </a:moveTo>
                <a:cubicBezTo>
                  <a:pt x="786958" y="591449"/>
                  <a:pt x="777185" y="591449"/>
                  <a:pt x="771248" y="597387"/>
                </a:cubicBezTo>
                <a:cubicBezTo>
                  <a:pt x="765310" y="603325"/>
                  <a:pt x="765186" y="613098"/>
                  <a:pt x="771124" y="619036"/>
                </a:cubicBezTo>
                <a:lnTo>
                  <a:pt x="771124" y="619036"/>
                </a:lnTo>
                <a:lnTo>
                  <a:pt x="809473" y="657756"/>
                </a:lnTo>
                <a:cubicBezTo>
                  <a:pt x="815411" y="663818"/>
                  <a:pt x="825060" y="663818"/>
                  <a:pt x="831122" y="657880"/>
                </a:cubicBezTo>
                <a:cubicBezTo>
                  <a:pt x="837183" y="651942"/>
                  <a:pt x="837183" y="642293"/>
                  <a:pt x="831245" y="636231"/>
                </a:cubicBezTo>
                <a:lnTo>
                  <a:pt x="831245" y="636231"/>
                </a:lnTo>
                <a:lnTo>
                  <a:pt x="792896" y="597511"/>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6" name="Google Shape;2786;p95"/>
          <p:cNvSpPr/>
          <p:nvPr/>
        </p:nvSpPr>
        <p:spPr>
          <a:xfrm>
            <a:off x="2614809" y="985102"/>
            <a:ext cx="415897" cy="415923"/>
          </a:xfrm>
          <a:custGeom>
            <a:rect b="b" l="l" r="r" t="t"/>
            <a:pathLst>
              <a:path extrusionOk="0" h="914116" w="914059">
                <a:moveTo>
                  <a:pt x="458025" y="914115"/>
                </a:moveTo>
                <a:cubicBezTo>
                  <a:pt x="204941" y="913909"/>
                  <a:pt x="-103" y="708865"/>
                  <a:pt x="0" y="456194"/>
                </a:cubicBezTo>
                <a:cubicBezTo>
                  <a:pt x="103" y="272592"/>
                  <a:pt x="110202" y="106825"/>
                  <a:pt x="279681" y="35178"/>
                </a:cubicBezTo>
                <a:cubicBezTo>
                  <a:pt x="513384" y="-61829"/>
                  <a:pt x="781621" y="48683"/>
                  <a:pt x="878834" y="281973"/>
                </a:cubicBezTo>
                <a:cubicBezTo>
                  <a:pt x="975223" y="513408"/>
                  <a:pt x="867082" y="779275"/>
                  <a:pt x="636369" y="878034"/>
                </a:cubicBezTo>
                <a:cubicBezTo>
                  <a:pt x="579979" y="901951"/>
                  <a:pt x="519260" y="914218"/>
                  <a:pt x="458025" y="914115"/>
                </a:cubicBezTo>
                <a:close/>
                <a:moveTo>
                  <a:pt x="458025" y="38271"/>
                </a:moveTo>
                <a:cubicBezTo>
                  <a:pt x="226487" y="38374"/>
                  <a:pt x="38865" y="225790"/>
                  <a:pt x="38968" y="456915"/>
                </a:cubicBezTo>
                <a:cubicBezTo>
                  <a:pt x="39071" y="624951"/>
                  <a:pt x="139789" y="776698"/>
                  <a:pt x="294938" y="842159"/>
                </a:cubicBezTo>
                <a:cubicBezTo>
                  <a:pt x="508229" y="932156"/>
                  <a:pt x="754200" y="832469"/>
                  <a:pt x="844300" y="619487"/>
                </a:cubicBezTo>
                <a:cubicBezTo>
                  <a:pt x="934399" y="406505"/>
                  <a:pt x="834506" y="161153"/>
                  <a:pt x="621215" y="71156"/>
                </a:cubicBezTo>
                <a:cubicBezTo>
                  <a:pt x="569567" y="49301"/>
                  <a:pt x="514105" y="38168"/>
                  <a:pt x="458025" y="38271"/>
                </a:cubicBezTo>
                <a:lnTo>
                  <a:pt x="458025" y="38271"/>
                </a:lnTo>
                <a:close/>
                <a:moveTo>
                  <a:pt x="537919" y="708556"/>
                </a:moveTo>
                <a:lnTo>
                  <a:pt x="378028" y="708556"/>
                </a:lnTo>
                <a:cubicBezTo>
                  <a:pt x="367203" y="708556"/>
                  <a:pt x="358338" y="699793"/>
                  <a:pt x="358338" y="688866"/>
                </a:cubicBezTo>
                <a:lnTo>
                  <a:pt x="358338" y="556293"/>
                </a:lnTo>
                <a:lnTo>
                  <a:pt x="225765" y="556293"/>
                </a:lnTo>
                <a:cubicBezTo>
                  <a:pt x="214941" y="556293"/>
                  <a:pt x="206075" y="547531"/>
                  <a:pt x="206075" y="536603"/>
                </a:cubicBezTo>
                <a:lnTo>
                  <a:pt x="206075" y="376712"/>
                </a:lnTo>
                <a:cubicBezTo>
                  <a:pt x="206075" y="365888"/>
                  <a:pt x="214838" y="357022"/>
                  <a:pt x="225765" y="357022"/>
                </a:cubicBezTo>
                <a:lnTo>
                  <a:pt x="358338" y="357022"/>
                </a:lnTo>
                <a:lnTo>
                  <a:pt x="358338" y="224450"/>
                </a:lnTo>
                <a:cubicBezTo>
                  <a:pt x="358338" y="213625"/>
                  <a:pt x="367100" y="204760"/>
                  <a:pt x="378028" y="204760"/>
                </a:cubicBezTo>
                <a:lnTo>
                  <a:pt x="537919" y="204760"/>
                </a:lnTo>
                <a:cubicBezTo>
                  <a:pt x="548743" y="204760"/>
                  <a:pt x="557609" y="213522"/>
                  <a:pt x="557609" y="224450"/>
                </a:cubicBezTo>
                <a:lnTo>
                  <a:pt x="557609" y="357022"/>
                </a:lnTo>
                <a:lnTo>
                  <a:pt x="690181" y="357022"/>
                </a:lnTo>
                <a:cubicBezTo>
                  <a:pt x="701006" y="357022"/>
                  <a:pt x="709871" y="365785"/>
                  <a:pt x="709871" y="376609"/>
                </a:cubicBezTo>
                <a:cubicBezTo>
                  <a:pt x="709871" y="376609"/>
                  <a:pt x="709871" y="376609"/>
                  <a:pt x="709871" y="376609"/>
                </a:cubicBezTo>
                <a:lnTo>
                  <a:pt x="709871" y="536500"/>
                </a:lnTo>
                <a:cubicBezTo>
                  <a:pt x="709871" y="547324"/>
                  <a:pt x="701109" y="556190"/>
                  <a:pt x="690181" y="556190"/>
                </a:cubicBezTo>
                <a:lnTo>
                  <a:pt x="557609" y="556190"/>
                </a:lnTo>
                <a:lnTo>
                  <a:pt x="557609" y="688763"/>
                </a:lnTo>
                <a:cubicBezTo>
                  <a:pt x="557609" y="699793"/>
                  <a:pt x="548846" y="708556"/>
                  <a:pt x="537919" y="708556"/>
                </a:cubicBezTo>
                <a:cubicBezTo>
                  <a:pt x="538022" y="708556"/>
                  <a:pt x="538022" y="708556"/>
                  <a:pt x="537919" y="708556"/>
                </a:cubicBezTo>
                <a:close/>
                <a:moveTo>
                  <a:pt x="397718" y="669279"/>
                </a:moveTo>
                <a:lnTo>
                  <a:pt x="518332" y="669279"/>
                </a:lnTo>
                <a:lnTo>
                  <a:pt x="518332" y="536603"/>
                </a:lnTo>
                <a:cubicBezTo>
                  <a:pt x="518332" y="525779"/>
                  <a:pt x="527094" y="516913"/>
                  <a:pt x="538022" y="516913"/>
                </a:cubicBezTo>
                <a:cubicBezTo>
                  <a:pt x="538022" y="516913"/>
                  <a:pt x="538022" y="516913"/>
                  <a:pt x="538022" y="516913"/>
                </a:cubicBezTo>
                <a:lnTo>
                  <a:pt x="670594" y="516913"/>
                </a:lnTo>
                <a:lnTo>
                  <a:pt x="670594" y="396299"/>
                </a:lnTo>
                <a:lnTo>
                  <a:pt x="537919" y="396299"/>
                </a:lnTo>
                <a:cubicBezTo>
                  <a:pt x="527094" y="396299"/>
                  <a:pt x="518229" y="387536"/>
                  <a:pt x="518229" y="376609"/>
                </a:cubicBezTo>
                <a:cubicBezTo>
                  <a:pt x="518229" y="376609"/>
                  <a:pt x="518229" y="376609"/>
                  <a:pt x="518229" y="376609"/>
                </a:cubicBezTo>
                <a:lnTo>
                  <a:pt x="518229" y="244140"/>
                </a:lnTo>
                <a:lnTo>
                  <a:pt x="397615" y="244140"/>
                </a:lnTo>
                <a:lnTo>
                  <a:pt x="397615" y="376712"/>
                </a:lnTo>
                <a:cubicBezTo>
                  <a:pt x="397615" y="387536"/>
                  <a:pt x="388852" y="396402"/>
                  <a:pt x="378028" y="396402"/>
                </a:cubicBezTo>
                <a:cubicBezTo>
                  <a:pt x="378028" y="396402"/>
                  <a:pt x="378028" y="396402"/>
                  <a:pt x="378028" y="396402"/>
                </a:cubicBezTo>
                <a:lnTo>
                  <a:pt x="245455" y="396402"/>
                </a:lnTo>
                <a:lnTo>
                  <a:pt x="245455" y="517016"/>
                </a:lnTo>
                <a:lnTo>
                  <a:pt x="378028" y="517016"/>
                </a:lnTo>
                <a:cubicBezTo>
                  <a:pt x="388852" y="517016"/>
                  <a:pt x="397718" y="525779"/>
                  <a:pt x="397718" y="536706"/>
                </a:cubicBezTo>
                <a:lnTo>
                  <a:pt x="397718" y="669279"/>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7" name="Google Shape;2787;p95"/>
          <p:cNvSpPr/>
          <p:nvPr/>
        </p:nvSpPr>
        <p:spPr>
          <a:xfrm>
            <a:off x="7014228" y="985130"/>
            <a:ext cx="416239" cy="416193"/>
          </a:xfrm>
          <a:custGeom>
            <a:rect b="b" l="l" r="r" t="t"/>
            <a:pathLst>
              <a:path extrusionOk="0" h="914709" w="914812">
                <a:moveTo>
                  <a:pt x="612658" y="569258"/>
                </a:moveTo>
                <a:lnTo>
                  <a:pt x="358131" y="569258"/>
                </a:lnTo>
                <a:cubicBezTo>
                  <a:pt x="349987" y="569258"/>
                  <a:pt x="342771" y="564310"/>
                  <a:pt x="339782" y="556681"/>
                </a:cubicBezTo>
                <a:lnTo>
                  <a:pt x="245661" y="314731"/>
                </a:lnTo>
                <a:lnTo>
                  <a:pt x="214528" y="314731"/>
                </a:lnTo>
                <a:lnTo>
                  <a:pt x="214528" y="329782"/>
                </a:lnTo>
                <a:cubicBezTo>
                  <a:pt x="214528" y="340606"/>
                  <a:pt x="205766" y="349472"/>
                  <a:pt x="194838" y="349472"/>
                </a:cubicBezTo>
                <a:cubicBezTo>
                  <a:pt x="184014" y="349472"/>
                  <a:pt x="175148" y="340709"/>
                  <a:pt x="175148" y="329782"/>
                </a:cubicBezTo>
                <a:cubicBezTo>
                  <a:pt x="175148" y="329782"/>
                  <a:pt x="175148" y="329782"/>
                  <a:pt x="175148" y="329782"/>
                </a:cubicBezTo>
                <a:lnTo>
                  <a:pt x="175148" y="295041"/>
                </a:lnTo>
                <a:cubicBezTo>
                  <a:pt x="175148" y="284217"/>
                  <a:pt x="183911" y="275351"/>
                  <a:pt x="194838" y="275351"/>
                </a:cubicBezTo>
                <a:lnTo>
                  <a:pt x="259063" y="275351"/>
                </a:lnTo>
                <a:cubicBezTo>
                  <a:pt x="267207" y="275351"/>
                  <a:pt x="274423" y="280299"/>
                  <a:pt x="277413" y="287825"/>
                </a:cubicBezTo>
                <a:lnTo>
                  <a:pt x="371636" y="529878"/>
                </a:lnTo>
                <a:lnTo>
                  <a:pt x="599154" y="529878"/>
                </a:lnTo>
                <a:lnTo>
                  <a:pt x="659770" y="371945"/>
                </a:lnTo>
                <a:lnTo>
                  <a:pt x="336895" y="371945"/>
                </a:lnTo>
                <a:cubicBezTo>
                  <a:pt x="326071" y="371945"/>
                  <a:pt x="317205" y="363183"/>
                  <a:pt x="317205" y="352255"/>
                </a:cubicBezTo>
                <a:cubicBezTo>
                  <a:pt x="317205" y="341431"/>
                  <a:pt x="325968" y="332565"/>
                  <a:pt x="336895" y="332565"/>
                </a:cubicBezTo>
                <a:cubicBezTo>
                  <a:pt x="336895" y="332565"/>
                  <a:pt x="336895" y="332565"/>
                  <a:pt x="336895" y="332565"/>
                </a:cubicBezTo>
                <a:lnTo>
                  <a:pt x="688326" y="332565"/>
                </a:lnTo>
                <a:cubicBezTo>
                  <a:pt x="699150" y="332565"/>
                  <a:pt x="708016" y="341328"/>
                  <a:pt x="708016" y="352255"/>
                </a:cubicBezTo>
                <a:cubicBezTo>
                  <a:pt x="708016" y="354626"/>
                  <a:pt x="707603" y="356997"/>
                  <a:pt x="706676" y="359265"/>
                </a:cubicBezTo>
                <a:lnTo>
                  <a:pt x="631008" y="556578"/>
                </a:lnTo>
                <a:cubicBezTo>
                  <a:pt x="628122" y="564206"/>
                  <a:pt x="620802" y="569258"/>
                  <a:pt x="612658" y="569258"/>
                </a:cubicBezTo>
                <a:close/>
                <a:moveTo>
                  <a:pt x="418542" y="607504"/>
                </a:moveTo>
                <a:cubicBezTo>
                  <a:pt x="434108" y="607504"/>
                  <a:pt x="446788" y="620184"/>
                  <a:pt x="446788" y="635750"/>
                </a:cubicBezTo>
                <a:cubicBezTo>
                  <a:pt x="446788" y="651317"/>
                  <a:pt x="434108" y="663997"/>
                  <a:pt x="418542" y="663997"/>
                </a:cubicBezTo>
                <a:cubicBezTo>
                  <a:pt x="402975" y="663997"/>
                  <a:pt x="390295" y="651317"/>
                  <a:pt x="390295" y="635750"/>
                </a:cubicBezTo>
                <a:lnTo>
                  <a:pt x="390295" y="635750"/>
                </a:lnTo>
                <a:cubicBezTo>
                  <a:pt x="390295" y="620081"/>
                  <a:pt x="402975" y="607504"/>
                  <a:pt x="418542" y="607504"/>
                </a:cubicBezTo>
                <a:moveTo>
                  <a:pt x="418542" y="582350"/>
                </a:moveTo>
                <a:cubicBezTo>
                  <a:pt x="389058" y="582350"/>
                  <a:pt x="365141" y="606267"/>
                  <a:pt x="365038" y="635750"/>
                </a:cubicBezTo>
                <a:cubicBezTo>
                  <a:pt x="365038" y="665234"/>
                  <a:pt x="388955" y="689150"/>
                  <a:pt x="418439" y="689253"/>
                </a:cubicBezTo>
                <a:cubicBezTo>
                  <a:pt x="447922" y="689253"/>
                  <a:pt x="471839" y="665337"/>
                  <a:pt x="471942" y="635853"/>
                </a:cubicBezTo>
                <a:cubicBezTo>
                  <a:pt x="471942" y="635853"/>
                  <a:pt x="471942" y="635853"/>
                  <a:pt x="471942" y="635853"/>
                </a:cubicBezTo>
                <a:cubicBezTo>
                  <a:pt x="471942" y="606267"/>
                  <a:pt x="448025" y="582350"/>
                  <a:pt x="418542" y="582350"/>
                </a:cubicBezTo>
                <a:close/>
                <a:moveTo>
                  <a:pt x="552248" y="607504"/>
                </a:moveTo>
                <a:cubicBezTo>
                  <a:pt x="567815" y="607504"/>
                  <a:pt x="580495" y="620184"/>
                  <a:pt x="580495" y="635750"/>
                </a:cubicBezTo>
                <a:cubicBezTo>
                  <a:pt x="580495" y="651317"/>
                  <a:pt x="567815" y="663997"/>
                  <a:pt x="552248" y="663997"/>
                </a:cubicBezTo>
                <a:cubicBezTo>
                  <a:pt x="536682" y="663997"/>
                  <a:pt x="524002" y="651317"/>
                  <a:pt x="524002" y="635750"/>
                </a:cubicBezTo>
                <a:lnTo>
                  <a:pt x="524002" y="635750"/>
                </a:lnTo>
                <a:cubicBezTo>
                  <a:pt x="524002" y="620081"/>
                  <a:pt x="536682" y="607504"/>
                  <a:pt x="552248" y="607504"/>
                </a:cubicBezTo>
                <a:moveTo>
                  <a:pt x="552248" y="582350"/>
                </a:moveTo>
                <a:cubicBezTo>
                  <a:pt x="522765" y="582350"/>
                  <a:pt x="498848" y="606267"/>
                  <a:pt x="498848" y="635750"/>
                </a:cubicBezTo>
                <a:cubicBezTo>
                  <a:pt x="498848" y="665234"/>
                  <a:pt x="522765" y="689150"/>
                  <a:pt x="552248" y="689150"/>
                </a:cubicBezTo>
                <a:cubicBezTo>
                  <a:pt x="581732" y="689150"/>
                  <a:pt x="605648" y="665234"/>
                  <a:pt x="605648" y="635750"/>
                </a:cubicBezTo>
                <a:cubicBezTo>
                  <a:pt x="605648" y="606267"/>
                  <a:pt x="581732" y="582350"/>
                  <a:pt x="552248" y="582350"/>
                </a:cubicBezTo>
                <a:close/>
                <a:moveTo>
                  <a:pt x="572969" y="500291"/>
                </a:moveTo>
                <a:lnTo>
                  <a:pt x="393800" y="500291"/>
                </a:lnTo>
                <a:cubicBezTo>
                  <a:pt x="389470" y="500497"/>
                  <a:pt x="385862" y="497095"/>
                  <a:pt x="385656" y="492766"/>
                </a:cubicBezTo>
                <a:cubicBezTo>
                  <a:pt x="385450" y="488436"/>
                  <a:pt x="388852" y="484828"/>
                  <a:pt x="393182" y="484622"/>
                </a:cubicBezTo>
                <a:cubicBezTo>
                  <a:pt x="393388" y="484622"/>
                  <a:pt x="393594" y="484622"/>
                  <a:pt x="393800" y="484622"/>
                </a:cubicBezTo>
                <a:lnTo>
                  <a:pt x="572969" y="484622"/>
                </a:lnTo>
                <a:cubicBezTo>
                  <a:pt x="577299" y="484416"/>
                  <a:pt x="580907" y="487817"/>
                  <a:pt x="581113" y="492147"/>
                </a:cubicBezTo>
                <a:cubicBezTo>
                  <a:pt x="581319" y="496477"/>
                  <a:pt x="577917" y="500085"/>
                  <a:pt x="573588" y="500291"/>
                </a:cubicBezTo>
                <a:cubicBezTo>
                  <a:pt x="573381" y="500291"/>
                  <a:pt x="573175" y="500291"/>
                  <a:pt x="572969" y="500291"/>
                </a:cubicBezTo>
                <a:close/>
                <a:moveTo>
                  <a:pt x="588639" y="456788"/>
                </a:moveTo>
                <a:lnTo>
                  <a:pt x="376791" y="456788"/>
                </a:lnTo>
                <a:cubicBezTo>
                  <a:pt x="372461" y="456581"/>
                  <a:pt x="369059" y="452973"/>
                  <a:pt x="369265" y="448644"/>
                </a:cubicBezTo>
                <a:cubicBezTo>
                  <a:pt x="369368" y="444520"/>
                  <a:pt x="372770" y="441221"/>
                  <a:pt x="376791" y="441118"/>
                </a:cubicBezTo>
                <a:lnTo>
                  <a:pt x="588639" y="441118"/>
                </a:lnTo>
                <a:cubicBezTo>
                  <a:pt x="592968" y="441324"/>
                  <a:pt x="596370" y="444932"/>
                  <a:pt x="596164" y="449262"/>
                </a:cubicBezTo>
                <a:cubicBezTo>
                  <a:pt x="596061" y="453283"/>
                  <a:pt x="592762" y="456581"/>
                  <a:pt x="588639" y="456788"/>
                </a:cubicBezTo>
                <a:close/>
                <a:moveTo>
                  <a:pt x="606164" y="413181"/>
                </a:moveTo>
                <a:lnTo>
                  <a:pt x="359781" y="413181"/>
                </a:lnTo>
                <a:cubicBezTo>
                  <a:pt x="355451" y="413387"/>
                  <a:pt x="351843" y="409985"/>
                  <a:pt x="351637" y="405655"/>
                </a:cubicBezTo>
                <a:cubicBezTo>
                  <a:pt x="351431" y="401326"/>
                  <a:pt x="354833" y="397718"/>
                  <a:pt x="359162" y="397511"/>
                </a:cubicBezTo>
                <a:cubicBezTo>
                  <a:pt x="359368" y="397511"/>
                  <a:pt x="359575" y="397511"/>
                  <a:pt x="359781" y="397511"/>
                </a:cubicBezTo>
                <a:lnTo>
                  <a:pt x="606164" y="397511"/>
                </a:lnTo>
                <a:cubicBezTo>
                  <a:pt x="610493" y="397718"/>
                  <a:pt x="613895" y="401326"/>
                  <a:pt x="613689" y="405655"/>
                </a:cubicBezTo>
                <a:cubicBezTo>
                  <a:pt x="613586" y="409779"/>
                  <a:pt x="610287" y="413078"/>
                  <a:pt x="606164" y="413181"/>
                </a:cubicBezTo>
                <a:close/>
                <a:moveTo>
                  <a:pt x="457406" y="914709"/>
                </a:moveTo>
                <a:cubicBezTo>
                  <a:pt x="205147" y="914709"/>
                  <a:pt x="0" y="709562"/>
                  <a:pt x="0" y="457406"/>
                </a:cubicBezTo>
                <a:cubicBezTo>
                  <a:pt x="0" y="205250"/>
                  <a:pt x="205147" y="0"/>
                  <a:pt x="457406" y="0"/>
                </a:cubicBezTo>
                <a:cubicBezTo>
                  <a:pt x="709665" y="0"/>
                  <a:pt x="914812" y="205147"/>
                  <a:pt x="914812" y="457406"/>
                </a:cubicBezTo>
                <a:cubicBezTo>
                  <a:pt x="914812" y="709665"/>
                  <a:pt x="709562" y="914709"/>
                  <a:pt x="457406" y="914709"/>
                </a:cubicBezTo>
                <a:close/>
                <a:moveTo>
                  <a:pt x="457406" y="38968"/>
                </a:moveTo>
                <a:cubicBezTo>
                  <a:pt x="226693" y="38968"/>
                  <a:pt x="38968" y="226693"/>
                  <a:pt x="38968" y="457406"/>
                </a:cubicBezTo>
                <a:cubicBezTo>
                  <a:pt x="38968" y="688120"/>
                  <a:pt x="226693" y="875845"/>
                  <a:pt x="457406" y="875845"/>
                </a:cubicBezTo>
                <a:cubicBezTo>
                  <a:pt x="688120" y="875845"/>
                  <a:pt x="875845" y="688120"/>
                  <a:pt x="875845" y="457406"/>
                </a:cubicBezTo>
                <a:cubicBezTo>
                  <a:pt x="875845" y="226693"/>
                  <a:pt x="688120" y="38968"/>
                  <a:pt x="457406" y="38968"/>
                </a:cubicBezTo>
                <a:lnTo>
                  <a:pt x="457406" y="38968"/>
                </a:lnTo>
                <a:close/>
              </a:path>
            </a:pathLst>
          </a:custGeom>
          <a:solidFill>
            <a:srgbClr val="2BB4E7"/>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8" name="Google Shape;2788;p95"/>
          <p:cNvSpPr/>
          <p:nvPr/>
        </p:nvSpPr>
        <p:spPr>
          <a:xfrm>
            <a:off x="1044586" y="1565917"/>
            <a:ext cx="282562" cy="224839"/>
          </a:xfrm>
          <a:custGeom>
            <a:rect b="b" l="l" r="r" t="t"/>
            <a:pathLst>
              <a:path extrusionOk="0" h="1605993" w="1982894">
                <a:moveTo>
                  <a:pt x="1978757" y="412551"/>
                </a:moveTo>
                <a:cubicBezTo>
                  <a:pt x="1973021" y="398060"/>
                  <a:pt x="1961549" y="386588"/>
                  <a:pt x="1947057" y="380852"/>
                </a:cubicBezTo>
                <a:lnTo>
                  <a:pt x="1947057" y="380852"/>
                </a:lnTo>
                <a:lnTo>
                  <a:pt x="1012967" y="4076"/>
                </a:lnTo>
                <a:cubicBezTo>
                  <a:pt x="999079" y="-1359"/>
                  <a:pt x="983682" y="-1359"/>
                  <a:pt x="969795" y="4076"/>
                </a:cubicBezTo>
                <a:lnTo>
                  <a:pt x="36007" y="380550"/>
                </a:lnTo>
                <a:cubicBezTo>
                  <a:pt x="6420" y="392324"/>
                  <a:pt x="-7769" y="426137"/>
                  <a:pt x="4307" y="455422"/>
                </a:cubicBezTo>
                <a:cubicBezTo>
                  <a:pt x="10043" y="469913"/>
                  <a:pt x="21515" y="481385"/>
                  <a:pt x="36007" y="487122"/>
                </a:cubicBezTo>
                <a:lnTo>
                  <a:pt x="264246" y="579202"/>
                </a:lnTo>
                <a:lnTo>
                  <a:pt x="264246" y="1045342"/>
                </a:lnTo>
                <a:cubicBezTo>
                  <a:pt x="264246" y="1145574"/>
                  <a:pt x="354515" y="1222861"/>
                  <a:pt x="487655" y="1275996"/>
                </a:cubicBezTo>
                <a:lnTo>
                  <a:pt x="487655" y="1568239"/>
                </a:lnTo>
                <a:cubicBezTo>
                  <a:pt x="487051" y="1588467"/>
                  <a:pt x="503052" y="1605675"/>
                  <a:pt x="523279" y="1605977"/>
                </a:cubicBezTo>
                <a:cubicBezTo>
                  <a:pt x="543507" y="1606581"/>
                  <a:pt x="560715" y="1590580"/>
                  <a:pt x="561017" y="1570352"/>
                </a:cubicBezTo>
                <a:cubicBezTo>
                  <a:pt x="561017" y="1569748"/>
                  <a:pt x="561017" y="1568843"/>
                  <a:pt x="561017" y="1568239"/>
                </a:cubicBezTo>
                <a:lnTo>
                  <a:pt x="561017" y="1301658"/>
                </a:lnTo>
                <a:cubicBezTo>
                  <a:pt x="688420" y="1340302"/>
                  <a:pt x="841486" y="1360227"/>
                  <a:pt x="991230" y="1360227"/>
                </a:cubicBezTo>
                <a:cubicBezTo>
                  <a:pt x="1343854" y="1360227"/>
                  <a:pt x="1718516" y="1250033"/>
                  <a:pt x="1718516" y="1045644"/>
                </a:cubicBezTo>
                <a:lnTo>
                  <a:pt x="1718516" y="579504"/>
                </a:lnTo>
                <a:lnTo>
                  <a:pt x="1946755" y="487424"/>
                </a:lnTo>
                <a:cubicBezTo>
                  <a:pt x="1976342" y="475649"/>
                  <a:pt x="1990531" y="441836"/>
                  <a:pt x="1978757" y="412551"/>
                </a:cubicBezTo>
                <a:close/>
                <a:moveTo>
                  <a:pt x="487956" y="1151008"/>
                </a:moveTo>
                <a:cubicBezTo>
                  <a:pt x="418217" y="1116591"/>
                  <a:pt x="379573" y="1078249"/>
                  <a:pt x="379573" y="1045644"/>
                </a:cubicBezTo>
                <a:lnTo>
                  <a:pt x="379573" y="625997"/>
                </a:lnTo>
                <a:lnTo>
                  <a:pt x="487956" y="669773"/>
                </a:lnTo>
                <a:lnTo>
                  <a:pt x="487956" y="1151008"/>
                </a:lnTo>
                <a:close/>
                <a:moveTo>
                  <a:pt x="1603793" y="1045644"/>
                </a:moveTo>
                <a:cubicBezTo>
                  <a:pt x="1603793" y="1127158"/>
                  <a:pt x="1365289" y="1245202"/>
                  <a:pt x="991834" y="1245202"/>
                </a:cubicBezTo>
                <a:cubicBezTo>
                  <a:pt x="814012" y="1245202"/>
                  <a:pt x="666985" y="1218333"/>
                  <a:pt x="561621" y="1181500"/>
                </a:cubicBezTo>
                <a:lnTo>
                  <a:pt x="561621" y="699360"/>
                </a:lnTo>
                <a:lnTo>
                  <a:pt x="970097" y="864199"/>
                </a:lnTo>
                <a:cubicBezTo>
                  <a:pt x="977040" y="866917"/>
                  <a:pt x="984286" y="868426"/>
                  <a:pt x="991532" y="868426"/>
                </a:cubicBezTo>
                <a:cubicBezTo>
                  <a:pt x="998174" y="868426"/>
                  <a:pt x="1004816" y="866917"/>
                  <a:pt x="1010854" y="864803"/>
                </a:cubicBezTo>
                <a:cubicBezTo>
                  <a:pt x="1011457" y="864501"/>
                  <a:pt x="1012363" y="864803"/>
                  <a:pt x="1012967" y="864501"/>
                </a:cubicBezTo>
                <a:lnTo>
                  <a:pt x="1603491" y="626299"/>
                </a:lnTo>
                <a:lnTo>
                  <a:pt x="1603491" y="1045644"/>
                </a:lnTo>
                <a:close/>
                <a:moveTo>
                  <a:pt x="991532" y="748570"/>
                </a:moveTo>
                <a:lnTo>
                  <a:pt x="955907" y="734079"/>
                </a:lnTo>
                <a:lnTo>
                  <a:pt x="650984" y="610902"/>
                </a:lnTo>
                <a:lnTo>
                  <a:pt x="1005419" y="467800"/>
                </a:lnTo>
                <a:cubicBezTo>
                  <a:pt x="1024137" y="460252"/>
                  <a:pt x="1033496" y="438817"/>
                  <a:pt x="1025949" y="419797"/>
                </a:cubicBezTo>
                <a:cubicBezTo>
                  <a:pt x="1018401" y="401079"/>
                  <a:pt x="996966" y="391720"/>
                  <a:pt x="977946" y="399268"/>
                </a:cubicBezTo>
                <a:lnTo>
                  <a:pt x="552262" y="570749"/>
                </a:lnTo>
                <a:lnTo>
                  <a:pt x="546224" y="568334"/>
                </a:lnTo>
                <a:lnTo>
                  <a:pt x="211413" y="433383"/>
                </a:lnTo>
                <a:lnTo>
                  <a:pt x="991532" y="118799"/>
                </a:lnTo>
                <a:lnTo>
                  <a:pt x="1771349" y="433987"/>
                </a:lnTo>
                <a:lnTo>
                  <a:pt x="991532" y="748570"/>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89" name="Google Shape;2789;p95"/>
          <p:cNvSpPr/>
          <p:nvPr/>
        </p:nvSpPr>
        <p:spPr>
          <a:xfrm>
            <a:off x="478001" y="1564845"/>
            <a:ext cx="258166" cy="226713"/>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0" name="Google Shape;2790;p95"/>
          <p:cNvSpPr/>
          <p:nvPr/>
        </p:nvSpPr>
        <p:spPr>
          <a:xfrm>
            <a:off x="1627935" y="1553789"/>
            <a:ext cx="226914" cy="249009"/>
          </a:xfrm>
          <a:custGeom>
            <a:rect b="b" l="l" r="r" t="t"/>
            <a:pathLst>
              <a:path extrusionOk="0" h="1422907" w="1315443">
                <a:moveTo>
                  <a:pt x="1262992" y="707826"/>
                </a:moveTo>
                <a:lnTo>
                  <a:pt x="1248945" y="707826"/>
                </a:lnTo>
                <a:lnTo>
                  <a:pt x="1098435" y="230455"/>
                </a:lnTo>
                <a:lnTo>
                  <a:pt x="1106984" y="230455"/>
                </a:lnTo>
                <a:cubicBezTo>
                  <a:pt x="1125516" y="229925"/>
                  <a:pt x="1140107" y="214472"/>
                  <a:pt x="1139577" y="195944"/>
                </a:cubicBezTo>
                <a:cubicBezTo>
                  <a:pt x="1139066" y="178157"/>
                  <a:pt x="1124768" y="163860"/>
                  <a:pt x="1106984" y="163351"/>
                </a:cubicBezTo>
                <a:lnTo>
                  <a:pt x="694628" y="163351"/>
                </a:lnTo>
                <a:lnTo>
                  <a:pt x="694628" y="32579"/>
                </a:lnTo>
                <a:cubicBezTo>
                  <a:pt x="694097" y="14064"/>
                  <a:pt x="678659" y="-517"/>
                  <a:pt x="660144" y="14"/>
                </a:cubicBezTo>
                <a:cubicBezTo>
                  <a:pt x="642374" y="523"/>
                  <a:pt x="628087" y="14809"/>
                  <a:pt x="627579" y="32579"/>
                </a:cubicBezTo>
                <a:lnTo>
                  <a:pt x="627579" y="163351"/>
                </a:lnTo>
                <a:lnTo>
                  <a:pt x="215223" y="163351"/>
                </a:lnTo>
                <a:cubicBezTo>
                  <a:pt x="196691" y="163882"/>
                  <a:pt x="182099" y="179334"/>
                  <a:pt x="182630" y="197863"/>
                </a:cubicBezTo>
                <a:cubicBezTo>
                  <a:pt x="183141" y="215649"/>
                  <a:pt x="197439" y="229947"/>
                  <a:pt x="215223" y="230455"/>
                </a:cubicBezTo>
                <a:lnTo>
                  <a:pt x="217009" y="230455"/>
                </a:lnTo>
                <a:lnTo>
                  <a:pt x="66444" y="707826"/>
                </a:lnTo>
                <a:lnTo>
                  <a:pt x="52424" y="707826"/>
                </a:lnTo>
                <a:cubicBezTo>
                  <a:pt x="23485" y="707810"/>
                  <a:pt x="17" y="731256"/>
                  <a:pt x="0" y="760196"/>
                </a:cubicBezTo>
                <a:cubicBezTo>
                  <a:pt x="0" y="760204"/>
                  <a:pt x="0" y="760215"/>
                  <a:pt x="0" y="760223"/>
                </a:cubicBezTo>
                <a:cubicBezTo>
                  <a:pt x="0" y="917386"/>
                  <a:pt x="105563" y="1022976"/>
                  <a:pt x="262671" y="1022976"/>
                </a:cubicBezTo>
                <a:cubicBezTo>
                  <a:pt x="419779" y="1022976"/>
                  <a:pt x="525397" y="917386"/>
                  <a:pt x="525397" y="760223"/>
                </a:cubicBezTo>
                <a:cubicBezTo>
                  <a:pt x="525397" y="731284"/>
                  <a:pt x="501939" y="707826"/>
                  <a:pt x="473000" y="707826"/>
                </a:cubicBezTo>
                <a:lnTo>
                  <a:pt x="458953" y="707826"/>
                </a:lnTo>
                <a:lnTo>
                  <a:pt x="308415" y="230455"/>
                </a:lnTo>
                <a:lnTo>
                  <a:pt x="627551" y="230455"/>
                </a:lnTo>
                <a:lnTo>
                  <a:pt x="627551" y="267320"/>
                </a:lnTo>
                <a:lnTo>
                  <a:pt x="628403" y="271636"/>
                </a:lnTo>
                <a:cubicBezTo>
                  <a:pt x="564054" y="289293"/>
                  <a:pt x="526205" y="355773"/>
                  <a:pt x="543862" y="420123"/>
                </a:cubicBezTo>
                <a:cubicBezTo>
                  <a:pt x="555065" y="460943"/>
                  <a:pt x="586813" y="492925"/>
                  <a:pt x="627551" y="504425"/>
                </a:cubicBezTo>
                <a:lnTo>
                  <a:pt x="627551" y="1109599"/>
                </a:lnTo>
                <a:cubicBezTo>
                  <a:pt x="489165" y="1123646"/>
                  <a:pt x="398391" y="1224839"/>
                  <a:pt x="398391" y="1370510"/>
                </a:cubicBezTo>
                <a:cubicBezTo>
                  <a:pt x="398391" y="1399450"/>
                  <a:pt x="421849" y="1422907"/>
                  <a:pt x="450788" y="1422907"/>
                </a:cubicBezTo>
                <a:lnTo>
                  <a:pt x="871391" y="1422907"/>
                </a:lnTo>
                <a:cubicBezTo>
                  <a:pt x="900330" y="1422907"/>
                  <a:pt x="923788" y="1399450"/>
                  <a:pt x="923788" y="1370510"/>
                </a:cubicBezTo>
                <a:cubicBezTo>
                  <a:pt x="923788" y="1224811"/>
                  <a:pt x="833070" y="1123646"/>
                  <a:pt x="694628" y="1109599"/>
                </a:cubicBezTo>
                <a:lnTo>
                  <a:pt x="694628" y="504425"/>
                </a:lnTo>
                <a:cubicBezTo>
                  <a:pt x="758846" y="486295"/>
                  <a:pt x="796208" y="419540"/>
                  <a:pt x="778078" y="355325"/>
                </a:cubicBezTo>
                <a:cubicBezTo>
                  <a:pt x="766579" y="314587"/>
                  <a:pt x="734596" y="282838"/>
                  <a:pt x="693776" y="271636"/>
                </a:cubicBezTo>
                <a:lnTo>
                  <a:pt x="694628" y="267320"/>
                </a:lnTo>
                <a:lnTo>
                  <a:pt x="694628" y="230455"/>
                </a:lnTo>
                <a:lnTo>
                  <a:pt x="1007001" y="230455"/>
                </a:lnTo>
                <a:lnTo>
                  <a:pt x="856519" y="707826"/>
                </a:lnTo>
                <a:lnTo>
                  <a:pt x="842499" y="707826"/>
                </a:lnTo>
                <a:cubicBezTo>
                  <a:pt x="813560" y="707826"/>
                  <a:pt x="790102" y="731284"/>
                  <a:pt x="790102" y="760223"/>
                </a:cubicBezTo>
                <a:cubicBezTo>
                  <a:pt x="790102" y="917386"/>
                  <a:pt x="895665" y="1022976"/>
                  <a:pt x="1052801" y="1022976"/>
                </a:cubicBezTo>
                <a:cubicBezTo>
                  <a:pt x="1209936" y="1022976"/>
                  <a:pt x="1315444" y="917386"/>
                  <a:pt x="1315444" y="760223"/>
                </a:cubicBezTo>
                <a:cubicBezTo>
                  <a:pt x="1315444" y="731284"/>
                  <a:pt x="1291986" y="707826"/>
                  <a:pt x="1263047" y="707826"/>
                </a:cubicBezTo>
                <a:cubicBezTo>
                  <a:pt x="1263028" y="707826"/>
                  <a:pt x="1263012" y="707826"/>
                  <a:pt x="1262992" y="707826"/>
                </a:cubicBezTo>
                <a:close/>
                <a:moveTo>
                  <a:pt x="262726" y="918183"/>
                </a:moveTo>
                <a:cubicBezTo>
                  <a:pt x="221848" y="918183"/>
                  <a:pt x="134373" y="906747"/>
                  <a:pt x="110814" y="812620"/>
                </a:cubicBezTo>
                <a:lnTo>
                  <a:pt x="414638" y="812620"/>
                </a:lnTo>
                <a:cubicBezTo>
                  <a:pt x="391079" y="906747"/>
                  <a:pt x="303549" y="918183"/>
                  <a:pt x="262726" y="918183"/>
                </a:cubicBezTo>
                <a:close/>
                <a:moveTo>
                  <a:pt x="388660" y="707826"/>
                </a:moveTo>
                <a:lnTo>
                  <a:pt x="136847" y="707826"/>
                </a:lnTo>
                <a:lnTo>
                  <a:pt x="262726" y="308473"/>
                </a:lnTo>
                <a:close/>
                <a:moveTo>
                  <a:pt x="813084" y="1318114"/>
                </a:moveTo>
                <a:lnTo>
                  <a:pt x="509123" y="1318114"/>
                </a:lnTo>
                <a:cubicBezTo>
                  <a:pt x="532682" y="1224014"/>
                  <a:pt x="620211" y="1212605"/>
                  <a:pt x="661062" y="1212605"/>
                </a:cubicBezTo>
                <a:cubicBezTo>
                  <a:pt x="701913" y="1212605"/>
                  <a:pt x="789470" y="1223986"/>
                  <a:pt x="813029" y="1318086"/>
                </a:cubicBezTo>
                <a:close/>
                <a:moveTo>
                  <a:pt x="715576" y="388168"/>
                </a:moveTo>
                <a:cubicBezTo>
                  <a:pt x="715592" y="418275"/>
                  <a:pt x="691197" y="442692"/>
                  <a:pt x="661090" y="442709"/>
                </a:cubicBezTo>
                <a:cubicBezTo>
                  <a:pt x="630982" y="442725"/>
                  <a:pt x="606565" y="418330"/>
                  <a:pt x="606549" y="388223"/>
                </a:cubicBezTo>
                <a:cubicBezTo>
                  <a:pt x="606532" y="358115"/>
                  <a:pt x="630927" y="333698"/>
                  <a:pt x="661035" y="333682"/>
                </a:cubicBezTo>
                <a:cubicBezTo>
                  <a:pt x="661043" y="333682"/>
                  <a:pt x="661054" y="333682"/>
                  <a:pt x="661062" y="333682"/>
                </a:cubicBezTo>
                <a:cubicBezTo>
                  <a:pt x="691145" y="333712"/>
                  <a:pt x="715532" y="358085"/>
                  <a:pt x="715576" y="388168"/>
                </a:cubicBezTo>
                <a:close/>
                <a:moveTo>
                  <a:pt x="1052746" y="308446"/>
                </a:moveTo>
                <a:lnTo>
                  <a:pt x="1178624" y="707799"/>
                </a:lnTo>
                <a:lnTo>
                  <a:pt x="926812" y="707799"/>
                </a:lnTo>
                <a:close/>
                <a:moveTo>
                  <a:pt x="1052746" y="918155"/>
                </a:moveTo>
                <a:cubicBezTo>
                  <a:pt x="1011867" y="918155"/>
                  <a:pt x="924338" y="906720"/>
                  <a:pt x="900778" y="812592"/>
                </a:cubicBezTo>
                <a:lnTo>
                  <a:pt x="1204658" y="812592"/>
                </a:lnTo>
                <a:cubicBezTo>
                  <a:pt x="1181098" y="906747"/>
                  <a:pt x="1093596" y="918183"/>
                  <a:pt x="1052746" y="918183"/>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1" name="Google Shape;2791;p95"/>
          <p:cNvSpPr/>
          <p:nvPr/>
        </p:nvSpPr>
        <p:spPr>
          <a:xfrm>
            <a:off x="761047" y="2143856"/>
            <a:ext cx="235151" cy="276577"/>
          </a:xfrm>
          <a:custGeom>
            <a:rect b="b" l="l" r="r" t="t"/>
            <a:pathLst>
              <a:path extrusionOk="0" h="1940892" w="1710188">
                <a:moveTo>
                  <a:pt x="586803" y="882943"/>
                </a:moveTo>
                <a:lnTo>
                  <a:pt x="470842" y="882943"/>
                </a:lnTo>
                <a:lnTo>
                  <a:pt x="470842" y="727720"/>
                </a:lnTo>
                <a:cubicBezTo>
                  <a:pt x="470842" y="590759"/>
                  <a:pt x="573411" y="495191"/>
                  <a:pt x="720111" y="495191"/>
                </a:cubicBezTo>
                <a:cubicBezTo>
                  <a:pt x="735634" y="495191"/>
                  <a:pt x="750852" y="501582"/>
                  <a:pt x="761809" y="512843"/>
                </a:cubicBezTo>
                <a:lnTo>
                  <a:pt x="854029" y="607195"/>
                </a:lnTo>
                <a:lnTo>
                  <a:pt x="938032" y="514365"/>
                </a:lnTo>
                <a:cubicBezTo>
                  <a:pt x="948989" y="502191"/>
                  <a:pt x="964511" y="495191"/>
                  <a:pt x="980946" y="495191"/>
                </a:cubicBezTo>
                <a:cubicBezTo>
                  <a:pt x="1130691" y="495191"/>
                  <a:pt x="1239651" y="592890"/>
                  <a:pt x="1239651" y="727720"/>
                </a:cubicBezTo>
                <a:lnTo>
                  <a:pt x="1239651" y="882943"/>
                </a:lnTo>
                <a:lnTo>
                  <a:pt x="1123691" y="882943"/>
                </a:lnTo>
                <a:lnTo>
                  <a:pt x="1123691" y="727720"/>
                </a:lnTo>
                <a:cubicBezTo>
                  <a:pt x="1123691" y="652240"/>
                  <a:pt x="1064341" y="619673"/>
                  <a:pt x="1005295" y="612673"/>
                </a:cubicBezTo>
                <a:lnTo>
                  <a:pt x="898161" y="730764"/>
                </a:lnTo>
                <a:cubicBezTo>
                  <a:pt x="887508" y="742634"/>
                  <a:pt x="872291" y="749634"/>
                  <a:pt x="856160" y="749634"/>
                </a:cubicBezTo>
                <a:cubicBezTo>
                  <a:pt x="840333" y="749634"/>
                  <a:pt x="824811" y="743547"/>
                  <a:pt x="813549" y="732286"/>
                </a:cubicBezTo>
                <a:lnTo>
                  <a:pt x="696676" y="612673"/>
                </a:lnTo>
                <a:cubicBezTo>
                  <a:pt x="654674" y="617543"/>
                  <a:pt x="586498" y="639457"/>
                  <a:pt x="586498" y="727720"/>
                </a:cubicBezTo>
                <a:lnTo>
                  <a:pt x="586803" y="882943"/>
                </a:lnTo>
                <a:close/>
                <a:moveTo>
                  <a:pt x="1710189" y="1000121"/>
                </a:moveTo>
                <a:lnTo>
                  <a:pt x="1710189" y="1147735"/>
                </a:lnTo>
                <a:cubicBezTo>
                  <a:pt x="1710189" y="1168735"/>
                  <a:pt x="1698927" y="1188214"/>
                  <a:pt x="1680362" y="1198258"/>
                </a:cubicBezTo>
                <a:lnTo>
                  <a:pt x="1374177" y="1369308"/>
                </a:lnTo>
                <a:lnTo>
                  <a:pt x="1374177" y="1882760"/>
                </a:lnTo>
                <a:cubicBezTo>
                  <a:pt x="1374177" y="1882760"/>
                  <a:pt x="1374177" y="1882760"/>
                  <a:pt x="1374177" y="1882760"/>
                </a:cubicBezTo>
                <a:cubicBezTo>
                  <a:pt x="1374177" y="1914717"/>
                  <a:pt x="1348307" y="1940892"/>
                  <a:pt x="1316045" y="1940892"/>
                </a:cubicBezTo>
                <a:cubicBezTo>
                  <a:pt x="1284087" y="1940892"/>
                  <a:pt x="1257912" y="1915022"/>
                  <a:pt x="1257912" y="1882760"/>
                </a:cubicBezTo>
                <a:lnTo>
                  <a:pt x="1257912" y="1182736"/>
                </a:lnTo>
                <a:cubicBezTo>
                  <a:pt x="1257912" y="1182736"/>
                  <a:pt x="1257912" y="1182736"/>
                  <a:pt x="1257912" y="1182736"/>
                </a:cubicBezTo>
                <a:cubicBezTo>
                  <a:pt x="1257912" y="1150778"/>
                  <a:pt x="1283783" y="1124603"/>
                  <a:pt x="1316045" y="1124603"/>
                </a:cubicBezTo>
                <a:cubicBezTo>
                  <a:pt x="1348002" y="1124603"/>
                  <a:pt x="1374177" y="1150474"/>
                  <a:pt x="1374177" y="1182736"/>
                </a:cubicBezTo>
                <a:lnTo>
                  <a:pt x="1374177" y="1236303"/>
                </a:lnTo>
                <a:lnTo>
                  <a:pt x="1594228" y="1113342"/>
                </a:lnTo>
                <a:lnTo>
                  <a:pt x="1594228" y="1057645"/>
                </a:lnTo>
                <a:lnTo>
                  <a:pt x="116265" y="1057645"/>
                </a:lnTo>
                <a:lnTo>
                  <a:pt x="116265" y="1113342"/>
                </a:lnTo>
                <a:lnTo>
                  <a:pt x="336011" y="1235999"/>
                </a:lnTo>
                <a:lnTo>
                  <a:pt x="336011" y="1182736"/>
                </a:lnTo>
                <a:cubicBezTo>
                  <a:pt x="336620" y="1151691"/>
                  <a:pt x="361578" y="1126734"/>
                  <a:pt x="392622" y="1126125"/>
                </a:cubicBezTo>
                <a:cubicBezTo>
                  <a:pt x="424580" y="1125517"/>
                  <a:pt x="451363" y="1150778"/>
                  <a:pt x="451972" y="1182736"/>
                </a:cubicBezTo>
                <a:lnTo>
                  <a:pt x="451972" y="1882760"/>
                </a:lnTo>
                <a:cubicBezTo>
                  <a:pt x="451363" y="1913804"/>
                  <a:pt x="426406" y="1938762"/>
                  <a:pt x="395361" y="1939370"/>
                </a:cubicBezTo>
                <a:cubicBezTo>
                  <a:pt x="363404" y="1939979"/>
                  <a:pt x="336620" y="1914717"/>
                  <a:pt x="336011" y="1882760"/>
                </a:cubicBezTo>
                <a:lnTo>
                  <a:pt x="336011" y="1369308"/>
                </a:lnTo>
                <a:lnTo>
                  <a:pt x="29827" y="1198258"/>
                </a:lnTo>
                <a:cubicBezTo>
                  <a:pt x="11566" y="1187910"/>
                  <a:pt x="0" y="1168735"/>
                  <a:pt x="0" y="1147735"/>
                </a:cubicBezTo>
                <a:lnTo>
                  <a:pt x="0" y="1000121"/>
                </a:lnTo>
                <a:cubicBezTo>
                  <a:pt x="0" y="1000121"/>
                  <a:pt x="0" y="1000121"/>
                  <a:pt x="0" y="1000121"/>
                </a:cubicBezTo>
                <a:cubicBezTo>
                  <a:pt x="0" y="968163"/>
                  <a:pt x="25870" y="941989"/>
                  <a:pt x="58132" y="941989"/>
                </a:cubicBezTo>
                <a:lnTo>
                  <a:pt x="1380569" y="941989"/>
                </a:lnTo>
                <a:lnTo>
                  <a:pt x="1380569" y="530801"/>
                </a:lnTo>
                <a:lnTo>
                  <a:pt x="1247260" y="443145"/>
                </a:lnTo>
                <a:cubicBezTo>
                  <a:pt x="1237520" y="448015"/>
                  <a:pt x="1226564" y="450450"/>
                  <a:pt x="1215607" y="450450"/>
                </a:cubicBezTo>
                <a:cubicBezTo>
                  <a:pt x="1174518" y="450450"/>
                  <a:pt x="1141343" y="417275"/>
                  <a:pt x="1141343" y="376187"/>
                </a:cubicBezTo>
                <a:cubicBezTo>
                  <a:pt x="1141343" y="335098"/>
                  <a:pt x="1174518" y="301923"/>
                  <a:pt x="1215607" y="301923"/>
                </a:cubicBezTo>
                <a:cubicBezTo>
                  <a:pt x="1256695" y="301923"/>
                  <a:pt x="1289870" y="335098"/>
                  <a:pt x="1289870" y="376187"/>
                </a:cubicBezTo>
                <a:lnTo>
                  <a:pt x="1289261" y="381970"/>
                </a:lnTo>
                <a:lnTo>
                  <a:pt x="1437788" y="479668"/>
                </a:lnTo>
                <a:cubicBezTo>
                  <a:pt x="1448136" y="486669"/>
                  <a:pt x="1454528" y="498234"/>
                  <a:pt x="1454528" y="510713"/>
                </a:cubicBezTo>
                <a:lnTo>
                  <a:pt x="1454528" y="941989"/>
                </a:lnTo>
                <a:lnTo>
                  <a:pt x="1651447" y="941989"/>
                </a:lnTo>
                <a:cubicBezTo>
                  <a:pt x="1684014" y="941989"/>
                  <a:pt x="1710189" y="967859"/>
                  <a:pt x="1710189" y="1000121"/>
                </a:cubicBezTo>
                <a:close/>
                <a:moveTo>
                  <a:pt x="1271000" y="425797"/>
                </a:moveTo>
                <a:cubicBezTo>
                  <a:pt x="1267347" y="429754"/>
                  <a:pt x="1263391" y="433406"/>
                  <a:pt x="1259130" y="436450"/>
                </a:cubicBezTo>
                <a:cubicBezTo>
                  <a:pt x="1263391" y="433406"/>
                  <a:pt x="1267347" y="429754"/>
                  <a:pt x="1271000" y="425797"/>
                </a:cubicBezTo>
                <a:close/>
                <a:moveTo>
                  <a:pt x="1254565" y="439189"/>
                </a:moveTo>
                <a:cubicBezTo>
                  <a:pt x="1252738" y="440406"/>
                  <a:pt x="1250912" y="441319"/>
                  <a:pt x="1249086" y="442232"/>
                </a:cubicBezTo>
                <a:cubicBezTo>
                  <a:pt x="1250912" y="441319"/>
                  <a:pt x="1252738" y="440406"/>
                  <a:pt x="1254565" y="439189"/>
                </a:cubicBezTo>
                <a:close/>
                <a:moveTo>
                  <a:pt x="1281652" y="409970"/>
                </a:moveTo>
                <a:cubicBezTo>
                  <a:pt x="1280131" y="412710"/>
                  <a:pt x="1278609" y="415449"/>
                  <a:pt x="1276783" y="418188"/>
                </a:cubicBezTo>
                <a:cubicBezTo>
                  <a:pt x="1278609" y="415753"/>
                  <a:pt x="1280435" y="412710"/>
                  <a:pt x="1281652" y="409970"/>
                </a:cubicBezTo>
                <a:close/>
                <a:moveTo>
                  <a:pt x="1455136" y="996773"/>
                </a:moveTo>
                <a:lnTo>
                  <a:pt x="1380873" y="996773"/>
                </a:lnTo>
                <a:lnTo>
                  <a:pt x="1380873" y="996773"/>
                </a:lnTo>
                <a:lnTo>
                  <a:pt x="1455136" y="996773"/>
                </a:lnTo>
                <a:lnTo>
                  <a:pt x="1455136" y="996773"/>
                </a:lnTo>
                <a:close/>
                <a:moveTo>
                  <a:pt x="1099646" y="1159909"/>
                </a:moveTo>
                <a:cubicBezTo>
                  <a:pt x="1099646" y="1159909"/>
                  <a:pt x="1099646" y="1159909"/>
                  <a:pt x="1099646" y="1159909"/>
                </a:cubicBezTo>
                <a:lnTo>
                  <a:pt x="610542" y="1159909"/>
                </a:lnTo>
                <a:cubicBezTo>
                  <a:pt x="590151" y="1159909"/>
                  <a:pt x="573411" y="1176649"/>
                  <a:pt x="573411" y="1197041"/>
                </a:cubicBezTo>
                <a:lnTo>
                  <a:pt x="573411" y="1747625"/>
                </a:lnTo>
                <a:cubicBezTo>
                  <a:pt x="573411" y="1768017"/>
                  <a:pt x="590151" y="1784756"/>
                  <a:pt x="610542" y="1784756"/>
                </a:cubicBezTo>
                <a:cubicBezTo>
                  <a:pt x="630935" y="1784756"/>
                  <a:pt x="647674" y="1768017"/>
                  <a:pt x="647674" y="1747625"/>
                </a:cubicBezTo>
                <a:cubicBezTo>
                  <a:pt x="647674" y="1747625"/>
                  <a:pt x="647674" y="1747625"/>
                  <a:pt x="647674" y="1747625"/>
                </a:cubicBezTo>
                <a:lnTo>
                  <a:pt x="647674" y="1234172"/>
                </a:lnTo>
                <a:lnTo>
                  <a:pt x="1062514" y="1234172"/>
                </a:lnTo>
                <a:lnTo>
                  <a:pt x="1062514" y="1747625"/>
                </a:lnTo>
                <a:cubicBezTo>
                  <a:pt x="1061906" y="1768017"/>
                  <a:pt x="1078037" y="1785365"/>
                  <a:pt x="1098429" y="1785669"/>
                </a:cubicBezTo>
                <a:cubicBezTo>
                  <a:pt x="1118821" y="1786278"/>
                  <a:pt x="1136169" y="1770147"/>
                  <a:pt x="1136473" y="1749755"/>
                </a:cubicBezTo>
                <a:cubicBezTo>
                  <a:pt x="1136473" y="1749146"/>
                  <a:pt x="1136473" y="1748233"/>
                  <a:pt x="1136473" y="1747625"/>
                </a:cubicBezTo>
                <a:lnTo>
                  <a:pt x="1136473" y="1197041"/>
                </a:lnTo>
                <a:cubicBezTo>
                  <a:pt x="1136778" y="1176649"/>
                  <a:pt x="1120342" y="1159909"/>
                  <a:pt x="1099646" y="1159909"/>
                </a:cubicBezTo>
                <a:close/>
                <a:moveTo>
                  <a:pt x="647065" y="266922"/>
                </a:moveTo>
                <a:lnTo>
                  <a:pt x="647065" y="210311"/>
                </a:lnTo>
                <a:cubicBezTo>
                  <a:pt x="647065" y="94351"/>
                  <a:pt x="740503" y="0"/>
                  <a:pt x="855247" y="0"/>
                </a:cubicBezTo>
                <a:cubicBezTo>
                  <a:pt x="969990" y="0"/>
                  <a:pt x="1063427" y="94351"/>
                  <a:pt x="1063427" y="210311"/>
                </a:cubicBezTo>
                <a:lnTo>
                  <a:pt x="1063427" y="266922"/>
                </a:lnTo>
                <a:cubicBezTo>
                  <a:pt x="1063427" y="383187"/>
                  <a:pt x="969990" y="477538"/>
                  <a:pt x="855247" y="477538"/>
                </a:cubicBezTo>
                <a:cubicBezTo>
                  <a:pt x="740199" y="477234"/>
                  <a:pt x="647065" y="382883"/>
                  <a:pt x="647065" y="266922"/>
                </a:cubicBezTo>
                <a:close/>
                <a:moveTo>
                  <a:pt x="763026" y="266922"/>
                </a:moveTo>
                <a:cubicBezTo>
                  <a:pt x="763026" y="318967"/>
                  <a:pt x="804419" y="361273"/>
                  <a:pt x="855247" y="361273"/>
                </a:cubicBezTo>
                <a:cubicBezTo>
                  <a:pt x="906074" y="361273"/>
                  <a:pt x="947467" y="318967"/>
                  <a:pt x="947467" y="266922"/>
                </a:cubicBezTo>
                <a:lnTo>
                  <a:pt x="947467" y="210311"/>
                </a:lnTo>
                <a:cubicBezTo>
                  <a:pt x="947467" y="158266"/>
                  <a:pt x="906074" y="115960"/>
                  <a:pt x="855247" y="115960"/>
                </a:cubicBezTo>
                <a:cubicBezTo>
                  <a:pt x="804419" y="115960"/>
                  <a:pt x="763026" y="158266"/>
                  <a:pt x="763026" y="210311"/>
                </a:cubicBezTo>
                <a:lnTo>
                  <a:pt x="763026" y="266922"/>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2" name="Google Shape;2792;p95"/>
          <p:cNvSpPr/>
          <p:nvPr/>
        </p:nvSpPr>
        <p:spPr>
          <a:xfrm>
            <a:off x="1450961" y="2167102"/>
            <a:ext cx="233667" cy="228688"/>
          </a:xfrm>
          <a:custGeom>
            <a:rect b="b" l="l" r="r" t="t"/>
            <a:pathLst>
              <a:path extrusionOk="0" h="3977176" w="3894447">
                <a:moveTo>
                  <a:pt x="879092" y="1985495"/>
                </a:moveTo>
                <a:cubicBezTo>
                  <a:pt x="879092" y="1985495"/>
                  <a:pt x="879092" y="1985495"/>
                  <a:pt x="879092" y="1985495"/>
                </a:cubicBezTo>
                <a:lnTo>
                  <a:pt x="3016129" y="1985495"/>
                </a:lnTo>
                <a:cubicBezTo>
                  <a:pt x="3048601" y="1985495"/>
                  <a:pt x="3074889" y="1959208"/>
                  <a:pt x="3074889" y="1926735"/>
                </a:cubicBezTo>
                <a:cubicBezTo>
                  <a:pt x="3074889" y="1926735"/>
                  <a:pt x="3074889" y="1926735"/>
                  <a:pt x="3074889" y="1926735"/>
                </a:cubicBezTo>
                <a:lnTo>
                  <a:pt x="3074889" y="538125"/>
                </a:lnTo>
                <a:cubicBezTo>
                  <a:pt x="3074889" y="505652"/>
                  <a:pt x="3048601" y="479364"/>
                  <a:pt x="3016129" y="479364"/>
                </a:cubicBezTo>
                <a:cubicBezTo>
                  <a:pt x="3016129" y="479364"/>
                  <a:pt x="3016129" y="479364"/>
                  <a:pt x="3016129" y="479364"/>
                </a:cubicBezTo>
                <a:lnTo>
                  <a:pt x="879092" y="479364"/>
                </a:lnTo>
                <a:cubicBezTo>
                  <a:pt x="846619" y="479364"/>
                  <a:pt x="820331" y="505652"/>
                  <a:pt x="820331" y="538125"/>
                </a:cubicBezTo>
                <a:cubicBezTo>
                  <a:pt x="820331" y="538125"/>
                  <a:pt x="820331" y="538125"/>
                  <a:pt x="820331" y="538125"/>
                </a:cubicBezTo>
                <a:lnTo>
                  <a:pt x="820331" y="1925962"/>
                </a:lnTo>
                <a:cubicBezTo>
                  <a:pt x="820331" y="1958434"/>
                  <a:pt x="846619" y="1985495"/>
                  <a:pt x="879092" y="1985495"/>
                </a:cubicBezTo>
                <a:close/>
                <a:moveTo>
                  <a:pt x="937853" y="597659"/>
                </a:moveTo>
                <a:lnTo>
                  <a:pt x="2956595" y="597659"/>
                </a:lnTo>
                <a:lnTo>
                  <a:pt x="2956595" y="1867201"/>
                </a:lnTo>
                <a:lnTo>
                  <a:pt x="937853" y="1867201"/>
                </a:lnTo>
                <a:lnTo>
                  <a:pt x="937853" y="597659"/>
                </a:lnTo>
                <a:close/>
                <a:moveTo>
                  <a:pt x="3800121" y="628586"/>
                </a:moveTo>
                <a:lnTo>
                  <a:pt x="3586726" y="628586"/>
                </a:lnTo>
                <a:lnTo>
                  <a:pt x="3586726" y="310040"/>
                </a:lnTo>
                <a:cubicBezTo>
                  <a:pt x="3586726" y="139170"/>
                  <a:pt x="3447556" y="0"/>
                  <a:pt x="3276686" y="0"/>
                </a:cubicBezTo>
                <a:lnTo>
                  <a:pt x="618534" y="0"/>
                </a:lnTo>
                <a:cubicBezTo>
                  <a:pt x="447664" y="0"/>
                  <a:pt x="308494" y="139170"/>
                  <a:pt x="308494" y="310040"/>
                </a:cubicBezTo>
                <a:lnTo>
                  <a:pt x="308494" y="628586"/>
                </a:lnTo>
                <a:lnTo>
                  <a:pt x="94326" y="628586"/>
                </a:lnTo>
                <a:cubicBezTo>
                  <a:pt x="42524" y="628586"/>
                  <a:pt x="0" y="670337"/>
                  <a:pt x="0" y="722912"/>
                </a:cubicBezTo>
                <a:lnTo>
                  <a:pt x="0" y="1565665"/>
                </a:lnTo>
                <a:cubicBezTo>
                  <a:pt x="0" y="1617468"/>
                  <a:pt x="42524" y="1659992"/>
                  <a:pt x="94326" y="1659992"/>
                </a:cubicBezTo>
                <a:lnTo>
                  <a:pt x="308494" y="1659992"/>
                </a:lnTo>
                <a:lnTo>
                  <a:pt x="308494" y="3217152"/>
                </a:lnTo>
                <a:cubicBezTo>
                  <a:pt x="309267" y="3382610"/>
                  <a:pt x="417511" y="3528739"/>
                  <a:pt x="575237" y="3577448"/>
                </a:cubicBezTo>
                <a:lnTo>
                  <a:pt x="575237" y="3799348"/>
                </a:lnTo>
                <a:cubicBezTo>
                  <a:pt x="575237" y="3897540"/>
                  <a:pt x="654873" y="3977176"/>
                  <a:pt x="753066" y="3977176"/>
                </a:cubicBezTo>
                <a:lnTo>
                  <a:pt x="1012077" y="3977176"/>
                </a:lnTo>
                <a:cubicBezTo>
                  <a:pt x="1110269" y="3977176"/>
                  <a:pt x="1189906" y="3897540"/>
                  <a:pt x="1189906" y="3799348"/>
                </a:cubicBezTo>
                <a:lnTo>
                  <a:pt x="1189906" y="3596778"/>
                </a:lnTo>
                <a:lnTo>
                  <a:pt x="2706088" y="3596778"/>
                </a:lnTo>
                <a:lnTo>
                  <a:pt x="2706088" y="3799348"/>
                </a:lnTo>
                <a:cubicBezTo>
                  <a:pt x="2706088" y="3897540"/>
                  <a:pt x="2785724" y="3977176"/>
                  <a:pt x="2883917" y="3977176"/>
                </a:cubicBezTo>
                <a:lnTo>
                  <a:pt x="3142928" y="3977176"/>
                </a:lnTo>
                <a:cubicBezTo>
                  <a:pt x="3241120" y="3977176"/>
                  <a:pt x="3320756" y="3897540"/>
                  <a:pt x="3320756" y="3799348"/>
                </a:cubicBezTo>
                <a:lnTo>
                  <a:pt x="3320756" y="3577448"/>
                </a:lnTo>
                <a:cubicBezTo>
                  <a:pt x="3479256" y="3528739"/>
                  <a:pt x="3587499" y="3382610"/>
                  <a:pt x="3587499" y="3217152"/>
                </a:cubicBezTo>
                <a:lnTo>
                  <a:pt x="3587499" y="1659992"/>
                </a:lnTo>
                <a:lnTo>
                  <a:pt x="3800894" y="1659992"/>
                </a:lnTo>
                <a:cubicBezTo>
                  <a:pt x="3852696" y="1659992"/>
                  <a:pt x="3894447" y="1617468"/>
                  <a:pt x="3894447" y="1565665"/>
                </a:cubicBezTo>
                <a:lnTo>
                  <a:pt x="3894447" y="722912"/>
                </a:lnTo>
                <a:cubicBezTo>
                  <a:pt x="3894447" y="671110"/>
                  <a:pt x="3852696" y="628586"/>
                  <a:pt x="3800121" y="628586"/>
                </a:cubicBezTo>
                <a:close/>
                <a:moveTo>
                  <a:pt x="308494" y="1471339"/>
                </a:moveTo>
                <a:lnTo>
                  <a:pt x="188653" y="1471339"/>
                </a:lnTo>
                <a:lnTo>
                  <a:pt x="188653" y="818012"/>
                </a:lnTo>
                <a:lnTo>
                  <a:pt x="308494" y="818012"/>
                </a:lnTo>
                <a:lnTo>
                  <a:pt x="308494" y="1471339"/>
                </a:lnTo>
                <a:close/>
                <a:moveTo>
                  <a:pt x="763890" y="3787750"/>
                </a:moveTo>
                <a:lnTo>
                  <a:pt x="763890" y="3596004"/>
                </a:lnTo>
                <a:lnTo>
                  <a:pt x="1000479" y="3596004"/>
                </a:lnTo>
                <a:lnTo>
                  <a:pt x="1000479" y="3787750"/>
                </a:lnTo>
                <a:lnTo>
                  <a:pt x="763890" y="3787750"/>
                </a:lnTo>
                <a:close/>
                <a:moveTo>
                  <a:pt x="2894741" y="3787750"/>
                </a:moveTo>
                <a:lnTo>
                  <a:pt x="2894741" y="3596004"/>
                </a:lnTo>
                <a:lnTo>
                  <a:pt x="3131330" y="3596004"/>
                </a:lnTo>
                <a:lnTo>
                  <a:pt x="3131330" y="3787750"/>
                </a:lnTo>
                <a:lnTo>
                  <a:pt x="2894741" y="3787750"/>
                </a:lnTo>
                <a:close/>
                <a:moveTo>
                  <a:pt x="3207874" y="3301427"/>
                </a:moveTo>
                <a:lnTo>
                  <a:pt x="687346" y="3301427"/>
                </a:lnTo>
                <a:cubicBezTo>
                  <a:pt x="640956" y="3301427"/>
                  <a:pt x="603071" y="3263542"/>
                  <a:pt x="603071" y="3217152"/>
                </a:cubicBezTo>
                <a:lnTo>
                  <a:pt x="603071" y="310040"/>
                </a:lnTo>
                <a:lnTo>
                  <a:pt x="618534" y="294577"/>
                </a:lnTo>
                <a:lnTo>
                  <a:pt x="3276686" y="294577"/>
                </a:lnTo>
                <a:lnTo>
                  <a:pt x="3292149" y="310040"/>
                </a:lnTo>
                <a:lnTo>
                  <a:pt x="3292149" y="3217152"/>
                </a:lnTo>
                <a:lnTo>
                  <a:pt x="3292149" y="3217152"/>
                </a:lnTo>
                <a:cubicBezTo>
                  <a:pt x="3292149" y="3263542"/>
                  <a:pt x="3254264" y="3301427"/>
                  <a:pt x="3207874" y="3301427"/>
                </a:cubicBezTo>
                <a:close/>
                <a:moveTo>
                  <a:pt x="3586726" y="1471339"/>
                </a:moveTo>
                <a:lnTo>
                  <a:pt x="3586726" y="818012"/>
                </a:lnTo>
                <a:lnTo>
                  <a:pt x="3706568" y="818012"/>
                </a:lnTo>
                <a:lnTo>
                  <a:pt x="3706568" y="1471339"/>
                </a:lnTo>
                <a:lnTo>
                  <a:pt x="3586726" y="1471339"/>
                </a:lnTo>
                <a:close/>
                <a:moveTo>
                  <a:pt x="1365415" y="2608669"/>
                </a:moveTo>
                <a:lnTo>
                  <a:pt x="960275" y="2608669"/>
                </a:lnTo>
                <a:cubicBezTo>
                  <a:pt x="833475" y="2608669"/>
                  <a:pt x="730644" y="2711500"/>
                  <a:pt x="730644" y="2838300"/>
                </a:cubicBezTo>
                <a:cubicBezTo>
                  <a:pt x="730644" y="2965099"/>
                  <a:pt x="833475" y="3067931"/>
                  <a:pt x="960275" y="3067931"/>
                </a:cubicBezTo>
                <a:lnTo>
                  <a:pt x="1364641" y="3067931"/>
                </a:lnTo>
                <a:cubicBezTo>
                  <a:pt x="1397115" y="3067931"/>
                  <a:pt x="1423402" y="3041643"/>
                  <a:pt x="1423402" y="3009170"/>
                </a:cubicBezTo>
                <a:lnTo>
                  <a:pt x="1423402" y="2668203"/>
                </a:lnTo>
                <a:cubicBezTo>
                  <a:pt x="1423402" y="2634957"/>
                  <a:pt x="1397888" y="2608669"/>
                  <a:pt x="1365415" y="2608669"/>
                </a:cubicBezTo>
                <a:close/>
                <a:moveTo>
                  <a:pt x="960275" y="2949636"/>
                </a:moveTo>
                <a:cubicBezTo>
                  <a:pt x="898421" y="2949636"/>
                  <a:pt x="848938" y="2899380"/>
                  <a:pt x="848938" y="2838300"/>
                </a:cubicBezTo>
                <a:cubicBezTo>
                  <a:pt x="848938" y="2776446"/>
                  <a:pt x="899194" y="2726964"/>
                  <a:pt x="960275" y="2726964"/>
                </a:cubicBezTo>
                <a:lnTo>
                  <a:pt x="1305881" y="2726964"/>
                </a:lnTo>
                <a:lnTo>
                  <a:pt x="1305881" y="2949636"/>
                </a:lnTo>
                <a:lnTo>
                  <a:pt x="960275" y="2949636"/>
                </a:lnTo>
                <a:close/>
                <a:moveTo>
                  <a:pt x="2934172" y="2608669"/>
                </a:moveTo>
                <a:lnTo>
                  <a:pt x="2529806" y="2608669"/>
                </a:lnTo>
                <a:cubicBezTo>
                  <a:pt x="2497333" y="2608669"/>
                  <a:pt x="2471045" y="2634957"/>
                  <a:pt x="2471045" y="2667430"/>
                </a:cubicBezTo>
                <a:lnTo>
                  <a:pt x="2471045" y="3008397"/>
                </a:lnTo>
                <a:cubicBezTo>
                  <a:pt x="2471045" y="3040870"/>
                  <a:pt x="2497333" y="3067158"/>
                  <a:pt x="2529806" y="3067158"/>
                </a:cubicBezTo>
                <a:lnTo>
                  <a:pt x="2934172" y="3067158"/>
                </a:lnTo>
                <a:cubicBezTo>
                  <a:pt x="3060972" y="3067158"/>
                  <a:pt x="3163803" y="2964326"/>
                  <a:pt x="3163803" y="2837527"/>
                </a:cubicBezTo>
                <a:cubicBezTo>
                  <a:pt x="3163803" y="2711500"/>
                  <a:pt x="3060972" y="2608669"/>
                  <a:pt x="2934172" y="2608669"/>
                </a:cubicBezTo>
                <a:close/>
                <a:moveTo>
                  <a:pt x="2934172" y="2949636"/>
                </a:moveTo>
                <a:lnTo>
                  <a:pt x="2588566" y="2949636"/>
                </a:lnTo>
                <a:lnTo>
                  <a:pt x="2588566" y="2726964"/>
                </a:lnTo>
                <a:lnTo>
                  <a:pt x="2934172" y="2726964"/>
                </a:lnTo>
                <a:cubicBezTo>
                  <a:pt x="2996026" y="2726964"/>
                  <a:pt x="3045509" y="2777220"/>
                  <a:pt x="3045509" y="2838300"/>
                </a:cubicBezTo>
                <a:cubicBezTo>
                  <a:pt x="3045509" y="2899380"/>
                  <a:pt x="2996026" y="2949636"/>
                  <a:pt x="2934172" y="2949636"/>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3" name="Google Shape;2793;p95"/>
          <p:cNvSpPr/>
          <p:nvPr/>
        </p:nvSpPr>
        <p:spPr>
          <a:xfrm>
            <a:off x="6111694" y="3715109"/>
            <a:ext cx="220237" cy="237849"/>
          </a:xfrm>
          <a:custGeom>
            <a:rect b="b" l="l" r="r" t="t"/>
            <a:pathLst>
              <a:path extrusionOk="0" h="689418" w="643028">
                <a:moveTo>
                  <a:pt x="257310" y="203498"/>
                </a:moveTo>
                <a:cubicBezTo>
                  <a:pt x="255084" y="200900"/>
                  <a:pt x="249640" y="194344"/>
                  <a:pt x="243084" y="186303"/>
                </a:cubicBezTo>
                <a:cubicBezTo>
                  <a:pt x="230961" y="171458"/>
                  <a:pt x="215868" y="153025"/>
                  <a:pt x="208199" y="144737"/>
                </a:cubicBezTo>
                <a:cubicBezTo>
                  <a:pt x="204611" y="140902"/>
                  <a:pt x="197189" y="140902"/>
                  <a:pt x="193725" y="144737"/>
                </a:cubicBezTo>
                <a:cubicBezTo>
                  <a:pt x="186055" y="153149"/>
                  <a:pt x="170963" y="171705"/>
                  <a:pt x="158840" y="186674"/>
                </a:cubicBezTo>
                <a:cubicBezTo>
                  <a:pt x="152407" y="194715"/>
                  <a:pt x="147087" y="201271"/>
                  <a:pt x="144861" y="203745"/>
                </a:cubicBezTo>
                <a:lnTo>
                  <a:pt x="142634" y="206219"/>
                </a:lnTo>
                <a:cubicBezTo>
                  <a:pt x="124820" y="225889"/>
                  <a:pt x="101069" y="254712"/>
                  <a:pt x="101192" y="277598"/>
                </a:cubicBezTo>
                <a:cubicBezTo>
                  <a:pt x="101192" y="294299"/>
                  <a:pt x="106017" y="308525"/>
                  <a:pt x="115171" y="318916"/>
                </a:cubicBezTo>
                <a:cubicBezTo>
                  <a:pt x="124944" y="330050"/>
                  <a:pt x="138923" y="335988"/>
                  <a:pt x="155500" y="335988"/>
                </a:cubicBezTo>
                <a:lnTo>
                  <a:pt x="155623" y="335988"/>
                </a:lnTo>
                <a:cubicBezTo>
                  <a:pt x="162922" y="336112"/>
                  <a:pt x="170097" y="334627"/>
                  <a:pt x="176777" y="331782"/>
                </a:cubicBezTo>
                <a:cubicBezTo>
                  <a:pt x="174303" y="345390"/>
                  <a:pt x="169973" y="355286"/>
                  <a:pt x="163788" y="362337"/>
                </a:cubicBezTo>
                <a:cubicBezTo>
                  <a:pt x="162303" y="364069"/>
                  <a:pt x="161437" y="367904"/>
                  <a:pt x="161437" y="370255"/>
                </a:cubicBezTo>
                <a:cubicBezTo>
                  <a:pt x="161437" y="375450"/>
                  <a:pt x="165644" y="379656"/>
                  <a:pt x="170839" y="379656"/>
                </a:cubicBezTo>
                <a:lnTo>
                  <a:pt x="232074" y="379533"/>
                </a:lnTo>
                <a:cubicBezTo>
                  <a:pt x="234548" y="379533"/>
                  <a:pt x="237022" y="377677"/>
                  <a:pt x="238754" y="375945"/>
                </a:cubicBezTo>
                <a:cubicBezTo>
                  <a:pt x="240486" y="373842"/>
                  <a:pt x="241476" y="371121"/>
                  <a:pt x="241476" y="368399"/>
                </a:cubicBezTo>
                <a:cubicBezTo>
                  <a:pt x="241476" y="366172"/>
                  <a:pt x="240610" y="363946"/>
                  <a:pt x="239125" y="362214"/>
                </a:cubicBezTo>
                <a:cubicBezTo>
                  <a:pt x="232940" y="355162"/>
                  <a:pt x="228610" y="345266"/>
                  <a:pt x="226012" y="331658"/>
                </a:cubicBezTo>
                <a:cubicBezTo>
                  <a:pt x="232693" y="334503"/>
                  <a:pt x="239868" y="335864"/>
                  <a:pt x="247166" y="335864"/>
                </a:cubicBezTo>
                <a:lnTo>
                  <a:pt x="247290" y="335864"/>
                </a:lnTo>
                <a:cubicBezTo>
                  <a:pt x="280320" y="335864"/>
                  <a:pt x="301597" y="312855"/>
                  <a:pt x="301597" y="277351"/>
                </a:cubicBezTo>
                <a:cubicBezTo>
                  <a:pt x="301597" y="254465"/>
                  <a:pt x="277722" y="225765"/>
                  <a:pt x="259908" y="206096"/>
                </a:cubicBezTo>
                <a:lnTo>
                  <a:pt x="257310" y="203498"/>
                </a:lnTo>
                <a:close/>
                <a:moveTo>
                  <a:pt x="247043" y="316937"/>
                </a:moveTo>
                <a:lnTo>
                  <a:pt x="247043" y="316937"/>
                </a:lnTo>
                <a:cubicBezTo>
                  <a:pt x="235662" y="316937"/>
                  <a:pt x="227497" y="312855"/>
                  <a:pt x="222054" y="304319"/>
                </a:cubicBezTo>
                <a:cubicBezTo>
                  <a:pt x="219085" y="299865"/>
                  <a:pt x="213147" y="298752"/>
                  <a:pt x="208694" y="301721"/>
                </a:cubicBezTo>
                <a:cubicBezTo>
                  <a:pt x="205848" y="303577"/>
                  <a:pt x="204240" y="306793"/>
                  <a:pt x="204487" y="310133"/>
                </a:cubicBezTo>
                <a:cubicBezTo>
                  <a:pt x="205725" y="331782"/>
                  <a:pt x="209188" y="348111"/>
                  <a:pt x="215497" y="360729"/>
                </a:cubicBezTo>
                <a:lnTo>
                  <a:pt x="187169" y="360729"/>
                </a:lnTo>
                <a:cubicBezTo>
                  <a:pt x="193478" y="348111"/>
                  <a:pt x="196941" y="331782"/>
                  <a:pt x="198055" y="310133"/>
                </a:cubicBezTo>
                <a:cubicBezTo>
                  <a:pt x="198055" y="307412"/>
                  <a:pt x="197065" y="304690"/>
                  <a:pt x="195086" y="302711"/>
                </a:cubicBezTo>
                <a:cubicBezTo>
                  <a:pt x="193354" y="300979"/>
                  <a:pt x="190880" y="299989"/>
                  <a:pt x="188406" y="299989"/>
                </a:cubicBezTo>
                <a:lnTo>
                  <a:pt x="187292" y="299989"/>
                </a:lnTo>
                <a:cubicBezTo>
                  <a:pt x="184447" y="300360"/>
                  <a:pt x="181849" y="301969"/>
                  <a:pt x="180365" y="304319"/>
                </a:cubicBezTo>
                <a:cubicBezTo>
                  <a:pt x="175045" y="312855"/>
                  <a:pt x="166881" y="316937"/>
                  <a:pt x="155500" y="317061"/>
                </a:cubicBezTo>
                <a:lnTo>
                  <a:pt x="155376" y="317061"/>
                </a:lnTo>
                <a:cubicBezTo>
                  <a:pt x="144119" y="317061"/>
                  <a:pt x="135335" y="313473"/>
                  <a:pt x="129150" y="306422"/>
                </a:cubicBezTo>
                <a:cubicBezTo>
                  <a:pt x="122965" y="299371"/>
                  <a:pt x="119872" y="289474"/>
                  <a:pt x="119872" y="277475"/>
                </a:cubicBezTo>
                <a:cubicBezTo>
                  <a:pt x="119872" y="265475"/>
                  <a:pt x="132119" y="245558"/>
                  <a:pt x="156489" y="218714"/>
                </a:cubicBezTo>
                <a:lnTo>
                  <a:pt x="158963" y="215992"/>
                </a:lnTo>
                <a:cubicBezTo>
                  <a:pt x="161190" y="213394"/>
                  <a:pt x="166757" y="206590"/>
                  <a:pt x="173437" y="198302"/>
                </a:cubicBezTo>
                <a:cubicBezTo>
                  <a:pt x="181973" y="187787"/>
                  <a:pt x="192983" y="174179"/>
                  <a:pt x="200900" y="164778"/>
                </a:cubicBezTo>
                <a:cubicBezTo>
                  <a:pt x="208941" y="174056"/>
                  <a:pt x="219827" y="187540"/>
                  <a:pt x="228363" y="198055"/>
                </a:cubicBezTo>
                <a:cubicBezTo>
                  <a:pt x="235167" y="206343"/>
                  <a:pt x="240734" y="213147"/>
                  <a:pt x="243084" y="215869"/>
                </a:cubicBezTo>
                <a:lnTo>
                  <a:pt x="245558" y="218590"/>
                </a:lnTo>
                <a:cubicBezTo>
                  <a:pt x="269928" y="245434"/>
                  <a:pt x="282299" y="265104"/>
                  <a:pt x="282423" y="277227"/>
                </a:cubicBezTo>
                <a:cubicBezTo>
                  <a:pt x="282547" y="301969"/>
                  <a:pt x="269310" y="316813"/>
                  <a:pt x="247043" y="316937"/>
                </a:cubicBezTo>
                <a:close/>
                <a:moveTo>
                  <a:pt x="448314" y="300113"/>
                </a:moveTo>
                <a:cubicBezTo>
                  <a:pt x="434706" y="300113"/>
                  <a:pt x="421222" y="301597"/>
                  <a:pt x="408109" y="304319"/>
                </a:cubicBezTo>
                <a:lnTo>
                  <a:pt x="408356" y="23875"/>
                </a:lnTo>
                <a:cubicBezTo>
                  <a:pt x="408356" y="10886"/>
                  <a:pt x="397841" y="371"/>
                  <a:pt x="384852" y="247"/>
                </a:cubicBezTo>
                <a:lnTo>
                  <a:pt x="23999" y="0"/>
                </a:lnTo>
                <a:cubicBezTo>
                  <a:pt x="11010" y="0"/>
                  <a:pt x="371" y="10515"/>
                  <a:pt x="371" y="23504"/>
                </a:cubicBezTo>
                <a:lnTo>
                  <a:pt x="0" y="518332"/>
                </a:lnTo>
                <a:cubicBezTo>
                  <a:pt x="0" y="531321"/>
                  <a:pt x="10515" y="541836"/>
                  <a:pt x="23628" y="541960"/>
                </a:cubicBezTo>
                <a:lnTo>
                  <a:pt x="259661" y="542084"/>
                </a:lnTo>
                <a:cubicBezTo>
                  <a:pt x="280938" y="626575"/>
                  <a:pt x="357265" y="689418"/>
                  <a:pt x="448314" y="689418"/>
                </a:cubicBezTo>
                <a:cubicBezTo>
                  <a:pt x="555691" y="689418"/>
                  <a:pt x="643028" y="602081"/>
                  <a:pt x="643028" y="494704"/>
                </a:cubicBezTo>
                <a:cubicBezTo>
                  <a:pt x="643028" y="387326"/>
                  <a:pt x="555691" y="300113"/>
                  <a:pt x="448314" y="300113"/>
                </a:cubicBezTo>
                <a:close/>
                <a:moveTo>
                  <a:pt x="573876" y="385842"/>
                </a:moveTo>
                <a:cubicBezTo>
                  <a:pt x="598494" y="414171"/>
                  <a:pt x="612844" y="450169"/>
                  <a:pt x="614452" y="487653"/>
                </a:cubicBezTo>
                <a:lnTo>
                  <a:pt x="587979" y="487653"/>
                </a:lnTo>
                <a:cubicBezTo>
                  <a:pt x="587979" y="487653"/>
                  <a:pt x="587979" y="487653"/>
                  <a:pt x="587979" y="487653"/>
                </a:cubicBezTo>
                <a:cubicBezTo>
                  <a:pt x="586618" y="456849"/>
                  <a:pt x="574990" y="427655"/>
                  <a:pt x="555196" y="404522"/>
                </a:cubicBezTo>
                <a:lnTo>
                  <a:pt x="573876" y="385842"/>
                </a:lnTo>
                <a:lnTo>
                  <a:pt x="573876" y="385842"/>
                </a:lnTo>
                <a:close/>
                <a:moveTo>
                  <a:pt x="458705" y="328937"/>
                </a:moveTo>
                <a:cubicBezTo>
                  <a:pt x="496683" y="331287"/>
                  <a:pt x="532682" y="346627"/>
                  <a:pt x="560640" y="372358"/>
                </a:cubicBezTo>
                <a:lnTo>
                  <a:pt x="541960" y="391037"/>
                </a:lnTo>
                <a:lnTo>
                  <a:pt x="541960" y="391037"/>
                </a:lnTo>
                <a:cubicBezTo>
                  <a:pt x="518950" y="370131"/>
                  <a:pt x="489632" y="357637"/>
                  <a:pt x="458705" y="355286"/>
                </a:cubicBezTo>
                <a:lnTo>
                  <a:pt x="458705" y="328937"/>
                </a:lnTo>
                <a:close/>
                <a:moveTo>
                  <a:pt x="448314" y="354791"/>
                </a:moveTo>
                <a:lnTo>
                  <a:pt x="448314" y="354791"/>
                </a:lnTo>
                <a:lnTo>
                  <a:pt x="448314" y="354791"/>
                </a:lnTo>
                <a:cubicBezTo>
                  <a:pt x="448314" y="354791"/>
                  <a:pt x="448314" y="354791"/>
                  <a:pt x="448314" y="354791"/>
                </a:cubicBezTo>
                <a:cubicBezTo>
                  <a:pt x="448314" y="354791"/>
                  <a:pt x="448314" y="354791"/>
                  <a:pt x="448314" y="354791"/>
                </a:cubicBezTo>
                <a:close/>
                <a:moveTo>
                  <a:pt x="439778" y="328813"/>
                </a:moveTo>
                <a:lnTo>
                  <a:pt x="439778" y="355162"/>
                </a:lnTo>
                <a:cubicBezTo>
                  <a:pt x="408604" y="357018"/>
                  <a:pt x="378914" y="369389"/>
                  <a:pt x="355534" y="390048"/>
                </a:cubicBezTo>
                <a:lnTo>
                  <a:pt x="336978" y="371368"/>
                </a:lnTo>
                <a:cubicBezTo>
                  <a:pt x="365306" y="345761"/>
                  <a:pt x="401553" y="330668"/>
                  <a:pt x="439778" y="328813"/>
                </a:cubicBezTo>
                <a:close/>
                <a:moveTo>
                  <a:pt x="253599" y="494828"/>
                </a:moveTo>
                <a:lnTo>
                  <a:pt x="253599" y="494951"/>
                </a:lnTo>
                <a:lnTo>
                  <a:pt x="47132" y="494828"/>
                </a:lnTo>
                <a:lnTo>
                  <a:pt x="47380" y="47256"/>
                </a:lnTo>
                <a:lnTo>
                  <a:pt x="360977" y="47503"/>
                </a:lnTo>
                <a:lnTo>
                  <a:pt x="360853" y="321143"/>
                </a:lnTo>
                <a:cubicBezTo>
                  <a:pt x="297391" y="353183"/>
                  <a:pt x="253599" y="418872"/>
                  <a:pt x="253599" y="494828"/>
                </a:cubicBezTo>
                <a:close/>
                <a:moveTo>
                  <a:pt x="323741" y="384852"/>
                </a:moveTo>
                <a:lnTo>
                  <a:pt x="323741" y="384852"/>
                </a:lnTo>
                <a:lnTo>
                  <a:pt x="342421" y="403532"/>
                </a:lnTo>
                <a:cubicBezTo>
                  <a:pt x="342421" y="403532"/>
                  <a:pt x="342421" y="403532"/>
                  <a:pt x="342421" y="403532"/>
                </a:cubicBezTo>
                <a:cubicBezTo>
                  <a:pt x="322133" y="427036"/>
                  <a:pt x="310257" y="456602"/>
                  <a:pt x="308772" y="487653"/>
                </a:cubicBezTo>
                <a:cubicBezTo>
                  <a:pt x="308772" y="487653"/>
                  <a:pt x="308772" y="487653"/>
                  <a:pt x="308772" y="487776"/>
                </a:cubicBezTo>
                <a:lnTo>
                  <a:pt x="282423" y="487653"/>
                </a:lnTo>
                <a:cubicBezTo>
                  <a:pt x="283907" y="449675"/>
                  <a:pt x="298505" y="413305"/>
                  <a:pt x="323741" y="384852"/>
                </a:cubicBezTo>
                <a:close/>
                <a:moveTo>
                  <a:pt x="282547" y="506580"/>
                </a:moveTo>
                <a:lnTo>
                  <a:pt x="308896" y="506580"/>
                </a:lnTo>
                <a:cubicBezTo>
                  <a:pt x="311494" y="537012"/>
                  <a:pt x="323988" y="565835"/>
                  <a:pt x="344524" y="588474"/>
                </a:cubicBezTo>
                <a:lnTo>
                  <a:pt x="344524" y="588474"/>
                </a:lnTo>
                <a:lnTo>
                  <a:pt x="325968" y="607030"/>
                </a:lnTo>
                <a:cubicBezTo>
                  <a:pt x="300484" y="579443"/>
                  <a:pt x="285144" y="544063"/>
                  <a:pt x="282547" y="506580"/>
                </a:cubicBezTo>
                <a:close/>
                <a:moveTo>
                  <a:pt x="439778" y="634369"/>
                </a:moveTo>
                <a:lnTo>
                  <a:pt x="439778" y="660718"/>
                </a:lnTo>
                <a:cubicBezTo>
                  <a:pt x="402790" y="658863"/>
                  <a:pt x="367409" y="644637"/>
                  <a:pt x="339452" y="620266"/>
                </a:cubicBezTo>
                <a:lnTo>
                  <a:pt x="339452" y="620266"/>
                </a:lnTo>
                <a:lnTo>
                  <a:pt x="358008" y="601587"/>
                </a:lnTo>
                <a:cubicBezTo>
                  <a:pt x="381017" y="621132"/>
                  <a:pt x="409717" y="632637"/>
                  <a:pt x="439778" y="634369"/>
                </a:cubicBezTo>
                <a:lnTo>
                  <a:pt x="439778" y="634369"/>
                </a:lnTo>
                <a:close/>
                <a:moveTo>
                  <a:pt x="327081" y="494828"/>
                </a:moveTo>
                <a:cubicBezTo>
                  <a:pt x="327081" y="427902"/>
                  <a:pt x="381265" y="373718"/>
                  <a:pt x="448190" y="373718"/>
                </a:cubicBezTo>
                <a:cubicBezTo>
                  <a:pt x="515115" y="373718"/>
                  <a:pt x="569299" y="427902"/>
                  <a:pt x="569299" y="494828"/>
                </a:cubicBezTo>
                <a:cubicBezTo>
                  <a:pt x="569299" y="494828"/>
                  <a:pt x="569299" y="494828"/>
                  <a:pt x="569299" y="494828"/>
                </a:cubicBezTo>
                <a:cubicBezTo>
                  <a:pt x="569175" y="561753"/>
                  <a:pt x="514992" y="615937"/>
                  <a:pt x="448190" y="615937"/>
                </a:cubicBezTo>
                <a:cubicBezTo>
                  <a:pt x="381388" y="615937"/>
                  <a:pt x="327081" y="561753"/>
                  <a:pt x="327081" y="494828"/>
                </a:cubicBezTo>
                <a:close/>
                <a:moveTo>
                  <a:pt x="458705" y="660595"/>
                </a:moveTo>
                <a:lnTo>
                  <a:pt x="458705" y="634245"/>
                </a:lnTo>
                <a:lnTo>
                  <a:pt x="458705" y="634245"/>
                </a:lnTo>
                <a:cubicBezTo>
                  <a:pt x="488518" y="632018"/>
                  <a:pt x="516971" y="620266"/>
                  <a:pt x="539609" y="600721"/>
                </a:cubicBezTo>
                <a:lnTo>
                  <a:pt x="558289" y="619400"/>
                </a:lnTo>
                <a:cubicBezTo>
                  <a:pt x="530579" y="643894"/>
                  <a:pt x="495446" y="658368"/>
                  <a:pt x="458705" y="660595"/>
                </a:cubicBezTo>
                <a:close/>
                <a:moveTo>
                  <a:pt x="571650" y="606164"/>
                </a:moveTo>
                <a:lnTo>
                  <a:pt x="552970" y="587484"/>
                </a:lnTo>
                <a:lnTo>
                  <a:pt x="552846" y="587484"/>
                </a:lnTo>
                <a:cubicBezTo>
                  <a:pt x="572887" y="564969"/>
                  <a:pt x="585134" y="536517"/>
                  <a:pt x="587608" y="506580"/>
                </a:cubicBezTo>
                <a:lnTo>
                  <a:pt x="587608" y="506580"/>
                </a:lnTo>
                <a:lnTo>
                  <a:pt x="613957" y="506580"/>
                </a:lnTo>
                <a:cubicBezTo>
                  <a:pt x="611483" y="543568"/>
                  <a:pt x="596515" y="578577"/>
                  <a:pt x="571650" y="606164"/>
                </a:cubicBezTo>
                <a:close/>
                <a:moveTo>
                  <a:pt x="491859" y="528971"/>
                </a:moveTo>
                <a:cubicBezTo>
                  <a:pt x="491859" y="548764"/>
                  <a:pt x="478498" y="562866"/>
                  <a:pt x="457715" y="566083"/>
                </a:cubicBezTo>
                <a:lnTo>
                  <a:pt x="457715" y="574495"/>
                </a:lnTo>
                <a:cubicBezTo>
                  <a:pt x="457592" y="579443"/>
                  <a:pt x="453509" y="583402"/>
                  <a:pt x="448685" y="583525"/>
                </a:cubicBezTo>
                <a:cubicBezTo>
                  <a:pt x="443489" y="583773"/>
                  <a:pt x="439159" y="579690"/>
                  <a:pt x="438912" y="574495"/>
                </a:cubicBezTo>
                <a:lnTo>
                  <a:pt x="438912" y="566083"/>
                </a:lnTo>
                <a:cubicBezTo>
                  <a:pt x="418129" y="562866"/>
                  <a:pt x="404769" y="548764"/>
                  <a:pt x="404769" y="528971"/>
                </a:cubicBezTo>
                <a:cubicBezTo>
                  <a:pt x="404769" y="528723"/>
                  <a:pt x="404769" y="528476"/>
                  <a:pt x="404769" y="528228"/>
                </a:cubicBezTo>
                <a:cubicBezTo>
                  <a:pt x="405016" y="523033"/>
                  <a:pt x="409346" y="518950"/>
                  <a:pt x="414542" y="519198"/>
                </a:cubicBezTo>
                <a:cubicBezTo>
                  <a:pt x="419737" y="519445"/>
                  <a:pt x="423820" y="523775"/>
                  <a:pt x="423572" y="528971"/>
                </a:cubicBezTo>
                <a:cubicBezTo>
                  <a:pt x="423572" y="546661"/>
                  <a:pt x="442500" y="548021"/>
                  <a:pt x="448314" y="548021"/>
                </a:cubicBezTo>
                <a:cubicBezTo>
                  <a:pt x="454128" y="548021"/>
                  <a:pt x="473055" y="546661"/>
                  <a:pt x="473055" y="528971"/>
                </a:cubicBezTo>
                <a:cubicBezTo>
                  <a:pt x="473055" y="518332"/>
                  <a:pt x="469839" y="515858"/>
                  <a:pt x="449674" y="505961"/>
                </a:cubicBezTo>
                <a:lnTo>
                  <a:pt x="438788" y="500518"/>
                </a:lnTo>
                <a:cubicBezTo>
                  <a:pt x="419119" y="490745"/>
                  <a:pt x="404893" y="483818"/>
                  <a:pt x="404893" y="460684"/>
                </a:cubicBezTo>
                <a:cubicBezTo>
                  <a:pt x="404893" y="440768"/>
                  <a:pt x="418253" y="426541"/>
                  <a:pt x="439036" y="423325"/>
                </a:cubicBezTo>
                <a:lnTo>
                  <a:pt x="439036" y="415160"/>
                </a:lnTo>
                <a:cubicBezTo>
                  <a:pt x="439159" y="410212"/>
                  <a:pt x="443242" y="406253"/>
                  <a:pt x="448066" y="406130"/>
                </a:cubicBezTo>
                <a:cubicBezTo>
                  <a:pt x="453262" y="405882"/>
                  <a:pt x="457592" y="409965"/>
                  <a:pt x="457839" y="415160"/>
                </a:cubicBezTo>
                <a:lnTo>
                  <a:pt x="457839" y="423325"/>
                </a:lnTo>
                <a:cubicBezTo>
                  <a:pt x="478375" y="426665"/>
                  <a:pt x="491487" y="440768"/>
                  <a:pt x="491487" y="460684"/>
                </a:cubicBezTo>
                <a:cubicBezTo>
                  <a:pt x="491487" y="460932"/>
                  <a:pt x="491487" y="461179"/>
                  <a:pt x="491487" y="461427"/>
                </a:cubicBezTo>
                <a:cubicBezTo>
                  <a:pt x="491240" y="466622"/>
                  <a:pt x="486910" y="470705"/>
                  <a:pt x="481715" y="470457"/>
                </a:cubicBezTo>
                <a:cubicBezTo>
                  <a:pt x="476519" y="470210"/>
                  <a:pt x="472437" y="465880"/>
                  <a:pt x="472684" y="460684"/>
                </a:cubicBezTo>
                <a:cubicBezTo>
                  <a:pt x="472684" y="443242"/>
                  <a:pt x="455736" y="441386"/>
                  <a:pt x="448437" y="441386"/>
                </a:cubicBezTo>
                <a:cubicBezTo>
                  <a:pt x="442623" y="441386"/>
                  <a:pt x="423696" y="442747"/>
                  <a:pt x="423696" y="460684"/>
                </a:cubicBezTo>
                <a:cubicBezTo>
                  <a:pt x="423696" y="471323"/>
                  <a:pt x="426912" y="473674"/>
                  <a:pt x="447077" y="483694"/>
                </a:cubicBezTo>
                <a:lnTo>
                  <a:pt x="457963" y="489137"/>
                </a:lnTo>
                <a:cubicBezTo>
                  <a:pt x="477632" y="498786"/>
                  <a:pt x="491859" y="505714"/>
                  <a:pt x="491859" y="528971"/>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4" name="Google Shape;2794;p95"/>
          <p:cNvSpPr/>
          <p:nvPr/>
        </p:nvSpPr>
        <p:spPr>
          <a:xfrm>
            <a:off x="5503459" y="3756958"/>
            <a:ext cx="220186" cy="154861"/>
          </a:xfrm>
          <a:custGeom>
            <a:rect b="b" l="l" r="r" t="t"/>
            <a:pathLst>
              <a:path extrusionOk="0" h="452148" w="642879">
                <a:moveTo>
                  <a:pt x="632810" y="205106"/>
                </a:moveTo>
                <a:cubicBezTo>
                  <a:pt x="624150" y="170344"/>
                  <a:pt x="609058" y="129274"/>
                  <a:pt x="605966" y="121975"/>
                </a:cubicBezTo>
                <a:cubicBezTo>
                  <a:pt x="575039" y="47875"/>
                  <a:pt x="508608" y="0"/>
                  <a:pt x="436735" y="0"/>
                </a:cubicBezTo>
                <a:cubicBezTo>
                  <a:pt x="388613" y="0"/>
                  <a:pt x="350635" y="11876"/>
                  <a:pt x="321192" y="36370"/>
                </a:cubicBezTo>
                <a:cubicBezTo>
                  <a:pt x="291874" y="11876"/>
                  <a:pt x="254020" y="0"/>
                  <a:pt x="206269" y="0"/>
                </a:cubicBezTo>
                <a:cubicBezTo>
                  <a:pt x="134519" y="0"/>
                  <a:pt x="68088" y="47875"/>
                  <a:pt x="37038" y="121975"/>
                </a:cubicBezTo>
                <a:cubicBezTo>
                  <a:pt x="34069" y="129150"/>
                  <a:pt x="18605" y="166757"/>
                  <a:pt x="9822" y="201890"/>
                </a:cubicBezTo>
                <a:cubicBezTo>
                  <a:pt x="4379" y="223786"/>
                  <a:pt x="1410" y="248527"/>
                  <a:pt x="173" y="282423"/>
                </a:cubicBezTo>
                <a:cubicBezTo>
                  <a:pt x="-1930" y="340318"/>
                  <a:pt x="15265" y="395615"/>
                  <a:pt x="45079" y="426541"/>
                </a:cubicBezTo>
                <a:cubicBezTo>
                  <a:pt x="76995" y="459695"/>
                  <a:pt x="121282" y="459942"/>
                  <a:pt x="152704" y="427036"/>
                </a:cubicBezTo>
                <a:lnTo>
                  <a:pt x="233979" y="348482"/>
                </a:lnTo>
                <a:lnTo>
                  <a:pt x="318347" y="348482"/>
                </a:lnTo>
                <a:lnTo>
                  <a:pt x="320698" y="348606"/>
                </a:lnTo>
                <a:lnTo>
                  <a:pt x="408901" y="348606"/>
                </a:lnTo>
                <a:lnTo>
                  <a:pt x="490423" y="427407"/>
                </a:lnTo>
                <a:cubicBezTo>
                  <a:pt x="506010" y="443613"/>
                  <a:pt x="524319" y="452149"/>
                  <a:pt x="543494" y="452149"/>
                </a:cubicBezTo>
                <a:cubicBezTo>
                  <a:pt x="563039" y="452149"/>
                  <a:pt x="581843" y="443365"/>
                  <a:pt x="597801" y="426789"/>
                </a:cubicBezTo>
                <a:cubicBezTo>
                  <a:pt x="627614" y="395862"/>
                  <a:pt x="644810" y="340689"/>
                  <a:pt x="642707" y="282670"/>
                </a:cubicBezTo>
                <a:cubicBezTo>
                  <a:pt x="641717" y="251001"/>
                  <a:pt x="638872" y="229353"/>
                  <a:pt x="632810" y="205106"/>
                </a:cubicBezTo>
                <a:close/>
                <a:moveTo>
                  <a:pt x="563905" y="393635"/>
                </a:moveTo>
                <a:cubicBezTo>
                  <a:pt x="559081" y="398707"/>
                  <a:pt x="551535" y="404645"/>
                  <a:pt x="543494" y="404645"/>
                </a:cubicBezTo>
                <a:cubicBezTo>
                  <a:pt x="537308" y="404645"/>
                  <a:pt x="531494" y="400934"/>
                  <a:pt x="526917" y="396852"/>
                </a:cubicBezTo>
                <a:lnTo>
                  <a:pt x="526175" y="395986"/>
                </a:lnTo>
                <a:lnTo>
                  <a:pt x="522835" y="392646"/>
                </a:lnTo>
                <a:lnTo>
                  <a:pt x="521226" y="391161"/>
                </a:lnTo>
                <a:lnTo>
                  <a:pt x="435992" y="308772"/>
                </a:lnTo>
                <a:cubicBezTo>
                  <a:pt x="431539" y="303824"/>
                  <a:pt x="425106" y="300979"/>
                  <a:pt x="418426" y="300979"/>
                </a:cubicBezTo>
                <a:lnTo>
                  <a:pt x="324409" y="300979"/>
                </a:lnTo>
                <a:lnTo>
                  <a:pt x="322058" y="300855"/>
                </a:lnTo>
                <a:lnTo>
                  <a:pt x="224206" y="300855"/>
                </a:lnTo>
                <a:cubicBezTo>
                  <a:pt x="217526" y="300855"/>
                  <a:pt x="211093" y="303700"/>
                  <a:pt x="206640" y="308649"/>
                </a:cubicBezTo>
                <a:lnTo>
                  <a:pt x="121282" y="391161"/>
                </a:lnTo>
                <a:lnTo>
                  <a:pt x="119921" y="392398"/>
                </a:lnTo>
                <a:lnTo>
                  <a:pt x="116581" y="395615"/>
                </a:lnTo>
                <a:lnTo>
                  <a:pt x="115715" y="396604"/>
                </a:lnTo>
                <a:cubicBezTo>
                  <a:pt x="111262" y="400687"/>
                  <a:pt x="105448" y="404274"/>
                  <a:pt x="99262" y="404274"/>
                </a:cubicBezTo>
                <a:cubicBezTo>
                  <a:pt x="91221" y="404274"/>
                  <a:pt x="83799" y="398336"/>
                  <a:pt x="78974" y="393264"/>
                </a:cubicBezTo>
                <a:cubicBezTo>
                  <a:pt x="58068" y="371615"/>
                  <a:pt x="45573" y="328565"/>
                  <a:pt x="47182" y="283660"/>
                </a:cubicBezTo>
                <a:cubicBezTo>
                  <a:pt x="48295" y="253228"/>
                  <a:pt x="50893" y="231456"/>
                  <a:pt x="55470" y="212900"/>
                </a:cubicBezTo>
                <a:cubicBezTo>
                  <a:pt x="63387" y="181107"/>
                  <a:pt x="77613" y="146345"/>
                  <a:pt x="80335" y="139789"/>
                </a:cubicBezTo>
                <a:cubicBezTo>
                  <a:pt x="104334" y="82389"/>
                  <a:pt x="152456" y="46885"/>
                  <a:pt x="206021" y="46885"/>
                </a:cubicBezTo>
                <a:cubicBezTo>
                  <a:pt x="249937" y="46885"/>
                  <a:pt x="280740" y="58761"/>
                  <a:pt x="302760" y="84121"/>
                </a:cubicBezTo>
                <a:cubicBezTo>
                  <a:pt x="307213" y="89316"/>
                  <a:pt x="313770" y="92285"/>
                  <a:pt x="320574" y="92285"/>
                </a:cubicBezTo>
                <a:lnTo>
                  <a:pt x="321316" y="92285"/>
                </a:lnTo>
                <a:cubicBezTo>
                  <a:pt x="328120" y="92285"/>
                  <a:pt x="334676" y="89316"/>
                  <a:pt x="339130" y="84121"/>
                </a:cubicBezTo>
                <a:cubicBezTo>
                  <a:pt x="361150" y="58761"/>
                  <a:pt x="392076" y="47009"/>
                  <a:pt x="436363" y="47009"/>
                </a:cubicBezTo>
                <a:cubicBezTo>
                  <a:pt x="489929" y="47009"/>
                  <a:pt x="538051" y="82636"/>
                  <a:pt x="562050" y="140036"/>
                </a:cubicBezTo>
                <a:cubicBezTo>
                  <a:pt x="564524" y="145850"/>
                  <a:pt x="578626" y="184200"/>
                  <a:pt x="586667" y="216363"/>
                </a:cubicBezTo>
                <a:cubicBezTo>
                  <a:pt x="590997" y="233806"/>
                  <a:pt x="594090" y="251991"/>
                  <a:pt x="595327" y="283907"/>
                </a:cubicBezTo>
                <a:cubicBezTo>
                  <a:pt x="597306" y="328937"/>
                  <a:pt x="584812" y="371987"/>
                  <a:pt x="563905" y="393635"/>
                </a:cubicBezTo>
                <a:close/>
                <a:moveTo>
                  <a:pt x="190558" y="117398"/>
                </a:moveTo>
                <a:cubicBezTo>
                  <a:pt x="155301" y="117398"/>
                  <a:pt x="126725" y="145974"/>
                  <a:pt x="126725" y="181231"/>
                </a:cubicBezTo>
                <a:cubicBezTo>
                  <a:pt x="126725" y="216487"/>
                  <a:pt x="155301" y="245063"/>
                  <a:pt x="190558" y="245063"/>
                </a:cubicBezTo>
                <a:cubicBezTo>
                  <a:pt x="225814" y="245063"/>
                  <a:pt x="254391" y="216487"/>
                  <a:pt x="254391" y="181231"/>
                </a:cubicBezTo>
                <a:cubicBezTo>
                  <a:pt x="254391" y="181231"/>
                  <a:pt x="254391" y="181231"/>
                  <a:pt x="254391" y="181231"/>
                </a:cubicBezTo>
                <a:cubicBezTo>
                  <a:pt x="254267" y="145974"/>
                  <a:pt x="225691" y="117398"/>
                  <a:pt x="190558" y="117398"/>
                </a:cubicBezTo>
                <a:close/>
                <a:moveTo>
                  <a:pt x="190558" y="216858"/>
                </a:moveTo>
                <a:cubicBezTo>
                  <a:pt x="170888" y="216858"/>
                  <a:pt x="154930" y="200900"/>
                  <a:pt x="154930" y="181231"/>
                </a:cubicBezTo>
                <a:cubicBezTo>
                  <a:pt x="154930" y="161561"/>
                  <a:pt x="170888" y="145603"/>
                  <a:pt x="190558" y="145603"/>
                </a:cubicBezTo>
                <a:cubicBezTo>
                  <a:pt x="210227" y="145603"/>
                  <a:pt x="226062" y="161561"/>
                  <a:pt x="226185" y="181107"/>
                </a:cubicBezTo>
                <a:cubicBezTo>
                  <a:pt x="226309" y="200653"/>
                  <a:pt x="210598" y="216487"/>
                  <a:pt x="191176" y="216611"/>
                </a:cubicBezTo>
                <a:cubicBezTo>
                  <a:pt x="190805" y="216858"/>
                  <a:pt x="190682" y="216858"/>
                  <a:pt x="190558" y="216858"/>
                </a:cubicBezTo>
                <a:lnTo>
                  <a:pt x="190558" y="216858"/>
                </a:lnTo>
                <a:close/>
                <a:moveTo>
                  <a:pt x="451085" y="206219"/>
                </a:moveTo>
                <a:cubicBezTo>
                  <a:pt x="437353" y="206219"/>
                  <a:pt x="426096" y="217353"/>
                  <a:pt x="426096" y="231208"/>
                </a:cubicBezTo>
                <a:cubicBezTo>
                  <a:pt x="426096" y="244940"/>
                  <a:pt x="437229" y="256197"/>
                  <a:pt x="451085" y="256197"/>
                </a:cubicBezTo>
                <a:cubicBezTo>
                  <a:pt x="464816" y="256197"/>
                  <a:pt x="475950" y="245063"/>
                  <a:pt x="476073" y="231332"/>
                </a:cubicBezTo>
                <a:cubicBezTo>
                  <a:pt x="476073" y="217477"/>
                  <a:pt x="464816" y="206219"/>
                  <a:pt x="451085" y="206219"/>
                </a:cubicBezTo>
                <a:cubicBezTo>
                  <a:pt x="451085" y="206219"/>
                  <a:pt x="451085" y="206219"/>
                  <a:pt x="451085" y="206219"/>
                </a:cubicBezTo>
                <a:close/>
                <a:moveTo>
                  <a:pt x="451085" y="106388"/>
                </a:moveTo>
                <a:cubicBezTo>
                  <a:pt x="437353" y="106388"/>
                  <a:pt x="426219" y="117522"/>
                  <a:pt x="426219" y="131377"/>
                </a:cubicBezTo>
                <a:cubicBezTo>
                  <a:pt x="426219" y="145232"/>
                  <a:pt x="437353" y="156242"/>
                  <a:pt x="451208" y="156242"/>
                </a:cubicBezTo>
                <a:cubicBezTo>
                  <a:pt x="464940" y="156242"/>
                  <a:pt x="476073" y="145108"/>
                  <a:pt x="476073" y="131377"/>
                </a:cubicBezTo>
                <a:cubicBezTo>
                  <a:pt x="475950" y="117522"/>
                  <a:pt x="464816" y="106388"/>
                  <a:pt x="451085" y="106388"/>
                </a:cubicBezTo>
                <a:cubicBezTo>
                  <a:pt x="451085" y="106388"/>
                  <a:pt x="451085" y="106388"/>
                  <a:pt x="451085" y="106388"/>
                </a:cubicBezTo>
                <a:close/>
                <a:moveTo>
                  <a:pt x="401107" y="156242"/>
                </a:moveTo>
                <a:cubicBezTo>
                  <a:pt x="387376" y="156242"/>
                  <a:pt x="376242" y="167375"/>
                  <a:pt x="376242" y="181231"/>
                </a:cubicBezTo>
                <a:cubicBezTo>
                  <a:pt x="376242" y="194962"/>
                  <a:pt x="387376" y="206096"/>
                  <a:pt x="401231" y="206096"/>
                </a:cubicBezTo>
                <a:cubicBezTo>
                  <a:pt x="414962" y="206096"/>
                  <a:pt x="426096" y="194962"/>
                  <a:pt x="426096" y="181231"/>
                </a:cubicBezTo>
                <a:cubicBezTo>
                  <a:pt x="426096" y="167499"/>
                  <a:pt x="414838" y="156242"/>
                  <a:pt x="401107" y="156242"/>
                </a:cubicBezTo>
                <a:cubicBezTo>
                  <a:pt x="401107" y="156242"/>
                  <a:pt x="401107" y="156242"/>
                  <a:pt x="401107" y="156242"/>
                </a:cubicBezTo>
                <a:close/>
                <a:moveTo>
                  <a:pt x="500938" y="156242"/>
                </a:moveTo>
                <a:cubicBezTo>
                  <a:pt x="487207" y="156242"/>
                  <a:pt x="476073" y="167375"/>
                  <a:pt x="476073" y="181231"/>
                </a:cubicBezTo>
                <a:cubicBezTo>
                  <a:pt x="476073" y="195086"/>
                  <a:pt x="487207" y="206096"/>
                  <a:pt x="501062" y="206096"/>
                </a:cubicBezTo>
                <a:cubicBezTo>
                  <a:pt x="514794" y="206096"/>
                  <a:pt x="525927" y="194962"/>
                  <a:pt x="525927" y="181231"/>
                </a:cubicBezTo>
                <a:cubicBezTo>
                  <a:pt x="525927" y="167499"/>
                  <a:pt x="514794" y="156242"/>
                  <a:pt x="500938" y="156242"/>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5" name="Google Shape;2795;p95"/>
          <p:cNvSpPr/>
          <p:nvPr/>
        </p:nvSpPr>
        <p:spPr>
          <a:xfrm>
            <a:off x="4929213" y="3738168"/>
            <a:ext cx="228476" cy="191468"/>
          </a:xfrm>
          <a:custGeom>
            <a:rect b="b" l="l" r="r" t="t"/>
            <a:pathLst>
              <a:path extrusionOk="0" h="547052" w="652790">
                <a:moveTo>
                  <a:pt x="456056" y="308102"/>
                </a:moveTo>
                <a:lnTo>
                  <a:pt x="250744" y="194055"/>
                </a:lnTo>
                <a:cubicBezTo>
                  <a:pt x="243373" y="189900"/>
                  <a:pt x="233992" y="192581"/>
                  <a:pt x="229837" y="199952"/>
                </a:cubicBezTo>
                <a:cubicBezTo>
                  <a:pt x="228497" y="202230"/>
                  <a:pt x="227827" y="204776"/>
                  <a:pt x="227961" y="207456"/>
                </a:cubicBezTo>
                <a:lnTo>
                  <a:pt x="227961" y="440510"/>
                </a:lnTo>
                <a:cubicBezTo>
                  <a:pt x="227961" y="448953"/>
                  <a:pt x="234796" y="455788"/>
                  <a:pt x="243239" y="455788"/>
                </a:cubicBezTo>
                <a:cubicBezTo>
                  <a:pt x="245919" y="455788"/>
                  <a:pt x="248599" y="455118"/>
                  <a:pt x="251012" y="453643"/>
                </a:cubicBezTo>
                <a:lnTo>
                  <a:pt x="456324" y="334637"/>
                </a:lnTo>
                <a:cubicBezTo>
                  <a:pt x="463695" y="330349"/>
                  <a:pt x="466107" y="320968"/>
                  <a:pt x="461952" y="313731"/>
                </a:cubicBezTo>
                <a:cubicBezTo>
                  <a:pt x="460478" y="311453"/>
                  <a:pt x="458468" y="309442"/>
                  <a:pt x="456056" y="308102"/>
                </a:cubicBezTo>
                <a:lnTo>
                  <a:pt x="456056" y="308102"/>
                </a:lnTo>
                <a:close/>
                <a:moveTo>
                  <a:pt x="258650" y="413975"/>
                </a:moveTo>
                <a:lnTo>
                  <a:pt x="258650" y="233590"/>
                </a:lnTo>
                <a:lnTo>
                  <a:pt x="417593" y="321906"/>
                </a:lnTo>
                <a:lnTo>
                  <a:pt x="258650" y="413975"/>
                </a:lnTo>
                <a:close/>
                <a:moveTo>
                  <a:pt x="94079" y="100110"/>
                </a:moveTo>
                <a:cubicBezTo>
                  <a:pt x="102388" y="100110"/>
                  <a:pt x="109089" y="93409"/>
                  <a:pt x="109089" y="85100"/>
                </a:cubicBezTo>
                <a:cubicBezTo>
                  <a:pt x="109089" y="76791"/>
                  <a:pt x="102388" y="70090"/>
                  <a:pt x="94079" y="70090"/>
                </a:cubicBezTo>
                <a:cubicBezTo>
                  <a:pt x="85770" y="70090"/>
                  <a:pt x="79069" y="76791"/>
                  <a:pt x="79069" y="84966"/>
                </a:cubicBezTo>
                <a:cubicBezTo>
                  <a:pt x="79069" y="93409"/>
                  <a:pt x="85770" y="100110"/>
                  <a:pt x="94079" y="100110"/>
                </a:cubicBezTo>
                <a:cubicBezTo>
                  <a:pt x="94079" y="100110"/>
                  <a:pt x="94079" y="100110"/>
                  <a:pt x="94079" y="100110"/>
                </a:cubicBezTo>
                <a:close/>
                <a:moveTo>
                  <a:pt x="153984" y="100110"/>
                </a:moveTo>
                <a:cubicBezTo>
                  <a:pt x="162293" y="100110"/>
                  <a:pt x="168860" y="93409"/>
                  <a:pt x="168860" y="85100"/>
                </a:cubicBezTo>
                <a:cubicBezTo>
                  <a:pt x="168860" y="76791"/>
                  <a:pt x="162159" y="70224"/>
                  <a:pt x="153850" y="70224"/>
                </a:cubicBezTo>
                <a:cubicBezTo>
                  <a:pt x="145675" y="70224"/>
                  <a:pt x="138974" y="76925"/>
                  <a:pt x="138974" y="85100"/>
                </a:cubicBezTo>
                <a:cubicBezTo>
                  <a:pt x="138974" y="93409"/>
                  <a:pt x="145675" y="100110"/>
                  <a:pt x="153984" y="100110"/>
                </a:cubicBezTo>
                <a:cubicBezTo>
                  <a:pt x="153850" y="100110"/>
                  <a:pt x="153984" y="100110"/>
                  <a:pt x="153984" y="100110"/>
                </a:cubicBezTo>
                <a:close/>
                <a:moveTo>
                  <a:pt x="213755" y="100110"/>
                </a:moveTo>
                <a:cubicBezTo>
                  <a:pt x="222064" y="100110"/>
                  <a:pt x="228765" y="93409"/>
                  <a:pt x="228765" y="85100"/>
                </a:cubicBezTo>
                <a:cubicBezTo>
                  <a:pt x="228765" y="76791"/>
                  <a:pt x="222064" y="70090"/>
                  <a:pt x="213755" y="70090"/>
                </a:cubicBezTo>
                <a:cubicBezTo>
                  <a:pt x="205446" y="70090"/>
                  <a:pt x="198745" y="76791"/>
                  <a:pt x="198745" y="84966"/>
                </a:cubicBezTo>
                <a:cubicBezTo>
                  <a:pt x="198745" y="93409"/>
                  <a:pt x="205446" y="100110"/>
                  <a:pt x="213755" y="100110"/>
                </a:cubicBezTo>
                <a:cubicBezTo>
                  <a:pt x="213755" y="100110"/>
                  <a:pt x="213755" y="100110"/>
                  <a:pt x="213755" y="100110"/>
                </a:cubicBezTo>
                <a:close/>
                <a:moveTo>
                  <a:pt x="627194" y="0"/>
                </a:moveTo>
                <a:lnTo>
                  <a:pt x="25597" y="0"/>
                </a:lnTo>
                <a:cubicBezTo>
                  <a:pt x="11525" y="0"/>
                  <a:pt x="0" y="11391"/>
                  <a:pt x="0" y="25597"/>
                </a:cubicBezTo>
                <a:lnTo>
                  <a:pt x="0" y="521455"/>
                </a:lnTo>
                <a:cubicBezTo>
                  <a:pt x="0" y="535527"/>
                  <a:pt x="11391" y="547052"/>
                  <a:pt x="25597" y="547052"/>
                </a:cubicBezTo>
                <a:lnTo>
                  <a:pt x="627194" y="547052"/>
                </a:lnTo>
                <a:cubicBezTo>
                  <a:pt x="641266" y="547052"/>
                  <a:pt x="652791" y="535661"/>
                  <a:pt x="652791" y="521455"/>
                </a:cubicBezTo>
                <a:lnTo>
                  <a:pt x="652791" y="25597"/>
                </a:lnTo>
                <a:cubicBezTo>
                  <a:pt x="652791" y="11525"/>
                  <a:pt x="641400" y="0"/>
                  <a:pt x="627194" y="0"/>
                </a:cubicBezTo>
                <a:close/>
                <a:moveTo>
                  <a:pt x="601731" y="51194"/>
                </a:moveTo>
                <a:lnTo>
                  <a:pt x="601731" y="120480"/>
                </a:lnTo>
                <a:lnTo>
                  <a:pt x="51194" y="120480"/>
                </a:lnTo>
                <a:lnTo>
                  <a:pt x="51194" y="51194"/>
                </a:lnTo>
                <a:lnTo>
                  <a:pt x="601731" y="51194"/>
                </a:lnTo>
                <a:close/>
                <a:moveTo>
                  <a:pt x="51194" y="495858"/>
                </a:moveTo>
                <a:lnTo>
                  <a:pt x="51194" y="153046"/>
                </a:lnTo>
                <a:lnTo>
                  <a:pt x="601731" y="153046"/>
                </a:lnTo>
                <a:lnTo>
                  <a:pt x="601731" y="495858"/>
                </a:lnTo>
                <a:lnTo>
                  <a:pt x="51194" y="495858"/>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6" name="Google Shape;2796;p95"/>
          <p:cNvSpPr/>
          <p:nvPr/>
        </p:nvSpPr>
        <p:spPr>
          <a:xfrm>
            <a:off x="8066055" y="3755016"/>
            <a:ext cx="259178" cy="192426"/>
          </a:xfrm>
          <a:custGeom>
            <a:rect b="b" l="l" r="r" t="t"/>
            <a:pathLst>
              <a:path extrusionOk="0" h="565959" w="740509">
                <a:moveTo>
                  <a:pt x="712304" y="0"/>
                </a:moveTo>
                <a:lnTo>
                  <a:pt x="284650" y="0"/>
                </a:lnTo>
                <a:cubicBezTo>
                  <a:pt x="269186" y="0"/>
                  <a:pt x="256568" y="12618"/>
                  <a:pt x="256568" y="28081"/>
                </a:cubicBezTo>
                <a:lnTo>
                  <a:pt x="256568" y="157231"/>
                </a:lnTo>
                <a:lnTo>
                  <a:pt x="28081" y="157231"/>
                </a:lnTo>
                <a:cubicBezTo>
                  <a:pt x="12618" y="157231"/>
                  <a:pt x="0" y="169726"/>
                  <a:pt x="0" y="185313"/>
                </a:cubicBezTo>
                <a:cubicBezTo>
                  <a:pt x="0" y="185313"/>
                  <a:pt x="0" y="185313"/>
                  <a:pt x="0" y="185313"/>
                </a:cubicBezTo>
                <a:lnTo>
                  <a:pt x="0" y="537878"/>
                </a:lnTo>
                <a:cubicBezTo>
                  <a:pt x="0" y="553341"/>
                  <a:pt x="12618" y="565959"/>
                  <a:pt x="28081" y="565959"/>
                </a:cubicBezTo>
                <a:cubicBezTo>
                  <a:pt x="28081" y="565959"/>
                  <a:pt x="28081" y="565959"/>
                  <a:pt x="28081" y="565959"/>
                </a:cubicBezTo>
                <a:lnTo>
                  <a:pt x="455860" y="565959"/>
                </a:lnTo>
                <a:cubicBezTo>
                  <a:pt x="471323" y="565959"/>
                  <a:pt x="483941" y="553465"/>
                  <a:pt x="483941" y="537878"/>
                </a:cubicBezTo>
                <a:cubicBezTo>
                  <a:pt x="483941" y="537878"/>
                  <a:pt x="483941" y="537878"/>
                  <a:pt x="483941" y="537878"/>
                </a:cubicBezTo>
                <a:lnTo>
                  <a:pt x="483941" y="408728"/>
                </a:lnTo>
                <a:lnTo>
                  <a:pt x="712428" y="408728"/>
                </a:lnTo>
                <a:cubicBezTo>
                  <a:pt x="727891" y="408728"/>
                  <a:pt x="740509" y="396109"/>
                  <a:pt x="740509" y="380646"/>
                </a:cubicBezTo>
                <a:lnTo>
                  <a:pt x="740509" y="28081"/>
                </a:lnTo>
                <a:cubicBezTo>
                  <a:pt x="740386" y="12618"/>
                  <a:pt x="727891" y="0"/>
                  <a:pt x="712304" y="0"/>
                </a:cubicBezTo>
                <a:close/>
                <a:moveTo>
                  <a:pt x="312731" y="56163"/>
                </a:moveTo>
                <a:lnTo>
                  <a:pt x="684346" y="56163"/>
                </a:lnTo>
                <a:lnTo>
                  <a:pt x="684346" y="86347"/>
                </a:lnTo>
                <a:lnTo>
                  <a:pt x="312731" y="86347"/>
                </a:lnTo>
                <a:lnTo>
                  <a:pt x="312731" y="56163"/>
                </a:lnTo>
                <a:close/>
                <a:moveTo>
                  <a:pt x="427778" y="509796"/>
                </a:moveTo>
                <a:lnTo>
                  <a:pt x="427778" y="509796"/>
                </a:lnTo>
                <a:lnTo>
                  <a:pt x="56163" y="509796"/>
                </a:lnTo>
                <a:lnTo>
                  <a:pt x="56163" y="509796"/>
                </a:lnTo>
                <a:lnTo>
                  <a:pt x="56163" y="285144"/>
                </a:lnTo>
                <a:lnTo>
                  <a:pt x="427778" y="285144"/>
                </a:lnTo>
                <a:lnTo>
                  <a:pt x="427778" y="509796"/>
                </a:lnTo>
                <a:close/>
                <a:moveTo>
                  <a:pt x="427778" y="243703"/>
                </a:moveTo>
                <a:lnTo>
                  <a:pt x="56163" y="243703"/>
                </a:lnTo>
                <a:lnTo>
                  <a:pt x="56163" y="213518"/>
                </a:lnTo>
                <a:lnTo>
                  <a:pt x="427778" y="213518"/>
                </a:lnTo>
                <a:lnTo>
                  <a:pt x="427778" y="243703"/>
                </a:lnTo>
                <a:close/>
                <a:moveTo>
                  <a:pt x="684346" y="352565"/>
                </a:moveTo>
                <a:lnTo>
                  <a:pt x="684346" y="352565"/>
                </a:lnTo>
                <a:lnTo>
                  <a:pt x="483941" y="352565"/>
                </a:lnTo>
                <a:lnTo>
                  <a:pt x="483941" y="185437"/>
                </a:lnTo>
                <a:cubicBezTo>
                  <a:pt x="483941" y="185189"/>
                  <a:pt x="483941" y="184942"/>
                  <a:pt x="483941" y="184694"/>
                </a:cubicBezTo>
                <a:cubicBezTo>
                  <a:pt x="483941" y="184447"/>
                  <a:pt x="483941" y="184200"/>
                  <a:pt x="483941" y="183952"/>
                </a:cubicBezTo>
                <a:cubicBezTo>
                  <a:pt x="483941" y="183705"/>
                  <a:pt x="483941" y="183457"/>
                  <a:pt x="483941" y="183210"/>
                </a:cubicBezTo>
                <a:cubicBezTo>
                  <a:pt x="483941" y="182962"/>
                  <a:pt x="483941" y="182715"/>
                  <a:pt x="483941" y="182468"/>
                </a:cubicBezTo>
                <a:cubicBezTo>
                  <a:pt x="483941" y="182220"/>
                  <a:pt x="483941" y="181973"/>
                  <a:pt x="483818" y="181849"/>
                </a:cubicBezTo>
                <a:cubicBezTo>
                  <a:pt x="483818" y="181602"/>
                  <a:pt x="483818" y="181354"/>
                  <a:pt x="483694" y="181107"/>
                </a:cubicBezTo>
                <a:cubicBezTo>
                  <a:pt x="483694" y="180859"/>
                  <a:pt x="483570" y="180736"/>
                  <a:pt x="483570" y="180488"/>
                </a:cubicBezTo>
                <a:cubicBezTo>
                  <a:pt x="483570" y="180241"/>
                  <a:pt x="483447" y="179994"/>
                  <a:pt x="483447" y="179746"/>
                </a:cubicBezTo>
                <a:cubicBezTo>
                  <a:pt x="483447" y="179499"/>
                  <a:pt x="483323" y="179375"/>
                  <a:pt x="483323" y="179128"/>
                </a:cubicBezTo>
                <a:cubicBezTo>
                  <a:pt x="483323" y="178880"/>
                  <a:pt x="483199" y="178633"/>
                  <a:pt x="483199" y="178385"/>
                </a:cubicBezTo>
                <a:cubicBezTo>
                  <a:pt x="483199" y="178138"/>
                  <a:pt x="483075" y="178014"/>
                  <a:pt x="483075" y="177767"/>
                </a:cubicBezTo>
                <a:cubicBezTo>
                  <a:pt x="482952" y="177519"/>
                  <a:pt x="482952" y="177272"/>
                  <a:pt x="482828" y="177025"/>
                </a:cubicBezTo>
                <a:cubicBezTo>
                  <a:pt x="482704" y="176777"/>
                  <a:pt x="482704" y="176653"/>
                  <a:pt x="482581" y="176406"/>
                </a:cubicBezTo>
                <a:cubicBezTo>
                  <a:pt x="482457" y="176159"/>
                  <a:pt x="482457" y="175911"/>
                  <a:pt x="482333" y="175787"/>
                </a:cubicBezTo>
                <a:cubicBezTo>
                  <a:pt x="482209" y="175540"/>
                  <a:pt x="482209" y="175416"/>
                  <a:pt x="482086" y="175169"/>
                </a:cubicBezTo>
                <a:cubicBezTo>
                  <a:pt x="481962" y="174922"/>
                  <a:pt x="481962" y="174798"/>
                  <a:pt x="481838" y="174550"/>
                </a:cubicBezTo>
                <a:cubicBezTo>
                  <a:pt x="481715" y="174303"/>
                  <a:pt x="481591" y="174179"/>
                  <a:pt x="481591" y="173932"/>
                </a:cubicBezTo>
                <a:cubicBezTo>
                  <a:pt x="481467" y="173684"/>
                  <a:pt x="481467" y="173561"/>
                  <a:pt x="481343" y="173313"/>
                </a:cubicBezTo>
                <a:cubicBezTo>
                  <a:pt x="481220" y="173066"/>
                  <a:pt x="481096" y="172942"/>
                  <a:pt x="480972" y="172695"/>
                </a:cubicBezTo>
                <a:cubicBezTo>
                  <a:pt x="480849" y="172447"/>
                  <a:pt x="480725" y="172324"/>
                  <a:pt x="480725" y="172076"/>
                </a:cubicBezTo>
                <a:cubicBezTo>
                  <a:pt x="480601" y="171829"/>
                  <a:pt x="480478" y="171581"/>
                  <a:pt x="480354" y="171458"/>
                </a:cubicBezTo>
                <a:cubicBezTo>
                  <a:pt x="480230" y="171334"/>
                  <a:pt x="480106" y="171087"/>
                  <a:pt x="480106" y="170963"/>
                </a:cubicBezTo>
                <a:cubicBezTo>
                  <a:pt x="479983" y="170715"/>
                  <a:pt x="479859" y="170468"/>
                  <a:pt x="479735" y="170344"/>
                </a:cubicBezTo>
                <a:cubicBezTo>
                  <a:pt x="479612" y="170221"/>
                  <a:pt x="479488" y="169973"/>
                  <a:pt x="479364" y="169850"/>
                </a:cubicBezTo>
                <a:cubicBezTo>
                  <a:pt x="479240" y="169602"/>
                  <a:pt x="479117" y="169478"/>
                  <a:pt x="478993" y="169231"/>
                </a:cubicBezTo>
                <a:cubicBezTo>
                  <a:pt x="478869" y="169107"/>
                  <a:pt x="478746" y="168860"/>
                  <a:pt x="478622" y="168736"/>
                </a:cubicBezTo>
                <a:cubicBezTo>
                  <a:pt x="478498" y="168489"/>
                  <a:pt x="478374" y="168365"/>
                  <a:pt x="478127" y="168118"/>
                </a:cubicBezTo>
                <a:cubicBezTo>
                  <a:pt x="478003" y="167994"/>
                  <a:pt x="477880" y="167747"/>
                  <a:pt x="477756" y="167623"/>
                </a:cubicBezTo>
                <a:cubicBezTo>
                  <a:pt x="477632" y="167499"/>
                  <a:pt x="477509" y="167252"/>
                  <a:pt x="477261" y="167128"/>
                </a:cubicBezTo>
                <a:cubicBezTo>
                  <a:pt x="477137" y="167004"/>
                  <a:pt x="477014" y="166757"/>
                  <a:pt x="476890" y="166633"/>
                </a:cubicBezTo>
                <a:cubicBezTo>
                  <a:pt x="476766" y="166509"/>
                  <a:pt x="476519" y="166262"/>
                  <a:pt x="476395" y="166138"/>
                </a:cubicBezTo>
                <a:cubicBezTo>
                  <a:pt x="476272" y="166015"/>
                  <a:pt x="476148" y="165767"/>
                  <a:pt x="475900" y="165644"/>
                </a:cubicBezTo>
                <a:cubicBezTo>
                  <a:pt x="475777" y="165520"/>
                  <a:pt x="475529" y="165272"/>
                  <a:pt x="475406" y="165149"/>
                </a:cubicBezTo>
                <a:cubicBezTo>
                  <a:pt x="475282" y="165025"/>
                  <a:pt x="475158" y="164901"/>
                  <a:pt x="474911" y="164654"/>
                </a:cubicBezTo>
                <a:cubicBezTo>
                  <a:pt x="474787" y="164530"/>
                  <a:pt x="474540" y="164406"/>
                  <a:pt x="474416" y="164283"/>
                </a:cubicBezTo>
                <a:cubicBezTo>
                  <a:pt x="474292" y="164159"/>
                  <a:pt x="474045" y="164035"/>
                  <a:pt x="473921" y="163788"/>
                </a:cubicBezTo>
                <a:cubicBezTo>
                  <a:pt x="473797" y="163664"/>
                  <a:pt x="473550" y="163541"/>
                  <a:pt x="473426" y="163417"/>
                </a:cubicBezTo>
                <a:cubicBezTo>
                  <a:pt x="473179" y="163293"/>
                  <a:pt x="473055" y="163169"/>
                  <a:pt x="472808" y="162922"/>
                </a:cubicBezTo>
                <a:cubicBezTo>
                  <a:pt x="472684" y="162798"/>
                  <a:pt x="472437" y="162675"/>
                  <a:pt x="472313" y="162551"/>
                </a:cubicBezTo>
                <a:cubicBezTo>
                  <a:pt x="472065" y="162427"/>
                  <a:pt x="471942" y="162303"/>
                  <a:pt x="471694" y="162180"/>
                </a:cubicBezTo>
                <a:cubicBezTo>
                  <a:pt x="471447" y="162056"/>
                  <a:pt x="471323" y="161932"/>
                  <a:pt x="471076" y="161809"/>
                </a:cubicBezTo>
                <a:cubicBezTo>
                  <a:pt x="470952" y="161685"/>
                  <a:pt x="470705" y="161561"/>
                  <a:pt x="470581" y="161437"/>
                </a:cubicBezTo>
                <a:cubicBezTo>
                  <a:pt x="470334" y="161314"/>
                  <a:pt x="470210" y="161190"/>
                  <a:pt x="469962" y="161066"/>
                </a:cubicBezTo>
                <a:cubicBezTo>
                  <a:pt x="469715" y="160943"/>
                  <a:pt x="469591" y="160819"/>
                  <a:pt x="469344" y="160695"/>
                </a:cubicBezTo>
                <a:cubicBezTo>
                  <a:pt x="469096" y="160572"/>
                  <a:pt x="468973" y="160448"/>
                  <a:pt x="468725" y="160324"/>
                </a:cubicBezTo>
                <a:cubicBezTo>
                  <a:pt x="468478" y="160200"/>
                  <a:pt x="468354" y="160077"/>
                  <a:pt x="468107" y="160077"/>
                </a:cubicBezTo>
                <a:cubicBezTo>
                  <a:pt x="467859" y="159953"/>
                  <a:pt x="467736" y="159829"/>
                  <a:pt x="467488" y="159829"/>
                </a:cubicBezTo>
                <a:cubicBezTo>
                  <a:pt x="467241" y="159706"/>
                  <a:pt x="467117" y="159706"/>
                  <a:pt x="466870" y="159582"/>
                </a:cubicBezTo>
                <a:cubicBezTo>
                  <a:pt x="466622" y="159458"/>
                  <a:pt x="466375" y="159458"/>
                  <a:pt x="466251" y="159334"/>
                </a:cubicBezTo>
                <a:cubicBezTo>
                  <a:pt x="466004" y="159211"/>
                  <a:pt x="465880" y="159211"/>
                  <a:pt x="465633" y="159087"/>
                </a:cubicBezTo>
                <a:cubicBezTo>
                  <a:pt x="465385" y="158963"/>
                  <a:pt x="465138" y="158963"/>
                  <a:pt x="464890" y="158840"/>
                </a:cubicBezTo>
                <a:cubicBezTo>
                  <a:pt x="464643" y="158716"/>
                  <a:pt x="464519" y="158716"/>
                  <a:pt x="464272" y="158592"/>
                </a:cubicBezTo>
                <a:cubicBezTo>
                  <a:pt x="464025" y="158469"/>
                  <a:pt x="463777" y="158469"/>
                  <a:pt x="463530" y="158345"/>
                </a:cubicBezTo>
                <a:cubicBezTo>
                  <a:pt x="463282" y="158345"/>
                  <a:pt x="463159" y="158221"/>
                  <a:pt x="462911" y="158221"/>
                </a:cubicBezTo>
                <a:cubicBezTo>
                  <a:pt x="462664" y="158097"/>
                  <a:pt x="462416" y="158097"/>
                  <a:pt x="462169" y="158097"/>
                </a:cubicBezTo>
                <a:cubicBezTo>
                  <a:pt x="461921" y="158097"/>
                  <a:pt x="461798" y="157974"/>
                  <a:pt x="461550" y="157974"/>
                </a:cubicBezTo>
                <a:cubicBezTo>
                  <a:pt x="461303" y="157974"/>
                  <a:pt x="461056" y="157850"/>
                  <a:pt x="460808" y="157850"/>
                </a:cubicBezTo>
                <a:cubicBezTo>
                  <a:pt x="460561" y="157850"/>
                  <a:pt x="460437" y="157726"/>
                  <a:pt x="460190" y="157726"/>
                </a:cubicBezTo>
                <a:cubicBezTo>
                  <a:pt x="459942" y="157726"/>
                  <a:pt x="459695" y="157603"/>
                  <a:pt x="459447" y="157603"/>
                </a:cubicBezTo>
                <a:cubicBezTo>
                  <a:pt x="459200" y="157603"/>
                  <a:pt x="459076" y="157603"/>
                  <a:pt x="458829" y="157479"/>
                </a:cubicBezTo>
                <a:cubicBezTo>
                  <a:pt x="458581" y="157479"/>
                  <a:pt x="458334" y="157479"/>
                  <a:pt x="457963" y="157355"/>
                </a:cubicBezTo>
                <a:cubicBezTo>
                  <a:pt x="457715" y="157355"/>
                  <a:pt x="457592" y="157355"/>
                  <a:pt x="457344" y="157355"/>
                </a:cubicBezTo>
                <a:cubicBezTo>
                  <a:pt x="457097" y="157355"/>
                  <a:pt x="456850" y="157355"/>
                  <a:pt x="456478" y="157355"/>
                </a:cubicBezTo>
                <a:cubicBezTo>
                  <a:pt x="456231" y="157355"/>
                  <a:pt x="456107" y="157355"/>
                  <a:pt x="455860" y="157355"/>
                </a:cubicBezTo>
                <a:cubicBezTo>
                  <a:pt x="455860" y="157355"/>
                  <a:pt x="455860" y="157355"/>
                  <a:pt x="455860" y="157355"/>
                </a:cubicBezTo>
                <a:lnTo>
                  <a:pt x="312731" y="157355"/>
                </a:lnTo>
                <a:lnTo>
                  <a:pt x="312731" y="157355"/>
                </a:lnTo>
                <a:lnTo>
                  <a:pt x="312731" y="127913"/>
                </a:lnTo>
                <a:lnTo>
                  <a:pt x="684346" y="127913"/>
                </a:lnTo>
                <a:lnTo>
                  <a:pt x="684346" y="127913"/>
                </a:lnTo>
                <a:lnTo>
                  <a:pt x="684346" y="352565"/>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7" name="Google Shape;2797;p95"/>
          <p:cNvSpPr/>
          <p:nvPr/>
        </p:nvSpPr>
        <p:spPr>
          <a:xfrm>
            <a:off x="7433400" y="3737973"/>
            <a:ext cx="193003" cy="192992"/>
          </a:xfrm>
          <a:custGeom>
            <a:rect b="b" l="l" r="r" t="t"/>
            <a:pathLst>
              <a:path extrusionOk="0" h="632760" w="632797">
                <a:moveTo>
                  <a:pt x="316380" y="0"/>
                </a:moveTo>
                <a:cubicBezTo>
                  <a:pt x="141954" y="0"/>
                  <a:pt x="0" y="141929"/>
                  <a:pt x="0" y="316380"/>
                </a:cubicBezTo>
                <a:cubicBezTo>
                  <a:pt x="21" y="385079"/>
                  <a:pt x="22551" y="451878"/>
                  <a:pt x="64142" y="506555"/>
                </a:cubicBezTo>
                <a:lnTo>
                  <a:pt x="64142" y="508621"/>
                </a:lnTo>
                <a:cubicBezTo>
                  <a:pt x="63523" y="510501"/>
                  <a:pt x="68497" y="515326"/>
                  <a:pt x="75721" y="521189"/>
                </a:cubicBezTo>
                <a:cubicBezTo>
                  <a:pt x="133789" y="589340"/>
                  <a:pt x="220087" y="632761"/>
                  <a:pt x="316417" y="632761"/>
                </a:cubicBezTo>
                <a:cubicBezTo>
                  <a:pt x="490844" y="632761"/>
                  <a:pt x="632798" y="490832"/>
                  <a:pt x="632798" y="316380"/>
                </a:cubicBezTo>
                <a:cubicBezTo>
                  <a:pt x="632798" y="141929"/>
                  <a:pt x="490832" y="0"/>
                  <a:pt x="316380" y="0"/>
                </a:cubicBezTo>
                <a:close/>
                <a:moveTo>
                  <a:pt x="393982" y="58674"/>
                </a:moveTo>
                <a:cubicBezTo>
                  <a:pt x="464983" y="80276"/>
                  <a:pt x="523974" y="130129"/>
                  <a:pt x="557114" y="196533"/>
                </a:cubicBezTo>
                <a:cubicBezTo>
                  <a:pt x="533078" y="188096"/>
                  <a:pt x="503722" y="182826"/>
                  <a:pt x="468478" y="180451"/>
                </a:cubicBezTo>
                <a:lnTo>
                  <a:pt x="393920" y="101019"/>
                </a:lnTo>
                <a:cubicBezTo>
                  <a:pt x="394786" y="90566"/>
                  <a:pt x="394551" y="74212"/>
                  <a:pt x="393982" y="58674"/>
                </a:cubicBezTo>
                <a:close/>
                <a:moveTo>
                  <a:pt x="316380" y="47157"/>
                </a:moveTo>
                <a:cubicBezTo>
                  <a:pt x="332819" y="47213"/>
                  <a:pt x="349217" y="48781"/>
                  <a:pt x="365368" y="51846"/>
                </a:cubicBezTo>
                <a:cubicBezTo>
                  <a:pt x="366098" y="68435"/>
                  <a:pt x="366506" y="85135"/>
                  <a:pt x="365987" y="95143"/>
                </a:cubicBezTo>
                <a:lnTo>
                  <a:pt x="268939" y="137030"/>
                </a:lnTo>
                <a:cubicBezTo>
                  <a:pt x="231245" y="117385"/>
                  <a:pt x="187107" y="111138"/>
                  <a:pt x="145096" y="108825"/>
                </a:cubicBezTo>
                <a:cubicBezTo>
                  <a:pt x="193244" y="68908"/>
                  <a:pt x="253838" y="47093"/>
                  <a:pt x="316380" y="47157"/>
                </a:cubicBezTo>
                <a:close/>
                <a:moveTo>
                  <a:pt x="64216" y="409841"/>
                </a:moveTo>
                <a:cubicBezTo>
                  <a:pt x="53010" y="379952"/>
                  <a:pt x="47233" y="348302"/>
                  <a:pt x="47157" y="316380"/>
                </a:cubicBezTo>
                <a:cubicBezTo>
                  <a:pt x="47157" y="313077"/>
                  <a:pt x="47528" y="309873"/>
                  <a:pt x="47652" y="306595"/>
                </a:cubicBezTo>
                <a:cubicBezTo>
                  <a:pt x="53506" y="329261"/>
                  <a:pt x="61120" y="351434"/>
                  <a:pt x="70426" y="372914"/>
                </a:cubicBezTo>
                <a:lnTo>
                  <a:pt x="71663" y="375389"/>
                </a:lnTo>
                <a:close/>
                <a:moveTo>
                  <a:pt x="63375" y="225233"/>
                </a:moveTo>
                <a:cubicBezTo>
                  <a:pt x="67153" y="214750"/>
                  <a:pt x="71569" y="204509"/>
                  <a:pt x="76599" y="194566"/>
                </a:cubicBezTo>
                <a:lnTo>
                  <a:pt x="130103" y="136424"/>
                </a:lnTo>
                <a:cubicBezTo>
                  <a:pt x="175491" y="138193"/>
                  <a:pt x="224627" y="143314"/>
                  <a:pt x="262605" y="165705"/>
                </a:cubicBezTo>
                <a:lnTo>
                  <a:pt x="270027" y="262556"/>
                </a:lnTo>
                <a:lnTo>
                  <a:pt x="159842" y="372754"/>
                </a:lnTo>
                <a:cubicBezTo>
                  <a:pt x="140234" y="367088"/>
                  <a:pt x="111720" y="359010"/>
                  <a:pt x="93547" y="354705"/>
                </a:cubicBezTo>
                <a:cubicBezTo>
                  <a:pt x="76030" y="312125"/>
                  <a:pt x="65651" y="267293"/>
                  <a:pt x="63375" y="225233"/>
                </a:cubicBezTo>
                <a:close/>
                <a:moveTo>
                  <a:pt x="316380" y="585591"/>
                </a:moveTo>
                <a:cubicBezTo>
                  <a:pt x="260161" y="585590"/>
                  <a:pt x="205371" y="567864"/>
                  <a:pt x="159805" y="534933"/>
                </a:cubicBezTo>
                <a:lnTo>
                  <a:pt x="203906" y="511540"/>
                </a:lnTo>
                <a:cubicBezTo>
                  <a:pt x="244395" y="529515"/>
                  <a:pt x="326512" y="544719"/>
                  <a:pt x="367323" y="545325"/>
                </a:cubicBezTo>
                <a:lnTo>
                  <a:pt x="392856" y="574371"/>
                </a:lnTo>
                <a:cubicBezTo>
                  <a:pt x="368040" y="581787"/>
                  <a:pt x="342281" y="585567"/>
                  <a:pt x="316380" y="585591"/>
                </a:cubicBezTo>
                <a:close/>
                <a:moveTo>
                  <a:pt x="377714" y="516687"/>
                </a:moveTo>
                <a:lnTo>
                  <a:pt x="376477" y="516872"/>
                </a:lnTo>
                <a:cubicBezTo>
                  <a:pt x="345414" y="519346"/>
                  <a:pt x="260193" y="503809"/>
                  <a:pt x="220607" y="488024"/>
                </a:cubicBezTo>
                <a:lnTo>
                  <a:pt x="184422" y="388093"/>
                </a:lnTo>
                <a:lnTo>
                  <a:pt x="292641" y="279862"/>
                </a:lnTo>
                <a:lnTo>
                  <a:pt x="393969" y="295561"/>
                </a:lnTo>
                <a:cubicBezTo>
                  <a:pt x="424080" y="338598"/>
                  <a:pt x="451159" y="401293"/>
                  <a:pt x="451852" y="440941"/>
                </a:cubicBezTo>
                <a:close/>
                <a:moveTo>
                  <a:pt x="480304" y="433803"/>
                </a:moveTo>
                <a:cubicBezTo>
                  <a:pt x="477051" y="388996"/>
                  <a:pt x="451035" y="331374"/>
                  <a:pt x="424636" y="290179"/>
                </a:cubicBezTo>
                <a:lnTo>
                  <a:pt x="468453" y="208817"/>
                </a:lnTo>
                <a:cubicBezTo>
                  <a:pt x="514843" y="212058"/>
                  <a:pt x="548999" y="220495"/>
                  <a:pt x="572911" y="234796"/>
                </a:cubicBezTo>
                <a:cubicBezTo>
                  <a:pt x="595065" y="304222"/>
                  <a:pt x="588032" y="379675"/>
                  <a:pt x="553427" y="443811"/>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8" name="Google Shape;2798;p95"/>
          <p:cNvSpPr/>
          <p:nvPr/>
        </p:nvSpPr>
        <p:spPr>
          <a:xfrm>
            <a:off x="6802484" y="3724529"/>
            <a:ext cx="153885" cy="219452"/>
          </a:xfrm>
          <a:custGeom>
            <a:rect b="b" l="l" r="r" t="t"/>
            <a:pathLst>
              <a:path extrusionOk="0" h="660007" w="462813">
                <a:moveTo>
                  <a:pt x="326911" y="46143"/>
                </a:moveTo>
                <a:cubicBezTo>
                  <a:pt x="332107" y="40329"/>
                  <a:pt x="341014" y="39834"/>
                  <a:pt x="346952" y="45030"/>
                </a:cubicBezTo>
                <a:cubicBezTo>
                  <a:pt x="348189" y="46143"/>
                  <a:pt x="349426" y="47380"/>
                  <a:pt x="350787" y="48493"/>
                </a:cubicBezTo>
                <a:cubicBezTo>
                  <a:pt x="420310" y="114305"/>
                  <a:pt x="423155" y="224033"/>
                  <a:pt x="357343" y="293433"/>
                </a:cubicBezTo>
                <a:cubicBezTo>
                  <a:pt x="352024" y="299124"/>
                  <a:pt x="342993" y="299371"/>
                  <a:pt x="337303" y="293928"/>
                </a:cubicBezTo>
                <a:cubicBezTo>
                  <a:pt x="331612" y="288608"/>
                  <a:pt x="331365" y="279578"/>
                  <a:pt x="336808" y="273887"/>
                </a:cubicBezTo>
                <a:cubicBezTo>
                  <a:pt x="362415" y="247043"/>
                  <a:pt x="376641" y="211292"/>
                  <a:pt x="376518" y="174180"/>
                </a:cubicBezTo>
                <a:cubicBezTo>
                  <a:pt x="376518" y="132861"/>
                  <a:pt x="358828" y="93523"/>
                  <a:pt x="328148" y="66060"/>
                </a:cubicBezTo>
                <a:cubicBezTo>
                  <a:pt x="322210" y="60988"/>
                  <a:pt x="321716" y="51957"/>
                  <a:pt x="326911" y="46143"/>
                </a:cubicBezTo>
                <a:close/>
                <a:moveTo>
                  <a:pt x="287078" y="106883"/>
                </a:moveTo>
                <a:cubicBezTo>
                  <a:pt x="307242" y="123460"/>
                  <a:pt x="318870" y="148201"/>
                  <a:pt x="318870" y="174303"/>
                </a:cubicBezTo>
                <a:cubicBezTo>
                  <a:pt x="318870" y="196076"/>
                  <a:pt x="310829" y="216982"/>
                  <a:pt x="296108" y="233064"/>
                </a:cubicBezTo>
                <a:cubicBezTo>
                  <a:pt x="290789" y="238755"/>
                  <a:pt x="291160" y="247785"/>
                  <a:pt x="296851" y="253105"/>
                </a:cubicBezTo>
                <a:cubicBezTo>
                  <a:pt x="302541" y="258424"/>
                  <a:pt x="311572" y="258053"/>
                  <a:pt x="316891" y="252362"/>
                </a:cubicBezTo>
                <a:cubicBezTo>
                  <a:pt x="317015" y="252239"/>
                  <a:pt x="317015" y="252239"/>
                  <a:pt x="317015" y="252115"/>
                </a:cubicBezTo>
                <a:cubicBezTo>
                  <a:pt x="360065" y="204859"/>
                  <a:pt x="356601" y="131748"/>
                  <a:pt x="309345" y="88698"/>
                </a:cubicBezTo>
                <a:cubicBezTo>
                  <a:pt x="307984" y="87461"/>
                  <a:pt x="306500" y="86224"/>
                  <a:pt x="305015" y="84987"/>
                </a:cubicBezTo>
                <a:cubicBezTo>
                  <a:pt x="298830" y="80162"/>
                  <a:pt x="289923" y="81276"/>
                  <a:pt x="285098" y="87461"/>
                </a:cubicBezTo>
                <a:cubicBezTo>
                  <a:pt x="280645" y="93399"/>
                  <a:pt x="281387" y="101935"/>
                  <a:pt x="287078" y="106883"/>
                </a:cubicBezTo>
                <a:close/>
                <a:moveTo>
                  <a:pt x="434536" y="174303"/>
                </a:moveTo>
                <a:cubicBezTo>
                  <a:pt x="434660" y="227126"/>
                  <a:pt x="414001" y="277970"/>
                  <a:pt x="377136" y="315824"/>
                </a:cubicBezTo>
                <a:cubicBezTo>
                  <a:pt x="371817" y="321638"/>
                  <a:pt x="372312" y="330545"/>
                  <a:pt x="378002" y="335864"/>
                </a:cubicBezTo>
                <a:cubicBezTo>
                  <a:pt x="383569" y="340936"/>
                  <a:pt x="392105" y="340813"/>
                  <a:pt x="397424" y="335617"/>
                </a:cubicBezTo>
                <a:cubicBezTo>
                  <a:pt x="486493" y="243950"/>
                  <a:pt x="484266" y="97481"/>
                  <a:pt x="392600" y="8536"/>
                </a:cubicBezTo>
                <a:cubicBezTo>
                  <a:pt x="390868" y="6928"/>
                  <a:pt x="389260" y="5320"/>
                  <a:pt x="387528" y="3711"/>
                </a:cubicBezTo>
                <a:cubicBezTo>
                  <a:pt x="381713" y="-1608"/>
                  <a:pt x="372807" y="-1113"/>
                  <a:pt x="367487" y="4577"/>
                </a:cubicBezTo>
                <a:cubicBezTo>
                  <a:pt x="362168" y="10392"/>
                  <a:pt x="362663" y="19299"/>
                  <a:pt x="368353" y="24618"/>
                </a:cubicBezTo>
                <a:cubicBezTo>
                  <a:pt x="410537" y="62967"/>
                  <a:pt x="434536" y="117274"/>
                  <a:pt x="434536" y="174303"/>
                </a:cubicBezTo>
                <a:close/>
                <a:moveTo>
                  <a:pt x="144320" y="250383"/>
                </a:moveTo>
                <a:cubicBezTo>
                  <a:pt x="144567" y="250630"/>
                  <a:pt x="144815" y="251002"/>
                  <a:pt x="145062" y="251249"/>
                </a:cubicBezTo>
                <a:lnTo>
                  <a:pt x="145062" y="251249"/>
                </a:lnTo>
                <a:cubicBezTo>
                  <a:pt x="150258" y="257063"/>
                  <a:pt x="159165" y="257558"/>
                  <a:pt x="165103" y="252362"/>
                </a:cubicBezTo>
                <a:cubicBezTo>
                  <a:pt x="170917" y="247167"/>
                  <a:pt x="171412" y="238260"/>
                  <a:pt x="166216" y="232322"/>
                </a:cubicBezTo>
                <a:cubicBezTo>
                  <a:pt x="134176" y="196199"/>
                  <a:pt x="137392" y="141026"/>
                  <a:pt x="173515" y="108986"/>
                </a:cubicBezTo>
                <a:cubicBezTo>
                  <a:pt x="173762" y="108739"/>
                  <a:pt x="174010" y="108615"/>
                  <a:pt x="174133" y="108368"/>
                </a:cubicBezTo>
                <a:cubicBezTo>
                  <a:pt x="180319" y="103543"/>
                  <a:pt x="181308" y="94636"/>
                  <a:pt x="176484" y="88451"/>
                </a:cubicBezTo>
                <a:cubicBezTo>
                  <a:pt x="171659" y="82265"/>
                  <a:pt x="162752" y="81276"/>
                  <a:pt x="156567" y="86100"/>
                </a:cubicBezTo>
                <a:cubicBezTo>
                  <a:pt x="156196" y="86348"/>
                  <a:pt x="155825" y="86719"/>
                  <a:pt x="155454" y="86966"/>
                </a:cubicBezTo>
                <a:cubicBezTo>
                  <a:pt x="107332" y="129150"/>
                  <a:pt x="102383" y="202137"/>
                  <a:pt x="144320" y="250383"/>
                </a:cubicBezTo>
                <a:close/>
                <a:moveTo>
                  <a:pt x="103126" y="290711"/>
                </a:moveTo>
                <a:cubicBezTo>
                  <a:pt x="103620" y="291330"/>
                  <a:pt x="104115" y="291825"/>
                  <a:pt x="104610" y="292443"/>
                </a:cubicBezTo>
                <a:lnTo>
                  <a:pt x="104610" y="292443"/>
                </a:lnTo>
                <a:cubicBezTo>
                  <a:pt x="109929" y="298134"/>
                  <a:pt x="118836" y="298505"/>
                  <a:pt x="124651" y="293186"/>
                </a:cubicBezTo>
                <a:cubicBezTo>
                  <a:pt x="130465" y="287866"/>
                  <a:pt x="130712" y="278959"/>
                  <a:pt x="125393" y="273145"/>
                </a:cubicBezTo>
                <a:cubicBezTo>
                  <a:pt x="70838" y="214508"/>
                  <a:pt x="74178" y="122718"/>
                  <a:pt x="132815" y="68163"/>
                </a:cubicBezTo>
                <a:cubicBezTo>
                  <a:pt x="133310" y="67792"/>
                  <a:pt x="133681" y="67297"/>
                  <a:pt x="134176" y="66926"/>
                </a:cubicBezTo>
                <a:cubicBezTo>
                  <a:pt x="139990" y="61730"/>
                  <a:pt x="140485" y="52699"/>
                  <a:pt x="135166" y="46885"/>
                </a:cubicBezTo>
                <a:cubicBezTo>
                  <a:pt x="129970" y="41071"/>
                  <a:pt x="120939" y="40576"/>
                  <a:pt x="115125" y="45896"/>
                </a:cubicBezTo>
                <a:cubicBezTo>
                  <a:pt x="44241" y="110099"/>
                  <a:pt x="38922" y="219704"/>
                  <a:pt x="103126" y="290711"/>
                </a:cubicBezTo>
                <a:close/>
                <a:moveTo>
                  <a:pt x="64653" y="334627"/>
                </a:moveTo>
                <a:cubicBezTo>
                  <a:pt x="67374" y="337349"/>
                  <a:pt x="70962" y="338957"/>
                  <a:pt x="74920" y="338957"/>
                </a:cubicBezTo>
                <a:cubicBezTo>
                  <a:pt x="82714" y="338957"/>
                  <a:pt x="89023" y="332648"/>
                  <a:pt x="89023" y="324855"/>
                </a:cubicBezTo>
                <a:cubicBezTo>
                  <a:pt x="89023" y="321143"/>
                  <a:pt x="87662" y="317680"/>
                  <a:pt x="85064" y="315082"/>
                </a:cubicBezTo>
                <a:cubicBezTo>
                  <a:pt x="7376" y="234177"/>
                  <a:pt x="9974" y="105646"/>
                  <a:pt x="90755" y="27958"/>
                </a:cubicBezTo>
                <a:cubicBezTo>
                  <a:pt x="91745" y="27092"/>
                  <a:pt x="92734" y="26102"/>
                  <a:pt x="93724" y="25236"/>
                </a:cubicBezTo>
                <a:cubicBezTo>
                  <a:pt x="99414" y="19917"/>
                  <a:pt x="99786" y="11010"/>
                  <a:pt x="94466" y="5196"/>
                </a:cubicBezTo>
                <a:cubicBezTo>
                  <a:pt x="89147" y="-495"/>
                  <a:pt x="80240" y="-866"/>
                  <a:pt x="74426" y="4454"/>
                </a:cubicBezTo>
                <a:cubicBezTo>
                  <a:pt x="-19468" y="91049"/>
                  <a:pt x="-25282" y="237517"/>
                  <a:pt x="61313" y="331287"/>
                </a:cubicBezTo>
                <a:cubicBezTo>
                  <a:pt x="62550" y="332401"/>
                  <a:pt x="63539" y="333514"/>
                  <a:pt x="64653" y="334627"/>
                </a:cubicBezTo>
                <a:close/>
                <a:moveTo>
                  <a:pt x="433670" y="626328"/>
                </a:moveTo>
                <a:cubicBezTo>
                  <a:pt x="435897" y="632761"/>
                  <a:pt x="435773" y="639812"/>
                  <a:pt x="433299" y="646121"/>
                </a:cubicBezTo>
                <a:cubicBezTo>
                  <a:pt x="427856" y="657997"/>
                  <a:pt x="414001" y="663193"/>
                  <a:pt x="402125" y="657873"/>
                </a:cubicBezTo>
                <a:lnTo>
                  <a:pt x="230791" y="580186"/>
                </a:lnTo>
                <a:lnTo>
                  <a:pt x="60942" y="657873"/>
                </a:lnTo>
                <a:cubicBezTo>
                  <a:pt x="54756" y="660719"/>
                  <a:pt x="47581" y="660719"/>
                  <a:pt x="41272" y="657873"/>
                </a:cubicBezTo>
                <a:cubicBezTo>
                  <a:pt x="29273" y="652430"/>
                  <a:pt x="23829" y="638328"/>
                  <a:pt x="29273" y="626328"/>
                </a:cubicBezTo>
                <a:lnTo>
                  <a:pt x="196153" y="209312"/>
                </a:lnTo>
                <a:cubicBezTo>
                  <a:pt x="176979" y="189890"/>
                  <a:pt x="176979" y="158716"/>
                  <a:pt x="196153" y="139294"/>
                </a:cubicBezTo>
                <a:cubicBezTo>
                  <a:pt x="215451" y="119749"/>
                  <a:pt x="246997" y="119625"/>
                  <a:pt x="266419" y="139047"/>
                </a:cubicBezTo>
                <a:cubicBezTo>
                  <a:pt x="285964" y="158345"/>
                  <a:pt x="286088" y="189890"/>
                  <a:pt x="266666" y="209312"/>
                </a:cubicBezTo>
                <a:lnTo>
                  <a:pt x="433670" y="626328"/>
                </a:lnTo>
                <a:lnTo>
                  <a:pt x="433670" y="626328"/>
                </a:lnTo>
                <a:close/>
                <a:moveTo>
                  <a:pt x="294376" y="405140"/>
                </a:moveTo>
                <a:lnTo>
                  <a:pt x="274831" y="417635"/>
                </a:lnTo>
                <a:lnTo>
                  <a:pt x="274831" y="417635"/>
                </a:lnTo>
                <a:lnTo>
                  <a:pt x="307984" y="439160"/>
                </a:lnTo>
                <a:lnTo>
                  <a:pt x="307984" y="439160"/>
                </a:lnTo>
                <a:lnTo>
                  <a:pt x="307984" y="439160"/>
                </a:lnTo>
                <a:lnTo>
                  <a:pt x="294376" y="405140"/>
                </a:lnTo>
                <a:close/>
                <a:moveTo>
                  <a:pt x="186504" y="360358"/>
                </a:moveTo>
                <a:lnTo>
                  <a:pt x="231286" y="389430"/>
                </a:lnTo>
                <a:lnTo>
                  <a:pt x="276439" y="360606"/>
                </a:lnTo>
                <a:lnTo>
                  <a:pt x="231410" y="248033"/>
                </a:lnTo>
                <a:lnTo>
                  <a:pt x="187123" y="358627"/>
                </a:lnTo>
                <a:lnTo>
                  <a:pt x="186504" y="360358"/>
                </a:lnTo>
                <a:close/>
                <a:moveTo>
                  <a:pt x="155454" y="437923"/>
                </a:moveTo>
                <a:lnTo>
                  <a:pt x="155454" y="437923"/>
                </a:lnTo>
                <a:lnTo>
                  <a:pt x="155454" y="437923"/>
                </a:lnTo>
                <a:lnTo>
                  <a:pt x="187617" y="417387"/>
                </a:lnTo>
                <a:lnTo>
                  <a:pt x="187617" y="417387"/>
                </a:lnTo>
                <a:lnTo>
                  <a:pt x="187617" y="417387"/>
                </a:lnTo>
                <a:lnTo>
                  <a:pt x="168567" y="405017"/>
                </a:lnTo>
                <a:lnTo>
                  <a:pt x="155454" y="437923"/>
                </a:lnTo>
                <a:close/>
                <a:moveTo>
                  <a:pt x="173886" y="554331"/>
                </a:moveTo>
                <a:lnTo>
                  <a:pt x="173886" y="554331"/>
                </a:lnTo>
                <a:lnTo>
                  <a:pt x="118960" y="529342"/>
                </a:lnTo>
                <a:lnTo>
                  <a:pt x="94466" y="590701"/>
                </a:lnTo>
                <a:lnTo>
                  <a:pt x="173886" y="554331"/>
                </a:lnTo>
                <a:lnTo>
                  <a:pt x="173886" y="554331"/>
                </a:lnTo>
                <a:close/>
                <a:moveTo>
                  <a:pt x="305757" y="493962"/>
                </a:moveTo>
                <a:lnTo>
                  <a:pt x="231162" y="445469"/>
                </a:lnTo>
                <a:lnTo>
                  <a:pt x="155330" y="493962"/>
                </a:lnTo>
                <a:lnTo>
                  <a:pt x="230791" y="528229"/>
                </a:lnTo>
                <a:lnTo>
                  <a:pt x="305757" y="493962"/>
                </a:lnTo>
                <a:close/>
                <a:moveTo>
                  <a:pt x="368724" y="590948"/>
                </a:moveTo>
                <a:lnTo>
                  <a:pt x="343735" y="528476"/>
                </a:lnTo>
                <a:lnTo>
                  <a:pt x="287696" y="554083"/>
                </a:lnTo>
                <a:lnTo>
                  <a:pt x="368724" y="590948"/>
                </a:lnTo>
                <a:lnTo>
                  <a:pt x="368724" y="590948"/>
                </a:lnTo>
                <a:lnTo>
                  <a:pt x="368724" y="590948"/>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799" name="Google Shape;2799;p95"/>
          <p:cNvSpPr/>
          <p:nvPr/>
        </p:nvSpPr>
        <p:spPr>
          <a:xfrm>
            <a:off x="3895132" y="2188399"/>
            <a:ext cx="283882" cy="187490"/>
          </a:xfrm>
          <a:custGeom>
            <a:rect b="b" l="l" r="r" t="t"/>
            <a:pathLst>
              <a:path extrusionOk="0" h="390604" w="591421">
                <a:moveTo>
                  <a:pt x="579670" y="327411"/>
                </a:moveTo>
                <a:lnTo>
                  <a:pt x="535342" y="327411"/>
                </a:lnTo>
                <a:lnTo>
                  <a:pt x="535342" y="37628"/>
                </a:lnTo>
                <a:cubicBezTo>
                  <a:pt x="535342" y="16907"/>
                  <a:pt x="518538" y="0"/>
                  <a:pt x="497714" y="0"/>
                </a:cubicBezTo>
                <a:lnTo>
                  <a:pt x="93708" y="0"/>
                </a:lnTo>
                <a:cubicBezTo>
                  <a:pt x="72987" y="0"/>
                  <a:pt x="56080" y="16907"/>
                  <a:pt x="56080" y="37628"/>
                </a:cubicBezTo>
                <a:lnTo>
                  <a:pt x="56080" y="327411"/>
                </a:lnTo>
                <a:lnTo>
                  <a:pt x="11752" y="327411"/>
                </a:lnTo>
                <a:cubicBezTo>
                  <a:pt x="5258" y="327411"/>
                  <a:pt x="0" y="332668"/>
                  <a:pt x="0" y="339163"/>
                </a:cubicBezTo>
                <a:lnTo>
                  <a:pt x="0" y="343287"/>
                </a:lnTo>
                <a:cubicBezTo>
                  <a:pt x="0" y="370296"/>
                  <a:pt x="19175" y="390604"/>
                  <a:pt x="44534" y="390604"/>
                </a:cubicBezTo>
                <a:lnTo>
                  <a:pt x="541218" y="390604"/>
                </a:lnTo>
                <a:cubicBezTo>
                  <a:pt x="567918" y="390604"/>
                  <a:pt x="591422" y="368440"/>
                  <a:pt x="591422" y="343287"/>
                </a:cubicBezTo>
                <a:lnTo>
                  <a:pt x="591422" y="339163"/>
                </a:lnTo>
                <a:cubicBezTo>
                  <a:pt x="591422" y="332668"/>
                  <a:pt x="586164" y="327411"/>
                  <a:pt x="579670" y="327411"/>
                </a:cubicBezTo>
                <a:lnTo>
                  <a:pt x="579670" y="327411"/>
                </a:lnTo>
                <a:close/>
                <a:moveTo>
                  <a:pt x="44534" y="367100"/>
                </a:moveTo>
                <a:cubicBezTo>
                  <a:pt x="33813" y="367100"/>
                  <a:pt x="27112" y="359781"/>
                  <a:pt x="24638" y="351018"/>
                </a:cubicBezTo>
                <a:lnTo>
                  <a:pt x="214631" y="351018"/>
                </a:lnTo>
                <a:lnTo>
                  <a:pt x="214631" y="363904"/>
                </a:lnTo>
                <a:lnTo>
                  <a:pt x="215044" y="367100"/>
                </a:lnTo>
                <a:lnTo>
                  <a:pt x="44534" y="367100"/>
                </a:lnTo>
                <a:close/>
                <a:moveTo>
                  <a:pt x="353183" y="339266"/>
                </a:moveTo>
                <a:lnTo>
                  <a:pt x="353183" y="352152"/>
                </a:lnTo>
                <a:lnTo>
                  <a:pt x="238239" y="352152"/>
                </a:lnTo>
                <a:lnTo>
                  <a:pt x="238239" y="339163"/>
                </a:lnTo>
                <a:cubicBezTo>
                  <a:pt x="238239" y="332668"/>
                  <a:pt x="232981" y="327411"/>
                  <a:pt x="226487" y="327411"/>
                </a:cubicBezTo>
                <a:lnTo>
                  <a:pt x="95460" y="327411"/>
                </a:lnTo>
                <a:lnTo>
                  <a:pt x="95460" y="39277"/>
                </a:lnTo>
                <a:lnTo>
                  <a:pt x="496065" y="39277"/>
                </a:lnTo>
                <a:lnTo>
                  <a:pt x="496065" y="327411"/>
                </a:lnTo>
                <a:lnTo>
                  <a:pt x="365038" y="327411"/>
                </a:lnTo>
                <a:cubicBezTo>
                  <a:pt x="358544" y="327411"/>
                  <a:pt x="353286" y="332668"/>
                  <a:pt x="353183" y="339266"/>
                </a:cubicBezTo>
                <a:lnTo>
                  <a:pt x="353183" y="339266"/>
                </a:lnTo>
                <a:lnTo>
                  <a:pt x="353183" y="339266"/>
                </a:lnTo>
                <a:close/>
                <a:moveTo>
                  <a:pt x="541218" y="367100"/>
                </a:moveTo>
                <a:lnTo>
                  <a:pt x="376378" y="367100"/>
                </a:lnTo>
                <a:lnTo>
                  <a:pt x="376791" y="363904"/>
                </a:lnTo>
                <a:lnTo>
                  <a:pt x="376791" y="351018"/>
                </a:lnTo>
                <a:lnTo>
                  <a:pt x="566165" y="351018"/>
                </a:lnTo>
                <a:cubicBezTo>
                  <a:pt x="562351" y="360090"/>
                  <a:pt x="552248" y="367100"/>
                  <a:pt x="541218" y="367100"/>
                </a:cubicBezTo>
                <a:lnTo>
                  <a:pt x="541218" y="367100"/>
                </a:lnTo>
                <a:close/>
                <a:moveTo>
                  <a:pt x="451427" y="199580"/>
                </a:moveTo>
                <a:lnTo>
                  <a:pt x="428026" y="199580"/>
                </a:lnTo>
                <a:lnTo>
                  <a:pt x="409367" y="152469"/>
                </a:lnTo>
                <a:cubicBezTo>
                  <a:pt x="406789" y="145974"/>
                  <a:pt x="399470" y="142881"/>
                  <a:pt x="393079" y="145356"/>
                </a:cubicBezTo>
                <a:cubicBezTo>
                  <a:pt x="389883" y="146593"/>
                  <a:pt x="387306" y="149170"/>
                  <a:pt x="385965" y="152469"/>
                </a:cubicBezTo>
                <a:lnTo>
                  <a:pt x="361843" y="213601"/>
                </a:lnTo>
                <a:lnTo>
                  <a:pt x="338132" y="120717"/>
                </a:lnTo>
                <a:cubicBezTo>
                  <a:pt x="336689" y="115047"/>
                  <a:pt x="331741" y="111852"/>
                  <a:pt x="325761" y="111233"/>
                </a:cubicBezTo>
                <a:cubicBezTo>
                  <a:pt x="319988" y="111336"/>
                  <a:pt x="314937" y="115357"/>
                  <a:pt x="313700" y="121027"/>
                </a:cubicBezTo>
                <a:lnTo>
                  <a:pt x="291845" y="219064"/>
                </a:lnTo>
                <a:lnTo>
                  <a:pt x="266279" y="139170"/>
                </a:lnTo>
                <a:cubicBezTo>
                  <a:pt x="264630" y="134016"/>
                  <a:pt x="259784" y="130408"/>
                  <a:pt x="254424" y="130408"/>
                </a:cubicBezTo>
                <a:lnTo>
                  <a:pt x="254321" y="130408"/>
                </a:lnTo>
                <a:cubicBezTo>
                  <a:pt x="248857" y="130408"/>
                  <a:pt x="244115" y="133913"/>
                  <a:pt x="242362" y="138964"/>
                </a:cubicBezTo>
                <a:lnTo>
                  <a:pt x="214425" y="222672"/>
                </a:lnTo>
                <a:lnTo>
                  <a:pt x="186488" y="157211"/>
                </a:lnTo>
                <a:cubicBezTo>
                  <a:pt x="183808" y="150819"/>
                  <a:pt x="176488" y="147830"/>
                  <a:pt x="170097" y="150510"/>
                </a:cubicBezTo>
                <a:cubicBezTo>
                  <a:pt x="166489" y="151953"/>
                  <a:pt x="163809" y="155046"/>
                  <a:pt x="162778" y="158757"/>
                </a:cubicBezTo>
                <a:lnTo>
                  <a:pt x="151335" y="199477"/>
                </a:lnTo>
                <a:lnTo>
                  <a:pt x="130201" y="199477"/>
                </a:lnTo>
                <a:cubicBezTo>
                  <a:pt x="123295" y="199477"/>
                  <a:pt x="117625" y="205147"/>
                  <a:pt x="117625" y="212054"/>
                </a:cubicBezTo>
                <a:cubicBezTo>
                  <a:pt x="117625" y="218961"/>
                  <a:pt x="123295" y="224631"/>
                  <a:pt x="130201" y="224631"/>
                </a:cubicBezTo>
                <a:cubicBezTo>
                  <a:pt x="130201" y="224631"/>
                  <a:pt x="130201" y="224631"/>
                  <a:pt x="130201" y="224631"/>
                </a:cubicBezTo>
                <a:lnTo>
                  <a:pt x="160922" y="224631"/>
                </a:lnTo>
                <a:cubicBezTo>
                  <a:pt x="166592" y="224631"/>
                  <a:pt x="171540" y="220920"/>
                  <a:pt x="172983" y="215456"/>
                </a:cubicBezTo>
                <a:lnTo>
                  <a:pt x="177416" y="199890"/>
                </a:lnTo>
                <a:lnTo>
                  <a:pt x="204323" y="263083"/>
                </a:lnTo>
                <a:cubicBezTo>
                  <a:pt x="207003" y="269475"/>
                  <a:pt x="214425" y="272464"/>
                  <a:pt x="220817" y="269784"/>
                </a:cubicBezTo>
                <a:cubicBezTo>
                  <a:pt x="224116" y="268341"/>
                  <a:pt x="226693" y="265557"/>
                  <a:pt x="227827" y="262156"/>
                </a:cubicBezTo>
                <a:lnTo>
                  <a:pt x="254011" y="183499"/>
                </a:lnTo>
                <a:lnTo>
                  <a:pt x="281949" y="270918"/>
                </a:lnTo>
                <a:cubicBezTo>
                  <a:pt x="283598" y="276176"/>
                  <a:pt x="288546" y="279681"/>
                  <a:pt x="294010" y="279681"/>
                </a:cubicBezTo>
                <a:lnTo>
                  <a:pt x="294525" y="279681"/>
                </a:lnTo>
                <a:cubicBezTo>
                  <a:pt x="300195" y="279474"/>
                  <a:pt x="305041" y="275454"/>
                  <a:pt x="306278" y="269887"/>
                </a:cubicBezTo>
                <a:lnTo>
                  <a:pt x="326792" y="177932"/>
                </a:lnTo>
                <a:lnTo>
                  <a:pt x="347101" y="257516"/>
                </a:lnTo>
                <a:cubicBezTo>
                  <a:pt x="348441" y="262774"/>
                  <a:pt x="352977" y="266588"/>
                  <a:pt x="358441" y="267001"/>
                </a:cubicBezTo>
                <a:cubicBezTo>
                  <a:pt x="363904" y="267516"/>
                  <a:pt x="369059" y="264217"/>
                  <a:pt x="370914" y="259063"/>
                </a:cubicBezTo>
                <a:lnTo>
                  <a:pt x="397615" y="191436"/>
                </a:lnTo>
                <a:lnTo>
                  <a:pt x="407614" y="216899"/>
                </a:lnTo>
                <a:cubicBezTo>
                  <a:pt x="409470" y="221745"/>
                  <a:pt x="414109" y="224837"/>
                  <a:pt x="419263" y="224837"/>
                </a:cubicBezTo>
                <a:lnTo>
                  <a:pt x="451221" y="224837"/>
                </a:lnTo>
                <a:cubicBezTo>
                  <a:pt x="458128" y="224837"/>
                  <a:pt x="463798" y="219167"/>
                  <a:pt x="463798" y="212260"/>
                </a:cubicBezTo>
                <a:cubicBezTo>
                  <a:pt x="463901" y="205250"/>
                  <a:pt x="458231" y="199580"/>
                  <a:pt x="451427" y="199580"/>
                </a:cubicBezTo>
                <a:lnTo>
                  <a:pt x="451427" y="199580"/>
                </a:lnTo>
                <a:close/>
              </a:path>
            </a:pathLst>
          </a:custGeom>
          <a:solidFill>
            <a:srgbClr val="2BB4E7"/>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0" name="Google Shape;2800;p95"/>
          <p:cNvSpPr/>
          <p:nvPr/>
        </p:nvSpPr>
        <p:spPr>
          <a:xfrm>
            <a:off x="3298259" y="2151049"/>
            <a:ext cx="264135" cy="262191"/>
          </a:xfrm>
          <a:custGeom>
            <a:rect b="b" l="l" r="r" t="t"/>
            <a:pathLst>
              <a:path extrusionOk="0" h="546231" w="550281">
                <a:moveTo>
                  <a:pt x="544529" y="147296"/>
                </a:moveTo>
                <a:cubicBezTo>
                  <a:pt x="536860" y="139609"/>
                  <a:pt x="524413" y="139595"/>
                  <a:pt x="516727" y="147264"/>
                </a:cubicBezTo>
                <a:cubicBezTo>
                  <a:pt x="516716" y="147274"/>
                  <a:pt x="516705" y="147285"/>
                  <a:pt x="516695" y="147296"/>
                </a:cubicBezTo>
                <a:cubicBezTo>
                  <a:pt x="511383" y="152592"/>
                  <a:pt x="505244" y="156989"/>
                  <a:pt x="498520" y="160316"/>
                </a:cubicBezTo>
                <a:cubicBezTo>
                  <a:pt x="434770" y="94710"/>
                  <a:pt x="404823" y="64773"/>
                  <a:pt x="389400" y="51578"/>
                </a:cubicBezTo>
                <a:cubicBezTo>
                  <a:pt x="393071" y="44980"/>
                  <a:pt x="397649" y="38927"/>
                  <a:pt x="402998" y="33599"/>
                </a:cubicBezTo>
                <a:cubicBezTo>
                  <a:pt x="410684" y="25912"/>
                  <a:pt x="410684" y="13451"/>
                  <a:pt x="402998" y="5765"/>
                </a:cubicBezTo>
                <a:cubicBezTo>
                  <a:pt x="395312" y="-1922"/>
                  <a:pt x="382850" y="-1922"/>
                  <a:pt x="375164" y="5765"/>
                </a:cubicBezTo>
                <a:cubicBezTo>
                  <a:pt x="332578" y="48341"/>
                  <a:pt x="334959" y="104122"/>
                  <a:pt x="341258" y="159543"/>
                </a:cubicBezTo>
                <a:cubicBezTo>
                  <a:pt x="290280" y="154161"/>
                  <a:pt x="240663" y="155306"/>
                  <a:pt x="204088" y="191902"/>
                </a:cubicBezTo>
                <a:cubicBezTo>
                  <a:pt x="161367" y="234633"/>
                  <a:pt x="159460" y="289188"/>
                  <a:pt x="164244" y="341289"/>
                </a:cubicBezTo>
                <a:cubicBezTo>
                  <a:pt x="106050" y="333743"/>
                  <a:pt x="47444" y="329423"/>
                  <a:pt x="5765" y="371102"/>
                </a:cubicBezTo>
                <a:cubicBezTo>
                  <a:pt x="-1922" y="378788"/>
                  <a:pt x="-1922" y="391250"/>
                  <a:pt x="5765" y="398936"/>
                </a:cubicBezTo>
                <a:cubicBezTo>
                  <a:pt x="13451" y="406622"/>
                  <a:pt x="25912" y="406622"/>
                  <a:pt x="33599" y="398936"/>
                </a:cubicBezTo>
                <a:cubicBezTo>
                  <a:pt x="36015" y="396534"/>
                  <a:pt x="38606" y="394315"/>
                  <a:pt x="41351" y="392297"/>
                </a:cubicBezTo>
                <a:lnTo>
                  <a:pt x="154027" y="504974"/>
                </a:lnTo>
                <a:cubicBezTo>
                  <a:pt x="151937" y="507660"/>
                  <a:pt x="149685" y="510219"/>
                  <a:pt x="147285" y="512633"/>
                </a:cubicBezTo>
                <a:cubicBezTo>
                  <a:pt x="139599" y="520319"/>
                  <a:pt x="139599" y="532781"/>
                  <a:pt x="147285" y="540467"/>
                </a:cubicBezTo>
                <a:cubicBezTo>
                  <a:pt x="154972" y="548153"/>
                  <a:pt x="167433" y="548153"/>
                  <a:pt x="175119" y="540467"/>
                </a:cubicBezTo>
                <a:cubicBezTo>
                  <a:pt x="217706" y="497902"/>
                  <a:pt x="215324" y="442120"/>
                  <a:pt x="209025" y="386689"/>
                </a:cubicBezTo>
                <a:cubicBezTo>
                  <a:pt x="259982" y="392091"/>
                  <a:pt x="309620" y="390947"/>
                  <a:pt x="346134" y="354340"/>
                </a:cubicBezTo>
                <a:cubicBezTo>
                  <a:pt x="388864" y="311589"/>
                  <a:pt x="390782" y="257003"/>
                  <a:pt x="385998" y="204892"/>
                </a:cubicBezTo>
                <a:cubicBezTo>
                  <a:pt x="444172" y="212438"/>
                  <a:pt x="502778" y="216747"/>
                  <a:pt x="544529" y="175089"/>
                </a:cubicBezTo>
                <a:cubicBezTo>
                  <a:pt x="552200" y="167413"/>
                  <a:pt x="552200" y="154972"/>
                  <a:pt x="544529" y="147296"/>
                </a:cubicBezTo>
                <a:close/>
                <a:moveTo>
                  <a:pt x="473397" y="168295"/>
                </a:moveTo>
                <a:cubicBezTo>
                  <a:pt x="465080" y="169670"/>
                  <a:pt x="456664" y="170360"/>
                  <a:pt x="448233" y="170357"/>
                </a:cubicBezTo>
                <a:cubicBezTo>
                  <a:pt x="413307" y="133606"/>
                  <a:pt x="391473" y="111132"/>
                  <a:pt x="377349" y="97566"/>
                </a:cubicBezTo>
                <a:cubicBezTo>
                  <a:pt x="377737" y="90003"/>
                  <a:pt x="378771" y="82488"/>
                  <a:pt x="380442" y="75102"/>
                </a:cubicBezTo>
                <a:cubicBezTo>
                  <a:pt x="399699" y="93504"/>
                  <a:pt x="437058" y="131090"/>
                  <a:pt x="473397" y="168295"/>
                </a:cubicBezTo>
                <a:close/>
                <a:moveTo>
                  <a:pt x="413812" y="168553"/>
                </a:moveTo>
                <a:cubicBezTo>
                  <a:pt x="403256" y="167522"/>
                  <a:pt x="392431" y="166068"/>
                  <a:pt x="381463" y="164604"/>
                </a:cubicBezTo>
                <a:cubicBezTo>
                  <a:pt x="380112" y="153326"/>
                  <a:pt x="378865" y="142378"/>
                  <a:pt x="378040" y="131822"/>
                </a:cubicBezTo>
                <a:cubicBezTo>
                  <a:pt x="388710" y="142657"/>
                  <a:pt x="401060" y="155337"/>
                  <a:pt x="413812" y="168594"/>
                </a:cubicBezTo>
                <a:close/>
                <a:moveTo>
                  <a:pt x="345990" y="199634"/>
                </a:moveTo>
                <a:cubicBezTo>
                  <a:pt x="347835" y="216912"/>
                  <a:pt x="349082" y="233726"/>
                  <a:pt x="348402" y="249725"/>
                </a:cubicBezTo>
                <a:lnTo>
                  <a:pt x="295342" y="196655"/>
                </a:lnTo>
                <a:cubicBezTo>
                  <a:pt x="311176" y="196129"/>
                  <a:pt x="328258" y="197562"/>
                  <a:pt x="345990" y="199675"/>
                </a:cubicBezTo>
                <a:close/>
                <a:moveTo>
                  <a:pt x="329320" y="313465"/>
                </a:moveTo>
                <a:lnTo>
                  <a:pt x="233798" y="217953"/>
                </a:lnTo>
                <a:cubicBezTo>
                  <a:pt x="242983" y="209438"/>
                  <a:pt x="253859" y="203984"/>
                  <a:pt x="266023" y="200727"/>
                </a:cubicBezTo>
                <a:lnTo>
                  <a:pt x="344536" y="279208"/>
                </a:lnTo>
                <a:cubicBezTo>
                  <a:pt x="341662" y="291482"/>
                  <a:pt x="336499" y="303104"/>
                  <a:pt x="329320" y="313465"/>
                </a:cubicBezTo>
                <a:close/>
                <a:moveTo>
                  <a:pt x="284590" y="345423"/>
                </a:moveTo>
                <a:lnTo>
                  <a:pt x="205861" y="266673"/>
                </a:lnTo>
                <a:cubicBezTo>
                  <a:pt x="208430" y="255880"/>
                  <a:pt x="212759" y="245585"/>
                  <a:pt x="218675" y="236200"/>
                </a:cubicBezTo>
                <a:lnTo>
                  <a:pt x="313434" y="330949"/>
                </a:lnTo>
                <a:cubicBezTo>
                  <a:pt x="304963" y="337773"/>
                  <a:pt x="295128" y="342702"/>
                  <a:pt x="284590" y="345402"/>
                </a:cubicBezTo>
                <a:close/>
                <a:moveTo>
                  <a:pt x="168810" y="381566"/>
                </a:moveTo>
                <a:cubicBezTo>
                  <a:pt x="170759" y="397833"/>
                  <a:pt x="172480" y="413420"/>
                  <a:pt x="173037" y="428131"/>
                </a:cubicBezTo>
                <a:lnTo>
                  <a:pt x="121255" y="376349"/>
                </a:lnTo>
                <a:cubicBezTo>
                  <a:pt x="136492" y="377329"/>
                  <a:pt x="152491" y="379380"/>
                  <a:pt x="168810" y="381566"/>
                </a:cubicBezTo>
                <a:close/>
                <a:moveTo>
                  <a:pt x="63536" y="381133"/>
                </a:moveTo>
                <a:cubicBezTo>
                  <a:pt x="71494" y="378681"/>
                  <a:pt x="79698" y="377109"/>
                  <a:pt x="87999" y="376442"/>
                </a:cubicBezTo>
                <a:lnTo>
                  <a:pt x="171810" y="460254"/>
                </a:lnTo>
                <a:cubicBezTo>
                  <a:pt x="170772" y="468235"/>
                  <a:pt x="168828" y="476073"/>
                  <a:pt x="166017" y="483613"/>
                </a:cubicBezTo>
                <a:close/>
                <a:moveTo>
                  <a:pt x="204335" y="346557"/>
                </a:moveTo>
                <a:cubicBezTo>
                  <a:pt x="202469" y="329114"/>
                  <a:pt x="201242" y="312145"/>
                  <a:pt x="201933" y="296043"/>
                </a:cubicBezTo>
                <a:lnTo>
                  <a:pt x="255405" y="349515"/>
                </a:lnTo>
                <a:cubicBezTo>
                  <a:pt x="239385" y="350103"/>
                  <a:pt x="222169" y="348701"/>
                  <a:pt x="204335" y="346557"/>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1" name="Google Shape;2801;p95"/>
          <p:cNvSpPr/>
          <p:nvPr/>
        </p:nvSpPr>
        <p:spPr>
          <a:xfrm>
            <a:off x="3943993" y="1567833"/>
            <a:ext cx="186267" cy="221929"/>
          </a:xfrm>
          <a:custGeom>
            <a:rect b="b" l="l" r="r" t="t"/>
            <a:pathLst>
              <a:path extrusionOk="0" h="516115" w="433180">
                <a:moveTo>
                  <a:pt x="426995" y="67575"/>
                </a:moveTo>
                <a:cubicBezTo>
                  <a:pt x="423078" y="63864"/>
                  <a:pt x="417717" y="62008"/>
                  <a:pt x="412356" y="62214"/>
                </a:cubicBezTo>
                <a:cubicBezTo>
                  <a:pt x="315349" y="67884"/>
                  <a:pt x="273392" y="46545"/>
                  <a:pt x="230095" y="5412"/>
                </a:cubicBezTo>
                <a:cubicBezTo>
                  <a:pt x="222466" y="-1804"/>
                  <a:pt x="210611" y="-1804"/>
                  <a:pt x="202982" y="5412"/>
                </a:cubicBezTo>
                <a:cubicBezTo>
                  <a:pt x="159685" y="46545"/>
                  <a:pt x="117831" y="67884"/>
                  <a:pt x="20721" y="62214"/>
                </a:cubicBezTo>
                <a:cubicBezTo>
                  <a:pt x="9897" y="61596"/>
                  <a:pt x="619" y="69843"/>
                  <a:pt x="0" y="80667"/>
                </a:cubicBezTo>
                <a:cubicBezTo>
                  <a:pt x="0" y="81080"/>
                  <a:pt x="0" y="81389"/>
                  <a:pt x="0" y="81801"/>
                </a:cubicBezTo>
                <a:lnTo>
                  <a:pt x="0" y="299525"/>
                </a:lnTo>
                <a:cubicBezTo>
                  <a:pt x="0" y="418799"/>
                  <a:pt x="124325" y="497766"/>
                  <a:pt x="212673" y="515703"/>
                </a:cubicBezTo>
                <a:lnTo>
                  <a:pt x="216590" y="516115"/>
                </a:lnTo>
                <a:lnTo>
                  <a:pt x="220508" y="515703"/>
                </a:lnTo>
                <a:cubicBezTo>
                  <a:pt x="308855" y="497662"/>
                  <a:pt x="433180" y="418696"/>
                  <a:pt x="433180" y="299525"/>
                </a:cubicBezTo>
                <a:lnTo>
                  <a:pt x="433180" y="81904"/>
                </a:lnTo>
                <a:cubicBezTo>
                  <a:pt x="433180" y="76441"/>
                  <a:pt x="430912" y="71286"/>
                  <a:pt x="426995" y="67575"/>
                </a:cubicBezTo>
                <a:close/>
                <a:moveTo>
                  <a:pt x="393800" y="299525"/>
                </a:moveTo>
                <a:cubicBezTo>
                  <a:pt x="393800" y="393852"/>
                  <a:pt x="289474" y="459932"/>
                  <a:pt x="216487" y="476426"/>
                </a:cubicBezTo>
                <a:cubicBezTo>
                  <a:pt x="143500" y="460035"/>
                  <a:pt x="39174" y="393955"/>
                  <a:pt x="39174" y="299525"/>
                </a:cubicBezTo>
                <a:lnTo>
                  <a:pt x="39174" y="102316"/>
                </a:lnTo>
                <a:cubicBezTo>
                  <a:pt x="126696" y="104378"/>
                  <a:pt x="173602" y="83141"/>
                  <a:pt x="216487" y="46235"/>
                </a:cubicBezTo>
                <a:cubicBezTo>
                  <a:pt x="259372" y="83244"/>
                  <a:pt x="306381" y="104275"/>
                  <a:pt x="393800" y="102316"/>
                </a:cubicBezTo>
                <a:lnTo>
                  <a:pt x="393800" y="299525"/>
                </a:lnTo>
                <a:close/>
                <a:moveTo>
                  <a:pt x="131232" y="164788"/>
                </a:moveTo>
                <a:cubicBezTo>
                  <a:pt x="137315" y="164788"/>
                  <a:pt x="142366" y="169736"/>
                  <a:pt x="142366" y="175921"/>
                </a:cubicBezTo>
                <a:cubicBezTo>
                  <a:pt x="142366" y="182107"/>
                  <a:pt x="137418" y="187055"/>
                  <a:pt x="131232" y="187055"/>
                </a:cubicBezTo>
                <a:cubicBezTo>
                  <a:pt x="125047" y="187055"/>
                  <a:pt x="120099" y="182107"/>
                  <a:pt x="120099" y="175921"/>
                </a:cubicBezTo>
                <a:cubicBezTo>
                  <a:pt x="120099" y="169736"/>
                  <a:pt x="125047" y="164788"/>
                  <a:pt x="131232" y="164788"/>
                </a:cubicBezTo>
                <a:close/>
                <a:moveTo>
                  <a:pt x="164530" y="164788"/>
                </a:moveTo>
                <a:cubicBezTo>
                  <a:pt x="170612" y="164788"/>
                  <a:pt x="175664" y="169736"/>
                  <a:pt x="175664" y="175921"/>
                </a:cubicBezTo>
                <a:cubicBezTo>
                  <a:pt x="175664" y="182107"/>
                  <a:pt x="170716" y="187055"/>
                  <a:pt x="164530" y="187055"/>
                </a:cubicBezTo>
                <a:cubicBezTo>
                  <a:pt x="158345" y="187055"/>
                  <a:pt x="153397" y="182107"/>
                  <a:pt x="153397" y="175921"/>
                </a:cubicBezTo>
                <a:cubicBezTo>
                  <a:pt x="153397" y="169736"/>
                  <a:pt x="158448" y="164788"/>
                  <a:pt x="164530" y="164788"/>
                </a:cubicBezTo>
                <a:close/>
                <a:moveTo>
                  <a:pt x="343287" y="133449"/>
                </a:moveTo>
                <a:lnTo>
                  <a:pt x="95976" y="133449"/>
                </a:lnTo>
                <a:cubicBezTo>
                  <a:pt x="89481" y="133449"/>
                  <a:pt x="84224" y="138706"/>
                  <a:pt x="84224" y="145201"/>
                </a:cubicBezTo>
                <a:lnTo>
                  <a:pt x="84224" y="349111"/>
                </a:lnTo>
                <a:cubicBezTo>
                  <a:pt x="84224" y="355606"/>
                  <a:pt x="89481" y="360863"/>
                  <a:pt x="95976" y="360863"/>
                </a:cubicBezTo>
                <a:lnTo>
                  <a:pt x="95976" y="360863"/>
                </a:lnTo>
                <a:lnTo>
                  <a:pt x="343287" y="360863"/>
                </a:lnTo>
                <a:cubicBezTo>
                  <a:pt x="349781" y="360863"/>
                  <a:pt x="355039" y="355606"/>
                  <a:pt x="355039" y="349111"/>
                </a:cubicBezTo>
                <a:lnTo>
                  <a:pt x="355039" y="145304"/>
                </a:lnTo>
                <a:cubicBezTo>
                  <a:pt x="355039" y="138809"/>
                  <a:pt x="349781" y="133552"/>
                  <a:pt x="343287" y="133449"/>
                </a:cubicBezTo>
                <a:close/>
                <a:moveTo>
                  <a:pt x="331534" y="337359"/>
                </a:moveTo>
                <a:lnTo>
                  <a:pt x="107831" y="337359"/>
                </a:lnTo>
                <a:lnTo>
                  <a:pt x="107831" y="218497"/>
                </a:lnTo>
                <a:lnTo>
                  <a:pt x="331534" y="218497"/>
                </a:lnTo>
                <a:lnTo>
                  <a:pt x="331534" y="337359"/>
                </a:lnTo>
                <a:close/>
                <a:moveTo>
                  <a:pt x="331534" y="194890"/>
                </a:moveTo>
                <a:lnTo>
                  <a:pt x="107831" y="194890"/>
                </a:lnTo>
                <a:lnTo>
                  <a:pt x="107831" y="157056"/>
                </a:lnTo>
                <a:lnTo>
                  <a:pt x="331534" y="157056"/>
                </a:lnTo>
                <a:lnTo>
                  <a:pt x="331534" y="19489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2" name="Google Shape;2802;p95"/>
          <p:cNvSpPr/>
          <p:nvPr/>
        </p:nvSpPr>
        <p:spPr>
          <a:xfrm>
            <a:off x="2762796" y="1593447"/>
            <a:ext cx="170961" cy="170875"/>
          </a:xfrm>
          <a:custGeom>
            <a:rect b="b" l="l" r="r" t="t"/>
            <a:pathLst>
              <a:path extrusionOk="0" h="383988" w="384181">
                <a:moveTo>
                  <a:pt x="363671" y="226056"/>
                </a:moveTo>
                <a:lnTo>
                  <a:pt x="235222" y="97607"/>
                </a:lnTo>
                <a:lnTo>
                  <a:pt x="234088" y="96576"/>
                </a:lnTo>
                <a:lnTo>
                  <a:pt x="158008" y="20599"/>
                </a:lnTo>
                <a:cubicBezTo>
                  <a:pt x="130587" y="-6925"/>
                  <a:pt x="66671" y="-9399"/>
                  <a:pt x="28632" y="28743"/>
                </a:cubicBezTo>
                <a:cubicBezTo>
                  <a:pt x="11209" y="46166"/>
                  <a:pt x="1107" y="70288"/>
                  <a:pt x="76" y="96679"/>
                </a:cubicBezTo>
                <a:cubicBezTo>
                  <a:pt x="-852" y="121421"/>
                  <a:pt x="6777" y="144409"/>
                  <a:pt x="20488" y="158120"/>
                </a:cubicBezTo>
                <a:lnTo>
                  <a:pt x="139349" y="276982"/>
                </a:lnTo>
                <a:lnTo>
                  <a:pt x="139349" y="276982"/>
                </a:lnTo>
                <a:lnTo>
                  <a:pt x="148833" y="286466"/>
                </a:lnTo>
                <a:lnTo>
                  <a:pt x="149967" y="287497"/>
                </a:lnTo>
                <a:lnTo>
                  <a:pt x="226047" y="363474"/>
                </a:lnTo>
                <a:cubicBezTo>
                  <a:pt x="239036" y="376463"/>
                  <a:pt x="260273" y="383988"/>
                  <a:pt x="283571" y="383988"/>
                </a:cubicBezTo>
                <a:lnTo>
                  <a:pt x="287488" y="383885"/>
                </a:lnTo>
                <a:cubicBezTo>
                  <a:pt x="313879" y="382958"/>
                  <a:pt x="338002" y="372752"/>
                  <a:pt x="355424" y="355330"/>
                </a:cubicBezTo>
                <a:cubicBezTo>
                  <a:pt x="393567" y="317290"/>
                  <a:pt x="391093" y="253478"/>
                  <a:pt x="363671" y="226056"/>
                </a:cubicBezTo>
                <a:close/>
                <a:moveTo>
                  <a:pt x="39353" y="98122"/>
                </a:moveTo>
                <a:cubicBezTo>
                  <a:pt x="39971" y="81937"/>
                  <a:pt x="46157" y="66783"/>
                  <a:pt x="56362" y="56474"/>
                </a:cubicBezTo>
                <a:cubicBezTo>
                  <a:pt x="79970" y="32764"/>
                  <a:pt x="118938" y="37094"/>
                  <a:pt x="130174" y="48433"/>
                </a:cubicBezTo>
                <a:lnTo>
                  <a:pt x="207388" y="125544"/>
                </a:lnTo>
                <a:lnTo>
                  <a:pt x="208522" y="126575"/>
                </a:lnTo>
                <a:lnTo>
                  <a:pt x="211924" y="129977"/>
                </a:lnTo>
                <a:cubicBezTo>
                  <a:pt x="192028" y="135028"/>
                  <a:pt x="173575" y="145028"/>
                  <a:pt x="159245" y="159460"/>
                </a:cubicBezTo>
                <a:cubicBezTo>
                  <a:pt x="144916" y="173996"/>
                  <a:pt x="134813" y="192140"/>
                  <a:pt x="129865" y="211933"/>
                </a:cubicBezTo>
                <a:lnTo>
                  <a:pt x="48322" y="130389"/>
                </a:lnTo>
                <a:cubicBezTo>
                  <a:pt x="43476" y="125441"/>
                  <a:pt x="38837" y="113586"/>
                  <a:pt x="39353" y="98122"/>
                </a:cubicBezTo>
                <a:close/>
                <a:moveTo>
                  <a:pt x="327796" y="327599"/>
                </a:moveTo>
                <a:cubicBezTo>
                  <a:pt x="304086" y="351309"/>
                  <a:pt x="265221" y="346979"/>
                  <a:pt x="253984" y="335640"/>
                </a:cubicBezTo>
                <a:lnTo>
                  <a:pt x="176771" y="258529"/>
                </a:lnTo>
                <a:lnTo>
                  <a:pt x="175637" y="257498"/>
                </a:lnTo>
                <a:lnTo>
                  <a:pt x="167492" y="249354"/>
                </a:lnTo>
                <a:cubicBezTo>
                  <a:pt x="163266" y="243169"/>
                  <a:pt x="163575" y="210490"/>
                  <a:pt x="187079" y="186985"/>
                </a:cubicBezTo>
                <a:cubicBezTo>
                  <a:pt x="210584" y="163481"/>
                  <a:pt x="243366" y="163275"/>
                  <a:pt x="249139" y="167192"/>
                </a:cubicBezTo>
                <a:lnTo>
                  <a:pt x="249242" y="167089"/>
                </a:lnTo>
                <a:lnTo>
                  <a:pt x="335940" y="253684"/>
                </a:lnTo>
                <a:cubicBezTo>
                  <a:pt x="347074" y="265024"/>
                  <a:pt x="351403" y="303991"/>
                  <a:pt x="327796" y="327599"/>
                </a:cubicBezTo>
                <a:close/>
                <a:moveTo>
                  <a:pt x="256355" y="193583"/>
                </a:moveTo>
                <a:lnTo>
                  <a:pt x="239655" y="210283"/>
                </a:lnTo>
                <a:lnTo>
                  <a:pt x="297900" y="268529"/>
                </a:lnTo>
                <a:cubicBezTo>
                  <a:pt x="303261" y="273889"/>
                  <a:pt x="305220" y="293270"/>
                  <a:pt x="293674" y="304816"/>
                </a:cubicBezTo>
                <a:cubicBezTo>
                  <a:pt x="288931" y="309352"/>
                  <a:pt x="288828" y="316774"/>
                  <a:pt x="293364" y="321516"/>
                </a:cubicBezTo>
                <a:cubicBezTo>
                  <a:pt x="297900" y="326259"/>
                  <a:pt x="305323" y="326362"/>
                  <a:pt x="310065" y="321826"/>
                </a:cubicBezTo>
                <a:cubicBezTo>
                  <a:pt x="310168" y="321723"/>
                  <a:pt x="310271" y="321620"/>
                  <a:pt x="310374" y="321516"/>
                </a:cubicBezTo>
                <a:cubicBezTo>
                  <a:pt x="319755" y="312135"/>
                  <a:pt x="325219" y="299249"/>
                  <a:pt x="325734" y="285023"/>
                </a:cubicBezTo>
                <a:cubicBezTo>
                  <a:pt x="326250" y="271621"/>
                  <a:pt x="322023" y="259251"/>
                  <a:pt x="314601" y="251828"/>
                </a:cubicBezTo>
                <a:lnTo>
                  <a:pt x="256355" y="193583"/>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3" name="Google Shape;2803;p95"/>
          <p:cNvSpPr/>
          <p:nvPr/>
        </p:nvSpPr>
        <p:spPr>
          <a:xfrm>
            <a:off x="3314369" y="1585699"/>
            <a:ext cx="232386" cy="186449"/>
          </a:xfrm>
          <a:custGeom>
            <a:rect b="b" l="l" r="r" t="t"/>
            <a:pathLst>
              <a:path extrusionOk="0" h="469055" w="584618">
                <a:moveTo>
                  <a:pt x="233806" y="147211"/>
                </a:moveTo>
                <a:lnTo>
                  <a:pt x="233806" y="109893"/>
                </a:lnTo>
                <a:cubicBezTo>
                  <a:pt x="233806" y="109893"/>
                  <a:pt x="233806" y="109893"/>
                  <a:pt x="233806" y="109893"/>
                </a:cubicBezTo>
                <a:cubicBezTo>
                  <a:pt x="233806" y="108656"/>
                  <a:pt x="234837" y="107625"/>
                  <a:pt x="236074" y="107728"/>
                </a:cubicBezTo>
                <a:lnTo>
                  <a:pt x="271227" y="107728"/>
                </a:lnTo>
                <a:lnTo>
                  <a:pt x="271227" y="72575"/>
                </a:lnTo>
                <a:cubicBezTo>
                  <a:pt x="271227" y="71338"/>
                  <a:pt x="272258" y="70307"/>
                  <a:pt x="273495" y="70307"/>
                </a:cubicBezTo>
                <a:lnTo>
                  <a:pt x="310814" y="70307"/>
                </a:lnTo>
                <a:cubicBezTo>
                  <a:pt x="312051" y="70307"/>
                  <a:pt x="313081" y="71338"/>
                  <a:pt x="313081" y="72575"/>
                </a:cubicBezTo>
                <a:lnTo>
                  <a:pt x="313081" y="107728"/>
                </a:lnTo>
                <a:lnTo>
                  <a:pt x="348235" y="107728"/>
                </a:lnTo>
                <a:cubicBezTo>
                  <a:pt x="348235" y="107728"/>
                  <a:pt x="348235" y="107728"/>
                  <a:pt x="348235" y="107728"/>
                </a:cubicBezTo>
                <a:cubicBezTo>
                  <a:pt x="349472" y="107728"/>
                  <a:pt x="350503" y="108759"/>
                  <a:pt x="350400" y="109996"/>
                </a:cubicBezTo>
                <a:lnTo>
                  <a:pt x="350400" y="147211"/>
                </a:lnTo>
                <a:cubicBezTo>
                  <a:pt x="350400" y="147211"/>
                  <a:pt x="350400" y="147211"/>
                  <a:pt x="350400" y="147211"/>
                </a:cubicBezTo>
                <a:cubicBezTo>
                  <a:pt x="350400" y="148448"/>
                  <a:pt x="349369" y="149479"/>
                  <a:pt x="348132" y="149479"/>
                </a:cubicBezTo>
                <a:lnTo>
                  <a:pt x="312978" y="149479"/>
                </a:lnTo>
                <a:lnTo>
                  <a:pt x="312978" y="184633"/>
                </a:lnTo>
                <a:cubicBezTo>
                  <a:pt x="312978" y="185870"/>
                  <a:pt x="311948" y="186900"/>
                  <a:pt x="310710" y="186900"/>
                </a:cubicBezTo>
                <a:lnTo>
                  <a:pt x="273392" y="186900"/>
                </a:lnTo>
                <a:cubicBezTo>
                  <a:pt x="272155" y="186900"/>
                  <a:pt x="271124" y="185870"/>
                  <a:pt x="271124" y="184633"/>
                </a:cubicBezTo>
                <a:lnTo>
                  <a:pt x="271124" y="149479"/>
                </a:lnTo>
                <a:lnTo>
                  <a:pt x="235971" y="149479"/>
                </a:lnTo>
                <a:cubicBezTo>
                  <a:pt x="235971" y="149479"/>
                  <a:pt x="235971" y="149479"/>
                  <a:pt x="235868" y="149479"/>
                </a:cubicBezTo>
                <a:cubicBezTo>
                  <a:pt x="234837" y="149479"/>
                  <a:pt x="233806" y="148448"/>
                  <a:pt x="233806" y="147211"/>
                </a:cubicBezTo>
                <a:close/>
                <a:moveTo>
                  <a:pt x="77111" y="398645"/>
                </a:moveTo>
                <a:lnTo>
                  <a:pt x="122470" y="398645"/>
                </a:lnTo>
                <a:cubicBezTo>
                  <a:pt x="126181" y="398645"/>
                  <a:pt x="129171" y="395656"/>
                  <a:pt x="129171" y="391945"/>
                </a:cubicBezTo>
                <a:lnTo>
                  <a:pt x="129171" y="364214"/>
                </a:lnTo>
                <a:cubicBezTo>
                  <a:pt x="129171" y="360503"/>
                  <a:pt x="126181" y="357513"/>
                  <a:pt x="122470" y="357513"/>
                </a:cubicBezTo>
                <a:lnTo>
                  <a:pt x="77111" y="357513"/>
                </a:lnTo>
                <a:cubicBezTo>
                  <a:pt x="73399" y="357513"/>
                  <a:pt x="70410" y="360503"/>
                  <a:pt x="70410" y="364214"/>
                </a:cubicBezTo>
                <a:lnTo>
                  <a:pt x="70410" y="391945"/>
                </a:lnTo>
                <a:cubicBezTo>
                  <a:pt x="70410" y="395656"/>
                  <a:pt x="73399" y="398645"/>
                  <a:pt x="77111" y="398645"/>
                </a:cubicBezTo>
                <a:close/>
                <a:moveTo>
                  <a:pt x="77111" y="328545"/>
                </a:moveTo>
                <a:lnTo>
                  <a:pt x="122470" y="328545"/>
                </a:lnTo>
                <a:cubicBezTo>
                  <a:pt x="126181" y="328545"/>
                  <a:pt x="129171" y="325555"/>
                  <a:pt x="129171" y="321844"/>
                </a:cubicBezTo>
                <a:lnTo>
                  <a:pt x="129171" y="294113"/>
                </a:lnTo>
                <a:cubicBezTo>
                  <a:pt x="129171" y="290402"/>
                  <a:pt x="126181" y="287412"/>
                  <a:pt x="122470" y="287412"/>
                </a:cubicBezTo>
                <a:lnTo>
                  <a:pt x="77111" y="287412"/>
                </a:lnTo>
                <a:cubicBezTo>
                  <a:pt x="73399" y="287412"/>
                  <a:pt x="70410" y="290402"/>
                  <a:pt x="70410" y="294113"/>
                </a:cubicBezTo>
                <a:lnTo>
                  <a:pt x="70410" y="321844"/>
                </a:lnTo>
                <a:cubicBezTo>
                  <a:pt x="70410" y="325555"/>
                  <a:pt x="73399" y="328545"/>
                  <a:pt x="77111" y="328545"/>
                </a:cubicBezTo>
                <a:close/>
                <a:moveTo>
                  <a:pt x="459674" y="398645"/>
                </a:moveTo>
                <a:lnTo>
                  <a:pt x="505033" y="398645"/>
                </a:lnTo>
                <a:cubicBezTo>
                  <a:pt x="508745" y="398645"/>
                  <a:pt x="511734" y="395656"/>
                  <a:pt x="511734" y="391945"/>
                </a:cubicBezTo>
                <a:lnTo>
                  <a:pt x="511734" y="364214"/>
                </a:lnTo>
                <a:cubicBezTo>
                  <a:pt x="511734" y="360503"/>
                  <a:pt x="508745" y="357513"/>
                  <a:pt x="505033" y="357513"/>
                </a:cubicBezTo>
                <a:lnTo>
                  <a:pt x="459674" y="357513"/>
                </a:lnTo>
                <a:cubicBezTo>
                  <a:pt x="455963" y="357513"/>
                  <a:pt x="452973" y="360503"/>
                  <a:pt x="452973" y="364214"/>
                </a:cubicBezTo>
                <a:lnTo>
                  <a:pt x="452973" y="391945"/>
                </a:lnTo>
                <a:cubicBezTo>
                  <a:pt x="452870" y="395656"/>
                  <a:pt x="455963" y="398645"/>
                  <a:pt x="459674" y="398645"/>
                </a:cubicBezTo>
                <a:close/>
                <a:moveTo>
                  <a:pt x="459674" y="328545"/>
                </a:moveTo>
                <a:lnTo>
                  <a:pt x="505033" y="328545"/>
                </a:lnTo>
                <a:cubicBezTo>
                  <a:pt x="508745" y="328545"/>
                  <a:pt x="511734" y="325555"/>
                  <a:pt x="511734" y="321844"/>
                </a:cubicBezTo>
                <a:lnTo>
                  <a:pt x="511734" y="294113"/>
                </a:lnTo>
                <a:cubicBezTo>
                  <a:pt x="511734" y="290402"/>
                  <a:pt x="508745" y="287412"/>
                  <a:pt x="505033" y="287412"/>
                </a:cubicBezTo>
                <a:lnTo>
                  <a:pt x="459674" y="287412"/>
                </a:lnTo>
                <a:cubicBezTo>
                  <a:pt x="455963" y="287412"/>
                  <a:pt x="452973" y="290402"/>
                  <a:pt x="452973" y="294113"/>
                </a:cubicBezTo>
                <a:lnTo>
                  <a:pt x="452973" y="321844"/>
                </a:lnTo>
                <a:cubicBezTo>
                  <a:pt x="452870" y="325555"/>
                  <a:pt x="455963" y="328545"/>
                  <a:pt x="459674" y="328545"/>
                </a:cubicBezTo>
                <a:close/>
                <a:moveTo>
                  <a:pt x="584618" y="239167"/>
                </a:moveTo>
                <a:lnTo>
                  <a:pt x="584618" y="449365"/>
                </a:lnTo>
                <a:cubicBezTo>
                  <a:pt x="584618" y="460190"/>
                  <a:pt x="575856" y="469055"/>
                  <a:pt x="564928" y="469055"/>
                </a:cubicBezTo>
                <a:lnTo>
                  <a:pt x="404625" y="469055"/>
                </a:lnTo>
                <a:cubicBezTo>
                  <a:pt x="404521" y="469055"/>
                  <a:pt x="404521" y="469055"/>
                  <a:pt x="404418" y="469055"/>
                </a:cubicBezTo>
                <a:cubicBezTo>
                  <a:pt x="404315" y="469055"/>
                  <a:pt x="404315" y="469055"/>
                  <a:pt x="404212" y="469055"/>
                </a:cubicBezTo>
                <a:lnTo>
                  <a:pt x="19690" y="469055"/>
                </a:lnTo>
                <a:cubicBezTo>
                  <a:pt x="8866" y="469055"/>
                  <a:pt x="0" y="460293"/>
                  <a:pt x="0" y="449365"/>
                </a:cubicBezTo>
                <a:lnTo>
                  <a:pt x="0" y="239167"/>
                </a:lnTo>
                <a:cubicBezTo>
                  <a:pt x="0" y="239167"/>
                  <a:pt x="0" y="239167"/>
                  <a:pt x="0" y="239167"/>
                </a:cubicBezTo>
                <a:cubicBezTo>
                  <a:pt x="0" y="228342"/>
                  <a:pt x="8763" y="219477"/>
                  <a:pt x="19690" y="219477"/>
                </a:cubicBezTo>
                <a:lnTo>
                  <a:pt x="160407" y="219477"/>
                </a:lnTo>
                <a:lnTo>
                  <a:pt x="160407" y="19690"/>
                </a:lnTo>
                <a:cubicBezTo>
                  <a:pt x="160407" y="19690"/>
                  <a:pt x="160407" y="19690"/>
                  <a:pt x="160407" y="19690"/>
                </a:cubicBezTo>
                <a:cubicBezTo>
                  <a:pt x="160407" y="8866"/>
                  <a:pt x="169169" y="0"/>
                  <a:pt x="180097" y="0"/>
                </a:cubicBezTo>
                <a:lnTo>
                  <a:pt x="404315" y="0"/>
                </a:lnTo>
                <a:cubicBezTo>
                  <a:pt x="415140" y="0"/>
                  <a:pt x="424005" y="8763"/>
                  <a:pt x="424005" y="19690"/>
                </a:cubicBezTo>
                <a:lnTo>
                  <a:pt x="424005" y="219580"/>
                </a:lnTo>
                <a:lnTo>
                  <a:pt x="565134" y="219580"/>
                </a:lnTo>
                <a:cubicBezTo>
                  <a:pt x="565134" y="219580"/>
                  <a:pt x="565134" y="219580"/>
                  <a:pt x="565134" y="219580"/>
                </a:cubicBezTo>
                <a:cubicBezTo>
                  <a:pt x="575856" y="219477"/>
                  <a:pt x="584721" y="228342"/>
                  <a:pt x="584618" y="239167"/>
                </a:cubicBezTo>
                <a:close/>
                <a:moveTo>
                  <a:pt x="160407" y="258857"/>
                </a:moveTo>
                <a:lnTo>
                  <a:pt x="39277" y="258857"/>
                </a:lnTo>
                <a:lnTo>
                  <a:pt x="39277" y="429675"/>
                </a:lnTo>
                <a:lnTo>
                  <a:pt x="160304" y="429675"/>
                </a:lnTo>
                <a:lnTo>
                  <a:pt x="160304" y="258857"/>
                </a:lnTo>
                <a:close/>
                <a:moveTo>
                  <a:pt x="325968" y="429675"/>
                </a:moveTo>
                <a:lnTo>
                  <a:pt x="325968" y="352358"/>
                </a:lnTo>
                <a:lnTo>
                  <a:pt x="256589" y="352358"/>
                </a:lnTo>
                <a:lnTo>
                  <a:pt x="256589" y="429675"/>
                </a:lnTo>
                <a:lnTo>
                  <a:pt x="325968" y="429675"/>
                </a:lnTo>
                <a:close/>
                <a:moveTo>
                  <a:pt x="384625" y="39277"/>
                </a:moveTo>
                <a:lnTo>
                  <a:pt x="199684" y="39277"/>
                </a:lnTo>
                <a:lnTo>
                  <a:pt x="199684" y="239167"/>
                </a:lnTo>
                <a:lnTo>
                  <a:pt x="199684" y="429675"/>
                </a:lnTo>
                <a:lnTo>
                  <a:pt x="240919" y="429675"/>
                </a:lnTo>
                <a:lnTo>
                  <a:pt x="240919" y="344524"/>
                </a:lnTo>
                <a:cubicBezTo>
                  <a:pt x="240919" y="340194"/>
                  <a:pt x="244424" y="336689"/>
                  <a:pt x="248754" y="336689"/>
                </a:cubicBezTo>
                <a:cubicBezTo>
                  <a:pt x="248754" y="336689"/>
                  <a:pt x="248754" y="336689"/>
                  <a:pt x="248754" y="336689"/>
                </a:cubicBezTo>
                <a:lnTo>
                  <a:pt x="333905" y="336689"/>
                </a:lnTo>
                <a:cubicBezTo>
                  <a:pt x="338235" y="336689"/>
                  <a:pt x="341740" y="340194"/>
                  <a:pt x="341740" y="344524"/>
                </a:cubicBezTo>
                <a:cubicBezTo>
                  <a:pt x="341740" y="344524"/>
                  <a:pt x="341740" y="344524"/>
                  <a:pt x="341740" y="344524"/>
                </a:cubicBezTo>
                <a:lnTo>
                  <a:pt x="341740" y="429675"/>
                </a:lnTo>
                <a:lnTo>
                  <a:pt x="384625" y="429675"/>
                </a:lnTo>
                <a:lnTo>
                  <a:pt x="384625" y="39277"/>
                </a:lnTo>
                <a:close/>
                <a:moveTo>
                  <a:pt x="545341" y="258857"/>
                </a:moveTo>
                <a:lnTo>
                  <a:pt x="424315" y="258857"/>
                </a:lnTo>
                <a:lnTo>
                  <a:pt x="424315" y="429675"/>
                </a:lnTo>
                <a:lnTo>
                  <a:pt x="545341" y="429675"/>
                </a:lnTo>
                <a:lnTo>
                  <a:pt x="545341" y="258857"/>
                </a:lnTo>
                <a:close/>
                <a:moveTo>
                  <a:pt x="341740" y="226899"/>
                </a:moveTo>
                <a:lnTo>
                  <a:pt x="341740" y="295350"/>
                </a:lnTo>
                <a:cubicBezTo>
                  <a:pt x="341740" y="295350"/>
                  <a:pt x="341740" y="295350"/>
                  <a:pt x="341740" y="295350"/>
                </a:cubicBezTo>
                <a:cubicBezTo>
                  <a:pt x="341740" y="299680"/>
                  <a:pt x="338235" y="303185"/>
                  <a:pt x="333905" y="303185"/>
                </a:cubicBezTo>
                <a:lnTo>
                  <a:pt x="248857" y="303185"/>
                </a:lnTo>
                <a:cubicBezTo>
                  <a:pt x="248857" y="303185"/>
                  <a:pt x="248857" y="303185"/>
                  <a:pt x="248857" y="303185"/>
                </a:cubicBezTo>
                <a:cubicBezTo>
                  <a:pt x="248754" y="303185"/>
                  <a:pt x="248548" y="303185"/>
                  <a:pt x="248445" y="303185"/>
                </a:cubicBezTo>
                <a:cubicBezTo>
                  <a:pt x="248342" y="303185"/>
                  <a:pt x="248238" y="303185"/>
                  <a:pt x="248032" y="303185"/>
                </a:cubicBezTo>
                <a:cubicBezTo>
                  <a:pt x="247929" y="303185"/>
                  <a:pt x="247723" y="303185"/>
                  <a:pt x="247620" y="303082"/>
                </a:cubicBezTo>
                <a:cubicBezTo>
                  <a:pt x="247517" y="303082"/>
                  <a:pt x="247414" y="303082"/>
                  <a:pt x="247208" y="302979"/>
                </a:cubicBezTo>
                <a:cubicBezTo>
                  <a:pt x="247104" y="302979"/>
                  <a:pt x="247001" y="302876"/>
                  <a:pt x="246795" y="302876"/>
                </a:cubicBezTo>
                <a:cubicBezTo>
                  <a:pt x="246692" y="302876"/>
                  <a:pt x="246589" y="302773"/>
                  <a:pt x="246383" y="302773"/>
                </a:cubicBezTo>
                <a:cubicBezTo>
                  <a:pt x="246280" y="302773"/>
                  <a:pt x="246177" y="302669"/>
                  <a:pt x="245971" y="302669"/>
                </a:cubicBezTo>
                <a:cubicBezTo>
                  <a:pt x="245867" y="302669"/>
                  <a:pt x="245764" y="302566"/>
                  <a:pt x="245661" y="302566"/>
                </a:cubicBezTo>
                <a:cubicBezTo>
                  <a:pt x="245558" y="302463"/>
                  <a:pt x="245455" y="302463"/>
                  <a:pt x="245352" y="302360"/>
                </a:cubicBezTo>
                <a:cubicBezTo>
                  <a:pt x="245249" y="302257"/>
                  <a:pt x="245146" y="302257"/>
                  <a:pt x="245043" y="302154"/>
                </a:cubicBezTo>
                <a:cubicBezTo>
                  <a:pt x="244940" y="302051"/>
                  <a:pt x="244837" y="302051"/>
                  <a:pt x="244733" y="301948"/>
                </a:cubicBezTo>
                <a:cubicBezTo>
                  <a:pt x="244630" y="301845"/>
                  <a:pt x="244527" y="301845"/>
                  <a:pt x="244424" y="301742"/>
                </a:cubicBezTo>
                <a:cubicBezTo>
                  <a:pt x="244321" y="301639"/>
                  <a:pt x="244218" y="301536"/>
                  <a:pt x="244115" y="301536"/>
                </a:cubicBezTo>
                <a:cubicBezTo>
                  <a:pt x="244012" y="301432"/>
                  <a:pt x="243909" y="301432"/>
                  <a:pt x="243806" y="301329"/>
                </a:cubicBezTo>
                <a:cubicBezTo>
                  <a:pt x="243703" y="301226"/>
                  <a:pt x="243599" y="301123"/>
                  <a:pt x="243496" y="301020"/>
                </a:cubicBezTo>
                <a:cubicBezTo>
                  <a:pt x="243393" y="300917"/>
                  <a:pt x="243290" y="300814"/>
                  <a:pt x="243187" y="300814"/>
                </a:cubicBezTo>
                <a:cubicBezTo>
                  <a:pt x="243084" y="300814"/>
                  <a:pt x="242981" y="300608"/>
                  <a:pt x="242981" y="300505"/>
                </a:cubicBezTo>
                <a:cubicBezTo>
                  <a:pt x="242878" y="300402"/>
                  <a:pt x="242775" y="300298"/>
                  <a:pt x="242672" y="300195"/>
                </a:cubicBezTo>
                <a:cubicBezTo>
                  <a:pt x="242569" y="300092"/>
                  <a:pt x="242569" y="299989"/>
                  <a:pt x="242465" y="299886"/>
                </a:cubicBezTo>
                <a:cubicBezTo>
                  <a:pt x="242362" y="299783"/>
                  <a:pt x="242259" y="299680"/>
                  <a:pt x="242259" y="299577"/>
                </a:cubicBezTo>
                <a:cubicBezTo>
                  <a:pt x="242156" y="299474"/>
                  <a:pt x="242156" y="299371"/>
                  <a:pt x="242053" y="299268"/>
                </a:cubicBezTo>
                <a:cubicBezTo>
                  <a:pt x="241950" y="299164"/>
                  <a:pt x="241950" y="299061"/>
                  <a:pt x="241847" y="298958"/>
                </a:cubicBezTo>
                <a:cubicBezTo>
                  <a:pt x="241744" y="298855"/>
                  <a:pt x="241744" y="298752"/>
                  <a:pt x="241641" y="298649"/>
                </a:cubicBezTo>
                <a:cubicBezTo>
                  <a:pt x="241538" y="298546"/>
                  <a:pt x="241538" y="298443"/>
                  <a:pt x="241435" y="298340"/>
                </a:cubicBezTo>
                <a:cubicBezTo>
                  <a:pt x="241435" y="298237"/>
                  <a:pt x="241332" y="298134"/>
                  <a:pt x="241332" y="297927"/>
                </a:cubicBezTo>
                <a:cubicBezTo>
                  <a:pt x="241332" y="297824"/>
                  <a:pt x="241228" y="297721"/>
                  <a:pt x="241228" y="297618"/>
                </a:cubicBezTo>
                <a:cubicBezTo>
                  <a:pt x="241228" y="297515"/>
                  <a:pt x="241125" y="297309"/>
                  <a:pt x="241125" y="297206"/>
                </a:cubicBezTo>
                <a:cubicBezTo>
                  <a:pt x="241125" y="297103"/>
                  <a:pt x="241022" y="297000"/>
                  <a:pt x="241022" y="296793"/>
                </a:cubicBezTo>
                <a:cubicBezTo>
                  <a:pt x="241022" y="296690"/>
                  <a:pt x="241022" y="296484"/>
                  <a:pt x="240919" y="296381"/>
                </a:cubicBezTo>
                <a:cubicBezTo>
                  <a:pt x="240919" y="296278"/>
                  <a:pt x="240919" y="296175"/>
                  <a:pt x="240816" y="295969"/>
                </a:cubicBezTo>
                <a:cubicBezTo>
                  <a:pt x="240816" y="295866"/>
                  <a:pt x="240816" y="295659"/>
                  <a:pt x="240816" y="295556"/>
                </a:cubicBezTo>
                <a:cubicBezTo>
                  <a:pt x="240816" y="295453"/>
                  <a:pt x="240816" y="295247"/>
                  <a:pt x="240816" y="295144"/>
                </a:cubicBezTo>
                <a:cubicBezTo>
                  <a:pt x="240816" y="295144"/>
                  <a:pt x="240816" y="295144"/>
                  <a:pt x="240816" y="295144"/>
                </a:cubicBezTo>
                <a:lnTo>
                  <a:pt x="240816" y="295144"/>
                </a:lnTo>
                <a:lnTo>
                  <a:pt x="240816" y="226693"/>
                </a:lnTo>
                <a:cubicBezTo>
                  <a:pt x="240816" y="226693"/>
                  <a:pt x="240816" y="226693"/>
                  <a:pt x="240816" y="226693"/>
                </a:cubicBezTo>
                <a:cubicBezTo>
                  <a:pt x="240816" y="226590"/>
                  <a:pt x="240816" y="226384"/>
                  <a:pt x="240816" y="226281"/>
                </a:cubicBezTo>
                <a:cubicBezTo>
                  <a:pt x="240816" y="226177"/>
                  <a:pt x="240816" y="226074"/>
                  <a:pt x="240816" y="225868"/>
                </a:cubicBezTo>
                <a:cubicBezTo>
                  <a:pt x="240816" y="225765"/>
                  <a:pt x="240816" y="225662"/>
                  <a:pt x="240919" y="225456"/>
                </a:cubicBezTo>
                <a:cubicBezTo>
                  <a:pt x="240919" y="225353"/>
                  <a:pt x="240919" y="225147"/>
                  <a:pt x="241022" y="225043"/>
                </a:cubicBezTo>
                <a:cubicBezTo>
                  <a:pt x="241022" y="224940"/>
                  <a:pt x="241125" y="224837"/>
                  <a:pt x="241125" y="224734"/>
                </a:cubicBezTo>
                <a:cubicBezTo>
                  <a:pt x="241125" y="224631"/>
                  <a:pt x="241228" y="224425"/>
                  <a:pt x="241228" y="224322"/>
                </a:cubicBezTo>
                <a:cubicBezTo>
                  <a:pt x="241228" y="224219"/>
                  <a:pt x="241332" y="224116"/>
                  <a:pt x="241332" y="223909"/>
                </a:cubicBezTo>
                <a:cubicBezTo>
                  <a:pt x="241332" y="223806"/>
                  <a:pt x="241435" y="223703"/>
                  <a:pt x="241435" y="223600"/>
                </a:cubicBezTo>
                <a:cubicBezTo>
                  <a:pt x="241435" y="223497"/>
                  <a:pt x="241538" y="223394"/>
                  <a:pt x="241641" y="223291"/>
                </a:cubicBezTo>
                <a:cubicBezTo>
                  <a:pt x="241744" y="223188"/>
                  <a:pt x="241744" y="223085"/>
                  <a:pt x="241847" y="222982"/>
                </a:cubicBezTo>
                <a:cubicBezTo>
                  <a:pt x="241950" y="222879"/>
                  <a:pt x="241950" y="222775"/>
                  <a:pt x="242053" y="222672"/>
                </a:cubicBezTo>
                <a:cubicBezTo>
                  <a:pt x="242156" y="222569"/>
                  <a:pt x="242156" y="222466"/>
                  <a:pt x="242259" y="222363"/>
                </a:cubicBezTo>
                <a:cubicBezTo>
                  <a:pt x="242362" y="222260"/>
                  <a:pt x="242465" y="222157"/>
                  <a:pt x="242465" y="222054"/>
                </a:cubicBezTo>
                <a:cubicBezTo>
                  <a:pt x="242569" y="221951"/>
                  <a:pt x="242569" y="221848"/>
                  <a:pt x="242672" y="221745"/>
                </a:cubicBezTo>
                <a:cubicBezTo>
                  <a:pt x="242775" y="221642"/>
                  <a:pt x="242878" y="221538"/>
                  <a:pt x="242981" y="221435"/>
                </a:cubicBezTo>
                <a:cubicBezTo>
                  <a:pt x="243084" y="221332"/>
                  <a:pt x="243187" y="221229"/>
                  <a:pt x="243187" y="221126"/>
                </a:cubicBezTo>
                <a:cubicBezTo>
                  <a:pt x="243290" y="221023"/>
                  <a:pt x="243393" y="220920"/>
                  <a:pt x="243496" y="220920"/>
                </a:cubicBezTo>
                <a:cubicBezTo>
                  <a:pt x="243599" y="220817"/>
                  <a:pt x="243703" y="220714"/>
                  <a:pt x="243806" y="220714"/>
                </a:cubicBezTo>
                <a:cubicBezTo>
                  <a:pt x="243909" y="220611"/>
                  <a:pt x="244012" y="220611"/>
                  <a:pt x="244115" y="220508"/>
                </a:cubicBezTo>
                <a:cubicBezTo>
                  <a:pt x="244218" y="220404"/>
                  <a:pt x="244321" y="220404"/>
                  <a:pt x="244424" y="220301"/>
                </a:cubicBezTo>
                <a:cubicBezTo>
                  <a:pt x="244527" y="220198"/>
                  <a:pt x="244630" y="220198"/>
                  <a:pt x="244733" y="220095"/>
                </a:cubicBezTo>
                <a:cubicBezTo>
                  <a:pt x="244837" y="219992"/>
                  <a:pt x="244940" y="219992"/>
                  <a:pt x="245043" y="219889"/>
                </a:cubicBezTo>
                <a:cubicBezTo>
                  <a:pt x="245146" y="219786"/>
                  <a:pt x="245249" y="219786"/>
                  <a:pt x="245352" y="219683"/>
                </a:cubicBezTo>
                <a:cubicBezTo>
                  <a:pt x="245455" y="219580"/>
                  <a:pt x="245558" y="219580"/>
                  <a:pt x="245661" y="219477"/>
                </a:cubicBezTo>
                <a:cubicBezTo>
                  <a:pt x="245764" y="219374"/>
                  <a:pt x="245867" y="219374"/>
                  <a:pt x="246074" y="219374"/>
                </a:cubicBezTo>
                <a:cubicBezTo>
                  <a:pt x="246177" y="219374"/>
                  <a:pt x="246280" y="219270"/>
                  <a:pt x="246383" y="219270"/>
                </a:cubicBezTo>
                <a:cubicBezTo>
                  <a:pt x="246486" y="219270"/>
                  <a:pt x="246589" y="219167"/>
                  <a:pt x="246795" y="219167"/>
                </a:cubicBezTo>
                <a:cubicBezTo>
                  <a:pt x="246898" y="219167"/>
                  <a:pt x="247001" y="219064"/>
                  <a:pt x="247208" y="219064"/>
                </a:cubicBezTo>
                <a:cubicBezTo>
                  <a:pt x="247311" y="219064"/>
                  <a:pt x="247414" y="219064"/>
                  <a:pt x="247620" y="218961"/>
                </a:cubicBezTo>
                <a:cubicBezTo>
                  <a:pt x="247723" y="218961"/>
                  <a:pt x="247929" y="218961"/>
                  <a:pt x="248032" y="218858"/>
                </a:cubicBezTo>
                <a:cubicBezTo>
                  <a:pt x="248135" y="218858"/>
                  <a:pt x="248342" y="218858"/>
                  <a:pt x="248445" y="218858"/>
                </a:cubicBezTo>
                <a:cubicBezTo>
                  <a:pt x="248548" y="218858"/>
                  <a:pt x="248651" y="218858"/>
                  <a:pt x="248857" y="218858"/>
                </a:cubicBezTo>
                <a:cubicBezTo>
                  <a:pt x="248857" y="218858"/>
                  <a:pt x="248857" y="218858"/>
                  <a:pt x="248857" y="218858"/>
                </a:cubicBezTo>
                <a:lnTo>
                  <a:pt x="333905" y="218858"/>
                </a:lnTo>
                <a:cubicBezTo>
                  <a:pt x="338235" y="219064"/>
                  <a:pt x="341740" y="222569"/>
                  <a:pt x="341740" y="226899"/>
                </a:cubicBezTo>
                <a:close/>
                <a:moveTo>
                  <a:pt x="325968" y="234734"/>
                </a:moveTo>
                <a:lnTo>
                  <a:pt x="256589" y="234734"/>
                </a:lnTo>
                <a:lnTo>
                  <a:pt x="256589" y="287515"/>
                </a:lnTo>
                <a:lnTo>
                  <a:pt x="325968" y="287515"/>
                </a:lnTo>
                <a:lnTo>
                  <a:pt x="325968" y="234734"/>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4" name="Google Shape;2804;p95"/>
          <p:cNvSpPr/>
          <p:nvPr/>
        </p:nvSpPr>
        <p:spPr>
          <a:xfrm>
            <a:off x="7690388" y="1573190"/>
            <a:ext cx="274687" cy="210996"/>
          </a:xfrm>
          <a:custGeom>
            <a:rect b="b" l="l" r="r" t="t"/>
            <a:pathLst>
              <a:path extrusionOk="0" h="493559" w="642543">
                <a:moveTo>
                  <a:pt x="642544" y="379069"/>
                </a:moveTo>
                <a:lnTo>
                  <a:pt x="642544" y="375316"/>
                </a:lnTo>
                <a:lnTo>
                  <a:pt x="642544" y="371574"/>
                </a:lnTo>
                <a:lnTo>
                  <a:pt x="641420" y="368688"/>
                </a:lnTo>
                <a:cubicBezTo>
                  <a:pt x="640986" y="367223"/>
                  <a:pt x="640381" y="365815"/>
                  <a:pt x="639616" y="364492"/>
                </a:cubicBezTo>
                <a:lnTo>
                  <a:pt x="639451" y="364121"/>
                </a:lnTo>
                <a:lnTo>
                  <a:pt x="636926" y="361688"/>
                </a:lnTo>
                <a:lnTo>
                  <a:pt x="634503" y="359173"/>
                </a:lnTo>
                <a:lnTo>
                  <a:pt x="603102" y="337400"/>
                </a:lnTo>
                <a:lnTo>
                  <a:pt x="591535" y="301474"/>
                </a:lnTo>
                <a:cubicBezTo>
                  <a:pt x="588204" y="291140"/>
                  <a:pt x="577126" y="285464"/>
                  <a:pt x="566792" y="288796"/>
                </a:cubicBezTo>
                <a:cubicBezTo>
                  <a:pt x="564414" y="289563"/>
                  <a:pt x="562202" y="290776"/>
                  <a:pt x="560279" y="292371"/>
                </a:cubicBezTo>
                <a:lnTo>
                  <a:pt x="519321" y="326390"/>
                </a:lnTo>
                <a:lnTo>
                  <a:pt x="519321" y="322205"/>
                </a:lnTo>
                <a:cubicBezTo>
                  <a:pt x="519276" y="280536"/>
                  <a:pt x="485508" y="246768"/>
                  <a:pt x="443840" y="246723"/>
                </a:cubicBezTo>
                <a:lnTo>
                  <a:pt x="312752" y="246723"/>
                </a:lnTo>
                <a:lnTo>
                  <a:pt x="312752" y="124140"/>
                </a:lnTo>
                <a:cubicBezTo>
                  <a:pt x="312818" y="121808"/>
                  <a:pt x="312469" y="119483"/>
                  <a:pt x="311721" y="117274"/>
                </a:cubicBezTo>
                <a:lnTo>
                  <a:pt x="311411" y="116460"/>
                </a:lnTo>
                <a:cubicBezTo>
                  <a:pt x="310386" y="113858"/>
                  <a:pt x="308814" y="111506"/>
                  <a:pt x="306803" y="109563"/>
                </a:cubicBezTo>
                <a:lnTo>
                  <a:pt x="258846" y="61111"/>
                </a:lnTo>
                <a:lnTo>
                  <a:pt x="258846" y="19649"/>
                </a:lnTo>
                <a:cubicBezTo>
                  <a:pt x="258846" y="8797"/>
                  <a:pt x="250050" y="0"/>
                  <a:pt x="239198" y="0"/>
                </a:cubicBezTo>
                <a:cubicBezTo>
                  <a:pt x="239177" y="0"/>
                  <a:pt x="239156" y="0"/>
                  <a:pt x="239136" y="0"/>
                </a:cubicBezTo>
                <a:lnTo>
                  <a:pt x="59967" y="0"/>
                </a:lnTo>
                <a:cubicBezTo>
                  <a:pt x="49115" y="0"/>
                  <a:pt x="40318" y="8797"/>
                  <a:pt x="40318" y="19649"/>
                </a:cubicBezTo>
                <a:lnTo>
                  <a:pt x="40318" y="65008"/>
                </a:lnTo>
                <a:lnTo>
                  <a:pt x="1701" y="150500"/>
                </a:lnTo>
                <a:lnTo>
                  <a:pt x="1649" y="150727"/>
                </a:lnTo>
                <a:lnTo>
                  <a:pt x="773" y="154561"/>
                </a:lnTo>
                <a:lnTo>
                  <a:pt x="0" y="158376"/>
                </a:lnTo>
                <a:lnTo>
                  <a:pt x="0" y="158592"/>
                </a:lnTo>
                <a:lnTo>
                  <a:pt x="0" y="473911"/>
                </a:lnTo>
                <a:cubicBezTo>
                  <a:pt x="0" y="484763"/>
                  <a:pt x="8797" y="493560"/>
                  <a:pt x="19649" y="493560"/>
                </a:cubicBezTo>
                <a:lnTo>
                  <a:pt x="198756" y="493560"/>
                </a:lnTo>
                <a:lnTo>
                  <a:pt x="199632" y="493384"/>
                </a:lnTo>
                <a:lnTo>
                  <a:pt x="499673" y="493384"/>
                </a:lnTo>
                <a:cubicBezTo>
                  <a:pt x="510525" y="493384"/>
                  <a:pt x="519321" y="484588"/>
                  <a:pt x="519321" y="473736"/>
                </a:cubicBezTo>
                <a:lnTo>
                  <a:pt x="519321" y="424253"/>
                </a:lnTo>
                <a:lnTo>
                  <a:pt x="560279" y="458272"/>
                </a:lnTo>
                <a:cubicBezTo>
                  <a:pt x="568638" y="465201"/>
                  <a:pt x="581032" y="464042"/>
                  <a:pt x="587960" y="455683"/>
                </a:cubicBezTo>
                <a:cubicBezTo>
                  <a:pt x="589555" y="453759"/>
                  <a:pt x="590768" y="451548"/>
                  <a:pt x="591535" y="449169"/>
                </a:cubicBezTo>
                <a:lnTo>
                  <a:pt x="603102" y="413243"/>
                </a:lnTo>
                <a:lnTo>
                  <a:pt x="634503" y="391440"/>
                </a:lnTo>
                <a:lnTo>
                  <a:pt x="634957" y="390965"/>
                </a:lnTo>
                <a:cubicBezTo>
                  <a:pt x="636689" y="389729"/>
                  <a:pt x="638207" y="388218"/>
                  <a:pt x="639451" y="386491"/>
                </a:cubicBezTo>
                <a:lnTo>
                  <a:pt x="639616" y="386120"/>
                </a:lnTo>
                <a:cubicBezTo>
                  <a:pt x="640381" y="384797"/>
                  <a:pt x="640986" y="383389"/>
                  <a:pt x="641420" y="381924"/>
                </a:cubicBezTo>
                <a:close/>
                <a:moveTo>
                  <a:pt x="162613" y="454087"/>
                </a:moveTo>
                <a:lnTo>
                  <a:pt x="162613" y="322205"/>
                </a:lnTo>
                <a:cubicBezTo>
                  <a:pt x="162635" y="302234"/>
                  <a:pt x="178816" y="286050"/>
                  <a:pt x="198787" y="286021"/>
                </a:cubicBezTo>
                <a:lnTo>
                  <a:pt x="229559" y="286021"/>
                </a:lnTo>
                <a:lnTo>
                  <a:pt x="229559" y="454056"/>
                </a:lnTo>
                <a:close/>
                <a:moveTo>
                  <a:pt x="76255" y="80987"/>
                </a:moveTo>
                <a:lnTo>
                  <a:pt x="212333" y="80987"/>
                </a:lnTo>
                <a:lnTo>
                  <a:pt x="186138" y="138954"/>
                </a:lnTo>
                <a:lnTo>
                  <a:pt x="50050" y="138954"/>
                </a:lnTo>
                <a:close/>
                <a:moveTo>
                  <a:pt x="245321" y="103326"/>
                </a:moveTo>
                <a:lnTo>
                  <a:pt x="257692" y="115841"/>
                </a:lnTo>
                <a:lnTo>
                  <a:pt x="236043" y="123851"/>
                </a:lnTo>
                <a:close/>
                <a:moveTo>
                  <a:pt x="253166" y="286021"/>
                </a:moveTo>
                <a:lnTo>
                  <a:pt x="395831" y="286021"/>
                </a:lnTo>
                <a:lnTo>
                  <a:pt x="395831" y="454056"/>
                </a:lnTo>
                <a:lnTo>
                  <a:pt x="253146" y="454056"/>
                </a:lnTo>
                <a:close/>
                <a:moveTo>
                  <a:pt x="273464" y="246723"/>
                </a:moveTo>
                <a:lnTo>
                  <a:pt x="218405" y="246723"/>
                </a:lnTo>
                <a:lnTo>
                  <a:pt x="218405" y="172282"/>
                </a:lnTo>
                <a:lnTo>
                  <a:pt x="273444" y="151912"/>
                </a:lnTo>
                <a:close/>
                <a:moveTo>
                  <a:pt x="219549" y="39298"/>
                </a:moveTo>
                <a:lnTo>
                  <a:pt x="219549" y="57431"/>
                </a:lnTo>
                <a:lnTo>
                  <a:pt x="79626" y="57431"/>
                </a:lnTo>
                <a:lnTo>
                  <a:pt x="79626" y="39298"/>
                </a:lnTo>
                <a:close/>
                <a:moveTo>
                  <a:pt x="39256" y="178262"/>
                </a:moveTo>
                <a:lnTo>
                  <a:pt x="179107" y="178262"/>
                </a:lnTo>
                <a:lnTo>
                  <a:pt x="179107" y="249651"/>
                </a:lnTo>
                <a:cubicBezTo>
                  <a:pt x="147067" y="258372"/>
                  <a:pt x="123305" y="287433"/>
                  <a:pt x="123305" y="322205"/>
                </a:cubicBezTo>
                <a:lnTo>
                  <a:pt x="123305" y="454262"/>
                </a:lnTo>
                <a:lnTo>
                  <a:pt x="39256" y="454262"/>
                </a:lnTo>
                <a:close/>
                <a:moveTo>
                  <a:pt x="480014" y="454087"/>
                </a:moveTo>
                <a:lnTo>
                  <a:pt x="419428" y="454087"/>
                </a:lnTo>
                <a:lnTo>
                  <a:pt x="419428" y="286052"/>
                </a:lnTo>
                <a:lnTo>
                  <a:pt x="443840" y="286052"/>
                </a:lnTo>
                <a:cubicBezTo>
                  <a:pt x="463810" y="286080"/>
                  <a:pt x="479991" y="302265"/>
                  <a:pt x="480014" y="322236"/>
                </a:cubicBezTo>
                <a:close/>
                <a:moveTo>
                  <a:pt x="575206" y="384739"/>
                </a:moveTo>
                <a:cubicBezTo>
                  <a:pt x="571659" y="387200"/>
                  <a:pt x="569022" y="390761"/>
                  <a:pt x="567701" y="394872"/>
                </a:cubicBezTo>
                <a:lnTo>
                  <a:pt x="563000" y="409470"/>
                </a:lnTo>
                <a:lnTo>
                  <a:pt x="521868" y="375327"/>
                </a:lnTo>
                <a:lnTo>
                  <a:pt x="563000" y="341184"/>
                </a:lnTo>
                <a:lnTo>
                  <a:pt x="567701" y="355791"/>
                </a:lnTo>
                <a:cubicBezTo>
                  <a:pt x="569020" y="359900"/>
                  <a:pt x="571658" y="363459"/>
                  <a:pt x="575206" y="365915"/>
                </a:cubicBezTo>
                <a:lnTo>
                  <a:pt x="588773" y="375327"/>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5" name="Google Shape;2805;p95"/>
          <p:cNvSpPr/>
          <p:nvPr/>
        </p:nvSpPr>
        <p:spPr>
          <a:xfrm>
            <a:off x="8059786" y="2132487"/>
            <a:ext cx="265914" cy="299458"/>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6" name="Google Shape;2806;p95"/>
          <p:cNvSpPr/>
          <p:nvPr/>
        </p:nvSpPr>
        <p:spPr>
          <a:xfrm>
            <a:off x="7078587" y="1583933"/>
            <a:ext cx="286789" cy="189393"/>
          </a:xfrm>
          <a:custGeom>
            <a:rect b="b" l="l" r="r" t="t"/>
            <a:pathLst>
              <a:path extrusionOk="0" h="390501" w="591318">
                <a:moveTo>
                  <a:pt x="308546" y="188653"/>
                </a:moveTo>
                <a:lnTo>
                  <a:pt x="293804" y="181334"/>
                </a:lnTo>
                <a:cubicBezTo>
                  <a:pt x="266691" y="167932"/>
                  <a:pt x="262362" y="164736"/>
                  <a:pt x="262362" y="150407"/>
                </a:cubicBezTo>
                <a:cubicBezTo>
                  <a:pt x="262362" y="126284"/>
                  <a:pt x="287825" y="124429"/>
                  <a:pt x="295659" y="124429"/>
                </a:cubicBezTo>
                <a:cubicBezTo>
                  <a:pt x="303494" y="124429"/>
                  <a:pt x="328339" y="126284"/>
                  <a:pt x="328339" y="150407"/>
                </a:cubicBezTo>
                <a:cubicBezTo>
                  <a:pt x="328339" y="157314"/>
                  <a:pt x="334009" y="162984"/>
                  <a:pt x="340916" y="162984"/>
                </a:cubicBezTo>
                <a:cubicBezTo>
                  <a:pt x="347823" y="162984"/>
                  <a:pt x="353492" y="157314"/>
                  <a:pt x="353492" y="150407"/>
                </a:cubicBezTo>
                <a:cubicBezTo>
                  <a:pt x="353492" y="123707"/>
                  <a:pt x="335761" y="104635"/>
                  <a:pt x="308236" y="100306"/>
                </a:cubicBezTo>
                <a:lnTo>
                  <a:pt x="308236" y="89275"/>
                </a:lnTo>
                <a:cubicBezTo>
                  <a:pt x="308030" y="82368"/>
                  <a:pt x="302257" y="76904"/>
                  <a:pt x="295350" y="77111"/>
                </a:cubicBezTo>
                <a:cubicBezTo>
                  <a:pt x="288649" y="77317"/>
                  <a:pt x="283289" y="82677"/>
                  <a:pt x="283186" y="89275"/>
                </a:cubicBezTo>
                <a:lnTo>
                  <a:pt x="283186" y="100306"/>
                </a:lnTo>
                <a:cubicBezTo>
                  <a:pt x="255249" y="104635"/>
                  <a:pt x="237311" y="123707"/>
                  <a:pt x="237311" y="150510"/>
                </a:cubicBezTo>
                <a:cubicBezTo>
                  <a:pt x="237311" y="181540"/>
                  <a:pt x="256383" y="190921"/>
                  <a:pt x="282773" y="204013"/>
                </a:cubicBezTo>
                <a:lnTo>
                  <a:pt x="297515" y="211333"/>
                </a:lnTo>
                <a:cubicBezTo>
                  <a:pt x="324627" y="224734"/>
                  <a:pt x="328957" y="227930"/>
                  <a:pt x="328957" y="242259"/>
                </a:cubicBezTo>
                <a:cubicBezTo>
                  <a:pt x="328957" y="266073"/>
                  <a:pt x="303494" y="267929"/>
                  <a:pt x="295659" y="267929"/>
                </a:cubicBezTo>
                <a:cubicBezTo>
                  <a:pt x="287825" y="267929"/>
                  <a:pt x="262362" y="266073"/>
                  <a:pt x="262362" y="242259"/>
                </a:cubicBezTo>
                <a:cubicBezTo>
                  <a:pt x="262362" y="235352"/>
                  <a:pt x="256692" y="229682"/>
                  <a:pt x="249785" y="229682"/>
                </a:cubicBezTo>
                <a:cubicBezTo>
                  <a:pt x="242878" y="229682"/>
                  <a:pt x="237208" y="235352"/>
                  <a:pt x="237208" y="242259"/>
                </a:cubicBezTo>
                <a:cubicBezTo>
                  <a:pt x="237208" y="268856"/>
                  <a:pt x="255145" y="287825"/>
                  <a:pt x="283083" y="292154"/>
                </a:cubicBezTo>
                <a:lnTo>
                  <a:pt x="283083" y="303494"/>
                </a:lnTo>
                <a:cubicBezTo>
                  <a:pt x="282876" y="310401"/>
                  <a:pt x="288340" y="316277"/>
                  <a:pt x="295247" y="316380"/>
                </a:cubicBezTo>
                <a:cubicBezTo>
                  <a:pt x="302154" y="316587"/>
                  <a:pt x="308030" y="311123"/>
                  <a:pt x="308133" y="304216"/>
                </a:cubicBezTo>
                <a:cubicBezTo>
                  <a:pt x="308133" y="304010"/>
                  <a:pt x="308133" y="303700"/>
                  <a:pt x="308133" y="303494"/>
                </a:cubicBezTo>
                <a:lnTo>
                  <a:pt x="308133" y="292154"/>
                </a:lnTo>
                <a:cubicBezTo>
                  <a:pt x="336070" y="287825"/>
                  <a:pt x="354008" y="268856"/>
                  <a:pt x="354008" y="242259"/>
                </a:cubicBezTo>
                <a:cubicBezTo>
                  <a:pt x="354111" y="211126"/>
                  <a:pt x="335039" y="201642"/>
                  <a:pt x="308546" y="188653"/>
                </a:cubicBezTo>
                <a:close/>
                <a:moveTo>
                  <a:pt x="579464" y="327308"/>
                </a:moveTo>
                <a:lnTo>
                  <a:pt x="535135" y="327308"/>
                </a:lnTo>
                <a:lnTo>
                  <a:pt x="535135" y="37627"/>
                </a:lnTo>
                <a:cubicBezTo>
                  <a:pt x="535135" y="16907"/>
                  <a:pt x="518332" y="0"/>
                  <a:pt x="497508" y="0"/>
                </a:cubicBezTo>
                <a:lnTo>
                  <a:pt x="93708" y="0"/>
                </a:lnTo>
                <a:cubicBezTo>
                  <a:pt x="72987" y="0"/>
                  <a:pt x="56080" y="16804"/>
                  <a:pt x="56080" y="37627"/>
                </a:cubicBezTo>
                <a:lnTo>
                  <a:pt x="56080" y="327308"/>
                </a:lnTo>
                <a:lnTo>
                  <a:pt x="11752" y="327308"/>
                </a:lnTo>
                <a:cubicBezTo>
                  <a:pt x="5258" y="327308"/>
                  <a:pt x="0" y="332565"/>
                  <a:pt x="0" y="339060"/>
                </a:cubicBezTo>
                <a:cubicBezTo>
                  <a:pt x="0" y="339060"/>
                  <a:pt x="0" y="339060"/>
                  <a:pt x="0" y="339060"/>
                </a:cubicBezTo>
                <a:lnTo>
                  <a:pt x="0" y="343184"/>
                </a:lnTo>
                <a:cubicBezTo>
                  <a:pt x="0" y="370193"/>
                  <a:pt x="19175" y="390501"/>
                  <a:pt x="44534" y="390501"/>
                </a:cubicBezTo>
                <a:lnTo>
                  <a:pt x="541115" y="390501"/>
                </a:lnTo>
                <a:cubicBezTo>
                  <a:pt x="567815" y="390501"/>
                  <a:pt x="591319" y="368337"/>
                  <a:pt x="591319" y="343184"/>
                </a:cubicBezTo>
                <a:lnTo>
                  <a:pt x="591319" y="339060"/>
                </a:lnTo>
                <a:cubicBezTo>
                  <a:pt x="591216" y="332565"/>
                  <a:pt x="585958" y="327308"/>
                  <a:pt x="579464" y="327308"/>
                </a:cubicBezTo>
                <a:close/>
                <a:moveTo>
                  <a:pt x="44534" y="366894"/>
                </a:moveTo>
                <a:cubicBezTo>
                  <a:pt x="33813" y="366894"/>
                  <a:pt x="27112" y="359575"/>
                  <a:pt x="24638" y="350812"/>
                </a:cubicBezTo>
                <a:lnTo>
                  <a:pt x="214528" y="350812"/>
                </a:lnTo>
                <a:lnTo>
                  <a:pt x="214528" y="363698"/>
                </a:lnTo>
                <a:lnTo>
                  <a:pt x="214941" y="366894"/>
                </a:lnTo>
                <a:lnTo>
                  <a:pt x="44534" y="366894"/>
                </a:lnTo>
                <a:close/>
                <a:moveTo>
                  <a:pt x="353080" y="339060"/>
                </a:moveTo>
                <a:lnTo>
                  <a:pt x="353080" y="351946"/>
                </a:lnTo>
                <a:lnTo>
                  <a:pt x="238136" y="351946"/>
                </a:lnTo>
                <a:lnTo>
                  <a:pt x="238136" y="339060"/>
                </a:lnTo>
                <a:cubicBezTo>
                  <a:pt x="238136" y="332565"/>
                  <a:pt x="232878" y="327308"/>
                  <a:pt x="226384" y="327308"/>
                </a:cubicBezTo>
                <a:lnTo>
                  <a:pt x="226384" y="327308"/>
                </a:lnTo>
                <a:lnTo>
                  <a:pt x="95460" y="327308"/>
                </a:lnTo>
                <a:lnTo>
                  <a:pt x="95460" y="39277"/>
                </a:lnTo>
                <a:lnTo>
                  <a:pt x="495858" y="39277"/>
                </a:lnTo>
                <a:lnTo>
                  <a:pt x="495858" y="327308"/>
                </a:lnTo>
                <a:lnTo>
                  <a:pt x="364935" y="327308"/>
                </a:lnTo>
                <a:cubicBezTo>
                  <a:pt x="358441" y="327205"/>
                  <a:pt x="353183" y="332565"/>
                  <a:pt x="353080" y="339060"/>
                </a:cubicBezTo>
                <a:cubicBezTo>
                  <a:pt x="353080" y="339060"/>
                  <a:pt x="353080" y="339060"/>
                  <a:pt x="353080" y="339060"/>
                </a:cubicBezTo>
                <a:lnTo>
                  <a:pt x="353080" y="339060"/>
                </a:lnTo>
                <a:close/>
                <a:moveTo>
                  <a:pt x="541115" y="366894"/>
                </a:moveTo>
                <a:lnTo>
                  <a:pt x="376275" y="366894"/>
                </a:lnTo>
                <a:lnTo>
                  <a:pt x="376687" y="363698"/>
                </a:lnTo>
                <a:lnTo>
                  <a:pt x="376687" y="350812"/>
                </a:lnTo>
                <a:lnTo>
                  <a:pt x="566062" y="350812"/>
                </a:lnTo>
                <a:cubicBezTo>
                  <a:pt x="562248" y="359884"/>
                  <a:pt x="552042" y="366894"/>
                  <a:pt x="541115" y="366894"/>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7" name="Google Shape;2807;p95"/>
          <p:cNvSpPr/>
          <p:nvPr/>
        </p:nvSpPr>
        <p:spPr>
          <a:xfrm>
            <a:off x="8265753" y="1565283"/>
            <a:ext cx="212149" cy="226635"/>
          </a:xfrm>
          <a:custGeom>
            <a:rect b="b" l="l" r="r" t="t"/>
            <a:pathLst>
              <a:path extrusionOk="0" h="518023" w="482157">
                <a:moveTo>
                  <a:pt x="475292" y="109781"/>
                </a:moveTo>
                <a:lnTo>
                  <a:pt x="475230" y="109729"/>
                </a:lnTo>
                <a:lnTo>
                  <a:pt x="472797" y="107771"/>
                </a:lnTo>
                <a:lnTo>
                  <a:pt x="471014" y="106956"/>
                </a:lnTo>
                <a:lnTo>
                  <a:pt x="470663" y="106729"/>
                </a:lnTo>
                <a:lnTo>
                  <a:pt x="248373" y="1898"/>
                </a:lnTo>
                <a:cubicBezTo>
                  <a:pt x="243050" y="-633"/>
                  <a:pt x="236871" y="-633"/>
                  <a:pt x="231548" y="1898"/>
                </a:cubicBezTo>
                <a:lnTo>
                  <a:pt x="11216" y="106781"/>
                </a:lnTo>
                <a:lnTo>
                  <a:pt x="10381" y="107338"/>
                </a:lnTo>
                <a:lnTo>
                  <a:pt x="9350" y="107802"/>
                </a:lnTo>
                <a:lnTo>
                  <a:pt x="7886" y="108977"/>
                </a:lnTo>
                <a:lnTo>
                  <a:pt x="6103" y="110420"/>
                </a:lnTo>
                <a:lnTo>
                  <a:pt x="4124" y="112729"/>
                </a:lnTo>
                <a:lnTo>
                  <a:pt x="2866" y="114440"/>
                </a:lnTo>
                <a:lnTo>
                  <a:pt x="1505" y="117399"/>
                </a:lnTo>
                <a:lnTo>
                  <a:pt x="783" y="119193"/>
                </a:lnTo>
                <a:lnTo>
                  <a:pt x="186" y="123069"/>
                </a:lnTo>
                <a:lnTo>
                  <a:pt x="0" y="124275"/>
                </a:lnTo>
                <a:lnTo>
                  <a:pt x="0" y="380039"/>
                </a:lnTo>
                <a:cubicBezTo>
                  <a:pt x="-11" y="387288"/>
                  <a:pt x="3982" y="393951"/>
                  <a:pt x="10381" y="397358"/>
                </a:cubicBezTo>
                <a:lnTo>
                  <a:pt x="231528" y="515704"/>
                </a:lnTo>
                <a:cubicBezTo>
                  <a:pt x="234383" y="517226"/>
                  <a:pt x="237570" y="518023"/>
                  <a:pt x="240806" y="518024"/>
                </a:cubicBezTo>
                <a:lnTo>
                  <a:pt x="241022" y="518024"/>
                </a:lnTo>
                <a:cubicBezTo>
                  <a:pt x="244259" y="518029"/>
                  <a:pt x="247447" y="517232"/>
                  <a:pt x="250300" y="515704"/>
                </a:cubicBezTo>
                <a:lnTo>
                  <a:pt x="471767" y="397368"/>
                </a:lnTo>
                <a:cubicBezTo>
                  <a:pt x="478172" y="393962"/>
                  <a:pt x="482171" y="387295"/>
                  <a:pt x="482158" y="380039"/>
                </a:cubicBezTo>
                <a:lnTo>
                  <a:pt x="482158" y="124502"/>
                </a:lnTo>
                <a:cubicBezTo>
                  <a:pt x="482116" y="118831"/>
                  <a:pt x="479611" y="113458"/>
                  <a:pt x="475292" y="109781"/>
                </a:cubicBezTo>
                <a:close/>
                <a:moveTo>
                  <a:pt x="240971" y="214282"/>
                </a:moveTo>
                <a:lnTo>
                  <a:pt x="186777" y="186912"/>
                </a:lnTo>
                <a:lnTo>
                  <a:pt x="361905" y="98884"/>
                </a:lnTo>
                <a:lnTo>
                  <a:pt x="417500" y="125110"/>
                </a:lnTo>
                <a:close/>
                <a:moveTo>
                  <a:pt x="240033" y="41412"/>
                </a:moveTo>
                <a:lnTo>
                  <a:pt x="284619" y="62453"/>
                </a:lnTo>
                <a:lnTo>
                  <a:pt x="111944" y="149109"/>
                </a:lnTo>
                <a:lnTo>
                  <a:pt x="64286" y="125028"/>
                </a:lnTo>
                <a:close/>
                <a:moveTo>
                  <a:pt x="39359" y="368266"/>
                </a:moveTo>
                <a:lnTo>
                  <a:pt x="39359" y="156439"/>
                </a:lnTo>
                <a:lnTo>
                  <a:pt x="90306" y="182211"/>
                </a:lnTo>
                <a:lnTo>
                  <a:pt x="90306" y="276074"/>
                </a:lnTo>
                <a:lnTo>
                  <a:pt x="165128" y="313990"/>
                </a:lnTo>
                <a:lnTo>
                  <a:pt x="165128" y="219973"/>
                </a:lnTo>
                <a:lnTo>
                  <a:pt x="221291" y="248343"/>
                </a:lnTo>
                <a:lnTo>
                  <a:pt x="221167" y="465541"/>
                </a:lnTo>
                <a:close/>
                <a:moveTo>
                  <a:pt x="442902" y="368266"/>
                </a:moveTo>
                <a:lnTo>
                  <a:pt x="260702" y="465582"/>
                </a:lnTo>
                <a:lnTo>
                  <a:pt x="260836" y="248384"/>
                </a:lnTo>
                <a:lnTo>
                  <a:pt x="442850" y="156439"/>
                </a:lnTo>
                <a:close/>
              </a:path>
            </a:pathLst>
          </a:custGeom>
          <a:solidFill>
            <a:srgbClr val="2AB4E7"/>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8" name="Google Shape;2808;p95"/>
          <p:cNvSpPr/>
          <p:nvPr/>
        </p:nvSpPr>
        <p:spPr>
          <a:xfrm>
            <a:off x="459970" y="3750369"/>
            <a:ext cx="300576" cy="171173"/>
          </a:xfrm>
          <a:custGeom>
            <a:rect b="b" l="l" r="r" t="t"/>
            <a:pathLst>
              <a:path extrusionOk="0" h="2976922" w="5227400">
                <a:moveTo>
                  <a:pt x="4891061" y="1094806"/>
                </a:moveTo>
                <a:lnTo>
                  <a:pt x="4173561" y="869041"/>
                </a:lnTo>
                <a:cubicBezTo>
                  <a:pt x="4069183" y="783219"/>
                  <a:pt x="3623839" y="415964"/>
                  <a:pt x="3469978" y="286845"/>
                </a:cubicBezTo>
                <a:cubicBezTo>
                  <a:pt x="3232615" y="88141"/>
                  <a:pt x="3074889" y="0"/>
                  <a:pt x="2765622" y="0"/>
                </a:cubicBezTo>
                <a:lnTo>
                  <a:pt x="1809213" y="0"/>
                </a:lnTo>
                <a:cubicBezTo>
                  <a:pt x="1576490" y="0"/>
                  <a:pt x="1466700" y="69585"/>
                  <a:pt x="1353044" y="141490"/>
                </a:cubicBezTo>
                <a:cubicBezTo>
                  <a:pt x="1087847" y="309267"/>
                  <a:pt x="678068" y="698171"/>
                  <a:pt x="558227" y="813373"/>
                </a:cubicBezTo>
                <a:lnTo>
                  <a:pt x="360296" y="848938"/>
                </a:lnTo>
                <a:cubicBezTo>
                  <a:pt x="155407" y="882958"/>
                  <a:pt x="0" y="1068518"/>
                  <a:pt x="0" y="1280366"/>
                </a:cubicBezTo>
                <a:lnTo>
                  <a:pt x="0" y="1955342"/>
                </a:lnTo>
                <a:cubicBezTo>
                  <a:pt x="0" y="2017969"/>
                  <a:pt x="23968" y="2077503"/>
                  <a:pt x="68039" y="2122346"/>
                </a:cubicBezTo>
                <a:lnTo>
                  <a:pt x="347926" y="2410738"/>
                </a:lnTo>
                <a:cubicBezTo>
                  <a:pt x="392769" y="2457128"/>
                  <a:pt x="455396" y="2483416"/>
                  <a:pt x="519569" y="2483416"/>
                </a:cubicBezTo>
                <a:lnTo>
                  <a:pt x="646369" y="2483416"/>
                </a:lnTo>
                <a:cubicBezTo>
                  <a:pt x="727551" y="2827476"/>
                  <a:pt x="1072384" y="3040870"/>
                  <a:pt x="1416444" y="2959687"/>
                </a:cubicBezTo>
                <a:cubicBezTo>
                  <a:pt x="1651487" y="2904019"/>
                  <a:pt x="1835501" y="2721552"/>
                  <a:pt x="1891942" y="2486508"/>
                </a:cubicBezTo>
                <a:lnTo>
                  <a:pt x="3452195" y="2486508"/>
                </a:lnTo>
                <a:cubicBezTo>
                  <a:pt x="3534924" y="2830568"/>
                  <a:pt x="3881303" y="3041643"/>
                  <a:pt x="4224590" y="2958141"/>
                </a:cubicBezTo>
                <a:cubicBezTo>
                  <a:pt x="4459633" y="2901700"/>
                  <a:pt x="4642101" y="2717686"/>
                  <a:pt x="4697769" y="2482642"/>
                </a:cubicBezTo>
                <a:lnTo>
                  <a:pt x="4800600" y="2482642"/>
                </a:lnTo>
                <a:cubicBezTo>
                  <a:pt x="4869412" y="2482642"/>
                  <a:pt x="4935131" y="2453262"/>
                  <a:pt x="4979975" y="2401460"/>
                </a:cubicBezTo>
                <a:lnTo>
                  <a:pt x="5167855" y="2188066"/>
                </a:lnTo>
                <a:cubicBezTo>
                  <a:pt x="5206514" y="2143995"/>
                  <a:pt x="5227389" y="2087554"/>
                  <a:pt x="5227389" y="2029566"/>
                </a:cubicBezTo>
                <a:lnTo>
                  <a:pt x="5227389" y="1523141"/>
                </a:lnTo>
                <a:cubicBezTo>
                  <a:pt x="5228935" y="1322117"/>
                  <a:pt x="5084353" y="1138877"/>
                  <a:pt x="4891061" y="1094806"/>
                </a:cubicBezTo>
                <a:close/>
                <a:moveTo>
                  <a:pt x="1270315" y="2682120"/>
                </a:moveTo>
                <a:cubicBezTo>
                  <a:pt x="1079343" y="2682893"/>
                  <a:pt x="923936" y="2528260"/>
                  <a:pt x="923163" y="2336514"/>
                </a:cubicBezTo>
                <a:cubicBezTo>
                  <a:pt x="922389" y="2145541"/>
                  <a:pt x="1077023" y="1990135"/>
                  <a:pt x="1268769" y="1989361"/>
                </a:cubicBezTo>
                <a:cubicBezTo>
                  <a:pt x="1455875" y="1988588"/>
                  <a:pt x="1608963" y="2136263"/>
                  <a:pt x="1615921" y="2323370"/>
                </a:cubicBezTo>
                <a:lnTo>
                  <a:pt x="1613602" y="2335741"/>
                </a:lnTo>
                <a:lnTo>
                  <a:pt x="1615921" y="2348111"/>
                </a:lnTo>
                <a:cubicBezTo>
                  <a:pt x="1608963" y="2534445"/>
                  <a:pt x="1456648" y="2681347"/>
                  <a:pt x="1270315" y="2682120"/>
                </a:cubicBezTo>
                <a:close/>
                <a:moveTo>
                  <a:pt x="4074595" y="2682120"/>
                </a:moveTo>
                <a:cubicBezTo>
                  <a:pt x="3888262" y="2681347"/>
                  <a:pt x="3735948" y="2534445"/>
                  <a:pt x="3729763" y="2348111"/>
                </a:cubicBezTo>
                <a:lnTo>
                  <a:pt x="3732082" y="2335741"/>
                </a:lnTo>
                <a:lnTo>
                  <a:pt x="3729763" y="2323370"/>
                </a:lnTo>
                <a:cubicBezTo>
                  <a:pt x="3736721" y="2132397"/>
                  <a:pt x="3897540" y="1983949"/>
                  <a:pt x="4088512" y="1990908"/>
                </a:cubicBezTo>
                <a:cubicBezTo>
                  <a:pt x="4279485" y="1997866"/>
                  <a:pt x="4427933" y="2158685"/>
                  <a:pt x="4420975" y="2349657"/>
                </a:cubicBezTo>
                <a:cubicBezTo>
                  <a:pt x="4414016" y="2535218"/>
                  <a:pt x="4260929" y="2682120"/>
                  <a:pt x="4074595" y="2682120"/>
                </a:cubicBezTo>
                <a:close/>
                <a:moveTo>
                  <a:pt x="4934358" y="2009464"/>
                </a:moveTo>
                <a:lnTo>
                  <a:pt x="4776632" y="2188066"/>
                </a:lnTo>
                <a:lnTo>
                  <a:pt x="4698542" y="2188066"/>
                </a:lnTo>
                <a:cubicBezTo>
                  <a:pt x="4617360" y="1844006"/>
                  <a:pt x="4272526" y="1630611"/>
                  <a:pt x="3928466" y="1711794"/>
                </a:cubicBezTo>
                <a:cubicBezTo>
                  <a:pt x="3693424" y="1767462"/>
                  <a:pt x="3509410" y="1949930"/>
                  <a:pt x="3452968" y="2184973"/>
                </a:cubicBezTo>
                <a:lnTo>
                  <a:pt x="1892715" y="2184973"/>
                </a:lnTo>
                <a:cubicBezTo>
                  <a:pt x="1809986" y="1840913"/>
                  <a:pt x="1463607" y="1629838"/>
                  <a:pt x="1120320" y="1713340"/>
                </a:cubicBezTo>
                <a:cubicBezTo>
                  <a:pt x="885277" y="1769782"/>
                  <a:pt x="702810" y="1953796"/>
                  <a:pt x="647142" y="2188839"/>
                </a:cubicBezTo>
                <a:lnTo>
                  <a:pt x="543537" y="2188839"/>
                </a:lnTo>
                <a:lnTo>
                  <a:pt x="295350" y="1932920"/>
                </a:lnTo>
                <a:lnTo>
                  <a:pt x="295350" y="1280366"/>
                </a:lnTo>
                <a:cubicBezTo>
                  <a:pt x="295350" y="1214647"/>
                  <a:pt x="347152" y="1149701"/>
                  <a:pt x="410552" y="1139650"/>
                </a:cubicBezTo>
                <a:lnTo>
                  <a:pt x="654873" y="1096352"/>
                </a:lnTo>
                <a:cubicBezTo>
                  <a:pt x="684254" y="1090940"/>
                  <a:pt x="711315" y="1077023"/>
                  <a:pt x="732190" y="1056147"/>
                </a:cubicBezTo>
                <a:cubicBezTo>
                  <a:pt x="903060" y="887597"/>
                  <a:pt x="1285778" y="531940"/>
                  <a:pt x="1519275" y="385038"/>
                </a:cubicBezTo>
                <a:cubicBezTo>
                  <a:pt x="1611282" y="327050"/>
                  <a:pt x="1662311" y="294577"/>
                  <a:pt x="1809213" y="294577"/>
                </a:cubicBezTo>
                <a:lnTo>
                  <a:pt x="2765622" y="294577"/>
                </a:lnTo>
                <a:cubicBezTo>
                  <a:pt x="2974377" y="294577"/>
                  <a:pt x="3066384" y="333235"/>
                  <a:pt x="3280552" y="512610"/>
                </a:cubicBezTo>
                <a:cubicBezTo>
                  <a:pt x="3456061" y="659512"/>
                  <a:pt x="4008103" y="1114135"/>
                  <a:pt x="4008103" y="1114135"/>
                </a:cubicBezTo>
                <a:cubicBezTo>
                  <a:pt x="4022793" y="1126506"/>
                  <a:pt x="4039803" y="1135011"/>
                  <a:pt x="4057586" y="1141196"/>
                </a:cubicBezTo>
                <a:lnTo>
                  <a:pt x="4809105" y="1377785"/>
                </a:lnTo>
                <a:lnTo>
                  <a:pt x="4823022" y="1381651"/>
                </a:lnTo>
                <a:cubicBezTo>
                  <a:pt x="4883329" y="1394022"/>
                  <a:pt x="4933585" y="1459741"/>
                  <a:pt x="4933585" y="1524687"/>
                </a:cubicBezTo>
                <a:lnTo>
                  <a:pt x="4934358" y="2009464"/>
                </a:lnTo>
                <a:close/>
                <a:moveTo>
                  <a:pt x="3477710" y="1346859"/>
                </a:moveTo>
                <a:cubicBezTo>
                  <a:pt x="3575902" y="1346859"/>
                  <a:pt x="3654765" y="1267222"/>
                  <a:pt x="3654765" y="1169803"/>
                </a:cubicBezTo>
                <a:cubicBezTo>
                  <a:pt x="3654765" y="1118774"/>
                  <a:pt x="3633117" y="1070838"/>
                  <a:pt x="3594458" y="1036818"/>
                </a:cubicBezTo>
                <a:cubicBezTo>
                  <a:pt x="3591365" y="1033726"/>
                  <a:pt x="3244986" y="731417"/>
                  <a:pt x="3125145" y="636317"/>
                </a:cubicBezTo>
                <a:cubicBezTo>
                  <a:pt x="2948863" y="497147"/>
                  <a:pt x="2895514" y="455396"/>
                  <a:pt x="2719232" y="455396"/>
                </a:cubicBezTo>
                <a:lnTo>
                  <a:pt x="1904313" y="455396"/>
                </a:lnTo>
                <a:cubicBezTo>
                  <a:pt x="1728804" y="455396"/>
                  <a:pt x="1666177" y="505652"/>
                  <a:pt x="1497627" y="638637"/>
                </a:cubicBezTo>
                <a:lnTo>
                  <a:pt x="1498400" y="639410"/>
                </a:lnTo>
                <a:lnTo>
                  <a:pt x="1492214" y="642503"/>
                </a:lnTo>
                <a:cubicBezTo>
                  <a:pt x="1369281" y="739149"/>
                  <a:pt x="1025994" y="1040684"/>
                  <a:pt x="1020582" y="1045323"/>
                </a:cubicBezTo>
                <a:lnTo>
                  <a:pt x="996614" y="1068518"/>
                </a:lnTo>
                <a:lnTo>
                  <a:pt x="977284" y="1095579"/>
                </a:lnTo>
                <a:cubicBezTo>
                  <a:pt x="936307" y="1184493"/>
                  <a:pt x="974965" y="1289644"/>
                  <a:pt x="1063106" y="1330622"/>
                </a:cubicBezTo>
                <a:cubicBezTo>
                  <a:pt x="1086301" y="1341447"/>
                  <a:pt x="1111816" y="1346859"/>
                  <a:pt x="1137330" y="1346859"/>
                </a:cubicBezTo>
                <a:lnTo>
                  <a:pt x="3477710" y="1346859"/>
                </a:lnTo>
                <a:close/>
                <a:moveTo>
                  <a:pt x="1145835" y="1169803"/>
                </a:moveTo>
                <a:cubicBezTo>
                  <a:pt x="1199957" y="1122640"/>
                  <a:pt x="1495307" y="864402"/>
                  <a:pt x="1601231" y="781673"/>
                </a:cubicBezTo>
                <a:lnTo>
                  <a:pt x="1605870" y="776261"/>
                </a:lnTo>
                <a:lnTo>
                  <a:pt x="1606643" y="777034"/>
                </a:lnTo>
                <a:cubicBezTo>
                  <a:pt x="1765916" y="651007"/>
                  <a:pt x="1789884" y="631678"/>
                  <a:pt x="1904313" y="631678"/>
                </a:cubicBezTo>
                <a:lnTo>
                  <a:pt x="2720005" y="631678"/>
                </a:lnTo>
                <a:cubicBezTo>
                  <a:pt x="2835207" y="631678"/>
                  <a:pt x="2852217" y="645595"/>
                  <a:pt x="3016902" y="774714"/>
                </a:cubicBezTo>
                <a:cubicBezTo>
                  <a:pt x="3134423" y="867494"/>
                  <a:pt x="3476163" y="1166711"/>
                  <a:pt x="3479256" y="1169803"/>
                </a:cubicBezTo>
                <a:lnTo>
                  <a:pt x="1145835" y="1169803"/>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09" name="Google Shape;2809;p95"/>
          <p:cNvSpPr/>
          <p:nvPr/>
        </p:nvSpPr>
        <p:spPr>
          <a:xfrm>
            <a:off x="1626033" y="3745710"/>
            <a:ext cx="234786" cy="179110"/>
          </a:xfrm>
          <a:custGeom>
            <a:rect b="b" l="l" r="r" t="t"/>
            <a:pathLst>
              <a:path extrusionOk="0" h="3770740" w="4942862">
                <a:moveTo>
                  <a:pt x="4942863" y="2235229"/>
                </a:moveTo>
                <a:cubicBezTo>
                  <a:pt x="4942863" y="2154046"/>
                  <a:pt x="4877144" y="2087553"/>
                  <a:pt x="4795961" y="2087553"/>
                </a:cubicBezTo>
                <a:cubicBezTo>
                  <a:pt x="4795961" y="2087553"/>
                  <a:pt x="4795961" y="2087553"/>
                  <a:pt x="4795961" y="2087553"/>
                </a:cubicBezTo>
                <a:lnTo>
                  <a:pt x="3527966" y="2087553"/>
                </a:lnTo>
                <a:lnTo>
                  <a:pt x="3527966" y="1335261"/>
                </a:lnTo>
                <a:cubicBezTo>
                  <a:pt x="3527966" y="1254079"/>
                  <a:pt x="3462246" y="1187586"/>
                  <a:pt x="3381064" y="1187586"/>
                </a:cubicBezTo>
                <a:cubicBezTo>
                  <a:pt x="3381064" y="1187586"/>
                  <a:pt x="3381064" y="1187586"/>
                  <a:pt x="3381064" y="1187586"/>
                </a:cubicBezTo>
                <a:lnTo>
                  <a:pt x="2532125" y="1187586"/>
                </a:lnTo>
                <a:lnTo>
                  <a:pt x="2532125" y="627812"/>
                </a:lnTo>
                <a:cubicBezTo>
                  <a:pt x="2532125" y="576010"/>
                  <a:pt x="2489601" y="533486"/>
                  <a:pt x="2437799" y="533486"/>
                </a:cubicBezTo>
                <a:lnTo>
                  <a:pt x="2437799" y="533486"/>
                </a:lnTo>
                <a:lnTo>
                  <a:pt x="1730350" y="533486"/>
                </a:lnTo>
                <a:cubicBezTo>
                  <a:pt x="1678548" y="533486"/>
                  <a:pt x="1636024" y="576010"/>
                  <a:pt x="1636024" y="627812"/>
                </a:cubicBezTo>
                <a:lnTo>
                  <a:pt x="1636024" y="1187586"/>
                </a:lnTo>
                <a:lnTo>
                  <a:pt x="1312839" y="1187586"/>
                </a:lnTo>
                <a:lnTo>
                  <a:pt x="1255625" y="139170"/>
                </a:lnTo>
                <a:cubicBezTo>
                  <a:pt x="1250986" y="61080"/>
                  <a:pt x="1186813" y="0"/>
                  <a:pt x="1108723" y="0"/>
                </a:cubicBezTo>
                <a:lnTo>
                  <a:pt x="320092" y="0"/>
                </a:lnTo>
                <a:cubicBezTo>
                  <a:pt x="242002" y="0"/>
                  <a:pt x="177055" y="61853"/>
                  <a:pt x="173190" y="139943"/>
                </a:cubicBezTo>
                <a:lnTo>
                  <a:pt x="0" y="3579768"/>
                </a:lnTo>
                <a:lnTo>
                  <a:pt x="3866" y="3603736"/>
                </a:lnTo>
                <a:lnTo>
                  <a:pt x="0" y="3623065"/>
                </a:lnTo>
                <a:cubicBezTo>
                  <a:pt x="0" y="3704248"/>
                  <a:pt x="65719" y="3770740"/>
                  <a:pt x="147675" y="3770740"/>
                </a:cubicBezTo>
                <a:lnTo>
                  <a:pt x="4795188" y="3770740"/>
                </a:lnTo>
                <a:cubicBezTo>
                  <a:pt x="4876371" y="3770740"/>
                  <a:pt x="4942863" y="3705021"/>
                  <a:pt x="4942863" y="3623065"/>
                </a:cubicBezTo>
                <a:lnTo>
                  <a:pt x="4938224" y="3599097"/>
                </a:lnTo>
                <a:lnTo>
                  <a:pt x="4942863" y="3575129"/>
                </a:lnTo>
                <a:lnTo>
                  <a:pt x="4942863" y="2235229"/>
                </a:lnTo>
                <a:close/>
                <a:moveTo>
                  <a:pt x="4648286" y="2382131"/>
                </a:moveTo>
                <a:lnTo>
                  <a:pt x="4648286" y="3476164"/>
                </a:lnTo>
                <a:lnTo>
                  <a:pt x="3527966" y="3476164"/>
                </a:lnTo>
                <a:lnTo>
                  <a:pt x="3527966" y="2382131"/>
                </a:lnTo>
                <a:lnTo>
                  <a:pt x="4648286" y="2382131"/>
                </a:lnTo>
                <a:close/>
                <a:moveTo>
                  <a:pt x="1824676" y="722139"/>
                </a:moveTo>
                <a:lnTo>
                  <a:pt x="2343472" y="722139"/>
                </a:lnTo>
                <a:lnTo>
                  <a:pt x="2343472" y="1187586"/>
                </a:lnTo>
                <a:lnTo>
                  <a:pt x="1824676" y="1187586"/>
                </a:lnTo>
                <a:lnTo>
                  <a:pt x="1824676" y="722139"/>
                </a:lnTo>
                <a:close/>
                <a:moveTo>
                  <a:pt x="3233389" y="1482163"/>
                </a:moveTo>
                <a:lnTo>
                  <a:pt x="3233389" y="3476164"/>
                </a:lnTo>
                <a:lnTo>
                  <a:pt x="1437319" y="3476164"/>
                </a:lnTo>
                <a:lnTo>
                  <a:pt x="1329076" y="1482163"/>
                </a:lnTo>
                <a:lnTo>
                  <a:pt x="3233389" y="1482163"/>
                </a:lnTo>
                <a:close/>
                <a:moveTo>
                  <a:pt x="438386" y="722912"/>
                </a:moveTo>
                <a:lnTo>
                  <a:pt x="991975" y="722912"/>
                </a:lnTo>
                <a:lnTo>
                  <a:pt x="1141196" y="3476164"/>
                </a:lnTo>
                <a:lnTo>
                  <a:pt x="300762" y="3476164"/>
                </a:lnTo>
                <a:lnTo>
                  <a:pt x="438386" y="722912"/>
                </a:lnTo>
                <a:close/>
                <a:moveTo>
                  <a:pt x="968780" y="295350"/>
                </a:moveTo>
                <a:lnTo>
                  <a:pt x="981923" y="535032"/>
                </a:lnTo>
                <a:lnTo>
                  <a:pt x="448437" y="535032"/>
                </a:lnTo>
                <a:lnTo>
                  <a:pt x="460808" y="295350"/>
                </a:lnTo>
                <a:lnTo>
                  <a:pt x="968780" y="295350"/>
                </a:lnTo>
                <a:close/>
                <a:moveTo>
                  <a:pt x="1847872" y="3316118"/>
                </a:moveTo>
                <a:cubicBezTo>
                  <a:pt x="1899674" y="3316118"/>
                  <a:pt x="1942198" y="3274366"/>
                  <a:pt x="1942198" y="3221791"/>
                </a:cubicBezTo>
                <a:cubicBezTo>
                  <a:pt x="1942198" y="3221791"/>
                  <a:pt x="1942198" y="3221791"/>
                  <a:pt x="1942198" y="3221791"/>
                </a:cubicBezTo>
                <a:lnTo>
                  <a:pt x="1942198" y="2632637"/>
                </a:lnTo>
                <a:cubicBezTo>
                  <a:pt x="1942198" y="2580835"/>
                  <a:pt x="1899674" y="2538310"/>
                  <a:pt x="1847872" y="2538310"/>
                </a:cubicBezTo>
                <a:cubicBezTo>
                  <a:pt x="1796069" y="2538310"/>
                  <a:pt x="1753545" y="2580835"/>
                  <a:pt x="1753545" y="2632637"/>
                </a:cubicBezTo>
                <a:cubicBezTo>
                  <a:pt x="1753545" y="2632637"/>
                  <a:pt x="1753545" y="2632637"/>
                  <a:pt x="1753545" y="2632637"/>
                </a:cubicBezTo>
                <a:lnTo>
                  <a:pt x="1753545" y="3221791"/>
                </a:lnTo>
                <a:cubicBezTo>
                  <a:pt x="1754318" y="3273593"/>
                  <a:pt x="1796069" y="3316118"/>
                  <a:pt x="1847872" y="3316118"/>
                </a:cubicBezTo>
                <a:cubicBezTo>
                  <a:pt x="1847872" y="3316118"/>
                  <a:pt x="1847872" y="3316118"/>
                  <a:pt x="1847872" y="3316118"/>
                </a:cubicBezTo>
                <a:close/>
                <a:moveTo>
                  <a:pt x="2319504" y="3316118"/>
                </a:moveTo>
                <a:cubicBezTo>
                  <a:pt x="2371306" y="3316118"/>
                  <a:pt x="2413831" y="3274366"/>
                  <a:pt x="2413831" y="3221791"/>
                </a:cubicBezTo>
                <a:cubicBezTo>
                  <a:pt x="2413831" y="3221791"/>
                  <a:pt x="2413831" y="3221791"/>
                  <a:pt x="2413831" y="3221791"/>
                </a:cubicBezTo>
                <a:lnTo>
                  <a:pt x="2413831" y="2632637"/>
                </a:lnTo>
                <a:cubicBezTo>
                  <a:pt x="2413831" y="2580835"/>
                  <a:pt x="2371306" y="2538310"/>
                  <a:pt x="2319504" y="2538310"/>
                </a:cubicBezTo>
                <a:cubicBezTo>
                  <a:pt x="2267702" y="2538310"/>
                  <a:pt x="2225177" y="2580835"/>
                  <a:pt x="2225177" y="2632637"/>
                </a:cubicBezTo>
                <a:cubicBezTo>
                  <a:pt x="2225177" y="2632637"/>
                  <a:pt x="2225177" y="2632637"/>
                  <a:pt x="2225177" y="2632637"/>
                </a:cubicBezTo>
                <a:lnTo>
                  <a:pt x="2225177" y="3221791"/>
                </a:lnTo>
                <a:cubicBezTo>
                  <a:pt x="2225951" y="3273593"/>
                  <a:pt x="2267702" y="3316118"/>
                  <a:pt x="2319504" y="3316118"/>
                </a:cubicBezTo>
                <a:cubicBezTo>
                  <a:pt x="2319504" y="3316118"/>
                  <a:pt x="2319504" y="3316118"/>
                  <a:pt x="2319504" y="3316118"/>
                </a:cubicBezTo>
                <a:close/>
                <a:moveTo>
                  <a:pt x="2791137" y="3316118"/>
                </a:moveTo>
                <a:cubicBezTo>
                  <a:pt x="2842939" y="3316118"/>
                  <a:pt x="2885463" y="3274366"/>
                  <a:pt x="2885463" y="3221791"/>
                </a:cubicBezTo>
                <a:cubicBezTo>
                  <a:pt x="2885463" y="3221791"/>
                  <a:pt x="2885463" y="3221791"/>
                  <a:pt x="2885463" y="3221791"/>
                </a:cubicBezTo>
                <a:lnTo>
                  <a:pt x="2885463" y="2632637"/>
                </a:lnTo>
                <a:cubicBezTo>
                  <a:pt x="2885463" y="2580835"/>
                  <a:pt x="2842939" y="2538310"/>
                  <a:pt x="2791137" y="2538310"/>
                </a:cubicBezTo>
                <a:cubicBezTo>
                  <a:pt x="2739334" y="2538310"/>
                  <a:pt x="2696810" y="2580835"/>
                  <a:pt x="2696810" y="2632637"/>
                </a:cubicBezTo>
                <a:cubicBezTo>
                  <a:pt x="2696810" y="2632637"/>
                  <a:pt x="2696810" y="2632637"/>
                  <a:pt x="2696810" y="2632637"/>
                </a:cubicBezTo>
                <a:lnTo>
                  <a:pt x="2696810" y="3221791"/>
                </a:lnTo>
                <a:cubicBezTo>
                  <a:pt x="2697583" y="3273593"/>
                  <a:pt x="2739334" y="3316118"/>
                  <a:pt x="2791137" y="3316118"/>
                </a:cubicBezTo>
                <a:cubicBezTo>
                  <a:pt x="2791137" y="3316118"/>
                  <a:pt x="2791137" y="3316118"/>
                  <a:pt x="2791137" y="3316118"/>
                </a:cubicBezTo>
                <a:close/>
                <a:moveTo>
                  <a:pt x="3851923" y="3316118"/>
                </a:moveTo>
                <a:cubicBezTo>
                  <a:pt x="3903725" y="3316118"/>
                  <a:pt x="3946250" y="3274366"/>
                  <a:pt x="3946250" y="3221791"/>
                </a:cubicBezTo>
                <a:cubicBezTo>
                  <a:pt x="3946250" y="3221791"/>
                  <a:pt x="3946250" y="3221791"/>
                  <a:pt x="3946250" y="3221791"/>
                </a:cubicBezTo>
                <a:lnTo>
                  <a:pt x="3946250" y="2632637"/>
                </a:lnTo>
                <a:cubicBezTo>
                  <a:pt x="3947796" y="2580835"/>
                  <a:pt x="3906818" y="2536764"/>
                  <a:pt x="3855015" y="2535991"/>
                </a:cubicBezTo>
                <a:cubicBezTo>
                  <a:pt x="3803214" y="2535218"/>
                  <a:pt x="3759143" y="2575423"/>
                  <a:pt x="3758369" y="2627225"/>
                </a:cubicBezTo>
                <a:cubicBezTo>
                  <a:pt x="3758369" y="2628771"/>
                  <a:pt x="3758369" y="2631091"/>
                  <a:pt x="3758369" y="2632637"/>
                </a:cubicBezTo>
                <a:lnTo>
                  <a:pt x="3758369" y="3221791"/>
                </a:lnTo>
                <a:cubicBezTo>
                  <a:pt x="3757597" y="3273593"/>
                  <a:pt x="3800121" y="3316118"/>
                  <a:pt x="3851923" y="3316118"/>
                </a:cubicBezTo>
                <a:cubicBezTo>
                  <a:pt x="3851923" y="3316118"/>
                  <a:pt x="3851923" y="3316118"/>
                  <a:pt x="3851923" y="3316118"/>
                </a:cubicBezTo>
                <a:close/>
                <a:moveTo>
                  <a:pt x="4323556" y="3316118"/>
                </a:moveTo>
                <a:cubicBezTo>
                  <a:pt x="4375358" y="3316118"/>
                  <a:pt x="4417882" y="3274366"/>
                  <a:pt x="4417882" y="3221791"/>
                </a:cubicBezTo>
                <a:cubicBezTo>
                  <a:pt x="4417882" y="3221791"/>
                  <a:pt x="4417882" y="3221791"/>
                  <a:pt x="4417882" y="3221791"/>
                </a:cubicBezTo>
                <a:lnTo>
                  <a:pt x="4417882" y="2632637"/>
                </a:lnTo>
                <a:cubicBezTo>
                  <a:pt x="4419428" y="2580835"/>
                  <a:pt x="4378450" y="2536764"/>
                  <a:pt x="4326648" y="2535991"/>
                </a:cubicBezTo>
                <a:cubicBezTo>
                  <a:pt x="4274846" y="2535218"/>
                  <a:pt x="4230776" y="2575423"/>
                  <a:pt x="4230002" y="2627225"/>
                </a:cubicBezTo>
                <a:cubicBezTo>
                  <a:pt x="4230002" y="2628771"/>
                  <a:pt x="4230002" y="2631091"/>
                  <a:pt x="4230002" y="2632637"/>
                </a:cubicBezTo>
                <a:lnTo>
                  <a:pt x="4230002" y="3221791"/>
                </a:lnTo>
                <a:cubicBezTo>
                  <a:pt x="4229229" y="3273593"/>
                  <a:pt x="4271753" y="3316118"/>
                  <a:pt x="4323556" y="3316118"/>
                </a:cubicBezTo>
                <a:cubicBezTo>
                  <a:pt x="4323556" y="3316118"/>
                  <a:pt x="4323556" y="3316118"/>
                  <a:pt x="4323556" y="3316118"/>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0" name="Google Shape;2810;p95"/>
          <p:cNvSpPr/>
          <p:nvPr/>
        </p:nvSpPr>
        <p:spPr>
          <a:xfrm>
            <a:off x="1068497" y="3747330"/>
            <a:ext cx="235629" cy="173812"/>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1" name="Google Shape;2811;p95"/>
          <p:cNvSpPr/>
          <p:nvPr/>
        </p:nvSpPr>
        <p:spPr>
          <a:xfrm>
            <a:off x="2612641" y="3173273"/>
            <a:ext cx="426047" cy="426081"/>
          </a:xfrm>
          <a:custGeom>
            <a:rect b="b" l="l" r="r" t="t"/>
            <a:pathLst>
              <a:path extrusionOk="0" h="6555095" w="6554564">
                <a:moveTo>
                  <a:pt x="6297868" y="2005687"/>
                </a:moveTo>
                <a:cubicBezTo>
                  <a:pt x="5595832" y="337963"/>
                  <a:pt x="3673736" y="-444483"/>
                  <a:pt x="2006012" y="257554"/>
                </a:cubicBezTo>
                <a:cubicBezTo>
                  <a:pt x="338289" y="959590"/>
                  <a:pt x="-444930" y="2881686"/>
                  <a:pt x="257880" y="4549410"/>
                </a:cubicBezTo>
                <a:cubicBezTo>
                  <a:pt x="960689" y="6217133"/>
                  <a:pt x="2882012" y="6999579"/>
                  <a:pt x="4549735" y="6297542"/>
                </a:cubicBezTo>
                <a:cubicBezTo>
                  <a:pt x="5764382" y="5785705"/>
                  <a:pt x="6554560" y="4595800"/>
                  <a:pt x="6554560" y="3277548"/>
                </a:cubicBezTo>
                <a:cubicBezTo>
                  <a:pt x="6555333" y="2840708"/>
                  <a:pt x="6467965" y="2408507"/>
                  <a:pt x="6297868" y="2005687"/>
                </a:cubicBezTo>
                <a:close/>
                <a:moveTo>
                  <a:pt x="6041950" y="4441166"/>
                </a:moveTo>
                <a:lnTo>
                  <a:pt x="6041950" y="4441166"/>
                </a:lnTo>
                <a:cubicBezTo>
                  <a:pt x="5399447" y="5968173"/>
                  <a:pt x="3640490" y="6684900"/>
                  <a:pt x="2113483" y="6042397"/>
                </a:cubicBezTo>
                <a:cubicBezTo>
                  <a:pt x="586476" y="5399894"/>
                  <a:pt x="-130251" y="3640937"/>
                  <a:pt x="512252" y="2114703"/>
                </a:cubicBezTo>
                <a:cubicBezTo>
                  <a:pt x="1154754" y="588470"/>
                  <a:pt x="2913712" y="-129030"/>
                  <a:pt x="4440718" y="513472"/>
                </a:cubicBezTo>
                <a:cubicBezTo>
                  <a:pt x="5553307" y="981239"/>
                  <a:pt x="6276992" y="2070633"/>
                  <a:pt x="6276992" y="3277548"/>
                </a:cubicBezTo>
                <a:cubicBezTo>
                  <a:pt x="6276992" y="3677276"/>
                  <a:pt x="6197356" y="4073138"/>
                  <a:pt x="6041950" y="4441166"/>
                </a:cubicBezTo>
                <a:close/>
                <a:moveTo>
                  <a:pt x="5128838" y="4100972"/>
                </a:moveTo>
                <a:lnTo>
                  <a:pt x="4854363" y="4100972"/>
                </a:lnTo>
                <a:lnTo>
                  <a:pt x="4854363" y="2229132"/>
                </a:lnTo>
                <a:cubicBezTo>
                  <a:pt x="4854363" y="2087642"/>
                  <a:pt x="4739161" y="1972440"/>
                  <a:pt x="4597672" y="1972440"/>
                </a:cubicBezTo>
                <a:lnTo>
                  <a:pt x="1977405" y="1972440"/>
                </a:lnTo>
                <a:cubicBezTo>
                  <a:pt x="1835915" y="1972440"/>
                  <a:pt x="1720713" y="2087642"/>
                  <a:pt x="1720713" y="2229132"/>
                </a:cubicBezTo>
                <a:lnTo>
                  <a:pt x="1720713" y="4100972"/>
                </a:lnTo>
                <a:lnTo>
                  <a:pt x="1446239" y="4100972"/>
                </a:lnTo>
                <a:cubicBezTo>
                  <a:pt x="1399849" y="4100972"/>
                  <a:pt x="1361963" y="4138857"/>
                  <a:pt x="1361963" y="4185247"/>
                </a:cubicBezTo>
                <a:lnTo>
                  <a:pt x="1361963" y="4212308"/>
                </a:lnTo>
                <a:cubicBezTo>
                  <a:pt x="1361963" y="4391683"/>
                  <a:pt x="1489536" y="4526988"/>
                  <a:pt x="1658087" y="4526988"/>
                </a:cubicBezTo>
                <a:lnTo>
                  <a:pt x="4879105" y="4526988"/>
                </a:lnTo>
                <a:cubicBezTo>
                  <a:pt x="4963380" y="4526215"/>
                  <a:pt x="5044563" y="4494514"/>
                  <a:pt x="5107189" y="4437300"/>
                </a:cubicBezTo>
                <a:cubicBezTo>
                  <a:pt x="5174455" y="4376220"/>
                  <a:pt x="5211567" y="4296584"/>
                  <a:pt x="5211567" y="4212308"/>
                </a:cubicBezTo>
                <a:lnTo>
                  <a:pt x="5211567" y="4185247"/>
                </a:lnTo>
                <a:cubicBezTo>
                  <a:pt x="5212340" y="4138857"/>
                  <a:pt x="5175228" y="4100972"/>
                  <a:pt x="5128838" y="4100972"/>
                </a:cubicBezTo>
                <a:close/>
                <a:moveTo>
                  <a:pt x="1658860" y="4358437"/>
                </a:moveTo>
                <a:cubicBezTo>
                  <a:pt x="1603965" y="4358437"/>
                  <a:pt x="1555255" y="4322098"/>
                  <a:pt x="1539792" y="4269523"/>
                </a:cubicBezTo>
                <a:lnTo>
                  <a:pt x="2754439" y="4269523"/>
                </a:lnTo>
                <a:lnTo>
                  <a:pt x="2754439" y="4345293"/>
                </a:lnTo>
                <a:cubicBezTo>
                  <a:pt x="2754439" y="4349932"/>
                  <a:pt x="2754439" y="4353798"/>
                  <a:pt x="2755212" y="4358437"/>
                </a:cubicBezTo>
                <a:lnTo>
                  <a:pt x="1658860" y="4358437"/>
                </a:lnTo>
                <a:close/>
                <a:moveTo>
                  <a:pt x="3652860" y="4185247"/>
                </a:moveTo>
                <a:lnTo>
                  <a:pt x="3652860" y="4261018"/>
                </a:lnTo>
                <a:lnTo>
                  <a:pt x="2922990" y="4261018"/>
                </a:lnTo>
                <a:lnTo>
                  <a:pt x="2922990" y="4185247"/>
                </a:lnTo>
                <a:cubicBezTo>
                  <a:pt x="2922990" y="4138857"/>
                  <a:pt x="2885104" y="4100972"/>
                  <a:pt x="2838714" y="4100972"/>
                </a:cubicBezTo>
                <a:lnTo>
                  <a:pt x="2001373" y="4100972"/>
                </a:lnTo>
                <a:lnTo>
                  <a:pt x="2001373" y="2253101"/>
                </a:lnTo>
                <a:lnTo>
                  <a:pt x="4573703" y="2253101"/>
                </a:lnTo>
                <a:lnTo>
                  <a:pt x="4573703" y="4100972"/>
                </a:lnTo>
                <a:lnTo>
                  <a:pt x="3737136" y="4100972"/>
                </a:lnTo>
                <a:cubicBezTo>
                  <a:pt x="3689972" y="4100972"/>
                  <a:pt x="3652860" y="4138857"/>
                  <a:pt x="3652860" y="4185247"/>
                </a:cubicBezTo>
                <a:close/>
                <a:moveTo>
                  <a:pt x="4879878" y="4358437"/>
                </a:moveTo>
                <a:lnTo>
                  <a:pt x="3820638" y="4358437"/>
                </a:lnTo>
                <a:cubicBezTo>
                  <a:pt x="3821411" y="4354571"/>
                  <a:pt x="3821411" y="4349932"/>
                  <a:pt x="3821411" y="4345293"/>
                </a:cubicBezTo>
                <a:lnTo>
                  <a:pt x="3821411" y="4269523"/>
                </a:lnTo>
                <a:lnTo>
                  <a:pt x="5029099" y="4269523"/>
                </a:lnTo>
                <a:cubicBezTo>
                  <a:pt x="4998173" y="4322871"/>
                  <a:pt x="4941732" y="4356891"/>
                  <a:pt x="4879878" y="4358437"/>
                </a:cubicBezTo>
                <a:close/>
                <a:moveTo>
                  <a:pt x="4061866" y="3604598"/>
                </a:moveTo>
                <a:cubicBezTo>
                  <a:pt x="4063412" y="3650988"/>
                  <a:pt x="4026300" y="3689647"/>
                  <a:pt x="3979910" y="3691193"/>
                </a:cubicBezTo>
                <a:lnTo>
                  <a:pt x="2620681" y="3691193"/>
                </a:lnTo>
                <a:cubicBezTo>
                  <a:pt x="2574291" y="3691193"/>
                  <a:pt x="2536406" y="3653308"/>
                  <a:pt x="2536406" y="3606918"/>
                </a:cubicBezTo>
                <a:cubicBezTo>
                  <a:pt x="2536406" y="3604598"/>
                  <a:pt x="2536406" y="3603052"/>
                  <a:pt x="2536406" y="3600732"/>
                </a:cubicBezTo>
                <a:lnTo>
                  <a:pt x="2536406" y="2809008"/>
                </a:lnTo>
                <a:cubicBezTo>
                  <a:pt x="2536406" y="2807462"/>
                  <a:pt x="2536406" y="2805916"/>
                  <a:pt x="2536406" y="2804369"/>
                </a:cubicBezTo>
                <a:cubicBezTo>
                  <a:pt x="2537952" y="2757979"/>
                  <a:pt x="2576610" y="2721640"/>
                  <a:pt x="2623000" y="2722413"/>
                </a:cubicBezTo>
                <a:cubicBezTo>
                  <a:pt x="2669391" y="2723960"/>
                  <a:pt x="2705730" y="2762618"/>
                  <a:pt x="2704956" y="2809008"/>
                </a:cubicBezTo>
                <a:lnTo>
                  <a:pt x="2704956" y="3523415"/>
                </a:lnTo>
                <a:lnTo>
                  <a:pt x="3979910" y="3523415"/>
                </a:lnTo>
                <a:lnTo>
                  <a:pt x="3979910" y="3523415"/>
                </a:lnTo>
                <a:cubicBezTo>
                  <a:pt x="4024754" y="3524189"/>
                  <a:pt x="4061093" y="3559754"/>
                  <a:pt x="4061866" y="3604598"/>
                </a:cubicBezTo>
                <a:close/>
                <a:moveTo>
                  <a:pt x="3104684" y="3412853"/>
                </a:moveTo>
                <a:lnTo>
                  <a:pt x="3104684" y="2869315"/>
                </a:lnTo>
                <a:cubicBezTo>
                  <a:pt x="3104684" y="2852306"/>
                  <a:pt x="3117828" y="2839162"/>
                  <a:pt x="3134838" y="2839162"/>
                </a:cubicBezTo>
                <a:lnTo>
                  <a:pt x="3255452" y="2839162"/>
                </a:lnTo>
                <a:cubicBezTo>
                  <a:pt x="3272462" y="2839162"/>
                  <a:pt x="3285606" y="2852306"/>
                  <a:pt x="3285606" y="2869315"/>
                </a:cubicBezTo>
                <a:lnTo>
                  <a:pt x="3285606" y="3412853"/>
                </a:lnTo>
                <a:cubicBezTo>
                  <a:pt x="3285606" y="3412853"/>
                  <a:pt x="3285606" y="3412853"/>
                  <a:pt x="3285606" y="3412853"/>
                </a:cubicBezTo>
                <a:cubicBezTo>
                  <a:pt x="3285606" y="3429862"/>
                  <a:pt x="3271688" y="3443006"/>
                  <a:pt x="3255452" y="3443006"/>
                </a:cubicBezTo>
                <a:lnTo>
                  <a:pt x="3134838" y="3443006"/>
                </a:lnTo>
                <a:cubicBezTo>
                  <a:pt x="3134838" y="3443006"/>
                  <a:pt x="3134838" y="3443006"/>
                  <a:pt x="3134838" y="3443006"/>
                </a:cubicBezTo>
                <a:cubicBezTo>
                  <a:pt x="3117828" y="3443006"/>
                  <a:pt x="3104684" y="3429862"/>
                  <a:pt x="3104684" y="3412853"/>
                </a:cubicBezTo>
                <a:close/>
                <a:moveTo>
                  <a:pt x="2810107" y="3412853"/>
                </a:moveTo>
                <a:lnTo>
                  <a:pt x="2810107" y="3050237"/>
                </a:lnTo>
                <a:cubicBezTo>
                  <a:pt x="2810107" y="3050237"/>
                  <a:pt x="2810107" y="3050237"/>
                  <a:pt x="2810107" y="3050237"/>
                </a:cubicBezTo>
                <a:cubicBezTo>
                  <a:pt x="2810107" y="3033227"/>
                  <a:pt x="2824024" y="3020083"/>
                  <a:pt x="2840261" y="3020083"/>
                </a:cubicBezTo>
                <a:lnTo>
                  <a:pt x="2960875" y="3020083"/>
                </a:lnTo>
                <a:cubicBezTo>
                  <a:pt x="2960875" y="3020083"/>
                  <a:pt x="2960875" y="3020083"/>
                  <a:pt x="2960875" y="3020083"/>
                </a:cubicBezTo>
                <a:cubicBezTo>
                  <a:pt x="2977885" y="3020083"/>
                  <a:pt x="2991028" y="3034000"/>
                  <a:pt x="2991028" y="3050237"/>
                </a:cubicBezTo>
                <a:lnTo>
                  <a:pt x="2991028" y="3412853"/>
                </a:lnTo>
                <a:cubicBezTo>
                  <a:pt x="2991028" y="3412853"/>
                  <a:pt x="2991028" y="3412853"/>
                  <a:pt x="2991028" y="3412853"/>
                </a:cubicBezTo>
                <a:cubicBezTo>
                  <a:pt x="2991028" y="3429862"/>
                  <a:pt x="2977111" y="3443006"/>
                  <a:pt x="2960875" y="3443006"/>
                </a:cubicBezTo>
                <a:lnTo>
                  <a:pt x="2840261" y="3443006"/>
                </a:lnTo>
                <a:cubicBezTo>
                  <a:pt x="2840261" y="3443006"/>
                  <a:pt x="2840261" y="3443006"/>
                  <a:pt x="2840261" y="3443006"/>
                </a:cubicBezTo>
                <a:cubicBezTo>
                  <a:pt x="2823251" y="3443006"/>
                  <a:pt x="2810107" y="3429862"/>
                  <a:pt x="2810107" y="3412853"/>
                </a:cubicBezTo>
                <a:close/>
                <a:moveTo>
                  <a:pt x="3399261" y="3412853"/>
                </a:moveTo>
                <a:lnTo>
                  <a:pt x="3399261" y="3050237"/>
                </a:lnTo>
                <a:cubicBezTo>
                  <a:pt x="3399261" y="3033227"/>
                  <a:pt x="3412405" y="3020083"/>
                  <a:pt x="3429415" y="3020083"/>
                </a:cubicBezTo>
                <a:lnTo>
                  <a:pt x="3550029" y="3020083"/>
                </a:lnTo>
                <a:cubicBezTo>
                  <a:pt x="3550029" y="3020083"/>
                  <a:pt x="3550029" y="3020083"/>
                  <a:pt x="3550029" y="3020083"/>
                </a:cubicBezTo>
                <a:cubicBezTo>
                  <a:pt x="3567039" y="3020083"/>
                  <a:pt x="3580182" y="3033227"/>
                  <a:pt x="3580182" y="3050237"/>
                </a:cubicBezTo>
                <a:lnTo>
                  <a:pt x="3580182" y="3412853"/>
                </a:lnTo>
                <a:cubicBezTo>
                  <a:pt x="3580182" y="3412853"/>
                  <a:pt x="3580182" y="3412853"/>
                  <a:pt x="3580182" y="3412853"/>
                </a:cubicBezTo>
                <a:cubicBezTo>
                  <a:pt x="3580182" y="3429862"/>
                  <a:pt x="3566265" y="3443006"/>
                  <a:pt x="3550029" y="3443006"/>
                </a:cubicBezTo>
                <a:lnTo>
                  <a:pt x="3429415" y="3443006"/>
                </a:lnTo>
                <a:cubicBezTo>
                  <a:pt x="3412405" y="3443006"/>
                  <a:pt x="3399261" y="3429862"/>
                  <a:pt x="3399261" y="3412853"/>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2" name="Google Shape;2812;p95"/>
          <p:cNvSpPr/>
          <p:nvPr/>
        </p:nvSpPr>
        <p:spPr>
          <a:xfrm>
            <a:off x="4822302" y="985054"/>
            <a:ext cx="413891" cy="413887"/>
          </a:xfrm>
          <a:custGeom>
            <a:rect b="b" l="l" r="r" t="t"/>
            <a:pathLst>
              <a:path extrusionOk="0" h="1009480" w="1009491">
                <a:moveTo>
                  <a:pt x="625071" y="432052"/>
                </a:moveTo>
                <a:cubicBezTo>
                  <a:pt x="621556" y="424341"/>
                  <a:pt x="613845" y="419465"/>
                  <a:pt x="605454" y="419465"/>
                </a:cubicBezTo>
                <a:lnTo>
                  <a:pt x="407121" y="419465"/>
                </a:lnTo>
                <a:cubicBezTo>
                  <a:pt x="398729" y="419465"/>
                  <a:pt x="391018" y="424341"/>
                  <a:pt x="387503" y="432052"/>
                </a:cubicBezTo>
                <a:cubicBezTo>
                  <a:pt x="386709" y="433640"/>
                  <a:pt x="312773" y="594438"/>
                  <a:pt x="272177" y="682322"/>
                </a:cubicBezTo>
                <a:cubicBezTo>
                  <a:pt x="260950" y="706589"/>
                  <a:pt x="262198" y="734371"/>
                  <a:pt x="275239" y="754783"/>
                </a:cubicBezTo>
                <a:cubicBezTo>
                  <a:pt x="286692" y="772586"/>
                  <a:pt x="306196" y="782906"/>
                  <a:pt x="328649" y="782906"/>
                </a:cubicBezTo>
                <a:lnTo>
                  <a:pt x="683812" y="782906"/>
                </a:lnTo>
                <a:cubicBezTo>
                  <a:pt x="706378" y="782906"/>
                  <a:pt x="725882" y="772700"/>
                  <a:pt x="737222" y="754783"/>
                </a:cubicBezTo>
                <a:cubicBezTo>
                  <a:pt x="750263" y="734371"/>
                  <a:pt x="751510" y="706589"/>
                  <a:pt x="740284" y="682322"/>
                </a:cubicBezTo>
                <a:cubicBezTo>
                  <a:pt x="699914" y="594438"/>
                  <a:pt x="625865" y="433640"/>
                  <a:pt x="625071" y="432052"/>
                </a:cubicBezTo>
                <a:close/>
                <a:moveTo>
                  <a:pt x="700935" y="731423"/>
                </a:moveTo>
                <a:cubicBezTo>
                  <a:pt x="697419" y="736866"/>
                  <a:pt x="691863" y="739587"/>
                  <a:pt x="683925" y="739587"/>
                </a:cubicBezTo>
                <a:lnTo>
                  <a:pt x="328762" y="739587"/>
                </a:lnTo>
                <a:cubicBezTo>
                  <a:pt x="320825" y="739587"/>
                  <a:pt x="315268" y="736979"/>
                  <a:pt x="311753" y="731423"/>
                </a:cubicBezTo>
                <a:cubicBezTo>
                  <a:pt x="306650" y="723485"/>
                  <a:pt x="306650" y="711011"/>
                  <a:pt x="311526" y="700465"/>
                </a:cubicBezTo>
                <a:cubicBezTo>
                  <a:pt x="345432" y="626983"/>
                  <a:pt x="402698" y="502472"/>
                  <a:pt x="421068" y="462670"/>
                </a:cubicBezTo>
                <a:lnTo>
                  <a:pt x="591619" y="462670"/>
                </a:lnTo>
                <a:cubicBezTo>
                  <a:pt x="609876" y="502472"/>
                  <a:pt x="667255" y="626983"/>
                  <a:pt x="701161" y="700465"/>
                </a:cubicBezTo>
                <a:cubicBezTo>
                  <a:pt x="706038" y="711125"/>
                  <a:pt x="705924" y="723598"/>
                  <a:pt x="700935" y="731423"/>
                </a:cubicBezTo>
                <a:lnTo>
                  <a:pt x="700935" y="731423"/>
                </a:lnTo>
                <a:close/>
                <a:moveTo>
                  <a:pt x="382627" y="386806"/>
                </a:moveTo>
                <a:cubicBezTo>
                  <a:pt x="382627" y="394404"/>
                  <a:pt x="388863" y="400641"/>
                  <a:pt x="396461" y="400641"/>
                </a:cubicBezTo>
                <a:lnTo>
                  <a:pt x="396461" y="400641"/>
                </a:lnTo>
                <a:lnTo>
                  <a:pt x="633690" y="400641"/>
                </a:lnTo>
                <a:cubicBezTo>
                  <a:pt x="641287" y="400641"/>
                  <a:pt x="647524" y="394404"/>
                  <a:pt x="647524" y="386806"/>
                </a:cubicBezTo>
                <a:cubicBezTo>
                  <a:pt x="647524" y="379209"/>
                  <a:pt x="641287" y="372972"/>
                  <a:pt x="633690" y="372972"/>
                </a:cubicBezTo>
                <a:lnTo>
                  <a:pt x="396461" y="372972"/>
                </a:lnTo>
                <a:cubicBezTo>
                  <a:pt x="388863" y="372972"/>
                  <a:pt x="382627" y="379209"/>
                  <a:pt x="382627" y="386806"/>
                </a:cubicBezTo>
                <a:close/>
                <a:moveTo>
                  <a:pt x="393399" y="347230"/>
                </a:moveTo>
                <a:cubicBezTo>
                  <a:pt x="407234" y="350859"/>
                  <a:pt x="421182" y="353467"/>
                  <a:pt x="435357" y="355168"/>
                </a:cubicBezTo>
                <a:cubicBezTo>
                  <a:pt x="435810" y="355168"/>
                  <a:pt x="436377" y="355282"/>
                  <a:pt x="436831" y="355282"/>
                </a:cubicBezTo>
                <a:lnTo>
                  <a:pt x="484231" y="355282"/>
                </a:lnTo>
                <a:cubicBezTo>
                  <a:pt x="491829" y="355282"/>
                  <a:pt x="498066" y="349158"/>
                  <a:pt x="498066" y="341447"/>
                </a:cubicBezTo>
                <a:cubicBezTo>
                  <a:pt x="498066" y="340540"/>
                  <a:pt x="497952" y="339633"/>
                  <a:pt x="497839" y="338726"/>
                </a:cubicBezTo>
                <a:cubicBezTo>
                  <a:pt x="491262" y="306180"/>
                  <a:pt x="478901" y="280326"/>
                  <a:pt x="460985" y="262069"/>
                </a:cubicBezTo>
                <a:cubicBezTo>
                  <a:pt x="444995" y="245853"/>
                  <a:pt x="425378" y="236327"/>
                  <a:pt x="404172" y="234626"/>
                </a:cubicBezTo>
                <a:cubicBezTo>
                  <a:pt x="370380" y="231905"/>
                  <a:pt x="339422" y="249368"/>
                  <a:pt x="328989" y="277264"/>
                </a:cubicBezTo>
                <a:cubicBezTo>
                  <a:pt x="324453" y="289398"/>
                  <a:pt x="325474" y="301418"/>
                  <a:pt x="332051" y="311964"/>
                </a:cubicBezTo>
                <a:cubicBezTo>
                  <a:pt x="341350" y="327046"/>
                  <a:pt x="361988" y="338839"/>
                  <a:pt x="393399" y="347230"/>
                </a:cubicBezTo>
                <a:close/>
                <a:moveTo>
                  <a:pt x="354844" y="287016"/>
                </a:moveTo>
                <a:cubicBezTo>
                  <a:pt x="360854" y="270914"/>
                  <a:pt x="380699" y="260594"/>
                  <a:pt x="401904" y="262295"/>
                </a:cubicBezTo>
                <a:cubicBezTo>
                  <a:pt x="411997" y="263089"/>
                  <a:pt x="427079" y="267058"/>
                  <a:pt x="441140" y="281573"/>
                </a:cubicBezTo>
                <a:cubicBezTo>
                  <a:pt x="452253" y="292913"/>
                  <a:pt x="460758" y="308335"/>
                  <a:pt x="466541" y="327726"/>
                </a:cubicBezTo>
                <a:lnTo>
                  <a:pt x="437625" y="327726"/>
                </a:lnTo>
                <a:cubicBezTo>
                  <a:pt x="425037" y="326139"/>
                  <a:pt x="412450" y="323757"/>
                  <a:pt x="400203" y="320582"/>
                </a:cubicBezTo>
                <a:cubicBezTo>
                  <a:pt x="377070" y="314345"/>
                  <a:pt x="360741" y="306067"/>
                  <a:pt x="355524" y="297676"/>
                </a:cubicBezTo>
                <a:cubicBezTo>
                  <a:pt x="354164" y="295181"/>
                  <a:pt x="353030" y="292119"/>
                  <a:pt x="354844" y="287016"/>
                </a:cubicBezTo>
                <a:lnTo>
                  <a:pt x="354844" y="287016"/>
                </a:lnTo>
                <a:close/>
                <a:moveTo>
                  <a:pt x="529817" y="355282"/>
                </a:moveTo>
                <a:lnTo>
                  <a:pt x="577217" y="355282"/>
                </a:lnTo>
                <a:cubicBezTo>
                  <a:pt x="577671" y="355282"/>
                  <a:pt x="578238" y="355282"/>
                  <a:pt x="578692" y="355168"/>
                </a:cubicBezTo>
                <a:cubicBezTo>
                  <a:pt x="592866" y="353467"/>
                  <a:pt x="606814" y="350859"/>
                  <a:pt x="620649" y="347230"/>
                </a:cubicBezTo>
                <a:cubicBezTo>
                  <a:pt x="652060" y="338839"/>
                  <a:pt x="672812" y="327046"/>
                  <a:pt x="682111" y="311964"/>
                </a:cubicBezTo>
                <a:cubicBezTo>
                  <a:pt x="688688" y="301418"/>
                  <a:pt x="689708" y="289398"/>
                  <a:pt x="685172" y="277264"/>
                </a:cubicBezTo>
                <a:cubicBezTo>
                  <a:pt x="674740" y="249481"/>
                  <a:pt x="643782" y="231905"/>
                  <a:pt x="609989" y="234626"/>
                </a:cubicBezTo>
                <a:cubicBezTo>
                  <a:pt x="588784" y="236327"/>
                  <a:pt x="569166" y="245853"/>
                  <a:pt x="553177" y="262069"/>
                </a:cubicBezTo>
                <a:cubicBezTo>
                  <a:pt x="535260" y="280326"/>
                  <a:pt x="522786" y="306067"/>
                  <a:pt x="516323" y="338726"/>
                </a:cubicBezTo>
                <a:cubicBezTo>
                  <a:pt x="514849" y="346210"/>
                  <a:pt x="519725" y="353467"/>
                  <a:pt x="527209" y="355055"/>
                </a:cubicBezTo>
                <a:cubicBezTo>
                  <a:pt x="528003" y="355168"/>
                  <a:pt x="528910" y="355282"/>
                  <a:pt x="529817" y="355282"/>
                </a:cubicBezTo>
                <a:lnTo>
                  <a:pt x="529817" y="355282"/>
                </a:lnTo>
                <a:close/>
                <a:moveTo>
                  <a:pt x="572908" y="281460"/>
                </a:moveTo>
                <a:cubicBezTo>
                  <a:pt x="587083" y="267058"/>
                  <a:pt x="602052" y="263089"/>
                  <a:pt x="612144" y="262182"/>
                </a:cubicBezTo>
                <a:cubicBezTo>
                  <a:pt x="633349" y="260481"/>
                  <a:pt x="653194" y="270914"/>
                  <a:pt x="659204" y="286903"/>
                </a:cubicBezTo>
                <a:cubicBezTo>
                  <a:pt x="661132" y="292119"/>
                  <a:pt x="659998" y="295067"/>
                  <a:pt x="658524" y="297335"/>
                </a:cubicBezTo>
                <a:cubicBezTo>
                  <a:pt x="648772" y="312984"/>
                  <a:pt x="605000" y="324324"/>
                  <a:pt x="576537" y="327499"/>
                </a:cubicBezTo>
                <a:lnTo>
                  <a:pt x="547507" y="327499"/>
                </a:lnTo>
                <a:cubicBezTo>
                  <a:pt x="553290" y="308222"/>
                  <a:pt x="561795" y="292799"/>
                  <a:pt x="572908" y="281460"/>
                </a:cubicBezTo>
                <a:lnTo>
                  <a:pt x="572908" y="281460"/>
                </a:lnTo>
                <a:close/>
                <a:moveTo>
                  <a:pt x="522106" y="590809"/>
                </a:moveTo>
                <a:cubicBezTo>
                  <a:pt x="520065" y="589789"/>
                  <a:pt x="517797" y="588655"/>
                  <a:pt x="515529" y="587521"/>
                </a:cubicBezTo>
                <a:lnTo>
                  <a:pt x="508838" y="584232"/>
                </a:lnTo>
                <a:cubicBezTo>
                  <a:pt x="484458" y="572212"/>
                  <a:pt x="481963" y="569831"/>
                  <a:pt x="481963" y="558718"/>
                </a:cubicBezTo>
                <a:cubicBezTo>
                  <a:pt x="481963" y="553842"/>
                  <a:pt x="483891" y="537966"/>
                  <a:pt x="509292" y="537966"/>
                </a:cubicBezTo>
                <a:cubicBezTo>
                  <a:pt x="533446" y="537966"/>
                  <a:pt x="536054" y="552481"/>
                  <a:pt x="536054" y="558718"/>
                </a:cubicBezTo>
                <a:cubicBezTo>
                  <a:pt x="536054" y="566315"/>
                  <a:pt x="542291" y="572552"/>
                  <a:pt x="549889" y="572552"/>
                </a:cubicBezTo>
                <a:cubicBezTo>
                  <a:pt x="557486" y="572552"/>
                  <a:pt x="563723" y="566315"/>
                  <a:pt x="563723" y="558718"/>
                </a:cubicBezTo>
                <a:cubicBezTo>
                  <a:pt x="563723" y="534110"/>
                  <a:pt x="547847" y="516307"/>
                  <a:pt x="523127" y="511544"/>
                </a:cubicBezTo>
                <a:lnTo>
                  <a:pt x="523127" y="503833"/>
                </a:lnTo>
                <a:cubicBezTo>
                  <a:pt x="523127" y="496235"/>
                  <a:pt x="516890" y="489999"/>
                  <a:pt x="509292" y="489999"/>
                </a:cubicBezTo>
                <a:cubicBezTo>
                  <a:pt x="501694" y="489999"/>
                  <a:pt x="495458" y="496235"/>
                  <a:pt x="495458" y="503833"/>
                </a:cubicBezTo>
                <a:lnTo>
                  <a:pt x="495458" y="511544"/>
                </a:lnTo>
                <a:cubicBezTo>
                  <a:pt x="486839" y="513018"/>
                  <a:pt x="478675" y="516647"/>
                  <a:pt x="471644" y="521977"/>
                </a:cubicBezTo>
                <a:cubicBezTo>
                  <a:pt x="460418" y="530708"/>
                  <a:pt x="454294" y="543749"/>
                  <a:pt x="454294" y="558718"/>
                </a:cubicBezTo>
                <a:cubicBezTo>
                  <a:pt x="454294" y="588088"/>
                  <a:pt x="473005" y="597273"/>
                  <a:pt x="496591" y="608953"/>
                </a:cubicBezTo>
                <a:cubicBezTo>
                  <a:pt x="498633" y="609974"/>
                  <a:pt x="500901" y="611108"/>
                  <a:pt x="503169" y="612242"/>
                </a:cubicBezTo>
                <a:lnTo>
                  <a:pt x="509859" y="615530"/>
                </a:lnTo>
                <a:cubicBezTo>
                  <a:pt x="534240" y="627550"/>
                  <a:pt x="536734" y="629932"/>
                  <a:pt x="536734" y="641045"/>
                </a:cubicBezTo>
                <a:cubicBezTo>
                  <a:pt x="536734" y="659529"/>
                  <a:pt x="517570" y="661456"/>
                  <a:pt x="509405" y="661456"/>
                </a:cubicBezTo>
                <a:cubicBezTo>
                  <a:pt x="501127" y="661456"/>
                  <a:pt x="482077" y="659415"/>
                  <a:pt x="482077" y="641045"/>
                </a:cubicBezTo>
                <a:cubicBezTo>
                  <a:pt x="482077" y="633447"/>
                  <a:pt x="475840" y="627210"/>
                  <a:pt x="468242" y="627210"/>
                </a:cubicBezTo>
                <a:cubicBezTo>
                  <a:pt x="460644" y="627210"/>
                  <a:pt x="454407" y="633447"/>
                  <a:pt x="454407" y="641045"/>
                </a:cubicBezTo>
                <a:cubicBezTo>
                  <a:pt x="454407" y="665539"/>
                  <a:pt x="470510" y="683229"/>
                  <a:pt x="495571" y="687878"/>
                </a:cubicBezTo>
                <a:lnTo>
                  <a:pt x="495571" y="695816"/>
                </a:lnTo>
                <a:cubicBezTo>
                  <a:pt x="495571" y="703414"/>
                  <a:pt x="501808" y="709650"/>
                  <a:pt x="509405" y="709650"/>
                </a:cubicBezTo>
                <a:cubicBezTo>
                  <a:pt x="517003" y="709650"/>
                  <a:pt x="523240" y="703414"/>
                  <a:pt x="523240" y="695816"/>
                </a:cubicBezTo>
                <a:cubicBezTo>
                  <a:pt x="523240" y="695816"/>
                  <a:pt x="523240" y="695816"/>
                  <a:pt x="523240" y="695816"/>
                </a:cubicBezTo>
                <a:lnTo>
                  <a:pt x="523240" y="687878"/>
                </a:lnTo>
                <a:cubicBezTo>
                  <a:pt x="548414" y="683229"/>
                  <a:pt x="564403" y="665539"/>
                  <a:pt x="564403" y="641045"/>
                </a:cubicBezTo>
                <a:cubicBezTo>
                  <a:pt x="564290" y="611675"/>
                  <a:pt x="545693" y="602376"/>
                  <a:pt x="522106" y="590809"/>
                </a:cubicBezTo>
                <a:close/>
                <a:moveTo>
                  <a:pt x="969915" y="308902"/>
                </a:moveTo>
                <a:cubicBezTo>
                  <a:pt x="861733" y="52056"/>
                  <a:pt x="565878" y="-68486"/>
                  <a:pt x="308918" y="39695"/>
                </a:cubicBezTo>
                <a:cubicBezTo>
                  <a:pt x="51958" y="147877"/>
                  <a:pt x="-68471" y="443732"/>
                  <a:pt x="39711" y="700579"/>
                </a:cubicBezTo>
                <a:cubicBezTo>
                  <a:pt x="147893" y="957425"/>
                  <a:pt x="443861" y="1077967"/>
                  <a:pt x="700708" y="969785"/>
                </a:cubicBezTo>
                <a:cubicBezTo>
                  <a:pt x="887814" y="890974"/>
                  <a:pt x="1009491" y="707723"/>
                  <a:pt x="1009491" y="504740"/>
                </a:cubicBezTo>
                <a:cubicBezTo>
                  <a:pt x="1009604" y="437495"/>
                  <a:pt x="996110" y="370817"/>
                  <a:pt x="969915" y="308902"/>
                </a:cubicBezTo>
                <a:close/>
                <a:moveTo>
                  <a:pt x="930452" y="683909"/>
                </a:moveTo>
                <a:cubicBezTo>
                  <a:pt x="831569" y="918983"/>
                  <a:pt x="560661" y="1029433"/>
                  <a:pt x="325587" y="930436"/>
                </a:cubicBezTo>
                <a:cubicBezTo>
                  <a:pt x="90513" y="831440"/>
                  <a:pt x="-19936" y="560759"/>
                  <a:pt x="78947" y="325572"/>
                </a:cubicBezTo>
                <a:cubicBezTo>
                  <a:pt x="177830" y="90384"/>
                  <a:pt x="448738" y="-19952"/>
                  <a:pt x="683925" y="79044"/>
                </a:cubicBezTo>
                <a:cubicBezTo>
                  <a:pt x="855269" y="151165"/>
                  <a:pt x="966626" y="318881"/>
                  <a:pt x="966626" y="504740"/>
                </a:cubicBezTo>
                <a:cubicBezTo>
                  <a:pt x="966740" y="566315"/>
                  <a:pt x="954493" y="627210"/>
                  <a:pt x="930452" y="683909"/>
                </a:cubicBezTo>
                <a:lnTo>
                  <a:pt x="930452" y="683909"/>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3" name="Google Shape;2813;p95"/>
          <p:cNvSpPr/>
          <p:nvPr/>
        </p:nvSpPr>
        <p:spPr>
          <a:xfrm>
            <a:off x="3308767" y="3712683"/>
            <a:ext cx="245144" cy="245144"/>
          </a:xfrm>
          <a:custGeom>
            <a:rect b="b" l="l" r="r" t="t"/>
            <a:pathLst>
              <a:path extrusionOk="0" h="3922308" w="3922308">
                <a:moveTo>
                  <a:pt x="2880051" y="849712"/>
                </a:moveTo>
                <a:lnTo>
                  <a:pt x="1017489" y="849712"/>
                </a:lnTo>
                <a:cubicBezTo>
                  <a:pt x="919297" y="849712"/>
                  <a:pt x="839660" y="929348"/>
                  <a:pt x="839660" y="1027540"/>
                </a:cubicBezTo>
                <a:lnTo>
                  <a:pt x="839660" y="2896287"/>
                </a:lnTo>
                <a:cubicBezTo>
                  <a:pt x="839660" y="2994480"/>
                  <a:pt x="919297" y="3074116"/>
                  <a:pt x="1017489" y="3074116"/>
                </a:cubicBezTo>
                <a:lnTo>
                  <a:pt x="2880051" y="3074116"/>
                </a:lnTo>
                <a:cubicBezTo>
                  <a:pt x="2978243" y="3074116"/>
                  <a:pt x="3057880" y="2994480"/>
                  <a:pt x="3058653" y="2896287"/>
                </a:cubicBezTo>
                <a:lnTo>
                  <a:pt x="3058653" y="1027540"/>
                </a:lnTo>
                <a:cubicBezTo>
                  <a:pt x="3057880" y="929348"/>
                  <a:pt x="2978243" y="849712"/>
                  <a:pt x="2880051" y="849712"/>
                </a:cubicBezTo>
                <a:close/>
                <a:moveTo>
                  <a:pt x="2881597" y="2896287"/>
                </a:moveTo>
                <a:lnTo>
                  <a:pt x="2880051" y="2897834"/>
                </a:lnTo>
                <a:lnTo>
                  <a:pt x="1016716" y="2896287"/>
                </a:lnTo>
                <a:lnTo>
                  <a:pt x="1017489" y="1026767"/>
                </a:lnTo>
                <a:lnTo>
                  <a:pt x="2880824" y="1028314"/>
                </a:lnTo>
                <a:lnTo>
                  <a:pt x="2880824" y="2896287"/>
                </a:lnTo>
                <a:close/>
                <a:moveTo>
                  <a:pt x="3771514" y="1826996"/>
                </a:moveTo>
                <a:cubicBezTo>
                  <a:pt x="3852696" y="1828542"/>
                  <a:pt x="3920735" y="1764369"/>
                  <a:pt x="3922281" y="1683187"/>
                </a:cubicBezTo>
                <a:cubicBezTo>
                  <a:pt x="3923828" y="1602004"/>
                  <a:pt x="3859655" y="1533965"/>
                  <a:pt x="3778472" y="1532419"/>
                </a:cubicBezTo>
                <a:cubicBezTo>
                  <a:pt x="3776152" y="1532419"/>
                  <a:pt x="3773833" y="1532419"/>
                  <a:pt x="3771514" y="1532419"/>
                </a:cubicBezTo>
                <a:lnTo>
                  <a:pt x="3446783" y="1532419"/>
                </a:lnTo>
                <a:lnTo>
                  <a:pt x="3446783" y="1246347"/>
                </a:lnTo>
                <a:lnTo>
                  <a:pt x="3771514" y="1246347"/>
                </a:lnTo>
                <a:cubicBezTo>
                  <a:pt x="3852696" y="1247893"/>
                  <a:pt x="3920735" y="1183720"/>
                  <a:pt x="3922281" y="1102538"/>
                </a:cubicBezTo>
                <a:cubicBezTo>
                  <a:pt x="3923828" y="1021355"/>
                  <a:pt x="3859655" y="953316"/>
                  <a:pt x="3778472" y="951770"/>
                </a:cubicBezTo>
                <a:cubicBezTo>
                  <a:pt x="3776152" y="951770"/>
                  <a:pt x="3773833" y="951770"/>
                  <a:pt x="3771514" y="951770"/>
                </a:cubicBezTo>
                <a:lnTo>
                  <a:pt x="3446783" y="951770"/>
                </a:lnTo>
                <a:lnTo>
                  <a:pt x="3446783" y="933987"/>
                </a:lnTo>
                <a:cubicBezTo>
                  <a:pt x="3446010" y="680388"/>
                  <a:pt x="3242666" y="473952"/>
                  <a:pt x="2989067" y="469313"/>
                </a:cubicBezTo>
                <a:lnTo>
                  <a:pt x="2989067" y="147675"/>
                </a:lnTo>
                <a:cubicBezTo>
                  <a:pt x="2989067" y="66492"/>
                  <a:pt x="2923348" y="0"/>
                  <a:pt x="2841393" y="0"/>
                </a:cubicBezTo>
                <a:cubicBezTo>
                  <a:pt x="2759436" y="0"/>
                  <a:pt x="2693717" y="65719"/>
                  <a:pt x="2693717" y="147675"/>
                </a:cubicBezTo>
                <a:cubicBezTo>
                  <a:pt x="2693717" y="147675"/>
                  <a:pt x="2693717" y="147675"/>
                  <a:pt x="2693717" y="147675"/>
                </a:cubicBezTo>
                <a:lnTo>
                  <a:pt x="2693717" y="467767"/>
                </a:lnTo>
                <a:lnTo>
                  <a:pt x="2407645" y="467767"/>
                </a:lnTo>
                <a:lnTo>
                  <a:pt x="2407645" y="147675"/>
                </a:lnTo>
                <a:cubicBezTo>
                  <a:pt x="2406099" y="66492"/>
                  <a:pt x="2338060" y="1546"/>
                  <a:pt x="2256878" y="3866"/>
                </a:cubicBezTo>
                <a:cubicBezTo>
                  <a:pt x="2178014" y="5412"/>
                  <a:pt x="2114615" y="68812"/>
                  <a:pt x="2113068" y="147675"/>
                </a:cubicBezTo>
                <a:lnTo>
                  <a:pt x="2113068" y="467767"/>
                </a:lnTo>
                <a:lnTo>
                  <a:pt x="1826996" y="467767"/>
                </a:lnTo>
                <a:lnTo>
                  <a:pt x="1826996" y="147675"/>
                </a:lnTo>
                <a:cubicBezTo>
                  <a:pt x="1825450" y="66492"/>
                  <a:pt x="1757411" y="1546"/>
                  <a:pt x="1676228" y="3866"/>
                </a:cubicBezTo>
                <a:cubicBezTo>
                  <a:pt x="1597365" y="5412"/>
                  <a:pt x="1533965" y="68812"/>
                  <a:pt x="1532419" y="147675"/>
                </a:cubicBezTo>
                <a:lnTo>
                  <a:pt x="1532419" y="467767"/>
                </a:lnTo>
                <a:lnTo>
                  <a:pt x="1246347" y="467767"/>
                </a:lnTo>
                <a:lnTo>
                  <a:pt x="1246347" y="147675"/>
                </a:lnTo>
                <a:cubicBezTo>
                  <a:pt x="1246347" y="66492"/>
                  <a:pt x="1180628" y="0"/>
                  <a:pt x="1098672" y="0"/>
                </a:cubicBezTo>
                <a:cubicBezTo>
                  <a:pt x="1017489" y="0"/>
                  <a:pt x="951770" y="65719"/>
                  <a:pt x="950997" y="147675"/>
                </a:cubicBezTo>
                <a:lnTo>
                  <a:pt x="950997" y="467767"/>
                </a:lnTo>
                <a:lnTo>
                  <a:pt x="914658" y="467767"/>
                </a:lnTo>
                <a:cubicBezTo>
                  <a:pt x="657966" y="467767"/>
                  <a:pt x="449211" y="676522"/>
                  <a:pt x="449211" y="933214"/>
                </a:cubicBezTo>
                <a:lnTo>
                  <a:pt x="449211" y="950224"/>
                </a:lnTo>
                <a:lnTo>
                  <a:pt x="147675" y="950224"/>
                </a:lnTo>
                <a:cubicBezTo>
                  <a:pt x="66492" y="951770"/>
                  <a:pt x="1546" y="1019809"/>
                  <a:pt x="3866" y="1100991"/>
                </a:cubicBezTo>
                <a:cubicBezTo>
                  <a:pt x="5412" y="1179854"/>
                  <a:pt x="68812" y="1243254"/>
                  <a:pt x="147675" y="1244801"/>
                </a:cubicBezTo>
                <a:lnTo>
                  <a:pt x="449211" y="1244801"/>
                </a:lnTo>
                <a:lnTo>
                  <a:pt x="449211" y="1530873"/>
                </a:lnTo>
                <a:lnTo>
                  <a:pt x="147675" y="1530873"/>
                </a:lnTo>
                <a:cubicBezTo>
                  <a:pt x="66492" y="1532419"/>
                  <a:pt x="1546" y="1600458"/>
                  <a:pt x="3866" y="1681641"/>
                </a:cubicBezTo>
                <a:cubicBezTo>
                  <a:pt x="5412" y="1760504"/>
                  <a:pt x="68812" y="1823903"/>
                  <a:pt x="147675" y="1825450"/>
                </a:cubicBezTo>
                <a:lnTo>
                  <a:pt x="449211" y="1825450"/>
                </a:lnTo>
                <a:lnTo>
                  <a:pt x="449211" y="2111522"/>
                </a:lnTo>
                <a:lnTo>
                  <a:pt x="147675" y="2111522"/>
                </a:lnTo>
                <a:cubicBezTo>
                  <a:pt x="66492" y="2111522"/>
                  <a:pt x="0" y="2177241"/>
                  <a:pt x="0" y="2259197"/>
                </a:cubicBezTo>
                <a:cubicBezTo>
                  <a:pt x="0" y="2340380"/>
                  <a:pt x="65719" y="2406099"/>
                  <a:pt x="147675" y="2406872"/>
                </a:cubicBezTo>
                <a:lnTo>
                  <a:pt x="449211" y="2406872"/>
                </a:lnTo>
                <a:lnTo>
                  <a:pt x="449211" y="2692944"/>
                </a:lnTo>
                <a:lnTo>
                  <a:pt x="147675" y="2692944"/>
                </a:lnTo>
                <a:cubicBezTo>
                  <a:pt x="66492" y="2692944"/>
                  <a:pt x="0" y="2758664"/>
                  <a:pt x="0" y="2840619"/>
                </a:cubicBezTo>
                <a:cubicBezTo>
                  <a:pt x="0" y="2922575"/>
                  <a:pt x="65719" y="2988294"/>
                  <a:pt x="147675" y="2988294"/>
                </a:cubicBezTo>
                <a:cubicBezTo>
                  <a:pt x="147675" y="2988294"/>
                  <a:pt x="147675" y="2988294"/>
                  <a:pt x="147675" y="2988294"/>
                </a:cubicBezTo>
                <a:lnTo>
                  <a:pt x="449211" y="2988294"/>
                </a:lnTo>
                <a:lnTo>
                  <a:pt x="449211" y="2991387"/>
                </a:lnTo>
                <a:cubicBezTo>
                  <a:pt x="449211" y="3248079"/>
                  <a:pt x="657966" y="3456834"/>
                  <a:pt x="914658" y="3456834"/>
                </a:cubicBezTo>
                <a:lnTo>
                  <a:pt x="950224" y="3456834"/>
                </a:lnTo>
                <a:lnTo>
                  <a:pt x="950224" y="3771514"/>
                </a:lnTo>
                <a:cubicBezTo>
                  <a:pt x="950224" y="3852696"/>
                  <a:pt x="1015943" y="3919188"/>
                  <a:pt x="1097899" y="3919188"/>
                </a:cubicBezTo>
                <a:cubicBezTo>
                  <a:pt x="1179081" y="3919188"/>
                  <a:pt x="1245574" y="3853469"/>
                  <a:pt x="1245574" y="3771514"/>
                </a:cubicBezTo>
                <a:cubicBezTo>
                  <a:pt x="1245574" y="3771514"/>
                  <a:pt x="1245574" y="3771514"/>
                  <a:pt x="1245574" y="3771514"/>
                </a:cubicBezTo>
                <a:lnTo>
                  <a:pt x="1245574" y="3457608"/>
                </a:lnTo>
                <a:lnTo>
                  <a:pt x="1531646" y="3457608"/>
                </a:lnTo>
                <a:lnTo>
                  <a:pt x="1531646" y="3771514"/>
                </a:lnTo>
                <a:cubicBezTo>
                  <a:pt x="1530100" y="3852696"/>
                  <a:pt x="1594272" y="3920735"/>
                  <a:pt x="1675455" y="3922281"/>
                </a:cubicBezTo>
                <a:cubicBezTo>
                  <a:pt x="1756638" y="3923828"/>
                  <a:pt x="1824677" y="3859655"/>
                  <a:pt x="1826223" y="3778472"/>
                </a:cubicBezTo>
                <a:cubicBezTo>
                  <a:pt x="1826223" y="3776152"/>
                  <a:pt x="1826223" y="3773833"/>
                  <a:pt x="1826223" y="3771514"/>
                </a:cubicBezTo>
                <a:lnTo>
                  <a:pt x="1826223" y="3457608"/>
                </a:lnTo>
                <a:lnTo>
                  <a:pt x="2112295" y="3457608"/>
                </a:lnTo>
                <a:lnTo>
                  <a:pt x="2112295" y="3771514"/>
                </a:lnTo>
                <a:cubicBezTo>
                  <a:pt x="2110749" y="3852696"/>
                  <a:pt x="2174922" y="3920735"/>
                  <a:pt x="2256104" y="3922281"/>
                </a:cubicBezTo>
                <a:cubicBezTo>
                  <a:pt x="2337287" y="3923828"/>
                  <a:pt x="2405326" y="3859655"/>
                  <a:pt x="2406872" y="3778472"/>
                </a:cubicBezTo>
                <a:cubicBezTo>
                  <a:pt x="2406872" y="3776152"/>
                  <a:pt x="2406872" y="3773833"/>
                  <a:pt x="2406872" y="3771514"/>
                </a:cubicBezTo>
                <a:lnTo>
                  <a:pt x="2406872" y="3457608"/>
                </a:lnTo>
                <a:lnTo>
                  <a:pt x="2692944" y="3457608"/>
                </a:lnTo>
                <a:lnTo>
                  <a:pt x="2692944" y="3771514"/>
                </a:lnTo>
                <a:cubicBezTo>
                  <a:pt x="2692944" y="3852696"/>
                  <a:pt x="2758664" y="3919188"/>
                  <a:pt x="2840619" y="3919188"/>
                </a:cubicBezTo>
                <a:cubicBezTo>
                  <a:pt x="2921802" y="3919188"/>
                  <a:pt x="2988294" y="3853469"/>
                  <a:pt x="2988294" y="3771514"/>
                </a:cubicBezTo>
                <a:cubicBezTo>
                  <a:pt x="2988294" y="3771514"/>
                  <a:pt x="2988294" y="3771514"/>
                  <a:pt x="2988294" y="3771514"/>
                </a:cubicBezTo>
                <a:lnTo>
                  <a:pt x="2988294" y="3456834"/>
                </a:lnTo>
                <a:cubicBezTo>
                  <a:pt x="3241893" y="3452968"/>
                  <a:pt x="3446010" y="3245759"/>
                  <a:pt x="3446783" y="2992160"/>
                </a:cubicBezTo>
                <a:lnTo>
                  <a:pt x="3446783" y="2989067"/>
                </a:lnTo>
                <a:lnTo>
                  <a:pt x="3771514" y="2989067"/>
                </a:lnTo>
                <a:cubicBezTo>
                  <a:pt x="3852696" y="2989067"/>
                  <a:pt x="3919188" y="2923348"/>
                  <a:pt x="3919188" y="2841393"/>
                </a:cubicBezTo>
                <a:cubicBezTo>
                  <a:pt x="3919188" y="2760210"/>
                  <a:pt x="3853469" y="2693717"/>
                  <a:pt x="3771514" y="2693717"/>
                </a:cubicBezTo>
                <a:cubicBezTo>
                  <a:pt x="3771514" y="2693717"/>
                  <a:pt x="3771514" y="2693717"/>
                  <a:pt x="3771514" y="2693717"/>
                </a:cubicBezTo>
                <a:lnTo>
                  <a:pt x="3446783" y="2693717"/>
                </a:lnTo>
                <a:lnTo>
                  <a:pt x="3446783" y="2407645"/>
                </a:lnTo>
                <a:lnTo>
                  <a:pt x="3771514" y="2407645"/>
                </a:lnTo>
                <a:cubicBezTo>
                  <a:pt x="3852696" y="2407645"/>
                  <a:pt x="3919188" y="2341926"/>
                  <a:pt x="3919188" y="2259970"/>
                </a:cubicBezTo>
                <a:cubicBezTo>
                  <a:pt x="3919188" y="2178788"/>
                  <a:pt x="3853469" y="2112295"/>
                  <a:pt x="3771514" y="2112295"/>
                </a:cubicBezTo>
                <a:cubicBezTo>
                  <a:pt x="3771514" y="2112295"/>
                  <a:pt x="3771514" y="2112295"/>
                  <a:pt x="3771514" y="2112295"/>
                </a:cubicBezTo>
                <a:lnTo>
                  <a:pt x="3446783" y="2112295"/>
                </a:lnTo>
                <a:lnTo>
                  <a:pt x="3446783" y="1826223"/>
                </a:lnTo>
                <a:lnTo>
                  <a:pt x="3771514" y="1826996"/>
                </a:lnTo>
                <a:close/>
                <a:moveTo>
                  <a:pt x="3151433" y="2992160"/>
                </a:moveTo>
                <a:cubicBezTo>
                  <a:pt x="3151433" y="3086487"/>
                  <a:pt x="3074889" y="3163030"/>
                  <a:pt x="2980563" y="3163030"/>
                </a:cubicBezTo>
                <a:lnTo>
                  <a:pt x="915431" y="3163030"/>
                </a:lnTo>
                <a:cubicBezTo>
                  <a:pt x="821104" y="3163030"/>
                  <a:pt x="744561" y="3086487"/>
                  <a:pt x="744561" y="2992160"/>
                </a:cubicBezTo>
                <a:lnTo>
                  <a:pt x="744561" y="933987"/>
                </a:lnTo>
                <a:cubicBezTo>
                  <a:pt x="744561" y="839660"/>
                  <a:pt x="821104" y="763117"/>
                  <a:pt x="915431" y="763117"/>
                </a:cubicBezTo>
                <a:lnTo>
                  <a:pt x="2980563" y="763117"/>
                </a:lnTo>
                <a:cubicBezTo>
                  <a:pt x="3074889" y="763117"/>
                  <a:pt x="3151433" y="839660"/>
                  <a:pt x="3151433" y="933987"/>
                </a:cubicBezTo>
                <a:lnTo>
                  <a:pt x="3151433" y="2992160"/>
                </a:ln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4" name="Google Shape;2814;p95"/>
          <p:cNvSpPr/>
          <p:nvPr/>
        </p:nvSpPr>
        <p:spPr>
          <a:xfrm>
            <a:off x="2725984" y="3731885"/>
            <a:ext cx="244796" cy="205144"/>
          </a:xfrm>
          <a:custGeom>
            <a:rect b="b" l="l" r="r" t="t"/>
            <a:pathLst>
              <a:path extrusionOk="0" h="420809" w="502146">
                <a:moveTo>
                  <a:pt x="72369" y="77008"/>
                </a:moveTo>
                <a:cubicBezTo>
                  <a:pt x="78760" y="77008"/>
                  <a:pt x="83914" y="71853"/>
                  <a:pt x="83914" y="65462"/>
                </a:cubicBezTo>
                <a:cubicBezTo>
                  <a:pt x="83914" y="59070"/>
                  <a:pt x="78760" y="53916"/>
                  <a:pt x="72369" y="53916"/>
                </a:cubicBezTo>
                <a:cubicBezTo>
                  <a:pt x="65977" y="53916"/>
                  <a:pt x="60823" y="59070"/>
                  <a:pt x="60823" y="65462"/>
                </a:cubicBezTo>
                <a:cubicBezTo>
                  <a:pt x="60823" y="65462"/>
                  <a:pt x="60823" y="65462"/>
                  <a:pt x="60823" y="65462"/>
                </a:cubicBezTo>
                <a:cubicBezTo>
                  <a:pt x="60823" y="71853"/>
                  <a:pt x="65977" y="77008"/>
                  <a:pt x="72369" y="77008"/>
                </a:cubicBezTo>
                <a:cubicBezTo>
                  <a:pt x="72369" y="77008"/>
                  <a:pt x="72369" y="77008"/>
                  <a:pt x="72369" y="77008"/>
                </a:cubicBezTo>
                <a:close/>
                <a:moveTo>
                  <a:pt x="118449" y="77008"/>
                </a:moveTo>
                <a:cubicBezTo>
                  <a:pt x="124841" y="77008"/>
                  <a:pt x="129995" y="71853"/>
                  <a:pt x="129892" y="65462"/>
                </a:cubicBezTo>
                <a:cubicBezTo>
                  <a:pt x="129892" y="59070"/>
                  <a:pt x="124738" y="53916"/>
                  <a:pt x="118346" y="54019"/>
                </a:cubicBezTo>
                <a:cubicBezTo>
                  <a:pt x="111955" y="54019"/>
                  <a:pt x="106800" y="59173"/>
                  <a:pt x="106903" y="65565"/>
                </a:cubicBezTo>
                <a:cubicBezTo>
                  <a:pt x="106903" y="71853"/>
                  <a:pt x="112058" y="77008"/>
                  <a:pt x="118449" y="77008"/>
                </a:cubicBezTo>
                <a:cubicBezTo>
                  <a:pt x="118449" y="77008"/>
                  <a:pt x="118449" y="77008"/>
                  <a:pt x="118449" y="77008"/>
                </a:cubicBezTo>
                <a:close/>
                <a:moveTo>
                  <a:pt x="164427" y="77008"/>
                </a:moveTo>
                <a:cubicBezTo>
                  <a:pt x="170819" y="77008"/>
                  <a:pt x="175973" y="71853"/>
                  <a:pt x="175973" y="65462"/>
                </a:cubicBezTo>
                <a:cubicBezTo>
                  <a:pt x="175973" y="59070"/>
                  <a:pt x="170819" y="53916"/>
                  <a:pt x="164427" y="53916"/>
                </a:cubicBezTo>
                <a:cubicBezTo>
                  <a:pt x="158036" y="53916"/>
                  <a:pt x="152881" y="59070"/>
                  <a:pt x="152881" y="65462"/>
                </a:cubicBezTo>
                <a:cubicBezTo>
                  <a:pt x="152881" y="65462"/>
                  <a:pt x="152881" y="65462"/>
                  <a:pt x="152881" y="65462"/>
                </a:cubicBezTo>
                <a:cubicBezTo>
                  <a:pt x="152984" y="71853"/>
                  <a:pt x="158036" y="77008"/>
                  <a:pt x="164427" y="77008"/>
                </a:cubicBezTo>
                <a:cubicBezTo>
                  <a:pt x="164427" y="77008"/>
                  <a:pt x="164427" y="77008"/>
                  <a:pt x="164427" y="77008"/>
                </a:cubicBezTo>
                <a:close/>
                <a:moveTo>
                  <a:pt x="482457" y="0"/>
                </a:moveTo>
                <a:lnTo>
                  <a:pt x="19690" y="0"/>
                </a:lnTo>
                <a:cubicBezTo>
                  <a:pt x="8866" y="0"/>
                  <a:pt x="0" y="8763"/>
                  <a:pt x="0" y="19690"/>
                </a:cubicBezTo>
                <a:lnTo>
                  <a:pt x="0" y="19690"/>
                </a:lnTo>
                <a:lnTo>
                  <a:pt x="0" y="401120"/>
                </a:lnTo>
                <a:cubicBezTo>
                  <a:pt x="0" y="411944"/>
                  <a:pt x="8763" y="420810"/>
                  <a:pt x="19690" y="420810"/>
                </a:cubicBezTo>
                <a:lnTo>
                  <a:pt x="482457" y="420810"/>
                </a:lnTo>
                <a:cubicBezTo>
                  <a:pt x="493281" y="420810"/>
                  <a:pt x="502147" y="412047"/>
                  <a:pt x="502147" y="401120"/>
                </a:cubicBezTo>
                <a:lnTo>
                  <a:pt x="502147" y="19690"/>
                </a:lnTo>
                <a:cubicBezTo>
                  <a:pt x="502147" y="8866"/>
                  <a:pt x="493384" y="0"/>
                  <a:pt x="482457" y="0"/>
                </a:cubicBezTo>
                <a:lnTo>
                  <a:pt x="482457" y="0"/>
                </a:lnTo>
                <a:close/>
                <a:moveTo>
                  <a:pt x="462870" y="39380"/>
                </a:moveTo>
                <a:lnTo>
                  <a:pt x="462870" y="92677"/>
                </a:lnTo>
                <a:lnTo>
                  <a:pt x="39380" y="92677"/>
                </a:lnTo>
                <a:lnTo>
                  <a:pt x="39380" y="39380"/>
                </a:lnTo>
                <a:lnTo>
                  <a:pt x="462870" y="39380"/>
                </a:lnTo>
                <a:close/>
                <a:moveTo>
                  <a:pt x="39380" y="381430"/>
                </a:moveTo>
                <a:lnTo>
                  <a:pt x="39380" y="117728"/>
                </a:lnTo>
                <a:lnTo>
                  <a:pt x="462870" y="117728"/>
                </a:lnTo>
                <a:lnTo>
                  <a:pt x="462870" y="381430"/>
                </a:lnTo>
                <a:lnTo>
                  <a:pt x="39380" y="381430"/>
                </a:lnTo>
                <a:close/>
                <a:moveTo>
                  <a:pt x="380708" y="240404"/>
                </a:moveTo>
                <a:lnTo>
                  <a:pt x="309989" y="201127"/>
                </a:lnTo>
                <a:cubicBezTo>
                  <a:pt x="304319" y="197931"/>
                  <a:pt x="297103" y="199993"/>
                  <a:pt x="293907" y="205663"/>
                </a:cubicBezTo>
                <a:cubicBezTo>
                  <a:pt x="290711" y="211333"/>
                  <a:pt x="292773" y="218549"/>
                  <a:pt x="298443" y="221745"/>
                </a:cubicBezTo>
                <a:lnTo>
                  <a:pt x="298443" y="221745"/>
                </a:lnTo>
                <a:lnTo>
                  <a:pt x="351018" y="250919"/>
                </a:lnTo>
                <a:lnTo>
                  <a:pt x="298237" y="281536"/>
                </a:lnTo>
                <a:cubicBezTo>
                  <a:pt x="292567" y="284835"/>
                  <a:pt x="290711" y="292051"/>
                  <a:pt x="294010" y="297618"/>
                </a:cubicBezTo>
                <a:cubicBezTo>
                  <a:pt x="296072" y="301226"/>
                  <a:pt x="299989" y="303494"/>
                  <a:pt x="304216" y="303494"/>
                </a:cubicBezTo>
                <a:cubicBezTo>
                  <a:pt x="306278" y="303494"/>
                  <a:pt x="308339" y="302979"/>
                  <a:pt x="310092" y="301948"/>
                </a:cubicBezTo>
                <a:lnTo>
                  <a:pt x="380811" y="260918"/>
                </a:lnTo>
                <a:cubicBezTo>
                  <a:pt x="386481" y="257620"/>
                  <a:pt x="388337" y="250506"/>
                  <a:pt x="385141" y="244837"/>
                </a:cubicBezTo>
                <a:cubicBezTo>
                  <a:pt x="384213" y="242981"/>
                  <a:pt x="382667" y="241435"/>
                  <a:pt x="380708" y="240404"/>
                </a:cubicBezTo>
                <a:close/>
                <a:moveTo>
                  <a:pt x="200302" y="281433"/>
                </a:moveTo>
                <a:lnTo>
                  <a:pt x="147727" y="252259"/>
                </a:lnTo>
                <a:lnTo>
                  <a:pt x="200508" y="221641"/>
                </a:lnTo>
                <a:cubicBezTo>
                  <a:pt x="206178" y="218343"/>
                  <a:pt x="208034" y="211126"/>
                  <a:pt x="204735" y="205560"/>
                </a:cubicBezTo>
                <a:cubicBezTo>
                  <a:pt x="201436" y="199993"/>
                  <a:pt x="194220" y="198034"/>
                  <a:pt x="188653" y="201333"/>
                </a:cubicBezTo>
                <a:lnTo>
                  <a:pt x="188653" y="201333"/>
                </a:lnTo>
                <a:lnTo>
                  <a:pt x="117934" y="242362"/>
                </a:lnTo>
                <a:cubicBezTo>
                  <a:pt x="112264" y="245661"/>
                  <a:pt x="110408" y="252877"/>
                  <a:pt x="113604" y="258444"/>
                </a:cubicBezTo>
                <a:cubicBezTo>
                  <a:pt x="114635" y="260300"/>
                  <a:pt x="116181" y="261846"/>
                  <a:pt x="118037" y="262877"/>
                </a:cubicBezTo>
                <a:lnTo>
                  <a:pt x="188756" y="302154"/>
                </a:lnTo>
                <a:cubicBezTo>
                  <a:pt x="194426" y="305350"/>
                  <a:pt x="201642" y="303288"/>
                  <a:pt x="204838" y="297618"/>
                </a:cubicBezTo>
                <a:cubicBezTo>
                  <a:pt x="208034" y="291948"/>
                  <a:pt x="206075" y="284526"/>
                  <a:pt x="200302" y="281433"/>
                </a:cubicBezTo>
                <a:lnTo>
                  <a:pt x="200302" y="281433"/>
                </a:lnTo>
                <a:close/>
                <a:moveTo>
                  <a:pt x="265970" y="180200"/>
                </a:moveTo>
                <a:cubicBezTo>
                  <a:pt x="259681" y="178756"/>
                  <a:pt x="253290" y="182571"/>
                  <a:pt x="251847" y="188962"/>
                </a:cubicBezTo>
                <a:cubicBezTo>
                  <a:pt x="251847" y="188962"/>
                  <a:pt x="251847" y="188962"/>
                  <a:pt x="251847" y="189065"/>
                </a:cubicBezTo>
                <a:lnTo>
                  <a:pt x="224013" y="308855"/>
                </a:lnTo>
                <a:cubicBezTo>
                  <a:pt x="222569" y="315246"/>
                  <a:pt x="226487" y="321535"/>
                  <a:pt x="232878" y="322978"/>
                </a:cubicBezTo>
                <a:cubicBezTo>
                  <a:pt x="232878" y="322978"/>
                  <a:pt x="232878" y="322978"/>
                  <a:pt x="232878" y="322978"/>
                </a:cubicBezTo>
                <a:lnTo>
                  <a:pt x="235559" y="323287"/>
                </a:lnTo>
                <a:cubicBezTo>
                  <a:pt x="241022" y="323287"/>
                  <a:pt x="245764" y="319473"/>
                  <a:pt x="247001" y="314216"/>
                </a:cubicBezTo>
                <a:lnTo>
                  <a:pt x="274835" y="194426"/>
                </a:lnTo>
                <a:cubicBezTo>
                  <a:pt x="276382" y="188034"/>
                  <a:pt x="272361" y="181643"/>
                  <a:pt x="265970" y="180200"/>
                </a:cubicBezTo>
                <a:cubicBezTo>
                  <a:pt x="266073" y="180200"/>
                  <a:pt x="266073" y="180200"/>
                  <a:pt x="265970" y="18020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5" name="Google Shape;2815;p95"/>
          <p:cNvSpPr/>
          <p:nvPr/>
        </p:nvSpPr>
        <p:spPr>
          <a:xfrm>
            <a:off x="4939318" y="1580051"/>
            <a:ext cx="207815" cy="19733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6" name="Google Shape;2816;p95"/>
          <p:cNvSpPr/>
          <p:nvPr/>
        </p:nvSpPr>
        <p:spPr>
          <a:xfrm>
            <a:off x="6100044" y="1557716"/>
            <a:ext cx="243183" cy="241875"/>
          </a:xfrm>
          <a:custGeom>
            <a:rect b="b" l="l" r="r" t="t"/>
            <a:pathLst>
              <a:path extrusionOk="0" h="522974" w="522974">
                <a:moveTo>
                  <a:pt x="384007" y="113295"/>
                </a:moveTo>
                <a:lnTo>
                  <a:pt x="135665" y="113295"/>
                </a:lnTo>
                <a:cubicBezTo>
                  <a:pt x="122573" y="113295"/>
                  <a:pt x="111955" y="123913"/>
                  <a:pt x="111955" y="137005"/>
                </a:cubicBezTo>
                <a:lnTo>
                  <a:pt x="111955" y="386069"/>
                </a:lnTo>
                <a:cubicBezTo>
                  <a:pt x="111955" y="399161"/>
                  <a:pt x="122573" y="409779"/>
                  <a:pt x="135665" y="409882"/>
                </a:cubicBezTo>
                <a:lnTo>
                  <a:pt x="384007" y="409882"/>
                </a:lnTo>
                <a:cubicBezTo>
                  <a:pt x="397099" y="409882"/>
                  <a:pt x="407717" y="399264"/>
                  <a:pt x="407820" y="386069"/>
                </a:cubicBezTo>
                <a:lnTo>
                  <a:pt x="407820" y="137005"/>
                </a:lnTo>
                <a:cubicBezTo>
                  <a:pt x="407717" y="123913"/>
                  <a:pt x="397099" y="113295"/>
                  <a:pt x="384007" y="113295"/>
                </a:cubicBezTo>
                <a:close/>
                <a:moveTo>
                  <a:pt x="384213" y="386172"/>
                </a:moveTo>
                <a:lnTo>
                  <a:pt x="384007" y="386378"/>
                </a:lnTo>
                <a:lnTo>
                  <a:pt x="135562" y="386172"/>
                </a:lnTo>
                <a:lnTo>
                  <a:pt x="135768" y="136902"/>
                </a:lnTo>
                <a:lnTo>
                  <a:pt x="384213" y="137108"/>
                </a:lnTo>
                <a:lnTo>
                  <a:pt x="384213" y="386172"/>
                </a:lnTo>
                <a:close/>
                <a:moveTo>
                  <a:pt x="502868" y="243599"/>
                </a:moveTo>
                <a:cubicBezTo>
                  <a:pt x="513693" y="243806"/>
                  <a:pt x="522765" y="235249"/>
                  <a:pt x="522971" y="224425"/>
                </a:cubicBezTo>
                <a:cubicBezTo>
                  <a:pt x="523177" y="213601"/>
                  <a:pt x="514621" y="204529"/>
                  <a:pt x="503796" y="204323"/>
                </a:cubicBezTo>
                <a:cubicBezTo>
                  <a:pt x="503487" y="204323"/>
                  <a:pt x="503178" y="204323"/>
                  <a:pt x="502868" y="204323"/>
                </a:cubicBezTo>
                <a:lnTo>
                  <a:pt x="459571" y="204323"/>
                </a:lnTo>
                <a:lnTo>
                  <a:pt x="459571" y="166180"/>
                </a:lnTo>
                <a:lnTo>
                  <a:pt x="502868" y="166180"/>
                </a:lnTo>
                <a:cubicBezTo>
                  <a:pt x="513693" y="166180"/>
                  <a:pt x="522558" y="157417"/>
                  <a:pt x="522558" y="146490"/>
                </a:cubicBezTo>
                <a:cubicBezTo>
                  <a:pt x="522558" y="135665"/>
                  <a:pt x="513796" y="126800"/>
                  <a:pt x="502868" y="126800"/>
                </a:cubicBezTo>
                <a:cubicBezTo>
                  <a:pt x="502868" y="126800"/>
                  <a:pt x="502868" y="126800"/>
                  <a:pt x="502868" y="126800"/>
                </a:cubicBezTo>
                <a:lnTo>
                  <a:pt x="459571" y="126800"/>
                </a:lnTo>
                <a:lnTo>
                  <a:pt x="459571" y="124532"/>
                </a:lnTo>
                <a:cubicBezTo>
                  <a:pt x="459468" y="90718"/>
                  <a:pt x="432356" y="63194"/>
                  <a:pt x="398542" y="62575"/>
                </a:cubicBezTo>
                <a:lnTo>
                  <a:pt x="398542" y="19690"/>
                </a:lnTo>
                <a:cubicBezTo>
                  <a:pt x="398542" y="8866"/>
                  <a:pt x="389780" y="0"/>
                  <a:pt x="378852" y="0"/>
                </a:cubicBezTo>
                <a:cubicBezTo>
                  <a:pt x="367925" y="0"/>
                  <a:pt x="359162" y="8763"/>
                  <a:pt x="359162" y="19690"/>
                </a:cubicBezTo>
                <a:cubicBezTo>
                  <a:pt x="359162" y="19690"/>
                  <a:pt x="359162" y="19690"/>
                  <a:pt x="359162" y="19690"/>
                </a:cubicBezTo>
                <a:lnTo>
                  <a:pt x="359162" y="62369"/>
                </a:lnTo>
                <a:lnTo>
                  <a:pt x="321019" y="62369"/>
                </a:lnTo>
                <a:lnTo>
                  <a:pt x="321019" y="19690"/>
                </a:lnTo>
                <a:cubicBezTo>
                  <a:pt x="320813" y="8866"/>
                  <a:pt x="311741" y="206"/>
                  <a:pt x="300917" y="515"/>
                </a:cubicBezTo>
                <a:cubicBezTo>
                  <a:pt x="290402" y="722"/>
                  <a:pt x="281949" y="9175"/>
                  <a:pt x="281742" y="19690"/>
                </a:cubicBezTo>
                <a:lnTo>
                  <a:pt x="281742" y="62369"/>
                </a:lnTo>
                <a:lnTo>
                  <a:pt x="243599" y="62369"/>
                </a:lnTo>
                <a:lnTo>
                  <a:pt x="243599" y="19690"/>
                </a:lnTo>
                <a:cubicBezTo>
                  <a:pt x="243393" y="8866"/>
                  <a:pt x="234321" y="206"/>
                  <a:pt x="223497" y="515"/>
                </a:cubicBezTo>
                <a:cubicBezTo>
                  <a:pt x="212982" y="722"/>
                  <a:pt x="204529" y="9175"/>
                  <a:pt x="204323" y="19690"/>
                </a:cubicBezTo>
                <a:lnTo>
                  <a:pt x="204323" y="62369"/>
                </a:lnTo>
                <a:lnTo>
                  <a:pt x="166180" y="62369"/>
                </a:lnTo>
                <a:lnTo>
                  <a:pt x="166180" y="19690"/>
                </a:lnTo>
                <a:cubicBezTo>
                  <a:pt x="166180" y="8866"/>
                  <a:pt x="157417" y="0"/>
                  <a:pt x="146490" y="0"/>
                </a:cubicBezTo>
                <a:cubicBezTo>
                  <a:pt x="135665" y="0"/>
                  <a:pt x="126903" y="8763"/>
                  <a:pt x="126800" y="19690"/>
                </a:cubicBezTo>
                <a:lnTo>
                  <a:pt x="126800" y="62369"/>
                </a:lnTo>
                <a:lnTo>
                  <a:pt x="122057" y="62369"/>
                </a:lnTo>
                <a:cubicBezTo>
                  <a:pt x="87729" y="62369"/>
                  <a:pt x="59895" y="90100"/>
                  <a:pt x="59895" y="124429"/>
                </a:cubicBezTo>
                <a:lnTo>
                  <a:pt x="59895" y="126696"/>
                </a:lnTo>
                <a:lnTo>
                  <a:pt x="19690" y="126696"/>
                </a:lnTo>
                <a:cubicBezTo>
                  <a:pt x="8866" y="126696"/>
                  <a:pt x="0" y="135459"/>
                  <a:pt x="0" y="146386"/>
                </a:cubicBezTo>
                <a:cubicBezTo>
                  <a:pt x="0" y="157211"/>
                  <a:pt x="8763" y="165973"/>
                  <a:pt x="19690" y="166076"/>
                </a:cubicBezTo>
                <a:lnTo>
                  <a:pt x="59895" y="166076"/>
                </a:lnTo>
                <a:lnTo>
                  <a:pt x="59895" y="204219"/>
                </a:lnTo>
                <a:lnTo>
                  <a:pt x="19690" y="204219"/>
                </a:lnTo>
                <a:cubicBezTo>
                  <a:pt x="8866" y="204426"/>
                  <a:pt x="206" y="213497"/>
                  <a:pt x="515" y="224322"/>
                </a:cubicBezTo>
                <a:cubicBezTo>
                  <a:pt x="722" y="234837"/>
                  <a:pt x="9175" y="243290"/>
                  <a:pt x="19690" y="243496"/>
                </a:cubicBezTo>
                <a:lnTo>
                  <a:pt x="59895" y="243496"/>
                </a:lnTo>
                <a:lnTo>
                  <a:pt x="59895" y="281639"/>
                </a:lnTo>
                <a:lnTo>
                  <a:pt x="19690" y="281639"/>
                </a:lnTo>
                <a:cubicBezTo>
                  <a:pt x="8866" y="281846"/>
                  <a:pt x="206" y="290917"/>
                  <a:pt x="515" y="301742"/>
                </a:cubicBezTo>
                <a:cubicBezTo>
                  <a:pt x="722" y="312257"/>
                  <a:pt x="9175" y="320710"/>
                  <a:pt x="19690" y="320916"/>
                </a:cubicBezTo>
                <a:lnTo>
                  <a:pt x="59895" y="320916"/>
                </a:lnTo>
                <a:lnTo>
                  <a:pt x="59895" y="359059"/>
                </a:lnTo>
                <a:lnTo>
                  <a:pt x="19690" y="359059"/>
                </a:lnTo>
                <a:cubicBezTo>
                  <a:pt x="8866" y="359059"/>
                  <a:pt x="0" y="367822"/>
                  <a:pt x="0" y="378749"/>
                </a:cubicBezTo>
                <a:cubicBezTo>
                  <a:pt x="0" y="389574"/>
                  <a:pt x="8763" y="398336"/>
                  <a:pt x="19690" y="398439"/>
                </a:cubicBezTo>
                <a:lnTo>
                  <a:pt x="59895" y="398439"/>
                </a:lnTo>
                <a:lnTo>
                  <a:pt x="59895" y="398852"/>
                </a:lnTo>
                <a:cubicBezTo>
                  <a:pt x="59895" y="433077"/>
                  <a:pt x="87729" y="460911"/>
                  <a:pt x="121954" y="460911"/>
                </a:cubicBezTo>
                <a:lnTo>
                  <a:pt x="126696" y="460911"/>
                </a:lnTo>
                <a:lnTo>
                  <a:pt x="126696" y="502868"/>
                </a:lnTo>
                <a:cubicBezTo>
                  <a:pt x="126696" y="513693"/>
                  <a:pt x="135459" y="522558"/>
                  <a:pt x="146386" y="522558"/>
                </a:cubicBezTo>
                <a:cubicBezTo>
                  <a:pt x="157211" y="522558"/>
                  <a:pt x="166076" y="513796"/>
                  <a:pt x="166076" y="502868"/>
                </a:cubicBezTo>
                <a:cubicBezTo>
                  <a:pt x="166076" y="502868"/>
                  <a:pt x="166076" y="502868"/>
                  <a:pt x="166076" y="502868"/>
                </a:cubicBezTo>
                <a:lnTo>
                  <a:pt x="166076" y="461014"/>
                </a:lnTo>
                <a:lnTo>
                  <a:pt x="204219" y="461014"/>
                </a:lnTo>
                <a:lnTo>
                  <a:pt x="204219" y="502868"/>
                </a:lnTo>
                <a:cubicBezTo>
                  <a:pt x="204013" y="513693"/>
                  <a:pt x="212570" y="522765"/>
                  <a:pt x="223394" y="522971"/>
                </a:cubicBezTo>
                <a:cubicBezTo>
                  <a:pt x="234218" y="523177"/>
                  <a:pt x="243290" y="514621"/>
                  <a:pt x="243496" y="503796"/>
                </a:cubicBezTo>
                <a:cubicBezTo>
                  <a:pt x="243496" y="503487"/>
                  <a:pt x="243496" y="503178"/>
                  <a:pt x="243496" y="502868"/>
                </a:cubicBezTo>
                <a:lnTo>
                  <a:pt x="243496" y="461014"/>
                </a:lnTo>
                <a:lnTo>
                  <a:pt x="281639" y="461014"/>
                </a:lnTo>
                <a:lnTo>
                  <a:pt x="281639" y="502868"/>
                </a:lnTo>
                <a:cubicBezTo>
                  <a:pt x="281433" y="513693"/>
                  <a:pt x="289990" y="522765"/>
                  <a:pt x="300814" y="522971"/>
                </a:cubicBezTo>
                <a:cubicBezTo>
                  <a:pt x="311638" y="523177"/>
                  <a:pt x="320710" y="514621"/>
                  <a:pt x="320916" y="503796"/>
                </a:cubicBezTo>
                <a:cubicBezTo>
                  <a:pt x="320916" y="503487"/>
                  <a:pt x="320916" y="503178"/>
                  <a:pt x="320916" y="502868"/>
                </a:cubicBezTo>
                <a:lnTo>
                  <a:pt x="320916" y="461014"/>
                </a:lnTo>
                <a:lnTo>
                  <a:pt x="359059" y="461014"/>
                </a:lnTo>
                <a:lnTo>
                  <a:pt x="359059" y="502868"/>
                </a:lnTo>
                <a:cubicBezTo>
                  <a:pt x="359059" y="513693"/>
                  <a:pt x="367822" y="522558"/>
                  <a:pt x="378749" y="522558"/>
                </a:cubicBezTo>
                <a:cubicBezTo>
                  <a:pt x="389574" y="522558"/>
                  <a:pt x="398439" y="513796"/>
                  <a:pt x="398439" y="502868"/>
                </a:cubicBezTo>
                <a:cubicBezTo>
                  <a:pt x="398439" y="502868"/>
                  <a:pt x="398439" y="502868"/>
                  <a:pt x="398439" y="502868"/>
                </a:cubicBezTo>
                <a:lnTo>
                  <a:pt x="398439" y="460911"/>
                </a:lnTo>
                <a:cubicBezTo>
                  <a:pt x="432252" y="460396"/>
                  <a:pt x="459468" y="432768"/>
                  <a:pt x="459571" y="398955"/>
                </a:cubicBezTo>
                <a:lnTo>
                  <a:pt x="459571" y="398542"/>
                </a:lnTo>
                <a:lnTo>
                  <a:pt x="502868" y="398542"/>
                </a:lnTo>
                <a:cubicBezTo>
                  <a:pt x="513693" y="398542"/>
                  <a:pt x="522558" y="389780"/>
                  <a:pt x="522558" y="378852"/>
                </a:cubicBezTo>
                <a:cubicBezTo>
                  <a:pt x="522558" y="368028"/>
                  <a:pt x="513796" y="359162"/>
                  <a:pt x="502868" y="359162"/>
                </a:cubicBezTo>
                <a:cubicBezTo>
                  <a:pt x="502868" y="359162"/>
                  <a:pt x="502868" y="359162"/>
                  <a:pt x="502868" y="359162"/>
                </a:cubicBezTo>
                <a:lnTo>
                  <a:pt x="459571" y="359162"/>
                </a:lnTo>
                <a:lnTo>
                  <a:pt x="459571" y="321019"/>
                </a:lnTo>
                <a:lnTo>
                  <a:pt x="502868" y="321019"/>
                </a:lnTo>
                <a:cubicBezTo>
                  <a:pt x="513693" y="321226"/>
                  <a:pt x="522765" y="312669"/>
                  <a:pt x="522971" y="301845"/>
                </a:cubicBezTo>
                <a:cubicBezTo>
                  <a:pt x="523177" y="291020"/>
                  <a:pt x="514621" y="281949"/>
                  <a:pt x="503796" y="281742"/>
                </a:cubicBezTo>
                <a:cubicBezTo>
                  <a:pt x="503487" y="281742"/>
                  <a:pt x="503178" y="281742"/>
                  <a:pt x="502868" y="281742"/>
                </a:cubicBezTo>
                <a:lnTo>
                  <a:pt x="459571" y="281742"/>
                </a:lnTo>
                <a:lnTo>
                  <a:pt x="459571" y="243599"/>
                </a:lnTo>
                <a:lnTo>
                  <a:pt x="502868" y="243599"/>
                </a:lnTo>
                <a:close/>
                <a:moveTo>
                  <a:pt x="420191" y="398955"/>
                </a:moveTo>
                <a:cubicBezTo>
                  <a:pt x="420191" y="411532"/>
                  <a:pt x="409985" y="421737"/>
                  <a:pt x="397408" y="421737"/>
                </a:cubicBezTo>
                <a:lnTo>
                  <a:pt x="122057" y="421737"/>
                </a:lnTo>
                <a:cubicBezTo>
                  <a:pt x="109481" y="421737"/>
                  <a:pt x="99275" y="411532"/>
                  <a:pt x="99275" y="398955"/>
                </a:cubicBezTo>
                <a:lnTo>
                  <a:pt x="99275" y="124532"/>
                </a:lnTo>
                <a:cubicBezTo>
                  <a:pt x="99275" y="111955"/>
                  <a:pt x="109481" y="101749"/>
                  <a:pt x="122057" y="101749"/>
                </a:cubicBezTo>
                <a:lnTo>
                  <a:pt x="397511" y="101749"/>
                </a:lnTo>
                <a:cubicBezTo>
                  <a:pt x="410088" y="101749"/>
                  <a:pt x="420294" y="111955"/>
                  <a:pt x="420294" y="124532"/>
                </a:cubicBezTo>
                <a:lnTo>
                  <a:pt x="420294" y="398955"/>
                </a:lnTo>
                <a:close/>
                <a:moveTo>
                  <a:pt x="261331" y="312669"/>
                </a:moveTo>
                <a:cubicBezTo>
                  <a:pt x="254630" y="312669"/>
                  <a:pt x="239064" y="311020"/>
                  <a:pt x="239064" y="296175"/>
                </a:cubicBezTo>
                <a:cubicBezTo>
                  <a:pt x="238857" y="289268"/>
                  <a:pt x="233084" y="283804"/>
                  <a:pt x="226177" y="284010"/>
                </a:cubicBezTo>
                <a:cubicBezTo>
                  <a:pt x="219477" y="284217"/>
                  <a:pt x="214116" y="289577"/>
                  <a:pt x="214013" y="296175"/>
                </a:cubicBezTo>
                <a:cubicBezTo>
                  <a:pt x="214013" y="317205"/>
                  <a:pt x="227621" y="332153"/>
                  <a:pt x="248857" y="336483"/>
                </a:cubicBezTo>
                <a:lnTo>
                  <a:pt x="248857" y="342668"/>
                </a:lnTo>
                <a:cubicBezTo>
                  <a:pt x="248857" y="349575"/>
                  <a:pt x="254527" y="355245"/>
                  <a:pt x="261434" y="355245"/>
                </a:cubicBezTo>
                <a:cubicBezTo>
                  <a:pt x="268341" y="355245"/>
                  <a:pt x="274011" y="349575"/>
                  <a:pt x="274011" y="342668"/>
                </a:cubicBezTo>
                <a:lnTo>
                  <a:pt x="274011" y="336483"/>
                </a:lnTo>
                <a:cubicBezTo>
                  <a:pt x="295247" y="332256"/>
                  <a:pt x="308855" y="317205"/>
                  <a:pt x="308855" y="296175"/>
                </a:cubicBezTo>
                <a:cubicBezTo>
                  <a:pt x="308855" y="270712"/>
                  <a:pt x="292876" y="262877"/>
                  <a:pt x="272568" y="252877"/>
                </a:cubicBezTo>
                <a:lnTo>
                  <a:pt x="261331" y="247311"/>
                </a:lnTo>
                <a:cubicBezTo>
                  <a:pt x="240919" y="237208"/>
                  <a:pt x="239064" y="235455"/>
                  <a:pt x="239064" y="226487"/>
                </a:cubicBezTo>
                <a:cubicBezTo>
                  <a:pt x="239064" y="211436"/>
                  <a:pt x="254630" y="209786"/>
                  <a:pt x="261331" y="209786"/>
                </a:cubicBezTo>
                <a:cubicBezTo>
                  <a:pt x="269475" y="209786"/>
                  <a:pt x="283186" y="211951"/>
                  <a:pt x="283186" y="226487"/>
                </a:cubicBezTo>
                <a:cubicBezTo>
                  <a:pt x="283392" y="233394"/>
                  <a:pt x="289165" y="238857"/>
                  <a:pt x="296072" y="238651"/>
                </a:cubicBezTo>
                <a:cubicBezTo>
                  <a:pt x="302773" y="238445"/>
                  <a:pt x="308133" y="233084"/>
                  <a:pt x="308236" y="226487"/>
                </a:cubicBezTo>
                <a:cubicBezTo>
                  <a:pt x="308236" y="205457"/>
                  <a:pt x="294835" y="190302"/>
                  <a:pt x="273805" y="185973"/>
                </a:cubicBezTo>
                <a:lnTo>
                  <a:pt x="273805" y="179994"/>
                </a:lnTo>
                <a:cubicBezTo>
                  <a:pt x="273805" y="173087"/>
                  <a:pt x="268135" y="167417"/>
                  <a:pt x="261228" y="167417"/>
                </a:cubicBezTo>
                <a:cubicBezTo>
                  <a:pt x="254321" y="167417"/>
                  <a:pt x="248651" y="173087"/>
                  <a:pt x="248651" y="179994"/>
                </a:cubicBezTo>
                <a:lnTo>
                  <a:pt x="248651" y="186076"/>
                </a:lnTo>
                <a:cubicBezTo>
                  <a:pt x="227621" y="190509"/>
                  <a:pt x="213807" y="205766"/>
                  <a:pt x="213807" y="226487"/>
                </a:cubicBezTo>
                <a:cubicBezTo>
                  <a:pt x="213807" y="251950"/>
                  <a:pt x="229786" y="259784"/>
                  <a:pt x="250094" y="269784"/>
                </a:cubicBezTo>
                <a:lnTo>
                  <a:pt x="261331" y="275351"/>
                </a:lnTo>
                <a:cubicBezTo>
                  <a:pt x="281742" y="285351"/>
                  <a:pt x="283598" y="287103"/>
                  <a:pt x="283598" y="296072"/>
                </a:cubicBezTo>
                <a:cubicBezTo>
                  <a:pt x="283598" y="311020"/>
                  <a:pt x="268032" y="312669"/>
                  <a:pt x="261331" y="312669"/>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7" name="Google Shape;2817;p95"/>
          <p:cNvSpPr/>
          <p:nvPr/>
        </p:nvSpPr>
        <p:spPr>
          <a:xfrm>
            <a:off x="5553059" y="1557297"/>
            <a:ext cx="242134" cy="242320"/>
          </a:xfrm>
          <a:custGeom>
            <a:rect b="b" l="l" r="r" t="t"/>
            <a:pathLst>
              <a:path extrusionOk="0" h="515574" w="515178">
                <a:moveTo>
                  <a:pt x="257645" y="178756"/>
                </a:moveTo>
                <a:cubicBezTo>
                  <a:pt x="248986" y="178756"/>
                  <a:pt x="234450" y="176695"/>
                  <a:pt x="234450" y="162675"/>
                </a:cubicBezTo>
                <a:cubicBezTo>
                  <a:pt x="234244" y="151850"/>
                  <a:pt x="225172" y="143191"/>
                  <a:pt x="214348" y="143500"/>
                </a:cubicBezTo>
                <a:cubicBezTo>
                  <a:pt x="203833" y="143706"/>
                  <a:pt x="195380" y="152159"/>
                  <a:pt x="195173" y="162675"/>
                </a:cubicBezTo>
                <a:cubicBezTo>
                  <a:pt x="195173" y="189065"/>
                  <a:pt x="212183" y="208755"/>
                  <a:pt x="238058" y="215456"/>
                </a:cubicBezTo>
                <a:lnTo>
                  <a:pt x="238058" y="219889"/>
                </a:lnTo>
                <a:cubicBezTo>
                  <a:pt x="238058" y="230713"/>
                  <a:pt x="246821" y="239579"/>
                  <a:pt x="257748" y="239579"/>
                </a:cubicBezTo>
                <a:cubicBezTo>
                  <a:pt x="268676" y="239579"/>
                  <a:pt x="277438" y="230816"/>
                  <a:pt x="277438" y="219889"/>
                </a:cubicBezTo>
                <a:cubicBezTo>
                  <a:pt x="277438" y="219889"/>
                  <a:pt x="277438" y="219889"/>
                  <a:pt x="277438" y="219889"/>
                </a:cubicBezTo>
                <a:lnTo>
                  <a:pt x="277438" y="215456"/>
                </a:lnTo>
                <a:cubicBezTo>
                  <a:pt x="303314" y="208755"/>
                  <a:pt x="320324" y="189065"/>
                  <a:pt x="320324" y="162675"/>
                </a:cubicBezTo>
                <a:cubicBezTo>
                  <a:pt x="320324" y="128758"/>
                  <a:pt x="298572" y="118037"/>
                  <a:pt x="273418" y="105563"/>
                </a:cubicBezTo>
                <a:lnTo>
                  <a:pt x="259604" y="98759"/>
                </a:lnTo>
                <a:cubicBezTo>
                  <a:pt x="234553" y="86389"/>
                  <a:pt x="234553" y="85152"/>
                  <a:pt x="234553" y="76904"/>
                </a:cubicBezTo>
                <a:cubicBezTo>
                  <a:pt x="234553" y="62678"/>
                  <a:pt x="249089" y="60513"/>
                  <a:pt x="257748" y="60513"/>
                </a:cubicBezTo>
                <a:cubicBezTo>
                  <a:pt x="268057" y="60513"/>
                  <a:pt x="280428" y="63400"/>
                  <a:pt x="280428" y="76904"/>
                </a:cubicBezTo>
                <a:cubicBezTo>
                  <a:pt x="280428" y="87729"/>
                  <a:pt x="289191" y="96594"/>
                  <a:pt x="300118" y="96594"/>
                </a:cubicBezTo>
                <a:cubicBezTo>
                  <a:pt x="310942" y="96594"/>
                  <a:pt x="319705" y="87832"/>
                  <a:pt x="319808" y="76904"/>
                </a:cubicBezTo>
                <a:cubicBezTo>
                  <a:pt x="319808" y="50411"/>
                  <a:pt x="303108" y="30617"/>
                  <a:pt x="277542" y="23917"/>
                </a:cubicBezTo>
                <a:lnTo>
                  <a:pt x="277542" y="19690"/>
                </a:lnTo>
                <a:cubicBezTo>
                  <a:pt x="277542" y="8866"/>
                  <a:pt x="268779" y="0"/>
                  <a:pt x="257852" y="0"/>
                </a:cubicBezTo>
                <a:cubicBezTo>
                  <a:pt x="247027" y="0"/>
                  <a:pt x="238265" y="8763"/>
                  <a:pt x="238162" y="19690"/>
                </a:cubicBezTo>
                <a:lnTo>
                  <a:pt x="238162" y="23917"/>
                </a:lnTo>
                <a:cubicBezTo>
                  <a:pt x="212286" y="30617"/>
                  <a:pt x="195276" y="50411"/>
                  <a:pt x="195276" y="76904"/>
                </a:cubicBezTo>
                <a:cubicBezTo>
                  <a:pt x="195276" y="110821"/>
                  <a:pt x="217028" y="121542"/>
                  <a:pt x="242285" y="134016"/>
                </a:cubicBezTo>
                <a:lnTo>
                  <a:pt x="256099" y="140820"/>
                </a:lnTo>
                <a:cubicBezTo>
                  <a:pt x="281150" y="153190"/>
                  <a:pt x="281150" y="154221"/>
                  <a:pt x="281150" y="162675"/>
                </a:cubicBezTo>
                <a:cubicBezTo>
                  <a:pt x="280840" y="176695"/>
                  <a:pt x="266305" y="178756"/>
                  <a:pt x="257645" y="178756"/>
                </a:cubicBezTo>
                <a:close/>
                <a:moveTo>
                  <a:pt x="498255" y="220714"/>
                </a:moveTo>
                <a:cubicBezTo>
                  <a:pt x="488462" y="212157"/>
                  <a:pt x="475576" y="207828"/>
                  <a:pt x="462586" y="208858"/>
                </a:cubicBezTo>
                <a:cubicBezTo>
                  <a:pt x="449494" y="209786"/>
                  <a:pt x="437536" y="215765"/>
                  <a:pt x="429701" y="224837"/>
                </a:cubicBezTo>
                <a:lnTo>
                  <a:pt x="377022" y="278753"/>
                </a:lnTo>
                <a:cubicBezTo>
                  <a:pt x="368363" y="271537"/>
                  <a:pt x="357436" y="267516"/>
                  <a:pt x="346096" y="267516"/>
                </a:cubicBezTo>
                <a:lnTo>
                  <a:pt x="240120" y="267516"/>
                </a:lnTo>
                <a:cubicBezTo>
                  <a:pt x="227028" y="262465"/>
                  <a:pt x="186720" y="249682"/>
                  <a:pt x="145897" y="264320"/>
                </a:cubicBezTo>
                <a:cubicBezTo>
                  <a:pt x="109094" y="277516"/>
                  <a:pt x="83116" y="298237"/>
                  <a:pt x="68477" y="325761"/>
                </a:cubicBezTo>
                <a:cubicBezTo>
                  <a:pt x="57034" y="326071"/>
                  <a:pt x="46003" y="330710"/>
                  <a:pt x="37859" y="338854"/>
                </a:cubicBezTo>
                <a:lnTo>
                  <a:pt x="13221" y="363492"/>
                </a:lnTo>
                <a:cubicBezTo>
                  <a:pt x="-4407" y="381120"/>
                  <a:pt x="-4407" y="409779"/>
                  <a:pt x="13221" y="427407"/>
                </a:cubicBezTo>
                <a:lnTo>
                  <a:pt x="88167" y="502353"/>
                </a:lnTo>
                <a:cubicBezTo>
                  <a:pt x="105795" y="519981"/>
                  <a:pt x="134454" y="519981"/>
                  <a:pt x="152082" y="502353"/>
                </a:cubicBezTo>
                <a:lnTo>
                  <a:pt x="176720" y="477715"/>
                </a:lnTo>
                <a:cubicBezTo>
                  <a:pt x="186205" y="468231"/>
                  <a:pt x="190844" y="454932"/>
                  <a:pt x="189503" y="441634"/>
                </a:cubicBezTo>
                <a:lnTo>
                  <a:pt x="198266" y="432871"/>
                </a:lnTo>
                <a:cubicBezTo>
                  <a:pt x="202183" y="428954"/>
                  <a:pt x="204348" y="426789"/>
                  <a:pt x="222183" y="426789"/>
                </a:cubicBezTo>
                <a:lnTo>
                  <a:pt x="342178" y="426789"/>
                </a:lnTo>
                <a:cubicBezTo>
                  <a:pt x="374858" y="426789"/>
                  <a:pt x="400321" y="415037"/>
                  <a:pt x="419701" y="390914"/>
                </a:cubicBezTo>
                <a:lnTo>
                  <a:pt x="503100" y="289990"/>
                </a:lnTo>
                <a:cubicBezTo>
                  <a:pt x="520935" y="269475"/>
                  <a:pt x="518770" y="238445"/>
                  <a:pt x="498255" y="220714"/>
                </a:cubicBezTo>
                <a:lnTo>
                  <a:pt x="498255" y="220714"/>
                </a:lnTo>
                <a:close/>
                <a:moveTo>
                  <a:pt x="148886" y="449881"/>
                </a:moveTo>
                <a:lnTo>
                  <a:pt x="124248" y="474519"/>
                </a:lnTo>
                <a:cubicBezTo>
                  <a:pt x="121980" y="476787"/>
                  <a:pt x="118269" y="476787"/>
                  <a:pt x="115898" y="474519"/>
                </a:cubicBezTo>
                <a:lnTo>
                  <a:pt x="40952" y="399573"/>
                </a:lnTo>
                <a:cubicBezTo>
                  <a:pt x="38684" y="397305"/>
                  <a:pt x="38684" y="393594"/>
                  <a:pt x="40952" y="391326"/>
                </a:cubicBezTo>
                <a:lnTo>
                  <a:pt x="65590" y="366688"/>
                </a:lnTo>
                <a:cubicBezTo>
                  <a:pt x="67858" y="364420"/>
                  <a:pt x="71570" y="364420"/>
                  <a:pt x="73838" y="366688"/>
                </a:cubicBezTo>
                <a:cubicBezTo>
                  <a:pt x="73838" y="366688"/>
                  <a:pt x="73838" y="366688"/>
                  <a:pt x="73838" y="366688"/>
                </a:cubicBezTo>
                <a:lnTo>
                  <a:pt x="148783" y="441634"/>
                </a:lnTo>
                <a:cubicBezTo>
                  <a:pt x="151257" y="443902"/>
                  <a:pt x="151257" y="447613"/>
                  <a:pt x="148886" y="449881"/>
                </a:cubicBezTo>
                <a:close/>
                <a:moveTo>
                  <a:pt x="473205" y="264630"/>
                </a:moveTo>
                <a:lnTo>
                  <a:pt x="389290" y="366069"/>
                </a:lnTo>
                <a:cubicBezTo>
                  <a:pt x="377126" y="381120"/>
                  <a:pt x="363105" y="387512"/>
                  <a:pt x="342178" y="387512"/>
                </a:cubicBezTo>
                <a:lnTo>
                  <a:pt x="222183" y="387512"/>
                </a:lnTo>
                <a:cubicBezTo>
                  <a:pt x="200019" y="387512"/>
                  <a:pt x="185277" y="390295"/>
                  <a:pt x="170535" y="405037"/>
                </a:cubicBezTo>
                <a:lnTo>
                  <a:pt x="169298" y="406377"/>
                </a:lnTo>
                <a:lnTo>
                  <a:pt x="104558" y="341637"/>
                </a:lnTo>
                <a:cubicBezTo>
                  <a:pt x="114867" y="324112"/>
                  <a:pt x="133217" y="310607"/>
                  <a:pt x="159195" y="301329"/>
                </a:cubicBezTo>
                <a:cubicBezTo>
                  <a:pt x="192596" y="289371"/>
                  <a:pt x="227853" y="304937"/>
                  <a:pt x="228162" y="305041"/>
                </a:cubicBezTo>
                <a:cubicBezTo>
                  <a:pt x="230739" y="306175"/>
                  <a:pt x="233522" y="306793"/>
                  <a:pt x="236409" y="306896"/>
                </a:cubicBezTo>
                <a:lnTo>
                  <a:pt x="346199" y="306896"/>
                </a:lnTo>
                <a:cubicBezTo>
                  <a:pt x="351663" y="307102"/>
                  <a:pt x="355889" y="311638"/>
                  <a:pt x="355786" y="317102"/>
                </a:cubicBezTo>
                <a:cubicBezTo>
                  <a:pt x="355580" y="322256"/>
                  <a:pt x="351456" y="326483"/>
                  <a:pt x="346199" y="326689"/>
                </a:cubicBezTo>
                <a:lnTo>
                  <a:pt x="265892" y="326689"/>
                </a:lnTo>
                <a:cubicBezTo>
                  <a:pt x="255068" y="326689"/>
                  <a:pt x="246202" y="335452"/>
                  <a:pt x="246202" y="346379"/>
                </a:cubicBezTo>
                <a:cubicBezTo>
                  <a:pt x="246202" y="357307"/>
                  <a:pt x="254965" y="366069"/>
                  <a:pt x="265892" y="366069"/>
                </a:cubicBezTo>
                <a:cubicBezTo>
                  <a:pt x="265892" y="366069"/>
                  <a:pt x="265892" y="366069"/>
                  <a:pt x="265892" y="366069"/>
                </a:cubicBezTo>
                <a:lnTo>
                  <a:pt x="346199" y="366069"/>
                </a:lnTo>
                <a:cubicBezTo>
                  <a:pt x="373311" y="366069"/>
                  <a:pt x="395372" y="344008"/>
                  <a:pt x="395372" y="316896"/>
                </a:cubicBezTo>
                <a:lnTo>
                  <a:pt x="395372" y="316690"/>
                </a:lnTo>
                <a:lnTo>
                  <a:pt x="458669" y="251640"/>
                </a:lnTo>
                <a:cubicBezTo>
                  <a:pt x="460422" y="249682"/>
                  <a:pt x="462793" y="248445"/>
                  <a:pt x="465473" y="248342"/>
                </a:cubicBezTo>
                <a:cubicBezTo>
                  <a:pt x="468050" y="248135"/>
                  <a:pt x="470627" y="248960"/>
                  <a:pt x="472586" y="250713"/>
                </a:cubicBezTo>
                <a:cubicBezTo>
                  <a:pt x="474545" y="252465"/>
                  <a:pt x="475782" y="254836"/>
                  <a:pt x="475885" y="257413"/>
                </a:cubicBezTo>
                <a:cubicBezTo>
                  <a:pt x="475988" y="259888"/>
                  <a:pt x="475060" y="262568"/>
                  <a:pt x="473205" y="264630"/>
                </a:cubicBezTo>
                <a:lnTo>
                  <a:pt x="473205" y="26463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8" name="Google Shape;2818;p95"/>
          <p:cNvSpPr/>
          <p:nvPr/>
        </p:nvSpPr>
        <p:spPr>
          <a:xfrm>
            <a:off x="5553260" y="2161098"/>
            <a:ext cx="242233" cy="242040"/>
          </a:xfrm>
          <a:custGeom>
            <a:rect b="b" l="l" r="r" t="t"/>
            <a:pathLst>
              <a:path extrusionOk="0" h="496493" w="496889">
                <a:moveTo>
                  <a:pt x="477199" y="428963"/>
                </a:moveTo>
                <a:lnTo>
                  <a:pt x="67936" y="428963"/>
                </a:lnTo>
                <a:lnTo>
                  <a:pt x="67936" y="19699"/>
                </a:lnTo>
                <a:cubicBezTo>
                  <a:pt x="67730" y="8875"/>
                  <a:pt x="58658" y="215"/>
                  <a:pt x="47833" y="524"/>
                </a:cubicBezTo>
                <a:cubicBezTo>
                  <a:pt x="37318" y="731"/>
                  <a:pt x="28865" y="9184"/>
                  <a:pt x="28659" y="19699"/>
                </a:cubicBezTo>
                <a:lnTo>
                  <a:pt x="28659" y="428963"/>
                </a:lnTo>
                <a:lnTo>
                  <a:pt x="19690" y="428963"/>
                </a:lnTo>
                <a:cubicBezTo>
                  <a:pt x="8866" y="428963"/>
                  <a:pt x="0" y="437725"/>
                  <a:pt x="0" y="448653"/>
                </a:cubicBezTo>
                <a:cubicBezTo>
                  <a:pt x="0" y="459580"/>
                  <a:pt x="8763" y="468343"/>
                  <a:pt x="19690" y="468343"/>
                </a:cubicBezTo>
                <a:cubicBezTo>
                  <a:pt x="19690" y="468343"/>
                  <a:pt x="19690" y="468343"/>
                  <a:pt x="19690" y="468343"/>
                </a:cubicBezTo>
                <a:lnTo>
                  <a:pt x="28659" y="468343"/>
                </a:lnTo>
                <a:lnTo>
                  <a:pt x="28659" y="477311"/>
                </a:lnTo>
                <a:cubicBezTo>
                  <a:pt x="28865" y="488136"/>
                  <a:pt x="37937" y="496795"/>
                  <a:pt x="48761" y="496486"/>
                </a:cubicBezTo>
                <a:cubicBezTo>
                  <a:pt x="59276" y="496280"/>
                  <a:pt x="67730" y="487826"/>
                  <a:pt x="67936" y="477311"/>
                </a:cubicBezTo>
                <a:lnTo>
                  <a:pt x="67936" y="468343"/>
                </a:lnTo>
                <a:lnTo>
                  <a:pt x="477199" y="468343"/>
                </a:lnTo>
                <a:cubicBezTo>
                  <a:pt x="488024" y="468343"/>
                  <a:pt x="496889" y="459580"/>
                  <a:pt x="496889" y="448653"/>
                </a:cubicBezTo>
                <a:cubicBezTo>
                  <a:pt x="496786" y="437725"/>
                  <a:pt x="488024" y="428963"/>
                  <a:pt x="477199" y="428963"/>
                </a:cubicBezTo>
                <a:cubicBezTo>
                  <a:pt x="477199" y="428963"/>
                  <a:pt x="477199" y="428963"/>
                  <a:pt x="477199" y="428963"/>
                </a:cubicBezTo>
                <a:close/>
                <a:moveTo>
                  <a:pt x="210302" y="217527"/>
                </a:moveTo>
                <a:lnTo>
                  <a:pt x="248445" y="217527"/>
                </a:lnTo>
                <a:cubicBezTo>
                  <a:pt x="253702" y="217527"/>
                  <a:pt x="257929" y="221753"/>
                  <a:pt x="257929" y="227011"/>
                </a:cubicBezTo>
                <a:lnTo>
                  <a:pt x="257929" y="387315"/>
                </a:lnTo>
                <a:cubicBezTo>
                  <a:pt x="257929" y="392572"/>
                  <a:pt x="253702" y="396799"/>
                  <a:pt x="248445" y="396799"/>
                </a:cubicBezTo>
                <a:lnTo>
                  <a:pt x="210302" y="396799"/>
                </a:lnTo>
                <a:cubicBezTo>
                  <a:pt x="205044" y="396799"/>
                  <a:pt x="200818" y="392572"/>
                  <a:pt x="200818" y="387315"/>
                </a:cubicBezTo>
                <a:lnTo>
                  <a:pt x="200818" y="227114"/>
                </a:lnTo>
                <a:cubicBezTo>
                  <a:pt x="200818" y="221857"/>
                  <a:pt x="205044" y="217527"/>
                  <a:pt x="210302" y="217527"/>
                </a:cubicBezTo>
                <a:close/>
                <a:moveTo>
                  <a:pt x="117315" y="274741"/>
                </a:moveTo>
                <a:lnTo>
                  <a:pt x="155458" y="274741"/>
                </a:lnTo>
                <a:cubicBezTo>
                  <a:pt x="160716" y="274741"/>
                  <a:pt x="164943" y="278968"/>
                  <a:pt x="164943" y="284225"/>
                </a:cubicBezTo>
                <a:lnTo>
                  <a:pt x="164943" y="387418"/>
                </a:lnTo>
                <a:cubicBezTo>
                  <a:pt x="164943" y="392675"/>
                  <a:pt x="160716" y="396902"/>
                  <a:pt x="155458" y="396902"/>
                </a:cubicBezTo>
                <a:lnTo>
                  <a:pt x="117315" y="396902"/>
                </a:lnTo>
                <a:cubicBezTo>
                  <a:pt x="112058" y="396902"/>
                  <a:pt x="107831" y="392675"/>
                  <a:pt x="107831" y="387418"/>
                </a:cubicBezTo>
                <a:lnTo>
                  <a:pt x="107831" y="284225"/>
                </a:lnTo>
                <a:cubicBezTo>
                  <a:pt x="107831" y="278968"/>
                  <a:pt x="112058" y="274741"/>
                  <a:pt x="117315" y="274741"/>
                </a:cubicBezTo>
                <a:close/>
                <a:moveTo>
                  <a:pt x="303185" y="274741"/>
                </a:moveTo>
                <a:lnTo>
                  <a:pt x="341328" y="274741"/>
                </a:lnTo>
                <a:cubicBezTo>
                  <a:pt x="346585" y="274741"/>
                  <a:pt x="350812" y="278968"/>
                  <a:pt x="350812" y="284225"/>
                </a:cubicBezTo>
                <a:lnTo>
                  <a:pt x="350812" y="387418"/>
                </a:lnTo>
                <a:cubicBezTo>
                  <a:pt x="350812" y="392675"/>
                  <a:pt x="346585" y="396902"/>
                  <a:pt x="341328" y="396902"/>
                </a:cubicBezTo>
                <a:lnTo>
                  <a:pt x="303185" y="396902"/>
                </a:lnTo>
                <a:cubicBezTo>
                  <a:pt x="297927" y="396902"/>
                  <a:pt x="293701" y="392675"/>
                  <a:pt x="293701" y="387418"/>
                </a:cubicBezTo>
                <a:lnTo>
                  <a:pt x="293701" y="284225"/>
                </a:lnTo>
                <a:cubicBezTo>
                  <a:pt x="293701" y="278968"/>
                  <a:pt x="297927" y="274741"/>
                  <a:pt x="303185" y="274741"/>
                </a:cubicBezTo>
                <a:close/>
                <a:moveTo>
                  <a:pt x="396171" y="198455"/>
                </a:moveTo>
                <a:lnTo>
                  <a:pt x="434314" y="198455"/>
                </a:lnTo>
                <a:cubicBezTo>
                  <a:pt x="439572" y="198455"/>
                  <a:pt x="443798" y="202682"/>
                  <a:pt x="443798" y="207940"/>
                </a:cubicBezTo>
                <a:lnTo>
                  <a:pt x="443798" y="387315"/>
                </a:lnTo>
                <a:cubicBezTo>
                  <a:pt x="443798" y="392572"/>
                  <a:pt x="439572" y="396799"/>
                  <a:pt x="434314" y="396799"/>
                </a:cubicBezTo>
                <a:lnTo>
                  <a:pt x="396171" y="396799"/>
                </a:lnTo>
                <a:cubicBezTo>
                  <a:pt x="390914" y="396799"/>
                  <a:pt x="386687" y="392572"/>
                  <a:pt x="386687" y="387315"/>
                </a:cubicBezTo>
                <a:lnTo>
                  <a:pt x="386687" y="207940"/>
                </a:lnTo>
                <a:cubicBezTo>
                  <a:pt x="386584" y="202785"/>
                  <a:pt x="390914" y="198455"/>
                  <a:pt x="396171" y="198455"/>
                </a:cubicBezTo>
                <a:close/>
                <a:moveTo>
                  <a:pt x="129068" y="221444"/>
                </a:moveTo>
                <a:cubicBezTo>
                  <a:pt x="131954" y="221444"/>
                  <a:pt x="134737" y="220413"/>
                  <a:pt x="136902" y="218661"/>
                </a:cubicBezTo>
                <a:lnTo>
                  <a:pt x="234940" y="139488"/>
                </a:lnTo>
                <a:lnTo>
                  <a:pt x="309989" y="214640"/>
                </a:lnTo>
                <a:cubicBezTo>
                  <a:pt x="314834" y="219486"/>
                  <a:pt x="322669" y="219589"/>
                  <a:pt x="327617" y="214847"/>
                </a:cubicBezTo>
                <a:lnTo>
                  <a:pt x="422459" y="123716"/>
                </a:lnTo>
                <a:cubicBezTo>
                  <a:pt x="427510" y="118974"/>
                  <a:pt x="427717" y="110933"/>
                  <a:pt x="422871" y="105984"/>
                </a:cubicBezTo>
                <a:cubicBezTo>
                  <a:pt x="418129" y="100933"/>
                  <a:pt x="410088" y="100727"/>
                  <a:pt x="405140" y="105572"/>
                </a:cubicBezTo>
                <a:cubicBezTo>
                  <a:pt x="405140" y="105572"/>
                  <a:pt x="405037" y="105675"/>
                  <a:pt x="405037" y="105675"/>
                </a:cubicBezTo>
                <a:lnTo>
                  <a:pt x="319164" y="188250"/>
                </a:lnTo>
                <a:lnTo>
                  <a:pt x="244837" y="113819"/>
                </a:lnTo>
                <a:cubicBezTo>
                  <a:pt x="240301" y="109283"/>
                  <a:pt x="233084" y="108871"/>
                  <a:pt x="228033" y="112891"/>
                </a:cubicBezTo>
                <a:lnTo>
                  <a:pt x="121130" y="199074"/>
                </a:lnTo>
                <a:cubicBezTo>
                  <a:pt x="115769" y="203404"/>
                  <a:pt x="114841" y="211341"/>
                  <a:pt x="119171" y="216702"/>
                </a:cubicBezTo>
                <a:cubicBezTo>
                  <a:pt x="121645" y="219692"/>
                  <a:pt x="125253" y="221444"/>
                  <a:pt x="129068" y="221444"/>
                </a:cubicBezTo>
                <a:lnTo>
                  <a:pt x="129068" y="221444"/>
                </a:lnTo>
                <a:close/>
                <a:moveTo>
                  <a:pt x="317205" y="100418"/>
                </a:moveTo>
                <a:cubicBezTo>
                  <a:pt x="312257" y="100418"/>
                  <a:pt x="300917" y="99181"/>
                  <a:pt x="300917" y="88150"/>
                </a:cubicBezTo>
                <a:cubicBezTo>
                  <a:pt x="300711" y="83820"/>
                  <a:pt x="297103" y="80418"/>
                  <a:pt x="292773" y="80625"/>
                </a:cubicBezTo>
                <a:cubicBezTo>
                  <a:pt x="288649" y="80728"/>
                  <a:pt x="285351" y="84130"/>
                  <a:pt x="285247" y="88150"/>
                </a:cubicBezTo>
                <a:cubicBezTo>
                  <a:pt x="285247" y="102479"/>
                  <a:pt x="294732" y="112685"/>
                  <a:pt x="309473" y="115469"/>
                </a:cubicBezTo>
                <a:lnTo>
                  <a:pt x="309473" y="120417"/>
                </a:lnTo>
                <a:cubicBezTo>
                  <a:pt x="309267" y="124747"/>
                  <a:pt x="312669" y="128355"/>
                  <a:pt x="316999" y="128561"/>
                </a:cubicBezTo>
                <a:cubicBezTo>
                  <a:pt x="321329" y="128767"/>
                  <a:pt x="324937" y="125365"/>
                  <a:pt x="325143" y="121035"/>
                </a:cubicBezTo>
                <a:cubicBezTo>
                  <a:pt x="325143" y="120829"/>
                  <a:pt x="325143" y="120623"/>
                  <a:pt x="325143" y="120417"/>
                </a:cubicBezTo>
                <a:lnTo>
                  <a:pt x="325143" y="115469"/>
                </a:lnTo>
                <a:cubicBezTo>
                  <a:pt x="339885" y="112788"/>
                  <a:pt x="349369" y="102583"/>
                  <a:pt x="349369" y="88150"/>
                </a:cubicBezTo>
                <a:cubicBezTo>
                  <a:pt x="349369" y="71037"/>
                  <a:pt x="338441" y="65677"/>
                  <a:pt x="324627" y="58873"/>
                </a:cubicBezTo>
                <a:lnTo>
                  <a:pt x="316999" y="55058"/>
                </a:lnTo>
                <a:cubicBezTo>
                  <a:pt x="303082" y="48152"/>
                  <a:pt x="301020" y="46708"/>
                  <a:pt x="301020" y="39801"/>
                </a:cubicBezTo>
                <a:cubicBezTo>
                  <a:pt x="301020" y="28255"/>
                  <a:pt x="313494" y="27328"/>
                  <a:pt x="317308" y="27328"/>
                </a:cubicBezTo>
                <a:cubicBezTo>
                  <a:pt x="322153" y="27328"/>
                  <a:pt x="333287" y="28565"/>
                  <a:pt x="333287" y="39801"/>
                </a:cubicBezTo>
                <a:cubicBezTo>
                  <a:pt x="333493" y="44131"/>
                  <a:pt x="337101" y="47533"/>
                  <a:pt x="341431" y="47327"/>
                </a:cubicBezTo>
                <a:cubicBezTo>
                  <a:pt x="345555" y="47224"/>
                  <a:pt x="348853" y="43822"/>
                  <a:pt x="348957" y="39801"/>
                </a:cubicBezTo>
                <a:cubicBezTo>
                  <a:pt x="348957" y="25369"/>
                  <a:pt x="339678" y="15163"/>
                  <a:pt x="325143" y="12380"/>
                </a:cubicBezTo>
                <a:lnTo>
                  <a:pt x="325143" y="7534"/>
                </a:lnTo>
                <a:cubicBezTo>
                  <a:pt x="324937" y="3205"/>
                  <a:pt x="321329" y="-197"/>
                  <a:pt x="316999" y="9"/>
                </a:cubicBezTo>
                <a:cubicBezTo>
                  <a:pt x="312875" y="112"/>
                  <a:pt x="309576" y="3514"/>
                  <a:pt x="309473" y="7534"/>
                </a:cubicBezTo>
                <a:lnTo>
                  <a:pt x="309473" y="12380"/>
                </a:lnTo>
                <a:cubicBezTo>
                  <a:pt x="294938" y="15163"/>
                  <a:pt x="285247" y="25575"/>
                  <a:pt x="285247" y="39801"/>
                </a:cubicBezTo>
                <a:cubicBezTo>
                  <a:pt x="285247" y="56914"/>
                  <a:pt x="296175" y="62275"/>
                  <a:pt x="309989" y="69079"/>
                </a:cubicBezTo>
                <a:lnTo>
                  <a:pt x="317721" y="72893"/>
                </a:lnTo>
                <a:cubicBezTo>
                  <a:pt x="331638" y="79697"/>
                  <a:pt x="333699" y="81140"/>
                  <a:pt x="333699" y="88047"/>
                </a:cubicBezTo>
                <a:cubicBezTo>
                  <a:pt x="333493" y="99181"/>
                  <a:pt x="322050" y="100418"/>
                  <a:pt x="317205" y="100418"/>
                </a:cubicBezTo>
                <a:close/>
              </a:path>
            </a:pathLst>
          </a:custGeom>
          <a:solidFill>
            <a:srgbClr val="2AB4E7"/>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b="0" i="0" sz="1400" u="none" cap="none" strike="noStrike">
              <a:solidFill>
                <a:srgbClr val="252525"/>
              </a:solidFill>
              <a:latin typeface="Calibri"/>
              <a:ea typeface="Calibri"/>
              <a:cs typeface="Calibri"/>
              <a:sym typeface="Calibri"/>
            </a:endParaRPr>
          </a:p>
        </p:txBody>
      </p:sp>
      <p:sp>
        <p:nvSpPr>
          <p:cNvPr id="2819" name="Google Shape;2819;p95"/>
          <p:cNvSpPr txBox="1"/>
          <p:nvPr/>
        </p:nvSpPr>
        <p:spPr>
          <a:xfrm>
            <a:off x="902641" y="1088664"/>
            <a:ext cx="12441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Public Sector</a:t>
            </a:r>
            <a:endParaRPr b="1" i="0" sz="1300" u="none" cap="none" strike="noStrike">
              <a:solidFill>
                <a:srgbClr val="252525"/>
              </a:solidFill>
              <a:latin typeface="Arial"/>
              <a:ea typeface="Arial"/>
              <a:cs typeface="Arial"/>
              <a:sym typeface="Arial"/>
            </a:endParaRPr>
          </a:p>
        </p:txBody>
      </p:sp>
      <p:sp>
        <p:nvSpPr>
          <p:cNvPr id="2820" name="Google Shape;2820;p95"/>
          <p:cNvSpPr txBox="1"/>
          <p:nvPr/>
        </p:nvSpPr>
        <p:spPr>
          <a:xfrm>
            <a:off x="349700" y="1858536"/>
            <a:ext cx="5151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Education</a:t>
            </a:r>
            <a:endParaRPr/>
          </a:p>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(K-12)</a:t>
            </a:r>
            <a:endParaRPr b="0" i="0" sz="1800" u="none" cap="none" strike="noStrike">
              <a:solidFill>
                <a:srgbClr val="252525"/>
              </a:solidFill>
              <a:latin typeface="Arial"/>
              <a:ea typeface="Arial"/>
              <a:cs typeface="Arial"/>
              <a:sym typeface="Arial"/>
            </a:endParaRPr>
          </a:p>
        </p:txBody>
      </p:sp>
      <p:sp>
        <p:nvSpPr>
          <p:cNvPr id="2821" name="Google Shape;2821;p95"/>
          <p:cNvSpPr txBox="1"/>
          <p:nvPr/>
        </p:nvSpPr>
        <p:spPr>
          <a:xfrm>
            <a:off x="1529235"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Federal</a:t>
            </a:r>
            <a:endParaRPr b="0" i="0" sz="1800" u="none" cap="none" strike="noStrike">
              <a:solidFill>
                <a:srgbClr val="252525"/>
              </a:solidFill>
              <a:latin typeface="Arial"/>
              <a:ea typeface="Arial"/>
              <a:cs typeface="Arial"/>
              <a:sym typeface="Arial"/>
            </a:endParaRPr>
          </a:p>
        </p:txBody>
      </p:sp>
      <p:sp>
        <p:nvSpPr>
          <p:cNvPr id="2822" name="Google Shape;2822;p95"/>
          <p:cNvSpPr txBox="1"/>
          <p:nvPr/>
        </p:nvSpPr>
        <p:spPr>
          <a:xfrm>
            <a:off x="951928" y="1858536"/>
            <a:ext cx="4680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Higher Education</a:t>
            </a:r>
            <a:endParaRPr b="0" i="0" sz="1800" u="none" cap="none" strike="noStrike">
              <a:solidFill>
                <a:srgbClr val="252525"/>
              </a:solidFill>
              <a:latin typeface="Arial"/>
              <a:ea typeface="Arial"/>
              <a:cs typeface="Arial"/>
              <a:sym typeface="Arial"/>
            </a:endParaRPr>
          </a:p>
        </p:txBody>
      </p:sp>
      <p:sp>
        <p:nvSpPr>
          <p:cNvPr id="2823" name="Google Shape;2823;p95"/>
          <p:cNvSpPr txBox="1"/>
          <p:nvPr/>
        </p:nvSpPr>
        <p:spPr>
          <a:xfrm>
            <a:off x="5334592" y="1088664"/>
            <a:ext cx="11277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Financial</a:t>
            </a:r>
            <a:endParaRPr b="1" i="0" sz="1300" u="none" cap="none" strike="noStrike">
              <a:solidFill>
                <a:srgbClr val="252525"/>
              </a:solidFill>
              <a:latin typeface="Arial"/>
              <a:ea typeface="Arial"/>
              <a:cs typeface="Arial"/>
              <a:sym typeface="Arial"/>
            </a:endParaRPr>
          </a:p>
        </p:txBody>
      </p:sp>
      <p:sp>
        <p:nvSpPr>
          <p:cNvPr id="2824" name="Google Shape;2824;p95"/>
          <p:cNvSpPr txBox="1"/>
          <p:nvPr/>
        </p:nvSpPr>
        <p:spPr>
          <a:xfrm>
            <a:off x="602022" y="2489471"/>
            <a:ext cx="5532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State / Local</a:t>
            </a:r>
            <a:endParaRPr b="0" i="0" sz="1800" u="none" cap="none" strike="noStrike">
              <a:solidFill>
                <a:srgbClr val="252525"/>
              </a:solidFill>
              <a:latin typeface="Arial"/>
              <a:ea typeface="Arial"/>
              <a:cs typeface="Arial"/>
              <a:sym typeface="Arial"/>
            </a:endParaRPr>
          </a:p>
        </p:txBody>
      </p:sp>
      <p:sp>
        <p:nvSpPr>
          <p:cNvPr id="2825" name="Google Shape;2825;p95"/>
          <p:cNvSpPr txBox="1"/>
          <p:nvPr/>
        </p:nvSpPr>
        <p:spPr>
          <a:xfrm>
            <a:off x="1353174" y="248947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Transport</a:t>
            </a:r>
            <a:endParaRPr b="0" i="0" sz="1800" u="none" cap="none" strike="noStrike">
              <a:solidFill>
                <a:srgbClr val="252525"/>
              </a:solidFill>
              <a:latin typeface="Arial"/>
              <a:ea typeface="Arial"/>
              <a:cs typeface="Arial"/>
              <a:sym typeface="Arial"/>
            </a:endParaRPr>
          </a:p>
        </p:txBody>
      </p:sp>
      <p:sp>
        <p:nvSpPr>
          <p:cNvPr id="2826" name="Google Shape;2826;p95"/>
          <p:cNvSpPr txBox="1"/>
          <p:nvPr/>
        </p:nvSpPr>
        <p:spPr>
          <a:xfrm>
            <a:off x="902641" y="3276811"/>
            <a:ext cx="12441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Manufacturing</a:t>
            </a:r>
            <a:endParaRPr b="1" i="0" sz="1300" u="none" cap="none" strike="noStrike">
              <a:solidFill>
                <a:srgbClr val="252525"/>
              </a:solidFill>
              <a:latin typeface="Arial"/>
              <a:ea typeface="Arial"/>
              <a:cs typeface="Arial"/>
              <a:sym typeface="Arial"/>
            </a:endParaRPr>
          </a:p>
        </p:txBody>
      </p:sp>
      <p:sp>
        <p:nvSpPr>
          <p:cNvPr id="2827" name="Google Shape;2827;p95"/>
          <p:cNvSpPr txBox="1"/>
          <p:nvPr/>
        </p:nvSpPr>
        <p:spPr>
          <a:xfrm>
            <a:off x="3106664" y="3276811"/>
            <a:ext cx="10455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Technology</a:t>
            </a:r>
            <a:endParaRPr b="1" i="0" sz="1300" u="none" cap="none" strike="noStrike">
              <a:solidFill>
                <a:srgbClr val="252525"/>
              </a:solidFill>
              <a:latin typeface="Arial"/>
              <a:ea typeface="Arial"/>
              <a:cs typeface="Arial"/>
              <a:sym typeface="Arial"/>
            </a:endParaRPr>
          </a:p>
        </p:txBody>
      </p:sp>
      <p:sp>
        <p:nvSpPr>
          <p:cNvPr id="2828" name="Google Shape;2828;p95"/>
          <p:cNvSpPr txBox="1"/>
          <p:nvPr/>
        </p:nvSpPr>
        <p:spPr>
          <a:xfrm>
            <a:off x="3106664" y="1088664"/>
            <a:ext cx="10455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Healthcare</a:t>
            </a:r>
            <a:endParaRPr b="1" i="0" sz="1300" u="none" cap="none" strike="noStrike">
              <a:solidFill>
                <a:srgbClr val="252525"/>
              </a:solidFill>
              <a:latin typeface="Arial"/>
              <a:ea typeface="Arial"/>
              <a:cs typeface="Arial"/>
              <a:sym typeface="Arial"/>
            </a:endParaRPr>
          </a:p>
        </p:txBody>
      </p:sp>
      <p:sp>
        <p:nvSpPr>
          <p:cNvPr id="2829" name="Google Shape;2829;p95"/>
          <p:cNvSpPr txBox="1"/>
          <p:nvPr/>
        </p:nvSpPr>
        <p:spPr>
          <a:xfrm>
            <a:off x="5334592" y="3244368"/>
            <a:ext cx="19011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Advertising / Media</a:t>
            </a:r>
            <a:endParaRPr b="1" i="0" sz="1300" u="none" cap="none" strike="noStrike">
              <a:solidFill>
                <a:srgbClr val="105780"/>
              </a:solidFill>
              <a:latin typeface="Arial"/>
              <a:ea typeface="Arial"/>
              <a:cs typeface="Arial"/>
              <a:sym typeface="Arial"/>
            </a:endParaRPr>
          </a:p>
        </p:txBody>
      </p:sp>
      <p:sp>
        <p:nvSpPr>
          <p:cNvPr id="2830" name="Google Shape;2830;p95"/>
          <p:cNvSpPr txBox="1"/>
          <p:nvPr/>
        </p:nvSpPr>
        <p:spPr>
          <a:xfrm>
            <a:off x="7532431" y="1088664"/>
            <a:ext cx="1045500" cy="180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b="1" i="0" lang="en" sz="1300" u="none" cap="none" strike="noStrike">
                <a:solidFill>
                  <a:srgbClr val="105780"/>
                </a:solidFill>
                <a:latin typeface="Arial"/>
                <a:ea typeface="Arial"/>
                <a:cs typeface="Arial"/>
                <a:sym typeface="Arial"/>
              </a:rPr>
              <a:t>Retail / CPG</a:t>
            </a:r>
            <a:endParaRPr b="1" i="0" sz="1300" u="none" cap="none" strike="noStrike">
              <a:solidFill>
                <a:srgbClr val="252525"/>
              </a:solidFill>
              <a:latin typeface="Arial"/>
              <a:ea typeface="Arial"/>
              <a:cs typeface="Arial"/>
              <a:sym typeface="Arial"/>
            </a:endParaRPr>
          </a:p>
        </p:txBody>
      </p:sp>
      <p:sp>
        <p:nvSpPr>
          <p:cNvPr id="2831" name="Google Shape;2831;p95"/>
          <p:cNvSpPr txBox="1"/>
          <p:nvPr/>
        </p:nvSpPr>
        <p:spPr>
          <a:xfrm>
            <a:off x="4830392" y="4025234"/>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Media Platforms</a:t>
            </a:r>
            <a:endParaRPr b="0" i="0" sz="1800" u="none" cap="none" strike="noStrike">
              <a:solidFill>
                <a:srgbClr val="252525"/>
              </a:solidFill>
              <a:latin typeface="Arial"/>
              <a:ea typeface="Arial"/>
              <a:cs typeface="Arial"/>
              <a:sym typeface="Arial"/>
            </a:endParaRPr>
          </a:p>
        </p:txBody>
      </p:sp>
      <p:sp>
        <p:nvSpPr>
          <p:cNvPr id="2832" name="Google Shape;2832;p95"/>
          <p:cNvSpPr txBox="1"/>
          <p:nvPr/>
        </p:nvSpPr>
        <p:spPr>
          <a:xfrm>
            <a:off x="6008753"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Gambling</a:t>
            </a:r>
            <a:endParaRPr b="0" i="0" sz="1800" u="none" cap="none" strike="noStrike">
              <a:solidFill>
                <a:srgbClr val="252525"/>
              </a:solidFill>
              <a:latin typeface="Arial"/>
              <a:ea typeface="Arial"/>
              <a:cs typeface="Arial"/>
              <a:sym typeface="Arial"/>
            </a:endParaRPr>
          </a:p>
        </p:txBody>
      </p:sp>
      <p:sp>
        <p:nvSpPr>
          <p:cNvPr id="2833" name="Google Shape;2833;p95"/>
          <p:cNvSpPr txBox="1"/>
          <p:nvPr/>
        </p:nvSpPr>
        <p:spPr>
          <a:xfrm>
            <a:off x="2635275"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Pharma</a:t>
            </a:r>
            <a:endParaRPr b="0" i="0" sz="1800" u="none" cap="none" strike="noStrike">
              <a:solidFill>
                <a:srgbClr val="252525"/>
              </a:solidFill>
              <a:latin typeface="Arial"/>
              <a:ea typeface="Arial"/>
              <a:cs typeface="Arial"/>
              <a:sym typeface="Arial"/>
            </a:endParaRPr>
          </a:p>
        </p:txBody>
      </p:sp>
      <p:sp>
        <p:nvSpPr>
          <p:cNvPr id="2834" name="Google Shape;2834;p95"/>
          <p:cNvSpPr txBox="1"/>
          <p:nvPr/>
        </p:nvSpPr>
        <p:spPr>
          <a:xfrm>
            <a:off x="3824223"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Payer</a:t>
            </a:r>
            <a:endParaRPr b="0" i="0" sz="1800" u="none" cap="none" strike="noStrike">
              <a:solidFill>
                <a:srgbClr val="252525"/>
              </a:solidFill>
              <a:latin typeface="Arial"/>
              <a:ea typeface="Arial"/>
              <a:cs typeface="Arial"/>
              <a:sym typeface="Arial"/>
            </a:endParaRPr>
          </a:p>
        </p:txBody>
      </p:sp>
      <p:sp>
        <p:nvSpPr>
          <p:cNvPr id="2835" name="Google Shape;2835;p95"/>
          <p:cNvSpPr txBox="1"/>
          <p:nvPr/>
        </p:nvSpPr>
        <p:spPr>
          <a:xfrm>
            <a:off x="7009290"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eCommerce</a:t>
            </a:r>
            <a:endParaRPr b="0" i="0" sz="1800" u="none" cap="none" strike="noStrike">
              <a:solidFill>
                <a:srgbClr val="252525"/>
              </a:solidFill>
              <a:latin typeface="Arial"/>
              <a:ea typeface="Arial"/>
              <a:cs typeface="Arial"/>
              <a:sym typeface="Arial"/>
            </a:endParaRPr>
          </a:p>
        </p:txBody>
      </p:sp>
      <p:sp>
        <p:nvSpPr>
          <p:cNvPr id="2836" name="Google Shape;2836;p95"/>
          <p:cNvSpPr txBox="1"/>
          <p:nvPr/>
        </p:nvSpPr>
        <p:spPr>
          <a:xfrm>
            <a:off x="5400492"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Gaming</a:t>
            </a:r>
            <a:endParaRPr b="0" i="0" sz="1800" u="none" cap="none" strike="noStrike">
              <a:solidFill>
                <a:srgbClr val="252525"/>
              </a:solidFill>
              <a:latin typeface="Arial"/>
              <a:ea typeface="Arial"/>
              <a:cs typeface="Arial"/>
              <a:sym typeface="Arial"/>
            </a:endParaRPr>
          </a:p>
        </p:txBody>
      </p:sp>
      <p:sp>
        <p:nvSpPr>
          <p:cNvPr id="2837" name="Google Shape;2837;p95"/>
          <p:cNvSpPr txBox="1"/>
          <p:nvPr/>
        </p:nvSpPr>
        <p:spPr>
          <a:xfrm>
            <a:off x="3217476"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Provider</a:t>
            </a:r>
            <a:endParaRPr b="0" i="0" sz="1800" u="none" cap="none" strike="noStrike">
              <a:solidFill>
                <a:srgbClr val="252525"/>
              </a:solidFill>
              <a:latin typeface="Arial"/>
              <a:ea typeface="Arial"/>
              <a:cs typeface="Arial"/>
              <a:sym typeface="Arial"/>
            </a:endParaRPr>
          </a:p>
        </p:txBody>
      </p:sp>
      <p:sp>
        <p:nvSpPr>
          <p:cNvPr id="2838" name="Google Shape;2838;p95"/>
          <p:cNvSpPr txBox="1"/>
          <p:nvPr/>
        </p:nvSpPr>
        <p:spPr>
          <a:xfrm>
            <a:off x="7614941"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CPG</a:t>
            </a:r>
            <a:endParaRPr b="0" i="0" sz="1800" u="none" cap="none" strike="noStrike">
              <a:solidFill>
                <a:srgbClr val="252525"/>
              </a:solidFill>
              <a:latin typeface="Arial"/>
              <a:ea typeface="Arial"/>
              <a:cs typeface="Arial"/>
              <a:sym typeface="Arial"/>
            </a:endParaRPr>
          </a:p>
        </p:txBody>
      </p:sp>
      <p:sp>
        <p:nvSpPr>
          <p:cNvPr id="2839" name="Google Shape;2839;p95"/>
          <p:cNvSpPr txBox="1"/>
          <p:nvPr/>
        </p:nvSpPr>
        <p:spPr>
          <a:xfrm>
            <a:off x="8158997"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Fulfilment</a:t>
            </a:r>
            <a:endParaRPr b="0" i="0" sz="1800" u="none" cap="none" strike="noStrike">
              <a:solidFill>
                <a:srgbClr val="252525"/>
              </a:solidFill>
              <a:latin typeface="Arial"/>
              <a:ea typeface="Arial"/>
              <a:cs typeface="Arial"/>
              <a:sym typeface="Arial"/>
            </a:endParaRPr>
          </a:p>
        </p:txBody>
      </p:sp>
      <p:sp>
        <p:nvSpPr>
          <p:cNvPr id="2840" name="Google Shape;2840;p95"/>
          <p:cNvSpPr txBox="1"/>
          <p:nvPr/>
        </p:nvSpPr>
        <p:spPr>
          <a:xfrm>
            <a:off x="394398"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Auto</a:t>
            </a:r>
            <a:endParaRPr b="0" i="0" sz="1800" u="none" cap="none" strike="noStrike">
              <a:solidFill>
                <a:srgbClr val="252525"/>
              </a:solidFill>
              <a:latin typeface="Arial"/>
              <a:ea typeface="Arial"/>
              <a:cs typeface="Arial"/>
              <a:sym typeface="Arial"/>
            </a:endParaRPr>
          </a:p>
        </p:txBody>
      </p:sp>
      <p:sp>
        <p:nvSpPr>
          <p:cNvPr id="2841" name="Google Shape;2841;p95"/>
          <p:cNvSpPr txBox="1"/>
          <p:nvPr/>
        </p:nvSpPr>
        <p:spPr>
          <a:xfrm>
            <a:off x="1529235"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Industry</a:t>
            </a:r>
            <a:endParaRPr b="0" i="0" sz="1800" u="none" cap="none" strike="noStrike">
              <a:solidFill>
                <a:srgbClr val="252525"/>
              </a:solidFill>
              <a:latin typeface="Arial"/>
              <a:ea typeface="Arial"/>
              <a:cs typeface="Arial"/>
              <a:sym typeface="Arial"/>
            </a:endParaRPr>
          </a:p>
        </p:txBody>
      </p:sp>
      <p:sp>
        <p:nvSpPr>
          <p:cNvPr id="2842" name="Google Shape;2842;p95"/>
          <p:cNvSpPr txBox="1"/>
          <p:nvPr/>
        </p:nvSpPr>
        <p:spPr>
          <a:xfrm>
            <a:off x="951928" y="4025234"/>
            <a:ext cx="4680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Mining</a:t>
            </a:r>
            <a:endParaRPr b="0" i="0" sz="1800" u="none" cap="none" strike="noStrike">
              <a:solidFill>
                <a:srgbClr val="252525"/>
              </a:solidFill>
              <a:latin typeface="Arial"/>
              <a:ea typeface="Arial"/>
              <a:cs typeface="Arial"/>
              <a:sym typeface="Arial"/>
            </a:endParaRPr>
          </a:p>
        </p:txBody>
      </p:sp>
      <p:sp>
        <p:nvSpPr>
          <p:cNvPr id="2843" name="Google Shape;2843;p95"/>
          <p:cNvSpPr txBox="1"/>
          <p:nvPr/>
        </p:nvSpPr>
        <p:spPr>
          <a:xfrm>
            <a:off x="4830392"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Banking</a:t>
            </a:r>
            <a:endParaRPr b="0" i="0" sz="1800" u="none" cap="none" strike="noStrike">
              <a:solidFill>
                <a:srgbClr val="252525"/>
              </a:solidFill>
              <a:latin typeface="Arial"/>
              <a:ea typeface="Arial"/>
              <a:cs typeface="Arial"/>
              <a:sym typeface="Arial"/>
            </a:endParaRPr>
          </a:p>
        </p:txBody>
      </p:sp>
      <p:sp>
        <p:nvSpPr>
          <p:cNvPr id="2844" name="Google Shape;2844;p95"/>
          <p:cNvSpPr txBox="1"/>
          <p:nvPr/>
        </p:nvSpPr>
        <p:spPr>
          <a:xfrm>
            <a:off x="6008753" y="185853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Fin. Tech</a:t>
            </a:r>
            <a:endParaRPr b="0" i="0" sz="1800" u="none" cap="none" strike="noStrike">
              <a:solidFill>
                <a:srgbClr val="252525"/>
              </a:solidFill>
              <a:latin typeface="Arial"/>
              <a:ea typeface="Arial"/>
              <a:cs typeface="Arial"/>
              <a:sym typeface="Arial"/>
            </a:endParaRPr>
          </a:p>
        </p:txBody>
      </p:sp>
      <p:sp>
        <p:nvSpPr>
          <p:cNvPr id="2845" name="Google Shape;2845;p95"/>
          <p:cNvSpPr txBox="1"/>
          <p:nvPr/>
        </p:nvSpPr>
        <p:spPr>
          <a:xfrm>
            <a:off x="5440402" y="1858536"/>
            <a:ext cx="4680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Insurance</a:t>
            </a:r>
            <a:endParaRPr b="0" i="0" sz="1800" u="none" cap="none" strike="noStrike">
              <a:solidFill>
                <a:srgbClr val="252525"/>
              </a:solidFill>
              <a:latin typeface="Arial"/>
              <a:ea typeface="Arial"/>
              <a:cs typeface="Arial"/>
              <a:sym typeface="Arial"/>
            </a:endParaRPr>
          </a:p>
        </p:txBody>
      </p:sp>
      <p:sp>
        <p:nvSpPr>
          <p:cNvPr id="2846" name="Google Shape;2846;p95"/>
          <p:cNvSpPr txBox="1"/>
          <p:nvPr/>
        </p:nvSpPr>
        <p:spPr>
          <a:xfrm>
            <a:off x="5397802" y="2489471"/>
            <a:ext cx="5532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Investments</a:t>
            </a:r>
            <a:endParaRPr b="0" i="0" sz="1800" u="none" cap="none" strike="noStrike">
              <a:solidFill>
                <a:srgbClr val="252525"/>
              </a:solidFill>
              <a:latin typeface="Arial"/>
              <a:ea typeface="Arial"/>
              <a:cs typeface="Arial"/>
              <a:sym typeface="Arial"/>
            </a:endParaRPr>
          </a:p>
        </p:txBody>
      </p:sp>
      <p:sp>
        <p:nvSpPr>
          <p:cNvPr id="2847" name="Google Shape;2847;p95"/>
          <p:cNvSpPr txBox="1"/>
          <p:nvPr/>
        </p:nvSpPr>
        <p:spPr>
          <a:xfrm>
            <a:off x="2635275"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Software</a:t>
            </a:r>
            <a:endParaRPr b="0" i="0" sz="1800" u="none" cap="none" strike="noStrike">
              <a:solidFill>
                <a:srgbClr val="252525"/>
              </a:solidFill>
              <a:latin typeface="Arial"/>
              <a:ea typeface="Arial"/>
              <a:cs typeface="Arial"/>
              <a:sym typeface="Arial"/>
            </a:endParaRPr>
          </a:p>
        </p:txBody>
      </p:sp>
      <p:sp>
        <p:nvSpPr>
          <p:cNvPr id="2848" name="Google Shape;2848;p95"/>
          <p:cNvSpPr txBox="1"/>
          <p:nvPr/>
        </p:nvSpPr>
        <p:spPr>
          <a:xfrm>
            <a:off x="3119376" y="4025234"/>
            <a:ext cx="6219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Hardware </a:t>
            </a:r>
            <a:r>
              <a:rPr lang="en" sz="600">
                <a:solidFill>
                  <a:srgbClr val="105780"/>
                </a:solidFill>
              </a:rPr>
              <a:t>Semiconductors</a:t>
            </a:r>
            <a:endParaRPr b="0" i="0" sz="1800" u="none" cap="none" strike="noStrike">
              <a:solidFill>
                <a:srgbClr val="252525"/>
              </a:solidFill>
              <a:latin typeface="Arial"/>
              <a:ea typeface="Arial"/>
              <a:cs typeface="Arial"/>
              <a:sym typeface="Arial"/>
            </a:endParaRPr>
          </a:p>
        </p:txBody>
      </p:sp>
      <p:sp>
        <p:nvSpPr>
          <p:cNvPr id="2849" name="Google Shape;2849;p95"/>
          <p:cNvSpPr txBox="1"/>
          <p:nvPr/>
        </p:nvSpPr>
        <p:spPr>
          <a:xfrm>
            <a:off x="6681894"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Telecom</a:t>
            </a:r>
            <a:endParaRPr b="0" i="0" sz="1800" u="none" cap="none" strike="noStrike">
              <a:solidFill>
                <a:srgbClr val="252525"/>
              </a:solidFill>
              <a:latin typeface="Arial"/>
              <a:ea typeface="Arial"/>
              <a:cs typeface="Arial"/>
              <a:sym typeface="Arial"/>
            </a:endParaRPr>
          </a:p>
        </p:txBody>
      </p:sp>
      <p:sp>
        <p:nvSpPr>
          <p:cNvPr id="2850" name="Google Shape;2850;p95"/>
          <p:cNvSpPr txBox="1"/>
          <p:nvPr/>
        </p:nvSpPr>
        <p:spPr>
          <a:xfrm>
            <a:off x="7983252" y="4025234"/>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Media Publishers</a:t>
            </a:r>
            <a:endParaRPr b="0" i="0" sz="1800" u="none" cap="none" strike="noStrike">
              <a:solidFill>
                <a:srgbClr val="252525"/>
              </a:solidFill>
              <a:latin typeface="Arial"/>
              <a:ea typeface="Arial"/>
              <a:cs typeface="Arial"/>
              <a:sym typeface="Arial"/>
            </a:endParaRPr>
          </a:p>
        </p:txBody>
      </p:sp>
      <p:sp>
        <p:nvSpPr>
          <p:cNvPr id="2851" name="Google Shape;2851;p95"/>
          <p:cNvSpPr txBox="1"/>
          <p:nvPr/>
        </p:nvSpPr>
        <p:spPr>
          <a:xfrm>
            <a:off x="3217476" y="2489471"/>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Life</a:t>
            </a:r>
            <a:br>
              <a:rPr b="0" i="0" lang="en" sz="600" u="none" cap="none" strike="noStrike">
                <a:solidFill>
                  <a:srgbClr val="105780"/>
                </a:solidFill>
                <a:latin typeface="Arial"/>
                <a:ea typeface="Arial"/>
                <a:cs typeface="Arial"/>
                <a:sym typeface="Arial"/>
              </a:rPr>
            </a:br>
            <a:r>
              <a:rPr b="0" i="0" lang="en" sz="600" u="none" cap="none" strike="noStrike">
                <a:solidFill>
                  <a:srgbClr val="105780"/>
                </a:solidFill>
                <a:latin typeface="Arial"/>
                <a:ea typeface="Arial"/>
                <a:cs typeface="Arial"/>
                <a:sym typeface="Arial"/>
              </a:rPr>
              <a:t>Science</a:t>
            </a:r>
            <a:endParaRPr b="0" i="0" sz="1800" u="none" cap="none" strike="noStrike">
              <a:solidFill>
                <a:srgbClr val="252525"/>
              </a:solidFill>
              <a:latin typeface="Arial"/>
              <a:ea typeface="Arial"/>
              <a:cs typeface="Arial"/>
              <a:sym typeface="Arial"/>
            </a:endParaRPr>
          </a:p>
        </p:txBody>
      </p:sp>
      <p:sp>
        <p:nvSpPr>
          <p:cNvPr id="2852" name="Google Shape;2852;p95"/>
          <p:cNvSpPr txBox="1"/>
          <p:nvPr/>
        </p:nvSpPr>
        <p:spPr>
          <a:xfrm>
            <a:off x="3824223" y="2489471"/>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Digital  Health</a:t>
            </a:r>
            <a:endParaRPr b="0" i="0" sz="1800" u="none" cap="none" strike="noStrike">
              <a:solidFill>
                <a:srgbClr val="252525"/>
              </a:solidFill>
              <a:latin typeface="Arial"/>
              <a:ea typeface="Arial"/>
              <a:cs typeface="Arial"/>
              <a:sym typeface="Arial"/>
            </a:endParaRPr>
          </a:p>
        </p:txBody>
      </p:sp>
      <p:sp>
        <p:nvSpPr>
          <p:cNvPr id="2853" name="Google Shape;2853;p95"/>
          <p:cNvSpPr txBox="1"/>
          <p:nvPr/>
        </p:nvSpPr>
        <p:spPr>
          <a:xfrm>
            <a:off x="7828779" y="2489471"/>
            <a:ext cx="727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Data Providers</a:t>
            </a:r>
            <a:endParaRPr b="0" i="0" sz="1800" u="none" cap="none" strike="noStrike">
              <a:solidFill>
                <a:srgbClr val="252525"/>
              </a:solidFill>
              <a:latin typeface="Arial"/>
              <a:ea typeface="Arial"/>
              <a:cs typeface="Arial"/>
              <a:sym typeface="Arial"/>
            </a:endParaRPr>
          </a:p>
        </p:txBody>
      </p:sp>
      <p:sp>
        <p:nvSpPr>
          <p:cNvPr id="2854" name="Google Shape;2854;p95"/>
          <p:cNvSpPr txBox="1"/>
          <p:nvPr/>
        </p:nvSpPr>
        <p:spPr>
          <a:xfrm>
            <a:off x="7316825" y="4025234"/>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600" u="none" cap="none" strike="noStrike">
                <a:solidFill>
                  <a:srgbClr val="105780"/>
                </a:solidFill>
                <a:latin typeface="Arial"/>
                <a:ea typeface="Arial"/>
                <a:cs typeface="Arial"/>
                <a:sym typeface="Arial"/>
              </a:rPr>
              <a:t>Sports</a:t>
            </a:r>
            <a:endParaRPr b="0" i="0" sz="1800" u="none" cap="none" strike="noStrike">
              <a:solidFill>
                <a:srgbClr val="252525"/>
              </a:solidFill>
              <a:latin typeface="Arial"/>
              <a:ea typeface="Arial"/>
              <a:cs typeface="Arial"/>
              <a:sym typeface="Arial"/>
            </a:endParaRPr>
          </a:p>
        </p:txBody>
      </p:sp>
      <p:sp>
        <p:nvSpPr>
          <p:cNvPr id="2855" name="Google Shape;2855;p95"/>
          <p:cNvSpPr/>
          <p:nvPr/>
        </p:nvSpPr>
        <p:spPr>
          <a:xfrm>
            <a:off x="7397294" y="2157829"/>
            <a:ext cx="257907" cy="248621"/>
          </a:xfrm>
          <a:custGeom>
            <a:rect b="b" l="l" r="r" t="t"/>
            <a:pathLst>
              <a:path extrusionOk="0" h="8969" w="9304">
                <a:moveTo>
                  <a:pt x="1950" y="664"/>
                </a:moveTo>
                <a:cubicBezTo>
                  <a:pt x="1889" y="976"/>
                  <a:pt x="1824" y="1244"/>
                  <a:pt x="1757" y="1520"/>
                </a:cubicBezTo>
                <a:cubicBezTo>
                  <a:pt x="1668" y="1889"/>
                  <a:pt x="1574" y="2273"/>
                  <a:pt x="1488" y="2773"/>
                </a:cubicBezTo>
                <a:cubicBezTo>
                  <a:pt x="1444" y="3027"/>
                  <a:pt x="1221" y="3233"/>
                  <a:pt x="992" y="3233"/>
                </a:cubicBezTo>
                <a:cubicBezTo>
                  <a:pt x="890" y="3233"/>
                  <a:pt x="802" y="3195"/>
                  <a:pt x="749" y="3128"/>
                </a:cubicBezTo>
                <a:cubicBezTo>
                  <a:pt x="703" y="3070"/>
                  <a:pt x="689" y="2996"/>
                  <a:pt x="712" y="2913"/>
                </a:cubicBezTo>
                <a:cubicBezTo>
                  <a:pt x="832" y="2433"/>
                  <a:pt x="958" y="2081"/>
                  <a:pt x="1092" y="1705"/>
                </a:cubicBezTo>
                <a:cubicBezTo>
                  <a:pt x="1206" y="1391"/>
                  <a:pt x="1320" y="1064"/>
                  <a:pt x="1430" y="664"/>
                </a:cubicBezTo>
                <a:close/>
                <a:moveTo>
                  <a:pt x="3055" y="663"/>
                </a:moveTo>
                <a:cubicBezTo>
                  <a:pt x="3029" y="993"/>
                  <a:pt x="3004" y="1272"/>
                  <a:pt x="2976" y="1561"/>
                </a:cubicBezTo>
                <a:cubicBezTo>
                  <a:pt x="2940" y="1928"/>
                  <a:pt x="2906" y="2310"/>
                  <a:pt x="2877" y="2809"/>
                </a:cubicBezTo>
                <a:cubicBezTo>
                  <a:pt x="2862" y="3042"/>
                  <a:pt x="2672" y="3233"/>
                  <a:pt x="2453" y="3233"/>
                </a:cubicBezTo>
                <a:cubicBezTo>
                  <a:pt x="2354" y="3233"/>
                  <a:pt x="2263" y="3195"/>
                  <a:pt x="2205" y="3126"/>
                </a:cubicBezTo>
                <a:cubicBezTo>
                  <a:pt x="2167" y="3082"/>
                  <a:pt x="2127" y="3003"/>
                  <a:pt x="2146" y="2886"/>
                </a:cubicBezTo>
                <a:cubicBezTo>
                  <a:pt x="2231" y="2406"/>
                  <a:pt x="2320" y="2035"/>
                  <a:pt x="2406" y="1674"/>
                </a:cubicBezTo>
                <a:cubicBezTo>
                  <a:pt x="2480" y="1367"/>
                  <a:pt x="2557" y="1048"/>
                  <a:pt x="2629" y="663"/>
                </a:cubicBezTo>
                <a:close/>
                <a:moveTo>
                  <a:pt x="4307" y="664"/>
                </a:moveTo>
                <a:lnTo>
                  <a:pt x="4317" y="2829"/>
                </a:lnTo>
                <a:lnTo>
                  <a:pt x="4317" y="2859"/>
                </a:lnTo>
                <a:cubicBezTo>
                  <a:pt x="4308" y="2953"/>
                  <a:pt x="4268" y="3042"/>
                  <a:pt x="4200" y="3113"/>
                </a:cubicBezTo>
                <a:cubicBezTo>
                  <a:pt x="4121" y="3190"/>
                  <a:pt x="4020" y="3233"/>
                  <a:pt x="3912" y="3233"/>
                </a:cubicBezTo>
                <a:cubicBezTo>
                  <a:pt x="3806" y="3233"/>
                  <a:pt x="3708" y="3193"/>
                  <a:pt x="3637" y="3116"/>
                </a:cubicBezTo>
                <a:cubicBezTo>
                  <a:pt x="3569" y="3045"/>
                  <a:pt x="3534" y="2950"/>
                  <a:pt x="3540" y="2849"/>
                </a:cubicBezTo>
                <a:cubicBezTo>
                  <a:pt x="3570" y="2362"/>
                  <a:pt x="3606" y="1986"/>
                  <a:pt x="3638" y="1624"/>
                </a:cubicBezTo>
                <a:cubicBezTo>
                  <a:pt x="3667" y="1331"/>
                  <a:pt x="3695" y="1027"/>
                  <a:pt x="3720" y="664"/>
                </a:cubicBezTo>
                <a:close/>
                <a:moveTo>
                  <a:pt x="5573" y="663"/>
                </a:moveTo>
                <a:cubicBezTo>
                  <a:pt x="5597" y="1021"/>
                  <a:pt x="5627" y="1321"/>
                  <a:pt x="5655" y="1613"/>
                </a:cubicBezTo>
                <a:cubicBezTo>
                  <a:pt x="5691" y="1979"/>
                  <a:pt x="5725" y="2356"/>
                  <a:pt x="5757" y="2847"/>
                </a:cubicBezTo>
                <a:cubicBezTo>
                  <a:pt x="5762" y="2950"/>
                  <a:pt x="5729" y="3045"/>
                  <a:pt x="5661" y="3116"/>
                </a:cubicBezTo>
                <a:cubicBezTo>
                  <a:pt x="5590" y="3193"/>
                  <a:pt x="5492" y="3233"/>
                  <a:pt x="5386" y="3233"/>
                </a:cubicBezTo>
                <a:cubicBezTo>
                  <a:pt x="5175" y="3233"/>
                  <a:pt x="4996" y="3063"/>
                  <a:pt x="4979" y="2856"/>
                </a:cubicBezTo>
                <a:lnTo>
                  <a:pt x="4979" y="2826"/>
                </a:lnTo>
                <a:lnTo>
                  <a:pt x="4972" y="663"/>
                </a:lnTo>
                <a:close/>
                <a:moveTo>
                  <a:pt x="6700" y="663"/>
                </a:moveTo>
                <a:cubicBezTo>
                  <a:pt x="6767" y="1036"/>
                  <a:pt x="6837" y="1347"/>
                  <a:pt x="6908" y="1650"/>
                </a:cubicBezTo>
                <a:cubicBezTo>
                  <a:pt x="6991" y="2014"/>
                  <a:pt x="7079" y="2391"/>
                  <a:pt x="7161" y="2878"/>
                </a:cubicBezTo>
                <a:cubicBezTo>
                  <a:pt x="7180" y="3000"/>
                  <a:pt x="7138" y="3079"/>
                  <a:pt x="7098" y="3126"/>
                </a:cubicBezTo>
                <a:cubicBezTo>
                  <a:pt x="7042" y="3195"/>
                  <a:pt x="6950" y="3233"/>
                  <a:pt x="6852" y="3233"/>
                </a:cubicBezTo>
                <a:cubicBezTo>
                  <a:pt x="6633" y="3233"/>
                  <a:pt x="6442" y="3042"/>
                  <a:pt x="6427" y="2804"/>
                </a:cubicBezTo>
                <a:cubicBezTo>
                  <a:pt x="6396" y="2301"/>
                  <a:pt x="6359" y="1919"/>
                  <a:pt x="6323" y="1548"/>
                </a:cubicBezTo>
                <a:cubicBezTo>
                  <a:pt x="6296" y="1273"/>
                  <a:pt x="6270" y="993"/>
                  <a:pt x="6244" y="663"/>
                </a:cubicBezTo>
                <a:close/>
                <a:moveTo>
                  <a:pt x="7918" y="663"/>
                </a:moveTo>
                <a:cubicBezTo>
                  <a:pt x="8017" y="1043"/>
                  <a:pt x="8123" y="1362"/>
                  <a:pt x="8227" y="1668"/>
                </a:cubicBezTo>
                <a:cubicBezTo>
                  <a:pt x="8356" y="2051"/>
                  <a:pt x="8478" y="2411"/>
                  <a:pt x="8594" y="2899"/>
                </a:cubicBezTo>
                <a:cubicBezTo>
                  <a:pt x="8616" y="2988"/>
                  <a:pt x="8601" y="3066"/>
                  <a:pt x="8552" y="3128"/>
                </a:cubicBezTo>
                <a:cubicBezTo>
                  <a:pt x="8499" y="3195"/>
                  <a:pt x="8411" y="3233"/>
                  <a:pt x="8308" y="3233"/>
                </a:cubicBezTo>
                <a:cubicBezTo>
                  <a:pt x="8078" y="3233"/>
                  <a:pt x="7859" y="3025"/>
                  <a:pt x="7815" y="2770"/>
                </a:cubicBezTo>
                <a:cubicBezTo>
                  <a:pt x="7732" y="2261"/>
                  <a:pt x="7640" y="1875"/>
                  <a:pt x="7556" y="1500"/>
                </a:cubicBezTo>
                <a:cubicBezTo>
                  <a:pt x="7492" y="1229"/>
                  <a:pt x="7432" y="966"/>
                  <a:pt x="7373" y="663"/>
                </a:cubicBezTo>
                <a:close/>
                <a:moveTo>
                  <a:pt x="4376" y="4790"/>
                </a:moveTo>
                <a:lnTo>
                  <a:pt x="4376" y="6820"/>
                </a:lnTo>
                <a:lnTo>
                  <a:pt x="2275" y="6820"/>
                </a:lnTo>
                <a:lnTo>
                  <a:pt x="2275" y="4790"/>
                </a:lnTo>
                <a:close/>
                <a:moveTo>
                  <a:pt x="2076" y="4390"/>
                </a:moveTo>
                <a:cubicBezTo>
                  <a:pt x="1966" y="4390"/>
                  <a:pt x="1877" y="4479"/>
                  <a:pt x="1877" y="4589"/>
                </a:cubicBezTo>
                <a:lnTo>
                  <a:pt x="1877" y="7017"/>
                </a:lnTo>
                <a:cubicBezTo>
                  <a:pt x="1877" y="7125"/>
                  <a:pt x="1966" y="7215"/>
                  <a:pt x="2076" y="7215"/>
                </a:cubicBezTo>
                <a:lnTo>
                  <a:pt x="4574" y="7215"/>
                </a:lnTo>
                <a:cubicBezTo>
                  <a:pt x="4684" y="7215"/>
                  <a:pt x="4773" y="7125"/>
                  <a:pt x="4773" y="7017"/>
                </a:cubicBezTo>
                <a:lnTo>
                  <a:pt x="4773" y="4589"/>
                </a:lnTo>
                <a:cubicBezTo>
                  <a:pt x="4773" y="4479"/>
                  <a:pt x="4684" y="4390"/>
                  <a:pt x="4574" y="4390"/>
                </a:cubicBezTo>
                <a:close/>
                <a:moveTo>
                  <a:pt x="7557" y="3599"/>
                </a:moveTo>
                <a:cubicBezTo>
                  <a:pt x="7643" y="3676"/>
                  <a:pt x="7741" y="3737"/>
                  <a:pt x="7844" y="3784"/>
                </a:cubicBezTo>
                <a:lnTo>
                  <a:pt x="7844" y="8303"/>
                </a:lnTo>
                <a:lnTo>
                  <a:pt x="7403" y="8303"/>
                </a:lnTo>
                <a:lnTo>
                  <a:pt x="7403" y="4588"/>
                </a:lnTo>
                <a:cubicBezTo>
                  <a:pt x="7403" y="4479"/>
                  <a:pt x="7314" y="4390"/>
                  <a:pt x="7204" y="4390"/>
                </a:cubicBezTo>
                <a:lnTo>
                  <a:pt x="5382" y="4390"/>
                </a:lnTo>
                <a:cubicBezTo>
                  <a:pt x="5272" y="4390"/>
                  <a:pt x="5183" y="4479"/>
                  <a:pt x="5183" y="4588"/>
                </a:cubicBezTo>
                <a:lnTo>
                  <a:pt x="5183" y="8304"/>
                </a:lnTo>
                <a:lnTo>
                  <a:pt x="1515" y="8304"/>
                </a:lnTo>
                <a:lnTo>
                  <a:pt x="1515" y="3758"/>
                </a:lnTo>
                <a:cubicBezTo>
                  <a:pt x="1595" y="3713"/>
                  <a:pt x="1674" y="3663"/>
                  <a:pt x="1742" y="3602"/>
                </a:cubicBezTo>
                <a:cubicBezTo>
                  <a:pt x="1923" y="3790"/>
                  <a:pt x="2179" y="3899"/>
                  <a:pt x="2450" y="3899"/>
                </a:cubicBezTo>
                <a:cubicBezTo>
                  <a:pt x="2733" y="3899"/>
                  <a:pt x="2991" y="3787"/>
                  <a:pt x="3185" y="3603"/>
                </a:cubicBezTo>
                <a:cubicBezTo>
                  <a:pt x="3378" y="3790"/>
                  <a:pt x="3641" y="3899"/>
                  <a:pt x="3912" y="3899"/>
                </a:cubicBezTo>
                <a:cubicBezTo>
                  <a:pt x="4186" y="3899"/>
                  <a:pt x="4448" y="3792"/>
                  <a:pt x="4647" y="3602"/>
                </a:cubicBezTo>
                <a:cubicBezTo>
                  <a:pt x="4838" y="3784"/>
                  <a:pt x="5098" y="3899"/>
                  <a:pt x="5383" y="3899"/>
                </a:cubicBezTo>
                <a:cubicBezTo>
                  <a:pt x="5656" y="3899"/>
                  <a:pt x="5921" y="3790"/>
                  <a:pt x="6111" y="3599"/>
                </a:cubicBezTo>
                <a:cubicBezTo>
                  <a:pt x="6307" y="3784"/>
                  <a:pt x="6564" y="3896"/>
                  <a:pt x="6849" y="3896"/>
                </a:cubicBezTo>
                <a:cubicBezTo>
                  <a:pt x="7120" y="3896"/>
                  <a:pt x="7376" y="3789"/>
                  <a:pt x="7557" y="3599"/>
                </a:cubicBezTo>
                <a:close/>
                <a:moveTo>
                  <a:pt x="7003" y="4790"/>
                </a:moveTo>
                <a:lnTo>
                  <a:pt x="7003" y="8304"/>
                </a:lnTo>
                <a:lnTo>
                  <a:pt x="5579" y="8304"/>
                </a:lnTo>
                <a:lnTo>
                  <a:pt x="5579" y="4790"/>
                </a:lnTo>
                <a:close/>
                <a:moveTo>
                  <a:pt x="1184" y="1"/>
                </a:moveTo>
                <a:cubicBezTo>
                  <a:pt x="1023" y="1"/>
                  <a:pt x="897" y="115"/>
                  <a:pt x="866" y="265"/>
                </a:cubicBezTo>
                <a:lnTo>
                  <a:pt x="853" y="265"/>
                </a:lnTo>
                <a:cubicBezTo>
                  <a:pt x="732" y="748"/>
                  <a:pt x="606" y="1104"/>
                  <a:pt x="469" y="1481"/>
                </a:cubicBezTo>
                <a:cubicBezTo>
                  <a:pt x="336" y="1854"/>
                  <a:pt x="199" y="2238"/>
                  <a:pt x="72" y="2749"/>
                </a:cubicBezTo>
                <a:cubicBezTo>
                  <a:pt x="0" y="3028"/>
                  <a:pt x="57" y="3317"/>
                  <a:pt x="227" y="3536"/>
                </a:cubicBezTo>
                <a:cubicBezTo>
                  <a:pt x="377" y="3731"/>
                  <a:pt x="602" y="3850"/>
                  <a:pt x="853" y="3882"/>
                </a:cubicBezTo>
                <a:lnTo>
                  <a:pt x="853" y="8637"/>
                </a:lnTo>
                <a:cubicBezTo>
                  <a:pt x="853" y="8820"/>
                  <a:pt x="1001" y="8968"/>
                  <a:pt x="1185" y="8968"/>
                </a:cubicBezTo>
                <a:lnTo>
                  <a:pt x="8179" y="8968"/>
                </a:lnTo>
                <a:cubicBezTo>
                  <a:pt x="8363" y="8968"/>
                  <a:pt x="8512" y="8820"/>
                  <a:pt x="8512" y="8637"/>
                </a:cubicBezTo>
                <a:lnTo>
                  <a:pt x="8512" y="3876"/>
                </a:lnTo>
                <a:cubicBezTo>
                  <a:pt x="8736" y="3832"/>
                  <a:pt x="8935" y="3716"/>
                  <a:pt x="9073" y="3538"/>
                </a:cubicBezTo>
                <a:cubicBezTo>
                  <a:pt x="9244" y="3320"/>
                  <a:pt x="9303" y="3028"/>
                  <a:pt x="9237" y="2745"/>
                </a:cubicBezTo>
                <a:cubicBezTo>
                  <a:pt x="9115" y="2230"/>
                  <a:pt x="8983" y="1836"/>
                  <a:pt x="8855" y="1457"/>
                </a:cubicBezTo>
                <a:cubicBezTo>
                  <a:pt x="8730" y="1086"/>
                  <a:pt x="8611" y="731"/>
                  <a:pt x="8500" y="265"/>
                </a:cubicBezTo>
                <a:lnTo>
                  <a:pt x="8494" y="265"/>
                </a:lnTo>
                <a:cubicBezTo>
                  <a:pt x="8463" y="115"/>
                  <a:pt x="8337" y="1"/>
                  <a:pt x="8178" y="1"/>
                </a:cubicBezTo>
                <a:close/>
              </a:path>
            </a:pathLst>
          </a:custGeom>
          <a:solidFill>
            <a:srgbClr val="2AB5E8"/>
          </a:solidFill>
          <a:ln>
            <a:noFill/>
          </a:ln>
        </p:spPr>
        <p:txBody>
          <a:bodyPr anchorCtr="0" anchor="ctr" bIns="399975" lIns="399975" spcFirstLastPara="1" rIns="399975" wrap="square" tIns="399975">
            <a:noAutofit/>
          </a:bodyPr>
          <a:lstStyle/>
          <a:p>
            <a:pPr indent="0" lvl="0" marL="0" marR="0" rtl="0" algn="l">
              <a:spcBef>
                <a:spcPts val="0"/>
              </a:spcBef>
              <a:spcAft>
                <a:spcPts val="0"/>
              </a:spcAft>
              <a:buNone/>
            </a:pPr>
            <a:r>
              <a:t/>
            </a:r>
            <a:endParaRPr sz="16709">
              <a:solidFill>
                <a:srgbClr val="252525"/>
              </a:solidFill>
              <a:latin typeface="Arial"/>
              <a:ea typeface="Arial"/>
              <a:cs typeface="Arial"/>
              <a:sym typeface="Arial"/>
            </a:endParaRPr>
          </a:p>
        </p:txBody>
      </p:sp>
      <p:sp>
        <p:nvSpPr>
          <p:cNvPr id="2856" name="Google Shape;2856;p95"/>
          <p:cNvSpPr txBox="1"/>
          <p:nvPr/>
        </p:nvSpPr>
        <p:spPr>
          <a:xfrm>
            <a:off x="7162352" y="2489471"/>
            <a:ext cx="727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Storefront</a:t>
            </a:r>
            <a:endParaRPr sz="1800">
              <a:solidFill>
                <a:srgbClr val="252525"/>
              </a:solidFill>
              <a:latin typeface="Arial"/>
              <a:ea typeface="Arial"/>
              <a:cs typeface="Arial"/>
              <a:sym typeface="Arial"/>
            </a:endParaRPr>
          </a:p>
        </p:txBody>
      </p:sp>
      <p:sp>
        <p:nvSpPr>
          <p:cNvPr id="2857" name="Google Shape;2857;p95"/>
          <p:cNvSpPr/>
          <p:nvPr/>
        </p:nvSpPr>
        <p:spPr>
          <a:xfrm>
            <a:off x="2750932" y="2184914"/>
            <a:ext cx="194391" cy="194463"/>
          </a:xfrm>
          <a:custGeom>
            <a:rect b="b" l="l" r="r" t="t"/>
            <a:pathLst>
              <a:path extrusionOk="0" h="8064" w="8061">
                <a:moveTo>
                  <a:pt x="2985" y="636"/>
                </a:moveTo>
                <a:cubicBezTo>
                  <a:pt x="3337" y="636"/>
                  <a:pt x="3655" y="1135"/>
                  <a:pt x="3655" y="1287"/>
                </a:cubicBezTo>
                <a:cubicBezTo>
                  <a:pt x="3655" y="1462"/>
                  <a:pt x="3798" y="1606"/>
                  <a:pt x="3974" y="1606"/>
                </a:cubicBezTo>
                <a:lnTo>
                  <a:pt x="6678" y="1606"/>
                </a:lnTo>
                <a:cubicBezTo>
                  <a:pt x="7096" y="1606"/>
                  <a:pt x="7375" y="1854"/>
                  <a:pt x="7415" y="2244"/>
                </a:cubicBezTo>
                <a:cubicBezTo>
                  <a:pt x="7246" y="2158"/>
                  <a:pt x="7054" y="2108"/>
                  <a:pt x="6839" y="2108"/>
                </a:cubicBezTo>
                <a:lnTo>
                  <a:pt x="3287" y="2108"/>
                </a:lnTo>
                <a:cubicBezTo>
                  <a:pt x="2541" y="2108"/>
                  <a:pt x="1934" y="2653"/>
                  <a:pt x="1934" y="3323"/>
                </a:cubicBezTo>
                <a:lnTo>
                  <a:pt x="1934" y="6710"/>
                </a:lnTo>
                <a:cubicBezTo>
                  <a:pt x="1934" y="7085"/>
                  <a:pt x="1630" y="7427"/>
                  <a:pt x="1297" y="7427"/>
                </a:cubicBezTo>
                <a:lnTo>
                  <a:pt x="1236" y="7427"/>
                </a:lnTo>
                <a:cubicBezTo>
                  <a:pt x="874" y="7427"/>
                  <a:pt x="633" y="7056"/>
                  <a:pt x="633" y="6710"/>
                </a:cubicBezTo>
                <a:lnTo>
                  <a:pt x="633" y="3385"/>
                </a:lnTo>
                <a:lnTo>
                  <a:pt x="633" y="1313"/>
                </a:lnTo>
                <a:cubicBezTo>
                  <a:pt x="633" y="972"/>
                  <a:pt x="999" y="636"/>
                  <a:pt x="1370" y="636"/>
                </a:cubicBezTo>
                <a:close/>
                <a:moveTo>
                  <a:pt x="5918" y="4781"/>
                </a:moveTo>
                <a:cubicBezTo>
                  <a:pt x="5847" y="4781"/>
                  <a:pt x="5789" y="4839"/>
                  <a:pt x="5789" y="4910"/>
                </a:cubicBezTo>
                <a:lnTo>
                  <a:pt x="5789" y="5759"/>
                </a:lnTo>
                <a:lnTo>
                  <a:pt x="4940" y="5759"/>
                </a:lnTo>
                <a:cubicBezTo>
                  <a:pt x="4868" y="5759"/>
                  <a:pt x="4812" y="5817"/>
                  <a:pt x="4812" y="5887"/>
                </a:cubicBezTo>
                <a:lnTo>
                  <a:pt x="4812" y="6864"/>
                </a:lnTo>
                <a:cubicBezTo>
                  <a:pt x="4812" y="6934"/>
                  <a:pt x="4868" y="6992"/>
                  <a:pt x="4940" y="6992"/>
                </a:cubicBezTo>
                <a:lnTo>
                  <a:pt x="5789" y="6992"/>
                </a:lnTo>
                <a:lnTo>
                  <a:pt x="5789" y="7843"/>
                </a:lnTo>
                <a:cubicBezTo>
                  <a:pt x="5789" y="7913"/>
                  <a:pt x="5847" y="7970"/>
                  <a:pt x="5918" y="7970"/>
                </a:cubicBezTo>
                <a:lnTo>
                  <a:pt x="6894" y="7970"/>
                </a:lnTo>
                <a:cubicBezTo>
                  <a:pt x="6965" y="7970"/>
                  <a:pt x="7021" y="7913"/>
                  <a:pt x="7021" y="7843"/>
                </a:cubicBezTo>
                <a:lnTo>
                  <a:pt x="7021" y="6992"/>
                </a:lnTo>
                <a:lnTo>
                  <a:pt x="7872" y="6992"/>
                </a:lnTo>
                <a:cubicBezTo>
                  <a:pt x="7942" y="6992"/>
                  <a:pt x="8000" y="6934"/>
                  <a:pt x="8000" y="6864"/>
                </a:cubicBezTo>
                <a:lnTo>
                  <a:pt x="8000" y="5887"/>
                </a:lnTo>
                <a:cubicBezTo>
                  <a:pt x="8000" y="5817"/>
                  <a:pt x="7945" y="5759"/>
                  <a:pt x="7872" y="5759"/>
                </a:cubicBezTo>
                <a:lnTo>
                  <a:pt x="7021" y="5759"/>
                </a:lnTo>
                <a:lnTo>
                  <a:pt x="7021" y="4910"/>
                </a:lnTo>
                <a:cubicBezTo>
                  <a:pt x="7021" y="4839"/>
                  <a:pt x="6965" y="4781"/>
                  <a:pt x="6894" y="4781"/>
                </a:cubicBezTo>
                <a:close/>
                <a:moveTo>
                  <a:pt x="1374" y="1"/>
                </a:moveTo>
                <a:cubicBezTo>
                  <a:pt x="642" y="1"/>
                  <a:pt x="1" y="615"/>
                  <a:pt x="1" y="1315"/>
                </a:cubicBezTo>
                <a:lnTo>
                  <a:pt x="1" y="3386"/>
                </a:lnTo>
                <a:lnTo>
                  <a:pt x="1" y="6711"/>
                </a:lnTo>
                <a:cubicBezTo>
                  <a:pt x="1" y="7458"/>
                  <a:pt x="558" y="8064"/>
                  <a:pt x="1241" y="8064"/>
                </a:cubicBezTo>
                <a:lnTo>
                  <a:pt x="1301" y="8064"/>
                </a:lnTo>
                <a:cubicBezTo>
                  <a:pt x="1340" y="8064"/>
                  <a:pt x="1377" y="8062"/>
                  <a:pt x="1416" y="8060"/>
                </a:cubicBezTo>
                <a:cubicBezTo>
                  <a:pt x="1428" y="8060"/>
                  <a:pt x="1437" y="8064"/>
                  <a:pt x="1449" y="8064"/>
                </a:cubicBezTo>
                <a:lnTo>
                  <a:pt x="4353" y="8064"/>
                </a:lnTo>
                <a:cubicBezTo>
                  <a:pt x="4530" y="8064"/>
                  <a:pt x="4672" y="7921"/>
                  <a:pt x="4672" y="7746"/>
                </a:cubicBezTo>
                <a:cubicBezTo>
                  <a:pt x="4672" y="7569"/>
                  <a:pt x="4530" y="7427"/>
                  <a:pt x="4353" y="7427"/>
                </a:cubicBezTo>
                <a:lnTo>
                  <a:pt x="2372" y="7427"/>
                </a:lnTo>
                <a:cubicBezTo>
                  <a:pt x="2498" y="7216"/>
                  <a:pt x="2573" y="6971"/>
                  <a:pt x="2573" y="6710"/>
                </a:cubicBezTo>
                <a:lnTo>
                  <a:pt x="2573" y="3323"/>
                </a:lnTo>
                <a:cubicBezTo>
                  <a:pt x="2573" y="2966"/>
                  <a:pt x="2944" y="2745"/>
                  <a:pt x="3290" y="2745"/>
                </a:cubicBezTo>
                <a:lnTo>
                  <a:pt x="6840" y="2745"/>
                </a:lnTo>
                <a:cubicBezTo>
                  <a:pt x="7200" y="2745"/>
                  <a:pt x="7422" y="2966"/>
                  <a:pt x="7422" y="3323"/>
                </a:cubicBezTo>
                <a:lnTo>
                  <a:pt x="7422" y="3385"/>
                </a:lnTo>
                <a:lnTo>
                  <a:pt x="7422" y="4355"/>
                </a:lnTo>
                <a:cubicBezTo>
                  <a:pt x="7422" y="4531"/>
                  <a:pt x="7566" y="4674"/>
                  <a:pt x="7742" y="4674"/>
                </a:cubicBezTo>
                <a:cubicBezTo>
                  <a:pt x="7918" y="4674"/>
                  <a:pt x="8061" y="4531"/>
                  <a:pt x="8061" y="4355"/>
                </a:cubicBezTo>
                <a:lnTo>
                  <a:pt x="8061" y="3385"/>
                </a:lnTo>
                <a:lnTo>
                  <a:pt x="8061" y="3323"/>
                </a:lnTo>
                <a:lnTo>
                  <a:pt x="8061" y="2344"/>
                </a:lnTo>
                <a:cubicBezTo>
                  <a:pt x="8061" y="1549"/>
                  <a:pt x="7482" y="970"/>
                  <a:pt x="6683" y="970"/>
                </a:cubicBezTo>
                <a:cubicBezTo>
                  <a:pt x="6682" y="970"/>
                  <a:pt x="6681" y="970"/>
                  <a:pt x="6680" y="970"/>
                </a:cubicBezTo>
                <a:lnTo>
                  <a:pt x="4230" y="970"/>
                </a:lnTo>
                <a:cubicBezTo>
                  <a:pt x="4056" y="512"/>
                  <a:pt x="3559" y="1"/>
                  <a:pt x="298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858" name="Google Shape;2858;p95"/>
          <p:cNvSpPr txBox="1"/>
          <p:nvPr/>
        </p:nvSpPr>
        <p:spPr>
          <a:xfrm>
            <a:off x="2713776" y="2489471"/>
            <a:ext cx="268800" cy="45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Patient Data</a:t>
            </a:r>
            <a:endParaRPr sz="1800">
              <a:solidFill>
                <a:srgbClr val="252525"/>
              </a:solidFill>
              <a:latin typeface="Arial"/>
              <a:ea typeface="Arial"/>
              <a:cs typeface="Arial"/>
              <a:sym typeface="Arial"/>
            </a:endParaRPr>
          </a:p>
        </p:txBody>
      </p:sp>
      <p:sp>
        <p:nvSpPr>
          <p:cNvPr id="2859" name="Google Shape;2859;p95"/>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cxnSp>
        <p:nvCxnSpPr>
          <p:cNvPr id="2860" name="Google Shape;2860;p95"/>
          <p:cNvCxnSpPr/>
          <p:nvPr/>
        </p:nvCxnSpPr>
        <p:spPr>
          <a:xfrm>
            <a:off x="365446" y="146184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1" name="Google Shape;2861;p95"/>
          <p:cNvCxnSpPr/>
          <p:nvPr/>
        </p:nvCxnSpPr>
        <p:spPr>
          <a:xfrm>
            <a:off x="2560854" y="146184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2" name="Google Shape;2862;p95"/>
          <p:cNvCxnSpPr/>
          <p:nvPr/>
        </p:nvCxnSpPr>
        <p:spPr>
          <a:xfrm>
            <a:off x="4756262" y="146184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3" name="Google Shape;2863;p95"/>
          <p:cNvCxnSpPr/>
          <p:nvPr/>
        </p:nvCxnSpPr>
        <p:spPr>
          <a:xfrm>
            <a:off x="6951671" y="146184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4" name="Google Shape;2864;p95"/>
          <p:cNvCxnSpPr/>
          <p:nvPr/>
        </p:nvCxnSpPr>
        <p:spPr>
          <a:xfrm>
            <a:off x="365446" y="364873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5" name="Google Shape;2865;p95"/>
          <p:cNvCxnSpPr/>
          <p:nvPr/>
        </p:nvCxnSpPr>
        <p:spPr>
          <a:xfrm>
            <a:off x="2560854" y="3648732"/>
            <a:ext cx="1693500" cy="0"/>
          </a:xfrm>
          <a:prstGeom prst="straightConnector1">
            <a:avLst/>
          </a:prstGeom>
          <a:noFill/>
          <a:ln cap="flat" cmpd="sng" w="9525">
            <a:solidFill>
              <a:srgbClr val="C8C8C8"/>
            </a:solidFill>
            <a:prstDash val="solid"/>
            <a:round/>
            <a:headEnd len="sm" w="sm" type="none"/>
            <a:tailEnd len="sm" w="sm" type="none"/>
          </a:ln>
        </p:spPr>
      </p:cxnSp>
      <p:cxnSp>
        <p:nvCxnSpPr>
          <p:cNvPr id="2866" name="Google Shape;2866;p95"/>
          <p:cNvCxnSpPr/>
          <p:nvPr/>
        </p:nvCxnSpPr>
        <p:spPr>
          <a:xfrm>
            <a:off x="4756262" y="3648732"/>
            <a:ext cx="3822900" cy="0"/>
          </a:xfrm>
          <a:prstGeom prst="straightConnector1">
            <a:avLst/>
          </a:prstGeom>
          <a:noFill/>
          <a:ln cap="flat" cmpd="sng" w="9525">
            <a:solidFill>
              <a:srgbClr val="C8C8C8"/>
            </a:solidFill>
            <a:prstDash val="solid"/>
            <a:round/>
            <a:headEnd len="sm" w="sm" type="none"/>
            <a:tailEnd len="sm" w="sm"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0" name="Shape 2870"/>
        <p:cNvGrpSpPr/>
        <p:nvPr/>
      </p:nvGrpSpPr>
      <p:grpSpPr>
        <a:xfrm>
          <a:off x="0" y="0"/>
          <a:ext cx="0" cy="0"/>
          <a:chOff x="0" y="0"/>
          <a:chExt cx="0" cy="0"/>
        </a:xfrm>
      </p:grpSpPr>
      <p:grpSp>
        <p:nvGrpSpPr>
          <p:cNvPr id="2871" name="Google Shape;2871;p96"/>
          <p:cNvGrpSpPr/>
          <p:nvPr/>
        </p:nvGrpSpPr>
        <p:grpSpPr>
          <a:xfrm>
            <a:off x="8390126" y="1004686"/>
            <a:ext cx="264310" cy="250438"/>
            <a:chOff x="345049" y="1086515"/>
            <a:chExt cx="3135348" cy="2970796"/>
          </a:xfrm>
        </p:grpSpPr>
        <p:sp>
          <p:nvSpPr>
            <p:cNvPr id="2872" name="Google Shape;2872;p96"/>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3" name="Google Shape;2873;p96"/>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4" name="Google Shape;2874;p96"/>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5" name="Google Shape;2875;p96"/>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6" name="Google Shape;2876;p96"/>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7" name="Google Shape;2877;p96"/>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8" name="Google Shape;2878;p96"/>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79" name="Google Shape;2879;p96"/>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80" name="Google Shape;2880;p96"/>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81" name="Google Shape;2881;p96"/>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2882" name="Google Shape;2882;p96"/>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grpSp>
      <p:sp>
        <p:nvSpPr>
          <p:cNvPr id="2883" name="Google Shape;2883;p96"/>
          <p:cNvSpPr txBox="1"/>
          <p:nvPr>
            <p:ph type="title"/>
          </p:nvPr>
        </p:nvSpPr>
        <p:spPr>
          <a:xfrm>
            <a:off x="365750" y="274325"/>
            <a:ext cx="27279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General</a:t>
            </a:r>
            <a:endParaRPr/>
          </a:p>
        </p:txBody>
      </p:sp>
      <p:sp>
        <p:nvSpPr>
          <p:cNvPr id="2884" name="Google Shape;2884;p9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885" name="Google Shape;2885;p96"/>
          <p:cNvSpPr/>
          <p:nvPr/>
        </p:nvSpPr>
        <p:spPr>
          <a:xfrm>
            <a:off x="1289932" y="1795987"/>
            <a:ext cx="205396" cy="236079"/>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886" name="Google Shape;2886;p96"/>
          <p:cNvSpPr/>
          <p:nvPr/>
        </p:nvSpPr>
        <p:spPr>
          <a:xfrm>
            <a:off x="431049" y="1021892"/>
            <a:ext cx="340076"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nvGrpSpPr>
          <p:cNvPr id="2887" name="Google Shape;2887;p96"/>
          <p:cNvGrpSpPr/>
          <p:nvPr/>
        </p:nvGrpSpPr>
        <p:grpSpPr>
          <a:xfrm>
            <a:off x="2032894" y="986944"/>
            <a:ext cx="302977" cy="285959"/>
            <a:chOff x="20901043" y="6810764"/>
            <a:chExt cx="2133641" cy="2013794"/>
          </a:xfrm>
        </p:grpSpPr>
        <p:sp>
          <p:nvSpPr>
            <p:cNvPr id="2888" name="Google Shape;2888;p96"/>
            <p:cNvSpPr/>
            <p:nvPr/>
          </p:nvSpPr>
          <p:spPr>
            <a:xfrm>
              <a:off x="21182474" y="7586650"/>
              <a:ext cx="519620" cy="68762"/>
            </a:xfrm>
            <a:custGeom>
              <a:rect b="b" l="l" r="r" t="t"/>
              <a:pathLst>
                <a:path extrusionOk="0" h="68762" w="519620">
                  <a:moveTo>
                    <a:pt x="519620" y="34381"/>
                  </a:moveTo>
                  <a:cubicBezTo>
                    <a:pt x="519620" y="13823"/>
                    <a:pt x="505974" y="0"/>
                    <a:pt x="485239" y="0"/>
                  </a:cubicBezTo>
                  <a:lnTo>
                    <a:pt x="34381" y="0"/>
                  </a:lnTo>
                  <a:cubicBezTo>
                    <a:pt x="13823" y="0"/>
                    <a:pt x="0" y="13646"/>
                    <a:pt x="0" y="34381"/>
                  </a:cubicBezTo>
                  <a:cubicBezTo>
                    <a:pt x="0" y="55117"/>
                    <a:pt x="13646" y="68763"/>
                    <a:pt x="34381" y="68763"/>
                  </a:cubicBezTo>
                  <a:lnTo>
                    <a:pt x="492150" y="68763"/>
                  </a:lnTo>
                  <a:cubicBezTo>
                    <a:pt x="505797" y="68763"/>
                    <a:pt x="519620" y="55117"/>
                    <a:pt x="519620" y="34381"/>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89" name="Google Shape;2889;p96"/>
            <p:cNvSpPr/>
            <p:nvPr/>
          </p:nvSpPr>
          <p:spPr>
            <a:xfrm>
              <a:off x="21182474" y="8005607"/>
              <a:ext cx="431362" cy="68762"/>
            </a:xfrm>
            <a:custGeom>
              <a:rect b="b" l="l" r="r" t="t"/>
              <a:pathLst>
                <a:path extrusionOk="0" h="68762" w="431362">
                  <a:moveTo>
                    <a:pt x="34381" y="0"/>
                  </a:moveTo>
                  <a:cubicBezTo>
                    <a:pt x="13823" y="0"/>
                    <a:pt x="0" y="13646"/>
                    <a:pt x="0" y="34381"/>
                  </a:cubicBezTo>
                  <a:cubicBezTo>
                    <a:pt x="0" y="55117"/>
                    <a:pt x="13646" y="68763"/>
                    <a:pt x="34381" y="68763"/>
                  </a:cubicBezTo>
                  <a:lnTo>
                    <a:pt x="396981" y="68763"/>
                  </a:lnTo>
                  <a:cubicBezTo>
                    <a:pt x="417539" y="68763"/>
                    <a:pt x="431363" y="55117"/>
                    <a:pt x="431363" y="34381"/>
                  </a:cubicBezTo>
                  <a:cubicBezTo>
                    <a:pt x="431363" y="13646"/>
                    <a:pt x="417716" y="0"/>
                    <a:pt x="396981" y="0"/>
                  </a:cubicBezTo>
                  <a:lnTo>
                    <a:pt x="34381" y="0"/>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0" name="Google Shape;2890;p96"/>
            <p:cNvSpPr/>
            <p:nvPr/>
          </p:nvSpPr>
          <p:spPr>
            <a:xfrm>
              <a:off x="21182474" y="7799496"/>
              <a:ext cx="431362" cy="68762"/>
            </a:xfrm>
            <a:custGeom>
              <a:rect b="b" l="l" r="r" t="t"/>
              <a:pathLst>
                <a:path extrusionOk="0" h="68762" w="431362">
                  <a:moveTo>
                    <a:pt x="34381" y="0"/>
                  </a:moveTo>
                  <a:cubicBezTo>
                    <a:pt x="13823" y="0"/>
                    <a:pt x="0" y="13646"/>
                    <a:pt x="0" y="34381"/>
                  </a:cubicBezTo>
                  <a:cubicBezTo>
                    <a:pt x="0" y="55116"/>
                    <a:pt x="13646" y="68763"/>
                    <a:pt x="34381" y="68763"/>
                  </a:cubicBezTo>
                  <a:lnTo>
                    <a:pt x="396981" y="68763"/>
                  </a:lnTo>
                  <a:cubicBezTo>
                    <a:pt x="417539" y="68763"/>
                    <a:pt x="431363" y="55116"/>
                    <a:pt x="431363" y="34381"/>
                  </a:cubicBezTo>
                  <a:cubicBezTo>
                    <a:pt x="431363" y="13646"/>
                    <a:pt x="417716" y="0"/>
                    <a:pt x="396981" y="0"/>
                  </a:cubicBezTo>
                  <a:lnTo>
                    <a:pt x="34381" y="0"/>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1" name="Google Shape;2891;p96"/>
            <p:cNvSpPr/>
            <p:nvPr/>
          </p:nvSpPr>
          <p:spPr>
            <a:xfrm>
              <a:off x="20901043" y="6810764"/>
              <a:ext cx="2018401" cy="1675296"/>
            </a:xfrm>
            <a:custGeom>
              <a:rect b="b" l="l" r="r" t="t"/>
              <a:pathLst>
                <a:path extrusionOk="0" h="1675296" w="2018401">
                  <a:moveTo>
                    <a:pt x="0" y="75675"/>
                  </a:moveTo>
                  <a:lnTo>
                    <a:pt x="0" y="1599799"/>
                  </a:lnTo>
                  <a:cubicBezTo>
                    <a:pt x="0" y="1640915"/>
                    <a:pt x="34381" y="1675296"/>
                    <a:pt x="75497" y="1675296"/>
                  </a:cubicBezTo>
                  <a:lnTo>
                    <a:pt x="701806" y="1675296"/>
                  </a:lnTo>
                  <a:cubicBezTo>
                    <a:pt x="701806" y="1675296"/>
                    <a:pt x="784215" y="1675296"/>
                    <a:pt x="784215" y="1599799"/>
                  </a:cubicBezTo>
                  <a:cubicBezTo>
                    <a:pt x="784215" y="1524301"/>
                    <a:pt x="701806" y="1524301"/>
                    <a:pt x="701806" y="1524301"/>
                  </a:cubicBezTo>
                  <a:lnTo>
                    <a:pt x="154362" y="1524301"/>
                  </a:lnTo>
                  <a:lnTo>
                    <a:pt x="154362" y="460073"/>
                  </a:lnTo>
                  <a:lnTo>
                    <a:pt x="1863862" y="460073"/>
                  </a:lnTo>
                  <a:lnTo>
                    <a:pt x="1863862" y="640132"/>
                  </a:lnTo>
                  <a:cubicBezTo>
                    <a:pt x="1863862" y="640132"/>
                    <a:pt x="1867229" y="708718"/>
                    <a:pt x="1942904" y="708718"/>
                  </a:cubicBezTo>
                  <a:cubicBezTo>
                    <a:pt x="2011490" y="708718"/>
                    <a:pt x="2018401" y="640132"/>
                    <a:pt x="2018401" y="640132"/>
                  </a:cubicBezTo>
                  <a:lnTo>
                    <a:pt x="2018401" y="75497"/>
                  </a:lnTo>
                  <a:cubicBezTo>
                    <a:pt x="2018401" y="34381"/>
                    <a:pt x="1984020" y="0"/>
                    <a:pt x="1942904" y="0"/>
                  </a:cubicBezTo>
                  <a:lnTo>
                    <a:pt x="75497" y="0"/>
                  </a:lnTo>
                  <a:cubicBezTo>
                    <a:pt x="34381" y="0"/>
                    <a:pt x="0" y="34381"/>
                    <a:pt x="0" y="75497"/>
                  </a:cubicBezTo>
                  <a:close/>
                  <a:moveTo>
                    <a:pt x="154539" y="151172"/>
                  </a:moveTo>
                  <a:lnTo>
                    <a:pt x="1864039" y="151172"/>
                  </a:lnTo>
                  <a:lnTo>
                    <a:pt x="1864039" y="370929"/>
                  </a:lnTo>
                  <a:lnTo>
                    <a:pt x="154362" y="370929"/>
                  </a:lnTo>
                  <a:lnTo>
                    <a:pt x="154362" y="151172"/>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2" name="Google Shape;2892;p96"/>
            <p:cNvSpPr/>
            <p:nvPr/>
          </p:nvSpPr>
          <p:spPr>
            <a:xfrm>
              <a:off x="21701917" y="7391704"/>
              <a:ext cx="1332767" cy="1432854"/>
            </a:xfrm>
            <a:custGeom>
              <a:rect b="b" l="l" r="r" t="t"/>
              <a:pathLst>
                <a:path extrusionOk="0" h="1432854" w="1332767">
                  <a:moveTo>
                    <a:pt x="1301531" y="1231173"/>
                  </a:moveTo>
                  <a:lnTo>
                    <a:pt x="1049519" y="941944"/>
                  </a:lnTo>
                  <a:cubicBezTo>
                    <a:pt x="1125725" y="843053"/>
                    <a:pt x="1171095" y="719528"/>
                    <a:pt x="1171095" y="585370"/>
                  </a:cubicBezTo>
                  <a:cubicBezTo>
                    <a:pt x="1171095" y="262646"/>
                    <a:pt x="908449" y="0"/>
                    <a:pt x="585547" y="0"/>
                  </a:cubicBezTo>
                  <a:cubicBezTo>
                    <a:pt x="262646" y="0"/>
                    <a:pt x="0" y="262646"/>
                    <a:pt x="0" y="585370"/>
                  </a:cubicBezTo>
                  <a:cubicBezTo>
                    <a:pt x="0" y="908094"/>
                    <a:pt x="262646" y="1170917"/>
                    <a:pt x="585547" y="1170917"/>
                  </a:cubicBezTo>
                  <a:cubicBezTo>
                    <a:pt x="683375" y="1170917"/>
                    <a:pt x="775531" y="1146638"/>
                    <a:pt x="856522" y="1104104"/>
                  </a:cubicBezTo>
                  <a:lnTo>
                    <a:pt x="1109421" y="1394397"/>
                  </a:lnTo>
                  <a:cubicBezTo>
                    <a:pt x="1128561" y="1423284"/>
                    <a:pt x="1157448" y="1432854"/>
                    <a:pt x="1195729" y="1432854"/>
                  </a:cubicBezTo>
                  <a:lnTo>
                    <a:pt x="1205299" y="1432854"/>
                  </a:lnTo>
                  <a:cubicBezTo>
                    <a:pt x="1234009" y="1432854"/>
                    <a:pt x="1262897" y="1423284"/>
                    <a:pt x="1291607" y="1404144"/>
                  </a:cubicBezTo>
                  <a:cubicBezTo>
                    <a:pt x="1339634" y="1356116"/>
                    <a:pt x="1349204" y="1279378"/>
                    <a:pt x="1301177" y="1231351"/>
                  </a:cubicBezTo>
                  <a:close/>
                  <a:moveTo>
                    <a:pt x="78156" y="585370"/>
                  </a:moveTo>
                  <a:cubicBezTo>
                    <a:pt x="78156" y="305534"/>
                    <a:pt x="305888" y="77978"/>
                    <a:pt x="585547" y="77978"/>
                  </a:cubicBezTo>
                  <a:cubicBezTo>
                    <a:pt x="865206" y="77978"/>
                    <a:pt x="1092939" y="305534"/>
                    <a:pt x="1092939" y="585370"/>
                  </a:cubicBezTo>
                  <a:cubicBezTo>
                    <a:pt x="1092939" y="865206"/>
                    <a:pt x="865206" y="1092762"/>
                    <a:pt x="585547" y="1092762"/>
                  </a:cubicBezTo>
                  <a:cubicBezTo>
                    <a:pt x="305888" y="1092762"/>
                    <a:pt x="78156" y="865029"/>
                    <a:pt x="78156" y="585370"/>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3" name="Google Shape;2893;p96"/>
            <p:cNvSpPr/>
            <p:nvPr/>
          </p:nvSpPr>
          <p:spPr>
            <a:xfrm>
              <a:off x="21140650" y="7026623"/>
              <a:ext cx="90384" cy="90384"/>
            </a:xfrm>
            <a:custGeom>
              <a:rect b="b" l="l" r="r" t="t"/>
              <a:pathLst>
                <a:path extrusionOk="0" h="90384" w="90384">
                  <a:moveTo>
                    <a:pt x="90384" y="45192"/>
                  </a:moveTo>
                  <a:cubicBezTo>
                    <a:pt x="90384" y="70151"/>
                    <a:pt x="70151" y="90384"/>
                    <a:pt x="45192" y="90384"/>
                  </a:cubicBezTo>
                  <a:cubicBezTo>
                    <a:pt x="20233" y="90384"/>
                    <a:pt x="0" y="70151"/>
                    <a:pt x="0" y="45192"/>
                  </a:cubicBezTo>
                  <a:cubicBezTo>
                    <a:pt x="0" y="20233"/>
                    <a:pt x="20233" y="0"/>
                    <a:pt x="45192" y="0"/>
                  </a:cubicBezTo>
                  <a:cubicBezTo>
                    <a:pt x="70151" y="0"/>
                    <a:pt x="90384" y="20233"/>
                    <a:pt x="90384" y="4519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4" name="Google Shape;2894;p96"/>
            <p:cNvSpPr/>
            <p:nvPr/>
          </p:nvSpPr>
          <p:spPr>
            <a:xfrm>
              <a:off x="21314683" y="7026623"/>
              <a:ext cx="90384" cy="90384"/>
            </a:xfrm>
            <a:custGeom>
              <a:rect b="b" l="l" r="r" t="t"/>
              <a:pathLst>
                <a:path extrusionOk="0" h="90384" w="90384">
                  <a:moveTo>
                    <a:pt x="90384" y="45192"/>
                  </a:moveTo>
                  <a:cubicBezTo>
                    <a:pt x="90384" y="70151"/>
                    <a:pt x="70151" y="90384"/>
                    <a:pt x="45192" y="90384"/>
                  </a:cubicBezTo>
                  <a:cubicBezTo>
                    <a:pt x="20233" y="90384"/>
                    <a:pt x="0" y="70151"/>
                    <a:pt x="0" y="45192"/>
                  </a:cubicBezTo>
                  <a:cubicBezTo>
                    <a:pt x="0" y="20233"/>
                    <a:pt x="20233" y="0"/>
                    <a:pt x="45192" y="0"/>
                  </a:cubicBezTo>
                  <a:cubicBezTo>
                    <a:pt x="70151" y="0"/>
                    <a:pt x="90384" y="20233"/>
                    <a:pt x="90384" y="4519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5" name="Google Shape;2895;p96"/>
            <p:cNvSpPr/>
            <p:nvPr/>
          </p:nvSpPr>
          <p:spPr>
            <a:xfrm>
              <a:off x="21488894" y="7026623"/>
              <a:ext cx="90384" cy="90384"/>
            </a:xfrm>
            <a:custGeom>
              <a:rect b="b" l="l" r="r" t="t"/>
              <a:pathLst>
                <a:path extrusionOk="0" h="90384" w="90384">
                  <a:moveTo>
                    <a:pt x="90384" y="45192"/>
                  </a:moveTo>
                  <a:cubicBezTo>
                    <a:pt x="90384" y="70151"/>
                    <a:pt x="70151" y="90384"/>
                    <a:pt x="45192" y="90384"/>
                  </a:cubicBezTo>
                  <a:cubicBezTo>
                    <a:pt x="20233" y="90384"/>
                    <a:pt x="0" y="70151"/>
                    <a:pt x="0" y="45192"/>
                  </a:cubicBezTo>
                  <a:cubicBezTo>
                    <a:pt x="0" y="20233"/>
                    <a:pt x="20233" y="0"/>
                    <a:pt x="45192" y="0"/>
                  </a:cubicBezTo>
                  <a:cubicBezTo>
                    <a:pt x="70151" y="0"/>
                    <a:pt x="90384" y="20233"/>
                    <a:pt x="90384" y="4519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896" name="Google Shape;2896;p96"/>
            <p:cNvSpPr/>
            <p:nvPr/>
          </p:nvSpPr>
          <p:spPr>
            <a:xfrm>
              <a:off x="21892433" y="7709997"/>
              <a:ext cx="799279" cy="510404"/>
            </a:xfrm>
            <a:custGeom>
              <a:rect b="b" l="l" r="r" t="t"/>
              <a:pathLst>
                <a:path extrusionOk="0" h="510404" w="799279">
                  <a:moveTo>
                    <a:pt x="768619" y="407260"/>
                  </a:moveTo>
                  <a:lnTo>
                    <a:pt x="768619" y="205048"/>
                  </a:lnTo>
                  <a:cubicBezTo>
                    <a:pt x="786696" y="196187"/>
                    <a:pt x="799279" y="177755"/>
                    <a:pt x="799279" y="156311"/>
                  </a:cubicBezTo>
                  <a:cubicBezTo>
                    <a:pt x="799279" y="134867"/>
                    <a:pt x="786696" y="116436"/>
                    <a:pt x="768619" y="107575"/>
                  </a:cubicBezTo>
                  <a:lnTo>
                    <a:pt x="768619" y="30660"/>
                  </a:lnTo>
                  <a:lnTo>
                    <a:pt x="404247" y="30660"/>
                  </a:lnTo>
                  <a:cubicBezTo>
                    <a:pt x="395386" y="12583"/>
                    <a:pt x="376955" y="0"/>
                    <a:pt x="355511" y="0"/>
                  </a:cubicBezTo>
                  <a:cubicBezTo>
                    <a:pt x="334067" y="0"/>
                    <a:pt x="315635" y="12583"/>
                    <a:pt x="306774" y="30660"/>
                  </a:cubicBezTo>
                  <a:lnTo>
                    <a:pt x="103144" y="30660"/>
                  </a:lnTo>
                  <a:cubicBezTo>
                    <a:pt x="94283" y="12583"/>
                    <a:pt x="75852" y="0"/>
                    <a:pt x="54408" y="0"/>
                  </a:cubicBezTo>
                  <a:cubicBezTo>
                    <a:pt x="24457" y="0"/>
                    <a:pt x="0" y="24457"/>
                    <a:pt x="0" y="54408"/>
                  </a:cubicBezTo>
                  <a:cubicBezTo>
                    <a:pt x="0" y="75143"/>
                    <a:pt x="11874" y="93042"/>
                    <a:pt x="29065" y="102258"/>
                  </a:cubicBezTo>
                  <a:lnTo>
                    <a:pt x="29065" y="406551"/>
                  </a:lnTo>
                  <a:cubicBezTo>
                    <a:pt x="11874" y="415767"/>
                    <a:pt x="0" y="433667"/>
                    <a:pt x="0" y="454402"/>
                  </a:cubicBezTo>
                  <a:cubicBezTo>
                    <a:pt x="0" y="484353"/>
                    <a:pt x="24457" y="508809"/>
                    <a:pt x="54408" y="508809"/>
                  </a:cubicBezTo>
                  <a:cubicBezTo>
                    <a:pt x="75143" y="508809"/>
                    <a:pt x="93042" y="496935"/>
                    <a:pt x="102258" y="479745"/>
                  </a:cubicBezTo>
                  <a:lnTo>
                    <a:pt x="696135" y="479745"/>
                  </a:lnTo>
                  <a:cubicBezTo>
                    <a:pt x="704996" y="497821"/>
                    <a:pt x="723427" y="510404"/>
                    <a:pt x="744871" y="510404"/>
                  </a:cubicBezTo>
                  <a:cubicBezTo>
                    <a:pt x="774822" y="510404"/>
                    <a:pt x="799279" y="485948"/>
                    <a:pt x="799279" y="455997"/>
                  </a:cubicBezTo>
                  <a:cubicBezTo>
                    <a:pt x="799279" y="434553"/>
                    <a:pt x="786696" y="416121"/>
                    <a:pt x="768619" y="407260"/>
                  </a:cubicBezTo>
                  <a:close/>
                  <a:moveTo>
                    <a:pt x="54585" y="485061"/>
                  </a:moveTo>
                  <a:cubicBezTo>
                    <a:pt x="37749" y="485061"/>
                    <a:pt x="23925" y="471238"/>
                    <a:pt x="23925" y="454402"/>
                  </a:cubicBezTo>
                  <a:cubicBezTo>
                    <a:pt x="23925" y="437565"/>
                    <a:pt x="37749" y="423742"/>
                    <a:pt x="54585" y="423742"/>
                  </a:cubicBezTo>
                  <a:cubicBezTo>
                    <a:pt x="71421" y="423742"/>
                    <a:pt x="85245" y="437565"/>
                    <a:pt x="85245" y="454402"/>
                  </a:cubicBezTo>
                  <a:cubicBezTo>
                    <a:pt x="85245" y="471238"/>
                    <a:pt x="71421" y="485061"/>
                    <a:pt x="54585" y="485061"/>
                  </a:cubicBezTo>
                  <a:close/>
                  <a:moveTo>
                    <a:pt x="54585" y="23748"/>
                  </a:moveTo>
                  <a:cubicBezTo>
                    <a:pt x="71421" y="23748"/>
                    <a:pt x="85245" y="37571"/>
                    <a:pt x="85245" y="54408"/>
                  </a:cubicBezTo>
                  <a:cubicBezTo>
                    <a:pt x="85245" y="71244"/>
                    <a:pt x="71421" y="85067"/>
                    <a:pt x="54585" y="85067"/>
                  </a:cubicBezTo>
                  <a:cubicBezTo>
                    <a:pt x="37749" y="85067"/>
                    <a:pt x="23925" y="71244"/>
                    <a:pt x="23925" y="54408"/>
                  </a:cubicBezTo>
                  <a:cubicBezTo>
                    <a:pt x="23925" y="37571"/>
                    <a:pt x="37749" y="23748"/>
                    <a:pt x="54585" y="23748"/>
                  </a:cubicBezTo>
                  <a:close/>
                  <a:moveTo>
                    <a:pt x="355688" y="23748"/>
                  </a:moveTo>
                  <a:cubicBezTo>
                    <a:pt x="372524" y="23748"/>
                    <a:pt x="386348" y="37571"/>
                    <a:pt x="386348" y="54408"/>
                  </a:cubicBezTo>
                  <a:cubicBezTo>
                    <a:pt x="386348" y="71244"/>
                    <a:pt x="372524" y="85067"/>
                    <a:pt x="355688" y="85067"/>
                  </a:cubicBezTo>
                  <a:cubicBezTo>
                    <a:pt x="338852" y="85067"/>
                    <a:pt x="325028" y="71244"/>
                    <a:pt x="325028" y="54408"/>
                  </a:cubicBezTo>
                  <a:cubicBezTo>
                    <a:pt x="325028" y="37571"/>
                    <a:pt x="338852" y="23748"/>
                    <a:pt x="355688" y="23748"/>
                  </a:cubicBezTo>
                  <a:close/>
                  <a:moveTo>
                    <a:pt x="316699" y="92334"/>
                  </a:moveTo>
                  <a:lnTo>
                    <a:pt x="237657" y="213200"/>
                  </a:lnTo>
                  <a:cubicBezTo>
                    <a:pt x="233758" y="211960"/>
                    <a:pt x="229682" y="211073"/>
                    <a:pt x="225251" y="211073"/>
                  </a:cubicBezTo>
                  <a:cubicBezTo>
                    <a:pt x="219226" y="211073"/>
                    <a:pt x="213732" y="212314"/>
                    <a:pt x="208592" y="214441"/>
                  </a:cubicBezTo>
                  <a:lnTo>
                    <a:pt x="100663" y="82763"/>
                  </a:lnTo>
                  <a:cubicBezTo>
                    <a:pt x="101549" y="81169"/>
                    <a:pt x="102435" y="79573"/>
                    <a:pt x="103321" y="77978"/>
                  </a:cubicBezTo>
                  <a:lnTo>
                    <a:pt x="306952" y="77978"/>
                  </a:lnTo>
                  <a:cubicBezTo>
                    <a:pt x="309433" y="83118"/>
                    <a:pt x="312800" y="88080"/>
                    <a:pt x="316699" y="92156"/>
                  </a:cubicBezTo>
                  <a:close/>
                  <a:moveTo>
                    <a:pt x="84004" y="100131"/>
                  </a:moveTo>
                  <a:lnTo>
                    <a:pt x="190338" y="229859"/>
                  </a:lnTo>
                  <a:cubicBezTo>
                    <a:pt x="185553" y="236771"/>
                    <a:pt x="182895" y="244923"/>
                    <a:pt x="182895" y="253962"/>
                  </a:cubicBezTo>
                  <a:cubicBezTo>
                    <a:pt x="182895" y="263000"/>
                    <a:pt x="185553" y="270621"/>
                    <a:pt x="189984" y="277355"/>
                  </a:cubicBezTo>
                  <a:lnTo>
                    <a:pt x="79928" y="406551"/>
                  </a:lnTo>
                  <a:cubicBezTo>
                    <a:pt x="78865" y="406020"/>
                    <a:pt x="77978" y="405488"/>
                    <a:pt x="76915" y="404956"/>
                  </a:cubicBezTo>
                  <a:lnTo>
                    <a:pt x="76915" y="104208"/>
                  </a:lnTo>
                  <a:cubicBezTo>
                    <a:pt x="79396" y="103144"/>
                    <a:pt x="81877" y="101726"/>
                    <a:pt x="84181" y="100309"/>
                  </a:cubicBezTo>
                  <a:close/>
                  <a:moveTo>
                    <a:pt x="207883" y="292596"/>
                  </a:moveTo>
                  <a:cubicBezTo>
                    <a:pt x="213200" y="295078"/>
                    <a:pt x="219049" y="296495"/>
                    <a:pt x="225429" y="296495"/>
                  </a:cubicBezTo>
                  <a:cubicBezTo>
                    <a:pt x="240493" y="296495"/>
                    <a:pt x="253784" y="288520"/>
                    <a:pt x="261228" y="276646"/>
                  </a:cubicBezTo>
                  <a:lnTo>
                    <a:pt x="415235" y="321129"/>
                  </a:lnTo>
                  <a:cubicBezTo>
                    <a:pt x="347536" y="339738"/>
                    <a:pt x="208947" y="378550"/>
                    <a:pt x="108993" y="408855"/>
                  </a:cubicBezTo>
                  <a:lnTo>
                    <a:pt x="207883" y="292596"/>
                  </a:lnTo>
                  <a:close/>
                  <a:moveTo>
                    <a:pt x="267962" y="253784"/>
                  </a:moveTo>
                  <a:cubicBezTo>
                    <a:pt x="267962" y="243151"/>
                    <a:pt x="263886" y="233758"/>
                    <a:pt x="257683" y="226315"/>
                  </a:cubicBezTo>
                  <a:lnTo>
                    <a:pt x="336725" y="105271"/>
                  </a:lnTo>
                  <a:cubicBezTo>
                    <a:pt x="342751" y="107575"/>
                    <a:pt x="348954" y="108815"/>
                    <a:pt x="355688" y="108815"/>
                  </a:cubicBezTo>
                  <a:cubicBezTo>
                    <a:pt x="370752" y="108815"/>
                    <a:pt x="384575" y="102613"/>
                    <a:pt x="394323" y="92511"/>
                  </a:cubicBezTo>
                  <a:lnTo>
                    <a:pt x="477795" y="144792"/>
                  </a:lnTo>
                  <a:cubicBezTo>
                    <a:pt x="476732" y="148513"/>
                    <a:pt x="476023" y="152235"/>
                    <a:pt x="476023" y="156311"/>
                  </a:cubicBezTo>
                  <a:cubicBezTo>
                    <a:pt x="476023" y="170489"/>
                    <a:pt x="482935" y="182895"/>
                    <a:pt x="493568" y="190516"/>
                  </a:cubicBezTo>
                  <a:lnTo>
                    <a:pt x="461668" y="278419"/>
                  </a:lnTo>
                  <a:cubicBezTo>
                    <a:pt x="460782" y="278419"/>
                    <a:pt x="459718" y="278064"/>
                    <a:pt x="458832" y="278064"/>
                  </a:cubicBezTo>
                  <a:cubicBezTo>
                    <a:pt x="443591" y="278064"/>
                    <a:pt x="430299" y="286216"/>
                    <a:pt x="422679" y="298268"/>
                  </a:cubicBezTo>
                  <a:lnTo>
                    <a:pt x="267785" y="253430"/>
                  </a:lnTo>
                  <a:close/>
                  <a:moveTo>
                    <a:pt x="516076" y="198668"/>
                  </a:moveTo>
                  <a:cubicBezTo>
                    <a:pt x="516962" y="198668"/>
                    <a:pt x="517848" y="199022"/>
                    <a:pt x="518734" y="199022"/>
                  </a:cubicBezTo>
                  <a:cubicBezTo>
                    <a:pt x="538051" y="199022"/>
                    <a:pt x="554179" y="186085"/>
                    <a:pt x="559318" y="168363"/>
                  </a:cubicBezTo>
                  <a:lnTo>
                    <a:pt x="692059" y="168363"/>
                  </a:lnTo>
                  <a:cubicBezTo>
                    <a:pt x="692413" y="169780"/>
                    <a:pt x="692945" y="171198"/>
                    <a:pt x="693299" y="172616"/>
                  </a:cubicBezTo>
                  <a:lnTo>
                    <a:pt x="488606" y="290647"/>
                  </a:lnTo>
                  <a:cubicBezTo>
                    <a:pt x="487188" y="289229"/>
                    <a:pt x="485593" y="287989"/>
                    <a:pt x="483998" y="286925"/>
                  </a:cubicBezTo>
                  <a:lnTo>
                    <a:pt x="515898" y="198845"/>
                  </a:lnTo>
                  <a:close/>
                  <a:moveTo>
                    <a:pt x="775708" y="156311"/>
                  </a:moveTo>
                  <a:cubicBezTo>
                    <a:pt x="775708" y="173148"/>
                    <a:pt x="761885" y="186971"/>
                    <a:pt x="745049" y="186971"/>
                  </a:cubicBezTo>
                  <a:cubicBezTo>
                    <a:pt x="728212" y="186971"/>
                    <a:pt x="714389" y="173148"/>
                    <a:pt x="714389" y="156311"/>
                  </a:cubicBezTo>
                  <a:cubicBezTo>
                    <a:pt x="714389" y="139475"/>
                    <a:pt x="728212" y="125652"/>
                    <a:pt x="745049" y="125652"/>
                  </a:cubicBezTo>
                  <a:cubicBezTo>
                    <a:pt x="761885" y="125652"/>
                    <a:pt x="775708" y="139475"/>
                    <a:pt x="775708" y="156311"/>
                  </a:cubicBezTo>
                  <a:close/>
                  <a:moveTo>
                    <a:pt x="721301" y="78156"/>
                  </a:moveTo>
                  <a:lnTo>
                    <a:pt x="721301" y="107575"/>
                  </a:lnTo>
                  <a:cubicBezTo>
                    <a:pt x="706591" y="114664"/>
                    <a:pt x="695603" y="128133"/>
                    <a:pt x="692059" y="144437"/>
                  </a:cubicBezTo>
                  <a:lnTo>
                    <a:pt x="559318" y="144437"/>
                  </a:lnTo>
                  <a:cubicBezTo>
                    <a:pt x="554179" y="126715"/>
                    <a:pt x="538051" y="113778"/>
                    <a:pt x="518734" y="113778"/>
                  </a:cubicBezTo>
                  <a:cubicBezTo>
                    <a:pt x="507923" y="113778"/>
                    <a:pt x="497999" y="118031"/>
                    <a:pt x="490555" y="124766"/>
                  </a:cubicBezTo>
                  <a:lnTo>
                    <a:pt x="416121" y="78156"/>
                  </a:lnTo>
                  <a:lnTo>
                    <a:pt x="721301" y="78156"/>
                  </a:lnTo>
                  <a:close/>
                  <a:moveTo>
                    <a:pt x="696312" y="432249"/>
                  </a:moveTo>
                  <a:lnTo>
                    <a:pt x="113069" y="432249"/>
                  </a:lnTo>
                  <a:cubicBezTo>
                    <a:pt x="213555" y="401766"/>
                    <a:pt x="355334" y="362245"/>
                    <a:pt x="423033" y="343460"/>
                  </a:cubicBezTo>
                  <a:cubicBezTo>
                    <a:pt x="430654" y="355334"/>
                    <a:pt x="443768" y="363309"/>
                    <a:pt x="458832" y="363309"/>
                  </a:cubicBezTo>
                  <a:cubicBezTo>
                    <a:pt x="472301" y="363309"/>
                    <a:pt x="483998" y="356929"/>
                    <a:pt x="491973" y="347181"/>
                  </a:cubicBezTo>
                  <a:lnTo>
                    <a:pt x="697730" y="429413"/>
                  </a:lnTo>
                  <a:cubicBezTo>
                    <a:pt x="697198" y="430299"/>
                    <a:pt x="696667" y="431185"/>
                    <a:pt x="696135" y="432249"/>
                  </a:cubicBezTo>
                  <a:close/>
                  <a:moveTo>
                    <a:pt x="714921" y="410805"/>
                  </a:moveTo>
                  <a:lnTo>
                    <a:pt x="501011" y="325560"/>
                  </a:lnTo>
                  <a:cubicBezTo>
                    <a:pt x="501011" y="323965"/>
                    <a:pt x="501543" y="322547"/>
                    <a:pt x="501543" y="320952"/>
                  </a:cubicBezTo>
                  <a:cubicBezTo>
                    <a:pt x="501543" y="317585"/>
                    <a:pt x="501011" y="314218"/>
                    <a:pt x="500303" y="311028"/>
                  </a:cubicBezTo>
                  <a:lnTo>
                    <a:pt x="705173" y="193174"/>
                  </a:lnTo>
                  <a:cubicBezTo>
                    <a:pt x="709781" y="198136"/>
                    <a:pt x="715275" y="202212"/>
                    <a:pt x="721478" y="205225"/>
                  </a:cubicBezTo>
                  <a:lnTo>
                    <a:pt x="721478" y="407437"/>
                  </a:lnTo>
                  <a:cubicBezTo>
                    <a:pt x="719351" y="408501"/>
                    <a:pt x="717047" y="409564"/>
                    <a:pt x="715098" y="41098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grpSp>
        <p:nvGrpSpPr>
          <p:cNvPr id="2897" name="Google Shape;2897;p96"/>
          <p:cNvGrpSpPr/>
          <p:nvPr/>
        </p:nvGrpSpPr>
        <p:grpSpPr>
          <a:xfrm>
            <a:off x="2805097" y="988881"/>
            <a:ext cx="342808" cy="282083"/>
            <a:chOff x="24489028" y="6811827"/>
            <a:chExt cx="2414141" cy="1986501"/>
          </a:xfrm>
        </p:grpSpPr>
        <p:grpSp>
          <p:nvGrpSpPr>
            <p:cNvPr id="2898" name="Google Shape;2898;p96"/>
            <p:cNvGrpSpPr/>
            <p:nvPr/>
          </p:nvGrpSpPr>
          <p:grpSpPr>
            <a:xfrm>
              <a:off x="24489028" y="6811827"/>
              <a:ext cx="2073339" cy="1986501"/>
              <a:chOff x="24489028" y="6811827"/>
              <a:chExt cx="2073339" cy="1986501"/>
            </a:xfrm>
          </p:grpSpPr>
          <p:sp>
            <p:nvSpPr>
              <p:cNvPr id="2899" name="Google Shape;2899;p96"/>
              <p:cNvSpPr/>
              <p:nvPr/>
            </p:nvSpPr>
            <p:spPr>
              <a:xfrm>
                <a:off x="24789245" y="7671540"/>
                <a:ext cx="980224" cy="1126788"/>
              </a:xfrm>
              <a:custGeom>
                <a:rect b="b" l="l" r="r" t="t"/>
                <a:pathLst>
                  <a:path extrusionOk="0" h="1126788" w="980224">
                    <a:moveTo>
                      <a:pt x="591573" y="953109"/>
                    </a:moveTo>
                    <a:lnTo>
                      <a:pt x="591573" y="717933"/>
                    </a:lnTo>
                    <a:cubicBezTo>
                      <a:pt x="591573" y="626663"/>
                      <a:pt x="517316" y="552406"/>
                      <a:pt x="426046" y="552406"/>
                    </a:cubicBezTo>
                    <a:lnTo>
                      <a:pt x="207883" y="552406"/>
                    </a:lnTo>
                    <a:cubicBezTo>
                      <a:pt x="169780" y="552406"/>
                      <a:pt x="138943" y="521392"/>
                      <a:pt x="138943" y="483289"/>
                    </a:cubicBezTo>
                    <a:lnTo>
                      <a:pt x="138943" y="69472"/>
                    </a:lnTo>
                    <a:cubicBezTo>
                      <a:pt x="138943" y="31014"/>
                      <a:pt x="107752" y="0"/>
                      <a:pt x="69472" y="0"/>
                    </a:cubicBezTo>
                    <a:cubicBezTo>
                      <a:pt x="31191" y="0"/>
                      <a:pt x="0" y="31191"/>
                      <a:pt x="0" y="69472"/>
                    </a:cubicBezTo>
                    <a:lnTo>
                      <a:pt x="0" y="483289"/>
                    </a:lnTo>
                    <a:cubicBezTo>
                      <a:pt x="0" y="598130"/>
                      <a:pt x="93397" y="691527"/>
                      <a:pt x="208061" y="691527"/>
                    </a:cubicBezTo>
                    <a:lnTo>
                      <a:pt x="426223" y="691527"/>
                    </a:lnTo>
                    <a:cubicBezTo>
                      <a:pt x="440755" y="691527"/>
                      <a:pt x="452629" y="703401"/>
                      <a:pt x="452629" y="717933"/>
                    </a:cubicBezTo>
                    <a:lnTo>
                      <a:pt x="452629" y="1010353"/>
                    </a:lnTo>
                    <a:cubicBezTo>
                      <a:pt x="452629" y="1055013"/>
                      <a:pt x="479745" y="1107826"/>
                      <a:pt x="532026" y="1122004"/>
                    </a:cubicBezTo>
                    <a:cubicBezTo>
                      <a:pt x="542836" y="1124839"/>
                      <a:pt x="555419" y="1126789"/>
                      <a:pt x="568357" y="1126789"/>
                    </a:cubicBezTo>
                    <a:cubicBezTo>
                      <a:pt x="594586" y="1126789"/>
                      <a:pt x="622941" y="1119168"/>
                      <a:pt x="643677" y="1098433"/>
                    </a:cubicBezTo>
                    <a:cubicBezTo>
                      <a:pt x="644386" y="1097901"/>
                      <a:pt x="645094" y="1097369"/>
                      <a:pt x="645803" y="1096838"/>
                    </a:cubicBezTo>
                    <a:lnTo>
                      <a:pt x="980225" y="758340"/>
                    </a:lnTo>
                    <a:cubicBezTo>
                      <a:pt x="954173" y="716693"/>
                      <a:pt x="932906" y="671855"/>
                      <a:pt x="916778" y="624536"/>
                    </a:cubicBezTo>
                    <a:lnTo>
                      <a:pt x="591927" y="953287"/>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0" name="Google Shape;2900;p96"/>
              <p:cNvSpPr/>
              <p:nvPr/>
            </p:nvSpPr>
            <p:spPr>
              <a:xfrm>
                <a:off x="25414667" y="7082803"/>
                <a:ext cx="1147700" cy="411867"/>
              </a:xfrm>
              <a:custGeom>
                <a:rect b="b" l="l" r="r" t="t"/>
                <a:pathLst>
                  <a:path extrusionOk="0" h="411867" w="1147700">
                    <a:moveTo>
                      <a:pt x="1147701" y="208061"/>
                    </a:moveTo>
                    <a:cubicBezTo>
                      <a:pt x="1147701" y="93220"/>
                      <a:pt x="1054304" y="0"/>
                      <a:pt x="939640" y="0"/>
                    </a:cubicBezTo>
                    <a:lnTo>
                      <a:pt x="69472" y="0"/>
                    </a:lnTo>
                    <a:cubicBezTo>
                      <a:pt x="31014" y="0"/>
                      <a:pt x="0" y="31191"/>
                      <a:pt x="0" y="69472"/>
                    </a:cubicBezTo>
                    <a:cubicBezTo>
                      <a:pt x="0" y="107752"/>
                      <a:pt x="31191" y="138943"/>
                      <a:pt x="69472" y="138943"/>
                    </a:cubicBezTo>
                    <a:lnTo>
                      <a:pt x="939640" y="138943"/>
                    </a:lnTo>
                    <a:cubicBezTo>
                      <a:pt x="977743" y="138943"/>
                      <a:pt x="1008580" y="169958"/>
                      <a:pt x="1008580" y="207883"/>
                    </a:cubicBezTo>
                    <a:lnTo>
                      <a:pt x="1008580" y="371815"/>
                    </a:lnTo>
                    <a:cubicBezTo>
                      <a:pt x="1056962" y="379968"/>
                      <a:pt x="1103572" y="393614"/>
                      <a:pt x="1147701" y="411868"/>
                    </a:cubicBezTo>
                    <a:lnTo>
                      <a:pt x="1147701" y="207706"/>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1" name="Google Shape;2901;p96"/>
              <p:cNvSpPr/>
              <p:nvPr/>
            </p:nvSpPr>
            <p:spPr>
              <a:xfrm>
                <a:off x="24489028" y="6811827"/>
                <a:ext cx="760428" cy="759350"/>
              </a:xfrm>
              <a:custGeom>
                <a:rect b="b" l="l" r="r" t="t"/>
                <a:pathLst>
                  <a:path extrusionOk="0" h="759350" w="760428">
                    <a:moveTo>
                      <a:pt x="318117" y="704819"/>
                    </a:moveTo>
                    <a:cubicBezTo>
                      <a:pt x="322902" y="746821"/>
                      <a:pt x="369334" y="772164"/>
                      <a:pt x="409032" y="752670"/>
                    </a:cubicBezTo>
                    <a:cubicBezTo>
                      <a:pt x="433489" y="740618"/>
                      <a:pt x="444654" y="719352"/>
                      <a:pt x="444832" y="692591"/>
                    </a:cubicBezTo>
                    <a:cubicBezTo>
                      <a:pt x="444832" y="657323"/>
                      <a:pt x="452452" y="623651"/>
                      <a:pt x="466985" y="591750"/>
                    </a:cubicBezTo>
                    <a:cubicBezTo>
                      <a:pt x="484884" y="552407"/>
                      <a:pt x="511113" y="519443"/>
                      <a:pt x="546026" y="493568"/>
                    </a:cubicBezTo>
                    <a:cubicBezTo>
                      <a:pt x="577749" y="469998"/>
                      <a:pt x="612840" y="454048"/>
                      <a:pt x="651829" y="447667"/>
                    </a:cubicBezTo>
                    <a:cubicBezTo>
                      <a:pt x="669906" y="444832"/>
                      <a:pt x="688337" y="444123"/>
                      <a:pt x="706414" y="441996"/>
                    </a:cubicBezTo>
                    <a:cubicBezTo>
                      <a:pt x="746289" y="437389"/>
                      <a:pt x="771632" y="394323"/>
                      <a:pt x="755505" y="355334"/>
                    </a:cubicBezTo>
                    <a:cubicBezTo>
                      <a:pt x="743985" y="327510"/>
                      <a:pt x="721478" y="315636"/>
                      <a:pt x="692413" y="315459"/>
                    </a:cubicBezTo>
                    <a:cubicBezTo>
                      <a:pt x="656791" y="315104"/>
                      <a:pt x="622942" y="307661"/>
                      <a:pt x="590864" y="292597"/>
                    </a:cubicBezTo>
                    <a:cubicBezTo>
                      <a:pt x="538937" y="268317"/>
                      <a:pt x="499239" y="230568"/>
                      <a:pt x="472479" y="179705"/>
                    </a:cubicBezTo>
                    <a:cubicBezTo>
                      <a:pt x="458655" y="153476"/>
                      <a:pt x="449617" y="125475"/>
                      <a:pt x="446427" y="96056"/>
                    </a:cubicBezTo>
                    <a:cubicBezTo>
                      <a:pt x="445009" y="82587"/>
                      <a:pt x="444832" y="69118"/>
                      <a:pt x="443414" y="55649"/>
                    </a:cubicBezTo>
                    <a:cubicBezTo>
                      <a:pt x="438629" y="14001"/>
                      <a:pt x="395386" y="-11696"/>
                      <a:pt x="355156" y="5317"/>
                    </a:cubicBezTo>
                    <a:cubicBezTo>
                      <a:pt x="329813" y="16128"/>
                      <a:pt x="318117" y="36863"/>
                      <a:pt x="316522" y="64155"/>
                    </a:cubicBezTo>
                    <a:cubicBezTo>
                      <a:pt x="315636" y="80814"/>
                      <a:pt x="314749" y="97473"/>
                      <a:pt x="311737" y="113778"/>
                    </a:cubicBezTo>
                    <a:cubicBezTo>
                      <a:pt x="306597" y="141248"/>
                      <a:pt x="296495" y="166945"/>
                      <a:pt x="282317" y="191047"/>
                    </a:cubicBezTo>
                    <a:cubicBezTo>
                      <a:pt x="262646" y="224543"/>
                      <a:pt x="236948" y="252190"/>
                      <a:pt x="204693" y="273634"/>
                    </a:cubicBezTo>
                    <a:cubicBezTo>
                      <a:pt x="162337" y="301812"/>
                      <a:pt x="115727" y="315636"/>
                      <a:pt x="64687" y="315990"/>
                    </a:cubicBezTo>
                    <a:cubicBezTo>
                      <a:pt x="28179" y="316345"/>
                      <a:pt x="1595" y="343814"/>
                      <a:pt x="0" y="379968"/>
                    </a:cubicBezTo>
                    <a:cubicBezTo>
                      <a:pt x="2304" y="388829"/>
                      <a:pt x="3190" y="398045"/>
                      <a:pt x="6912" y="406197"/>
                    </a:cubicBezTo>
                    <a:cubicBezTo>
                      <a:pt x="18963" y="432249"/>
                      <a:pt x="40761" y="443591"/>
                      <a:pt x="68586" y="443769"/>
                    </a:cubicBezTo>
                    <a:cubicBezTo>
                      <a:pt x="104916" y="443946"/>
                      <a:pt x="139475" y="451921"/>
                      <a:pt x="172084" y="467339"/>
                    </a:cubicBezTo>
                    <a:cubicBezTo>
                      <a:pt x="217276" y="488783"/>
                      <a:pt x="253253" y="520684"/>
                      <a:pt x="279659" y="563217"/>
                    </a:cubicBezTo>
                    <a:cubicBezTo>
                      <a:pt x="294546" y="587497"/>
                      <a:pt x="306065" y="613194"/>
                      <a:pt x="311028" y="641373"/>
                    </a:cubicBezTo>
                    <a:cubicBezTo>
                      <a:pt x="314749" y="662285"/>
                      <a:pt x="315990" y="683375"/>
                      <a:pt x="318294" y="704465"/>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2" name="Google Shape;2902;p96"/>
              <p:cNvSpPr/>
              <p:nvPr/>
            </p:nvSpPr>
            <p:spPr>
              <a:xfrm>
                <a:off x="25106251" y="7428212"/>
                <a:ext cx="475097" cy="474961"/>
              </a:xfrm>
              <a:custGeom>
                <a:rect b="b" l="l" r="r" t="t"/>
                <a:pathLst>
                  <a:path extrusionOk="0" h="474961" w="475097">
                    <a:moveTo>
                      <a:pt x="47" y="234467"/>
                    </a:moveTo>
                    <a:cubicBezTo>
                      <a:pt x="-1017" y="259456"/>
                      <a:pt x="16174" y="277532"/>
                      <a:pt x="41163" y="277710"/>
                    </a:cubicBezTo>
                    <a:cubicBezTo>
                      <a:pt x="64733" y="277710"/>
                      <a:pt x="87418" y="282672"/>
                      <a:pt x="108330" y="293483"/>
                    </a:cubicBezTo>
                    <a:cubicBezTo>
                      <a:pt x="165574" y="323256"/>
                      <a:pt x="195525" y="370752"/>
                      <a:pt x="197474" y="435439"/>
                    </a:cubicBezTo>
                    <a:cubicBezTo>
                      <a:pt x="198183" y="457946"/>
                      <a:pt x="215728" y="475137"/>
                      <a:pt x="238235" y="474960"/>
                    </a:cubicBezTo>
                    <a:cubicBezTo>
                      <a:pt x="260034" y="474960"/>
                      <a:pt x="277047" y="457237"/>
                      <a:pt x="277756" y="435084"/>
                    </a:cubicBezTo>
                    <a:cubicBezTo>
                      <a:pt x="278111" y="423742"/>
                      <a:pt x="278820" y="412222"/>
                      <a:pt x="281301" y="401235"/>
                    </a:cubicBezTo>
                    <a:cubicBezTo>
                      <a:pt x="298137" y="327864"/>
                      <a:pt x="361406" y="277887"/>
                      <a:pt x="434068" y="277532"/>
                    </a:cubicBezTo>
                    <a:cubicBezTo>
                      <a:pt x="449132" y="277532"/>
                      <a:pt x="461006" y="270975"/>
                      <a:pt x="469158" y="258038"/>
                    </a:cubicBezTo>
                    <a:cubicBezTo>
                      <a:pt x="483513" y="234999"/>
                      <a:pt x="470576" y="203453"/>
                      <a:pt x="443992" y="197959"/>
                    </a:cubicBezTo>
                    <a:cubicBezTo>
                      <a:pt x="436017" y="196364"/>
                      <a:pt x="427688" y="196718"/>
                      <a:pt x="419535" y="196009"/>
                    </a:cubicBezTo>
                    <a:cubicBezTo>
                      <a:pt x="393838" y="193883"/>
                      <a:pt x="369913" y="185730"/>
                      <a:pt x="348646" y="171198"/>
                    </a:cubicBezTo>
                    <a:cubicBezTo>
                      <a:pt x="302390" y="139475"/>
                      <a:pt x="278465" y="95524"/>
                      <a:pt x="277402" y="39167"/>
                    </a:cubicBezTo>
                    <a:cubicBezTo>
                      <a:pt x="277047" y="16836"/>
                      <a:pt x="259857" y="0"/>
                      <a:pt x="237527" y="0"/>
                    </a:cubicBezTo>
                    <a:cubicBezTo>
                      <a:pt x="219272" y="0"/>
                      <a:pt x="204917" y="9393"/>
                      <a:pt x="199955" y="26938"/>
                    </a:cubicBezTo>
                    <a:cubicBezTo>
                      <a:pt x="197120" y="37040"/>
                      <a:pt x="197120" y="47850"/>
                      <a:pt x="196056" y="58307"/>
                    </a:cubicBezTo>
                    <a:cubicBezTo>
                      <a:pt x="192866" y="89144"/>
                      <a:pt x="180992" y="116613"/>
                      <a:pt x="161143" y="140184"/>
                    </a:cubicBezTo>
                    <a:cubicBezTo>
                      <a:pt x="129066" y="178110"/>
                      <a:pt x="87595" y="196896"/>
                      <a:pt x="37973" y="197427"/>
                    </a:cubicBezTo>
                    <a:cubicBezTo>
                      <a:pt x="18124" y="197605"/>
                      <a:pt x="1110" y="214618"/>
                      <a:pt x="401" y="234467"/>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sp>
          <p:nvSpPr>
            <p:cNvPr id="2903" name="Google Shape;2903;p96"/>
            <p:cNvSpPr/>
            <p:nvPr/>
          </p:nvSpPr>
          <p:spPr>
            <a:xfrm>
              <a:off x="25732075" y="7502468"/>
              <a:ext cx="1171094" cy="1170917"/>
            </a:xfrm>
            <a:custGeom>
              <a:rect b="b" l="l" r="r" t="t"/>
              <a:pathLst>
                <a:path extrusionOk="0" h="1170917" w="1171094">
                  <a:moveTo>
                    <a:pt x="585547" y="1170917"/>
                  </a:moveTo>
                  <a:cubicBezTo>
                    <a:pt x="262646" y="1170917"/>
                    <a:pt x="0" y="908272"/>
                    <a:pt x="0" y="585370"/>
                  </a:cubicBezTo>
                  <a:cubicBezTo>
                    <a:pt x="0" y="262468"/>
                    <a:pt x="262646" y="0"/>
                    <a:pt x="585547" y="0"/>
                  </a:cubicBezTo>
                  <a:cubicBezTo>
                    <a:pt x="908449" y="0"/>
                    <a:pt x="1171095" y="262646"/>
                    <a:pt x="1171095" y="585370"/>
                  </a:cubicBezTo>
                  <a:cubicBezTo>
                    <a:pt x="1171095" y="908094"/>
                    <a:pt x="908449" y="1170917"/>
                    <a:pt x="585547" y="1170917"/>
                  </a:cubicBezTo>
                  <a:close/>
                  <a:moveTo>
                    <a:pt x="585547" y="77978"/>
                  </a:moveTo>
                  <a:cubicBezTo>
                    <a:pt x="305711" y="77978"/>
                    <a:pt x="78156" y="305534"/>
                    <a:pt x="78156" y="585370"/>
                  </a:cubicBezTo>
                  <a:cubicBezTo>
                    <a:pt x="78156" y="865206"/>
                    <a:pt x="305888" y="1092762"/>
                    <a:pt x="585547" y="1092762"/>
                  </a:cubicBezTo>
                  <a:cubicBezTo>
                    <a:pt x="865206" y="1092762"/>
                    <a:pt x="1092939" y="865029"/>
                    <a:pt x="1092939" y="585370"/>
                  </a:cubicBezTo>
                  <a:cubicBezTo>
                    <a:pt x="1092939" y="305711"/>
                    <a:pt x="865206" y="77978"/>
                    <a:pt x="585547" y="77978"/>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4" name="Google Shape;2904;p96"/>
            <p:cNvSpPr/>
            <p:nvPr/>
          </p:nvSpPr>
          <p:spPr>
            <a:xfrm>
              <a:off x="25917983" y="7832814"/>
              <a:ext cx="799279" cy="510404"/>
            </a:xfrm>
            <a:custGeom>
              <a:rect b="b" l="l" r="r" t="t"/>
              <a:pathLst>
                <a:path extrusionOk="0" h="510404" w="799279">
                  <a:moveTo>
                    <a:pt x="768619" y="407260"/>
                  </a:moveTo>
                  <a:lnTo>
                    <a:pt x="768619" y="205048"/>
                  </a:lnTo>
                  <a:cubicBezTo>
                    <a:pt x="786696" y="196187"/>
                    <a:pt x="799279" y="177755"/>
                    <a:pt x="799279" y="156311"/>
                  </a:cubicBezTo>
                  <a:cubicBezTo>
                    <a:pt x="799279" y="134867"/>
                    <a:pt x="786696" y="116436"/>
                    <a:pt x="768619" y="107575"/>
                  </a:cubicBezTo>
                  <a:lnTo>
                    <a:pt x="768619" y="30660"/>
                  </a:lnTo>
                  <a:lnTo>
                    <a:pt x="404247" y="30660"/>
                  </a:lnTo>
                  <a:cubicBezTo>
                    <a:pt x="395386" y="12583"/>
                    <a:pt x="376955" y="0"/>
                    <a:pt x="355511" y="0"/>
                  </a:cubicBezTo>
                  <a:cubicBezTo>
                    <a:pt x="334067" y="0"/>
                    <a:pt x="315635" y="12583"/>
                    <a:pt x="306774" y="30660"/>
                  </a:cubicBezTo>
                  <a:lnTo>
                    <a:pt x="103144" y="30660"/>
                  </a:lnTo>
                  <a:cubicBezTo>
                    <a:pt x="94283" y="12583"/>
                    <a:pt x="75852" y="0"/>
                    <a:pt x="54408" y="0"/>
                  </a:cubicBezTo>
                  <a:cubicBezTo>
                    <a:pt x="24457" y="0"/>
                    <a:pt x="0" y="24457"/>
                    <a:pt x="0" y="54408"/>
                  </a:cubicBezTo>
                  <a:cubicBezTo>
                    <a:pt x="0" y="75143"/>
                    <a:pt x="11874" y="93042"/>
                    <a:pt x="29065" y="102258"/>
                  </a:cubicBezTo>
                  <a:lnTo>
                    <a:pt x="29065" y="406551"/>
                  </a:lnTo>
                  <a:cubicBezTo>
                    <a:pt x="11874" y="415767"/>
                    <a:pt x="0" y="433667"/>
                    <a:pt x="0" y="454402"/>
                  </a:cubicBezTo>
                  <a:cubicBezTo>
                    <a:pt x="0" y="484353"/>
                    <a:pt x="24457" y="508809"/>
                    <a:pt x="54408" y="508809"/>
                  </a:cubicBezTo>
                  <a:cubicBezTo>
                    <a:pt x="75143" y="508809"/>
                    <a:pt x="93042" y="496935"/>
                    <a:pt x="102258" y="479745"/>
                  </a:cubicBezTo>
                  <a:lnTo>
                    <a:pt x="696135" y="479745"/>
                  </a:lnTo>
                  <a:cubicBezTo>
                    <a:pt x="704996" y="497821"/>
                    <a:pt x="723427" y="510404"/>
                    <a:pt x="744871" y="510404"/>
                  </a:cubicBezTo>
                  <a:cubicBezTo>
                    <a:pt x="774822" y="510404"/>
                    <a:pt x="799279" y="485948"/>
                    <a:pt x="799279" y="455997"/>
                  </a:cubicBezTo>
                  <a:cubicBezTo>
                    <a:pt x="799279" y="434553"/>
                    <a:pt x="786696" y="416121"/>
                    <a:pt x="768619" y="407260"/>
                  </a:cubicBezTo>
                  <a:close/>
                  <a:moveTo>
                    <a:pt x="54585" y="485061"/>
                  </a:moveTo>
                  <a:cubicBezTo>
                    <a:pt x="37749" y="485061"/>
                    <a:pt x="23925" y="471238"/>
                    <a:pt x="23925" y="454402"/>
                  </a:cubicBezTo>
                  <a:cubicBezTo>
                    <a:pt x="23925" y="437565"/>
                    <a:pt x="37749" y="423742"/>
                    <a:pt x="54585" y="423742"/>
                  </a:cubicBezTo>
                  <a:cubicBezTo>
                    <a:pt x="71421" y="423742"/>
                    <a:pt x="85245" y="437565"/>
                    <a:pt x="85245" y="454402"/>
                  </a:cubicBezTo>
                  <a:cubicBezTo>
                    <a:pt x="85245" y="471238"/>
                    <a:pt x="71421" y="485061"/>
                    <a:pt x="54585" y="485061"/>
                  </a:cubicBezTo>
                  <a:close/>
                  <a:moveTo>
                    <a:pt x="54585" y="23748"/>
                  </a:moveTo>
                  <a:cubicBezTo>
                    <a:pt x="71421" y="23748"/>
                    <a:pt x="85245" y="37571"/>
                    <a:pt x="85245" y="54408"/>
                  </a:cubicBezTo>
                  <a:cubicBezTo>
                    <a:pt x="85245" y="71244"/>
                    <a:pt x="71421" y="85067"/>
                    <a:pt x="54585" y="85067"/>
                  </a:cubicBezTo>
                  <a:cubicBezTo>
                    <a:pt x="37749" y="85067"/>
                    <a:pt x="23925" y="71244"/>
                    <a:pt x="23925" y="54408"/>
                  </a:cubicBezTo>
                  <a:cubicBezTo>
                    <a:pt x="23925" y="37571"/>
                    <a:pt x="37749" y="23748"/>
                    <a:pt x="54585" y="23748"/>
                  </a:cubicBezTo>
                  <a:close/>
                  <a:moveTo>
                    <a:pt x="355688" y="23748"/>
                  </a:moveTo>
                  <a:cubicBezTo>
                    <a:pt x="372524" y="23748"/>
                    <a:pt x="386348" y="37571"/>
                    <a:pt x="386348" y="54408"/>
                  </a:cubicBezTo>
                  <a:cubicBezTo>
                    <a:pt x="386348" y="71244"/>
                    <a:pt x="372524" y="85067"/>
                    <a:pt x="355688" y="85067"/>
                  </a:cubicBezTo>
                  <a:cubicBezTo>
                    <a:pt x="338852" y="85067"/>
                    <a:pt x="325028" y="71244"/>
                    <a:pt x="325028" y="54408"/>
                  </a:cubicBezTo>
                  <a:cubicBezTo>
                    <a:pt x="325028" y="37571"/>
                    <a:pt x="338852" y="23748"/>
                    <a:pt x="355688" y="23748"/>
                  </a:cubicBezTo>
                  <a:close/>
                  <a:moveTo>
                    <a:pt x="316699" y="92334"/>
                  </a:moveTo>
                  <a:lnTo>
                    <a:pt x="237657" y="213200"/>
                  </a:lnTo>
                  <a:cubicBezTo>
                    <a:pt x="233758" y="211960"/>
                    <a:pt x="229682" y="211073"/>
                    <a:pt x="225251" y="211073"/>
                  </a:cubicBezTo>
                  <a:cubicBezTo>
                    <a:pt x="219226" y="211073"/>
                    <a:pt x="213732" y="212314"/>
                    <a:pt x="208592" y="214441"/>
                  </a:cubicBezTo>
                  <a:lnTo>
                    <a:pt x="100663" y="82763"/>
                  </a:lnTo>
                  <a:cubicBezTo>
                    <a:pt x="101549" y="81169"/>
                    <a:pt x="102435" y="79573"/>
                    <a:pt x="103321" y="77978"/>
                  </a:cubicBezTo>
                  <a:lnTo>
                    <a:pt x="306952" y="77978"/>
                  </a:lnTo>
                  <a:cubicBezTo>
                    <a:pt x="309433" y="83118"/>
                    <a:pt x="312800" y="88080"/>
                    <a:pt x="316699" y="92156"/>
                  </a:cubicBezTo>
                  <a:close/>
                  <a:moveTo>
                    <a:pt x="84004" y="100131"/>
                  </a:moveTo>
                  <a:lnTo>
                    <a:pt x="190338" y="229859"/>
                  </a:lnTo>
                  <a:cubicBezTo>
                    <a:pt x="185553" y="236771"/>
                    <a:pt x="182895" y="244923"/>
                    <a:pt x="182895" y="253962"/>
                  </a:cubicBezTo>
                  <a:cubicBezTo>
                    <a:pt x="182895" y="263000"/>
                    <a:pt x="185553" y="270621"/>
                    <a:pt x="189984" y="277355"/>
                  </a:cubicBezTo>
                  <a:lnTo>
                    <a:pt x="79928" y="406551"/>
                  </a:lnTo>
                  <a:cubicBezTo>
                    <a:pt x="78865" y="406020"/>
                    <a:pt x="77978" y="405488"/>
                    <a:pt x="76915" y="404956"/>
                  </a:cubicBezTo>
                  <a:lnTo>
                    <a:pt x="76915" y="104208"/>
                  </a:lnTo>
                  <a:cubicBezTo>
                    <a:pt x="79396" y="103144"/>
                    <a:pt x="81877" y="101726"/>
                    <a:pt x="84181" y="100309"/>
                  </a:cubicBezTo>
                  <a:close/>
                  <a:moveTo>
                    <a:pt x="207884" y="292596"/>
                  </a:moveTo>
                  <a:cubicBezTo>
                    <a:pt x="213200" y="295078"/>
                    <a:pt x="219049" y="296495"/>
                    <a:pt x="225429" y="296495"/>
                  </a:cubicBezTo>
                  <a:cubicBezTo>
                    <a:pt x="240493" y="296495"/>
                    <a:pt x="253784" y="288520"/>
                    <a:pt x="261228" y="276646"/>
                  </a:cubicBezTo>
                  <a:lnTo>
                    <a:pt x="415235" y="321129"/>
                  </a:lnTo>
                  <a:cubicBezTo>
                    <a:pt x="347536" y="339738"/>
                    <a:pt x="208947" y="378550"/>
                    <a:pt x="108993" y="408855"/>
                  </a:cubicBezTo>
                  <a:lnTo>
                    <a:pt x="207884" y="292596"/>
                  </a:lnTo>
                  <a:close/>
                  <a:moveTo>
                    <a:pt x="267962" y="253784"/>
                  </a:moveTo>
                  <a:cubicBezTo>
                    <a:pt x="267962" y="243151"/>
                    <a:pt x="263886" y="233758"/>
                    <a:pt x="257683" y="226315"/>
                  </a:cubicBezTo>
                  <a:lnTo>
                    <a:pt x="336725" y="105271"/>
                  </a:lnTo>
                  <a:cubicBezTo>
                    <a:pt x="342751" y="107575"/>
                    <a:pt x="348954" y="108815"/>
                    <a:pt x="355688" y="108815"/>
                  </a:cubicBezTo>
                  <a:cubicBezTo>
                    <a:pt x="370752" y="108815"/>
                    <a:pt x="384576" y="102613"/>
                    <a:pt x="394323" y="92511"/>
                  </a:cubicBezTo>
                  <a:lnTo>
                    <a:pt x="477795" y="144792"/>
                  </a:lnTo>
                  <a:cubicBezTo>
                    <a:pt x="476732" y="148513"/>
                    <a:pt x="476023" y="152235"/>
                    <a:pt x="476023" y="156311"/>
                  </a:cubicBezTo>
                  <a:cubicBezTo>
                    <a:pt x="476023" y="170489"/>
                    <a:pt x="482935" y="182895"/>
                    <a:pt x="493568" y="190516"/>
                  </a:cubicBezTo>
                  <a:lnTo>
                    <a:pt x="461668" y="278419"/>
                  </a:lnTo>
                  <a:cubicBezTo>
                    <a:pt x="460782" y="278419"/>
                    <a:pt x="459718" y="278064"/>
                    <a:pt x="458832" y="278064"/>
                  </a:cubicBezTo>
                  <a:cubicBezTo>
                    <a:pt x="443591" y="278064"/>
                    <a:pt x="430299" y="286216"/>
                    <a:pt x="422679" y="298268"/>
                  </a:cubicBezTo>
                  <a:lnTo>
                    <a:pt x="267785" y="253430"/>
                  </a:lnTo>
                  <a:close/>
                  <a:moveTo>
                    <a:pt x="516076" y="198668"/>
                  </a:moveTo>
                  <a:cubicBezTo>
                    <a:pt x="516962" y="198668"/>
                    <a:pt x="517848" y="199022"/>
                    <a:pt x="518734" y="199022"/>
                  </a:cubicBezTo>
                  <a:cubicBezTo>
                    <a:pt x="538051" y="199022"/>
                    <a:pt x="554179" y="186085"/>
                    <a:pt x="559318" y="168363"/>
                  </a:cubicBezTo>
                  <a:lnTo>
                    <a:pt x="692059" y="168363"/>
                  </a:lnTo>
                  <a:cubicBezTo>
                    <a:pt x="692413" y="169780"/>
                    <a:pt x="692945" y="171198"/>
                    <a:pt x="693299" y="172616"/>
                  </a:cubicBezTo>
                  <a:lnTo>
                    <a:pt x="488606" y="290647"/>
                  </a:lnTo>
                  <a:cubicBezTo>
                    <a:pt x="487188" y="289229"/>
                    <a:pt x="485593" y="287989"/>
                    <a:pt x="483998" y="286925"/>
                  </a:cubicBezTo>
                  <a:lnTo>
                    <a:pt x="515898" y="198845"/>
                  </a:lnTo>
                  <a:close/>
                  <a:moveTo>
                    <a:pt x="775708" y="156311"/>
                  </a:moveTo>
                  <a:cubicBezTo>
                    <a:pt x="775708" y="173148"/>
                    <a:pt x="761885" y="186971"/>
                    <a:pt x="745049" y="186971"/>
                  </a:cubicBezTo>
                  <a:cubicBezTo>
                    <a:pt x="728212" y="186971"/>
                    <a:pt x="714389" y="173148"/>
                    <a:pt x="714389" y="156311"/>
                  </a:cubicBezTo>
                  <a:cubicBezTo>
                    <a:pt x="714389" y="139475"/>
                    <a:pt x="728212" y="125652"/>
                    <a:pt x="745049" y="125652"/>
                  </a:cubicBezTo>
                  <a:cubicBezTo>
                    <a:pt x="761885" y="125652"/>
                    <a:pt x="775708" y="139475"/>
                    <a:pt x="775708" y="156311"/>
                  </a:cubicBezTo>
                  <a:close/>
                  <a:moveTo>
                    <a:pt x="721301" y="78156"/>
                  </a:moveTo>
                  <a:lnTo>
                    <a:pt x="721301" y="107575"/>
                  </a:lnTo>
                  <a:cubicBezTo>
                    <a:pt x="706591" y="114664"/>
                    <a:pt x="695603" y="128133"/>
                    <a:pt x="692059" y="144437"/>
                  </a:cubicBezTo>
                  <a:lnTo>
                    <a:pt x="559318" y="144437"/>
                  </a:lnTo>
                  <a:cubicBezTo>
                    <a:pt x="554179" y="126715"/>
                    <a:pt x="538051" y="113778"/>
                    <a:pt x="518734" y="113778"/>
                  </a:cubicBezTo>
                  <a:cubicBezTo>
                    <a:pt x="507923" y="113778"/>
                    <a:pt x="497999" y="118031"/>
                    <a:pt x="490555" y="124766"/>
                  </a:cubicBezTo>
                  <a:lnTo>
                    <a:pt x="416121" y="78156"/>
                  </a:lnTo>
                  <a:lnTo>
                    <a:pt x="721301" y="78156"/>
                  </a:lnTo>
                  <a:close/>
                  <a:moveTo>
                    <a:pt x="696312" y="432249"/>
                  </a:moveTo>
                  <a:lnTo>
                    <a:pt x="113069" y="432249"/>
                  </a:lnTo>
                  <a:cubicBezTo>
                    <a:pt x="213555" y="401766"/>
                    <a:pt x="355334" y="362245"/>
                    <a:pt x="423033" y="343460"/>
                  </a:cubicBezTo>
                  <a:cubicBezTo>
                    <a:pt x="430654" y="355334"/>
                    <a:pt x="443768" y="363309"/>
                    <a:pt x="458832" y="363309"/>
                  </a:cubicBezTo>
                  <a:cubicBezTo>
                    <a:pt x="472301" y="363309"/>
                    <a:pt x="483998" y="356929"/>
                    <a:pt x="491973" y="347181"/>
                  </a:cubicBezTo>
                  <a:lnTo>
                    <a:pt x="697730" y="429413"/>
                  </a:lnTo>
                  <a:cubicBezTo>
                    <a:pt x="697198" y="430299"/>
                    <a:pt x="696667" y="431185"/>
                    <a:pt x="696135" y="432249"/>
                  </a:cubicBezTo>
                  <a:close/>
                  <a:moveTo>
                    <a:pt x="714921" y="410805"/>
                  </a:moveTo>
                  <a:lnTo>
                    <a:pt x="501012" y="325560"/>
                  </a:lnTo>
                  <a:cubicBezTo>
                    <a:pt x="501012" y="323965"/>
                    <a:pt x="501543" y="322547"/>
                    <a:pt x="501543" y="320952"/>
                  </a:cubicBezTo>
                  <a:cubicBezTo>
                    <a:pt x="501543" y="317585"/>
                    <a:pt x="501012" y="314218"/>
                    <a:pt x="500303" y="311028"/>
                  </a:cubicBezTo>
                  <a:lnTo>
                    <a:pt x="705173" y="193174"/>
                  </a:lnTo>
                  <a:cubicBezTo>
                    <a:pt x="709781" y="198136"/>
                    <a:pt x="715275" y="202212"/>
                    <a:pt x="721478" y="205225"/>
                  </a:cubicBezTo>
                  <a:lnTo>
                    <a:pt x="721478" y="407437"/>
                  </a:lnTo>
                  <a:cubicBezTo>
                    <a:pt x="719351" y="408501"/>
                    <a:pt x="717047" y="409564"/>
                    <a:pt x="715098" y="41098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grpSp>
        <p:nvGrpSpPr>
          <p:cNvPr id="2905" name="Google Shape;2905;p96"/>
          <p:cNvGrpSpPr/>
          <p:nvPr/>
        </p:nvGrpSpPr>
        <p:grpSpPr>
          <a:xfrm>
            <a:off x="1267222" y="992797"/>
            <a:ext cx="250072" cy="274257"/>
            <a:chOff x="17329717" y="6807899"/>
            <a:chExt cx="1761072" cy="1931385"/>
          </a:xfrm>
        </p:grpSpPr>
        <p:grpSp>
          <p:nvGrpSpPr>
            <p:cNvPr id="2906" name="Google Shape;2906;p96"/>
            <p:cNvGrpSpPr/>
            <p:nvPr/>
          </p:nvGrpSpPr>
          <p:grpSpPr>
            <a:xfrm>
              <a:off x="17329717" y="6807899"/>
              <a:ext cx="1364622" cy="1796517"/>
              <a:chOff x="17329717" y="6807899"/>
              <a:chExt cx="1364622" cy="1796517"/>
            </a:xfrm>
          </p:grpSpPr>
          <p:sp>
            <p:nvSpPr>
              <p:cNvPr id="2907" name="Google Shape;2907;p96"/>
              <p:cNvSpPr/>
              <p:nvPr/>
            </p:nvSpPr>
            <p:spPr>
              <a:xfrm>
                <a:off x="17329717" y="6807899"/>
                <a:ext cx="1364622" cy="1796517"/>
              </a:xfrm>
              <a:custGeom>
                <a:rect b="b" l="l" r="r" t="t"/>
                <a:pathLst>
                  <a:path extrusionOk="0" h="1796517" w="1364622">
                    <a:moveTo>
                      <a:pt x="610536" y="1654738"/>
                    </a:moveTo>
                    <a:lnTo>
                      <a:pt x="141602" y="1654738"/>
                    </a:lnTo>
                    <a:lnTo>
                      <a:pt x="141602" y="573319"/>
                    </a:lnTo>
                    <a:lnTo>
                      <a:pt x="430476" y="573319"/>
                    </a:lnTo>
                    <a:cubicBezTo>
                      <a:pt x="469643" y="573319"/>
                      <a:pt x="501366" y="541596"/>
                      <a:pt x="501366" y="502429"/>
                    </a:cubicBezTo>
                    <a:lnTo>
                      <a:pt x="501366" y="141602"/>
                    </a:lnTo>
                    <a:lnTo>
                      <a:pt x="1223021" y="141602"/>
                    </a:lnTo>
                    <a:lnTo>
                      <a:pt x="1223021" y="703933"/>
                    </a:lnTo>
                    <a:cubicBezTo>
                      <a:pt x="1271935" y="707477"/>
                      <a:pt x="1319431" y="716516"/>
                      <a:pt x="1364623" y="730339"/>
                    </a:cubicBezTo>
                    <a:lnTo>
                      <a:pt x="1364623" y="70890"/>
                    </a:lnTo>
                    <a:cubicBezTo>
                      <a:pt x="1364623" y="31723"/>
                      <a:pt x="1332900" y="0"/>
                      <a:pt x="1293733" y="0"/>
                    </a:cubicBezTo>
                    <a:lnTo>
                      <a:pt x="410450" y="0"/>
                    </a:lnTo>
                    <a:cubicBezTo>
                      <a:pt x="389538" y="0"/>
                      <a:pt x="369866" y="9216"/>
                      <a:pt x="356397" y="25166"/>
                    </a:cubicBezTo>
                    <a:lnTo>
                      <a:pt x="16659" y="426755"/>
                    </a:lnTo>
                    <a:cubicBezTo>
                      <a:pt x="5848" y="439515"/>
                      <a:pt x="0" y="455642"/>
                      <a:pt x="0" y="472479"/>
                    </a:cubicBezTo>
                    <a:lnTo>
                      <a:pt x="0" y="1725628"/>
                    </a:lnTo>
                    <a:cubicBezTo>
                      <a:pt x="0" y="1764794"/>
                      <a:pt x="31723" y="1796517"/>
                      <a:pt x="70890" y="1796517"/>
                    </a:cubicBezTo>
                    <a:lnTo>
                      <a:pt x="715984" y="1796517"/>
                    </a:lnTo>
                    <a:cubicBezTo>
                      <a:pt x="674691" y="1754515"/>
                      <a:pt x="639246" y="1706842"/>
                      <a:pt x="610713" y="1654915"/>
                    </a:cubicBezTo>
                    <a:close/>
                    <a:moveTo>
                      <a:pt x="359764" y="240493"/>
                    </a:moveTo>
                    <a:lnTo>
                      <a:pt x="359764" y="431717"/>
                    </a:lnTo>
                    <a:lnTo>
                      <a:pt x="198136" y="431717"/>
                    </a:lnTo>
                    <a:lnTo>
                      <a:pt x="359764" y="240493"/>
                    </a:ln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8" name="Google Shape;2908;p96"/>
              <p:cNvSpPr/>
              <p:nvPr/>
            </p:nvSpPr>
            <p:spPr>
              <a:xfrm>
                <a:off x="17563475" y="7559328"/>
                <a:ext cx="694894" cy="90561"/>
              </a:xfrm>
              <a:custGeom>
                <a:rect b="b" l="l" r="r" t="t"/>
                <a:pathLst>
                  <a:path extrusionOk="0" h="90561" w="694894">
                    <a:moveTo>
                      <a:pt x="0" y="45192"/>
                    </a:moveTo>
                    <a:cubicBezTo>
                      <a:pt x="0" y="70181"/>
                      <a:pt x="20203" y="90561"/>
                      <a:pt x="45369" y="90561"/>
                    </a:cubicBezTo>
                    <a:lnTo>
                      <a:pt x="541596" y="90561"/>
                    </a:lnTo>
                    <a:cubicBezTo>
                      <a:pt x="588028" y="53699"/>
                      <a:pt x="639423" y="23039"/>
                      <a:pt x="694894" y="0"/>
                    </a:cubicBezTo>
                    <a:lnTo>
                      <a:pt x="45369" y="0"/>
                    </a:lnTo>
                    <a:cubicBezTo>
                      <a:pt x="20381" y="0"/>
                      <a:pt x="0" y="20203"/>
                      <a:pt x="0" y="45369"/>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09" name="Google Shape;2909;p96"/>
              <p:cNvSpPr/>
              <p:nvPr/>
            </p:nvSpPr>
            <p:spPr>
              <a:xfrm>
                <a:off x="17563475" y="8206726"/>
                <a:ext cx="314040" cy="90738"/>
              </a:xfrm>
              <a:custGeom>
                <a:rect b="b" l="l" r="r" t="t"/>
                <a:pathLst>
                  <a:path extrusionOk="0" h="90738" w="314040">
                    <a:moveTo>
                      <a:pt x="45369" y="90561"/>
                    </a:moveTo>
                    <a:lnTo>
                      <a:pt x="314041" y="90561"/>
                    </a:lnTo>
                    <a:cubicBezTo>
                      <a:pt x="307306" y="61142"/>
                      <a:pt x="302521" y="30837"/>
                      <a:pt x="300040" y="0"/>
                    </a:cubicBezTo>
                    <a:lnTo>
                      <a:pt x="45369" y="0"/>
                    </a:lnTo>
                    <a:cubicBezTo>
                      <a:pt x="20381" y="0"/>
                      <a:pt x="0" y="20203"/>
                      <a:pt x="0" y="45369"/>
                    </a:cubicBezTo>
                    <a:cubicBezTo>
                      <a:pt x="0" y="70535"/>
                      <a:pt x="20203" y="90738"/>
                      <a:pt x="45369" y="90738"/>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10" name="Google Shape;2910;p96"/>
              <p:cNvSpPr/>
              <p:nvPr/>
            </p:nvSpPr>
            <p:spPr>
              <a:xfrm>
                <a:off x="17563653" y="7990868"/>
                <a:ext cx="318648" cy="90738"/>
              </a:xfrm>
              <a:custGeom>
                <a:rect b="b" l="l" r="r" t="t"/>
                <a:pathLst>
                  <a:path extrusionOk="0" h="90738" w="318648">
                    <a:moveTo>
                      <a:pt x="45192" y="90561"/>
                    </a:moveTo>
                    <a:lnTo>
                      <a:pt x="301812" y="90561"/>
                    </a:lnTo>
                    <a:cubicBezTo>
                      <a:pt x="305357" y="59724"/>
                      <a:pt x="310850" y="29419"/>
                      <a:pt x="318648" y="0"/>
                    </a:cubicBezTo>
                    <a:lnTo>
                      <a:pt x="45369" y="0"/>
                    </a:lnTo>
                    <a:cubicBezTo>
                      <a:pt x="20381" y="0"/>
                      <a:pt x="0" y="20203"/>
                      <a:pt x="0" y="45369"/>
                    </a:cubicBezTo>
                    <a:cubicBezTo>
                      <a:pt x="0" y="70535"/>
                      <a:pt x="20204" y="90738"/>
                      <a:pt x="45369" y="90738"/>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11" name="Google Shape;2911;p96"/>
              <p:cNvSpPr/>
              <p:nvPr/>
            </p:nvSpPr>
            <p:spPr>
              <a:xfrm>
                <a:off x="17563475" y="7775187"/>
                <a:ext cx="421438" cy="90738"/>
              </a:xfrm>
              <a:custGeom>
                <a:rect b="b" l="l" r="r" t="t"/>
                <a:pathLst>
                  <a:path extrusionOk="0" h="90738" w="421438">
                    <a:moveTo>
                      <a:pt x="45369" y="90561"/>
                    </a:moveTo>
                    <a:lnTo>
                      <a:pt x="366144" y="90561"/>
                    </a:lnTo>
                    <a:cubicBezTo>
                      <a:pt x="382094" y="58838"/>
                      <a:pt x="400703" y="28533"/>
                      <a:pt x="421438" y="0"/>
                    </a:cubicBezTo>
                    <a:lnTo>
                      <a:pt x="45369" y="0"/>
                    </a:lnTo>
                    <a:cubicBezTo>
                      <a:pt x="20381" y="0"/>
                      <a:pt x="0" y="20203"/>
                      <a:pt x="0" y="45369"/>
                    </a:cubicBezTo>
                    <a:cubicBezTo>
                      <a:pt x="0" y="70535"/>
                      <a:pt x="20203" y="90738"/>
                      <a:pt x="45369" y="90738"/>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sp>
          <p:nvSpPr>
            <p:cNvPr id="2912" name="Google Shape;2912;p96"/>
            <p:cNvSpPr/>
            <p:nvPr/>
          </p:nvSpPr>
          <p:spPr>
            <a:xfrm>
              <a:off x="17919695" y="7568367"/>
              <a:ext cx="1171094" cy="1170917"/>
            </a:xfrm>
            <a:custGeom>
              <a:rect b="b" l="l" r="r" t="t"/>
              <a:pathLst>
                <a:path extrusionOk="0" h="1170917" w="1171094">
                  <a:moveTo>
                    <a:pt x="585547" y="1170917"/>
                  </a:moveTo>
                  <a:cubicBezTo>
                    <a:pt x="262646" y="1170917"/>
                    <a:pt x="0" y="908272"/>
                    <a:pt x="0" y="585370"/>
                  </a:cubicBezTo>
                  <a:cubicBezTo>
                    <a:pt x="0" y="262468"/>
                    <a:pt x="262646" y="0"/>
                    <a:pt x="585547" y="0"/>
                  </a:cubicBezTo>
                  <a:cubicBezTo>
                    <a:pt x="908449" y="0"/>
                    <a:pt x="1171095" y="262646"/>
                    <a:pt x="1171095" y="585370"/>
                  </a:cubicBezTo>
                  <a:cubicBezTo>
                    <a:pt x="1171095" y="908095"/>
                    <a:pt x="908449" y="1170917"/>
                    <a:pt x="585547" y="1170917"/>
                  </a:cubicBezTo>
                  <a:close/>
                  <a:moveTo>
                    <a:pt x="585547" y="77978"/>
                  </a:moveTo>
                  <a:cubicBezTo>
                    <a:pt x="305711" y="77978"/>
                    <a:pt x="78156" y="305534"/>
                    <a:pt x="78156" y="585370"/>
                  </a:cubicBezTo>
                  <a:cubicBezTo>
                    <a:pt x="78156" y="865206"/>
                    <a:pt x="305888" y="1092762"/>
                    <a:pt x="585547" y="1092762"/>
                  </a:cubicBezTo>
                  <a:cubicBezTo>
                    <a:pt x="865206" y="1092762"/>
                    <a:pt x="1092939" y="865029"/>
                    <a:pt x="1092939" y="585370"/>
                  </a:cubicBezTo>
                  <a:cubicBezTo>
                    <a:pt x="1092939" y="305711"/>
                    <a:pt x="865206" y="77978"/>
                    <a:pt x="585547" y="77978"/>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2913" name="Google Shape;2913;p96"/>
            <p:cNvSpPr/>
            <p:nvPr/>
          </p:nvSpPr>
          <p:spPr>
            <a:xfrm>
              <a:off x="18104185" y="7888787"/>
              <a:ext cx="799279" cy="510404"/>
            </a:xfrm>
            <a:custGeom>
              <a:rect b="b" l="l" r="r" t="t"/>
              <a:pathLst>
                <a:path extrusionOk="0" h="510404" w="799279">
                  <a:moveTo>
                    <a:pt x="768619" y="407260"/>
                  </a:moveTo>
                  <a:lnTo>
                    <a:pt x="768619" y="205048"/>
                  </a:lnTo>
                  <a:cubicBezTo>
                    <a:pt x="786696" y="196187"/>
                    <a:pt x="799279" y="177755"/>
                    <a:pt x="799279" y="156311"/>
                  </a:cubicBezTo>
                  <a:cubicBezTo>
                    <a:pt x="799279" y="134867"/>
                    <a:pt x="786696" y="116436"/>
                    <a:pt x="768619" y="107575"/>
                  </a:cubicBezTo>
                  <a:lnTo>
                    <a:pt x="768619" y="30660"/>
                  </a:lnTo>
                  <a:lnTo>
                    <a:pt x="404247" y="30660"/>
                  </a:lnTo>
                  <a:cubicBezTo>
                    <a:pt x="395386" y="12583"/>
                    <a:pt x="376955" y="0"/>
                    <a:pt x="355511" y="0"/>
                  </a:cubicBezTo>
                  <a:cubicBezTo>
                    <a:pt x="334067" y="0"/>
                    <a:pt x="315635" y="12583"/>
                    <a:pt x="306774" y="30660"/>
                  </a:cubicBezTo>
                  <a:lnTo>
                    <a:pt x="103144" y="30660"/>
                  </a:lnTo>
                  <a:cubicBezTo>
                    <a:pt x="94283" y="12583"/>
                    <a:pt x="75852" y="0"/>
                    <a:pt x="54408" y="0"/>
                  </a:cubicBezTo>
                  <a:cubicBezTo>
                    <a:pt x="24457" y="0"/>
                    <a:pt x="0" y="24457"/>
                    <a:pt x="0" y="54408"/>
                  </a:cubicBezTo>
                  <a:cubicBezTo>
                    <a:pt x="0" y="75143"/>
                    <a:pt x="11874" y="93042"/>
                    <a:pt x="29065" y="102258"/>
                  </a:cubicBezTo>
                  <a:lnTo>
                    <a:pt x="29065" y="406551"/>
                  </a:lnTo>
                  <a:cubicBezTo>
                    <a:pt x="11874" y="415767"/>
                    <a:pt x="0" y="433667"/>
                    <a:pt x="0" y="454402"/>
                  </a:cubicBezTo>
                  <a:cubicBezTo>
                    <a:pt x="0" y="484353"/>
                    <a:pt x="24457" y="508809"/>
                    <a:pt x="54408" y="508809"/>
                  </a:cubicBezTo>
                  <a:cubicBezTo>
                    <a:pt x="75143" y="508809"/>
                    <a:pt x="93042" y="496935"/>
                    <a:pt x="102258" y="479745"/>
                  </a:cubicBezTo>
                  <a:lnTo>
                    <a:pt x="696135" y="479745"/>
                  </a:lnTo>
                  <a:cubicBezTo>
                    <a:pt x="704996" y="497822"/>
                    <a:pt x="723427" y="510404"/>
                    <a:pt x="744871" y="510404"/>
                  </a:cubicBezTo>
                  <a:cubicBezTo>
                    <a:pt x="774822" y="510404"/>
                    <a:pt x="799279" y="485948"/>
                    <a:pt x="799279" y="455997"/>
                  </a:cubicBezTo>
                  <a:cubicBezTo>
                    <a:pt x="799279" y="434553"/>
                    <a:pt x="786696" y="416121"/>
                    <a:pt x="768619" y="407260"/>
                  </a:cubicBezTo>
                  <a:close/>
                  <a:moveTo>
                    <a:pt x="54585" y="485061"/>
                  </a:moveTo>
                  <a:cubicBezTo>
                    <a:pt x="37749" y="485061"/>
                    <a:pt x="23925" y="471238"/>
                    <a:pt x="23925" y="454402"/>
                  </a:cubicBezTo>
                  <a:cubicBezTo>
                    <a:pt x="23925" y="437565"/>
                    <a:pt x="37749" y="423742"/>
                    <a:pt x="54585" y="423742"/>
                  </a:cubicBezTo>
                  <a:cubicBezTo>
                    <a:pt x="71421" y="423742"/>
                    <a:pt x="85245" y="437565"/>
                    <a:pt x="85245" y="454402"/>
                  </a:cubicBezTo>
                  <a:cubicBezTo>
                    <a:pt x="85245" y="471238"/>
                    <a:pt x="71421" y="485061"/>
                    <a:pt x="54585" y="485061"/>
                  </a:cubicBezTo>
                  <a:close/>
                  <a:moveTo>
                    <a:pt x="54585" y="23748"/>
                  </a:moveTo>
                  <a:cubicBezTo>
                    <a:pt x="71421" y="23748"/>
                    <a:pt x="85245" y="37571"/>
                    <a:pt x="85245" y="54408"/>
                  </a:cubicBezTo>
                  <a:cubicBezTo>
                    <a:pt x="85245" y="71244"/>
                    <a:pt x="71421" y="85067"/>
                    <a:pt x="54585" y="85067"/>
                  </a:cubicBezTo>
                  <a:cubicBezTo>
                    <a:pt x="37749" y="85067"/>
                    <a:pt x="23925" y="71244"/>
                    <a:pt x="23925" y="54408"/>
                  </a:cubicBezTo>
                  <a:cubicBezTo>
                    <a:pt x="23925" y="37571"/>
                    <a:pt x="37749" y="23748"/>
                    <a:pt x="54585" y="23748"/>
                  </a:cubicBezTo>
                  <a:close/>
                  <a:moveTo>
                    <a:pt x="355688" y="23748"/>
                  </a:moveTo>
                  <a:cubicBezTo>
                    <a:pt x="372524" y="23748"/>
                    <a:pt x="386348" y="37571"/>
                    <a:pt x="386348" y="54408"/>
                  </a:cubicBezTo>
                  <a:cubicBezTo>
                    <a:pt x="386348" y="71244"/>
                    <a:pt x="372524" y="85067"/>
                    <a:pt x="355688" y="85067"/>
                  </a:cubicBezTo>
                  <a:cubicBezTo>
                    <a:pt x="338852" y="85067"/>
                    <a:pt x="325028" y="71244"/>
                    <a:pt x="325028" y="54408"/>
                  </a:cubicBezTo>
                  <a:cubicBezTo>
                    <a:pt x="325028" y="37571"/>
                    <a:pt x="338852" y="23748"/>
                    <a:pt x="355688" y="23748"/>
                  </a:cubicBezTo>
                  <a:close/>
                  <a:moveTo>
                    <a:pt x="316699" y="92334"/>
                  </a:moveTo>
                  <a:lnTo>
                    <a:pt x="237657" y="213200"/>
                  </a:lnTo>
                  <a:cubicBezTo>
                    <a:pt x="233758" y="211960"/>
                    <a:pt x="229682" y="211074"/>
                    <a:pt x="225251" y="211074"/>
                  </a:cubicBezTo>
                  <a:cubicBezTo>
                    <a:pt x="219226" y="211074"/>
                    <a:pt x="213732" y="212314"/>
                    <a:pt x="208592" y="214441"/>
                  </a:cubicBezTo>
                  <a:lnTo>
                    <a:pt x="100663" y="82763"/>
                  </a:lnTo>
                  <a:cubicBezTo>
                    <a:pt x="101549" y="81169"/>
                    <a:pt x="102435" y="79573"/>
                    <a:pt x="103321" y="77978"/>
                  </a:cubicBezTo>
                  <a:lnTo>
                    <a:pt x="306952" y="77978"/>
                  </a:lnTo>
                  <a:cubicBezTo>
                    <a:pt x="309433" y="83118"/>
                    <a:pt x="312800" y="88080"/>
                    <a:pt x="316699" y="92156"/>
                  </a:cubicBezTo>
                  <a:close/>
                  <a:moveTo>
                    <a:pt x="84004" y="100131"/>
                  </a:moveTo>
                  <a:lnTo>
                    <a:pt x="190338" y="229859"/>
                  </a:lnTo>
                  <a:cubicBezTo>
                    <a:pt x="185553" y="236771"/>
                    <a:pt x="182895" y="244923"/>
                    <a:pt x="182895" y="253962"/>
                  </a:cubicBezTo>
                  <a:cubicBezTo>
                    <a:pt x="182895" y="263000"/>
                    <a:pt x="185553" y="270621"/>
                    <a:pt x="189984" y="277355"/>
                  </a:cubicBezTo>
                  <a:lnTo>
                    <a:pt x="79928" y="406551"/>
                  </a:lnTo>
                  <a:cubicBezTo>
                    <a:pt x="78865" y="406020"/>
                    <a:pt x="77978" y="405488"/>
                    <a:pt x="76915" y="404956"/>
                  </a:cubicBezTo>
                  <a:lnTo>
                    <a:pt x="76915" y="104208"/>
                  </a:lnTo>
                  <a:cubicBezTo>
                    <a:pt x="79396" y="103144"/>
                    <a:pt x="81877" y="101726"/>
                    <a:pt x="84181" y="100309"/>
                  </a:cubicBezTo>
                  <a:close/>
                  <a:moveTo>
                    <a:pt x="207883" y="292596"/>
                  </a:moveTo>
                  <a:cubicBezTo>
                    <a:pt x="213200" y="295078"/>
                    <a:pt x="219049" y="296495"/>
                    <a:pt x="225429" y="296495"/>
                  </a:cubicBezTo>
                  <a:cubicBezTo>
                    <a:pt x="240493" y="296495"/>
                    <a:pt x="253784" y="288520"/>
                    <a:pt x="261228" y="276646"/>
                  </a:cubicBezTo>
                  <a:lnTo>
                    <a:pt x="415235" y="321129"/>
                  </a:lnTo>
                  <a:cubicBezTo>
                    <a:pt x="347536" y="339738"/>
                    <a:pt x="208947" y="378550"/>
                    <a:pt x="108993" y="408855"/>
                  </a:cubicBezTo>
                  <a:lnTo>
                    <a:pt x="207883" y="292596"/>
                  </a:lnTo>
                  <a:close/>
                  <a:moveTo>
                    <a:pt x="267962" y="253784"/>
                  </a:moveTo>
                  <a:cubicBezTo>
                    <a:pt x="267962" y="243151"/>
                    <a:pt x="263886" y="233758"/>
                    <a:pt x="257683" y="226315"/>
                  </a:cubicBezTo>
                  <a:lnTo>
                    <a:pt x="336725" y="105271"/>
                  </a:lnTo>
                  <a:cubicBezTo>
                    <a:pt x="342751" y="107575"/>
                    <a:pt x="348953" y="108815"/>
                    <a:pt x="355688" y="108815"/>
                  </a:cubicBezTo>
                  <a:cubicBezTo>
                    <a:pt x="370752" y="108815"/>
                    <a:pt x="384575" y="102613"/>
                    <a:pt x="394323" y="92511"/>
                  </a:cubicBezTo>
                  <a:lnTo>
                    <a:pt x="477795" y="144792"/>
                  </a:lnTo>
                  <a:cubicBezTo>
                    <a:pt x="476732" y="148513"/>
                    <a:pt x="476023" y="152235"/>
                    <a:pt x="476023" y="156311"/>
                  </a:cubicBezTo>
                  <a:cubicBezTo>
                    <a:pt x="476023" y="170489"/>
                    <a:pt x="482935" y="182895"/>
                    <a:pt x="493568" y="190516"/>
                  </a:cubicBezTo>
                  <a:lnTo>
                    <a:pt x="461668" y="278419"/>
                  </a:lnTo>
                  <a:cubicBezTo>
                    <a:pt x="460782" y="278419"/>
                    <a:pt x="459718" y="278064"/>
                    <a:pt x="458832" y="278064"/>
                  </a:cubicBezTo>
                  <a:cubicBezTo>
                    <a:pt x="443591" y="278064"/>
                    <a:pt x="430299" y="286216"/>
                    <a:pt x="422679" y="298268"/>
                  </a:cubicBezTo>
                  <a:lnTo>
                    <a:pt x="267785" y="253430"/>
                  </a:lnTo>
                  <a:close/>
                  <a:moveTo>
                    <a:pt x="516075" y="198668"/>
                  </a:moveTo>
                  <a:cubicBezTo>
                    <a:pt x="516962" y="198668"/>
                    <a:pt x="517848" y="199022"/>
                    <a:pt x="518734" y="199022"/>
                  </a:cubicBezTo>
                  <a:cubicBezTo>
                    <a:pt x="538051" y="199022"/>
                    <a:pt x="554179" y="186085"/>
                    <a:pt x="559318" y="168363"/>
                  </a:cubicBezTo>
                  <a:lnTo>
                    <a:pt x="692059" y="168363"/>
                  </a:lnTo>
                  <a:cubicBezTo>
                    <a:pt x="692413" y="169780"/>
                    <a:pt x="692945" y="171198"/>
                    <a:pt x="693299" y="172616"/>
                  </a:cubicBezTo>
                  <a:lnTo>
                    <a:pt x="488606" y="290647"/>
                  </a:lnTo>
                  <a:cubicBezTo>
                    <a:pt x="487188" y="289229"/>
                    <a:pt x="485593" y="287989"/>
                    <a:pt x="483998" y="286925"/>
                  </a:cubicBezTo>
                  <a:lnTo>
                    <a:pt x="515898" y="198845"/>
                  </a:lnTo>
                  <a:close/>
                  <a:moveTo>
                    <a:pt x="775708" y="156311"/>
                  </a:moveTo>
                  <a:cubicBezTo>
                    <a:pt x="775708" y="173148"/>
                    <a:pt x="761885" y="186971"/>
                    <a:pt x="745049" y="186971"/>
                  </a:cubicBezTo>
                  <a:cubicBezTo>
                    <a:pt x="728212" y="186971"/>
                    <a:pt x="714389" y="173148"/>
                    <a:pt x="714389" y="156311"/>
                  </a:cubicBezTo>
                  <a:cubicBezTo>
                    <a:pt x="714389" y="139475"/>
                    <a:pt x="728212" y="125652"/>
                    <a:pt x="745049" y="125652"/>
                  </a:cubicBezTo>
                  <a:cubicBezTo>
                    <a:pt x="761885" y="125652"/>
                    <a:pt x="775708" y="139475"/>
                    <a:pt x="775708" y="156311"/>
                  </a:cubicBezTo>
                  <a:close/>
                  <a:moveTo>
                    <a:pt x="721301" y="78156"/>
                  </a:moveTo>
                  <a:lnTo>
                    <a:pt x="721301" y="107575"/>
                  </a:lnTo>
                  <a:cubicBezTo>
                    <a:pt x="706591" y="114664"/>
                    <a:pt x="695603" y="128133"/>
                    <a:pt x="692059" y="144437"/>
                  </a:cubicBezTo>
                  <a:lnTo>
                    <a:pt x="559318" y="144437"/>
                  </a:lnTo>
                  <a:cubicBezTo>
                    <a:pt x="554179" y="126715"/>
                    <a:pt x="538051" y="113778"/>
                    <a:pt x="518734" y="113778"/>
                  </a:cubicBezTo>
                  <a:cubicBezTo>
                    <a:pt x="507923" y="113778"/>
                    <a:pt x="497999" y="118031"/>
                    <a:pt x="490555" y="124766"/>
                  </a:cubicBezTo>
                  <a:lnTo>
                    <a:pt x="416121" y="78156"/>
                  </a:lnTo>
                  <a:lnTo>
                    <a:pt x="721301" y="78156"/>
                  </a:lnTo>
                  <a:close/>
                  <a:moveTo>
                    <a:pt x="696312" y="432249"/>
                  </a:moveTo>
                  <a:lnTo>
                    <a:pt x="113069" y="432249"/>
                  </a:lnTo>
                  <a:cubicBezTo>
                    <a:pt x="213555" y="401766"/>
                    <a:pt x="355334" y="362245"/>
                    <a:pt x="423033" y="343460"/>
                  </a:cubicBezTo>
                  <a:cubicBezTo>
                    <a:pt x="430654" y="355334"/>
                    <a:pt x="443768" y="363309"/>
                    <a:pt x="458832" y="363309"/>
                  </a:cubicBezTo>
                  <a:cubicBezTo>
                    <a:pt x="472301" y="363309"/>
                    <a:pt x="483998" y="356929"/>
                    <a:pt x="491973" y="347181"/>
                  </a:cubicBezTo>
                  <a:lnTo>
                    <a:pt x="697730" y="429413"/>
                  </a:lnTo>
                  <a:cubicBezTo>
                    <a:pt x="697198" y="430299"/>
                    <a:pt x="696667" y="431185"/>
                    <a:pt x="696135" y="432249"/>
                  </a:cubicBezTo>
                  <a:close/>
                  <a:moveTo>
                    <a:pt x="714921" y="410805"/>
                  </a:moveTo>
                  <a:lnTo>
                    <a:pt x="501011" y="325560"/>
                  </a:lnTo>
                  <a:cubicBezTo>
                    <a:pt x="501011" y="323965"/>
                    <a:pt x="501543" y="322547"/>
                    <a:pt x="501543" y="320952"/>
                  </a:cubicBezTo>
                  <a:cubicBezTo>
                    <a:pt x="501543" y="317585"/>
                    <a:pt x="501011" y="314218"/>
                    <a:pt x="500303" y="311028"/>
                  </a:cubicBezTo>
                  <a:lnTo>
                    <a:pt x="705173" y="193174"/>
                  </a:lnTo>
                  <a:cubicBezTo>
                    <a:pt x="709781" y="198136"/>
                    <a:pt x="715275" y="202212"/>
                    <a:pt x="721478" y="205225"/>
                  </a:cubicBezTo>
                  <a:lnTo>
                    <a:pt x="721478" y="407437"/>
                  </a:lnTo>
                  <a:cubicBezTo>
                    <a:pt x="719351" y="408501"/>
                    <a:pt x="717047" y="409564"/>
                    <a:pt x="715098" y="410982"/>
                  </a:cubicBezTo>
                  <a:close/>
                </a:path>
              </a:pathLst>
            </a:custGeom>
            <a:solidFill>
              <a:srgbClr val="28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grpSp>
      <p:sp>
        <p:nvSpPr>
          <p:cNvPr id="2914" name="Google Shape;2914;p96"/>
          <p:cNvSpPr txBox="1"/>
          <p:nvPr/>
        </p:nvSpPr>
        <p:spPr>
          <a:xfrm>
            <a:off x="280159" y="1382114"/>
            <a:ext cx="640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endParaRPr/>
          </a:p>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Cortex</a:t>
            </a:r>
            <a:endParaRPr sz="600">
              <a:solidFill>
                <a:srgbClr val="105780"/>
              </a:solidFill>
              <a:latin typeface="Arial"/>
              <a:ea typeface="Arial"/>
              <a:cs typeface="Arial"/>
              <a:sym typeface="Arial"/>
            </a:endParaRPr>
          </a:p>
        </p:txBody>
      </p:sp>
      <p:sp>
        <p:nvSpPr>
          <p:cNvPr id="2915" name="Google Shape;2915;p96"/>
          <p:cNvSpPr txBox="1"/>
          <p:nvPr/>
        </p:nvSpPr>
        <p:spPr>
          <a:xfrm>
            <a:off x="1150262" y="1382114"/>
            <a:ext cx="484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Document AI</a:t>
            </a:r>
            <a:endParaRPr sz="600">
              <a:solidFill>
                <a:srgbClr val="105780"/>
              </a:solidFill>
              <a:latin typeface="Arial"/>
              <a:ea typeface="Arial"/>
              <a:cs typeface="Arial"/>
              <a:sym typeface="Arial"/>
            </a:endParaRPr>
          </a:p>
        </p:txBody>
      </p:sp>
      <p:sp>
        <p:nvSpPr>
          <p:cNvPr id="2916" name="Google Shape;2916;p96"/>
          <p:cNvSpPr txBox="1"/>
          <p:nvPr/>
        </p:nvSpPr>
        <p:spPr>
          <a:xfrm>
            <a:off x="1942459" y="1382114"/>
            <a:ext cx="484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Universal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Search</a:t>
            </a:r>
            <a:endParaRPr sz="600">
              <a:solidFill>
                <a:srgbClr val="105780"/>
              </a:solidFill>
              <a:latin typeface="Arial"/>
              <a:ea typeface="Arial"/>
              <a:cs typeface="Arial"/>
              <a:sym typeface="Arial"/>
            </a:endParaRPr>
          </a:p>
        </p:txBody>
      </p:sp>
      <p:sp>
        <p:nvSpPr>
          <p:cNvPr id="2917" name="Google Shape;2917;p96"/>
          <p:cNvSpPr txBox="1"/>
          <p:nvPr/>
        </p:nvSpPr>
        <p:spPr>
          <a:xfrm>
            <a:off x="2734656" y="1382114"/>
            <a:ext cx="484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Copilot</a:t>
            </a:r>
            <a:endParaRPr sz="600">
              <a:solidFill>
                <a:srgbClr val="105780"/>
              </a:solidFill>
              <a:latin typeface="Arial"/>
              <a:ea typeface="Arial"/>
              <a:cs typeface="Arial"/>
              <a:sym typeface="Arial"/>
            </a:endParaRPr>
          </a:p>
        </p:txBody>
      </p:sp>
      <p:sp>
        <p:nvSpPr>
          <p:cNvPr id="2918" name="Google Shape;2918;p96"/>
          <p:cNvSpPr txBox="1"/>
          <p:nvPr/>
        </p:nvSpPr>
        <p:spPr>
          <a:xfrm>
            <a:off x="3526853" y="1382114"/>
            <a:ext cx="484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Horizon</a:t>
            </a:r>
            <a:endParaRPr sz="600">
              <a:solidFill>
                <a:srgbClr val="105780"/>
              </a:solidFill>
              <a:latin typeface="Arial"/>
              <a:ea typeface="Arial"/>
              <a:cs typeface="Arial"/>
              <a:sym typeface="Arial"/>
            </a:endParaRPr>
          </a:p>
        </p:txBody>
      </p:sp>
      <p:pic>
        <p:nvPicPr>
          <p:cNvPr id="2919" name="Google Shape;2919;p96"/>
          <p:cNvPicPr preferRelativeResize="0"/>
          <p:nvPr/>
        </p:nvPicPr>
        <p:blipFill rotWithShape="1">
          <a:blip r:embed="rId3">
            <a:alphaModFix/>
          </a:blip>
          <a:srcRect b="0" l="0" r="0" t="0"/>
          <a:stretch/>
        </p:blipFill>
        <p:spPr>
          <a:xfrm>
            <a:off x="6042164" y="2588585"/>
            <a:ext cx="207292" cy="207292"/>
          </a:xfrm>
          <a:prstGeom prst="rect">
            <a:avLst/>
          </a:prstGeom>
          <a:noFill/>
          <a:ln>
            <a:noFill/>
          </a:ln>
        </p:spPr>
      </p:pic>
      <p:sp>
        <p:nvSpPr>
          <p:cNvPr id="2920" name="Google Shape;2920;p96"/>
          <p:cNvSpPr txBox="1"/>
          <p:nvPr/>
        </p:nvSpPr>
        <p:spPr>
          <a:xfrm>
            <a:off x="5873579" y="2933032"/>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Snowpark</a:t>
            </a:r>
            <a:endParaRPr/>
          </a:p>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Containers</a:t>
            </a:r>
            <a:endParaRPr sz="600">
              <a:solidFill>
                <a:srgbClr val="105780"/>
              </a:solidFill>
              <a:latin typeface="Arial"/>
              <a:ea typeface="Arial"/>
              <a:cs typeface="Arial"/>
              <a:sym typeface="Arial"/>
            </a:endParaRPr>
          </a:p>
        </p:txBody>
      </p:sp>
      <p:pic>
        <p:nvPicPr>
          <p:cNvPr id="2921" name="Google Shape;2921;p96"/>
          <p:cNvPicPr preferRelativeResize="0"/>
          <p:nvPr/>
        </p:nvPicPr>
        <p:blipFill rotWithShape="1">
          <a:blip r:embed="rId4">
            <a:alphaModFix/>
          </a:blip>
          <a:srcRect b="0" l="0" r="0" t="0"/>
          <a:stretch/>
        </p:blipFill>
        <p:spPr>
          <a:xfrm>
            <a:off x="6020399" y="1004668"/>
            <a:ext cx="250823" cy="250823"/>
          </a:xfrm>
          <a:prstGeom prst="rect">
            <a:avLst/>
          </a:prstGeom>
          <a:noFill/>
          <a:ln>
            <a:noFill/>
          </a:ln>
        </p:spPr>
      </p:pic>
      <p:sp>
        <p:nvSpPr>
          <p:cNvPr id="2922" name="Google Shape;2922;p96"/>
          <p:cNvSpPr txBox="1"/>
          <p:nvPr/>
        </p:nvSpPr>
        <p:spPr>
          <a:xfrm>
            <a:off x="5852547" y="1382114"/>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Dynamic Tables</a:t>
            </a:r>
            <a:endParaRPr sz="600">
              <a:solidFill>
                <a:srgbClr val="105780"/>
              </a:solidFill>
              <a:latin typeface="Arial"/>
              <a:ea typeface="Arial"/>
              <a:cs typeface="Arial"/>
              <a:sym typeface="Arial"/>
            </a:endParaRPr>
          </a:p>
        </p:txBody>
      </p:sp>
      <p:pic>
        <p:nvPicPr>
          <p:cNvPr id="2923" name="Google Shape;2923;p96"/>
          <p:cNvPicPr preferRelativeResize="0"/>
          <p:nvPr/>
        </p:nvPicPr>
        <p:blipFill rotWithShape="1">
          <a:blip r:embed="rId5">
            <a:alphaModFix/>
          </a:blip>
          <a:srcRect b="0" l="0" r="0" t="0"/>
          <a:stretch/>
        </p:blipFill>
        <p:spPr>
          <a:xfrm>
            <a:off x="6822629" y="1019717"/>
            <a:ext cx="230757" cy="220724"/>
          </a:xfrm>
          <a:prstGeom prst="rect">
            <a:avLst/>
          </a:prstGeom>
          <a:noFill/>
          <a:ln>
            <a:noFill/>
          </a:ln>
        </p:spPr>
      </p:pic>
      <p:sp>
        <p:nvSpPr>
          <p:cNvPr id="2924" name="Google Shape;2924;p96"/>
          <p:cNvSpPr txBox="1"/>
          <p:nvPr/>
        </p:nvSpPr>
        <p:spPr>
          <a:xfrm>
            <a:off x="6644744" y="1382114"/>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External Tables</a:t>
            </a:r>
            <a:endParaRPr sz="600">
              <a:solidFill>
                <a:srgbClr val="105780"/>
              </a:solidFill>
              <a:latin typeface="Arial"/>
              <a:ea typeface="Arial"/>
              <a:cs typeface="Arial"/>
              <a:sym typeface="Arial"/>
            </a:endParaRPr>
          </a:p>
        </p:txBody>
      </p:sp>
      <p:pic>
        <p:nvPicPr>
          <p:cNvPr id="2925" name="Google Shape;2925;p96"/>
          <p:cNvPicPr preferRelativeResize="0"/>
          <p:nvPr/>
        </p:nvPicPr>
        <p:blipFill rotWithShape="1">
          <a:blip r:embed="rId6">
            <a:alphaModFix/>
          </a:blip>
          <a:srcRect b="0" l="0" r="0" t="0"/>
          <a:stretch/>
        </p:blipFill>
        <p:spPr>
          <a:xfrm>
            <a:off x="2081179" y="2588585"/>
            <a:ext cx="207292" cy="207292"/>
          </a:xfrm>
          <a:prstGeom prst="rect">
            <a:avLst/>
          </a:prstGeom>
          <a:noFill/>
          <a:ln>
            <a:noFill/>
          </a:ln>
        </p:spPr>
      </p:pic>
      <p:sp>
        <p:nvSpPr>
          <p:cNvPr id="2926" name="Google Shape;2926;p96"/>
          <p:cNvSpPr txBox="1"/>
          <p:nvPr/>
        </p:nvSpPr>
        <p:spPr>
          <a:xfrm>
            <a:off x="1891562" y="2933032"/>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Geospatial Analytics</a:t>
            </a:r>
            <a:endParaRPr sz="600">
              <a:solidFill>
                <a:srgbClr val="105780"/>
              </a:solidFill>
              <a:latin typeface="Arial"/>
              <a:ea typeface="Arial"/>
              <a:cs typeface="Arial"/>
              <a:sym typeface="Arial"/>
            </a:endParaRPr>
          </a:p>
        </p:txBody>
      </p:sp>
      <p:pic>
        <p:nvPicPr>
          <p:cNvPr id="2927" name="Google Shape;2927;p96"/>
          <p:cNvPicPr preferRelativeResize="0"/>
          <p:nvPr/>
        </p:nvPicPr>
        <p:blipFill rotWithShape="1">
          <a:blip r:embed="rId7">
            <a:alphaModFix/>
          </a:blip>
          <a:srcRect b="0" l="0" r="0" t="0"/>
          <a:stretch/>
        </p:blipFill>
        <p:spPr>
          <a:xfrm>
            <a:off x="2895452" y="2607263"/>
            <a:ext cx="163141" cy="169937"/>
          </a:xfrm>
          <a:prstGeom prst="rect">
            <a:avLst/>
          </a:prstGeom>
          <a:noFill/>
          <a:ln>
            <a:noFill/>
          </a:ln>
        </p:spPr>
      </p:pic>
      <p:sp>
        <p:nvSpPr>
          <p:cNvPr id="2928" name="Google Shape;2928;p96"/>
          <p:cNvSpPr txBox="1"/>
          <p:nvPr/>
        </p:nvSpPr>
        <p:spPr>
          <a:xfrm>
            <a:off x="2683759" y="2933032"/>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High Availability</a:t>
            </a:r>
            <a:endParaRPr sz="600">
              <a:solidFill>
                <a:srgbClr val="105780"/>
              </a:solidFill>
              <a:latin typeface="Arial"/>
              <a:ea typeface="Arial"/>
              <a:cs typeface="Arial"/>
              <a:sym typeface="Arial"/>
            </a:endParaRPr>
          </a:p>
        </p:txBody>
      </p:sp>
      <p:sp>
        <p:nvSpPr>
          <p:cNvPr id="2929" name="Google Shape;2929;p96"/>
          <p:cNvSpPr txBox="1"/>
          <p:nvPr/>
        </p:nvSpPr>
        <p:spPr>
          <a:xfrm>
            <a:off x="7436941" y="1382114"/>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Hybrid Tables</a:t>
            </a:r>
            <a:endParaRPr sz="600">
              <a:solidFill>
                <a:srgbClr val="105780"/>
              </a:solidFill>
              <a:latin typeface="Arial"/>
              <a:ea typeface="Arial"/>
              <a:cs typeface="Arial"/>
              <a:sym typeface="Arial"/>
            </a:endParaRPr>
          </a:p>
        </p:txBody>
      </p:sp>
      <p:sp>
        <p:nvSpPr>
          <p:cNvPr id="2930" name="Google Shape;2930;p96"/>
          <p:cNvSpPr txBox="1"/>
          <p:nvPr/>
        </p:nvSpPr>
        <p:spPr>
          <a:xfrm>
            <a:off x="8229139" y="1382114"/>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Iceberg Tables</a:t>
            </a:r>
            <a:endParaRPr sz="600">
              <a:solidFill>
                <a:srgbClr val="105780"/>
              </a:solidFill>
              <a:latin typeface="Arial"/>
              <a:ea typeface="Arial"/>
              <a:cs typeface="Arial"/>
              <a:sym typeface="Arial"/>
            </a:endParaRPr>
          </a:p>
        </p:txBody>
      </p:sp>
      <p:sp>
        <p:nvSpPr>
          <p:cNvPr id="2931" name="Google Shape;2931;p96"/>
          <p:cNvSpPr txBox="1"/>
          <p:nvPr/>
        </p:nvSpPr>
        <p:spPr>
          <a:xfrm>
            <a:off x="6644744" y="2933032"/>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Kafka Connectors</a:t>
            </a:r>
            <a:endParaRPr sz="600">
              <a:solidFill>
                <a:srgbClr val="105780"/>
              </a:solidFill>
              <a:latin typeface="Arial"/>
              <a:ea typeface="Arial"/>
              <a:cs typeface="Arial"/>
              <a:sym typeface="Arial"/>
            </a:endParaRPr>
          </a:p>
        </p:txBody>
      </p:sp>
      <p:sp>
        <p:nvSpPr>
          <p:cNvPr id="2932" name="Google Shape;2932;p96"/>
          <p:cNvSpPr txBox="1"/>
          <p:nvPr/>
        </p:nvSpPr>
        <p:spPr>
          <a:xfrm>
            <a:off x="307168" y="2933032"/>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Metadata</a:t>
            </a:r>
            <a:endParaRPr sz="600">
              <a:solidFill>
                <a:srgbClr val="105780"/>
              </a:solidFill>
              <a:latin typeface="Arial"/>
              <a:ea typeface="Arial"/>
              <a:cs typeface="Arial"/>
              <a:sym typeface="Arial"/>
            </a:endParaRPr>
          </a:p>
        </p:txBody>
      </p:sp>
      <p:sp>
        <p:nvSpPr>
          <p:cNvPr id="2933" name="Google Shape;2933;p96"/>
          <p:cNvSpPr txBox="1"/>
          <p:nvPr/>
        </p:nvSpPr>
        <p:spPr>
          <a:xfrm>
            <a:off x="3475956" y="2157574"/>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Native App</a:t>
            </a:r>
            <a:endParaRPr sz="600">
              <a:solidFill>
                <a:srgbClr val="105780"/>
              </a:solidFill>
              <a:latin typeface="Arial"/>
              <a:ea typeface="Arial"/>
              <a:cs typeface="Arial"/>
              <a:sym typeface="Arial"/>
            </a:endParaRPr>
          </a:p>
        </p:txBody>
      </p:sp>
      <p:sp>
        <p:nvSpPr>
          <p:cNvPr id="2934" name="Google Shape;2934;p96"/>
          <p:cNvSpPr txBox="1"/>
          <p:nvPr/>
        </p:nvSpPr>
        <p:spPr>
          <a:xfrm>
            <a:off x="1099365" y="2933032"/>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Security</a:t>
            </a:r>
            <a:endParaRPr sz="600">
              <a:solidFill>
                <a:srgbClr val="105780"/>
              </a:solidFill>
              <a:latin typeface="Arial"/>
              <a:ea typeface="Arial"/>
              <a:cs typeface="Arial"/>
              <a:sym typeface="Arial"/>
            </a:endParaRPr>
          </a:p>
        </p:txBody>
      </p:sp>
      <p:sp>
        <p:nvSpPr>
          <p:cNvPr id="2935" name="Google Shape;2935;p96"/>
          <p:cNvSpPr txBox="1"/>
          <p:nvPr/>
        </p:nvSpPr>
        <p:spPr>
          <a:xfrm>
            <a:off x="3475956" y="2933032"/>
            <a:ext cx="5865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Sharing</a:t>
            </a:r>
            <a:endParaRPr sz="600">
              <a:solidFill>
                <a:srgbClr val="105780"/>
              </a:solidFill>
              <a:latin typeface="Arial"/>
              <a:ea typeface="Arial"/>
              <a:cs typeface="Arial"/>
              <a:sym typeface="Arial"/>
            </a:endParaRPr>
          </a:p>
        </p:txBody>
      </p:sp>
      <p:sp>
        <p:nvSpPr>
          <p:cNvPr id="2936" name="Google Shape;2936;p96"/>
          <p:cNvSpPr txBox="1"/>
          <p:nvPr/>
        </p:nvSpPr>
        <p:spPr>
          <a:xfrm>
            <a:off x="5060350" y="2933032"/>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Streamlit in Snowflake</a:t>
            </a:r>
            <a:endParaRPr sz="600">
              <a:solidFill>
                <a:srgbClr val="105780"/>
              </a:solidFill>
              <a:latin typeface="Arial"/>
              <a:ea typeface="Arial"/>
              <a:cs typeface="Arial"/>
              <a:sym typeface="Arial"/>
            </a:endParaRPr>
          </a:p>
        </p:txBody>
      </p:sp>
      <p:sp>
        <p:nvSpPr>
          <p:cNvPr id="2937" name="Google Shape;2937;p96"/>
          <p:cNvSpPr txBox="1"/>
          <p:nvPr/>
        </p:nvSpPr>
        <p:spPr>
          <a:xfrm>
            <a:off x="2683759" y="2157574"/>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Databases</a:t>
            </a:r>
            <a:endParaRPr sz="600">
              <a:solidFill>
                <a:srgbClr val="105780"/>
              </a:solidFill>
              <a:latin typeface="Arial"/>
              <a:ea typeface="Arial"/>
              <a:cs typeface="Arial"/>
              <a:sym typeface="Arial"/>
            </a:endParaRPr>
          </a:p>
        </p:txBody>
      </p:sp>
      <p:pic>
        <p:nvPicPr>
          <p:cNvPr id="2938" name="Google Shape;2938;p96"/>
          <p:cNvPicPr preferRelativeResize="0"/>
          <p:nvPr/>
        </p:nvPicPr>
        <p:blipFill rotWithShape="1">
          <a:blip r:embed="rId8">
            <a:alphaModFix/>
          </a:blip>
          <a:srcRect b="0" l="0" r="0" t="0"/>
          <a:stretch/>
        </p:blipFill>
        <p:spPr>
          <a:xfrm>
            <a:off x="7515704" y="978332"/>
            <a:ext cx="303495" cy="303495"/>
          </a:xfrm>
          <a:prstGeom prst="rect">
            <a:avLst/>
          </a:prstGeom>
          <a:noFill/>
          <a:ln>
            <a:noFill/>
          </a:ln>
        </p:spPr>
      </p:pic>
      <p:pic>
        <p:nvPicPr>
          <p:cNvPr id="2939" name="Google Shape;2939;p96"/>
          <p:cNvPicPr preferRelativeResize="0"/>
          <p:nvPr/>
        </p:nvPicPr>
        <p:blipFill rotWithShape="1">
          <a:blip r:embed="rId9">
            <a:alphaModFix/>
          </a:blip>
          <a:srcRect b="0" l="0" r="0" t="0"/>
          <a:stretch/>
        </p:blipFill>
        <p:spPr>
          <a:xfrm>
            <a:off x="6823997" y="2578221"/>
            <a:ext cx="228021" cy="228021"/>
          </a:xfrm>
          <a:prstGeom prst="rect">
            <a:avLst/>
          </a:prstGeom>
          <a:noFill/>
          <a:ln>
            <a:noFill/>
          </a:ln>
        </p:spPr>
      </p:pic>
      <p:pic>
        <p:nvPicPr>
          <p:cNvPr id="2940" name="Google Shape;2940;p96"/>
          <p:cNvPicPr preferRelativeResize="0"/>
          <p:nvPr/>
        </p:nvPicPr>
        <p:blipFill rotWithShape="1">
          <a:blip r:embed="rId10">
            <a:alphaModFix/>
          </a:blip>
          <a:srcRect b="0" l="0" r="0" t="0"/>
          <a:stretch/>
        </p:blipFill>
        <p:spPr>
          <a:xfrm>
            <a:off x="4370681" y="978331"/>
            <a:ext cx="1185657" cy="303496"/>
          </a:xfrm>
          <a:prstGeom prst="rect">
            <a:avLst/>
          </a:prstGeom>
          <a:noFill/>
          <a:ln>
            <a:noFill/>
          </a:ln>
        </p:spPr>
      </p:pic>
      <p:pic>
        <p:nvPicPr>
          <p:cNvPr id="2941" name="Google Shape;2941;p96"/>
          <p:cNvPicPr preferRelativeResize="0"/>
          <p:nvPr/>
        </p:nvPicPr>
        <p:blipFill rotWithShape="1">
          <a:blip r:embed="rId11">
            <a:alphaModFix/>
          </a:blip>
          <a:srcRect b="0" l="0" r="0" t="0"/>
          <a:stretch/>
        </p:blipFill>
        <p:spPr>
          <a:xfrm>
            <a:off x="496785" y="2610697"/>
            <a:ext cx="207292" cy="163069"/>
          </a:xfrm>
          <a:prstGeom prst="rect">
            <a:avLst/>
          </a:prstGeom>
          <a:noFill/>
          <a:ln>
            <a:noFill/>
          </a:ln>
        </p:spPr>
      </p:pic>
      <p:pic>
        <p:nvPicPr>
          <p:cNvPr id="2942" name="Google Shape;2942;p96"/>
          <p:cNvPicPr preferRelativeResize="0"/>
          <p:nvPr/>
        </p:nvPicPr>
        <p:blipFill rotWithShape="1">
          <a:blip r:embed="rId12">
            <a:alphaModFix/>
          </a:blip>
          <a:srcRect b="0" l="0" r="0" t="0"/>
          <a:stretch/>
        </p:blipFill>
        <p:spPr>
          <a:xfrm>
            <a:off x="3665573" y="1810378"/>
            <a:ext cx="207292" cy="207292"/>
          </a:xfrm>
          <a:prstGeom prst="rect">
            <a:avLst/>
          </a:prstGeom>
          <a:noFill/>
          <a:ln>
            <a:noFill/>
          </a:ln>
        </p:spPr>
      </p:pic>
      <p:pic>
        <p:nvPicPr>
          <p:cNvPr id="2943" name="Google Shape;2943;p96"/>
          <p:cNvPicPr preferRelativeResize="0"/>
          <p:nvPr/>
        </p:nvPicPr>
        <p:blipFill rotWithShape="1">
          <a:blip r:embed="rId13">
            <a:alphaModFix/>
          </a:blip>
          <a:srcRect b="0" l="0" r="0" t="0"/>
          <a:stretch/>
        </p:blipFill>
        <p:spPr>
          <a:xfrm>
            <a:off x="1310967" y="2598008"/>
            <a:ext cx="163322" cy="188447"/>
          </a:xfrm>
          <a:prstGeom prst="rect">
            <a:avLst/>
          </a:prstGeom>
          <a:noFill/>
          <a:ln>
            <a:noFill/>
          </a:ln>
        </p:spPr>
      </p:pic>
      <p:pic>
        <p:nvPicPr>
          <p:cNvPr id="2944" name="Google Shape;2944;p96"/>
          <p:cNvPicPr preferRelativeResize="0"/>
          <p:nvPr/>
        </p:nvPicPr>
        <p:blipFill rotWithShape="1">
          <a:blip r:embed="rId14">
            <a:alphaModFix/>
          </a:blip>
          <a:srcRect b="0" l="0" r="0" t="0"/>
          <a:stretch/>
        </p:blipFill>
        <p:spPr>
          <a:xfrm>
            <a:off x="3674996" y="2601777"/>
            <a:ext cx="188447" cy="180909"/>
          </a:xfrm>
          <a:prstGeom prst="rect">
            <a:avLst/>
          </a:prstGeom>
          <a:noFill/>
          <a:ln>
            <a:noFill/>
          </a:ln>
        </p:spPr>
      </p:pic>
      <p:pic>
        <p:nvPicPr>
          <p:cNvPr id="2945" name="Google Shape;2945;p96"/>
          <p:cNvPicPr preferRelativeResize="0"/>
          <p:nvPr/>
        </p:nvPicPr>
        <p:blipFill rotWithShape="1">
          <a:blip r:embed="rId15">
            <a:alphaModFix/>
          </a:blip>
          <a:srcRect b="0" l="0" r="0" t="0"/>
          <a:stretch/>
        </p:blipFill>
        <p:spPr>
          <a:xfrm>
            <a:off x="5249967" y="2588585"/>
            <a:ext cx="207292" cy="207292"/>
          </a:xfrm>
          <a:prstGeom prst="rect">
            <a:avLst/>
          </a:prstGeom>
          <a:noFill/>
          <a:ln>
            <a:noFill/>
          </a:ln>
        </p:spPr>
      </p:pic>
      <p:grpSp>
        <p:nvGrpSpPr>
          <p:cNvPr id="2946" name="Google Shape;2946;p96"/>
          <p:cNvGrpSpPr/>
          <p:nvPr/>
        </p:nvGrpSpPr>
        <p:grpSpPr>
          <a:xfrm>
            <a:off x="2815700" y="1794746"/>
            <a:ext cx="322479" cy="238522"/>
            <a:chOff x="1884577" y="1297320"/>
            <a:chExt cx="980476" cy="599301"/>
          </a:xfrm>
        </p:grpSpPr>
        <p:grpSp>
          <p:nvGrpSpPr>
            <p:cNvPr id="2947" name="Google Shape;2947;p96"/>
            <p:cNvGrpSpPr/>
            <p:nvPr/>
          </p:nvGrpSpPr>
          <p:grpSpPr>
            <a:xfrm>
              <a:off x="1884577" y="1297320"/>
              <a:ext cx="400142" cy="405304"/>
              <a:chOff x="5246671" y="1800438"/>
              <a:chExt cx="2513456" cy="2545882"/>
            </a:xfrm>
          </p:grpSpPr>
          <p:sp>
            <p:nvSpPr>
              <p:cNvPr id="2948" name="Google Shape;2948;p96"/>
              <p:cNvSpPr/>
              <p:nvPr/>
            </p:nvSpPr>
            <p:spPr>
              <a:xfrm>
                <a:off x="5272673" y="1826618"/>
                <a:ext cx="2461450" cy="2493522"/>
              </a:xfrm>
              <a:custGeom>
                <a:rect b="b" l="l" r="r" t="t"/>
                <a:pathLst>
                  <a:path extrusionOk="0" h="3324696" w="3281934">
                    <a:moveTo>
                      <a:pt x="3281934" y="698316"/>
                    </a:moveTo>
                    <a:lnTo>
                      <a:pt x="3281934" y="2626475"/>
                    </a:lnTo>
                    <a:cubicBezTo>
                      <a:pt x="3281934" y="3080020"/>
                      <a:pt x="2436400" y="3324697"/>
                      <a:pt x="1640967" y="3324697"/>
                    </a:cubicBezTo>
                    <a:cubicBezTo>
                      <a:pt x="845534" y="3324697"/>
                      <a:pt x="0" y="3079735"/>
                      <a:pt x="0" y="2626190"/>
                    </a:cubicBezTo>
                    <a:lnTo>
                      <a:pt x="0" y="698032"/>
                    </a:lnTo>
                    <a:cubicBezTo>
                      <a:pt x="0" y="244772"/>
                      <a:pt x="845439" y="0"/>
                      <a:pt x="1640967" y="0"/>
                    </a:cubicBezTo>
                    <a:cubicBezTo>
                      <a:pt x="2436495" y="0"/>
                      <a:pt x="3281934" y="244772"/>
                      <a:pt x="3281934" y="698316"/>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sp>
            <p:nvSpPr>
              <p:cNvPr id="2949" name="Google Shape;2949;p96"/>
              <p:cNvSpPr/>
              <p:nvPr/>
            </p:nvSpPr>
            <p:spPr>
              <a:xfrm>
                <a:off x="5246671" y="1800438"/>
                <a:ext cx="2513456" cy="2545882"/>
              </a:xfrm>
              <a:custGeom>
                <a:rect b="b" l="l" r="r" t="t"/>
                <a:pathLst>
                  <a:path extrusionOk="0" h="3394509" w="3351275">
                    <a:moveTo>
                      <a:pt x="649700" y="597254"/>
                    </a:moveTo>
                    <a:cubicBezTo>
                      <a:pt x="685895" y="575218"/>
                      <a:pt x="766382" y="567715"/>
                      <a:pt x="829437" y="580347"/>
                    </a:cubicBezTo>
                    <a:lnTo>
                      <a:pt x="1276350" y="670771"/>
                    </a:lnTo>
                    <a:cubicBezTo>
                      <a:pt x="1307783" y="677040"/>
                      <a:pt x="1328738" y="687108"/>
                      <a:pt x="1337596" y="698316"/>
                    </a:cubicBezTo>
                    <a:cubicBezTo>
                      <a:pt x="1340177" y="701440"/>
                      <a:pt x="1341834" y="705225"/>
                      <a:pt x="1342358" y="709240"/>
                    </a:cubicBezTo>
                    <a:cubicBezTo>
                      <a:pt x="1342615" y="714870"/>
                      <a:pt x="1340434" y="720340"/>
                      <a:pt x="1336358" y="724247"/>
                    </a:cubicBezTo>
                    <a:cubicBezTo>
                      <a:pt x="1326833" y="734980"/>
                      <a:pt x="1306544" y="744478"/>
                      <a:pt x="1276350" y="750557"/>
                    </a:cubicBezTo>
                    <a:lnTo>
                      <a:pt x="829437" y="840886"/>
                    </a:lnTo>
                    <a:cubicBezTo>
                      <a:pt x="766382" y="853614"/>
                      <a:pt x="685895" y="846110"/>
                      <a:pt x="649700" y="824074"/>
                    </a:cubicBezTo>
                    <a:cubicBezTo>
                      <a:pt x="613505" y="802038"/>
                      <a:pt x="634746" y="773923"/>
                      <a:pt x="697802" y="761100"/>
                    </a:cubicBezTo>
                    <a:lnTo>
                      <a:pt x="947547" y="710759"/>
                    </a:lnTo>
                    <a:lnTo>
                      <a:pt x="697802" y="660133"/>
                    </a:lnTo>
                    <a:cubicBezTo>
                      <a:pt x="634746" y="647406"/>
                      <a:pt x="613124" y="619290"/>
                      <a:pt x="649700" y="597254"/>
                    </a:cubicBezTo>
                    <a:close/>
                    <a:moveTo>
                      <a:pt x="934117" y="516139"/>
                    </a:moveTo>
                    <a:lnTo>
                      <a:pt x="1381792" y="606468"/>
                    </a:lnTo>
                    <a:cubicBezTo>
                      <a:pt x="1406890" y="611288"/>
                      <a:pt x="1432446" y="613295"/>
                      <a:pt x="1457992" y="612452"/>
                    </a:cubicBezTo>
                    <a:cubicBezTo>
                      <a:pt x="1526000" y="610742"/>
                      <a:pt x="1579817" y="590796"/>
                      <a:pt x="1579817" y="566575"/>
                    </a:cubicBezTo>
                    <a:lnTo>
                      <a:pt x="1579817" y="386107"/>
                    </a:lnTo>
                    <a:cubicBezTo>
                      <a:pt x="1579817" y="360746"/>
                      <a:pt x="1520762" y="340135"/>
                      <a:pt x="1448181" y="340135"/>
                    </a:cubicBezTo>
                    <a:cubicBezTo>
                      <a:pt x="1375601" y="340135"/>
                      <a:pt x="1316355" y="360936"/>
                      <a:pt x="1316355" y="385822"/>
                    </a:cubicBezTo>
                    <a:lnTo>
                      <a:pt x="1316355" y="486979"/>
                    </a:lnTo>
                    <a:lnTo>
                      <a:pt x="1065657" y="436353"/>
                    </a:lnTo>
                    <a:cubicBezTo>
                      <a:pt x="1002792" y="423625"/>
                      <a:pt x="922782" y="431129"/>
                      <a:pt x="886015" y="453165"/>
                    </a:cubicBezTo>
                    <a:cubicBezTo>
                      <a:pt x="849249" y="475201"/>
                      <a:pt x="871157" y="503411"/>
                      <a:pt x="934117" y="516139"/>
                    </a:cubicBezTo>
                    <a:close/>
                    <a:moveTo>
                      <a:pt x="1915954" y="612452"/>
                    </a:moveTo>
                    <a:cubicBezTo>
                      <a:pt x="1941500" y="613319"/>
                      <a:pt x="1967055" y="611312"/>
                      <a:pt x="1992154" y="606468"/>
                    </a:cubicBezTo>
                    <a:lnTo>
                      <a:pt x="2439829" y="516139"/>
                    </a:lnTo>
                    <a:cubicBezTo>
                      <a:pt x="2502789" y="503411"/>
                      <a:pt x="2524220" y="475296"/>
                      <a:pt x="2488025" y="453165"/>
                    </a:cubicBezTo>
                    <a:cubicBezTo>
                      <a:pt x="2451830" y="431034"/>
                      <a:pt x="2371249" y="423625"/>
                      <a:pt x="2308289" y="436353"/>
                    </a:cubicBezTo>
                    <a:lnTo>
                      <a:pt x="2057400" y="486979"/>
                    </a:lnTo>
                    <a:lnTo>
                      <a:pt x="2057400" y="385822"/>
                    </a:lnTo>
                    <a:cubicBezTo>
                      <a:pt x="2057400" y="360461"/>
                      <a:pt x="1998536" y="339850"/>
                      <a:pt x="1925669" y="339850"/>
                    </a:cubicBezTo>
                    <a:cubicBezTo>
                      <a:pt x="1852803" y="339850"/>
                      <a:pt x="1794034" y="360936"/>
                      <a:pt x="1794034" y="385822"/>
                    </a:cubicBezTo>
                    <a:lnTo>
                      <a:pt x="1794034" y="566290"/>
                    </a:lnTo>
                    <a:cubicBezTo>
                      <a:pt x="1794034" y="590796"/>
                      <a:pt x="1847850" y="610742"/>
                      <a:pt x="1915954" y="612452"/>
                    </a:cubicBezTo>
                    <a:close/>
                    <a:moveTo>
                      <a:pt x="1457801" y="808877"/>
                    </a:moveTo>
                    <a:cubicBezTo>
                      <a:pt x="1432255" y="808033"/>
                      <a:pt x="1406700" y="810040"/>
                      <a:pt x="1381601" y="814861"/>
                    </a:cubicBezTo>
                    <a:lnTo>
                      <a:pt x="933926" y="905190"/>
                    </a:lnTo>
                    <a:cubicBezTo>
                      <a:pt x="870966" y="917918"/>
                      <a:pt x="849535" y="946128"/>
                      <a:pt x="886301" y="968259"/>
                    </a:cubicBezTo>
                    <a:cubicBezTo>
                      <a:pt x="923068" y="990390"/>
                      <a:pt x="1003078" y="997799"/>
                      <a:pt x="1065943" y="984976"/>
                    </a:cubicBezTo>
                    <a:lnTo>
                      <a:pt x="1316641" y="934445"/>
                    </a:lnTo>
                    <a:lnTo>
                      <a:pt x="1316641" y="1035317"/>
                    </a:lnTo>
                    <a:cubicBezTo>
                      <a:pt x="1316641" y="1060772"/>
                      <a:pt x="1375505" y="1081384"/>
                      <a:pt x="1448276" y="1081384"/>
                    </a:cubicBezTo>
                    <a:cubicBezTo>
                      <a:pt x="1521047" y="1081384"/>
                      <a:pt x="1579912" y="1060772"/>
                      <a:pt x="1579912" y="1035317"/>
                    </a:cubicBezTo>
                    <a:lnTo>
                      <a:pt x="1579912" y="854849"/>
                    </a:lnTo>
                    <a:cubicBezTo>
                      <a:pt x="1579626" y="830533"/>
                      <a:pt x="1525810" y="810587"/>
                      <a:pt x="1457801" y="808877"/>
                    </a:cubicBezTo>
                    <a:close/>
                    <a:moveTo>
                      <a:pt x="1450181" y="693377"/>
                    </a:moveTo>
                    <a:lnTo>
                      <a:pt x="1636014" y="628409"/>
                    </a:lnTo>
                    <a:cubicBezTo>
                      <a:pt x="1643596" y="626192"/>
                      <a:pt x="1651454" y="625041"/>
                      <a:pt x="1659350" y="624989"/>
                    </a:cubicBezTo>
                    <a:lnTo>
                      <a:pt x="1714500" y="624989"/>
                    </a:lnTo>
                    <a:cubicBezTo>
                      <a:pt x="1722406" y="625018"/>
                      <a:pt x="1730264" y="626169"/>
                      <a:pt x="1737836" y="628409"/>
                    </a:cubicBezTo>
                    <a:lnTo>
                      <a:pt x="1923288" y="693377"/>
                    </a:lnTo>
                    <a:cubicBezTo>
                      <a:pt x="1928622" y="695277"/>
                      <a:pt x="1932813" y="698981"/>
                      <a:pt x="1932813" y="701641"/>
                    </a:cubicBezTo>
                    <a:lnTo>
                      <a:pt x="1932813" y="720638"/>
                    </a:lnTo>
                    <a:cubicBezTo>
                      <a:pt x="1932813" y="723202"/>
                      <a:pt x="1928527" y="726906"/>
                      <a:pt x="1923288" y="728806"/>
                    </a:cubicBezTo>
                    <a:lnTo>
                      <a:pt x="1737360" y="793395"/>
                    </a:lnTo>
                    <a:cubicBezTo>
                      <a:pt x="1729788" y="795649"/>
                      <a:pt x="1721930" y="796800"/>
                      <a:pt x="1714024" y="796814"/>
                    </a:cubicBezTo>
                    <a:lnTo>
                      <a:pt x="1659350" y="796814"/>
                    </a:lnTo>
                    <a:cubicBezTo>
                      <a:pt x="1651454" y="796763"/>
                      <a:pt x="1643596" y="795612"/>
                      <a:pt x="1636014" y="793395"/>
                    </a:cubicBezTo>
                    <a:lnTo>
                      <a:pt x="1450181" y="728426"/>
                    </a:lnTo>
                    <a:cubicBezTo>
                      <a:pt x="1444943" y="726526"/>
                      <a:pt x="1440656" y="722822"/>
                      <a:pt x="1440656" y="720258"/>
                    </a:cubicBezTo>
                    <a:lnTo>
                      <a:pt x="1440656" y="701261"/>
                    </a:lnTo>
                    <a:cubicBezTo>
                      <a:pt x="1440561" y="698506"/>
                      <a:pt x="1444943" y="694802"/>
                      <a:pt x="1450181" y="693377"/>
                    </a:cubicBezTo>
                    <a:close/>
                    <a:moveTo>
                      <a:pt x="1599152" y="711519"/>
                    </a:moveTo>
                    <a:cubicBezTo>
                      <a:pt x="1599152" y="714179"/>
                      <a:pt x="1603248" y="717788"/>
                      <a:pt x="1608677" y="719688"/>
                    </a:cubicBezTo>
                    <a:lnTo>
                      <a:pt x="1662493" y="738684"/>
                    </a:lnTo>
                    <a:cubicBezTo>
                      <a:pt x="1670056" y="740829"/>
                      <a:pt x="1677876" y="741948"/>
                      <a:pt x="1685735" y="742009"/>
                    </a:cubicBezTo>
                    <a:lnTo>
                      <a:pt x="1687735" y="742009"/>
                    </a:lnTo>
                    <a:cubicBezTo>
                      <a:pt x="1695593" y="741955"/>
                      <a:pt x="1703413" y="740837"/>
                      <a:pt x="1710976" y="738684"/>
                    </a:cubicBezTo>
                    <a:lnTo>
                      <a:pt x="1764887" y="719688"/>
                    </a:lnTo>
                    <a:cubicBezTo>
                      <a:pt x="1770126" y="717788"/>
                      <a:pt x="1774412" y="714179"/>
                      <a:pt x="1774412" y="711519"/>
                    </a:cubicBezTo>
                    <a:lnTo>
                      <a:pt x="1774412" y="710854"/>
                    </a:lnTo>
                    <a:cubicBezTo>
                      <a:pt x="1774412" y="708195"/>
                      <a:pt x="1769840" y="704490"/>
                      <a:pt x="1764887" y="702591"/>
                    </a:cubicBezTo>
                    <a:lnTo>
                      <a:pt x="1710976" y="683594"/>
                    </a:lnTo>
                    <a:cubicBezTo>
                      <a:pt x="1703432" y="681362"/>
                      <a:pt x="1695603" y="680211"/>
                      <a:pt x="1687735" y="680175"/>
                    </a:cubicBezTo>
                    <a:lnTo>
                      <a:pt x="1685925" y="680175"/>
                    </a:lnTo>
                    <a:cubicBezTo>
                      <a:pt x="1678057" y="680211"/>
                      <a:pt x="1670228" y="681362"/>
                      <a:pt x="1662684" y="683594"/>
                    </a:cubicBezTo>
                    <a:lnTo>
                      <a:pt x="1608868" y="702591"/>
                    </a:lnTo>
                    <a:cubicBezTo>
                      <a:pt x="1603439" y="704490"/>
                      <a:pt x="1599343" y="708195"/>
                      <a:pt x="1599343" y="710854"/>
                    </a:cubicBezTo>
                    <a:close/>
                    <a:moveTo>
                      <a:pt x="2439353" y="905190"/>
                    </a:moveTo>
                    <a:lnTo>
                      <a:pt x="1991678" y="814861"/>
                    </a:lnTo>
                    <a:cubicBezTo>
                      <a:pt x="1966579" y="810017"/>
                      <a:pt x="1941024" y="808010"/>
                      <a:pt x="1915478" y="808877"/>
                    </a:cubicBezTo>
                    <a:cubicBezTo>
                      <a:pt x="1847183" y="810587"/>
                      <a:pt x="1793558" y="830533"/>
                      <a:pt x="1793558" y="854754"/>
                    </a:cubicBezTo>
                    <a:lnTo>
                      <a:pt x="1793558" y="1035222"/>
                    </a:lnTo>
                    <a:cubicBezTo>
                      <a:pt x="1793558" y="1060677"/>
                      <a:pt x="1852327" y="1081289"/>
                      <a:pt x="1925193" y="1081289"/>
                    </a:cubicBezTo>
                    <a:cubicBezTo>
                      <a:pt x="1998059" y="1081289"/>
                      <a:pt x="2057400" y="1060962"/>
                      <a:pt x="2057400" y="1035317"/>
                    </a:cubicBezTo>
                    <a:lnTo>
                      <a:pt x="2057400" y="934445"/>
                    </a:lnTo>
                    <a:lnTo>
                      <a:pt x="2307812" y="984976"/>
                    </a:lnTo>
                    <a:cubicBezTo>
                      <a:pt x="2370773" y="997799"/>
                      <a:pt x="2451259" y="990200"/>
                      <a:pt x="2487549" y="968259"/>
                    </a:cubicBezTo>
                    <a:cubicBezTo>
                      <a:pt x="2523839" y="946318"/>
                      <a:pt x="2502313" y="917918"/>
                      <a:pt x="2439353" y="905190"/>
                    </a:cubicBezTo>
                    <a:close/>
                    <a:moveTo>
                      <a:pt x="2035969" y="698316"/>
                    </a:moveTo>
                    <a:cubicBezTo>
                      <a:pt x="2029225" y="705851"/>
                      <a:pt x="2029778" y="717386"/>
                      <a:pt x="2037207" y="724247"/>
                    </a:cubicBezTo>
                    <a:cubicBezTo>
                      <a:pt x="2046732" y="734980"/>
                      <a:pt x="2067116" y="744478"/>
                      <a:pt x="2096929" y="750557"/>
                    </a:cubicBezTo>
                    <a:lnTo>
                      <a:pt x="2544604" y="840886"/>
                    </a:lnTo>
                    <a:cubicBezTo>
                      <a:pt x="2607469" y="853614"/>
                      <a:pt x="2687955" y="846110"/>
                      <a:pt x="2724341" y="824074"/>
                    </a:cubicBezTo>
                    <a:cubicBezTo>
                      <a:pt x="2760726" y="802038"/>
                      <a:pt x="2739295" y="773923"/>
                      <a:pt x="2676239" y="761100"/>
                    </a:cubicBezTo>
                    <a:lnTo>
                      <a:pt x="2426399" y="710759"/>
                    </a:lnTo>
                    <a:lnTo>
                      <a:pt x="2676239" y="660133"/>
                    </a:lnTo>
                    <a:cubicBezTo>
                      <a:pt x="2739295" y="647406"/>
                      <a:pt x="2760916" y="619290"/>
                      <a:pt x="2724341" y="597254"/>
                    </a:cubicBezTo>
                    <a:cubicBezTo>
                      <a:pt x="2687765" y="575218"/>
                      <a:pt x="2607469" y="567715"/>
                      <a:pt x="2544604" y="580347"/>
                    </a:cubicBezTo>
                    <a:lnTo>
                      <a:pt x="2096929" y="670771"/>
                    </a:lnTo>
                    <a:cubicBezTo>
                      <a:pt x="2065877" y="677040"/>
                      <a:pt x="2044827" y="687108"/>
                      <a:pt x="2035969" y="698316"/>
                    </a:cubicBezTo>
                    <a:close/>
                    <a:moveTo>
                      <a:pt x="3351276" y="713039"/>
                    </a:moveTo>
                    <a:lnTo>
                      <a:pt x="3351276" y="2681660"/>
                    </a:lnTo>
                    <a:cubicBezTo>
                      <a:pt x="3351276" y="3144704"/>
                      <a:pt x="2487835" y="3394510"/>
                      <a:pt x="1675638" y="3394510"/>
                    </a:cubicBezTo>
                    <a:cubicBezTo>
                      <a:pt x="863441" y="3394510"/>
                      <a:pt x="0" y="3144704"/>
                      <a:pt x="0" y="2681660"/>
                    </a:cubicBezTo>
                    <a:lnTo>
                      <a:pt x="0" y="713039"/>
                    </a:lnTo>
                    <a:cubicBezTo>
                      <a:pt x="0" y="249901"/>
                      <a:pt x="863346" y="0"/>
                      <a:pt x="1675638" y="0"/>
                    </a:cubicBezTo>
                    <a:cubicBezTo>
                      <a:pt x="2487930" y="0"/>
                      <a:pt x="3351276" y="249901"/>
                      <a:pt x="3351276" y="713039"/>
                    </a:cubicBezTo>
                    <a:close/>
                    <a:moveTo>
                      <a:pt x="3118866" y="1722235"/>
                    </a:moveTo>
                    <a:cubicBezTo>
                      <a:pt x="2807494" y="1943261"/>
                      <a:pt x="2229898" y="2059901"/>
                      <a:pt x="1675638" y="2059901"/>
                    </a:cubicBezTo>
                    <a:cubicBezTo>
                      <a:pt x="1121378" y="2059901"/>
                      <a:pt x="543687" y="1943261"/>
                      <a:pt x="232315" y="1722235"/>
                    </a:cubicBezTo>
                    <a:lnTo>
                      <a:pt x="232315" y="2028556"/>
                    </a:lnTo>
                    <a:cubicBezTo>
                      <a:pt x="232315" y="2229541"/>
                      <a:pt x="781431" y="2509931"/>
                      <a:pt x="1675638" y="2509931"/>
                    </a:cubicBezTo>
                    <a:cubicBezTo>
                      <a:pt x="2569845" y="2509931"/>
                      <a:pt x="3118866" y="2229541"/>
                      <a:pt x="3118866" y="2028556"/>
                    </a:cubicBezTo>
                    <a:close/>
                    <a:moveTo>
                      <a:pt x="3118866" y="1088318"/>
                    </a:moveTo>
                    <a:cubicBezTo>
                      <a:pt x="2807494" y="1309438"/>
                      <a:pt x="2229898" y="1425983"/>
                      <a:pt x="1675638" y="1425983"/>
                    </a:cubicBezTo>
                    <a:cubicBezTo>
                      <a:pt x="1121378" y="1425983"/>
                      <a:pt x="543687" y="1309438"/>
                      <a:pt x="232315" y="1088318"/>
                    </a:cubicBezTo>
                    <a:lnTo>
                      <a:pt x="232315" y="1346862"/>
                    </a:lnTo>
                    <a:cubicBezTo>
                      <a:pt x="232315" y="1547751"/>
                      <a:pt x="781431" y="1828142"/>
                      <a:pt x="1675638" y="1828142"/>
                    </a:cubicBezTo>
                    <a:cubicBezTo>
                      <a:pt x="2569845" y="1828142"/>
                      <a:pt x="3118866" y="1548226"/>
                      <a:pt x="3118866" y="1346862"/>
                    </a:cubicBezTo>
                    <a:close/>
                    <a:moveTo>
                      <a:pt x="232791" y="713039"/>
                    </a:moveTo>
                    <a:cubicBezTo>
                      <a:pt x="232791" y="913928"/>
                      <a:pt x="781907" y="1194319"/>
                      <a:pt x="1676114" y="1194319"/>
                    </a:cubicBezTo>
                    <a:cubicBezTo>
                      <a:pt x="2570321" y="1194319"/>
                      <a:pt x="3118866" y="913928"/>
                      <a:pt x="3118866" y="713039"/>
                    </a:cubicBezTo>
                    <a:cubicBezTo>
                      <a:pt x="3118866" y="512149"/>
                      <a:pt x="2569750" y="231664"/>
                      <a:pt x="1675638" y="231664"/>
                    </a:cubicBezTo>
                    <a:cubicBezTo>
                      <a:pt x="781526" y="231664"/>
                      <a:pt x="232315" y="512054"/>
                      <a:pt x="232315" y="713039"/>
                    </a:cubicBezTo>
                    <a:close/>
                    <a:moveTo>
                      <a:pt x="3118866" y="2681660"/>
                    </a:moveTo>
                    <a:lnTo>
                      <a:pt x="3118866" y="2403930"/>
                    </a:lnTo>
                    <a:cubicBezTo>
                      <a:pt x="2807494" y="2625051"/>
                      <a:pt x="2229898" y="2741595"/>
                      <a:pt x="1675638" y="2741595"/>
                    </a:cubicBezTo>
                    <a:cubicBezTo>
                      <a:pt x="1121378" y="2741595"/>
                      <a:pt x="543687" y="2625051"/>
                      <a:pt x="232315" y="2403930"/>
                    </a:cubicBezTo>
                    <a:lnTo>
                      <a:pt x="232315" y="2681660"/>
                    </a:lnTo>
                    <a:cubicBezTo>
                      <a:pt x="232315" y="2882550"/>
                      <a:pt x="781050" y="3162940"/>
                      <a:pt x="1675638" y="3162940"/>
                    </a:cubicBezTo>
                    <a:cubicBezTo>
                      <a:pt x="2570226" y="3162940"/>
                      <a:pt x="3118866" y="2882550"/>
                      <a:pt x="3118866" y="2681660"/>
                    </a:cubicBezTo>
                    <a:close/>
                  </a:path>
                </a:pathLst>
              </a:custGeom>
              <a:solidFill>
                <a:srgbClr val="29B5E8">
                  <a:alpha val="4941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grpSp>
        <p:grpSp>
          <p:nvGrpSpPr>
            <p:cNvPr id="2950" name="Google Shape;2950;p96"/>
            <p:cNvGrpSpPr/>
            <p:nvPr/>
          </p:nvGrpSpPr>
          <p:grpSpPr>
            <a:xfrm>
              <a:off x="2464911" y="1297320"/>
              <a:ext cx="400142" cy="405304"/>
              <a:chOff x="5246671" y="1800438"/>
              <a:chExt cx="2513456" cy="2545882"/>
            </a:xfrm>
          </p:grpSpPr>
          <p:sp>
            <p:nvSpPr>
              <p:cNvPr id="2951" name="Google Shape;2951;p96"/>
              <p:cNvSpPr/>
              <p:nvPr/>
            </p:nvSpPr>
            <p:spPr>
              <a:xfrm>
                <a:off x="5272673" y="1826618"/>
                <a:ext cx="2461450" cy="2493522"/>
              </a:xfrm>
              <a:custGeom>
                <a:rect b="b" l="l" r="r" t="t"/>
                <a:pathLst>
                  <a:path extrusionOk="0" h="3324696" w="3281934">
                    <a:moveTo>
                      <a:pt x="3281934" y="698316"/>
                    </a:moveTo>
                    <a:lnTo>
                      <a:pt x="3281934" y="2626475"/>
                    </a:lnTo>
                    <a:cubicBezTo>
                      <a:pt x="3281934" y="3080020"/>
                      <a:pt x="2436400" y="3324697"/>
                      <a:pt x="1640967" y="3324697"/>
                    </a:cubicBezTo>
                    <a:cubicBezTo>
                      <a:pt x="845534" y="3324697"/>
                      <a:pt x="0" y="3079735"/>
                      <a:pt x="0" y="2626190"/>
                    </a:cubicBezTo>
                    <a:lnTo>
                      <a:pt x="0" y="698032"/>
                    </a:lnTo>
                    <a:cubicBezTo>
                      <a:pt x="0" y="244772"/>
                      <a:pt x="845439" y="0"/>
                      <a:pt x="1640967" y="0"/>
                    </a:cubicBezTo>
                    <a:cubicBezTo>
                      <a:pt x="2436495" y="0"/>
                      <a:pt x="3281934" y="244772"/>
                      <a:pt x="3281934" y="698316"/>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sp>
            <p:nvSpPr>
              <p:cNvPr id="2952" name="Google Shape;2952;p96"/>
              <p:cNvSpPr/>
              <p:nvPr/>
            </p:nvSpPr>
            <p:spPr>
              <a:xfrm>
                <a:off x="5246671" y="1800438"/>
                <a:ext cx="2513456" cy="2545882"/>
              </a:xfrm>
              <a:custGeom>
                <a:rect b="b" l="l" r="r" t="t"/>
                <a:pathLst>
                  <a:path extrusionOk="0" h="3394509" w="3351275">
                    <a:moveTo>
                      <a:pt x="649700" y="597254"/>
                    </a:moveTo>
                    <a:cubicBezTo>
                      <a:pt x="685895" y="575218"/>
                      <a:pt x="766382" y="567715"/>
                      <a:pt x="829437" y="580347"/>
                    </a:cubicBezTo>
                    <a:lnTo>
                      <a:pt x="1276350" y="670771"/>
                    </a:lnTo>
                    <a:cubicBezTo>
                      <a:pt x="1307783" y="677040"/>
                      <a:pt x="1328738" y="687108"/>
                      <a:pt x="1337596" y="698316"/>
                    </a:cubicBezTo>
                    <a:cubicBezTo>
                      <a:pt x="1340177" y="701440"/>
                      <a:pt x="1341834" y="705225"/>
                      <a:pt x="1342358" y="709240"/>
                    </a:cubicBezTo>
                    <a:cubicBezTo>
                      <a:pt x="1342615" y="714870"/>
                      <a:pt x="1340434" y="720340"/>
                      <a:pt x="1336358" y="724247"/>
                    </a:cubicBezTo>
                    <a:cubicBezTo>
                      <a:pt x="1326833" y="734980"/>
                      <a:pt x="1306544" y="744478"/>
                      <a:pt x="1276350" y="750557"/>
                    </a:cubicBezTo>
                    <a:lnTo>
                      <a:pt x="829437" y="840886"/>
                    </a:lnTo>
                    <a:cubicBezTo>
                      <a:pt x="766382" y="853614"/>
                      <a:pt x="685895" y="846110"/>
                      <a:pt x="649700" y="824074"/>
                    </a:cubicBezTo>
                    <a:cubicBezTo>
                      <a:pt x="613505" y="802038"/>
                      <a:pt x="634746" y="773923"/>
                      <a:pt x="697802" y="761100"/>
                    </a:cubicBezTo>
                    <a:lnTo>
                      <a:pt x="947547" y="710759"/>
                    </a:lnTo>
                    <a:lnTo>
                      <a:pt x="697802" y="660133"/>
                    </a:lnTo>
                    <a:cubicBezTo>
                      <a:pt x="634746" y="647406"/>
                      <a:pt x="613124" y="619290"/>
                      <a:pt x="649700" y="597254"/>
                    </a:cubicBezTo>
                    <a:close/>
                    <a:moveTo>
                      <a:pt x="934117" y="516139"/>
                    </a:moveTo>
                    <a:lnTo>
                      <a:pt x="1381792" y="606468"/>
                    </a:lnTo>
                    <a:cubicBezTo>
                      <a:pt x="1406890" y="611288"/>
                      <a:pt x="1432446" y="613295"/>
                      <a:pt x="1457992" y="612452"/>
                    </a:cubicBezTo>
                    <a:cubicBezTo>
                      <a:pt x="1526000" y="610742"/>
                      <a:pt x="1579817" y="590796"/>
                      <a:pt x="1579817" y="566575"/>
                    </a:cubicBezTo>
                    <a:lnTo>
                      <a:pt x="1579817" y="386107"/>
                    </a:lnTo>
                    <a:cubicBezTo>
                      <a:pt x="1579817" y="360746"/>
                      <a:pt x="1520762" y="340135"/>
                      <a:pt x="1448181" y="340135"/>
                    </a:cubicBezTo>
                    <a:cubicBezTo>
                      <a:pt x="1375601" y="340135"/>
                      <a:pt x="1316355" y="360936"/>
                      <a:pt x="1316355" y="385822"/>
                    </a:cubicBezTo>
                    <a:lnTo>
                      <a:pt x="1316355" y="486979"/>
                    </a:lnTo>
                    <a:lnTo>
                      <a:pt x="1065657" y="436353"/>
                    </a:lnTo>
                    <a:cubicBezTo>
                      <a:pt x="1002792" y="423625"/>
                      <a:pt x="922782" y="431129"/>
                      <a:pt x="886015" y="453165"/>
                    </a:cubicBezTo>
                    <a:cubicBezTo>
                      <a:pt x="849249" y="475201"/>
                      <a:pt x="871157" y="503411"/>
                      <a:pt x="934117" y="516139"/>
                    </a:cubicBezTo>
                    <a:close/>
                    <a:moveTo>
                      <a:pt x="1915954" y="612452"/>
                    </a:moveTo>
                    <a:cubicBezTo>
                      <a:pt x="1941500" y="613319"/>
                      <a:pt x="1967055" y="611312"/>
                      <a:pt x="1992154" y="606468"/>
                    </a:cubicBezTo>
                    <a:lnTo>
                      <a:pt x="2439829" y="516139"/>
                    </a:lnTo>
                    <a:cubicBezTo>
                      <a:pt x="2502789" y="503411"/>
                      <a:pt x="2524220" y="475296"/>
                      <a:pt x="2488025" y="453165"/>
                    </a:cubicBezTo>
                    <a:cubicBezTo>
                      <a:pt x="2451830" y="431034"/>
                      <a:pt x="2371249" y="423625"/>
                      <a:pt x="2308289" y="436353"/>
                    </a:cubicBezTo>
                    <a:lnTo>
                      <a:pt x="2057400" y="486979"/>
                    </a:lnTo>
                    <a:lnTo>
                      <a:pt x="2057400" y="385822"/>
                    </a:lnTo>
                    <a:cubicBezTo>
                      <a:pt x="2057400" y="360461"/>
                      <a:pt x="1998536" y="339850"/>
                      <a:pt x="1925669" y="339850"/>
                    </a:cubicBezTo>
                    <a:cubicBezTo>
                      <a:pt x="1852803" y="339850"/>
                      <a:pt x="1794034" y="360936"/>
                      <a:pt x="1794034" y="385822"/>
                    </a:cubicBezTo>
                    <a:lnTo>
                      <a:pt x="1794034" y="566290"/>
                    </a:lnTo>
                    <a:cubicBezTo>
                      <a:pt x="1794034" y="590796"/>
                      <a:pt x="1847850" y="610742"/>
                      <a:pt x="1915954" y="612452"/>
                    </a:cubicBezTo>
                    <a:close/>
                    <a:moveTo>
                      <a:pt x="1457801" y="808877"/>
                    </a:moveTo>
                    <a:cubicBezTo>
                      <a:pt x="1432255" y="808033"/>
                      <a:pt x="1406700" y="810040"/>
                      <a:pt x="1381601" y="814861"/>
                    </a:cubicBezTo>
                    <a:lnTo>
                      <a:pt x="933926" y="905190"/>
                    </a:lnTo>
                    <a:cubicBezTo>
                      <a:pt x="870966" y="917918"/>
                      <a:pt x="849535" y="946128"/>
                      <a:pt x="886301" y="968259"/>
                    </a:cubicBezTo>
                    <a:cubicBezTo>
                      <a:pt x="923068" y="990390"/>
                      <a:pt x="1003078" y="997799"/>
                      <a:pt x="1065943" y="984976"/>
                    </a:cubicBezTo>
                    <a:lnTo>
                      <a:pt x="1316641" y="934445"/>
                    </a:lnTo>
                    <a:lnTo>
                      <a:pt x="1316641" y="1035317"/>
                    </a:lnTo>
                    <a:cubicBezTo>
                      <a:pt x="1316641" y="1060772"/>
                      <a:pt x="1375505" y="1081384"/>
                      <a:pt x="1448276" y="1081384"/>
                    </a:cubicBezTo>
                    <a:cubicBezTo>
                      <a:pt x="1521047" y="1081384"/>
                      <a:pt x="1579912" y="1060772"/>
                      <a:pt x="1579912" y="1035317"/>
                    </a:cubicBezTo>
                    <a:lnTo>
                      <a:pt x="1579912" y="854849"/>
                    </a:lnTo>
                    <a:cubicBezTo>
                      <a:pt x="1579626" y="830533"/>
                      <a:pt x="1525810" y="810587"/>
                      <a:pt x="1457801" y="808877"/>
                    </a:cubicBezTo>
                    <a:close/>
                    <a:moveTo>
                      <a:pt x="1450181" y="693377"/>
                    </a:moveTo>
                    <a:lnTo>
                      <a:pt x="1636014" y="628409"/>
                    </a:lnTo>
                    <a:cubicBezTo>
                      <a:pt x="1643596" y="626192"/>
                      <a:pt x="1651454" y="625041"/>
                      <a:pt x="1659350" y="624989"/>
                    </a:cubicBezTo>
                    <a:lnTo>
                      <a:pt x="1714500" y="624989"/>
                    </a:lnTo>
                    <a:cubicBezTo>
                      <a:pt x="1722406" y="625018"/>
                      <a:pt x="1730264" y="626169"/>
                      <a:pt x="1737836" y="628409"/>
                    </a:cubicBezTo>
                    <a:lnTo>
                      <a:pt x="1923288" y="693377"/>
                    </a:lnTo>
                    <a:cubicBezTo>
                      <a:pt x="1928622" y="695277"/>
                      <a:pt x="1932813" y="698981"/>
                      <a:pt x="1932813" y="701641"/>
                    </a:cubicBezTo>
                    <a:lnTo>
                      <a:pt x="1932813" y="720638"/>
                    </a:lnTo>
                    <a:cubicBezTo>
                      <a:pt x="1932813" y="723202"/>
                      <a:pt x="1928527" y="726906"/>
                      <a:pt x="1923288" y="728806"/>
                    </a:cubicBezTo>
                    <a:lnTo>
                      <a:pt x="1737360" y="793395"/>
                    </a:lnTo>
                    <a:cubicBezTo>
                      <a:pt x="1729788" y="795649"/>
                      <a:pt x="1721930" y="796800"/>
                      <a:pt x="1714024" y="796814"/>
                    </a:cubicBezTo>
                    <a:lnTo>
                      <a:pt x="1659350" y="796814"/>
                    </a:lnTo>
                    <a:cubicBezTo>
                      <a:pt x="1651454" y="796763"/>
                      <a:pt x="1643596" y="795612"/>
                      <a:pt x="1636014" y="793395"/>
                    </a:cubicBezTo>
                    <a:lnTo>
                      <a:pt x="1450181" y="728426"/>
                    </a:lnTo>
                    <a:cubicBezTo>
                      <a:pt x="1444943" y="726526"/>
                      <a:pt x="1440656" y="722822"/>
                      <a:pt x="1440656" y="720258"/>
                    </a:cubicBezTo>
                    <a:lnTo>
                      <a:pt x="1440656" y="701261"/>
                    </a:lnTo>
                    <a:cubicBezTo>
                      <a:pt x="1440561" y="698506"/>
                      <a:pt x="1444943" y="694802"/>
                      <a:pt x="1450181" y="693377"/>
                    </a:cubicBezTo>
                    <a:close/>
                    <a:moveTo>
                      <a:pt x="1599152" y="711519"/>
                    </a:moveTo>
                    <a:cubicBezTo>
                      <a:pt x="1599152" y="714179"/>
                      <a:pt x="1603248" y="717788"/>
                      <a:pt x="1608677" y="719688"/>
                    </a:cubicBezTo>
                    <a:lnTo>
                      <a:pt x="1662493" y="738684"/>
                    </a:lnTo>
                    <a:cubicBezTo>
                      <a:pt x="1670056" y="740829"/>
                      <a:pt x="1677876" y="741948"/>
                      <a:pt x="1685735" y="742009"/>
                    </a:cubicBezTo>
                    <a:lnTo>
                      <a:pt x="1687735" y="742009"/>
                    </a:lnTo>
                    <a:cubicBezTo>
                      <a:pt x="1695593" y="741955"/>
                      <a:pt x="1703413" y="740837"/>
                      <a:pt x="1710976" y="738684"/>
                    </a:cubicBezTo>
                    <a:lnTo>
                      <a:pt x="1764887" y="719688"/>
                    </a:lnTo>
                    <a:cubicBezTo>
                      <a:pt x="1770126" y="717788"/>
                      <a:pt x="1774412" y="714179"/>
                      <a:pt x="1774412" y="711519"/>
                    </a:cubicBezTo>
                    <a:lnTo>
                      <a:pt x="1774412" y="710854"/>
                    </a:lnTo>
                    <a:cubicBezTo>
                      <a:pt x="1774412" y="708195"/>
                      <a:pt x="1769840" y="704490"/>
                      <a:pt x="1764887" y="702591"/>
                    </a:cubicBezTo>
                    <a:lnTo>
                      <a:pt x="1710976" y="683594"/>
                    </a:lnTo>
                    <a:cubicBezTo>
                      <a:pt x="1703432" y="681362"/>
                      <a:pt x="1695603" y="680211"/>
                      <a:pt x="1687735" y="680175"/>
                    </a:cubicBezTo>
                    <a:lnTo>
                      <a:pt x="1685925" y="680175"/>
                    </a:lnTo>
                    <a:cubicBezTo>
                      <a:pt x="1678057" y="680211"/>
                      <a:pt x="1670228" y="681362"/>
                      <a:pt x="1662684" y="683594"/>
                    </a:cubicBezTo>
                    <a:lnTo>
                      <a:pt x="1608868" y="702591"/>
                    </a:lnTo>
                    <a:cubicBezTo>
                      <a:pt x="1603439" y="704490"/>
                      <a:pt x="1599343" y="708195"/>
                      <a:pt x="1599343" y="710854"/>
                    </a:cubicBezTo>
                    <a:close/>
                    <a:moveTo>
                      <a:pt x="2439353" y="905190"/>
                    </a:moveTo>
                    <a:lnTo>
                      <a:pt x="1991678" y="814861"/>
                    </a:lnTo>
                    <a:cubicBezTo>
                      <a:pt x="1966579" y="810017"/>
                      <a:pt x="1941024" y="808010"/>
                      <a:pt x="1915478" y="808877"/>
                    </a:cubicBezTo>
                    <a:cubicBezTo>
                      <a:pt x="1847183" y="810587"/>
                      <a:pt x="1793558" y="830533"/>
                      <a:pt x="1793558" y="854754"/>
                    </a:cubicBezTo>
                    <a:lnTo>
                      <a:pt x="1793558" y="1035222"/>
                    </a:lnTo>
                    <a:cubicBezTo>
                      <a:pt x="1793558" y="1060677"/>
                      <a:pt x="1852327" y="1081289"/>
                      <a:pt x="1925193" y="1081289"/>
                    </a:cubicBezTo>
                    <a:cubicBezTo>
                      <a:pt x="1998059" y="1081289"/>
                      <a:pt x="2057400" y="1060962"/>
                      <a:pt x="2057400" y="1035317"/>
                    </a:cubicBezTo>
                    <a:lnTo>
                      <a:pt x="2057400" y="934445"/>
                    </a:lnTo>
                    <a:lnTo>
                      <a:pt x="2307812" y="984976"/>
                    </a:lnTo>
                    <a:cubicBezTo>
                      <a:pt x="2370773" y="997799"/>
                      <a:pt x="2451259" y="990200"/>
                      <a:pt x="2487549" y="968259"/>
                    </a:cubicBezTo>
                    <a:cubicBezTo>
                      <a:pt x="2523839" y="946318"/>
                      <a:pt x="2502313" y="917918"/>
                      <a:pt x="2439353" y="905190"/>
                    </a:cubicBezTo>
                    <a:close/>
                    <a:moveTo>
                      <a:pt x="2035969" y="698316"/>
                    </a:moveTo>
                    <a:cubicBezTo>
                      <a:pt x="2029225" y="705851"/>
                      <a:pt x="2029778" y="717386"/>
                      <a:pt x="2037207" y="724247"/>
                    </a:cubicBezTo>
                    <a:cubicBezTo>
                      <a:pt x="2046732" y="734980"/>
                      <a:pt x="2067116" y="744478"/>
                      <a:pt x="2096929" y="750557"/>
                    </a:cubicBezTo>
                    <a:lnTo>
                      <a:pt x="2544604" y="840886"/>
                    </a:lnTo>
                    <a:cubicBezTo>
                      <a:pt x="2607469" y="853614"/>
                      <a:pt x="2687955" y="846110"/>
                      <a:pt x="2724341" y="824074"/>
                    </a:cubicBezTo>
                    <a:cubicBezTo>
                      <a:pt x="2760726" y="802038"/>
                      <a:pt x="2739295" y="773923"/>
                      <a:pt x="2676239" y="761100"/>
                    </a:cubicBezTo>
                    <a:lnTo>
                      <a:pt x="2426399" y="710759"/>
                    </a:lnTo>
                    <a:lnTo>
                      <a:pt x="2676239" y="660133"/>
                    </a:lnTo>
                    <a:cubicBezTo>
                      <a:pt x="2739295" y="647406"/>
                      <a:pt x="2760916" y="619290"/>
                      <a:pt x="2724341" y="597254"/>
                    </a:cubicBezTo>
                    <a:cubicBezTo>
                      <a:pt x="2687765" y="575218"/>
                      <a:pt x="2607469" y="567715"/>
                      <a:pt x="2544604" y="580347"/>
                    </a:cubicBezTo>
                    <a:lnTo>
                      <a:pt x="2096929" y="670771"/>
                    </a:lnTo>
                    <a:cubicBezTo>
                      <a:pt x="2065877" y="677040"/>
                      <a:pt x="2044827" y="687108"/>
                      <a:pt x="2035969" y="698316"/>
                    </a:cubicBezTo>
                    <a:close/>
                    <a:moveTo>
                      <a:pt x="3351276" y="713039"/>
                    </a:moveTo>
                    <a:lnTo>
                      <a:pt x="3351276" y="2681660"/>
                    </a:lnTo>
                    <a:cubicBezTo>
                      <a:pt x="3351276" y="3144704"/>
                      <a:pt x="2487835" y="3394510"/>
                      <a:pt x="1675638" y="3394510"/>
                    </a:cubicBezTo>
                    <a:cubicBezTo>
                      <a:pt x="863441" y="3394510"/>
                      <a:pt x="0" y="3144704"/>
                      <a:pt x="0" y="2681660"/>
                    </a:cubicBezTo>
                    <a:lnTo>
                      <a:pt x="0" y="713039"/>
                    </a:lnTo>
                    <a:cubicBezTo>
                      <a:pt x="0" y="249901"/>
                      <a:pt x="863346" y="0"/>
                      <a:pt x="1675638" y="0"/>
                    </a:cubicBezTo>
                    <a:cubicBezTo>
                      <a:pt x="2487930" y="0"/>
                      <a:pt x="3351276" y="249901"/>
                      <a:pt x="3351276" y="713039"/>
                    </a:cubicBezTo>
                    <a:close/>
                    <a:moveTo>
                      <a:pt x="3118866" y="1722235"/>
                    </a:moveTo>
                    <a:cubicBezTo>
                      <a:pt x="2807494" y="1943261"/>
                      <a:pt x="2229898" y="2059901"/>
                      <a:pt x="1675638" y="2059901"/>
                    </a:cubicBezTo>
                    <a:cubicBezTo>
                      <a:pt x="1121378" y="2059901"/>
                      <a:pt x="543687" y="1943261"/>
                      <a:pt x="232315" y="1722235"/>
                    </a:cubicBezTo>
                    <a:lnTo>
                      <a:pt x="232315" y="2028556"/>
                    </a:lnTo>
                    <a:cubicBezTo>
                      <a:pt x="232315" y="2229541"/>
                      <a:pt x="781431" y="2509931"/>
                      <a:pt x="1675638" y="2509931"/>
                    </a:cubicBezTo>
                    <a:cubicBezTo>
                      <a:pt x="2569845" y="2509931"/>
                      <a:pt x="3118866" y="2229541"/>
                      <a:pt x="3118866" y="2028556"/>
                    </a:cubicBezTo>
                    <a:close/>
                    <a:moveTo>
                      <a:pt x="3118866" y="1088318"/>
                    </a:moveTo>
                    <a:cubicBezTo>
                      <a:pt x="2807494" y="1309438"/>
                      <a:pt x="2229898" y="1425983"/>
                      <a:pt x="1675638" y="1425983"/>
                    </a:cubicBezTo>
                    <a:cubicBezTo>
                      <a:pt x="1121378" y="1425983"/>
                      <a:pt x="543687" y="1309438"/>
                      <a:pt x="232315" y="1088318"/>
                    </a:cubicBezTo>
                    <a:lnTo>
                      <a:pt x="232315" y="1346862"/>
                    </a:lnTo>
                    <a:cubicBezTo>
                      <a:pt x="232315" y="1547751"/>
                      <a:pt x="781431" y="1828142"/>
                      <a:pt x="1675638" y="1828142"/>
                    </a:cubicBezTo>
                    <a:cubicBezTo>
                      <a:pt x="2569845" y="1828142"/>
                      <a:pt x="3118866" y="1548226"/>
                      <a:pt x="3118866" y="1346862"/>
                    </a:cubicBezTo>
                    <a:close/>
                    <a:moveTo>
                      <a:pt x="232791" y="713039"/>
                    </a:moveTo>
                    <a:cubicBezTo>
                      <a:pt x="232791" y="913928"/>
                      <a:pt x="781907" y="1194319"/>
                      <a:pt x="1676114" y="1194319"/>
                    </a:cubicBezTo>
                    <a:cubicBezTo>
                      <a:pt x="2570321" y="1194319"/>
                      <a:pt x="3118866" y="913928"/>
                      <a:pt x="3118866" y="713039"/>
                    </a:cubicBezTo>
                    <a:cubicBezTo>
                      <a:pt x="3118866" y="512149"/>
                      <a:pt x="2569750" y="231664"/>
                      <a:pt x="1675638" y="231664"/>
                    </a:cubicBezTo>
                    <a:cubicBezTo>
                      <a:pt x="781526" y="231664"/>
                      <a:pt x="232315" y="512054"/>
                      <a:pt x="232315" y="713039"/>
                    </a:cubicBezTo>
                    <a:close/>
                    <a:moveTo>
                      <a:pt x="3118866" y="2681660"/>
                    </a:moveTo>
                    <a:lnTo>
                      <a:pt x="3118866" y="2403930"/>
                    </a:lnTo>
                    <a:cubicBezTo>
                      <a:pt x="2807494" y="2625051"/>
                      <a:pt x="2229898" y="2741595"/>
                      <a:pt x="1675638" y="2741595"/>
                    </a:cubicBezTo>
                    <a:cubicBezTo>
                      <a:pt x="1121378" y="2741595"/>
                      <a:pt x="543687" y="2625051"/>
                      <a:pt x="232315" y="2403930"/>
                    </a:cubicBezTo>
                    <a:lnTo>
                      <a:pt x="232315" y="2681660"/>
                    </a:lnTo>
                    <a:cubicBezTo>
                      <a:pt x="232315" y="2882550"/>
                      <a:pt x="781050" y="3162940"/>
                      <a:pt x="1675638" y="3162940"/>
                    </a:cubicBezTo>
                    <a:cubicBezTo>
                      <a:pt x="2570226" y="3162940"/>
                      <a:pt x="3118866" y="2882550"/>
                      <a:pt x="3118866" y="2681660"/>
                    </a:cubicBezTo>
                    <a:close/>
                  </a:path>
                </a:pathLst>
              </a:custGeom>
              <a:solidFill>
                <a:srgbClr val="29B5E8">
                  <a:alpha val="4941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grpSp>
        <p:grpSp>
          <p:nvGrpSpPr>
            <p:cNvPr id="2953" name="Google Shape;2953;p96"/>
            <p:cNvGrpSpPr/>
            <p:nvPr/>
          </p:nvGrpSpPr>
          <p:grpSpPr>
            <a:xfrm>
              <a:off x="2079040" y="1297320"/>
              <a:ext cx="591668" cy="599301"/>
              <a:chOff x="5246671" y="1800438"/>
              <a:chExt cx="2513456" cy="2545882"/>
            </a:xfrm>
          </p:grpSpPr>
          <p:sp>
            <p:nvSpPr>
              <p:cNvPr id="2954" name="Google Shape;2954;p96"/>
              <p:cNvSpPr/>
              <p:nvPr/>
            </p:nvSpPr>
            <p:spPr>
              <a:xfrm>
                <a:off x="5272673" y="1826618"/>
                <a:ext cx="2461450" cy="2493522"/>
              </a:xfrm>
              <a:custGeom>
                <a:rect b="b" l="l" r="r" t="t"/>
                <a:pathLst>
                  <a:path extrusionOk="0" h="3324696" w="3281934">
                    <a:moveTo>
                      <a:pt x="3281934" y="698316"/>
                    </a:moveTo>
                    <a:lnTo>
                      <a:pt x="3281934" y="2626475"/>
                    </a:lnTo>
                    <a:cubicBezTo>
                      <a:pt x="3281934" y="3080020"/>
                      <a:pt x="2436400" y="3324697"/>
                      <a:pt x="1640967" y="3324697"/>
                    </a:cubicBezTo>
                    <a:cubicBezTo>
                      <a:pt x="845534" y="3324697"/>
                      <a:pt x="0" y="3079735"/>
                      <a:pt x="0" y="2626190"/>
                    </a:cubicBezTo>
                    <a:lnTo>
                      <a:pt x="0" y="698032"/>
                    </a:lnTo>
                    <a:cubicBezTo>
                      <a:pt x="0" y="244772"/>
                      <a:pt x="845439" y="0"/>
                      <a:pt x="1640967" y="0"/>
                    </a:cubicBezTo>
                    <a:cubicBezTo>
                      <a:pt x="2436495" y="0"/>
                      <a:pt x="3281934" y="244772"/>
                      <a:pt x="3281934" y="698316"/>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sp>
            <p:nvSpPr>
              <p:cNvPr id="2955" name="Google Shape;2955;p96"/>
              <p:cNvSpPr/>
              <p:nvPr/>
            </p:nvSpPr>
            <p:spPr>
              <a:xfrm>
                <a:off x="5246671" y="1800438"/>
                <a:ext cx="2513456" cy="2545882"/>
              </a:xfrm>
              <a:custGeom>
                <a:rect b="b" l="l" r="r" t="t"/>
                <a:pathLst>
                  <a:path extrusionOk="0" h="3394509" w="3351275">
                    <a:moveTo>
                      <a:pt x="649700" y="597254"/>
                    </a:moveTo>
                    <a:cubicBezTo>
                      <a:pt x="685895" y="575218"/>
                      <a:pt x="766382" y="567715"/>
                      <a:pt x="829437" y="580347"/>
                    </a:cubicBezTo>
                    <a:lnTo>
                      <a:pt x="1276350" y="670771"/>
                    </a:lnTo>
                    <a:cubicBezTo>
                      <a:pt x="1307783" y="677040"/>
                      <a:pt x="1328738" y="687108"/>
                      <a:pt x="1337596" y="698316"/>
                    </a:cubicBezTo>
                    <a:cubicBezTo>
                      <a:pt x="1340177" y="701440"/>
                      <a:pt x="1341834" y="705225"/>
                      <a:pt x="1342358" y="709240"/>
                    </a:cubicBezTo>
                    <a:cubicBezTo>
                      <a:pt x="1342615" y="714870"/>
                      <a:pt x="1340434" y="720340"/>
                      <a:pt x="1336358" y="724247"/>
                    </a:cubicBezTo>
                    <a:cubicBezTo>
                      <a:pt x="1326833" y="734980"/>
                      <a:pt x="1306544" y="744478"/>
                      <a:pt x="1276350" y="750557"/>
                    </a:cubicBezTo>
                    <a:lnTo>
                      <a:pt x="829437" y="840886"/>
                    </a:lnTo>
                    <a:cubicBezTo>
                      <a:pt x="766382" y="853614"/>
                      <a:pt x="685895" y="846110"/>
                      <a:pt x="649700" y="824074"/>
                    </a:cubicBezTo>
                    <a:cubicBezTo>
                      <a:pt x="613505" y="802038"/>
                      <a:pt x="634746" y="773923"/>
                      <a:pt x="697802" y="761100"/>
                    </a:cubicBezTo>
                    <a:lnTo>
                      <a:pt x="947547" y="710759"/>
                    </a:lnTo>
                    <a:lnTo>
                      <a:pt x="697802" y="660133"/>
                    </a:lnTo>
                    <a:cubicBezTo>
                      <a:pt x="634746" y="647406"/>
                      <a:pt x="613124" y="619290"/>
                      <a:pt x="649700" y="597254"/>
                    </a:cubicBezTo>
                    <a:close/>
                    <a:moveTo>
                      <a:pt x="934117" y="516139"/>
                    </a:moveTo>
                    <a:lnTo>
                      <a:pt x="1381792" y="606468"/>
                    </a:lnTo>
                    <a:cubicBezTo>
                      <a:pt x="1406890" y="611288"/>
                      <a:pt x="1432446" y="613295"/>
                      <a:pt x="1457992" y="612452"/>
                    </a:cubicBezTo>
                    <a:cubicBezTo>
                      <a:pt x="1526000" y="610742"/>
                      <a:pt x="1579817" y="590796"/>
                      <a:pt x="1579817" y="566575"/>
                    </a:cubicBezTo>
                    <a:lnTo>
                      <a:pt x="1579817" y="386107"/>
                    </a:lnTo>
                    <a:cubicBezTo>
                      <a:pt x="1579817" y="360746"/>
                      <a:pt x="1520762" y="340135"/>
                      <a:pt x="1448181" y="340135"/>
                    </a:cubicBezTo>
                    <a:cubicBezTo>
                      <a:pt x="1375601" y="340135"/>
                      <a:pt x="1316355" y="360936"/>
                      <a:pt x="1316355" y="385822"/>
                    </a:cubicBezTo>
                    <a:lnTo>
                      <a:pt x="1316355" y="486979"/>
                    </a:lnTo>
                    <a:lnTo>
                      <a:pt x="1065657" y="436353"/>
                    </a:lnTo>
                    <a:cubicBezTo>
                      <a:pt x="1002792" y="423625"/>
                      <a:pt x="922782" y="431129"/>
                      <a:pt x="886015" y="453165"/>
                    </a:cubicBezTo>
                    <a:cubicBezTo>
                      <a:pt x="849249" y="475201"/>
                      <a:pt x="871157" y="503411"/>
                      <a:pt x="934117" y="516139"/>
                    </a:cubicBezTo>
                    <a:close/>
                    <a:moveTo>
                      <a:pt x="1915954" y="612452"/>
                    </a:moveTo>
                    <a:cubicBezTo>
                      <a:pt x="1941500" y="613319"/>
                      <a:pt x="1967055" y="611312"/>
                      <a:pt x="1992154" y="606468"/>
                    </a:cubicBezTo>
                    <a:lnTo>
                      <a:pt x="2439829" y="516139"/>
                    </a:lnTo>
                    <a:cubicBezTo>
                      <a:pt x="2502789" y="503411"/>
                      <a:pt x="2524220" y="475296"/>
                      <a:pt x="2488025" y="453165"/>
                    </a:cubicBezTo>
                    <a:cubicBezTo>
                      <a:pt x="2451830" y="431034"/>
                      <a:pt x="2371249" y="423625"/>
                      <a:pt x="2308289" y="436353"/>
                    </a:cubicBezTo>
                    <a:lnTo>
                      <a:pt x="2057400" y="486979"/>
                    </a:lnTo>
                    <a:lnTo>
                      <a:pt x="2057400" y="385822"/>
                    </a:lnTo>
                    <a:cubicBezTo>
                      <a:pt x="2057400" y="360461"/>
                      <a:pt x="1998536" y="339850"/>
                      <a:pt x="1925669" y="339850"/>
                    </a:cubicBezTo>
                    <a:cubicBezTo>
                      <a:pt x="1852803" y="339850"/>
                      <a:pt x="1794034" y="360936"/>
                      <a:pt x="1794034" y="385822"/>
                    </a:cubicBezTo>
                    <a:lnTo>
                      <a:pt x="1794034" y="566290"/>
                    </a:lnTo>
                    <a:cubicBezTo>
                      <a:pt x="1794034" y="590796"/>
                      <a:pt x="1847850" y="610742"/>
                      <a:pt x="1915954" y="612452"/>
                    </a:cubicBezTo>
                    <a:close/>
                    <a:moveTo>
                      <a:pt x="1457801" y="808877"/>
                    </a:moveTo>
                    <a:cubicBezTo>
                      <a:pt x="1432255" y="808033"/>
                      <a:pt x="1406700" y="810040"/>
                      <a:pt x="1381601" y="814861"/>
                    </a:cubicBezTo>
                    <a:lnTo>
                      <a:pt x="933926" y="905190"/>
                    </a:lnTo>
                    <a:cubicBezTo>
                      <a:pt x="870966" y="917918"/>
                      <a:pt x="849535" y="946128"/>
                      <a:pt x="886301" y="968259"/>
                    </a:cubicBezTo>
                    <a:cubicBezTo>
                      <a:pt x="923068" y="990390"/>
                      <a:pt x="1003078" y="997799"/>
                      <a:pt x="1065943" y="984976"/>
                    </a:cubicBezTo>
                    <a:lnTo>
                      <a:pt x="1316641" y="934445"/>
                    </a:lnTo>
                    <a:lnTo>
                      <a:pt x="1316641" y="1035317"/>
                    </a:lnTo>
                    <a:cubicBezTo>
                      <a:pt x="1316641" y="1060772"/>
                      <a:pt x="1375505" y="1081384"/>
                      <a:pt x="1448276" y="1081384"/>
                    </a:cubicBezTo>
                    <a:cubicBezTo>
                      <a:pt x="1521047" y="1081384"/>
                      <a:pt x="1579912" y="1060772"/>
                      <a:pt x="1579912" y="1035317"/>
                    </a:cubicBezTo>
                    <a:lnTo>
                      <a:pt x="1579912" y="854849"/>
                    </a:lnTo>
                    <a:cubicBezTo>
                      <a:pt x="1579626" y="830533"/>
                      <a:pt x="1525810" y="810587"/>
                      <a:pt x="1457801" y="808877"/>
                    </a:cubicBezTo>
                    <a:close/>
                    <a:moveTo>
                      <a:pt x="1450181" y="693377"/>
                    </a:moveTo>
                    <a:lnTo>
                      <a:pt x="1636014" y="628409"/>
                    </a:lnTo>
                    <a:cubicBezTo>
                      <a:pt x="1643596" y="626192"/>
                      <a:pt x="1651454" y="625041"/>
                      <a:pt x="1659350" y="624989"/>
                    </a:cubicBezTo>
                    <a:lnTo>
                      <a:pt x="1714500" y="624989"/>
                    </a:lnTo>
                    <a:cubicBezTo>
                      <a:pt x="1722406" y="625018"/>
                      <a:pt x="1730264" y="626169"/>
                      <a:pt x="1737836" y="628409"/>
                    </a:cubicBezTo>
                    <a:lnTo>
                      <a:pt x="1923288" y="693377"/>
                    </a:lnTo>
                    <a:cubicBezTo>
                      <a:pt x="1928622" y="695277"/>
                      <a:pt x="1932813" y="698981"/>
                      <a:pt x="1932813" y="701641"/>
                    </a:cubicBezTo>
                    <a:lnTo>
                      <a:pt x="1932813" y="720638"/>
                    </a:lnTo>
                    <a:cubicBezTo>
                      <a:pt x="1932813" y="723202"/>
                      <a:pt x="1928527" y="726906"/>
                      <a:pt x="1923288" y="728806"/>
                    </a:cubicBezTo>
                    <a:lnTo>
                      <a:pt x="1737360" y="793395"/>
                    </a:lnTo>
                    <a:cubicBezTo>
                      <a:pt x="1729788" y="795649"/>
                      <a:pt x="1721930" y="796800"/>
                      <a:pt x="1714024" y="796814"/>
                    </a:cubicBezTo>
                    <a:lnTo>
                      <a:pt x="1659350" y="796814"/>
                    </a:lnTo>
                    <a:cubicBezTo>
                      <a:pt x="1651454" y="796763"/>
                      <a:pt x="1643596" y="795612"/>
                      <a:pt x="1636014" y="793395"/>
                    </a:cubicBezTo>
                    <a:lnTo>
                      <a:pt x="1450181" y="728426"/>
                    </a:lnTo>
                    <a:cubicBezTo>
                      <a:pt x="1444943" y="726526"/>
                      <a:pt x="1440656" y="722822"/>
                      <a:pt x="1440656" y="720258"/>
                    </a:cubicBezTo>
                    <a:lnTo>
                      <a:pt x="1440656" y="701261"/>
                    </a:lnTo>
                    <a:cubicBezTo>
                      <a:pt x="1440561" y="698506"/>
                      <a:pt x="1444943" y="694802"/>
                      <a:pt x="1450181" y="693377"/>
                    </a:cubicBezTo>
                    <a:close/>
                    <a:moveTo>
                      <a:pt x="1599152" y="711519"/>
                    </a:moveTo>
                    <a:cubicBezTo>
                      <a:pt x="1599152" y="714179"/>
                      <a:pt x="1603248" y="717788"/>
                      <a:pt x="1608677" y="719688"/>
                    </a:cubicBezTo>
                    <a:lnTo>
                      <a:pt x="1662493" y="738684"/>
                    </a:lnTo>
                    <a:cubicBezTo>
                      <a:pt x="1670056" y="740829"/>
                      <a:pt x="1677876" y="741948"/>
                      <a:pt x="1685735" y="742009"/>
                    </a:cubicBezTo>
                    <a:lnTo>
                      <a:pt x="1687735" y="742009"/>
                    </a:lnTo>
                    <a:cubicBezTo>
                      <a:pt x="1695593" y="741955"/>
                      <a:pt x="1703413" y="740837"/>
                      <a:pt x="1710976" y="738684"/>
                    </a:cubicBezTo>
                    <a:lnTo>
                      <a:pt x="1764887" y="719688"/>
                    </a:lnTo>
                    <a:cubicBezTo>
                      <a:pt x="1770126" y="717788"/>
                      <a:pt x="1774412" y="714179"/>
                      <a:pt x="1774412" y="711519"/>
                    </a:cubicBezTo>
                    <a:lnTo>
                      <a:pt x="1774412" y="710854"/>
                    </a:lnTo>
                    <a:cubicBezTo>
                      <a:pt x="1774412" y="708195"/>
                      <a:pt x="1769840" y="704490"/>
                      <a:pt x="1764887" y="702591"/>
                    </a:cubicBezTo>
                    <a:lnTo>
                      <a:pt x="1710976" y="683594"/>
                    </a:lnTo>
                    <a:cubicBezTo>
                      <a:pt x="1703432" y="681362"/>
                      <a:pt x="1695603" y="680211"/>
                      <a:pt x="1687735" y="680175"/>
                    </a:cubicBezTo>
                    <a:lnTo>
                      <a:pt x="1685925" y="680175"/>
                    </a:lnTo>
                    <a:cubicBezTo>
                      <a:pt x="1678057" y="680211"/>
                      <a:pt x="1670228" y="681362"/>
                      <a:pt x="1662684" y="683594"/>
                    </a:cubicBezTo>
                    <a:lnTo>
                      <a:pt x="1608868" y="702591"/>
                    </a:lnTo>
                    <a:cubicBezTo>
                      <a:pt x="1603439" y="704490"/>
                      <a:pt x="1599343" y="708195"/>
                      <a:pt x="1599343" y="710854"/>
                    </a:cubicBezTo>
                    <a:close/>
                    <a:moveTo>
                      <a:pt x="2439353" y="905190"/>
                    </a:moveTo>
                    <a:lnTo>
                      <a:pt x="1991678" y="814861"/>
                    </a:lnTo>
                    <a:cubicBezTo>
                      <a:pt x="1966579" y="810017"/>
                      <a:pt x="1941024" y="808010"/>
                      <a:pt x="1915478" y="808877"/>
                    </a:cubicBezTo>
                    <a:cubicBezTo>
                      <a:pt x="1847183" y="810587"/>
                      <a:pt x="1793558" y="830533"/>
                      <a:pt x="1793558" y="854754"/>
                    </a:cubicBezTo>
                    <a:lnTo>
                      <a:pt x="1793558" y="1035222"/>
                    </a:lnTo>
                    <a:cubicBezTo>
                      <a:pt x="1793558" y="1060677"/>
                      <a:pt x="1852327" y="1081289"/>
                      <a:pt x="1925193" y="1081289"/>
                    </a:cubicBezTo>
                    <a:cubicBezTo>
                      <a:pt x="1998059" y="1081289"/>
                      <a:pt x="2057400" y="1060962"/>
                      <a:pt x="2057400" y="1035317"/>
                    </a:cubicBezTo>
                    <a:lnTo>
                      <a:pt x="2057400" y="934445"/>
                    </a:lnTo>
                    <a:lnTo>
                      <a:pt x="2307812" y="984976"/>
                    </a:lnTo>
                    <a:cubicBezTo>
                      <a:pt x="2370773" y="997799"/>
                      <a:pt x="2451259" y="990200"/>
                      <a:pt x="2487549" y="968259"/>
                    </a:cubicBezTo>
                    <a:cubicBezTo>
                      <a:pt x="2523839" y="946318"/>
                      <a:pt x="2502313" y="917918"/>
                      <a:pt x="2439353" y="905190"/>
                    </a:cubicBezTo>
                    <a:close/>
                    <a:moveTo>
                      <a:pt x="2035969" y="698316"/>
                    </a:moveTo>
                    <a:cubicBezTo>
                      <a:pt x="2029225" y="705851"/>
                      <a:pt x="2029778" y="717386"/>
                      <a:pt x="2037207" y="724247"/>
                    </a:cubicBezTo>
                    <a:cubicBezTo>
                      <a:pt x="2046732" y="734980"/>
                      <a:pt x="2067116" y="744478"/>
                      <a:pt x="2096929" y="750557"/>
                    </a:cubicBezTo>
                    <a:lnTo>
                      <a:pt x="2544604" y="840886"/>
                    </a:lnTo>
                    <a:cubicBezTo>
                      <a:pt x="2607469" y="853614"/>
                      <a:pt x="2687955" y="846110"/>
                      <a:pt x="2724341" y="824074"/>
                    </a:cubicBezTo>
                    <a:cubicBezTo>
                      <a:pt x="2760726" y="802038"/>
                      <a:pt x="2739295" y="773923"/>
                      <a:pt x="2676239" y="761100"/>
                    </a:cubicBezTo>
                    <a:lnTo>
                      <a:pt x="2426399" y="710759"/>
                    </a:lnTo>
                    <a:lnTo>
                      <a:pt x="2676239" y="660133"/>
                    </a:lnTo>
                    <a:cubicBezTo>
                      <a:pt x="2739295" y="647406"/>
                      <a:pt x="2760916" y="619290"/>
                      <a:pt x="2724341" y="597254"/>
                    </a:cubicBezTo>
                    <a:cubicBezTo>
                      <a:pt x="2687765" y="575218"/>
                      <a:pt x="2607469" y="567715"/>
                      <a:pt x="2544604" y="580347"/>
                    </a:cubicBezTo>
                    <a:lnTo>
                      <a:pt x="2096929" y="670771"/>
                    </a:lnTo>
                    <a:cubicBezTo>
                      <a:pt x="2065877" y="677040"/>
                      <a:pt x="2044827" y="687108"/>
                      <a:pt x="2035969" y="698316"/>
                    </a:cubicBezTo>
                    <a:close/>
                    <a:moveTo>
                      <a:pt x="3351276" y="713039"/>
                    </a:moveTo>
                    <a:lnTo>
                      <a:pt x="3351276" y="2681660"/>
                    </a:lnTo>
                    <a:cubicBezTo>
                      <a:pt x="3351276" y="3144704"/>
                      <a:pt x="2487835" y="3394510"/>
                      <a:pt x="1675638" y="3394510"/>
                    </a:cubicBezTo>
                    <a:cubicBezTo>
                      <a:pt x="863441" y="3394510"/>
                      <a:pt x="0" y="3144704"/>
                      <a:pt x="0" y="2681660"/>
                    </a:cubicBezTo>
                    <a:lnTo>
                      <a:pt x="0" y="713039"/>
                    </a:lnTo>
                    <a:cubicBezTo>
                      <a:pt x="0" y="249901"/>
                      <a:pt x="863346" y="0"/>
                      <a:pt x="1675638" y="0"/>
                    </a:cubicBezTo>
                    <a:cubicBezTo>
                      <a:pt x="2487930" y="0"/>
                      <a:pt x="3351276" y="249901"/>
                      <a:pt x="3351276" y="713039"/>
                    </a:cubicBezTo>
                    <a:close/>
                    <a:moveTo>
                      <a:pt x="3118866" y="1722235"/>
                    </a:moveTo>
                    <a:cubicBezTo>
                      <a:pt x="2807494" y="1943261"/>
                      <a:pt x="2229898" y="2059901"/>
                      <a:pt x="1675638" y="2059901"/>
                    </a:cubicBezTo>
                    <a:cubicBezTo>
                      <a:pt x="1121378" y="2059901"/>
                      <a:pt x="543687" y="1943261"/>
                      <a:pt x="232315" y="1722235"/>
                    </a:cubicBezTo>
                    <a:lnTo>
                      <a:pt x="232315" y="2028556"/>
                    </a:lnTo>
                    <a:cubicBezTo>
                      <a:pt x="232315" y="2229541"/>
                      <a:pt x="781431" y="2509931"/>
                      <a:pt x="1675638" y="2509931"/>
                    </a:cubicBezTo>
                    <a:cubicBezTo>
                      <a:pt x="2569845" y="2509931"/>
                      <a:pt x="3118866" y="2229541"/>
                      <a:pt x="3118866" y="2028556"/>
                    </a:cubicBezTo>
                    <a:close/>
                    <a:moveTo>
                      <a:pt x="3118866" y="1088318"/>
                    </a:moveTo>
                    <a:cubicBezTo>
                      <a:pt x="2807494" y="1309438"/>
                      <a:pt x="2229898" y="1425983"/>
                      <a:pt x="1675638" y="1425983"/>
                    </a:cubicBezTo>
                    <a:cubicBezTo>
                      <a:pt x="1121378" y="1425983"/>
                      <a:pt x="543687" y="1309438"/>
                      <a:pt x="232315" y="1088318"/>
                    </a:cubicBezTo>
                    <a:lnTo>
                      <a:pt x="232315" y="1346862"/>
                    </a:lnTo>
                    <a:cubicBezTo>
                      <a:pt x="232315" y="1547751"/>
                      <a:pt x="781431" y="1828142"/>
                      <a:pt x="1675638" y="1828142"/>
                    </a:cubicBezTo>
                    <a:cubicBezTo>
                      <a:pt x="2569845" y="1828142"/>
                      <a:pt x="3118866" y="1548226"/>
                      <a:pt x="3118866" y="1346862"/>
                    </a:cubicBezTo>
                    <a:close/>
                    <a:moveTo>
                      <a:pt x="232791" y="713039"/>
                    </a:moveTo>
                    <a:cubicBezTo>
                      <a:pt x="232791" y="913928"/>
                      <a:pt x="781907" y="1194319"/>
                      <a:pt x="1676114" y="1194319"/>
                    </a:cubicBezTo>
                    <a:cubicBezTo>
                      <a:pt x="2570321" y="1194319"/>
                      <a:pt x="3118866" y="913928"/>
                      <a:pt x="3118866" y="713039"/>
                    </a:cubicBezTo>
                    <a:cubicBezTo>
                      <a:pt x="3118866" y="512149"/>
                      <a:pt x="2569750" y="231664"/>
                      <a:pt x="1675638" y="231664"/>
                    </a:cubicBezTo>
                    <a:cubicBezTo>
                      <a:pt x="781526" y="231664"/>
                      <a:pt x="232315" y="512054"/>
                      <a:pt x="232315" y="713039"/>
                    </a:cubicBezTo>
                    <a:close/>
                    <a:moveTo>
                      <a:pt x="3118866" y="2681660"/>
                    </a:moveTo>
                    <a:lnTo>
                      <a:pt x="3118866" y="2403930"/>
                    </a:lnTo>
                    <a:cubicBezTo>
                      <a:pt x="2807494" y="2625051"/>
                      <a:pt x="2229898" y="2741595"/>
                      <a:pt x="1675638" y="2741595"/>
                    </a:cubicBezTo>
                    <a:cubicBezTo>
                      <a:pt x="1121378" y="2741595"/>
                      <a:pt x="543687" y="2625051"/>
                      <a:pt x="232315" y="2403930"/>
                    </a:cubicBezTo>
                    <a:lnTo>
                      <a:pt x="232315" y="2681660"/>
                    </a:lnTo>
                    <a:cubicBezTo>
                      <a:pt x="232315" y="2882550"/>
                      <a:pt x="781050" y="3162940"/>
                      <a:pt x="1675638" y="3162940"/>
                    </a:cubicBezTo>
                    <a:cubicBezTo>
                      <a:pt x="2570226" y="3162940"/>
                      <a:pt x="3118866" y="2882550"/>
                      <a:pt x="3118866" y="2681660"/>
                    </a:cubicBezTo>
                    <a:close/>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grpSp>
      </p:grpSp>
      <p:sp>
        <p:nvSpPr>
          <p:cNvPr id="2956" name="Google Shape;2956;p96"/>
          <p:cNvSpPr txBox="1"/>
          <p:nvPr/>
        </p:nvSpPr>
        <p:spPr>
          <a:xfrm>
            <a:off x="4327691" y="1382125"/>
            <a:ext cx="1271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a:t>
            </a:r>
            <a:r>
              <a:rPr lang="en" sz="600"/>
              <a:t> </a:t>
            </a:r>
            <a:r>
              <a:rPr lang="en" sz="600">
                <a:solidFill>
                  <a:srgbClr val="105780"/>
                </a:solidFill>
                <a:latin typeface="Arial"/>
                <a:ea typeface="Arial"/>
                <a:cs typeface="Arial"/>
                <a:sym typeface="Arial"/>
              </a:rPr>
              <a:t>Marketplace</a:t>
            </a:r>
            <a:endParaRPr sz="600">
              <a:solidFill>
                <a:srgbClr val="105780"/>
              </a:solidFill>
              <a:latin typeface="Arial"/>
              <a:ea typeface="Arial"/>
              <a:cs typeface="Arial"/>
              <a:sym typeface="Arial"/>
            </a:endParaRPr>
          </a:p>
        </p:txBody>
      </p:sp>
      <p:sp>
        <p:nvSpPr>
          <p:cNvPr id="2957" name="Google Shape;2957;p96"/>
          <p:cNvSpPr txBox="1"/>
          <p:nvPr/>
        </p:nvSpPr>
        <p:spPr>
          <a:xfrm>
            <a:off x="4238827" y="2933032"/>
            <a:ext cx="6453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Snowpark</a:t>
            </a:r>
            <a:endParaRPr sz="600">
              <a:solidFill>
                <a:srgbClr val="105780"/>
              </a:solidFill>
              <a:latin typeface="Arial"/>
              <a:ea typeface="Arial"/>
              <a:cs typeface="Arial"/>
              <a:sym typeface="Arial"/>
            </a:endParaRPr>
          </a:p>
        </p:txBody>
      </p:sp>
      <p:sp>
        <p:nvSpPr>
          <p:cNvPr id="2958" name="Google Shape;2958;p96"/>
          <p:cNvSpPr/>
          <p:nvPr/>
        </p:nvSpPr>
        <p:spPr>
          <a:xfrm>
            <a:off x="497735" y="1792160"/>
            <a:ext cx="205384" cy="243727"/>
          </a:xfrm>
          <a:custGeom>
            <a:rect b="b" l="l" r="r" t="t"/>
            <a:pathLst>
              <a:path extrusionOk="0" h="8982" w="8848">
                <a:moveTo>
                  <a:pt x="4424" y="707"/>
                </a:moveTo>
                <a:cubicBezTo>
                  <a:pt x="6691" y="707"/>
                  <a:pt x="8139" y="1423"/>
                  <a:pt x="8139" y="1915"/>
                </a:cubicBezTo>
                <a:cubicBezTo>
                  <a:pt x="8139" y="2408"/>
                  <a:pt x="6691" y="3123"/>
                  <a:pt x="4424" y="3123"/>
                </a:cubicBezTo>
                <a:cubicBezTo>
                  <a:pt x="2155" y="3123"/>
                  <a:pt x="707" y="2408"/>
                  <a:pt x="707" y="1915"/>
                </a:cubicBezTo>
                <a:cubicBezTo>
                  <a:pt x="707" y="1423"/>
                  <a:pt x="2158" y="707"/>
                  <a:pt x="4424" y="707"/>
                </a:cubicBezTo>
                <a:close/>
                <a:moveTo>
                  <a:pt x="8139" y="2987"/>
                </a:moveTo>
                <a:lnTo>
                  <a:pt x="8139" y="7066"/>
                </a:lnTo>
                <a:cubicBezTo>
                  <a:pt x="8139" y="7560"/>
                  <a:pt x="6691" y="8276"/>
                  <a:pt x="4424" y="8276"/>
                </a:cubicBezTo>
                <a:cubicBezTo>
                  <a:pt x="2155" y="8276"/>
                  <a:pt x="707" y="7560"/>
                  <a:pt x="707" y="7069"/>
                </a:cubicBezTo>
                <a:lnTo>
                  <a:pt x="707" y="2987"/>
                </a:lnTo>
                <a:cubicBezTo>
                  <a:pt x="1549" y="3539"/>
                  <a:pt x="3013" y="3833"/>
                  <a:pt x="4424" y="3833"/>
                </a:cubicBezTo>
                <a:cubicBezTo>
                  <a:pt x="5835" y="3833"/>
                  <a:pt x="7299" y="3539"/>
                  <a:pt x="8139" y="2987"/>
                </a:cubicBezTo>
                <a:close/>
                <a:moveTo>
                  <a:pt x="4424" y="0"/>
                </a:moveTo>
                <a:cubicBezTo>
                  <a:pt x="2280" y="0"/>
                  <a:pt x="0" y="672"/>
                  <a:pt x="0" y="1916"/>
                </a:cubicBezTo>
                <a:lnTo>
                  <a:pt x="0" y="7066"/>
                </a:lnTo>
                <a:cubicBezTo>
                  <a:pt x="0" y="8312"/>
                  <a:pt x="2280" y="8981"/>
                  <a:pt x="4424" y="8981"/>
                </a:cubicBezTo>
                <a:cubicBezTo>
                  <a:pt x="6568" y="8981"/>
                  <a:pt x="8847" y="8310"/>
                  <a:pt x="8847" y="7066"/>
                </a:cubicBezTo>
                <a:lnTo>
                  <a:pt x="8847" y="1917"/>
                </a:lnTo>
                <a:cubicBezTo>
                  <a:pt x="8847" y="672"/>
                  <a:pt x="6570" y="0"/>
                  <a:pt x="4424" y="0"/>
                </a:cubicBez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959" name="Google Shape;2959;p96"/>
          <p:cNvSpPr txBox="1"/>
          <p:nvPr/>
        </p:nvSpPr>
        <p:spPr>
          <a:xfrm>
            <a:off x="378881" y="2157574"/>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a:t>
            </a:r>
            <a:endParaRPr sz="1800">
              <a:solidFill>
                <a:srgbClr val="252525"/>
              </a:solidFill>
              <a:latin typeface="Arial"/>
              <a:ea typeface="Arial"/>
              <a:cs typeface="Arial"/>
              <a:sym typeface="Arial"/>
            </a:endParaRPr>
          </a:p>
        </p:txBody>
      </p:sp>
      <p:sp>
        <p:nvSpPr>
          <p:cNvPr id="2960" name="Google Shape;2960;p96"/>
          <p:cNvSpPr txBox="1"/>
          <p:nvPr/>
        </p:nvSpPr>
        <p:spPr>
          <a:xfrm>
            <a:off x="1166395" y="2157574"/>
            <a:ext cx="45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Database</a:t>
            </a:r>
            <a:endParaRPr sz="1800">
              <a:solidFill>
                <a:srgbClr val="252525"/>
              </a:solidFill>
              <a:latin typeface="Arial"/>
              <a:ea typeface="Arial"/>
              <a:cs typeface="Arial"/>
              <a:sym typeface="Arial"/>
            </a:endParaRPr>
          </a:p>
        </p:txBody>
      </p:sp>
      <p:sp>
        <p:nvSpPr>
          <p:cNvPr id="2961" name="Google Shape;2961;p96"/>
          <p:cNvSpPr txBox="1"/>
          <p:nvPr/>
        </p:nvSpPr>
        <p:spPr>
          <a:xfrm>
            <a:off x="1891562" y="2157574"/>
            <a:ext cx="5865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Database</a:t>
            </a:r>
            <a:endParaRPr sz="600">
              <a:solidFill>
                <a:srgbClr val="105780"/>
              </a:solidFill>
              <a:latin typeface="Arial"/>
              <a:ea typeface="Arial"/>
              <a:cs typeface="Arial"/>
              <a:sym typeface="Arial"/>
            </a:endParaRPr>
          </a:p>
        </p:txBody>
      </p:sp>
      <p:sp>
        <p:nvSpPr>
          <p:cNvPr id="2962" name="Google Shape;2962;p96"/>
          <p:cNvSpPr/>
          <p:nvPr/>
        </p:nvSpPr>
        <p:spPr>
          <a:xfrm>
            <a:off x="2087515" y="1794760"/>
            <a:ext cx="192698" cy="237616"/>
          </a:xfrm>
          <a:custGeom>
            <a:rect b="b" l="l" r="r" t="t"/>
            <a:pathLst>
              <a:path extrusionOk="0" h="3394509" w="3351275">
                <a:moveTo>
                  <a:pt x="649700" y="597254"/>
                </a:moveTo>
                <a:cubicBezTo>
                  <a:pt x="685895" y="575218"/>
                  <a:pt x="766382" y="567715"/>
                  <a:pt x="829437" y="580347"/>
                </a:cubicBezTo>
                <a:lnTo>
                  <a:pt x="1276350" y="670771"/>
                </a:lnTo>
                <a:cubicBezTo>
                  <a:pt x="1307783" y="677040"/>
                  <a:pt x="1328738" y="687108"/>
                  <a:pt x="1337596" y="698316"/>
                </a:cubicBezTo>
                <a:cubicBezTo>
                  <a:pt x="1340177" y="701440"/>
                  <a:pt x="1341834" y="705225"/>
                  <a:pt x="1342358" y="709240"/>
                </a:cubicBezTo>
                <a:cubicBezTo>
                  <a:pt x="1342615" y="714870"/>
                  <a:pt x="1340434" y="720340"/>
                  <a:pt x="1336358" y="724247"/>
                </a:cubicBezTo>
                <a:cubicBezTo>
                  <a:pt x="1326833" y="734980"/>
                  <a:pt x="1306544" y="744478"/>
                  <a:pt x="1276350" y="750557"/>
                </a:cubicBezTo>
                <a:lnTo>
                  <a:pt x="829437" y="840886"/>
                </a:lnTo>
                <a:cubicBezTo>
                  <a:pt x="766382" y="853614"/>
                  <a:pt x="685895" y="846110"/>
                  <a:pt x="649700" y="824074"/>
                </a:cubicBezTo>
                <a:cubicBezTo>
                  <a:pt x="613505" y="802038"/>
                  <a:pt x="634746" y="773923"/>
                  <a:pt x="697802" y="761100"/>
                </a:cubicBezTo>
                <a:lnTo>
                  <a:pt x="947547" y="710759"/>
                </a:lnTo>
                <a:lnTo>
                  <a:pt x="697802" y="660133"/>
                </a:lnTo>
                <a:cubicBezTo>
                  <a:pt x="634746" y="647406"/>
                  <a:pt x="613124" y="619290"/>
                  <a:pt x="649700" y="597254"/>
                </a:cubicBezTo>
                <a:close/>
                <a:moveTo>
                  <a:pt x="934117" y="516139"/>
                </a:moveTo>
                <a:lnTo>
                  <a:pt x="1381792" y="606468"/>
                </a:lnTo>
                <a:cubicBezTo>
                  <a:pt x="1406890" y="611288"/>
                  <a:pt x="1432446" y="613295"/>
                  <a:pt x="1457992" y="612452"/>
                </a:cubicBezTo>
                <a:cubicBezTo>
                  <a:pt x="1526000" y="610742"/>
                  <a:pt x="1579817" y="590796"/>
                  <a:pt x="1579817" y="566575"/>
                </a:cubicBezTo>
                <a:lnTo>
                  <a:pt x="1579817" y="386107"/>
                </a:lnTo>
                <a:cubicBezTo>
                  <a:pt x="1579817" y="360746"/>
                  <a:pt x="1520762" y="340135"/>
                  <a:pt x="1448181" y="340135"/>
                </a:cubicBezTo>
                <a:cubicBezTo>
                  <a:pt x="1375601" y="340135"/>
                  <a:pt x="1316355" y="360936"/>
                  <a:pt x="1316355" y="385822"/>
                </a:cubicBezTo>
                <a:lnTo>
                  <a:pt x="1316355" y="486979"/>
                </a:lnTo>
                <a:lnTo>
                  <a:pt x="1065657" y="436353"/>
                </a:lnTo>
                <a:cubicBezTo>
                  <a:pt x="1002792" y="423625"/>
                  <a:pt x="922782" y="431129"/>
                  <a:pt x="886015" y="453165"/>
                </a:cubicBezTo>
                <a:cubicBezTo>
                  <a:pt x="849249" y="475201"/>
                  <a:pt x="871157" y="503411"/>
                  <a:pt x="934117" y="516139"/>
                </a:cubicBezTo>
                <a:close/>
                <a:moveTo>
                  <a:pt x="1915954" y="612452"/>
                </a:moveTo>
                <a:cubicBezTo>
                  <a:pt x="1941500" y="613319"/>
                  <a:pt x="1967055" y="611312"/>
                  <a:pt x="1992154" y="606468"/>
                </a:cubicBezTo>
                <a:lnTo>
                  <a:pt x="2439829" y="516139"/>
                </a:lnTo>
                <a:cubicBezTo>
                  <a:pt x="2502789" y="503411"/>
                  <a:pt x="2524220" y="475296"/>
                  <a:pt x="2488025" y="453165"/>
                </a:cubicBezTo>
                <a:cubicBezTo>
                  <a:pt x="2451830" y="431034"/>
                  <a:pt x="2371249" y="423625"/>
                  <a:pt x="2308289" y="436353"/>
                </a:cubicBezTo>
                <a:lnTo>
                  <a:pt x="2057400" y="486979"/>
                </a:lnTo>
                <a:lnTo>
                  <a:pt x="2057400" y="385822"/>
                </a:lnTo>
                <a:cubicBezTo>
                  <a:pt x="2057400" y="360461"/>
                  <a:pt x="1998536" y="339850"/>
                  <a:pt x="1925669" y="339850"/>
                </a:cubicBezTo>
                <a:cubicBezTo>
                  <a:pt x="1852803" y="339850"/>
                  <a:pt x="1794034" y="360936"/>
                  <a:pt x="1794034" y="385822"/>
                </a:cubicBezTo>
                <a:lnTo>
                  <a:pt x="1794034" y="566290"/>
                </a:lnTo>
                <a:cubicBezTo>
                  <a:pt x="1794034" y="590796"/>
                  <a:pt x="1847850" y="610742"/>
                  <a:pt x="1915954" y="612452"/>
                </a:cubicBezTo>
                <a:close/>
                <a:moveTo>
                  <a:pt x="1457801" y="808877"/>
                </a:moveTo>
                <a:cubicBezTo>
                  <a:pt x="1432255" y="808033"/>
                  <a:pt x="1406700" y="810040"/>
                  <a:pt x="1381601" y="814861"/>
                </a:cubicBezTo>
                <a:lnTo>
                  <a:pt x="933926" y="905190"/>
                </a:lnTo>
                <a:cubicBezTo>
                  <a:pt x="870966" y="917918"/>
                  <a:pt x="849535" y="946128"/>
                  <a:pt x="886301" y="968259"/>
                </a:cubicBezTo>
                <a:cubicBezTo>
                  <a:pt x="923068" y="990390"/>
                  <a:pt x="1003078" y="997799"/>
                  <a:pt x="1065943" y="984976"/>
                </a:cubicBezTo>
                <a:lnTo>
                  <a:pt x="1316641" y="934445"/>
                </a:lnTo>
                <a:lnTo>
                  <a:pt x="1316641" y="1035317"/>
                </a:lnTo>
                <a:cubicBezTo>
                  <a:pt x="1316641" y="1060772"/>
                  <a:pt x="1375505" y="1081384"/>
                  <a:pt x="1448276" y="1081384"/>
                </a:cubicBezTo>
                <a:cubicBezTo>
                  <a:pt x="1521047" y="1081384"/>
                  <a:pt x="1579912" y="1060772"/>
                  <a:pt x="1579912" y="1035317"/>
                </a:cubicBezTo>
                <a:lnTo>
                  <a:pt x="1579912" y="854849"/>
                </a:lnTo>
                <a:cubicBezTo>
                  <a:pt x="1579626" y="830533"/>
                  <a:pt x="1525810" y="810587"/>
                  <a:pt x="1457801" y="808877"/>
                </a:cubicBezTo>
                <a:close/>
                <a:moveTo>
                  <a:pt x="1450181" y="693377"/>
                </a:moveTo>
                <a:lnTo>
                  <a:pt x="1636014" y="628409"/>
                </a:lnTo>
                <a:cubicBezTo>
                  <a:pt x="1643596" y="626192"/>
                  <a:pt x="1651454" y="625041"/>
                  <a:pt x="1659350" y="624989"/>
                </a:cubicBezTo>
                <a:lnTo>
                  <a:pt x="1714500" y="624989"/>
                </a:lnTo>
                <a:cubicBezTo>
                  <a:pt x="1722406" y="625018"/>
                  <a:pt x="1730264" y="626169"/>
                  <a:pt x="1737836" y="628409"/>
                </a:cubicBezTo>
                <a:lnTo>
                  <a:pt x="1923288" y="693377"/>
                </a:lnTo>
                <a:cubicBezTo>
                  <a:pt x="1928622" y="695277"/>
                  <a:pt x="1932813" y="698981"/>
                  <a:pt x="1932813" y="701641"/>
                </a:cubicBezTo>
                <a:lnTo>
                  <a:pt x="1932813" y="720638"/>
                </a:lnTo>
                <a:cubicBezTo>
                  <a:pt x="1932813" y="723202"/>
                  <a:pt x="1928527" y="726906"/>
                  <a:pt x="1923288" y="728806"/>
                </a:cubicBezTo>
                <a:lnTo>
                  <a:pt x="1737360" y="793395"/>
                </a:lnTo>
                <a:cubicBezTo>
                  <a:pt x="1729788" y="795649"/>
                  <a:pt x="1721930" y="796800"/>
                  <a:pt x="1714024" y="796814"/>
                </a:cubicBezTo>
                <a:lnTo>
                  <a:pt x="1659350" y="796814"/>
                </a:lnTo>
                <a:cubicBezTo>
                  <a:pt x="1651454" y="796763"/>
                  <a:pt x="1643596" y="795612"/>
                  <a:pt x="1636014" y="793395"/>
                </a:cubicBezTo>
                <a:lnTo>
                  <a:pt x="1450181" y="728426"/>
                </a:lnTo>
                <a:cubicBezTo>
                  <a:pt x="1444943" y="726526"/>
                  <a:pt x="1440656" y="722822"/>
                  <a:pt x="1440656" y="720258"/>
                </a:cubicBezTo>
                <a:lnTo>
                  <a:pt x="1440656" y="701261"/>
                </a:lnTo>
                <a:cubicBezTo>
                  <a:pt x="1440561" y="698506"/>
                  <a:pt x="1444943" y="694802"/>
                  <a:pt x="1450181" y="693377"/>
                </a:cubicBezTo>
                <a:close/>
                <a:moveTo>
                  <a:pt x="1599152" y="711519"/>
                </a:moveTo>
                <a:cubicBezTo>
                  <a:pt x="1599152" y="714179"/>
                  <a:pt x="1603248" y="717788"/>
                  <a:pt x="1608677" y="719688"/>
                </a:cubicBezTo>
                <a:lnTo>
                  <a:pt x="1662493" y="738684"/>
                </a:lnTo>
                <a:cubicBezTo>
                  <a:pt x="1670056" y="740829"/>
                  <a:pt x="1677876" y="741948"/>
                  <a:pt x="1685735" y="742009"/>
                </a:cubicBezTo>
                <a:lnTo>
                  <a:pt x="1687735" y="742009"/>
                </a:lnTo>
                <a:cubicBezTo>
                  <a:pt x="1695593" y="741955"/>
                  <a:pt x="1703413" y="740837"/>
                  <a:pt x="1710976" y="738684"/>
                </a:cubicBezTo>
                <a:lnTo>
                  <a:pt x="1764887" y="719688"/>
                </a:lnTo>
                <a:cubicBezTo>
                  <a:pt x="1770126" y="717788"/>
                  <a:pt x="1774412" y="714179"/>
                  <a:pt x="1774412" y="711519"/>
                </a:cubicBezTo>
                <a:lnTo>
                  <a:pt x="1774412" y="710854"/>
                </a:lnTo>
                <a:cubicBezTo>
                  <a:pt x="1774412" y="708195"/>
                  <a:pt x="1769840" y="704490"/>
                  <a:pt x="1764887" y="702591"/>
                </a:cubicBezTo>
                <a:lnTo>
                  <a:pt x="1710976" y="683594"/>
                </a:lnTo>
                <a:cubicBezTo>
                  <a:pt x="1703432" y="681362"/>
                  <a:pt x="1695603" y="680211"/>
                  <a:pt x="1687735" y="680175"/>
                </a:cubicBezTo>
                <a:lnTo>
                  <a:pt x="1685925" y="680175"/>
                </a:lnTo>
                <a:cubicBezTo>
                  <a:pt x="1678057" y="680211"/>
                  <a:pt x="1670228" y="681362"/>
                  <a:pt x="1662684" y="683594"/>
                </a:cubicBezTo>
                <a:lnTo>
                  <a:pt x="1608868" y="702591"/>
                </a:lnTo>
                <a:cubicBezTo>
                  <a:pt x="1603439" y="704490"/>
                  <a:pt x="1599343" y="708195"/>
                  <a:pt x="1599343" y="710854"/>
                </a:cubicBezTo>
                <a:close/>
                <a:moveTo>
                  <a:pt x="2439353" y="905190"/>
                </a:moveTo>
                <a:lnTo>
                  <a:pt x="1991678" y="814861"/>
                </a:lnTo>
                <a:cubicBezTo>
                  <a:pt x="1966579" y="810017"/>
                  <a:pt x="1941024" y="808010"/>
                  <a:pt x="1915478" y="808877"/>
                </a:cubicBezTo>
                <a:cubicBezTo>
                  <a:pt x="1847183" y="810587"/>
                  <a:pt x="1793558" y="830533"/>
                  <a:pt x="1793558" y="854754"/>
                </a:cubicBezTo>
                <a:lnTo>
                  <a:pt x="1793558" y="1035222"/>
                </a:lnTo>
                <a:cubicBezTo>
                  <a:pt x="1793558" y="1060677"/>
                  <a:pt x="1852327" y="1081289"/>
                  <a:pt x="1925193" y="1081289"/>
                </a:cubicBezTo>
                <a:cubicBezTo>
                  <a:pt x="1998059" y="1081289"/>
                  <a:pt x="2057400" y="1060962"/>
                  <a:pt x="2057400" y="1035317"/>
                </a:cubicBezTo>
                <a:lnTo>
                  <a:pt x="2057400" y="934445"/>
                </a:lnTo>
                <a:lnTo>
                  <a:pt x="2307812" y="984976"/>
                </a:lnTo>
                <a:cubicBezTo>
                  <a:pt x="2370773" y="997799"/>
                  <a:pt x="2451259" y="990200"/>
                  <a:pt x="2487549" y="968259"/>
                </a:cubicBezTo>
                <a:cubicBezTo>
                  <a:pt x="2523839" y="946318"/>
                  <a:pt x="2502313" y="917918"/>
                  <a:pt x="2439353" y="905190"/>
                </a:cubicBezTo>
                <a:close/>
                <a:moveTo>
                  <a:pt x="2035969" y="698316"/>
                </a:moveTo>
                <a:cubicBezTo>
                  <a:pt x="2029225" y="705851"/>
                  <a:pt x="2029778" y="717386"/>
                  <a:pt x="2037207" y="724247"/>
                </a:cubicBezTo>
                <a:cubicBezTo>
                  <a:pt x="2046732" y="734980"/>
                  <a:pt x="2067116" y="744478"/>
                  <a:pt x="2096929" y="750557"/>
                </a:cubicBezTo>
                <a:lnTo>
                  <a:pt x="2544604" y="840886"/>
                </a:lnTo>
                <a:cubicBezTo>
                  <a:pt x="2607469" y="853614"/>
                  <a:pt x="2687955" y="846110"/>
                  <a:pt x="2724341" y="824074"/>
                </a:cubicBezTo>
                <a:cubicBezTo>
                  <a:pt x="2760726" y="802038"/>
                  <a:pt x="2739295" y="773923"/>
                  <a:pt x="2676239" y="761100"/>
                </a:cubicBezTo>
                <a:lnTo>
                  <a:pt x="2426399" y="710759"/>
                </a:lnTo>
                <a:lnTo>
                  <a:pt x="2676239" y="660133"/>
                </a:lnTo>
                <a:cubicBezTo>
                  <a:pt x="2739295" y="647406"/>
                  <a:pt x="2760916" y="619290"/>
                  <a:pt x="2724341" y="597254"/>
                </a:cubicBezTo>
                <a:cubicBezTo>
                  <a:pt x="2687765" y="575218"/>
                  <a:pt x="2607469" y="567715"/>
                  <a:pt x="2544604" y="580347"/>
                </a:cubicBezTo>
                <a:lnTo>
                  <a:pt x="2096929" y="670771"/>
                </a:lnTo>
                <a:cubicBezTo>
                  <a:pt x="2065877" y="677040"/>
                  <a:pt x="2044827" y="687108"/>
                  <a:pt x="2035969" y="698316"/>
                </a:cubicBezTo>
                <a:close/>
                <a:moveTo>
                  <a:pt x="3351276" y="713039"/>
                </a:moveTo>
                <a:lnTo>
                  <a:pt x="3351276" y="2681660"/>
                </a:lnTo>
                <a:cubicBezTo>
                  <a:pt x="3351276" y="3144704"/>
                  <a:pt x="2487835" y="3394510"/>
                  <a:pt x="1675638" y="3394510"/>
                </a:cubicBezTo>
                <a:cubicBezTo>
                  <a:pt x="863441" y="3394510"/>
                  <a:pt x="0" y="3144704"/>
                  <a:pt x="0" y="2681660"/>
                </a:cubicBezTo>
                <a:lnTo>
                  <a:pt x="0" y="713039"/>
                </a:lnTo>
                <a:cubicBezTo>
                  <a:pt x="0" y="249901"/>
                  <a:pt x="863346" y="0"/>
                  <a:pt x="1675638" y="0"/>
                </a:cubicBezTo>
                <a:cubicBezTo>
                  <a:pt x="2487930" y="0"/>
                  <a:pt x="3351276" y="249901"/>
                  <a:pt x="3351276" y="713039"/>
                </a:cubicBezTo>
                <a:close/>
                <a:moveTo>
                  <a:pt x="3118866" y="1722235"/>
                </a:moveTo>
                <a:cubicBezTo>
                  <a:pt x="2807494" y="1943261"/>
                  <a:pt x="2229898" y="2059901"/>
                  <a:pt x="1675638" y="2059901"/>
                </a:cubicBezTo>
                <a:cubicBezTo>
                  <a:pt x="1121378" y="2059901"/>
                  <a:pt x="543687" y="1943261"/>
                  <a:pt x="232315" y="1722235"/>
                </a:cubicBezTo>
                <a:lnTo>
                  <a:pt x="232315" y="2028556"/>
                </a:lnTo>
                <a:cubicBezTo>
                  <a:pt x="232315" y="2229541"/>
                  <a:pt x="781431" y="2509931"/>
                  <a:pt x="1675638" y="2509931"/>
                </a:cubicBezTo>
                <a:cubicBezTo>
                  <a:pt x="2569845" y="2509931"/>
                  <a:pt x="3118866" y="2229541"/>
                  <a:pt x="3118866" y="2028556"/>
                </a:cubicBezTo>
                <a:close/>
                <a:moveTo>
                  <a:pt x="3118866" y="1088318"/>
                </a:moveTo>
                <a:cubicBezTo>
                  <a:pt x="2807494" y="1309438"/>
                  <a:pt x="2229898" y="1425983"/>
                  <a:pt x="1675638" y="1425983"/>
                </a:cubicBezTo>
                <a:cubicBezTo>
                  <a:pt x="1121378" y="1425983"/>
                  <a:pt x="543687" y="1309438"/>
                  <a:pt x="232315" y="1088318"/>
                </a:cubicBezTo>
                <a:lnTo>
                  <a:pt x="232315" y="1346862"/>
                </a:lnTo>
                <a:cubicBezTo>
                  <a:pt x="232315" y="1547751"/>
                  <a:pt x="781431" y="1828142"/>
                  <a:pt x="1675638" y="1828142"/>
                </a:cubicBezTo>
                <a:cubicBezTo>
                  <a:pt x="2569845" y="1828142"/>
                  <a:pt x="3118866" y="1548226"/>
                  <a:pt x="3118866" y="1346862"/>
                </a:cubicBezTo>
                <a:close/>
                <a:moveTo>
                  <a:pt x="232791" y="713039"/>
                </a:moveTo>
                <a:cubicBezTo>
                  <a:pt x="232791" y="913928"/>
                  <a:pt x="781907" y="1194319"/>
                  <a:pt x="1676114" y="1194319"/>
                </a:cubicBezTo>
                <a:cubicBezTo>
                  <a:pt x="2570321" y="1194319"/>
                  <a:pt x="3118866" y="913928"/>
                  <a:pt x="3118866" y="713039"/>
                </a:cubicBezTo>
                <a:cubicBezTo>
                  <a:pt x="3118866" y="512149"/>
                  <a:pt x="2569750" y="231664"/>
                  <a:pt x="1675638" y="231664"/>
                </a:cubicBezTo>
                <a:cubicBezTo>
                  <a:pt x="781526" y="231664"/>
                  <a:pt x="232315" y="512054"/>
                  <a:pt x="232315" y="713039"/>
                </a:cubicBezTo>
                <a:close/>
                <a:moveTo>
                  <a:pt x="3118866" y="2681660"/>
                </a:moveTo>
                <a:lnTo>
                  <a:pt x="3118866" y="2403930"/>
                </a:lnTo>
                <a:cubicBezTo>
                  <a:pt x="2807494" y="2625051"/>
                  <a:pt x="2229898" y="2741595"/>
                  <a:pt x="1675638" y="2741595"/>
                </a:cubicBezTo>
                <a:cubicBezTo>
                  <a:pt x="1121378" y="2741595"/>
                  <a:pt x="543687" y="2625051"/>
                  <a:pt x="232315" y="2403930"/>
                </a:cubicBezTo>
                <a:lnTo>
                  <a:pt x="232315" y="2681660"/>
                </a:lnTo>
                <a:cubicBezTo>
                  <a:pt x="232315" y="2882550"/>
                  <a:pt x="781050" y="3162940"/>
                  <a:pt x="1675638" y="3162940"/>
                </a:cubicBezTo>
                <a:cubicBezTo>
                  <a:pt x="2570226" y="3162940"/>
                  <a:pt x="3118866" y="2882550"/>
                  <a:pt x="3118866" y="2681660"/>
                </a:cubicBezTo>
                <a:close/>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Calibri"/>
              <a:ea typeface="Calibri"/>
              <a:cs typeface="Calibri"/>
              <a:sym typeface="Calibri"/>
            </a:endParaRPr>
          </a:p>
        </p:txBody>
      </p:sp>
      <p:sp>
        <p:nvSpPr>
          <p:cNvPr id="2963" name="Google Shape;2963;p96"/>
          <p:cNvSpPr txBox="1"/>
          <p:nvPr/>
        </p:nvSpPr>
        <p:spPr>
          <a:xfrm>
            <a:off x="7444154" y="2157574"/>
            <a:ext cx="5721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Transactions</a:t>
            </a:r>
            <a:endParaRPr sz="1800">
              <a:solidFill>
                <a:srgbClr val="252525"/>
              </a:solidFill>
              <a:latin typeface="Arial"/>
              <a:ea typeface="Arial"/>
              <a:cs typeface="Arial"/>
              <a:sym typeface="Arial"/>
            </a:endParaRPr>
          </a:p>
        </p:txBody>
      </p:sp>
      <p:sp>
        <p:nvSpPr>
          <p:cNvPr id="2964" name="Google Shape;2964;p96"/>
          <p:cNvSpPr txBox="1"/>
          <p:nvPr/>
        </p:nvSpPr>
        <p:spPr>
          <a:xfrm>
            <a:off x="8236352" y="2157574"/>
            <a:ext cx="5721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Secure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sz="1800">
              <a:solidFill>
                <a:srgbClr val="252525"/>
              </a:solidFill>
              <a:latin typeface="Arial"/>
              <a:ea typeface="Arial"/>
              <a:cs typeface="Arial"/>
              <a:sym typeface="Arial"/>
            </a:endParaRPr>
          </a:p>
        </p:txBody>
      </p:sp>
      <p:grpSp>
        <p:nvGrpSpPr>
          <p:cNvPr id="2965" name="Google Shape;2965;p96"/>
          <p:cNvGrpSpPr/>
          <p:nvPr/>
        </p:nvGrpSpPr>
        <p:grpSpPr>
          <a:xfrm>
            <a:off x="7605161" y="1785644"/>
            <a:ext cx="249838" cy="256384"/>
            <a:chOff x="3016542" y="4872075"/>
            <a:chExt cx="280056" cy="287394"/>
          </a:xfrm>
        </p:grpSpPr>
        <p:sp>
          <p:nvSpPr>
            <p:cNvPr id="2966" name="Google Shape;2966;p96"/>
            <p:cNvSpPr/>
            <p:nvPr/>
          </p:nvSpPr>
          <p:spPr>
            <a:xfrm>
              <a:off x="3016542" y="4872075"/>
              <a:ext cx="225274" cy="259357"/>
            </a:xfrm>
            <a:custGeom>
              <a:rect b="b" l="l" r="r" t="t"/>
              <a:pathLst>
                <a:path extrusionOk="0" h="259357" w="225274">
                  <a:moveTo>
                    <a:pt x="114531" y="259357"/>
                  </a:moveTo>
                  <a:cubicBezTo>
                    <a:pt x="124876" y="259357"/>
                    <a:pt x="135405" y="259357"/>
                    <a:pt x="136052" y="259357"/>
                  </a:cubicBezTo>
                  <a:cubicBezTo>
                    <a:pt x="141153" y="259204"/>
                    <a:pt x="145164" y="254945"/>
                    <a:pt x="145011" y="249844"/>
                  </a:cubicBezTo>
                  <a:cubicBezTo>
                    <a:pt x="144858" y="244742"/>
                    <a:pt x="140599" y="240731"/>
                    <a:pt x="135497" y="240884"/>
                  </a:cubicBezTo>
                  <a:cubicBezTo>
                    <a:pt x="135497" y="240884"/>
                    <a:pt x="114900" y="241531"/>
                    <a:pt x="103447" y="240884"/>
                  </a:cubicBezTo>
                  <a:cubicBezTo>
                    <a:pt x="50800" y="239037"/>
                    <a:pt x="18473" y="222412"/>
                    <a:pt x="18473" y="210589"/>
                  </a:cubicBezTo>
                  <a:lnTo>
                    <a:pt x="18473" y="184450"/>
                  </a:lnTo>
                  <a:cubicBezTo>
                    <a:pt x="37684" y="196827"/>
                    <a:pt x="69180" y="203754"/>
                    <a:pt x="99199" y="205140"/>
                  </a:cubicBezTo>
                  <a:lnTo>
                    <a:pt x="130325" y="206802"/>
                  </a:lnTo>
                  <a:lnTo>
                    <a:pt x="130787" y="206802"/>
                  </a:lnTo>
                  <a:cubicBezTo>
                    <a:pt x="135713" y="206809"/>
                    <a:pt x="139777" y="202948"/>
                    <a:pt x="140023" y="198028"/>
                  </a:cubicBezTo>
                  <a:cubicBezTo>
                    <a:pt x="140286" y="192959"/>
                    <a:pt x="136408" y="188627"/>
                    <a:pt x="131341" y="188329"/>
                  </a:cubicBezTo>
                  <a:lnTo>
                    <a:pt x="100122" y="186575"/>
                  </a:lnTo>
                  <a:cubicBezTo>
                    <a:pt x="47475" y="184265"/>
                    <a:pt x="18473" y="167640"/>
                    <a:pt x="18473" y="156649"/>
                  </a:cubicBezTo>
                  <a:lnTo>
                    <a:pt x="18473" y="130695"/>
                  </a:lnTo>
                  <a:cubicBezTo>
                    <a:pt x="39901" y="144641"/>
                    <a:pt x="76939" y="152031"/>
                    <a:pt x="112591" y="152031"/>
                  </a:cubicBezTo>
                  <a:cubicBezTo>
                    <a:pt x="148244" y="152031"/>
                    <a:pt x="185374" y="144641"/>
                    <a:pt x="206802" y="130695"/>
                  </a:cubicBezTo>
                  <a:lnTo>
                    <a:pt x="206802" y="135313"/>
                  </a:lnTo>
                  <a:cubicBezTo>
                    <a:pt x="206802" y="140414"/>
                    <a:pt x="210937" y="144549"/>
                    <a:pt x="216039" y="144549"/>
                  </a:cubicBezTo>
                  <a:cubicBezTo>
                    <a:pt x="221140" y="144549"/>
                    <a:pt x="225275" y="140414"/>
                    <a:pt x="225275" y="135313"/>
                  </a:cubicBezTo>
                  <a:lnTo>
                    <a:pt x="225275" y="102985"/>
                  </a:lnTo>
                  <a:lnTo>
                    <a:pt x="225275" y="102985"/>
                  </a:lnTo>
                  <a:lnTo>
                    <a:pt x="225275" y="48953"/>
                  </a:lnTo>
                  <a:lnTo>
                    <a:pt x="225275" y="48953"/>
                  </a:lnTo>
                  <a:cubicBezTo>
                    <a:pt x="225275" y="17180"/>
                    <a:pt x="167271" y="0"/>
                    <a:pt x="112591" y="0"/>
                  </a:cubicBezTo>
                  <a:cubicBezTo>
                    <a:pt x="57912" y="0"/>
                    <a:pt x="92" y="17087"/>
                    <a:pt x="0" y="48860"/>
                  </a:cubicBezTo>
                  <a:lnTo>
                    <a:pt x="0" y="48860"/>
                  </a:lnTo>
                  <a:lnTo>
                    <a:pt x="0" y="210497"/>
                  </a:lnTo>
                  <a:cubicBezTo>
                    <a:pt x="0" y="241623"/>
                    <a:pt x="53294" y="257510"/>
                    <a:pt x="102893" y="259172"/>
                  </a:cubicBezTo>
                  <a:cubicBezTo>
                    <a:pt x="106311" y="259357"/>
                    <a:pt x="110375" y="259357"/>
                    <a:pt x="114531" y="259357"/>
                  </a:cubicBezTo>
                  <a:close/>
                  <a:moveTo>
                    <a:pt x="112591" y="18380"/>
                  </a:moveTo>
                  <a:cubicBezTo>
                    <a:pt x="170041" y="18380"/>
                    <a:pt x="206710" y="36853"/>
                    <a:pt x="206802" y="48860"/>
                  </a:cubicBezTo>
                  <a:lnTo>
                    <a:pt x="206802" y="48860"/>
                  </a:lnTo>
                  <a:cubicBezTo>
                    <a:pt x="206802" y="61237"/>
                    <a:pt x="169857" y="79248"/>
                    <a:pt x="112591" y="79248"/>
                  </a:cubicBezTo>
                  <a:cubicBezTo>
                    <a:pt x="55326" y="79248"/>
                    <a:pt x="18473" y="61329"/>
                    <a:pt x="18473" y="48860"/>
                  </a:cubicBezTo>
                  <a:cubicBezTo>
                    <a:pt x="18473" y="36391"/>
                    <a:pt x="55141" y="18380"/>
                    <a:pt x="112591" y="18380"/>
                  </a:cubicBezTo>
                  <a:close/>
                  <a:moveTo>
                    <a:pt x="18473" y="76569"/>
                  </a:moveTo>
                  <a:cubicBezTo>
                    <a:pt x="39901" y="90424"/>
                    <a:pt x="76939" y="97813"/>
                    <a:pt x="112591" y="97813"/>
                  </a:cubicBezTo>
                  <a:cubicBezTo>
                    <a:pt x="148244" y="97813"/>
                    <a:pt x="185374" y="90516"/>
                    <a:pt x="206802" y="76569"/>
                  </a:cubicBezTo>
                  <a:lnTo>
                    <a:pt x="206802" y="102985"/>
                  </a:lnTo>
                  <a:cubicBezTo>
                    <a:pt x="206802" y="115362"/>
                    <a:pt x="169857" y="133373"/>
                    <a:pt x="112591" y="133373"/>
                  </a:cubicBezTo>
                  <a:cubicBezTo>
                    <a:pt x="55326" y="133373"/>
                    <a:pt x="18473" y="115270"/>
                    <a:pt x="18473" y="102985"/>
                  </a:cubicBezTo>
                  <a:lnTo>
                    <a:pt x="18473" y="102985"/>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67" name="Google Shape;2967;p96"/>
            <p:cNvSpPr/>
            <p:nvPr/>
          </p:nvSpPr>
          <p:spPr>
            <a:xfrm>
              <a:off x="3178793" y="5064104"/>
              <a:ext cx="117805" cy="95365"/>
            </a:xfrm>
            <a:custGeom>
              <a:rect b="b" l="l" r="r" t="t"/>
              <a:pathLst>
                <a:path extrusionOk="0" h="95365" w="117805">
                  <a:moveTo>
                    <a:pt x="102555" y="458"/>
                  </a:moveTo>
                  <a:cubicBezTo>
                    <a:pt x="97696" y="2009"/>
                    <a:pt x="95012" y="7205"/>
                    <a:pt x="96563" y="12065"/>
                  </a:cubicBezTo>
                  <a:cubicBezTo>
                    <a:pt x="96616" y="12230"/>
                    <a:pt x="96674" y="12395"/>
                    <a:pt x="96736" y="12557"/>
                  </a:cubicBezTo>
                  <a:cubicBezTo>
                    <a:pt x="98479" y="17544"/>
                    <a:pt x="99353" y="22792"/>
                    <a:pt x="99322" y="28074"/>
                  </a:cubicBezTo>
                  <a:cubicBezTo>
                    <a:pt x="99340" y="39994"/>
                    <a:pt x="94966" y="51502"/>
                    <a:pt x="87038" y="60402"/>
                  </a:cubicBezTo>
                  <a:cubicBezTo>
                    <a:pt x="71719" y="77752"/>
                    <a:pt x="46289" y="81887"/>
                    <a:pt x="26262" y="70285"/>
                  </a:cubicBezTo>
                  <a:lnTo>
                    <a:pt x="30881" y="70285"/>
                  </a:lnTo>
                  <a:cubicBezTo>
                    <a:pt x="34961" y="70285"/>
                    <a:pt x="38270" y="66976"/>
                    <a:pt x="38270" y="62896"/>
                  </a:cubicBezTo>
                  <a:cubicBezTo>
                    <a:pt x="38270" y="58815"/>
                    <a:pt x="34961" y="55506"/>
                    <a:pt x="30881" y="55506"/>
                  </a:cubicBezTo>
                  <a:lnTo>
                    <a:pt x="7420" y="55506"/>
                  </a:lnTo>
                  <a:cubicBezTo>
                    <a:pt x="3340" y="55506"/>
                    <a:pt x="31" y="58815"/>
                    <a:pt x="31" y="62896"/>
                  </a:cubicBezTo>
                  <a:cubicBezTo>
                    <a:pt x="-9" y="63109"/>
                    <a:pt x="-9" y="63329"/>
                    <a:pt x="31" y="63542"/>
                  </a:cubicBezTo>
                  <a:cubicBezTo>
                    <a:pt x="-10" y="63787"/>
                    <a:pt x="-10" y="64036"/>
                    <a:pt x="31" y="64281"/>
                  </a:cubicBezTo>
                  <a:lnTo>
                    <a:pt x="31" y="87649"/>
                  </a:lnTo>
                  <a:cubicBezTo>
                    <a:pt x="31" y="91730"/>
                    <a:pt x="3340" y="95038"/>
                    <a:pt x="7420" y="95038"/>
                  </a:cubicBezTo>
                  <a:cubicBezTo>
                    <a:pt x="11501" y="95038"/>
                    <a:pt x="14809" y="91730"/>
                    <a:pt x="14809" y="87649"/>
                  </a:cubicBezTo>
                  <a:lnTo>
                    <a:pt x="14809" y="85063"/>
                  </a:lnTo>
                  <a:cubicBezTo>
                    <a:pt x="46260" y="104809"/>
                    <a:pt x="87764" y="95322"/>
                    <a:pt x="107511" y="63871"/>
                  </a:cubicBezTo>
                  <a:cubicBezTo>
                    <a:pt x="118242" y="46779"/>
                    <a:pt x="120729" y="25771"/>
                    <a:pt x="114285" y="6646"/>
                  </a:cubicBezTo>
                  <a:cubicBezTo>
                    <a:pt x="112853" y="1750"/>
                    <a:pt x="107723" y="-1058"/>
                    <a:pt x="102827" y="374"/>
                  </a:cubicBezTo>
                  <a:cubicBezTo>
                    <a:pt x="102736" y="400"/>
                    <a:pt x="102645" y="428"/>
                    <a:pt x="102555" y="45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68" name="Google Shape;2968;p96"/>
            <p:cNvSpPr/>
            <p:nvPr/>
          </p:nvSpPr>
          <p:spPr>
            <a:xfrm>
              <a:off x="3161797" y="5024441"/>
              <a:ext cx="116964" cy="95448"/>
            </a:xfrm>
            <a:custGeom>
              <a:rect b="b" l="l" r="r" t="t"/>
              <a:pathLst>
                <a:path extrusionOk="0" h="95448" w="116964">
                  <a:moveTo>
                    <a:pt x="116965" y="7700"/>
                  </a:moveTo>
                  <a:cubicBezTo>
                    <a:pt x="116965" y="3620"/>
                    <a:pt x="113656" y="311"/>
                    <a:pt x="109576" y="311"/>
                  </a:cubicBezTo>
                  <a:cubicBezTo>
                    <a:pt x="105495" y="311"/>
                    <a:pt x="102187" y="3620"/>
                    <a:pt x="102187" y="7700"/>
                  </a:cubicBezTo>
                  <a:lnTo>
                    <a:pt x="102187" y="9732"/>
                  </a:lnTo>
                  <a:cubicBezTo>
                    <a:pt x="70369" y="-9516"/>
                    <a:pt x="28972" y="672"/>
                    <a:pt x="9722" y="32490"/>
                  </a:cubicBezTo>
                  <a:cubicBezTo>
                    <a:pt x="-598" y="49548"/>
                    <a:pt x="-2827" y="70303"/>
                    <a:pt x="3635" y="89165"/>
                  </a:cubicBezTo>
                  <a:cubicBezTo>
                    <a:pt x="4905" y="92927"/>
                    <a:pt x="8438" y="95456"/>
                    <a:pt x="12409" y="95446"/>
                  </a:cubicBezTo>
                  <a:cubicBezTo>
                    <a:pt x="13414" y="95473"/>
                    <a:pt x="14416" y="95317"/>
                    <a:pt x="15365" y="94984"/>
                  </a:cubicBezTo>
                  <a:cubicBezTo>
                    <a:pt x="20171" y="93361"/>
                    <a:pt x="22770" y="88165"/>
                    <a:pt x="21184" y="83346"/>
                  </a:cubicBezTo>
                  <a:cubicBezTo>
                    <a:pt x="19525" y="78341"/>
                    <a:pt x="18683" y="73102"/>
                    <a:pt x="18690" y="67829"/>
                  </a:cubicBezTo>
                  <a:cubicBezTo>
                    <a:pt x="18496" y="41049"/>
                    <a:pt x="40049" y="19182"/>
                    <a:pt x="66829" y="18989"/>
                  </a:cubicBezTo>
                  <a:cubicBezTo>
                    <a:pt x="75551" y="18925"/>
                    <a:pt x="84128" y="21216"/>
                    <a:pt x="91657" y="25619"/>
                  </a:cubicBezTo>
                  <a:lnTo>
                    <a:pt x="86115" y="25619"/>
                  </a:lnTo>
                  <a:cubicBezTo>
                    <a:pt x="82035" y="25619"/>
                    <a:pt x="78726" y="28927"/>
                    <a:pt x="78726" y="33008"/>
                  </a:cubicBezTo>
                  <a:cubicBezTo>
                    <a:pt x="78726" y="37088"/>
                    <a:pt x="82035" y="40397"/>
                    <a:pt x="86115" y="40397"/>
                  </a:cubicBezTo>
                  <a:lnTo>
                    <a:pt x="109576" y="40397"/>
                  </a:lnTo>
                  <a:cubicBezTo>
                    <a:pt x="113656" y="40397"/>
                    <a:pt x="116965" y="37088"/>
                    <a:pt x="116965" y="33008"/>
                  </a:cubicBezTo>
                  <a:cubicBezTo>
                    <a:pt x="116965" y="33008"/>
                    <a:pt x="116965" y="32546"/>
                    <a:pt x="116965" y="32269"/>
                  </a:cubicBezTo>
                  <a:cubicBezTo>
                    <a:pt x="116965" y="31992"/>
                    <a:pt x="116965" y="31807"/>
                    <a:pt x="116965" y="3162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2969" name="Google Shape;2969;p96"/>
          <p:cNvGrpSpPr/>
          <p:nvPr/>
        </p:nvGrpSpPr>
        <p:grpSpPr>
          <a:xfrm>
            <a:off x="8395673" y="1785724"/>
            <a:ext cx="253129" cy="256379"/>
            <a:chOff x="6404352" y="4381265"/>
            <a:chExt cx="280693" cy="284297"/>
          </a:xfrm>
        </p:grpSpPr>
        <p:sp>
          <p:nvSpPr>
            <p:cNvPr id="2970" name="Google Shape;2970;p96"/>
            <p:cNvSpPr/>
            <p:nvPr/>
          </p:nvSpPr>
          <p:spPr>
            <a:xfrm>
              <a:off x="6424118" y="4401031"/>
              <a:ext cx="185835" cy="59205"/>
            </a:xfrm>
            <a:custGeom>
              <a:rect b="b" l="l" r="r" t="t"/>
              <a:pathLst>
                <a:path extrusionOk="0" h="59205" w="185835">
                  <a:moveTo>
                    <a:pt x="92918" y="0"/>
                  </a:moveTo>
                  <a:cubicBezTo>
                    <a:pt x="36207" y="0"/>
                    <a:pt x="0" y="17549"/>
                    <a:pt x="0" y="29556"/>
                  </a:cubicBezTo>
                  <a:cubicBezTo>
                    <a:pt x="0" y="41564"/>
                    <a:pt x="36207" y="59205"/>
                    <a:pt x="92918" y="59205"/>
                  </a:cubicBezTo>
                  <a:cubicBezTo>
                    <a:pt x="149629" y="59205"/>
                    <a:pt x="185836" y="41656"/>
                    <a:pt x="185836" y="29556"/>
                  </a:cubicBezTo>
                  <a:cubicBezTo>
                    <a:pt x="185836" y="17457"/>
                    <a:pt x="149629" y="0"/>
                    <a:pt x="92918" y="0"/>
                  </a:cubicBez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1" name="Google Shape;2971;p96"/>
            <p:cNvSpPr/>
            <p:nvPr/>
          </p:nvSpPr>
          <p:spPr>
            <a:xfrm>
              <a:off x="6522763" y="4620394"/>
              <a:ext cx="9236" cy="9236"/>
            </a:xfrm>
            <a:custGeom>
              <a:rect b="b" l="l" r="r" t="t"/>
              <a:pathLst>
                <a:path extrusionOk="0" h="9236" w="9236">
                  <a:moveTo>
                    <a:pt x="0" y="0"/>
                  </a:moveTo>
                  <a:lnTo>
                    <a:pt x="0" y="0"/>
                  </a:ln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2" name="Google Shape;2972;p96"/>
            <p:cNvSpPr/>
            <p:nvPr/>
          </p:nvSpPr>
          <p:spPr>
            <a:xfrm>
              <a:off x="6424118" y="4401031"/>
              <a:ext cx="185835" cy="59205"/>
            </a:xfrm>
            <a:custGeom>
              <a:rect b="b" l="l" r="r" t="t"/>
              <a:pathLst>
                <a:path extrusionOk="0" h="59205" w="185835">
                  <a:moveTo>
                    <a:pt x="92918" y="0"/>
                  </a:moveTo>
                  <a:cubicBezTo>
                    <a:pt x="36207" y="0"/>
                    <a:pt x="0" y="17549"/>
                    <a:pt x="0" y="29556"/>
                  </a:cubicBezTo>
                  <a:cubicBezTo>
                    <a:pt x="0" y="41564"/>
                    <a:pt x="36207" y="59205"/>
                    <a:pt x="92918" y="59205"/>
                  </a:cubicBezTo>
                  <a:cubicBezTo>
                    <a:pt x="149629" y="59205"/>
                    <a:pt x="185836" y="41656"/>
                    <a:pt x="185836" y="29556"/>
                  </a:cubicBezTo>
                  <a:cubicBezTo>
                    <a:pt x="185836" y="17457"/>
                    <a:pt x="149629" y="0"/>
                    <a:pt x="92918" y="0"/>
                  </a:cubicBez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3" name="Google Shape;2973;p96"/>
            <p:cNvSpPr/>
            <p:nvPr/>
          </p:nvSpPr>
          <p:spPr>
            <a:xfrm>
              <a:off x="6424118" y="4459774"/>
              <a:ext cx="185835" cy="54032"/>
            </a:xfrm>
            <a:custGeom>
              <a:rect b="b" l="l" r="r" t="t"/>
              <a:pathLst>
                <a:path extrusionOk="0" h="54032" w="185835">
                  <a:moveTo>
                    <a:pt x="0" y="0"/>
                  </a:moveTo>
                  <a:lnTo>
                    <a:pt x="0" y="24476"/>
                  </a:lnTo>
                  <a:cubicBezTo>
                    <a:pt x="0" y="36484"/>
                    <a:pt x="36207" y="54033"/>
                    <a:pt x="92918" y="54033"/>
                  </a:cubicBezTo>
                  <a:cubicBezTo>
                    <a:pt x="149629" y="54033"/>
                    <a:pt x="185836" y="36484"/>
                    <a:pt x="185836" y="24476"/>
                  </a:cubicBezTo>
                  <a:lnTo>
                    <a:pt x="185836" y="0"/>
                  </a:lnTo>
                  <a:cubicBezTo>
                    <a:pt x="164407" y="13300"/>
                    <a:pt x="128570" y="20228"/>
                    <a:pt x="92918" y="20228"/>
                  </a:cubicBezTo>
                  <a:cubicBezTo>
                    <a:pt x="57265" y="20228"/>
                    <a:pt x="21428" y="13300"/>
                    <a:pt x="0" y="0"/>
                  </a:cubicBez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4" name="Google Shape;2974;p96"/>
            <p:cNvSpPr/>
            <p:nvPr/>
          </p:nvSpPr>
          <p:spPr>
            <a:xfrm>
              <a:off x="6629812" y="4516855"/>
              <a:ext cx="9236" cy="9236"/>
            </a:xfrm>
            <a:custGeom>
              <a:rect b="b" l="l" r="r" t="t"/>
              <a:pathLst>
                <a:path extrusionOk="0" h="9236" w="9236">
                  <a:moveTo>
                    <a:pt x="0" y="0"/>
                  </a:moveTo>
                  <a:lnTo>
                    <a:pt x="0"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5" name="Google Shape;2975;p96"/>
            <p:cNvSpPr/>
            <p:nvPr/>
          </p:nvSpPr>
          <p:spPr>
            <a:xfrm>
              <a:off x="6404352" y="4381265"/>
              <a:ext cx="225000" cy="259449"/>
            </a:xfrm>
            <a:custGeom>
              <a:rect b="b" l="l" r="r" t="t"/>
              <a:pathLst>
                <a:path extrusionOk="0" h="259449" w="225000">
                  <a:moveTo>
                    <a:pt x="112684" y="0"/>
                  </a:moveTo>
                  <a:cubicBezTo>
                    <a:pt x="56711" y="0"/>
                    <a:pt x="0" y="16903"/>
                    <a:pt x="0" y="49322"/>
                  </a:cubicBezTo>
                  <a:lnTo>
                    <a:pt x="0" y="210035"/>
                  </a:lnTo>
                  <a:cubicBezTo>
                    <a:pt x="0" y="242455"/>
                    <a:pt x="56711" y="259449"/>
                    <a:pt x="112684" y="259449"/>
                  </a:cubicBezTo>
                  <a:cubicBezTo>
                    <a:pt x="126667" y="259401"/>
                    <a:pt x="140626" y="258259"/>
                    <a:pt x="154432" y="256032"/>
                  </a:cubicBezTo>
                  <a:lnTo>
                    <a:pt x="154432" y="256032"/>
                  </a:lnTo>
                  <a:cubicBezTo>
                    <a:pt x="154985" y="256082"/>
                    <a:pt x="155541" y="256082"/>
                    <a:pt x="156095" y="256032"/>
                  </a:cubicBezTo>
                  <a:cubicBezTo>
                    <a:pt x="156881" y="255978"/>
                    <a:pt x="157656" y="255822"/>
                    <a:pt x="158404" y="255570"/>
                  </a:cubicBezTo>
                  <a:cubicBezTo>
                    <a:pt x="162061" y="253957"/>
                    <a:pt x="164417" y="250331"/>
                    <a:pt x="164407" y="246334"/>
                  </a:cubicBezTo>
                  <a:lnTo>
                    <a:pt x="164407" y="245225"/>
                  </a:lnTo>
                  <a:cubicBezTo>
                    <a:pt x="163797" y="240190"/>
                    <a:pt x="159505" y="236414"/>
                    <a:pt x="154432" y="236451"/>
                  </a:cubicBezTo>
                  <a:lnTo>
                    <a:pt x="152954" y="236451"/>
                  </a:lnTo>
                  <a:lnTo>
                    <a:pt x="151107" y="236451"/>
                  </a:lnTo>
                  <a:cubicBezTo>
                    <a:pt x="146027" y="237005"/>
                    <a:pt x="135128" y="238298"/>
                    <a:pt x="124691" y="238945"/>
                  </a:cubicBezTo>
                  <a:cubicBezTo>
                    <a:pt x="122382" y="238945"/>
                    <a:pt x="120257" y="238945"/>
                    <a:pt x="117856" y="238945"/>
                  </a:cubicBezTo>
                  <a:lnTo>
                    <a:pt x="112407" y="238945"/>
                  </a:lnTo>
                  <a:cubicBezTo>
                    <a:pt x="55695" y="238945"/>
                    <a:pt x="19489" y="221488"/>
                    <a:pt x="19489" y="209388"/>
                  </a:cubicBezTo>
                  <a:lnTo>
                    <a:pt x="19489" y="185559"/>
                  </a:lnTo>
                  <a:cubicBezTo>
                    <a:pt x="40917" y="198951"/>
                    <a:pt x="76754" y="205786"/>
                    <a:pt x="112407" y="205786"/>
                  </a:cubicBezTo>
                  <a:cubicBezTo>
                    <a:pt x="131868" y="206053"/>
                    <a:pt x="151290" y="203913"/>
                    <a:pt x="170226" y="199413"/>
                  </a:cubicBezTo>
                  <a:lnTo>
                    <a:pt x="168564" y="199413"/>
                  </a:lnTo>
                  <a:lnTo>
                    <a:pt x="167732" y="199413"/>
                  </a:lnTo>
                  <a:cubicBezTo>
                    <a:pt x="172460" y="199186"/>
                    <a:pt x="176349" y="195609"/>
                    <a:pt x="176969" y="190916"/>
                  </a:cubicBezTo>
                  <a:cubicBezTo>
                    <a:pt x="177014" y="190455"/>
                    <a:pt x="177014" y="189991"/>
                    <a:pt x="176969" y="189530"/>
                  </a:cubicBezTo>
                  <a:cubicBezTo>
                    <a:pt x="177071" y="184124"/>
                    <a:pt x="172772" y="179658"/>
                    <a:pt x="167365" y="179556"/>
                  </a:cubicBezTo>
                  <a:cubicBezTo>
                    <a:pt x="167333" y="179556"/>
                    <a:pt x="167302" y="179555"/>
                    <a:pt x="167271" y="179555"/>
                  </a:cubicBezTo>
                  <a:lnTo>
                    <a:pt x="164315" y="180109"/>
                  </a:lnTo>
                  <a:lnTo>
                    <a:pt x="164315" y="180109"/>
                  </a:lnTo>
                  <a:cubicBezTo>
                    <a:pt x="147296" y="184219"/>
                    <a:pt x="129818" y="186114"/>
                    <a:pt x="112314" y="185743"/>
                  </a:cubicBezTo>
                  <a:cubicBezTo>
                    <a:pt x="55603" y="185743"/>
                    <a:pt x="19396" y="168194"/>
                    <a:pt x="19396" y="156187"/>
                  </a:cubicBezTo>
                  <a:lnTo>
                    <a:pt x="19396" y="132080"/>
                  </a:lnTo>
                  <a:cubicBezTo>
                    <a:pt x="40825" y="145473"/>
                    <a:pt x="76662" y="152308"/>
                    <a:pt x="112314" y="152308"/>
                  </a:cubicBezTo>
                  <a:cubicBezTo>
                    <a:pt x="147967" y="152308"/>
                    <a:pt x="183804" y="145473"/>
                    <a:pt x="205232" y="132080"/>
                  </a:cubicBezTo>
                  <a:lnTo>
                    <a:pt x="205232" y="136052"/>
                  </a:lnTo>
                  <a:cubicBezTo>
                    <a:pt x="205197" y="141509"/>
                    <a:pt x="209593" y="145963"/>
                    <a:pt x="215051" y="145997"/>
                  </a:cubicBezTo>
                  <a:cubicBezTo>
                    <a:pt x="217665" y="146015"/>
                    <a:pt x="220178" y="144995"/>
                    <a:pt x="222042" y="143164"/>
                  </a:cubicBezTo>
                  <a:cubicBezTo>
                    <a:pt x="223188" y="141973"/>
                    <a:pt x="224015" y="140511"/>
                    <a:pt x="224444" y="138915"/>
                  </a:cubicBezTo>
                  <a:cubicBezTo>
                    <a:pt x="224725" y="138140"/>
                    <a:pt x="224911" y="137334"/>
                    <a:pt x="224998" y="136513"/>
                  </a:cubicBezTo>
                  <a:lnTo>
                    <a:pt x="224998" y="49322"/>
                  </a:lnTo>
                  <a:cubicBezTo>
                    <a:pt x="225460" y="16903"/>
                    <a:pt x="168748" y="0"/>
                    <a:pt x="112684" y="0"/>
                  </a:cubicBezTo>
                  <a:close/>
                  <a:moveTo>
                    <a:pt x="205601" y="102985"/>
                  </a:moveTo>
                  <a:cubicBezTo>
                    <a:pt x="205601" y="114993"/>
                    <a:pt x="169395" y="132542"/>
                    <a:pt x="112684" y="132542"/>
                  </a:cubicBezTo>
                  <a:cubicBezTo>
                    <a:pt x="55972" y="132542"/>
                    <a:pt x="19766" y="114993"/>
                    <a:pt x="19766" y="102985"/>
                  </a:cubicBezTo>
                  <a:lnTo>
                    <a:pt x="19766" y="78509"/>
                  </a:lnTo>
                  <a:cubicBezTo>
                    <a:pt x="41194" y="91809"/>
                    <a:pt x="77031" y="98737"/>
                    <a:pt x="112684" y="98737"/>
                  </a:cubicBezTo>
                  <a:cubicBezTo>
                    <a:pt x="148336" y="98737"/>
                    <a:pt x="184173" y="91809"/>
                    <a:pt x="205601" y="78509"/>
                  </a:cubicBezTo>
                  <a:close/>
                  <a:moveTo>
                    <a:pt x="112684" y="78971"/>
                  </a:moveTo>
                  <a:cubicBezTo>
                    <a:pt x="55972" y="78971"/>
                    <a:pt x="19766" y="61422"/>
                    <a:pt x="19766" y="49322"/>
                  </a:cubicBezTo>
                  <a:cubicBezTo>
                    <a:pt x="19766" y="37223"/>
                    <a:pt x="55972" y="19766"/>
                    <a:pt x="112684" y="19766"/>
                  </a:cubicBezTo>
                  <a:cubicBezTo>
                    <a:pt x="169395" y="19766"/>
                    <a:pt x="205601" y="37315"/>
                    <a:pt x="205601" y="49322"/>
                  </a:cubicBezTo>
                  <a:cubicBezTo>
                    <a:pt x="205601" y="61329"/>
                    <a:pt x="169395" y="78971"/>
                    <a:pt x="112684" y="7897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6" name="Google Shape;2976;p96"/>
            <p:cNvSpPr/>
            <p:nvPr/>
          </p:nvSpPr>
          <p:spPr>
            <a:xfrm>
              <a:off x="6617435" y="4605698"/>
              <a:ext cx="28170" cy="38348"/>
            </a:xfrm>
            <a:custGeom>
              <a:rect b="b" l="l" r="r" t="t"/>
              <a:pathLst>
                <a:path extrusionOk="0" h="38348" w="28170">
                  <a:moveTo>
                    <a:pt x="14132" y="10"/>
                  </a:moveTo>
                  <a:cubicBezTo>
                    <a:pt x="6884" y="-267"/>
                    <a:pt x="681" y="5166"/>
                    <a:pt x="0" y="12387"/>
                  </a:cubicBezTo>
                  <a:lnTo>
                    <a:pt x="0" y="25964"/>
                  </a:lnTo>
                  <a:cubicBezTo>
                    <a:pt x="725" y="33163"/>
                    <a:pt x="6900" y="38572"/>
                    <a:pt x="14132" y="38341"/>
                  </a:cubicBezTo>
                  <a:cubicBezTo>
                    <a:pt x="21295" y="38434"/>
                    <a:pt x="27365" y="33084"/>
                    <a:pt x="28171" y="25964"/>
                  </a:cubicBezTo>
                  <a:lnTo>
                    <a:pt x="28171" y="12387"/>
                  </a:lnTo>
                  <a:cubicBezTo>
                    <a:pt x="27449" y="5224"/>
                    <a:pt x="21329" y="-171"/>
                    <a:pt x="14132" y="10"/>
                  </a:cubicBezTo>
                  <a:close/>
                  <a:moveTo>
                    <a:pt x="16625" y="23193"/>
                  </a:moveTo>
                  <a:cubicBezTo>
                    <a:pt x="16625" y="23193"/>
                    <a:pt x="16625" y="25503"/>
                    <a:pt x="14039" y="25503"/>
                  </a:cubicBezTo>
                  <a:cubicBezTo>
                    <a:pt x="11453" y="25503"/>
                    <a:pt x="11453" y="23563"/>
                    <a:pt x="11453" y="23193"/>
                  </a:cubicBezTo>
                  <a:lnTo>
                    <a:pt x="11453" y="15158"/>
                  </a:lnTo>
                  <a:cubicBezTo>
                    <a:pt x="11453" y="14419"/>
                    <a:pt x="11453" y="12849"/>
                    <a:pt x="14039" y="12849"/>
                  </a:cubicBezTo>
                  <a:cubicBezTo>
                    <a:pt x="16625" y="12849"/>
                    <a:pt x="16625" y="14696"/>
                    <a:pt x="16625" y="1515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77" name="Google Shape;2977;p96"/>
            <p:cNvSpPr/>
            <p:nvPr/>
          </p:nvSpPr>
          <p:spPr>
            <a:xfrm>
              <a:off x="6578181" y="4537817"/>
              <a:ext cx="106864" cy="127745"/>
            </a:xfrm>
            <a:custGeom>
              <a:rect b="b" l="l" r="r" t="t"/>
              <a:pathLst>
                <a:path extrusionOk="0" h="127745" w="106864">
                  <a:moveTo>
                    <a:pt x="92364" y="48218"/>
                  </a:moveTo>
                  <a:lnTo>
                    <a:pt x="92364" y="35195"/>
                  </a:lnTo>
                  <a:cubicBezTo>
                    <a:pt x="92111" y="15507"/>
                    <a:pt x="75944" y="-249"/>
                    <a:pt x="56255" y="4"/>
                  </a:cubicBezTo>
                  <a:cubicBezTo>
                    <a:pt x="56253" y="4"/>
                    <a:pt x="56251" y="4"/>
                    <a:pt x="56249" y="4"/>
                  </a:cubicBezTo>
                  <a:lnTo>
                    <a:pt x="50892" y="4"/>
                  </a:lnTo>
                  <a:cubicBezTo>
                    <a:pt x="31135" y="-304"/>
                    <a:pt x="14855" y="15438"/>
                    <a:pt x="14501" y="35195"/>
                  </a:cubicBezTo>
                  <a:lnTo>
                    <a:pt x="14501" y="48218"/>
                  </a:lnTo>
                  <a:cubicBezTo>
                    <a:pt x="5806" y="51702"/>
                    <a:pt x="78" y="60095"/>
                    <a:pt x="0" y="69462"/>
                  </a:cubicBezTo>
                  <a:lnTo>
                    <a:pt x="0" y="104652"/>
                  </a:lnTo>
                  <a:cubicBezTo>
                    <a:pt x="152" y="117558"/>
                    <a:pt x="10737" y="127896"/>
                    <a:pt x="23641" y="127743"/>
                  </a:cubicBezTo>
                  <a:cubicBezTo>
                    <a:pt x="23643" y="127743"/>
                    <a:pt x="23644" y="127743"/>
                    <a:pt x="23645" y="127743"/>
                  </a:cubicBezTo>
                  <a:lnTo>
                    <a:pt x="83127" y="127743"/>
                  </a:lnTo>
                  <a:cubicBezTo>
                    <a:pt x="96049" y="127898"/>
                    <a:pt x="106662" y="117573"/>
                    <a:pt x="106865" y="104652"/>
                  </a:cubicBezTo>
                  <a:lnTo>
                    <a:pt x="106865" y="69462"/>
                  </a:lnTo>
                  <a:cubicBezTo>
                    <a:pt x="106762" y="60103"/>
                    <a:pt x="101042" y="51723"/>
                    <a:pt x="92364" y="48218"/>
                  </a:cubicBezTo>
                  <a:close/>
                  <a:moveTo>
                    <a:pt x="31773" y="35195"/>
                  </a:moveTo>
                  <a:cubicBezTo>
                    <a:pt x="32072" y="24997"/>
                    <a:pt x="40583" y="16974"/>
                    <a:pt x="50781" y="17273"/>
                  </a:cubicBezTo>
                  <a:cubicBezTo>
                    <a:pt x="50818" y="17274"/>
                    <a:pt x="50855" y="17276"/>
                    <a:pt x="50892" y="17276"/>
                  </a:cubicBezTo>
                  <a:lnTo>
                    <a:pt x="56249" y="17276"/>
                  </a:lnTo>
                  <a:cubicBezTo>
                    <a:pt x="66240" y="17272"/>
                    <a:pt x="74423" y="25210"/>
                    <a:pt x="74722" y="35195"/>
                  </a:cubicBezTo>
                  <a:lnTo>
                    <a:pt x="74722" y="46371"/>
                  </a:lnTo>
                  <a:lnTo>
                    <a:pt x="31588" y="46371"/>
                  </a:lnTo>
                  <a:close/>
                  <a:moveTo>
                    <a:pt x="89316" y="104652"/>
                  </a:moveTo>
                  <a:cubicBezTo>
                    <a:pt x="89072" y="107873"/>
                    <a:pt x="86357" y="110345"/>
                    <a:pt x="83127" y="110287"/>
                  </a:cubicBezTo>
                  <a:lnTo>
                    <a:pt x="23737" y="110287"/>
                  </a:lnTo>
                  <a:cubicBezTo>
                    <a:pt x="20374" y="110443"/>
                    <a:pt x="17521" y="107844"/>
                    <a:pt x="17365" y="104481"/>
                  </a:cubicBezTo>
                  <a:cubicBezTo>
                    <a:pt x="17364" y="104476"/>
                    <a:pt x="17364" y="104472"/>
                    <a:pt x="17364" y="104468"/>
                  </a:cubicBezTo>
                  <a:lnTo>
                    <a:pt x="17364" y="69462"/>
                  </a:lnTo>
                  <a:cubicBezTo>
                    <a:pt x="17460" y="66148"/>
                    <a:pt x="20224" y="63539"/>
                    <a:pt x="23539" y="63634"/>
                  </a:cubicBezTo>
                  <a:cubicBezTo>
                    <a:pt x="23605" y="63636"/>
                    <a:pt x="23671" y="63639"/>
                    <a:pt x="23737" y="63643"/>
                  </a:cubicBezTo>
                  <a:lnTo>
                    <a:pt x="83127" y="63643"/>
                  </a:lnTo>
                  <a:cubicBezTo>
                    <a:pt x="86437" y="63438"/>
                    <a:pt x="89286" y="65954"/>
                    <a:pt x="89491" y="69263"/>
                  </a:cubicBezTo>
                  <a:cubicBezTo>
                    <a:pt x="89496" y="69329"/>
                    <a:pt x="89499" y="69395"/>
                    <a:pt x="89500" y="694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2978" name="Google Shape;2978;p96"/>
          <p:cNvSpPr txBox="1"/>
          <p:nvPr/>
        </p:nvSpPr>
        <p:spPr>
          <a:xfrm>
            <a:off x="4327701" y="2157574"/>
            <a:ext cx="4674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S</a:t>
            </a:r>
            <a:r>
              <a:rPr lang="en" sz="600">
                <a:solidFill>
                  <a:srgbClr val="105780"/>
                </a:solidFill>
                <a:latin typeface="Arial"/>
                <a:ea typeface="Arial"/>
                <a:cs typeface="Arial"/>
                <a:sym typeface="Arial"/>
              </a:rPr>
              <a:t>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2979" name="Google Shape;2979;p96"/>
          <p:cNvSpPr txBox="1"/>
          <p:nvPr/>
        </p:nvSpPr>
        <p:spPr>
          <a:xfrm>
            <a:off x="5045579" y="2157574"/>
            <a:ext cx="6162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Semi-Structured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2980" name="Google Shape;2980;p96"/>
          <p:cNvSpPr txBox="1"/>
          <p:nvPr/>
        </p:nvSpPr>
        <p:spPr>
          <a:xfrm>
            <a:off x="5877687" y="2157574"/>
            <a:ext cx="536100" cy="249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rgbClr val="105780"/>
              </a:buClr>
              <a:buSzPts val="600"/>
              <a:buFont typeface="Arial"/>
              <a:buNone/>
            </a:pPr>
            <a:r>
              <a:rPr lang="en" sz="600">
                <a:solidFill>
                  <a:srgbClr val="105780"/>
                </a:solidFill>
              </a:rPr>
              <a:t>Unstructured </a:t>
            </a:r>
            <a:br>
              <a:rPr lang="en" sz="600">
                <a:solidFill>
                  <a:srgbClr val="105780"/>
                </a:solidFill>
              </a:rPr>
            </a:br>
            <a:r>
              <a:rPr lang="en" sz="600">
                <a:solidFill>
                  <a:srgbClr val="105780"/>
                </a:solidFill>
              </a:rPr>
              <a:t>Data</a:t>
            </a:r>
            <a:endParaRPr/>
          </a:p>
          <a:p>
            <a:pPr indent="0" lvl="0" marL="0" marR="0" rtl="0" algn="l">
              <a:lnSpc>
                <a:spcPct val="90000"/>
              </a:lnSpc>
              <a:spcBef>
                <a:spcPts val="0"/>
              </a:spcBef>
              <a:spcAft>
                <a:spcPts val="0"/>
              </a:spcAft>
              <a:buClr>
                <a:srgbClr val="105780"/>
              </a:buClr>
              <a:buSzPts val="600"/>
              <a:buFont typeface="Arial"/>
              <a:buNone/>
            </a:pPr>
            <a:r>
              <a:t/>
            </a:r>
            <a:endParaRPr sz="600">
              <a:solidFill>
                <a:srgbClr val="105780"/>
              </a:solidFill>
            </a:endParaRPr>
          </a:p>
        </p:txBody>
      </p:sp>
      <p:sp>
        <p:nvSpPr>
          <p:cNvPr id="2981" name="Google Shape;2981;p96"/>
          <p:cNvSpPr txBox="1"/>
          <p:nvPr/>
        </p:nvSpPr>
        <p:spPr>
          <a:xfrm>
            <a:off x="6716457" y="2157574"/>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All Your Data</a:t>
            </a:r>
            <a:endParaRPr sz="1800">
              <a:solidFill>
                <a:srgbClr val="252525"/>
              </a:solidFill>
              <a:latin typeface="Arial"/>
              <a:ea typeface="Arial"/>
              <a:cs typeface="Arial"/>
              <a:sym typeface="Arial"/>
            </a:endParaRPr>
          </a:p>
        </p:txBody>
      </p:sp>
      <p:sp>
        <p:nvSpPr>
          <p:cNvPr id="2982" name="Google Shape;2982;p96"/>
          <p:cNvSpPr/>
          <p:nvPr/>
        </p:nvSpPr>
        <p:spPr>
          <a:xfrm>
            <a:off x="6842483" y="1814961"/>
            <a:ext cx="191051" cy="198130"/>
          </a:xfrm>
          <a:custGeom>
            <a:rect b="b" l="l" r="r" t="t"/>
            <a:pathLst>
              <a:path extrusionOk="0" h="8733" w="8421">
                <a:moveTo>
                  <a:pt x="5281" y="19"/>
                </a:moveTo>
                <a:cubicBezTo>
                  <a:pt x="4798" y="19"/>
                  <a:pt x="4408" y="409"/>
                  <a:pt x="4408" y="892"/>
                </a:cubicBezTo>
                <a:cubicBezTo>
                  <a:pt x="4408" y="1374"/>
                  <a:pt x="4798" y="1766"/>
                  <a:pt x="5281" y="1766"/>
                </a:cubicBezTo>
                <a:cubicBezTo>
                  <a:pt x="5764" y="1766"/>
                  <a:pt x="6156" y="1374"/>
                  <a:pt x="6156" y="892"/>
                </a:cubicBezTo>
                <a:cubicBezTo>
                  <a:pt x="6157" y="409"/>
                  <a:pt x="5767" y="19"/>
                  <a:pt x="5281" y="19"/>
                </a:cubicBezTo>
                <a:close/>
                <a:moveTo>
                  <a:pt x="7546" y="19"/>
                </a:moveTo>
                <a:cubicBezTo>
                  <a:pt x="7063" y="19"/>
                  <a:pt x="6672" y="409"/>
                  <a:pt x="6672" y="892"/>
                </a:cubicBezTo>
                <a:cubicBezTo>
                  <a:pt x="6669" y="1374"/>
                  <a:pt x="7061" y="1766"/>
                  <a:pt x="7546" y="1766"/>
                </a:cubicBezTo>
                <a:cubicBezTo>
                  <a:pt x="8028" y="1766"/>
                  <a:pt x="8420" y="1374"/>
                  <a:pt x="8420" y="892"/>
                </a:cubicBezTo>
                <a:cubicBezTo>
                  <a:pt x="8420" y="409"/>
                  <a:pt x="8028" y="19"/>
                  <a:pt x="7546" y="19"/>
                </a:cubicBezTo>
                <a:close/>
                <a:moveTo>
                  <a:pt x="5281" y="2736"/>
                </a:moveTo>
                <a:cubicBezTo>
                  <a:pt x="5544" y="2736"/>
                  <a:pt x="5756" y="2948"/>
                  <a:pt x="5756" y="3211"/>
                </a:cubicBezTo>
                <a:cubicBezTo>
                  <a:pt x="5756" y="3473"/>
                  <a:pt x="5544" y="3683"/>
                  <a:pt x="5281" y="3686"/>
                </a:cubicBezTo>
                <a:cubicBezTo>
                  <a:pt x="5020" y="3686"/>
                  <a:pt x="4806" y="3473"/>
                  <a:pt x="4806" y="3211"/>
                </a:cubicBezTo>
                <a:cubicBezTo>
                  <a:pt x="4806" y="2948"/>
                  <a:pt x="5020" y="2736"/>
                  <a:pt x="5281" y="2736"/>
                </a:cubicBezTo>
                <a:close/>
                <a:moveTo>
                  <a:pt x="7546" y="2736"/>
                </a:moveTo>
                <a:cubicBezTo>
                  <a:pt x="7808" y="2736"/>
                  <a:pt x="8021" y="2948"/>
                  <a:pt x="8021" y="3211"/>
                </a:cubicBezTo>
                <a:cubicBezTo>
                  <a:pt x="8021" y="3473"/>
                  <a:pt x="7808" y="3686"/>
                  <a:pt x="7546" y="3686"/>
                </a:cubicBezTo>
                <a:cubicBezTo>
                  <a:pt x="7284" y="3686"/>
                  <a:pt x="7070" y="3473"/>
                  <a:pt x="7070" y="3211"/>
                </a:cubicBezTo>
                <a:cubicBezTo>
                  <a:pt x="7070" y="2948"/>
                  <a:pt x="7284" y="2736"/>
                  <a:pt x="7546" y="2736"/>
                </a:cubicBezTo>
                <a:close/>
                <a:moveTo>
                  <a:pt x="5287" y="2337"/>
                </a:moveTo>
                <a:cubicBezTo>
                  <a:pt x="5286" y="2337"/>
                  <a:pt x="5285" y="2337"/>
                  <a:pt x="5284" y="2337"/>
                </a:cubicBezTo>
                <a:cubicBezTo>
                  <a:pt x="4801" y="2337"/>
                  <a:pt x="4409" y="2729"/>
                  <a:pt x="4409" y="3211"/>
                </a:cubicBezTo>
                <a:cubicBezTo>
                  <a:pt x="4409" y="3694"/>
                  <a:pt x="4801" y="4084"/>
                  <a:pt x="5284" y="4084"/>
                </a:cubicBezTo>
                <a:cubicBezTo>
                  <a:pt x="5767" y="4084"/>
                  <a:pt x="6157" y="3694"/>
                  <a:pt x="6157" y="3211"/>
                </a:cubicBezTo>
                <a:cubicBezTo>
                  <a:pt x="6157" y="2726"/>
                  <a:pt x="5768" y="2337"/>
                  <a:pt x="5287" y="2337"/>
                </a:cubicBezTo>
                <a:close/>
                <a:moveTo>
                  <a:pt x="7544" y="2337"/>
                </a:moveTo>
                <a:cubicBezTo>
                  <a:pt x="7061" y="2337"/>
                  <a:pt x="6669" y="2729"/>
                  <a:pt x="6669" y="3211"/>
                </a:cubicBezTo>
                <a:cubicBezTo>
                  <a:pt x="6669" y="3694"/>
                  <a:pt x="7061" y="4084"/>
                  <a:pt x="7544" y="4084"/>
                </a:cubicBezTo>
                <a:cubicBezTo>
                  <a:pt x="8027" y="4084"/>
                  <a:pt x="8419" y="3694"/>
                  <a:pt x="8419" y="3211"/>
                </a:cubicBezTo>
                <a:cubicBezTo>
                  <a:pt x="8419" y="2729"/>
                  <a:pt x="8027" y="2337"/>
                  <a:pt x="7544" y="2337"/>
                </a:cubicBezTo>
                <a:close/>
                <a:moveTo>
                  <a:pt x="5281" y="4653"/>
                </a:moveTo>
                <a:cubicBezTo>
                  <a:pt x="4798" y="4653"/>
                  <a:pt x="4408" y="5045"/>
                  <a:pt x="4408" y="5528"/>
                </a:cubicBezTo>
                <a:cubicBezTo>
                  <a:pt x="4408" y="6010"/>
                  <a:pt x="4798" y="6401"/>
                  <a:pt x="5281" y="6401"/>
                </a:cubicBezTo>
                <a:cubicBezTo>
                  <a:pt x="5764" y="6401"/>
                  <a:pt x="6156" y="6010"/>
                  <a:pt x="6156" y="5528"/>
                </a:cubicBezTo>
                <a:cubicBezTo>
                  <a:pt x="6157" y="5045"/>
                  <a:pt x="5767" y="4653"/>
                  <a:pt x="5281" y="4653"/>
                </a:cubicBezTo>
                <a:close/>
                <a:moveTo>
                  <a:pt x="7546" y="4653"/>
                </a:moveTo>
                <a:cubicBezTo>
                  <a:pt x="7063" y="4653"/>
                  <a:pt x="6672" y="5045"/>
                  <a:pt x="6672" y="5528"/>
                </a:cubicBezTo>
                <a:cubicBezTo>
                  <a:pt x="6672" y="6010"/>
                  <a:pt x="7063" y="6401"/>
                  <a:pt x="7546" y="6401"/>
                </a:cubicBezTo>
                <a:cubicBezTo>
                  <a:pt x="8028" y="6401"/>
                  <a:pt x="8420" y="6010"/>
                  <a:pt x="8420" y="5528"/>
                </a:cubicBezTo>
                <a:cubicBezTo>
                  <a:pt x="8420" y="5045"/>
                  <a:pt x="8028" y="4653"/>
                  <a:pt x="7546" y="4653"/>
                </a:cubicBezTo>
                <a:close/>
                <a:moveTo>
                  <a:pt x="7544" y="7370"/>
                </a:moveTo>
                <a:cubicBezTo>
                  <a:pt x="7805" y="7370"/>
                  <a:pt x="8019" y="7584"/>
                  <a:pt x="8019" y="7846"/>
                </a:cubicBezTo>
                <a:cubicBezTo>
                  <a:pt x="8019" y="8107"/>
                  <a:pt x="7805" y="8321"/>
                  <a:pt x="7544" y="8321"/>
                </a:cubicBezTo>
                <a:cubicBezTo>
                  <a:pt x="7283" y="8321"/>
                  <a:pt x="7069" y="8107"/>
                  <a:pt x="7069" y="7846"/>
                </a:cubicBezTo>
                <a:cubicBezTo>
                  <a:pt x="7069" y="7584"/>
                  <a:pt x="7283" y="7370"/>
                  <a:pt x="7544" y="7370"/>
                </a:cubicBezTo>
                <a:close/>
                <a:moveTo>
                  <a:pt x="5281" y="6971"/>
                </a:moveTo>
                <a:cubicBezTo>
                  <a:pt x="4798" y="6971"/>
                  <a:pt x="4408" y="7363"/>
                  <a:pt x="4408" y="7846"/>
                </a:cubicBezTo>
                <a:cubicBezTo>
                  <a:pt x="4408" y="8328"/>
                  <a:pt x="4798" y="8720"/>
                  <a:pt x="5281" y="8720"/>
                </a:cubicBezTo>
                <a:cubicBezTo>
                  <a:pt x="5764" y="8720"/>
                  <a:pt x="6156" y="8328"/>
                  <a:pt x="6156" y="7846"/>
                </a:cubicBezTo>
                <a:cubicBezTo>
                  <a:pt x="6157" y="7363"/>
                  <a:pt x="5767" y="6971"/>
                  <a:pt x="5281" y="6971"/>
                </a:cubicBezTo>
                <a:close/>
                <a:moveTo>
                  <a:pt x="7546" y="6971"/>
                </a:moveTo>
                <a:cubicBezTo>
                  <a:pt x="7063" y="6971"/>
                  <a:pt x="6672" y="7363"/>
                  <a:pt x="6672" y="7846"/>
                </a:cubicBezTo>
                <a:cubicBezTo>
                  <a:pt x="6672" y="8328"/>
                  <a:pt x="7063" y="8720"/>
                  <a:pt x="7546" y="8720"/>
                </a:cubicBezTo>
                <a:cubicBezTo>
                  <a:pt x="8028" y="8720"/>
                  <a:pt x="8420" y="8328"/>
                  <a:pt x="8420" y="7846"/>
                </a:cubicBezTo>
                <a:cubicBezTo>
                  <a:pt x="8420" y="7363"/>
                  <a:pt x="8028" y="6971"/>
                  <a:pt x="7546" y="6971"/>
                </a:cubicBezTo>
                <a:close/>
                <a:moveTo>
                  <a:pt x="3792" y="1"/>
                </a:moveTo>
                <a:cubicBezTo>
                  <a:pt x="1953" y="1"/>
                  <a:pt x="1" y="578"/>
                  <a:pt x="1" y="1649"/>
                </a:cubicBezTo>
                <a:lnTo>
                  <a:pt x="1" y="7084"/>
                </a:lnTo>
                <a:cubicBezTo>
                  <a:pt x="1" y="8155"/>
                  <a:pt x="1953" y="8732"/>
                  <a:pt x="3792" y="8732"/>
                </a:cubicBezTo>
                <a:cubicBezTo>
                  <a:pt x="3852" y="8732"/>
                  <a:pt x="3915" y="8731"/>
                  <a:pt x="3979" y="8729"/>
                </a:cubicBezTo>
                <a:lnTo>
                  <a:pt x="3979" y="8109"/>
                </a:lnTo>
                <a:cubicBezTo>
                  <a:pt x="3918" y="8111"/>
                  <a:pt x="3855" y="8113"/>
                  <a:pt x="3792" y="8113"/>
                </a:cubicBezTo>
                <a:cubicBezTo>
                  <a:pt x="1858" y="8113"/>
                  <a:pt x="626" y="7507"/>
                  <a:pt x="626" y="7090"/>
                </a:cubicBezTo>
                <a:lnTo>
                  <a:pt x="626" y="6211"/>
                </a:lnTo>
                <a:cubicBezTo>
                  <a:pt x="1349" y="6679"/>
                  <a:pt x="2592" y="6925"/>
                  <a:pt x="3792" y="6925"/>
                </a:cubicBezTo>
                <a:cubicBezTo>
                  <a:pt x="3852" y="6925"/>
                  <a:pt x="3915" y="6921"/>
                  <a:pt x="3979" y="6919"/>
                </a:cubicBezTo>
                <a:lnTo>
                  <a:pt x="3979" y="6294"/>
                </a:lnTo>
                <a:cubicBezTo>
                  <a:pt x="3918" y="6295"/>
                  <a:pt x="3855" y="6297"/>
                  <a:pt x="3792" y="6297"/>
                </a:cubicBezTo>
                <a:cubicBezTo>
                  <a:pt x="1858" y="6297"/>
                  <a:pt x="626" y="5693"/>
                  <a:pt x="626" y="5275"/>
                </a:cubicBezTo>
                <a:lnTo>
                  <a:pt x="626" y="4401"/>
                </a:lnTo>
                <a:cubicBezTo>
                  <a:pt x="1349" y="4868"/>
                  <a:pt x="2592" y="5115"/>
                  <a:pt x="3792" y="5115"/>
                </a:cubicBezTo>
                <a:cubicBezTo>
                  <a:pt x="3852" y="5115"/>
                  <a:pt x="3915" y="5112"/>
                  <a:pt x="3979" y="5109"/>
                </a:cubicBezTo>
                <a:lnTo>
                  <a:pt x="3979" y="4484"/>
                </a:lnTo>
                <a:cubicBezTo>
                  <a:pt x="3918" y="4485"/>
                  <a:pt x="3855" y="4488"/>
                  <a:pt x="3792" y="4488"/>
                </a:cubicBezTo>
                <a:cubicBezTo>
                  <a:pt x="1858" y="4488"/>
                  <a:pt x="626" y="3882"/>
                  <a:pt x="626" y="3465"/>
                </a:cubicBezTo>
                <a:lnTo>
                  <a:pt x="626" y="2585"/>
                </a:lnTo>
                <a:cubicBezTo>
                  <a:pt x="1349" y="3052"/>
                  <a:pt x="2592" y="3300"/>
                  <a:pt x="3792" y="3300"/>
                </a:cubicBezTo>
                <a:cubicBezTo>
                  <a:pt x="3852" y="3300"/>
                  <a:pt x="3915" y="3296"/>
                  <a:pt x="3979" y="3294"/>
                </a:cubicBezTo>
                <a:lnTo>
                  <a:pt x="3979" y="2669"/>
                </a:lnTo>
                <a:cubicBezTo>
                  <a:pt x="3918" y="2671"/>
                  <a:pt x="3855" y="2672"/>
                  <a:pt x="3792" y="2672"/>
                </a:cubicBezTo>
                <a:cubicBezTo>
                  <a:pt x="1858" y="2672"/>
                  <a:pt x="626" y="2066"/>
                  <a:pt x="626" y="1649"/>
                </a:cubicBezTo>
                <a:cubicBezTo>
                  <a:pt x="626" y="1232"/>
                  <a:pt x="1858" y="626"/>
                  <a:pt x="3792" y="626"/>
                </a:cubicBezTo>
                <a:cubicBezTo>
                  <a:pt x="3854" y="626"/>
                  <a:pt x="3915" y="629"/>
                  <a:pt x="3979" y="630"/>
                </a:cubicBezTo>
                <a:lnTo>
                  <a:pt x="3979" y="5"/>
                </a:lnTo>
                <a:cubicBezTo>
                  <a:pt x="3918" y="2"/>
                  <a:pt x="3854" y="1"/>
                  <a:pt x="379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983" name="Google Shape;2983;p96"/>
          <p:cNvSpPr txBox="1"/>
          <p:nvPr/>
        </p:nvSpPr>
        <p:spPr>
          <a:xfrm>
            <a:off x="366431" y="3708490"/>
            <a:ext cx="4680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Operating Snowflake</a:t>
            </a:r>
            <a:endParaRPr sz="1800">
              <a:solidFill>
                <a:srgbClr val="252525"/>
              </a:solidFill>
              <a:latin typeface="Arial"/>
              <a:ea typeface="Arial"/>
              <a:cs typeface="Arial"/>
              <a:sym typeface="Arial"/>
            </a:endParaRPr>
          </a:p>
        </p:txBody>
      </p:sp>
      <p:sp>
        <p:nvSpPr>
          <p:cNvPr id="2984" name="Google Shape;2984;p96"/>
          <p:cNvSpPr txBox="1"/>
          <p:nvPr/>
        </p:nvSpPr>
        <p:spPr>
          <a:xfrm>
            <a:off x="1158628" y="3708490"/>
            <a:ext cx="4680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Easy Management</a:t>
            </a:r>
            <a:endParaRPr sz="1800">
              <a:solidFill>
                <a:srgbClr val="252525"/>
              </a:solidFill>
              <a:latin typeface="Arial"/>
              <a:ea typeface="Arial"/>
              <a:cs typeface="Arial"/>
              <a:sym typeface="Arial"/>
            </a:endParaRPr>
          </a:p>
        </p:txBody>
      </p:sp>
      <p:grpSp>
        <p:nvGrpSpPr>
          <p:cNvPr id="2985" name="Google Shape;2985;p96"/>
          <p:cNvGrpSpPr/>
          <p:nvPr/>
        </p:nvGrpSpPr>
        <p:grpSpPr>
          <a:xfrm>
            <a:off x="1281949" y="3362674"/>
            <a:ext cx="221698" cy="221554"/>
            <a:chOff x="4424146" y="2423968"/>
            <a:chExt cx="295755" cy="295563"/>
          </a:xfrm>
        </p:grpSpPr>
        <p:sp>
          <p:nvSpPr>
            <p:cNvPr id="2986" name="Google Shape;2986;p96"/>
            <p:cNvSpPr/>
            <p:nvPr/>
          </p:nvSpPr>
          <p:spPr>
            <a:xfrm>
              <a:off x="4424146" y="2423968"/>
              <a:ext cx="295755" cy="295563"/>
            </a:xfrm>
            <a:custGeom>
              <a:rect b="b" l="l" r="r" t="t"/>
              <a:pathLst>
                <a:path extrusionOk="0" h="295563" w="295755">
                  <a:moveTo>
                    <a:pt x="295266" y="182972"/>
                  </a:moveTo>
                  <a:cubicBezTo>
                    <a:pt x="294379" y="179986"/>
                    <a:pt x="292356" y="177466"/>
                    <a:pt x="289632" y="175953"/>
                  </a:cubicBezTo>
                  <a:lnTo>
                    <a:pt x="269312" y="164869"/>
                  </a:lnTo>
                  <a:cubicBezTo>
                    <a:pt x="269855" y="158974"/>
                    <a:pt x="270071" y="153054"/>
                    <a:pt x="269959" y="147135"/>
                  </a:cubicBezTo>
                  <a:cubicBezTo>
                    <a:pt x="269959" y="141132"/>
                    <a:pt x="269959" y="135405"/>
                    <a:pt x="269404" y="129863"/>
                  </a:cubicBezTo>
                  <a:lnTo>
                    <a:pt x="289817" y="118318"/>
                  </a:lnTo>
                  <a:cubicBezTo>
                    <a:pt x="292517" y="116777"/>
                    <a:pt x="294481" y="114213"/>
                    <a:pt x="295266" y="111206"/>
                  </a:cubicBezTo>
                  <a:cubicBezTo>
                    <a:pt x="296021" y="108277"/>
                    <a:pt x="295625" y="105169"/>
                    <a:pt x="294158" y="102524"/>
                  </a:cubicBezTo>
                  <a:lnTo>
                    <a:pt x="259891" y="44519"/>
                  </a:lnTo>
                  <a:cubicBezTo>
                    <a:pt x="257798" y="41008"/>
                    <a:pt x="254004" y="38865"/>
                    <a:pt x="249916" y="38885"/>
                  </a:cubicBezTo>
                  <a:cubicBezTo>
                    <a:pt x="248054" y="38895"/>
                    <a:pt x="246220" y="39338"/>
                    <a:pt x="244559" y="40178"/>
                  </a:cubicBezTo>
                  <a:lnTo>
                    <a:pt x="223777" y="51539"/>
                  </a:lnTo>
                  <a:cubicBezTo>
                    <a:pt x="214312" y="43913"/>
                    <a:pt x="203798" y="37691"/>
                    <a:pt x="192558" y="33066"/>
                  </a:cubicBezTo>
                  <a:lnTo>
                    <a:pt x="192558" y="11453"/>
                  </a:lnTo>
                  <a:cubicBezTo>
                    <a:pt x="192508" y="5149"/>
                    <a:pt x="187409" y="50"/>
                    <a:pt x="181105" y="0"/>
                  </a:cubicBezTo>
                  <a:lnTo>
                    <a:pt x="112201" y="0"/>
                  </a:lnTo>
                  <a:cubicBezTo>
                    <a:pt x="105876" y="0"/>
                    <a:pt x="100748" y="5128"/>
                    <a:pt x="100748" y="11453"/>
                  </a:cubicBezTo>
                  <a:lnTo>
                    <a:pt x="100748" y="33343"/>
                  </a:lnTo>
                  <a:cubicBezTo>
                    <a:pt x="90281" y="37790"/>
                    <a:pt x="80585" y="43869"/>
                    <a:pt x="72023" y="51354"/>
                  </a:cubicBezTo>
                  <a:lnTo>
                    <a:pt x="53551" y="40455"/>
                  </a:lnTo>
                  <a:cubicBezTo>
                    <a:pt x="51781" y="39434"/>
                    <a:pt x="49775" y="38893"/>
                    <a:pt x="47732" y="38885"/>
                  </a:cubicBezTo>
                  <a:cubicBezTo>
                    <a:pt x="43667" y="38860"/>
                    <a:pt x="39898" y="41008"/>
                    <a:pt x="37849" y="44519"/>
                  </a:cubicBezTo>
                  <a:lnTo>
                    <a:pt x="3489" y="102524"/>
                  </a:lnTo>
                  <a:cubicBezTo>
                    <a:pt x="1764" y="105281"/>
                    <a:pt x="1326" y="108653"/>
                    <a:pt x="2289" y="111760"/>
                  </a:cubicBezTo>
                  <a:cubicBezTo>
                    <a:pt x="3114" y="114724"/>
                    <a:pt x="5071" y="117245"/>
                    <a:pt x="7738" y="118780"/>
                  </a:cubicBezTo>
                  <a:lnTo>
                    <a:pt x="28982" y="130787"/>
                  </a:lnTo>
                  <a:cubicBezTo>
                    <a:pt x="28936" y="131340"/>
                    <a:pt x="28936" y="131896"/>
                    <a:pt x="28982" y="132449"/>
                  </a:cubicBezTo>
                  <a:lnTo>
                    <a:pt x="28982" y="134666"/>
                  </a:lnTo>
                  <a:cubicBezTo>
                    <a:pt x="28361" y="138919"/>
                    <a:pt x="28022" y="143208"/>
                    <a:pt x="27966" y="147505"/>
                  </a:cubicBezTo>
                  <a:lnTo>
                    <a:pt x="27966" y="164777"/>
                  </a:lnTo>
                  <a:lnTo>
                    <a:pt x="6076" y="176045"/>
                  </a:lnTo>
                  <a:cubicBezTo>
                    <a:pt x="3364" y="177484"/>
                    <a:pt x="1336" y="179943"/>
                    <a:pt x="441" y="182880"/>
                  </a:cubicBezTo>
                  <a:cubicBezTo>
                    <a:pt x="-414" y="185985"/>
                    <a:pt x="-16" y="189302"/>
                    <a:pt x="1550" y="192116"/>
                  </a:cubicBezTo>
                  <a:lnTo>
                    <a:pt x="35817" y="251321"/>
                  </a:lnTo>
                  <a:cubicBezTo>
                    <a:pt x="37818" y="254903"/>
                    <a:pt x="41596" y="257127"/>
                    <a:pt x="45700" y="257140"/>
                  </a:cubicBezTo>
                  <a:cubicBezTo>
                    <a:pt x="47551" y="256965"/>
                    <a:pt x="49328" y="256329"/>
                    <a:pt x="50872" y="255293"/>
                  </a:cubicBezTo>
                  <a:lnTo>
                    <a:pt x="71746" y="244025"/>
                  </a:lnTo>
                  <a:cubicBezTo>
                    <a:pt x="80342" y="251417"/>
                    <a:pt x="90032" y="257429"/>
                    <a:pt x="100471" y="261851"/>
                  </a:cubicBezTo>
                  <a:lnTo>
                    <a:pt x="100471" y="284111"/>
                  </a:lnTo>
                  <a:cubicBezTo>
                    <a:pt x="100471" y="290436"/>
                    <a:pt x="105599" y="295564"/>
                    <a:pt x="111924" y="295564"/>
                  </a:cubicBezTo>
                  <a:lnTo>
                    <a:pt x="181105" y="295564"/>
                  </a:lnTo>
                  <a:cubicBezTo>
                    <a:pt x="187409" y="295514"/>
                    <a:pt x="192508" y="290415"/>
                    <a:pt x="192558" y="284111"/>
                  </a:cubicBezTo>
                  <a:lnTo>
                    <a:pt x="192558" y="261943"/>
                  </a:lnTo>
                  <a:cubicBezTo>
                    <a:pt x="203722" y="257418"/>
                    <a:pt x="214199" y="251357"/>
                    <a:pt x="223684" y="243932"/>
                  </a:cubicBezTo>
                  <a:lnTo>
                    <a:pt x="244836" y="255293"/>
                  </a:lnTo>
                  <a:cubicBezTo>
                    <a:pt x="246533" y="256233"/>
                    <a:pt x="248437" y="256740"/>
                    <a:pt x="250377" y="256771"/>
                  </a:cubicBezTo>
                  <a:cubicBezTo>
                    <a:pt x="254481" y="256759"/>
                    <a:pt x="258259" y="254534"/>
                    <a:pt x="260260" y="250952"/>
                  </a:cubicBezTo>
                  <a:lnTo>
                    <a:pt x="294435" y="191839"/>
                  </a:lnTo>
                  <a:cubicBezTo>
                    <a:pt x="295838" y="189100"/>
                    <a:pt x="296136" y="185925"/>
                    <a:pt x="295266" y="182972"/>
                  </a:cubicBezTo>
                  <a:close/>
                  <a:moveTo>
                    <a:pt x="115527" y="242547"/>
                  </a:moveTo>
                  <a:cubicBezTo>
                    <a:pt x="104119" y="238886"/>
                    <a:pt x="93652" y="232769"/>
                    <a:pt x="84862" y="224628"/>
                  </a:cubicBezTo>
                  <a:lnTo>
                    <a:pt x="80521" y="221303"/>
                  </a:lnTo>
                  <a:cubicBezTo>
                    <a:pt x="78510" y="219674"/>
                    <a:pt x="75997" y="218792"/>
                    <a:pt x="73409" y="218809"/>
                  </a:cubicBezTo>
                  <a:cubicBezTo>
                    <a:pt x="71505" y="218808"/>
                    <a:pt x="69631" y="219284"/>
                    <a:pt x="67959" y="220195"/>
                  </a:cubicBezTo>
                  <a:lnTo>
                    <a:pt x="50318" y="229431"/>
                  </a:lnTo>
                  <a:lnTo>
                    <a:pt x="27319" y="190546"/>
                  </a:lnTo>
                  <a:lnTo>
                    <a:pt x="44407" y="181310"/>
                  </a:lnTo>
                  <a:cubicBezTo>
                    <a:pt x="48418" y="179395"/>
                    <a:pt x="50944" y="175317"/>
                    <a:pt x="50872" y="170873"/>
                  </a:cubicBezTo>
                  <a:lnTo>
                    <a:pt x="50872" y="147135"/>
                  </a:lnTo>
                  <a:cubicBezTo>
                    <a:pt x="50693" y="143751"/>
                    <a:pt x="50693" y="140359"/>
                    <a:pt x="50872" y="136975"/>
                  </a:cubicBezTo>
                  <a:cubicBezTo>
                    <a:pt x="51539" y="132635"/>
                    <a:pt x="51878" y="128251"/>
                    <a:pt x="51888" y="123860"/>
                  </a:cubicBezTo>
                  <a:cubicBezTo>
                    <a:pt x="51889" y="119728"/>
                    <a:pt x="49666" y="115916"/>
                    <a:pt x="46069" y="113884"/>
                  </a:cubicBezTo>
                  <a:lnTo>
                    <a:pt x="29167" y="104094"/>
                  </a:lnTo>
                  <a:lnTo>
                    <a:pt x="51611" y="65948"/>
                  </a:lnTo>
                  <a:lnTo>
                    <a:pt x="67405" y="75184"/>
                  </a:lnTo>
                  <a:cubicBezTo>
                    <a:pt x="71567" y="77643"/>
                    <a:pt x="76830" y="77198"/>
                    <a:pt x="80521" y="74076"/>
                  </a:cubicBezTo>
                  <a:lnTo>
                    <a:pt x="81444" y="73337"/>
                  </a:lnTo>
                  <a:cubicBezTo>
                    <a:pt x="91107" y="63903"/>
                    <a:pt x="102749" y="56740"/>
                    <a:pt x="115527" y="52370"/>
                  </a:cubicBezTo>
                  <a:cubicBezTo>
                    <a:pt x="120282" y="50897"/>
                    <a:pt x="123558" y="46542"/>
                    <a:pt x="123655" y="41564"/>
                  </a:cubicBezTo>
                  <a:lnTo>
                    <a:pt x="123655" y="23091"/>
                  </a:lnTo>
                  <a:lnTo>
                    <a:pt x="169836" y="23091"/>
                  </a:lnTo>
                  <a:lnTo>
                    <a:pt x="169836" y="41564"/>
                  </a:lnTo>
                  <a:cubicBezTo>
                    <a:pt x="169840" y="46585"/>
                    <a:pt x="173088" y="51028"/>
                    <a:pt x="177872" y="52555"/>
                  </a:cubicBezTo>
                  <a:cubicBezTo>
                    <a:pt x="191767" y="57054"/>
                    <a:pt x="204549" y="64452"/>
                    <a:pt x="215372" y="74260"/>
                  </a:cubicBezTo>
                  <a:cubicBezTo>
                    <a:pt x="217445" y="75990"/>
                    <a:pt x="220060" y="76938"/>
                    <a:pt x="222761" y="76939"/>
                  </a:cubicBezTo>
                  <a:cubicBezTo>
                    <a:pt x="224664" y="76941"/>
                    <a:pt x="226538" y="76465"/>
                    <a:pt x="228210" y="75553"/>
                  </a:cubicBezTo>
                  <a:lnTo>
                    <a:pt x="245944" y="66317"/>
                  </a:lnTo>
                  <a:lnTo>
                    <a:pt x="268573" y="104740"/>
                  </a:lnTo>
                  <a:lnTo>
                    <a:pt x="251209" y="114531"/>
                  </a:lnTo>
                  <a:cubicBezTo>
                    <a:pt x="246596" y="117085"/>
                    <a:pt x="244371" y="122495"/>
                    <a:pt x="245852" y="127554"/>
                  </a:cubicBezTo>
                  <a:cubicBezTo>
                    <a:pt x="247086" y="134222"/>
                    <a:pt x="247550" y="141009"/>
                    <a:pt x="247237" y="147782"/>
                  </a:cubicBezTo>
                  <a:cubicBezTo>
                    <a:pt x="247504" y="154987"/>
                    <a:pt x="247009" y="162201"/>
                    <a:pt x="245759" y="169303"/>
                  </a:cubicBezTo>
                  <a:cubicBezTo>
                    <a:pt x="244580" y="174306"/>
                    <a:pt x="246935" y="179473"/>
                    <a:pt x="251486" y="181864"/>
                  </a:cubicBezTo>
                  <a:lnTo>
                    <a:pt x="268573" y="191100"/>
                  </a:lnTo>
                  <a:lnTo>
                    <a:pt x="245852" y="230355"/>
                  </a:lnTo>
                  <a:lnTo>
                    <a:pt x="228210" y="221119"/>
                  </a:lnTo>
                  <a:cubicBezTo>
                    <a:pt x="226538" y="220208"/>
                    <a:pt x="224664" y="219731"/>
                    <a:pt x="222761" y="219733"/>
                  </a:cubicBezTo>
                  <a:cubicBezTo>
                    <a:pt x="220190" y="219726"/>
                    <a:pt x="217689" y="220571"/>
                    <a:pt x="215649" y="222135"/>
                  </a:cubicBezTo>
                  <a:cubicBezTo>
                    <a:pt x="204776" y="231787"/>
                    <a:pt x="192002" y="239056"/>
                    <a:pt x="178149" y="243471"/>
                  </a:cubicBezTo>
                  <a:cubicBezTo>
                    <a:pt x="173256" y="244898"/>
                    <a:pt x="169877" y="249365"/>
                    <a:pt x="169836" y="254462"/>
                  </a:cubicBezTo>
                  <a:lnTo>
                    <a:pt x="169836" y="272473"/>
                  </a:lnTo>
                  <a:lnTo>
                    <a:pt x="123655" y="272473"/>
                  </a:lnTo>
                  <a:lnTo>
                    <a:pt x="123655" y="254000"/>
                  </a:lnTo>
                  <a:cubicBezTo>
                    <a:pt x="123846" y="248784"/>
                    <a:pt x="120513" y="244088"/>
                    <a:pt x="115527" y="2425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87" name="Google Shape;2987;p96"/>
            <p:cNvSpPr/>
            <p:nvPr/>
          </p:nvSpPr>
          <p:spPr>
            <a:xfrm>
              <a:off x="4488318" y="2488068"/>
              <a:ext cx="167362" cy="167362"/>
            </a:xfrm>
            <a:custGeom>
              <a:rect b="b" l="l" r="r" t="t"/>
              <a:pathLst>
                <a:path extrusionOk="0" h="167362" w="167362">
                  <a:moveTo>
                    <a:pt x="83681" y="167363"/>
                  </a:moveTo>
                  <a:cubicBezTo>
                    <a:pt x="37465" y="167363"/>
                    <a:pt x="0" y="129897"/>
                    <a:pt x="0" y="83681"/>
                  </a:cubicBezTo>
                  <a:cubicBezTo>
                    <a:pt x="0" y="37465"/>
                    <a:pt x="37465" y="0"/>
                    <a:pt x="83681" y="0"/>
                  </a:cubicBezTo>
                  <a:cubicBezTo>
                    <a:pt x="129897" y="0"/>
                    <a:pt x="167363" y="37465"/>
                    <a:pt x="167363" y="83681"/>
                  </a:cubicBezTo>
                  <a:cubicBezTo>
                    <a:pt x="167261" y="129855"/>
                    <a:pt x="129855" y="167261"/>
                    <a:pt x="83681" y="167363"/>
                  </a:cubicBezTo>
                  <a:close/>
                  <a:moveTo>
                    <a:pt x="83681" y="9236"/>
                  </a:moveTo>
                  <a:cubicBezTo>
                    <a:pt x="42567" y="9236"/>
                    <a:pt x="9236" y="42567"/>
                    <a:pt x="9236" y="83681"/>
                  </a:cubicBezTo>
                  <a:cubicBezTo>
                    <a:pt x="9236" y="124796"/>
                    <a:pt x="42567" y="158127"/>
                    <a:pt x="83681" y="158127"/>
                  </a:cubicBezTo>
                  <a:cubicBezTo>
                    <a:pt x="124796" y="158127"/>
                    <a:pt x="158127" y="124796"/>
                    <a:pt x="158127" y="83681"/>
                  </a:cubicBezTo>
                  <a:cubicBezTo>
                    <a:pt x="158076" y="42588"/>
                    <a:pt x="124775" y="9287"/>
                    <a:pt x="83681" y="923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88" name="Google Shape;2988;p96"/>
            <p:cNvSpPr/>
            <p:nvPr/>
          </p:nvSpPr>
          <p:spPr>
            <a:xfrm>
              <a:off x="4531392" y="2529866"/>
              <a:ext cx="81974" cy="84278"/>
            </a:xfrm>
            <a:custGeom>
              <a:rect b="b" l="l" r="r" t="t"/>
              <a:pathLst>
                <a:path extrusionOk="0" h="84278" w="81974">
                  <a:moveTo>
                    <a:pt x="30540" y="84279"/>
                  </a:moveTo>
                  <a:cubicBezTo>
                    <a:pt x="28161" y="84270"/>
                    <a:pt x="25879" y="83343"/>
                    <a:pt x="24167" y="81693"/>
                  </a:cubicBezTo>
                  <a:lnTo>
                    <a:pt x="2369" y="60819"/>
                  </a:lnTo>
                  <a:cubicBezTo>
                    <a:pt x="-1042" y="57026"/>
                    <a:pt x="-733" y="51186"/>
                    <a:pt x="3061" y="47775"/>
                  </a:cubicBezTo>
                  <a:cubicBezTo>
                    <a:pt x="6460" y="44717"/>
                    <a:pt x="11588" y="44608"/>
                    <a:pt x="15115" y="47518"/>
                  </a:cubicBezTo>
                  <a:lnTo>
                    <a:pt x="28785" y="60634"/>
                  </a:lnTo>
                  <a:lnTo>
                    <a:pt x="64714" y="4661"/>
                  </a:lnTo>
                  <a:cubicBezTo>
                    <a:pt x="67242" y="231"/>
                    <a:pt x="72883" y="-1313"/>
                    <a:pt x="77314" y="1215"/>
                  </a:cubicBezTo>
                  <a:cubicBezTo>
                    <a:pt x="81744" y="3742"/>
                    <a:pt x="83288" y="9384"/>
                    <a:pt x="80760" y="13815"/>
                  </a:cubicBezTo>
                  <a:cubicBezTo>
                    <a:pt x="80598" y="14097"/>
                    <a:pt x="80422" y="14373"/>
                    <a:pt x="80231" y="14637"/>
                  </a:cubicBezTo>
                  <a:lnTo>
                    <a:pt x="38298" y="80030"/>
                  </a:lnTo>
                  <a:cubicBezTo>
                    <a:pt x="36809" y="82335"/>
                    <a:pt x="34372" y="83858"/>
                    <a:pt x="31648" y="8418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2989" name="Google Shape;2989;p96"/>
          <p:cNvGrpSpPr/>
          <p:nvPr/>
        </p:nvGrpSpPr>
        <p:grpSpPr>
          <a:xfrm>
            <a:off x="2088864" y="3361745"/>
            <a:ext cx="192246" cy="223114"/>
            <a:chOff x="3911600" y="1809750"/>
            <a:chExt cx="1321275" cy="1524000"/>
          </a:xfrm>
        </p:grpSpPr>
        <p:sp>
          <p:nvSpPr>
            <p:cNvPr id="2990" name="Google Shape;2990;p96"/>
            <p:cNvSpPr/>
            <p:nvPr/>
          </p:nvSpPr>
          <p:spPr>
            <a:xfrm>
              <a:off x="3911600" y="1809750"/>
              <a:ext cx="1321275" cy="1524000"/>
            </a:xfrm>
            <a:custGeom>
              <a:rect b="b" l="l" r="r" t="t"/>
              <a:pathLst>
                <a:path extrusionOk="0" h="1524000" w="1321275">
                  <a:moveTo>
                    <a:pt x="660400" y="0"/>
                  </a:moveTo>
                  <a:cubicBezTo>
                    <a:pt x="332576" y="0"/>
                    <a:pt x="0" y="99536"/>
                    <a:pt x="0" y="290036"/>
                  </a:cubicBezTo>
                  <a:lnTo>
                    <a:pt x="0" y="1233964"/>
                  </a:lnTo>
                  <a:cubicBezTo>
                    <a:pt x="0" y="1424464"/>
                    <a:pt x="332576" y="1524000"/>
                    <a:pt x="660400" y="1524000"/>
                  </a:cubicBezTo>
                  <a:cubicBezTo>
                    <a:pt x="988224" y="1524000"/>
                    <a:pt x="1321275" y="1424464"/>
                    <a:pt x="1321275" y="1233964"/>
                  </a:cubicBezTo>
                  <a:lnTo>
                    <a:pt x="1321275" y="290036"/>
                  </a:lnTo>
                  <a:cubicBezTo>
                    <a:pt x="1321275" y="99536"/>
                    <a:pt x="988700" y="0"/>
                    <a:pt x="660400" y="0"/>
                  </a:cubicBezTo>
                  <a:close/>
                  <a:moveTo>
                    <a:pt x="1205349" y="1233964"/>
                  </a:moveTo>
                  <a:cubicBezTo>
                    <a:pt x="1205349" y="1304925"/>
                    <a:pt x="992976" y="1407795"/>
                    <a:pt x="660400" y="1407795"/>
                  </a:cubicBezTo>
                  <a:cubicBezTo>
                    <a:pt x="327824" y="1407795"/>
                    <a:pt x="115926" y="1304925"/>
                    <a:pt x="115926" y="1233964"/>
                  </a:cubicBezTo>
                  <a:lnTo>
                    <a:pt x="115926" y="461010"/>
                  </a:lnTo>
                  <a:cubicBezTo>
                    <a:pt x="241355" y="539591"/>
                    <a:pt x="451828" y="580073"/>
                    <a:pt x="660400" y="580073"/>
                  </a:cubicBezTo>
                  <a:cubicBezTo>
                    <a:pt x="868972" y="580073"/>
                    <a:pt x="1079445" y="539591"/>
                    <a:pt x="1205349" y="461010"/>
                  </a:cubicBezTo>
                  <a:close/>
                  <a:moveTo>
                    <a:pt x="660400" y="463868"/>
                  </a:moveTo>
                  <a:cubicBezTo>
                    <a:pt x="327824" y="463868"/>
                    <a:pt x="115926" y="360998"/>
                    <a:pt x="115926" y="290036"/>
                  </a:cubicBezTo>
                  <a:cubicBezTo>
                    <a:pt x="115926" y="219075"/>
                    <a:pt x="328300" y="116205"/>
                    <a:pt x="660400" y="116205"/>
                  </a:cubicBezTo>
                  <a:cubicBezTo>
                    <a:pt x="992500" y="116205"/>
                    <a:pt x="1205349" y="219075"/>
                    <a:pt x="1205349" y="290036"/>
                  </a:cubicBezTo>
                  <a:cubicBezTo>
                    <a:pt x="1205349" y="360998"/>
                    <a:pt x="992976" y="463868"/>
                    <a:pt x="660400" y="46386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nvGrpSpPr>
            <p:cNvPr id="2991" name="Google Shape;2991;p96"/>
            <p:cNvGrpSpPr/>
            <p:nvPr/>
          </p:nvGrpSpPr>
          <p:grpSpPr>
            <a:xfrm>
              <a:off x="4289557" y="2513832"/>
              <a:ext cx="565598" cy="566457"/>
              <a:chOff x="4289557" y="2513832"/>
              <a:chExt cx="565598" cy="566457"/>
            </a:xfrm>
          </p:grpSpPr>
          <p:sp>
            <p:nvSpPr>
              <p:cNvPr id="2992" name="Google Shape;2992;p96"/>
              <p:cNvSpPr/>
              <p:nvPr/>
            </p:nvSpPr>
            <p:spPr>
              <a:xfrm>
                <a:off x="4289557" y="2513832"/>
                <a:ext cx="565598" cy="566457"/>
              </a:xfrm>
              <a:custGeom>
                <a:rect b="b" l="l" r="r" t="t"/>
                <a:pathLst>
                  <a:path extrusionOk="0" h="566457" w="565598">
                    <a:moveTo>
                      <a:pt x="53440" y="282707"/>
                    </a:moveTo>
                    <a:lnTo>
                      <a:pt x="53440" y="315759"/>
                    </a:lnTo>
                    <a:lnTo>
                      <a:pt x="11631" y="337381"/>
                    </a:lnTo>
                    <a:cubicBezTo>
                      <a:pt x="6447" y="340153"/>
                      <a:pt x="2582" y="344886"/>
                      <a:pt x="893" y="350525"/>
                    </a:cubicBezTo>
                    <a:cubicBezTo>
                      <a:pt x="-811" y="356469"/>
                      <a:pt x="-57" y="362860"/>
                      <a:pt x="2984" y="368242"/>
                    </a:cubicBezTo>
                    <a:lnTo>
                      <a:pt x="68644" y="481685"/>
                    </a:lnTo>
                    <a:cubicBezTo>
                      <a:pt x="72467" y="488600"/>
                      <a:pt x="79756" y="492876"/>
                      <a:pt x="87648" y="492829"/>
                    </a:cubicBezTo>
                    <a:cubicBezTo>
                      <a:pt x="91052" y="492438"/>
                      <a:pt x="94310" y="491229"/>
                      <a:pt x="97150" y="489305"/>
                    </a:cubicBezTo>
                    <a:lnTo>
                      <a:pt x="137154" y="467492"/>
                    </a:lnTo>
                    <a:cubicBezTo>
                      <a:pt x="153570" y="481789"/>
                      <a:pt x="172138" y="493400"/>
                      <a:pt x="192172" y="501878"/>
                    </a:cubicBezTo>
                    <a:lnTo>
                      <a:pt x="192172" y="544550"/>
                    </a:lnTo>
                    <a:cubicBezTo>
                      <a:pt x="192172" y="556646"/>
                      <a:pt x="201956" y="566457"/>
                      <a:pt x="214027" y="566457"/>
                    </a:cubicBezTo>
                    <a:lnTo>
                      <a:pt x="346202" y="566457"/>
                    </a:lnTo>
                    <a:cubicBezTo>
                      <a:pt x="358266" y="566409"/>
                      <a:pt x="368048" y="556646"/>
                      <a:pt x="368152" y="544550"/>
                    </a:cubicBezTo>
                    <a:lnTo>
                      <a:pt x="368152" y="502068"/>
                    </a:lnTo>
                    <a:cubicBezTo>
                      <a:pt x="389491" y="493381"/>
                      <a:pt x="409512" y="481742"/>
                      <a:pt x="427635" y="467492"/>
                    </a:cubicBezTo>
                    <a:lnTo>
                      <a:pt x="467734" y="489305"/>
                    </a:lnTo>
                    <a:cubicBezTo>
                      <a:pt x="470966" y="491105"/>
                      <a:pt x="474586" y="492086"/>
                      <a:pt x="478282" y="492162"/>
                    </a:cubicBezTo>
                    <a:cubicBezTo>
                      <a:pt x="486187" y="492172"/>
                      <a:pt x="493472" y="487866"/>
                      <a:pt x="497286" y="480923"/>
                    </a:cubicBezTo>
                    <a:lnTo>
                      <a:pt x="562756" y="367670"/>
                    </a:lnTo>
                    <a:cubicBezTo>
                      <a:pt x="568259" y="356602"/>
                      <a:pt x="564066" y="343153"/>
                      <a:pt x="553254" y="337190"/>
                    </a:cubicBezTo>
                    <a:lnTo>
                      <a:pt x="515245" y="315950"/>
                    </a:lnTo>
                    <a:cubicBezTo>
                      <a:pt x="516275" y="304643"/>
                      <a:pt x="516687" y="293290"/>
                      <a:pt x="516480" y="281945"/>
                    </a:cubicBezTo>
                    <a:cubicBezTo>
                      <a:pt x="516480" y="270515"/>
                      <a:pt x="516480" y="259466"/>
                      <a:pt x="515435" y="248894"/>
                    </a:cubicBezTo>
                    <a:lnTo>
                      <a:pt x="554489" y="226700"/>
                    </a:lnTo>
                    <a:cubicBezTo>
                      <a:pt x="565020" y="220597"/>
                      <a:pt x="568704" y="207143"/>
                      <a:pt x="562756" y="196506"/>
                    </a:cubicBezTo>
                    <a:lnTo>
                      <a:pt x="496906" y="85254"/>
                    </a:lnTo>
                    <a:cubicBezTo>
                      <a:pt x="490801" y="75322"/>
                      <a:pt x="478131" y="71723"/>
                      <a:pt x="467734" y="76967"/>
                    </a:cubicBezTo>
                    <a:lnTo>
                      <a:pt x="427825" y="98780"/>
                    </a:lnTo>
                    <a:cubicBezTo>
                      <a:pt x="409741" y="84149"/>
                      <a:pt x="389642" y="72215"/>
                      <a:pt x="368152" y="63347"/>
                    </a:cubicBezTo>
                    <a:lnTo>
                      <a:pt x="368152" y="21913"/>
                    </a:lnTo>
                    <a:cubicBezTo>
                      <a:pt x="368048" y="9820"/>
                      <a:pt x="358266" y="57"/>
                      <a:pt x="346202" y="5"/>
                    </a:cubicBezTo>
                    <a:lnTo>
                      <a:pt x="214502" y="5"/>
                    </a:lnTo>
                    <a:cubicBezTo>
                      <a:pt x="202434" y="-258"/>
                      <a:pt x="192440" y="9335"/>
                      <a:pt x="192176" y="21432"/>
                    </a:cubicBezTo>
                    <a:cubicBezTo>
                      <a:pt x="192174" y="21592"/>
                      <a:pt x="192172" y="21752"/>
                      <a:pt x="192172" y="21913"/>
                    </a:cubicBezTo>
                    <a:lnTo>
                      <a:pt x="192172" y="63918"/>
                    </a:lnTo>
                    <a:cubicBezTo>
                      <a:pt x="172135" y="72380"/>
                      <a:pt x="153590" y="84022"/>
                      <a:pt x="137249" y="98399"/>
                    </a:cubicBezTo>
                    <a:lnTo>
                      <a:pt x="101901" y="77539"/>
                    </a:lnTo>
                    <a:cubicBezTo>
                      <a:pt x="98536" y="75539"/>
                      <a:pt x="94696" y="74487"/>
                      <a:pt x="90784" y="74491"/>
                    </a:cubicBezTo>
                    <a:cubicBezTo>
                      <a:pt x="82998" y="74462"/>
                      <a:pt x="75773" y="78553"/>
                      <a:pt x="71779" y="85254"/>
                    </a:cubicBezTo>
                    <a:lnTo>
                      <a:pt x="6594" y="196506"/>
                    </a:lnTo>
                    <a:cubicBezTo>
                      <a:pt x="3249" y="201779"/>
                      <a:pt x="2413" y="208270"/>
                      <a:pt x="4314" y="214223"/>
                    </a:cubicBezTo>
                    <a:cubicBezTo>
                      <a:pt x="5896" y="219905"/>
                      <a:pt x="9652" y="224731"/>
                      <a:pt x="14766" y="227653"/>
                    </a:cubicBezTo>
                    <a:lnTo>
                      <a:pt x="55341" y="250608"/>
                    </a:lnTo>
                    <a:cubicBezTo>
                      <a:pt x="54164" y="261267"/>
                      <a:pt x="53529" y="271982"/>
                      <a:pt x="53440" y="282707"/>
                    </a:cubicBezTo>
                    <a:close/>
                    <a:moveTo>
                      <a:pt x="220678" y="464825"/>
                    </a:moveTo>
                    <a:cubicBezTo>
                      <a:pt x="198824" y="457872"/>
                      <a:pt x="178773" y="446156"/>
                      <a:pt x="161955" y="430535"/>
                    </a:cubicBezTo>
                    <a:lnTo>
                      <a:pt x="153688" y="424154"/>
                    </a:lnTo>
                    <a:cubicBezTo>
                      <a:pt x="149868" y="421001"/>
                      <a:pt x="145050" y="419305"/>
                      <a:pt x="140100" y="419391"/>
                    </a:cubicBezTo>
                    <a:cubicBezTo>
                      <a:pt x="136445" y="419372"/>
                      <a:pt x="132847" y="420286"/>
                      <a:pt x="129647" y="422058"/>
                    </a:cubicBezTo>
                    <a:lnTo>
                      <a:pt x="95915" y="439679"/>
                    </a:lnTo>
                    <a:lnTo>
                      <a:pt x="52015" y="365194"/>
                    </a:lnTo>
                    <a:lnTo>
                      <a:pt x="84607" y="347477"/>
                    </a:lnTo>
                    <a:cubicBezTo>
                      <a:pt x="92299" y="343839"/>
                      <a:pt x="97138" y="336000"/>
                      <a:pt x="96960" y="327475"/>
                    </a:cubicBezTo>
                    <a:lnTo>
                      <a:pt x="96960" y="281945"/>
                    </a:lnTo>
                    <a:cubicBezTo>
                      <a:pt x="96960" y="275592"/>
                      <a:pt x="96960" y="269248"/>
                      <a:pt x="96960" y="262895"/>
                    </a:cubicBezTo>
                    <a:cubicBezTo>
                      <a:pt x="98289" y="254580"/>
                      <a:pt x="98956" y="246171"/>
                      <a:pt x="98955" y="237749"/>
                    </a:cubicBezTo>
                    <a:cubicBezTo>
                      <a:pt x="98905" y="229866"/>
                      <a:pt x="94668" y="222606"/>
                      <a:pt x="87838" y="218699"/>
                    </a:cubicBezTo>
                    <a:lnTo>
                      <a:pt x="55531" y="199649"/>
                    </a:lnTo>
                    <a:lnTo>
                      <a:pt x="98385" y="126593"/>
                    </a:lnTo>
                    <a:lnTo>
                      <a:pt x="128602" y="144309"/>
                    </a:lnTo>
                    <a:cubicBezTo>
                      <a:pt x="136732" y="149174"/>
                      <a:pt x="147067" y="148211"/>
                      <a:pt x="154163" y="141928"/>
                    </a:cubicBezTo>
                    <a:lnTo>
                      <a:pt x="155968" y="140499"/>
                    </a:lnTo>
                    <a:cubicBezTo>
                      <a:pt x="174289" y="122443"/>
                      <a:pt x="196394" y="108712"/>
                      <a:pt x="220678" y="100304"/>
                    </a:cubicBezTo>
                    <a:cubicBezTo>
                      <a:pt x="229742" y="97476"/>
                      <a:pt x="235982" y="89148"/>
                      <a:pt x="236167" y="79634"/>
                    </a:cubicBezTo>
                    <a:lnTo>
                      <a:pt x="236167" y="44201"/>
                    </a:lnTo>
                    <a:lnTo>
                      <a:pt x="324442" y="44201"/>
                    </a:lnTo>
                    <a:lnTo>
                      <a:pt x="324442" y="79634"/>
                    </a:lnTo>
                    <a:cubicBezTo>
                      <a:pt x="324480" y="89254"/>
                      <a:pt x="330695" y="97754"/>
                      <a:pt x="339835" y="100685"/>
                    </a:cubicBezTo>
                    <a:cubicBezTo>
                      <a:pt x="366405" y="109344"/>
                      <a:pt x="390851" y="123527"/>
                      <a:pt x="411576" y="142309"/>
                    </a:cubicBezTo>
                    <a:cubicBezTo>
                      <a:pt x="415509" y="145637"/>
                      <a:pt x="420492" y="147459"/>
                      <a:pt x="425640" y="147452"/>
                    </a:cubicBezTo>
                    <a:cubicBezTo>
                      <a:pt x="429289" y="147441"/>
                      <a:pt x="432880" y="146525"/>
                      <a:pt x="436092" y="144785"/>
                    </a:cubicBezTo>
                    <a:lnTo>
                      <a:pt x="470015" y="127069"/>
                    </a:lnTo>
                    <a:lnTo>
                      <a:pt x="513440" y="200792"/>
                    </a:lnTo>
                    <a:lnTo>
                      <a:pt x="480277" y="219842"/>
                    </a:lnTo>
                    <a:cubicBezTo>
                      <a:pt x="471460" y="224736"/>
                      <a:pt x="467199" y="235098"/>
                      <a:pt x="470015" y="244798"/>
                    </a:cubicBezTo>
                    <a:cubicBezTo>
                      <a:pt x="472138" y="257609"/>
                      <a:pt x="473030" y="270582"/>
                      <a:pt x="472675" y="283565"/>
                    </a:cubicBezTo>
                    <a:cubicBezTo>
                      <a:pt x="472962" y="297366"/>
                      <a:pt x="472008" y="311178"/>
                      <a:pt x="469825" y="324808"/>
                    </a:cubicBezTo>
                    <a:cubicBezTo>
                      <a:pt x="467563" y="334399"/>
                      <a:pt x="472057" y="344305"/>
                      <a:pt x="480752" y="348906"/>
                    </a:cubicBezTo>
                    <a:lnTo>
                      <a:pt x="513440" y="366623"/>
                    </a:lnTo>
                    <a:lnTo>
                      <a:pt x="470015" y="441870"/>
                    </a:lnTo>
                    <a:lnTo>
                      <a:pt x="436282" y="424154"/>
                    </a:lnTo>
                    <a:cubicBezTo>
                      <a:pt x="428583" y="419972"/>
                      <a:pt x="419148" y="420763"/>
                      <a:pt x="412242" y="426154"/>
                    </a:cubicBezTo>
                    <a:cubicBezTo>
                      <a:pt x="391449" y="444613"/>
                      <a:pt x="367048" y="458529"/>
                      <a:pt x="340595" y="467016"/>
                    </a:cubicBezTo>
                    <a:cubicBezTo>
                      <a:pt x="331230" y="469740"/>
                      <a:pt x="324747" y="478294"/>
                      <a:pt x="324632" y="488066"/>
                    </a:cubicBezTo>
                    <a:lnTo>
                      <a:pt x="324632" y="522547"/>
                    </a:lnTo>
                    <a:lnTo>
                      <a:pt x="236357" y="522547"/>
                    </a:lnTo>
                    <a:lnTo>
                      <a:pt x="236357" y="486542"/>
                    </a:lnTo>
                    <a:cubicBezTo>
                      <a:pt x="236575" y="476598"/>
                      <a:pt x="230168" y="467721"/>
                      <a:pt x="220678" y="46482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93" name="Google Shape;2993;p96"/>
              <p:cNvSpPr/>
              <p:nvPr/>
            </p:nvSpPr>
            <p:spPr>
              <a:xfrm>
                <a:off x="4452082" y="2676525"/>
                <a:ext cx="240214" cy="240791"/>
              </a:xfrm>
              <a:custGeom>
                <a:rect b="b" l="l" r="r" t="t"/>
                <a:pathLst>
                  <a:path extrusionOk="0" h="240791" w="240214">
                    <a:moveTo>
                      <a:pt x="120107" y="0"/>
                    </a:moveTo>
                    <a:cubicBezTo>
                      <a:pt x="53774" y="0"/>
                      <a:pt x="0" y="53903"/>
                      <a:pt x="0" y="120396"/>
                    </a:cubicBezTo>
                    <a:cubicBezTo>
                      <a:pt x="0" y="186890"/>
                      <a:pt x="53774" y="240792"/>
                      <a:pt x="120107" y="240792"/>
                    </a:cubicBezTo>
                    <a:lnTo>
                      <a:pt x="120107" y="240792"/>
                    </a:lnTo>
                    <a:cubicBezTo>
                      <a:pt x="186441" y="240792"/>
                      <a:pt x="240215" y="186890"/>
                      <a:pt x="240215" y="120396"/>
                    </a:cubicBezTo>
                    <a:cubicBezTo>
                      <a:pt x="240215" y="53903"/>
                      <a:pt x="186441" y="0"/>
                      <a:pt x="120107" y="0"/>
                    </a:cubicBezTo>
                    <a:close/>
                    <a:moveTo>
                      <a:pt x="120107" y="204121"/>
                    </a:moveTo>
                    <a:cubicBezTo>
                      <a:pt x="73978" y="204178"/>
                      <a:pt x="36541" y="166735"/>
                      <a:pt x="36488" y="120491"/>
                    </a:cubicBezTo>
                    <a:cubicBezTo>
                      <a:pt x="36436" y="74251"/>
                      <a:pt x="73788" y="36724"/>
                      <a:pt x="119917" y="36671"/>
                    </a:cubicBezTo>
                    <a:cubicBezTo>
                      <a:pt x="166046" y="36619"/>
                      <a:pt x="203484" y="74061"/>
                      <a:pt x="203536" y="120301"/>
                    </a:cubicBezTo>
                    <a:cubicBezTo>
                      <a:pt x="203536" y="120329"/>
                      <a:pt x="203536" y="120367"/>
                      <a:pt x="203536" y="120396"/>
                    </a:cubicBezTo>
                    <a:cubicBezTo>
                      <a:pt x="203588" y="166640"/>
                      <a:pt x="166236" y="204159"/>
                      <a:pt x="120107" y="20421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sp>
        <p:nvSpPr>
          <p:cNvPr id="2994" name="Google Shape;2994;p96"/>
          <p:cNvSpPr txBox="1"/>
          <p:nvPr/>
        </p:nvSpPr>
        <p:spPr>
          <a:xfrm>
            <a:off x="1883925" y="3708490"/>
            <a:ext cx="601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Management</a:t>
            </a:r>
            <a:endParaRPr sz="1800">
              <a:solidFill>
                <a:srgbClr val="252525"/>
              </a:solidFill>
              <a:latin typeface="Arial"/>
              <a:ea typeface="Arial"/>
              <a:cs typeface="Arial"/>
              <a:sym typeface="Arial"/>
            </a:endParaRPr>
          </a:p>
        </p:txBody>
      </p:sp>
      <p:grpSp>
        <p:nvGrpSpPr>
          <p:cNvPr id="2995" name="Google Shape;2995;p96"/>
          <p:cNvGrpSpPr/>
          <p:nvPr/>
        </p:nvGrpSpPr>
        <p:grpSpPr>
          <a:xfrm>
            <a:off x="488911" y="3361798"/>
            <a:ext cx="222931" cy="223095"/>
            <a:chOff x="5878707" y="747121"/>
            <a:chExt cx="3883818" cy="3886674"/>
          </a:xfrm>
        </p:grpSpPr>
        <p:sp>
          <p:nvSpPr>
            <p:cNvPr id="2996" name="Google Shape;2996;p96"/>
            <p:cNvSpPr/>
            <p:nvPr/>
          </p:nvSpPr>
          <p:spPr>
            <a:xfrm>
              <a:off x="6934812" y="1803902"/>
              <a:ext cx="1773206" cy="1773209"/>
            </a:xfrm>
            <a:custGeom>
              <a:rect b="b" l="l" r="r" t="t"/>
              <a:pathLst>
                <a:path extrusionOk="0" h="1773209" w="1773206">
                  <a:moveTo>
                    <a:pt x="1716484" y="765933"/>
                  </a:moveTo>
                  <a:lnTo>
                    <a:pt x="1506687" y="886605"/>
                  </a:lnTo>
                  <a:lnTo>
                    <a:pt x="1716484" y="1006991"/>
                  </a:lnTo>
                  <a:cubicBezTo>
                    <a:pt x="1769704" y="1036551"/>
                    <a:pt x="1788878" y="1103652"/>
                    <a:pt x="1759318" y="1156862"/>
                  </a:cubicBezTo>
                  <a:cubicBezTo>
                    <a:pt x="1729768" y="1210081"/>
                    <a:pt x="1662667" y="1229255"/>
                    <a:pt x="1609448" y="1199705"/>
                  </a:cubicBezTo>
                  <a:cubicBezTo>
                    <a:pt x="1608279" y="1199049"/>
                    <a:pt x="1607120" y="1198384"/>
                    <a:pt x="1605980" y="1197691"/>
                  </a:cubicBezTo>
                  <a:lnTo>
                    <a:pt x="1230282" y="981812"/>
                  </a:lnTo>
                  <a:cubicBezTo>
                    <a:pt x="1177623" y="951596"/>
                    <a:pt x="1159428" y="884400"/>
                    <a:pt x="1189653" y="831742"/>
                  </a:cubicBezTo>
                  <a:cubicBezTo>
                    <a:pt x="1199354" y="814838"/>
                    <a:pt x="1213378" y="800814"/>
                    <a:pt x="1230282" y="791112"/>
                  </a:cubicBezTo>
                  <a:lnTo>
                    <a:pt x="1605980" y="575329"/>
                  </a:lnTo>
                  <a:cubicBezTo>
                    <a:pt x="1658800" y="544971"/>
                    <a:pt x="1726224" y="562919"/>
                    <a:pt x="1756962" y="615521"/>
                  </a:cubicBezTo>
                  <a:cubicBezTo>
                    <a:pt x="1787377" y="667761"/>
                    <a:pt x="1769684" y="734777"/>
                    <a:pt x="1717444" y="765192"/>
                  </a:cubicBezTo>
                  <a:cubicBezTo>
                    <a:pt x="1717121" y="765372"/>
                    <a:pt x="1716808" y="765562"/>
                    <a:pt x="1716484" y="765743"/>
                  </a:cubicBezTo>
                  <a:close/>
                  <a:moveTo>
                    <a:pt x="1517899" y="1351048"/>
                  </a:moveTo>
                  <a:lnTo>
                    <a:pt x="1142296" y="1135455"/>
                  </a:lnTo>
                  <a:cubicBezTo>
                    <a:pt x="1089068" y="1104964"/>
                    <a:pt x="1021197" y="1123397"/>
                    <a:pt x="990706" y="1176625"/>
                  </a:cubicBezTo>
                  <a:cubicBezTo>
                    <a:pt x="981299" y="1193026"/>
                    <a:pt x="976244" y="1211563"/>
                    <a:pt x="976016" y="1230472"/>
                  </a:cubicBezTo>
                  <a:lnTo>
                    <a:pt x="976016" y="1662040"/>
                  </a:lnTo>
                  <a:cubicBezTo>
                    <a:pt x="977802" y="1723098"/>
                    <a:pt x="1028751" y="1771138"/>
                    <a:pt x="1089809" y="1769352"/>
                  </a:cubicBezTo>
                  <a:cubicBezTo>
                    <a:pt x="1148349" y="1767632"/>
                    <a:pt x="1195401" y="1720579"/>
                    <a:pt x="1197121" y="1662040"/>
                  </a:cubicBezTo>
                  <a:lnTo>
                    <a:pt x="1197121" y="1420696"/>
                  </a:lnTo>
                  <a:lnTo>
                    <a:pt x="1407489" y="1541463"/>
                  </a:lnTo>
                  <a:cubicBezTo>
                    <a:pt x="1459311" y="1573408"/>
                    <a:pt x="1527210" y="1557293"/>
                    <a:pt x="1559155" y="1505480"/>
                  </a:cubicBezTo>
                  <a:cubicBezTo>
                    <a:pt x="1591100" y="1453658"/>
                    <a:pt x="1574985" y="1385758"/>
                    <a:pt x="1523172" y="1353813"/>
                  </a:cubicBezTo>
                  <a:cubicBezTo>
                    <a:pt x="1521443" y="1352749"/>
                    <a:pt x="1519685" y="1351732"/>
                    <a:pt x="1517899" y="1350763"/>
                  </a:cubicBezTo>
                  <a:close/>
                  <a:moveTo>
                    <a:pt x="1084526" y="929077"/>
                  </a:moveTo>
                  <a:lnTo>
                    <a:pt x="928318" y="1084335"/>
                  </a:lnTo>
                  <a:cubicBezTo>
                    <a:pt x="922958" y="1089295"/>
                    <a:pt x="916032" y="1092222"/>
                    <a:pt x="908744" y="1092602"/>
                  </a:cubicBezTo>
                  <a:lnTo>
                    <a:pt x="863231" y="1092602"/>
                  </a:lnTo>
                  <a:cubicBezTo>
                    <a:pt x="855914" y="1092193"/>
                    <a:pt x="848969" y="1089267"/>
                    <a:pt x="843562" y="1084335"/>
                  </a:cubicBezTo>
                  <a:lnTo>
                    <a:pt x="687164" y="929077"/>
                  </a:lnTo>
                  <a:cubicBezTo>
                    <a:pt x="682394" y="923842"/>
                    <a:pt x="679544" y="917143"/>
                    <a:pt x="679088" y="910074"/>
                  </a:cubicBezTo>
                  <a:lnTo>
                    <a:pt x="679088" y="864276"/>
                  </a:lnTo>
                  <a:cubicBezTo>
                    <a:pt x="679439" y="857016"/>
                    <a:pt x="682290" y="850099"/>
                    <a:pt x="687164" y="844702"/>
                  </a:cubicBezTo>
                  <a:lnTo>
                    <a:pt x="843182" y="689539"/>
                  </a:lnTo>
                  <a:cubicBezTo>
                    <a:pt x="848598" y="684627"/>
                    <a:pt x="855553" y="681748"/>
                    <a:pt x="862851" y="681368"/>
                  </a:cubicBezTo>
                  <a:lnTo>
                    <a:pt x="908744" y="681368"/>
                  </a:lnTo>
                  <a:cubicBezTo>
                    <a:pt x="916022" y="681729"/>
                    <a:pt x="922949" y="684617"/>
                    <a:pt x="928318" y="689539"/>
                  </a:cubicBezTo>
                  <a:lnTo>
                    <a:pt x="1084526" y="844702"/>
                  </a:lnTo>
                  <a:cubicBezTo>
                    <a:pt x="1089334" y="850128"/>
                    <a:pt x="1092146" y="857035"/>
                    <a:pt x="1092507" y="864276"/>
                  </a:cubicBezTo>
                  <a:lnTo>
                    <a:pt x="1092507" y="910074"/>
                  </a:lnTo>
                  <a:cubicBezTo>
                    <a:pt x="1092041" y="917124"/>
                    <a:pt x="1089229" y="923813"/>
                    <a:pt x="1084526" y="929077"/>
                  </a:cubicBezTo>
                  <a:close/>
                  <a:moveTo>
                    <a:pt x="959673" y="886035"/>
                  </a:moveTo>
                  <a:cubicBezTo>
                    <a:pt x="959179" y="878737"/>
                    <a:pt x="956272" y="871820"/>
                    <a:pt x="951407" y="866366"/>
                  </a:cubicBezTo>
                  <a:lnTo>
                    <a:pt x="906179" y="821613"/>
                  </a:lnTo>
                  <a:cubicBezTo>
                    <a:pt x="900810" y="816748"/>
                    <a:pt x="893931" y="813860"/>
                    <a:pt x="886700" y="813442"/>
                  </a:cubicBezTo>
                  <a:lnTo>
                    <a:pt x="884895" y="813442"/>
                  </a:lnTo>
                  <a:cubicBezTo>
                    <a:pt x="877816" y="813926"/>
                    <a:pt x="871117" y="816815"/>
                    <a:pt x="865891" y="821613"/>
                  </a:cubicBezTo>
                  <a:lnTo>
                    <a:pt x="820568" y="866366"/>
                  </a:lnTo>
                  <a:cubicBezTo>
                    <a:pt x="815808" y="871849"/>
                    <a:pt x="813033" y="878775"/>
                    <a:pt x="812682" y="886035"/>
                  </a:cubicBezTo>
                  <a:lnTo>
                    <a:pt x="812682" y="887745"/>
                  </a:lnTo>
                  <a:cubicBezTo>
                    <a:pt x="813081" y="894786"/>
                    <a:pt x="815865" y="901494"/>
                    <a:pt x="820568" y="906748"/>
                  </a:cubicBezTo>
                  <a:lnTo>
                    <a:pt x="865891" y="951691"/>
                  </a:lnTo>
                  <a:cubicBezTo>
                    <a:pt x="871146" y="956423"/>
                    <a:pt x="877835" y="959274"/>
                    <a:pt x="884895" y="959768"/>
                  </a:cubicBezTo>
                  <a:lnTo>
                    <a:pt x="886700" y="959768"/>
                  </a:lnTo>
                  <a:cubicBezTo>
                    <a:pt x="893912" y="959340"/>
                    <a:pt x="900772" y="956490"/>
                    <a:pt x="906179" y="951691"/>
                  </a:cubicBezTo>
                  <a:lnTo>
                    <a:pt x="951407" y="906748"/>
                  </a:lnTo>
                  <a:cubicBezTo>
                    <a:pt x="956214" y="901522"/>
                    <a:pt x="959132" y="894824"/>
                    <a:pt x="959673" y="887745"/>
                  </a:cubicBezTo>
                  <a:close/>
                  <a:moveTo>
                    <a:pt x="253696" y="422161"/>
                  </a:moveTo>
                  <a:lnTo>
                    <a:pt x="629394" y="637945"/>
                  </a:lnTo>
                  <a:cubicBezTo>
                    <a:pt x="682651" y="668493"/>
                    <a:pt x="750588" y="650079"/>
                    <a:pt x="781136" y="596821"/>
                  </a:cubicBezTo>
                  <a:cubicBezTo>
                    <a:pt x="790552" y="580403"/>
                    <a:pt x="795626" y="561855"/>
                    <a:pt x="795864" y="542928"/>
                  </a:cubicBezTo>
                  <a:lnTo>
                    <a:pt x="795864" y="110600"/>
                  </a:lnTo>
                  <a:cubicBezTo>
                    <a:pt x="795864" y="49513"/>
                    <a:pt x="746350" y="0"/>
                    <a:pt x="685264" y="0"/>
                  </a:cubicBezTo>
                  <a:cubicBezTo>
                    <a:pt x="624177" y="0"/>
                    <a:pt x="574664" y="49513"/>
                    <a:pt x="574664" y="110600"/>
                  </a:cubicBezTo>
                  <a:lnTo>
                    <a:pt x="574664" y="352133"/>
                  </a:lnTo>
                  <a:lnTo>
                    <a:pt x="364201" y="231177"/>
                  </a:lnTo>
                  <a:cubicBezTo>
                    <a:pt x="313614" y="197312"/>
                    <a:pt x="245163" y="210862"/>
                    <a:pt x="211290" y="261449"/>
                  </a:cubicBezTo>
                  <a:cubicBezTo>
                    <a:pt x="177426" y="312027"/>
                    <a:pt x="190975" y="380487"/>
                    <a:pt x="241562" y="414351"/>
                  </a:cubicBezTo>
                  <a:cubicBezTo>
                    <a:pt x="245334" y="416878"/>
                    <a:pt x="249259" y="419168"/>
                    <a:pt x="253316" y="421211"/>
                  </a:cubicBezTo>
                  <a:lnTo>
                    <a:pt x="253316" y="421211"/>
                  </a:lnTo>
                  <a:close/>
                  <a:moveTo>
                    <a:pt x="1078255" y="652292"/>
                  </a:moveTo>
                  <a:cubicBezTo>
                    <a:pt x="1100565" y="654088"/>
                    <a:pt x="1122884" y="649081"/>
                    <a:pt x="1142296" y="637945"/>
                  </a:cubicBezTo>
                  <a:lnTo>
                    <a:pt x="1517899" y="422161"/>
                  </a:lnTo>
                  <a:cubicBezTo>
                    <a:pt x="1570576" y="391974"/>
                    <a:pt x="1588800" y="324787"/>
                    <a:pt x="1558614" y="272119"/>
                  </a:cubicBezTo>
                  <a:cubicBezTo>
                    <a:pt x="1558595" y="272091"/>
                    <a:pt x="1558585" y="272062"/>
                    <a:pt x="1558566" y="272034"/>
                  </a:cubicBezTo>
                  <a:lnTo>
                    <a:pt x="1558566" y="272034"/>
                  </a:lnTo>
                  <a:cubicBezTo>
                    <a:pt x="1527894" y="219404"/>
                    <a:pt x="1460470" y="201436"/>
                    <a:pt x="1407679" y="231842"/>
                  </a:cubicBezTo>
                  <a:lnTo>
                    <a:pt x="1197311" y="352799"/>
                  </a:lnTo>
                  <a:lnTo>
                    <a:pt x="1197311" y="110600"/>
                  </a:lnTo>
                  <a:cubicBezTo>
                    <a:pt x="1195525" y="49542"/>
                    <a:pt x="1144576" y="1501"/>
                    <a:pt x="1083519" y="3288"/>
                  </a:cubicBezTo>
                  <a:cubicBezTo>
                    <a:pt x="1024978" y="5007"/>
                    <a:pt x="977926" y="52060"/>
                    <a:pt x="976206" y="110600"/>
                  </a:cubicBezTo>
                  <a:lnTo>
                    <a:pt x="976206" y="542263"/>
                  </a:lnTo>
                  <a:cubicBezTo>
                    <a:pt x="976301" y="599967"/>
                    <a:pt x="1020893" y="647827"/>
                    <a:pt x="1078445" y="652007"/>
                  </a:cubicBezTo>
                  <a:close/>
                  <a:moveTo>
                    <a:pt x="693530" y="1121392"/>
                  </a:moveTo>
                  <a:cubicBezTo>
                    <a:pt x="671182" y="1119492"/>
                    <a:pt x="648796" y="1124499"/>
                    <a:pt x="629394" y="1135740"/>
                  </a:cubicBezTo>
                  <a:lnTo>
                    <a:pt x="253696" y="1351333"/>
                  </a:lnTo>
                  <a:cubicBezTo>
                    <a:pt x="200477" y="1380893"/>
                    <a:pt x="181302" y="1447994"/>
                    <a:pt x="210862" y="1501204"/>
                  </a:cubicBezTo>
                  <a:cubicBezTo>
                    <a:pt x="240413" y="1554423"/>
                    <a:pt x="307514" y="1573598"/>
                    <a:pt x="360733" y="1544047"/>
                  </a:cubicBezTo>
                  <a:cubicBezTo>
                    <a:pt x="361902" y="1543392"/>
                    <a:pt x="363061" y="1542727"/>
                    <a:pt x="364201" y="1542033"/>
                  </a:cubicBezTo>
                  <a:lnTo>
                    <a:pt x="574664" y="1421266"/>
                  </a:lnTo>
                  <a:lnTo>
                    <a:pt x="574664" y="1662610"/>
                  </a:lnTo>
                  <a:cubicBezTo>
                    <a:pt x="574664" y="1723696"/>
                    <a:pt x="624177" y="1773209"/>
                    <a:pt x="685264" y="1773209"/>
                  </a:cubicBezTo>
                  <a:cubicBezTo>
                    <a:pt x="746350" y="1773209"/>
                    <a:pt x="795864" y="1723696"/>
                    <a:pt x="795864" y="1662610"/>
                  </a:cubicBezTo>
                  <a:lnTo>
                    <a:pt x="795864" y="1230757"/>
                  </a:lnTo>
                  <a:cubicBezTo>
                    <a:pt x="795759" y="1173034"/>
                    <a:pt x="751111" y="1125193"/>
                    <a:pt x="693530" y="1121107"/>
                  </a:cubicBezTo>
                  <a:close/>
                  <a:moveTo>
                    <a:pt x="591672" y="919291"/>
                  </a:moveTo>
                  <a:cubicBezTo>
                    <a:pt x="595283" y="907699"/>
                    <a:pt x="596983" y="895603"/>
                    <a:pt x="596708" y="883469"/>
                  </a:cubicBezTo>
                  <a:cubicBezTo>
                    <a:pt x="596328" y="874661"/>
                    <a:pt x="594960" y="865929"/>
                    <a:pt x="592622" y="857435"/>
                  </a:cubicBezTo>
                  <a:cubicBezTo>
                    <a:pt x="585049" y="829262"/>
                    <a:pt x="566502" y="805308"/>
                    <a:pt x="541123" y="790923"/>
                  </a:cubicBezTo>
                  <a:lnTo>
                    <a:pt x="165805" y="575139"/>
                  </a:lnTo>
                  <a:cubicBezTo>
                    <a:pt x="112938" y="544762"/>
                    <a:pt x="45466" y="562805"/>
                    <a:pt x="14823" y="615521"/>
                  </a:cubicBezTo>
                  <a:cubicBezTo>
                    <a:pt x="-15564" y="667904"/>
                    <a:pt x="2262" y="734995"/>
                    <a:pt x="54635" y="765391"/>
                  </a:cubicBezTo>
                  <a:cubicBezTo>
                    <a:pt x="54958" y="765572"/>
                    <a:pt x="55272" y="765752"/>
                    <a:pt x="55585" y="765933"/>
                  </a:cubicBezTo>
                  <a:lnTo>
                    <a:pt x="264623" y="886605"/>
                  </a:lnTo>
                  <a:lnTo>
                    <a:pt x="55585" y="1006991"/>
                  </a:lnTo>
                  <a:cubicBezTo>
                    <a:pt x="2927" y="1037530"/>
                    <a:pt x="-15003" y="1104983"/>
                    <a:pt x="15536" y="1157641"/>
                  </a:cubicBezTo>
                  <a:cubicBezTo>
                    <a:pt x="46074" y="1210300"/>
                    <a:pt x="113527" y="1228229"/>
                    <a:pt x="166185" y="1197691"/>
                  </a:cubicBezTo>
                  <a:lnTo>
                    <a:pt x="541503" y="981812"/>
                  </a:lnTo>
                  <a:cubicBezTo>
                    <a:pt x="565694" y="968034"/>
                    <a:pt x="583766" y="945591"/>
                    <a:pt x="592052" y="919006"/>
                  </a:cubicBezTo>
                  <a:close/>
                </a:path>
              </a:pathLst>
            </a:custGeom>
            <a:solidFill>
              <a:srgbClr val="2AB4E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2997" name="Google Shape;2997;p96"/>
            <p:cNvSpPr/>
            <p:nvPr/>
          </p:nvSpPr>
          <p:spPr>
            <a:xfrm>
              <a:off x="5878707" y="747121"/>
              <a:ext cx="3883818" cy="3886674"/>
            </a:xfrm>
            <a:custGeom>
              <a:rect b="b" l="l" r="r" t="t"/>
              <a:pathLst>
                <a:path extrusionOk="0" h="3886674" w="3883818">
                  <a:moveTo>
                    <a:pt x="3877544" y="2403078"/>
                  </a:moveTo>
                  <a:cubicBezTo>
                    <a:pt x="3865886" y="2363855"/>
                    <a:pt x="3839310" y="2330760"/>
                    <a:pt x="3803526" y="2310911"/>
                  </a:cubicBezTo>
                  <a:lnTo>
                    <a:pt x="3536718" y="2165345"/>
                  </a:lnTo>
                  <a:cubicBezTo>
                    <a:pt x="3544823" y="2087992"/>
                    <a:pt x="3547997" y="2010211"/>
                    <a:pt x="3546220" y="1932458"/>
                  </a:cubicBezTo>
                  <a:cubicBezTo>
                    <a:pt x="3547731" y="1856730"/>
                    <a:pt x="3544899" y="1780972"/>
                    <a:pt x="3537763" y="1705557"/>
                  </a:cubicBezTo>
                  <a:lnTo>
                    <a:pt x="3805807" y="1553530"/>
                  </a:lnTo>
                  <a:cubicBezTo>
                    <a:pt x="3841267" y="1533310"/>
                    <a:pt x="3867064" y="1499636"/>
                    <a:pt x="3877354" y="1460128"/>
                  </a:cubicBezTo>
                  <a:cubicBezTo>
                    <a:pt x="3887322" y="1421665"/>
                    <a:pt x="3882115" y="1380836"/>
                    <a:pt x="3862817" y="1346108"/>
                  </a:cubicBezTo>
                  <a:lnTo>
                    <a:pt x="3413006" y="584735"/>
                  </a:lnTo>
                  <a:cubicBezTo>
                    <a:pt x="3386087" y="538583"/>
                    <a:pt x="3336546" y="510349"/>
                    <a:pt x="3283117" y="510717"/>
                  </a:cubicBezTo>
                  <a:cubicBezTo>
                    <a:pt x="3258270" y="510712"/>
                    <a:pt x="3233756" y="516538"/>
                    <a:pt x="3211570" y="527725"/>
                  </a:cubicBezTo>
                  <a:lnTo>
                    <a:pt x="2938680" y="676902"/>
                  </a:lnTo>
                  <a:cubicBezTo>
                    <a:pt x="2814369" y="576782"/>
                    <a:pt x="2676281" y="495085"/>
                    <a:pt x="2528682" y="434323"/>
                  </a:cubicBezTo>
                  <a:lnTo>
                    <a:pt x="2528682" y="150412"/>
                  </a:lnTo>
                  <a:cubicBezTo>
                    <a:pt x="2527807" y="67670"/>
                    <a:pt x="2460915" y="823"/>
                    <a:pt x="2378174" y="0"/>
                  </a:cubicBezTo>
                  <a:lnTo>
                    <a:pt x="1473231" y="0"/>
                  </a:lnTo>
                  <a:cubicBezTo>
                    <a:pt x="1390528" y="874"/>
                    <a:pt x="1323693" y="67707"/>
                    <a:pt x="1322819" y="150412"/>
                  </a:cubicBezTo>
                  <a:lnTo>
                    <a:pt x="1322819" y="437934"/>
                  </a:lnTo>
                  <a:cubicBezTo>
                    <a:pt x="1185519" y="496700"/>
                    <a:pt x="1058244" y="576559"/>
                    <a:pt x="945601" y="674622"/>
                  </a:cubicBezTo>
                  <a:lnTo>
                    <a:pt x="703118" y="531336"/>
                  </a:lnTo>
                  <a:cubicBezTo>
                    <a:pt x="680000" y="517979"/>
                    <a:pt x="653803" y="510873"/>
                    <a:pt x="627104" y="510717"/>
                  </a:cubicBezTo>
                  <a:cubicBezTo>
                    <a:pt x="573700" y="510345"/>
                    <a:pt x="524182" y="538584"/>
                    <a:pt x="497310" y="584735"/>
                  </a:cubicBezTo>
                  <a:lnTo>
                    <a:pt x="45504" y="1346488"/>
                  </a:lnTo>
                  <a:cubicBezTo>
                    <a:pt x="22685" y="1382699"/>
                    <a:pt x="17347" y="1427252"/>
                    <a:pt x="30966" y="1467824"/>
                  </a:cubicBezTo>
                  <a:cubicBezTo>
                    <a:pt x="40870" y="1506838"/>
                    <a:pt x="66265" y="1540132"/>
                    <a:pt x="101279" y="1559991"/>
                  </a:cubicBezTo>
                  <a:lnTo>
                    <a:pt x="380059" y="1717719"/>
                  </a:lnTo>
                  <a:cubicBezTo>
                    <a:pt x="379489" y="1724988"/>
                    <a:pt x="379489" y="1732295"/>
                    <a:pt x="380059" y="1739573"/>
                  </a:cubicBezTo>
                  <a:lnTo>
                    <a:pt x="380059" y="1768649"/>
                  </a:lnTo>
                  <a:cubicBezTo>
                    <a:pt x="372541" y="1824585"/>
                    <a:pt x="368101" y="1880883"/>
                    <a:pt x="366757" y="1937304"/>
                  </a:cubicBezTo>
                  <a:lnTo>
                    <a:pt x="366757" y="2164110"/>
                  </a:lnTo>
                  <a:lnTo>
                    <a:pt x="79425" y="2312147"/>
                  </a:lnTo>
                  <a:cubicBezTo>
                    <a:pt x="43825" y="2330722"/>
                    <a:pt x="17484" y="2363180"/>
                    <a:pt x="6642" y="2401843"/>
                  </a:cubicBezTo>
                  <a:cubicBezTo>
                    <a:pt x="-5613" y="2442425"/>
                    <a:pt x="-774" y="2486246"/>
                    <a:pt x="20040" y="2523179"/>
                  </a:cubicBezTo>
                  <a:lnTo>
                    <a:pt x="470041" y="3300800"/>
                  </a:lnTo>
                  <a:cubicBezTo>
                    <a:pt x="496445" y="3347681"/>
                    <a:pt x="546032" y="3376718"/>
                    <a:pt x="599834" y="3376814"/>
                  </a:cubicBezTo>
                  <a:cubicBezTo>
                    <a:pt x="625289" y="3376557"/>
                    <a:pt x="650288" y="3370029"/>
                    <a:pt x="672617" y="3357810"/>
                  </a:cubicBezTo>
                  <a:lnTo>
                    <a:pt x="945601" y="3209773"/>
                  </a:lnTo>
                  <a:cubicBezTo>
                    <a:pt x="1058463" y="3306871"/>
                    <a:pt x="1185719" y="3385850"/>
                    <a:pt x="1322819" y="3443896"/>
                  </a:cubicBezTo>
                  <a:lnTo>
                    <a:pt x="1322819" y="3736263"/>
                  </a:lnTo>
                  <a:cubicBezTo>
                    <a:pt x="1323693" y="3818966"/>
                    <a:pt x="1390528" y="3885801"/>
                    <a:pt x="1473231" y="3886675"/>
                  </a:cubicBezTo>
                  <a:lnTo>
                    <a:pt x="2378174" y="3886675"/>
                  </a:lnTo>
                  <a:cubicBezTo>
                    <a:pt x="2460915" y="3885849"/>
                    <a:pt x="2527807" y="3819004"/>
                    <a:pt x="2528682" y="3736263"/>
                  </a:cubicBezTo>
                  <a:lnTo>
                    <a:pt x="2528682" y="3445131"/>
                  </a:lnTo>
                  <a:cubicBezTo>
                    <a:pt x="2675207" y="3385640"/>
                    <a:pt x="2812726" y="3306016"/>
                    <a:pt x="2937255" y="3208538"/>
                  </a:cubicBezTo>
                  <a:lnTo>
                    <a:pt x="3215085" y="3352964"/>
                  </a:lnTo>
                  <a:cubicBezTo>
                    <a:pt x="3237424" y="3365155"/>
                    <a:pt x="3262423" y="3371683"/>
                    <a:pt x="3287868" y="3371968"/>
                  </a:cubicBezTo>
                  <a:cubicBezTo>
                    <a:pt x="3341771" y="3371796"/>
                    <a:pt x="3391399" y="3342550"/>
                    <a:pt x="3417662" y="3295479"/>
                  </a:cubicBezTo>
                  <a:lnTo>
                    <a:pt x="3866428" y="2519189"/>
                  </a:lnTo>
                  <a:cubicBezTo>
                    <a:pt x="3884813" y="2483320"/>
                    <a:pt x="3888794" y="2441778"/>
                    <a:pt x="3877544" y="2403078"/>
                  </a:cubicBezTo>
                  <a:close/>
                  <a:moveTo>
                    <a:pt x="1516939" y="3185544"/>
                  </a:moveTo>
                  <a:cubicBezTo>
                    <a:pt x="1367107" y="3137446"/>
                    <a:pt x="1229617" y="3057109"/>
                    <a:pt x="1114162" y="2950186"/>
                  </a:cubicBezTo>
                  <a:lnTo>
                    <a:pt x="1057151" y="2906479"/>
                  </a:lnTo>
                  <a:cubicBezTo>
                    <a:pt x="1030746" y="2885081"/>
                    <a:pt x="997728" y="2873527"/>
                    <a:pt x="963750" y="2873793"/>
                  </a:cubicBezTo>
                  <a:cubicBezTo>
                    <a:pt x="938751" y="2873717"/>
                    <a:pt x="914140" y="2879959"/>
                    <a:pt x="892202" y="2891941"/>
                  </a:cubicBezTo>
                  <a:lnTo>
                    <a:pt x="660550" y="3013278"/>
                  </a:lnTo>
                  <a:lnTo>
                    <a:pt x="358490" y="2502561"/>
                  </a:lnTo>
                  <a:lnTo>
                    <a:pt x="582921" y="2381224"/>
                  </a:lnTo>
                  <a:cubicBezTo>
                    <a:pt x="635580" y="2356092"/>
                    <a:pt x="668738" y="2302550"/>
                    <a:pt x="667771" y="2244209"/>
                  </a:cubicBezTo>
                  <a:lnTo>
                    <a:pt x="667771" y="1932458"/>
                  </a:lnTo>
                  <a:cubicBezTo>
                    <a:pt x="665413" y="1888152"/>
                    <a:pt x="665413" y="1843741"/>
                    <a:pt x="667771" y="1799434"/>
                  </a:cubicBezTo>
                  <a:cubicBezTo>
                    <a:pt x="676506" y="1742424"/>
                    <a:pt x="680984" y="1684844"/>
                    <a:pt x="681169" y="1627168"/>
                  </a:cubicBezTo>
                  <a:cubicBezTo>
                    <a:pt x="681239" y="1572999"/>
                    <a:pt x="652213" y="1522963"/>
                    <a:pt x="605155" y="1496140"/>
                  </a:cubicBezTo>
                  <a:lnTo>
                    <a:pt x="382720" y="1367106"/>
                  </a:lnTo>
                  <a:lnTo>
                    <a:pt x="677273" y="866176"/>
                  </a:lnTo>
                  <a:lnTo>
                    <a:pt x="884695" y="987418"/>
                  </a:lnTo>
                  <a:cubicBezTo>
                    <a:pt x="939352" y="1019762"/>
                    <a:pt x="1008493" y="1013928"/>
                    <a:pt x="1056961" y="972880"/>
                  </a:cubicBezTo>
                  <a:lnTo>
                    <a:pt x="1069123" y="963379"/>
                  </a:lnTo>
                  <a:cubicBezTo>
                    <a:pt x="1196009" y="839420"/>
                    <a:pt x="1348930" y="745290"/>
                    <a:pt x="1516749" y="687829"/>
                  </a:cubicBezTo>
                  <a:cubicBezTo>
                    <a:pt x="1579128" y="668361"/>
                    <a:pt x="1622095" y="611207"/>
                    <a:pt x="1623453" y="545873"/>
                  </a:cubicBezTo>
                  <a:lnTo>
                    <a:pt x="1623453" y="303295"/>
                  </a:lnTo>
                  <a:lnTo>
                    <a:pt x="2230043" y="303295"/>
                  </a:lnTo>
                  <a:lnTo>
                    <a:pt x="2230043" y="545873"/>
                  </a:lnTo>
                  <a:cubicBezTo>
                    <a:pt x="2230043" y="611839"/>
                    <a:pt x="2272743" y="670217"/>
                    <a:pt x="2335607" y="690204"/>
                  </a:cubicBezTo>
                  <a:cubicBezTo>
                    <a:pt x="2518087" y="749302"/>
                    <a:pt x="2685944" y="846461"/>
                    <a:pt x="2828081" y="975256"/>
                  </a:cubicBezTo>
                  <a:cubicBezTo>
                    <a:pt x="2855331" y="997927"/>
                    <a:pt x="2889642" y="1010365"/>
                    <a:pt x="2925093" y="1010412"/>
                  </a:cubicBezTo>
                  <a:cubicBezTo>
                    <a:pt x="2950149" y="1010602"/>
                    <a:pt x="2974825" y="1004321"/>
                    <a:pt x="2996736" y="992169"/>
                  </a:cubicBezTo>
                  <a:lnTo>
                    <a:pt x="3229623" y="870927"/>
                  </a:lnTo>
                  <a:lnTo>
                    <a:pt x="3526836" y="1375563"/>
                  </a:lnTo>
                  <a:lnTo>
                    <a:pt x="3298795" y="1504121"/>
                  </a:lnTo>
                  <a:cubicBezTo>
                    <a:pt x="3238250" y="1537681"/>
                    <a:pt x="3209051" y="1608716"/>
                    <a:pt x="3228483" y="1675152"/>
                  </a:cubicBezTo>
                  <a:cubicBezTo>
                    <a:pt x="3244702" y="1762843"/>
                    <a:pt x="3250792" y="1852112"/>
                    <a:pt x="3246631" y="1941200"/>
                  </a:cubicBezTo>
                  <a:cubicBezTo>
                    <a:pt x="3250289" y="2035827"/>
                    <a:pt x="3243923" y="2130588"/>
                    <a:pt x="3227627" y="2223876"/>
                  </a:cubicBezTo>
                  <a:cubicBezTo>
                    <a:pt x="3212168" y="2289590"/>
                    <a:pt x="3243125" y="2357432"/>
                    <a:pt x="3302881" y="2388825"/>
                  </a:cubicBezTo>
                  <a:lnTo>
                    <a:pt x="3527311" y="2510162"/>
                  </a:lnTo>
                  <a:lnTo>
                    <a:pt x="3228578" y="3025345"/>
                  </a:lnTo>
                  <a:lnTo>
                    <a:pt x="2996926" y="2904103"/>
                  </a:lnTo>
                  <a:cubicBezTo>
                    <a:pt x="2974939" y="2892150"/>
                    <a:pt x="2950310" y="2885870"/>
                    <a:pt x="2925283" y="2885860"/>
                  </a:cubicBezTo>
                  <a:cubicBezTo>
                    <a:pt x="2891438" y="2885584"/>
                    <a:pt x="2858457" y="2896549"/>
                    <a:pt x="2831501" y="2917026"/>
                  </a:cubicBezTo>
                  <a:cubicBezTo>
                    <a:pt x="2689184" y="3043797"/>
                    <a:pt x="2521821" y="3139261"/>
                    <a:pt x="2340263" y="3197231"/>
                  </a:cubicBezTo>
                  <a:cubicBezTo>
                    <a:pt x="2276668" y="3214068"/>
                    <a:pt x="2231116" y="3269891"/>
                    <a:pt x="2227382" y="3335576"/>
                  </a:cubicBezTo>
                  <a:lnTo>
                    <a:pt x="2227382" y="3578155"/>
                  </a:lnTo>
                  <a:lnTo>
                    <a:pt x="1621268" y="3578155"/>
                  </a:lnTo>
                  <a:lnTo>
                    <a:pt x="1621268" y="3335956"/>
                  </a:lnTo>
                  <a:cubicBezTo>
                    <a:pt x="1623957" y="3268152"/>
                    <a:pt x="1581389" y="3206780"/>
                    <a:pt x="1516939" y="318554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2998" name="Google Shape;2998;p96"/>
          <p:cNvSpPr txBox="1"/>
          <p:nvPr/>
        </p:nvSpPr>
        <p:spPr>
          <a:xfrm>
            <a:off x="7508654" y="2933032"/>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Server</a:t>
            </a:r>
            <a:endParaRPr sz="1800">
              <a:solidFill>
                <a:srgbClr val="252525"/>
              </a:solidFill>
              <a:latin typeface="Arial"/>
              <a:ea typeface="Arial"/>
              <a:cs typeface="Arial"/>
              <a:sym typeface="Arial"/>
            </a:endParaRPr>
          </a:p>
        </p:txBody>
      </p:sp>
      <p:sp>
        <p:nvSpPr>
          <p:cNvPr id="2999" name="Google Shape;2999;p96"/>
          <p:cNvSpPr txBox="1"/>
          <p:nvPr/>
        </p:nvSpPr>
        <p:spPr>
          <a:xfrm>
            <a:off x="8309552" y="2933032"/>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Server</a:t>
            </a:r>
            <a:endParaRPr sz="1800">
              <a:solidFill>
                <a:srgbClr val="252525"/>
              </a:solidFill>
              <a:latin typeface="Arial"/>
              <a:ea typeface="Arial"/>
              <a:cs typeface="Arial"/>
              <a:sym typeface="Arial"/>
            </a:endParaRPr>
          </a:p>
        </p:txBody>
      </p:sp>
      <p:grpSp>
        <p:nvGrpSpPr>
          <p:cNvPr id="3000" name="Google Shape;3000;p96"/>
          <p:cNvGrpSpPr/>
          <p:nvPr/>
        </p:nvGrpSpPr>
        <p:grpSpPr>
          <a:xfrm>
            <a:off x="8399492" y="2642036"/>
            <a:ext cx="245337" cy="100192"/>
            <a:chOff x="8300110" y="3157097"/>
            <a:chExt cx="395131" cy="161366"/>
          </a:xfrm>
        </p:grpSpPr>
        <p:sp>
          <p:nvSpPr>
            <p:cNvPr id="3001" name="Google Shape;3001;p96"/>
            <p:cNvSpPr/>
            <p:nvPr/>
          </p:nvSpPr>
          <p:spPr>
            <a:xfrm>
              <a:off x="8300110" y="3157097"/>
              <a:ext cx="395131" cy="161366"/>
            </a:xfrm>
            <a:custGeom>
              <a:rect b="b" l="l" r="r" t="t"/>
              <a:pathLst>
                <a:path extrusionOk="0" h="116932" w="286327">
                  <a:moveTo>
                    <a:pt x="262959" y="0"/>
                  </a:moveTo>
                  <a:lnTo>
                    <a:pt x="23368" y="0"/>
                  </a:lnTo>
                  <a:cubicBezTo>
                    <a:pt x="10462" y="0"/>
                    <a:pt x="0" y="10462"/>
                    <a:pt x="0" y="23368"/>
                  </a:cubicBezTo>
                  <a:lnTo>
                    <a:pt x="0" y="93564"/>
                  </a:lnTo>
                  <a:cubicBezTo>
                    <a:pt x="0" y="106470"/>
                    <a:pt x="10462" y="116932"/>
                    <a:pt x="23368" y="116932"/>
                  </a:cubicBezTo>
                  <a:lnTo>
                    <a:pt x="262959" y="116932"/>
                  </a:lnTo>
                  <a:cubicBezTo>
                    <a:pt x="275865" y="116932"/>
                    <a:pt x="286327" y="106470"/>
                    <a:pt x="286327" y="93564"/>
                  </a:cubicBezTo>
                  <a:lnTo>
                    <a:pt x="286327" y="23368"/>
                  </a:lnTo>
                  <a:cubicBezTo>
                    <a:pt x="286327" y="10462"/>
                    <a:pt x="275865" y="0"/>
                    <a:pt x="262959" y="0"/>
                  </a:cubicBezTo>
                  <a:close/>
                  <a:moveTo>
                    <a:pt x="264529" y="93564"/>
                  </a:moveTo>
                  <a:cubicBezTo>
                    <a:pt x="264529" y="94432"/>
                    <a:pt x="263827" y="95135"/>
                    <a:pt x="262959" y="95135"/>
                  </a:cubicBezTo>
                  <a:lnTo>
                    <a:pt x="23368" y="95135"/>
                  </a:lnTo>
                  <a:cubicBezTo>
                    <a:pt x="22501" y="95135"/>
                    <a:pt x="21798" y="94432"/>
                    <a:pt x="21798" y="93564"/>
                  </a:cubicBezTo>
                  <a:lnTo>
                    <a:pt x="21798" y="23368"/>
                  </a:lnTo>
                  <a:cubicBezTo>
                    <a:pt x="21798" y="22501"/>
                    <a:pt x="22501" y="21798"/>
                    <a:pt x="23368" y="21798"/>
                  </a:cubicBezTo>
                  <a:lnTo>
                    <a:pt x="262959" y="21798"/>
                  </a:lnTo>
                  <a:cubicBezTo>
                    <a:pt x="263827" y="21798"/>
                    <a:pt x="264529" y="22501"/>
                    <a:pt x="264529" y="2336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02" name="Google Shape;3002;p96"/>
            <p:cNvSpPr/>
            <p:nvPr/>
          </p:nvSpPr>
          <p:spPr>
            <a:xfrm>
              <a:off x="8354950" y="3207219"/>
              <a:ext cx="63474" cy="63476"/>
            </a:xfrm>
            <a:custGeom>
              <a:rect b="b" l="l" r="r" t="t"/>
              <a:pathLst>
                <a:path extrusionOk="0" h="45997" w="45996">
                  <a:moveTo>
                    <a:pt x="22998" y="0"/>
                  </a:moveTo>
                  <a:cubicBezTo>
                    <a:pt x="10297" y="0"/>
                    <a:pt x="0" y="10297"/>
                    <a:pt x="0" y="22999"/>
                  </a:cubicBezTo>
                  <a:cubicBezTo>
                    <a:pt x="0" y="35700"/>
                    <a:pt x="10297" y="45997"/>
                    <a:pt x="22999" y="45997"/>
                  </a:cubicBezTo>
                  <a:cubicBezTo>
                    <a:pt x="35700" y="45997"/>
                    <a:pt x="45997" y="35700"/>
                    <a:pt x="45997" y="22999"/>
                  </a:cubicBezTo>
                  <a:cubicBezTo>
                    <a:pt x="45997" y="22968"/>
                    <a:pt x="45997" y="22937"/>
                    <a:pt x="45997" y="22906"/>
                  </a:cubicBezTo>
                  <a:cubicBezTo>
                    <a:pt x="45997" y="10255"/>
                    <a:pt x="35742" y="0"/>
                    <a:pt x="23091" y="0"/>
                  </a:cubicBezTo>
                  <a:cubicBezTo>
                    <a:pt x="23060" y="0"/>
                    <a:pt x="23029" y="0"/>
                    <a:pt x="22998" y="0"/>
                  </a:cubicBezTo>
                  <a:close/>
                  <a:moveTo>
                    <a:pt x="22998" y="31958"/>
                  </a:moveTo>
                  <a:cubicBezTo>
                    <a:pt x="17897" y="31958"/>
                    <a:pt x="13762" y="27823"/>
                    <a:pt x="13762" y="22721"/>
                  </a:cubicBezTo>
                  <a:cubicBezTo>
                    <a:pt x="13762" y="17620"/>
                    <a:pt x="17897" y="13485"/>
                    <a:pt x="22998" y="13485"/>
                  </a:cubicBezTo>
                  <a:cubicBezTo>
                    <a:pt x="28100" y="13485"/>
                    <a:pt x="32235" y="17620"/>
                    <a:pt x="32235" y="22721"/>
                  </a:cubicBezTo>
                  <a:cubicBezTo>
                    <a:pt x="32235" y="27823"/>
                    <a:pt x="28100" y="31958"/>
                    <a:pt x="22998" y="3195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03" name="Google Shape;3003;p96"/>
            <p:cNvSpPr/>
            <p:nvPr/>
          </p:nvSpPr>
          <p:spPr>
            <a:xfrm>
              <a:off x="8445117" y="3209004"/>
              <a:ext cx="197565" cy="19119"/>
            </a:xfrm>
            <a:custGeom>
              <a:rect b="b" l="l" r="r" t="t"/>
              <a:pathLst>
                <a:path extrusionOk="0" h="13854" w="143163">
                  <a:moveTo>
                    <a:pt x="136236" y="0"/>
                  </a:moveTo>
                  <a:lnTo>
                    <a:pt x="6927" y="0"/>
                  </a:lnTo>
                  <a:cubicBezTo>
                    <a:pt x="3102" y="0"/>
                    <a:pt x="0" y="3102"/>
                    <a:pt x="0" y="6927"/>
                  </a:cubicBezTo>
                  <a:cubicBezTo>
                    <a:pt x="0" y="10753"/>
                    <a:pt x="3102" y="13855"/>
                    <a:pt x="6927" y="13855"/>
                  </a:cubicBezTo>
                  <a:lnTo>
                    <a:pt x="136236" y="13855"/>
                  </a:lnTo>
                  <a:cubicBezTo>
                    <a:pt x="140062" y="13855"/>
                    <a:pt x="143164" y="10753"/>
                    <a:pt x="143164" y="6927"/>
                  </a:cubicBezTo>
                  <a:cubicBezTo>
                    <a:pt x="143164" y="3102"/>
                    <a:pt x="140062" y="0"/>
                    <a:pt x="13623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04" name="Google Shape;3004;p96"/>
            <p:cNvSpPr/>
            <p:nvPr/>
          </p:nvSpPr>
          <p:spPr>
            <a:xfrm>
              <a:off x="8445117" y="3247520"/>
              <a:ext cx="197565" cy="19119"/>
            </a:xfrm>
            <a:custGeom>
              <a:rect b="b" l="l" r="r" t="t"/>
              <a:pathLst>
                <a:path extrusionOk="0" h="13854" w="143163">
                  <a:moveTo>
                    <a:pt x="136236" y="0"/>
                  </a:moveTo>
                  <a:lnTo>
                    <a:pt x="6927" y="0"/>
                  </a:lnTo>
                  <a:cubicBezTo>
                    <a:pt x="3102" y="0"/>
                    <a:pt x="0" y="3102"/>
                    <a:pt x="0" y="6927"/>
                  </a:cubicBezTo>
                  <a:cubicBezTo>
                    <a:pt x="0" y="10753"/>
                    <a:pt x="3102" y="13855"/>
                    <a:pt x="6927" y="13855"/>
                  </a:cubicBezTo>
                  <a:lnTo>
                    <a:pt x="136236" y="13855"/>
                  </a:lnTo>
                  <a:cubicBezTo>
                    <a:pt x="140062" y="13855"/>
                    <a:pt x="143164" y="10753"/>
                    <a:pt x="143164" y="6927"/>
                  </a:cubicBezTo>
                  <a:cubicBezTo>
                    <a:pt x="143164" y="3102"/>
                    <a:pt x="140062" y="0"/>
                    <a:pt x="13623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005" name="Google Shape;3005;p96"/>
          <p:cNvSpPr/>
          <p:nvPr/>
        </p:nvSpPr>
        <p:spPr>
          <a:xfrm>
            <a:off x="7607798" y="2569825"/>
            <a:ext cx="244821" cy="244821"/>
          </a:xfrm>
          <a:custGeom>
            <a:rect b="b" l="l" r="r" t="t"/>
            <a:pathLst>
              <a:path extrusionOk="0" h="8918" w="8918">
                <a:moveTo>
                  <a:pt x="6878" y="706"/>
                </a:moveTo>
                <a:lnTo>
                  <a:pt x="7767" y="1698"/>
                </a:lnTo>
                <a:lnTo>
                  <a:pt x="1094" y="1698"/>
                </a:lnTo>
                <a:lnTo>
                  <a:pt x="1899" y="706"/>
                </a:lnTo>
                <a:close/>
                <a:moveTo>
                  <a:pt x="5307" y="2867"/>
                </a:moveTo>
                <a:cubicBezTo>
                  <a:pt x="5151" y="2867"/>
                  <a:pt x="5024" y="2993"/>
                  <a:pt x="5024" y="3149"/>
                </a:cubicBezTo>
                <a:cubicBezTo>
                  <a:pt x="5024" y="3305"/>
                  <a:pt x="5151" y="3431"/>
                  <a:pt x="5307" y="3431"/>
                </a:cubicBezTo>
                <a:lnTo>
                  <a:pt x="7289" y="3431"/>
                </a:lnTo>
                <a:cubicBezTo>
                  <a:pt x="7445" y="3431"/>
                  <a:pt x="7571" y="3305"/>
                  <a:pt x="7571" y="3149"/>
                </a:cubicBezTo>
                <a:cubicBezTo>
                  <a:pt x="7571" y="2993"/>
                  <a:pt x="7445" y="2867"/>
                  <a:pt x="7289" y="2867"/>
                </a:cubicBezTo>
                <a:close/>
                <a:moveTo>
                  <a:pt x="1731" y="2794"/>
                </a:moveTo>
                <a:cubicBezTo>
                  <a:pt x="1535" y="2794"/>
                  <a:pt x="1376" y="2954"/>
                  <a:pt x="1376" y="3149"/>
                </a:cubicBezTo>
                <a:cubicBezTo>
                  <a:pt x="1376" y="3343"/>
                  <a:pt x="1535" y="3502"/>
                  <a:pt x="1731" y="3504"/>
                </a:cubicBezTo>
                <a:cubicBezTo>
                  <a:pt x="1928" y="3504"/>
                  <a:pt x="2086" y="3343"/>
                  <a:pt x="2086" y="3149"/>
                </a:cubicBezTo>
                <a:cubicBezTo>
                  <a:pt x="2086" y="2953"/>
                  <a:pt x="1925" y="2794"/>
                  <a:pt x="1731" y="2794"/>
                </a:cubicBezTo>
                <a:close/>
                <a:moveTo>
                  <a:pt x="8210" y="2405"/>
                </a:moveTo>
                <a:lnTo>
                  <a:pt x="8210" y="4000"/>
                </a:lnTo>
                <a:lnTo>
                  <a:pt x="708" y="4000"/>
                </a:lnTo>
                <a:lnTo>
                  <a:pt x="708" y="2405"/>
                </a:lnTo>
                <a:close/>
                <a:moveTo>
                  <a:pt x="5308" y="4989"/>
                </a:moveTo>
                <a:cubicBezTo>
                  <a:pt x="5152" y="4989"/>
                  <a:pt x="5026" y="5115"/>
                  <a:pt x="5026" y="5271"/>
                </a:cubicBezTo>
                <a:cubicBezTo>
                  <a:pt x="5026" y="5427"/>
                  <a:pt x="5152" y="5553"/>
                  <a:pt x="5308" y="5553"/>
                </a:cubicBezTo>
                <a:lnTo>
                  <a:pt x="7291" y="5553"/>
                </a:lnTo>
                <a:cubicBezTo>
                  <a:pt x="7446" y="5553"/>
                  <a:pt x="7573" y="5427"/>
                  <a:pt x="7573" y="5271"/>
                </a:cubicBezTo>
                <a:cubicBezTo>
                  <a:pt x="7573" y="5115"/>
                  <a:pt x="7445" y="4989"/>
                  <a:pt x="7291" y="4989"/>
                </a:cubicBezTo>
                <a:close/>
                <a:moveTo>
                  <a:pt x="1729" y="4916"/>
                </a:moveTo>
                <a:cubicBezTo>
                  <a:pt x="1532" y="4916"/>
                  <a:pt x="1375" y="5076"/>
                  <a:pt x="1375" y="5271"/>
                </a:cubicBezTo>
                <a:cubicBezTo>
                  <a:pt x="1375" y="5467"/>
                  <a:pt x="1533" y="5626"/>
                  <a:pt x="1729" y="5626"/>
                </a:cubicBezTo>
                <a:cubicBezTo>
                  <a:pt x="1925" y="5626"/>
                  <a:pt x="2084" y="5465"/>
                  <a:pt x="2084" y="5271"/>
                </a:cubicBezTo>
                <a:cubicBezTo>
                  <a:pt x="2084" y="5076"/>
                  <a:pt x="1925" y="4917"/>
                  <a:pt x="1729" y="4916"/>
                </a:cubicBezTo>
                <a:close/>
                <a:moveTo>
                  <a:pt x="8207" y="4453"/>
                </a:moveTo>
                <a:lnTo>
                  <a:pt x="8207" y="6168"/>
                </a:lnTo>
                <a:lnTo>
                  <a:pt x="706" y="6168"/>
                </a:lnTo>
                <a:lnTo>
                  <a:pt x="706" y="4453"/>
                </a:lnTo>
                <a:close/>
                <a:moveTo>
                  <a:pt x="5308" y="7148"/>
                </a:moveTo>
                <a:cubicBezTo>
                  <a:pt x="5152" y="7148"/>
                  <a:pt x="5026" y="7274"/>
                  <a:pt x="5026" y="7430"/>
                </a:cubicBezTo>
                <a:cubicBezTo>
                  <a:pt x="5026" y="7584"/>
                  <a:pt x="5152" y="7712"/>
                  <a:pt x="5308" y="7712"/>
                </a:cubicBezTo>
                <a:lnTo>
                  <a:pt x="7291" y="7712"/>
                </a:lnTo>
                <a:cubicBezTo>
                  <a:pt x="7446" y="7712"/>
                  <a:pt x="7573" y="7586"/>
                  <a:pt x="7573" y="7430"/>
                </a:cubicBezTo>
                <a:cubicBezTo>
                  <a:pt x="7573" y="7274"/>
                  <a:pt x="7445" y="7148"/>
                  <a:pt x="7291" y="7148"/>
                </a:cubicBezTo>
                <a:close/>
                <a:moveTo>
                  <a:pt x="1729" y="7075"/>
                </a:moveTo>
                <a:cubicBezTo>
                  <a:pt x="1532" y="7075"/>
                  <a:pt x="1375" y="7234"/>
                  <a:pt x="1375" y="7430"/>
                </a:cubicBezTo>
                <a:cubicBezTo>
                  <a:pt x="1375" y="7626"/>
                  <a:pt x="1533" y="7783"/>
                  <a:pt x="1729" y="7783"/>
                </a:cubicBezTo>
                <a:cubicBezTo>
                  <a:pt x="1925" y="7783"/>
                  <a:pt x="2084" y="7624"/>
                  <a:pt x="2084" y="7430"/>
                </a:cubicBezTo>
                <a:cubicBezTo>
                  <a:pt x="2084" y="7234"/>
                  <a:pt x="1925" y="7077"/>
                  <a:pt x="1729" y="7075"/>
                </a:cubicBezTo>
                <a:close/>
                <a:moveTo>
                  <a:pt x="8207" y="6621"/>
                </a:moveTo>
                <a:lnTo>
                  <a:pt x="8207" y="7714"/>
                </a:lnTo>
                <a:cubicBezTo>
                  <a:pt x="8210" y="8140"/>
                  <a:pt x="8098" y="8210"/>
                  <a:pt x="7745" y="8210"/>
                </a:cubicBezTo>
                <a:lnTo>
                  <a:pt x="1023" y="8210"/>
                </a:lnTo>
                <a:cubicBezTo>
                  <a:pt x="730" y="8210"/>
                  <a:pt x="706" y="8210"/>
                  <a:pt x="706" y="7714"/>
                </a:cubicBezTo>
                <a:lnTo>
                  <a:pt x="706" y="6621"/>
                </a:lnTo>
                <a:close/>
                <a:moveTo>
                  <a:pt x="1731" y="1"/>
                </a:moveTo>
                <a:cubicBezTo>
                  <a:pt x="1625" y="1"/>
                  <a:pt x="1523" y="48"/>
                  <a:pt x="1456" y="133"/>
                </a:cubicBezTo>
                <a:lnTo>
                  <a:pt x="80" y="1830"/>
                </a:lnTo>
                <a:cubicBezTo>
                  <a:pt x="59" y="1857"/>
                  <a:pt x="44" y="1882"/>
                  <a:pt x="31" y="1912"/>
                </a:cubicBezTo>
                <a:cubicBezTo>
                  <a:pt x="31" y="1915"/>
                  <a:pt x="29" y="1915"/>
                  <a:pt x="29" y="1916"/>
                </a:cubicBezTo>
                <a:cubicBezTo>
                  <a:pt x="13" y="1955"/>
                  <a:pt x="7" y="1997"/>
                  <a:pt x="4" y="2038"/>
                </a:cubicBezTo>
                <a:cubicBezTo>
                  <a:pt x="4" y="2044"/>
                  <a:pt x="1" y="2048"/>
                  <a:pt x="1" y="2053"/>
                </a:cubicBezTo>
                <a:lnTo>
                  <a:pt x="1" y="7715"/>
                </a:lnTo>
                <a:cubicBezTo>
                  <a:pt x="1" y="8137"/>
                  <a:pt x="1" y="8918"/>
                  <a:pt x="1024" y="8918"/>
                </a:cubicBezTo>
                <a:lnTo>
                  <a:pt x="7746" y="8918"/>
                </a:lnTo>
                <a:cubicBezTo>
                  <a:pt x="8281" y="8918"/>
                  <a:pt x="8918" y="8710"/>
                  <a:pt x="8918" y="7715"/>
                </a:cubicBezTo>
                <a:lnTo>
                  <a:pt x="8918" y="2053"/>
                </a:lnTo>
                <a:cubicBezTo>
                  <a:pt x="8917" y="2044"/>
                  <a:pt x="8912" y="2038"/>
                  <a:pt x="8912" y="2034"/>
                </a:cubicBezTo>
                <a:cubicBezTo>
                  <a:pt x="8911" y="1998"/>
                  <a:pt x="8903" y="1965"/>
                  <a:pt x="8893" y="1933"/>
                </a:cubicBezTo>
                <a:cubicBezTo>
                  <a:pt x="8888" y="1925"/>
                  <a:pt x="8888" y="1916"/>
                  <a:pt x="8885" y="1909"/>
                </a:cubicBezTo>
                <a:cubicBezTo>
                  <a:pt x="8870" y="1875"/>
                  <a:pt x="8851" y="1844"/>
                  <a:pt x="8826" y="1815"/>
                </a:cubicBezTo>
                <a:lnTo>
                  <a:pt x="7301" y="118"/>
                </a:lnTo>
                <a:cubicBezTo>
                  <a:pt x="7234" y="44"/>
                  <a:pt x="7138" y="1"/>
                  <a:pt x="703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006" name="Google Shape;3006;p96"/>
          <p:cNvSpPr txBox="1"/>
          <p:nvPr/>
        </p:nvSpPr>
        <p:spPr>
          <a:xfrm>
            <a:off x="2764172" y="3708490"/>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Desktop</a:t>
            </a:r>
            <a:endParaRPr sz="1800">
              <a:solidFill>
                <a:srgbClr val="252525"/>
              </a:solidFill>
              <a:latin typeface="Arial"/>
              <a:ea typeface="Arial"/>
              <a:cs typeface="Arial"/>
              <a:sym typeface="Arial"/>
            </a:endParaRPr>
          </a:p>
        </p:txBody>
      </p:sp>
      <p:sp>
        <p:nvSpPr>
          <p:cNvPr id="3007" name="Google Shape;3007;p96"/>
          <p:cNvSpPr txBox="1"/>
          <p:nvPr/>
        </p:nvSpPr>
        <p:spPr>
          <a:xfrm>
            <a:off x="5140763" y="3708490"/>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Application</a:t>
            </a:r>
            <a:endParaRPr sz="1800">
              <a:solidFill>
                <a:srgbClr val="252525"/>
              </a:solidFill>
              <a:latin typeface="Arial"/>
              <a:ea typeface="Arial"/>
              <a:cs typeface="Arial"/>
              <a:sym typeface="Arial"/>
            </a:endParaRPr>
          </a:p>
        </p:txBody>
      </p:sp>
      <p:sp>
        <p:nvSpPr>
          <p:cNvPr id="3008" name="Google Shape;3008;p96"/>
          <p:cNvSpPr txBox="1"/>
          <p:nvPr/>
        </p:nvSpPr>
        <p:spPr>
          <a:xfrm>
            <a:off x="5932960" y="3708490"/>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Dev</a:t>
            </a:r>
            <a:endParaRPr sz="1800">
              <a:solidFill>
                <a:srgbClr val="252525"/>
              </a:solidFill>
              <a:latin typeface="Arial"/>
              <a:ea typeface="Arial"/>
              <a:cs typeface="Arial"/>
              <a:sym typeface="Arial"/>
            </a:endParaRPr>
          </a:p>
        </p:txBody>
      </p:sp>
      <p:sp>
        <p:nvSpPr>
          <p:cNvPr id="3009" name="Google Shape;3009;p96"/>
          <p:cNvSpPr txBox="1"/>
          <p:nvPr/>
        </p:nvSpPr>
        <p:spPr>
          <a:xfrm>
            <a:off x="6725157" y="3708490"/>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3</a:t>
            </a:r>
            <a:r>
              <a:rPr baseline="30000" lang="en" sz="600">
                <a:solidFill>
                  <a:srgbClr val="105780"/>
                </a:solidFill>
                <a:latin typeface="Arial"/>
                <a:ea typeface="Arial"/>
                <a:cs typeface="Arial"/>
                <a:sym typeface="Arial"/>
              </a:rPr>
              <a:t>rd</a:t>
            </a:r>
            <a:r>
              <a:rPr lang="en" sz="600">
                <a:solidFill>
                  <a:srgbClr val="105780"/>
                </a:solidFill>
                <a:latin typeface="Arial"/>
                <a:ea typeface="Arial"/>
                <a:cs typeface="Arial"/>
                <a:sym typeface="Arial"/>
              </a:rPr>
              <a:t> Party Apps</a:t>
            </a:r>
            <a:endParaRPr sz="1800">
              <a:solidFill>
                <a:srgbClr val="252525"/>
              </a:solidFill>
              <a:latin typeface="Arial"/>
              <a:ea typeface="Arial"/>
              <a:cs typeface="Arial"/>
              <a:sym typeface="Arial"/>
            </a:endParaRPr>
          </a:p>
        </p:txBody>
      </p:sp>
      <p:sp>
        <p:nvSpPr>
          <p:cNvPr id="3010" name="Google Shape;3010;p96"/>
          <p:cNvSpPr txBox="1"/>
          <p:nvPr/>
        </p:nvSpPr>
        <p:spPr>
          <a:xfrm>
            <a:off x="7517354" y="3708490"/>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Search</a:t>
            </a:r>
            <a:endParaRPr sz="1800">
              <a:solidFill>
                <a:srgbClr val="252525"/>
              </a:solidFill>
              <a:latin typeface="Arial"/>
              <a:ea typeface="Arial"/>
              <a:cs typeface="Arial"/>
              <a:sym typeface="Arial"/>
            </a:endParaRPr>
          </a:p>
        </p:txBody>
      </p:sp>
      <p:sp>
        <p:nvSpPr>
          <p:cNvPr id="3011" name="Google Shape;3011;p96"/>
          <p:cNvSpPr txBox="1"/>
          <p:nvPr/>
        </p:nvSpPr>
        <p:spPr>
          <a:xfrm>
            <a:off x="4348566" y="3708490"/>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Mobile</a:t>
            </a:r>
            <a:endParaRPr sz="1800">
              <a:solidFill>
                <a:srgbClr val="252525"/>
              </a:solidFill>
              <a:latin typeface="Arial"/>
              <a:ea typeface="Arial"/>
              <a:cs typeface="Arial"/>
              <a:sym typeface="Arial"/>
            </a:endParaRPr>
          </a:p>
        </p:txBody>
      </p:sp>
      <p:pic>
        <p:nvPicPr>
          <p:cNvPr descr="A picture containing drawing&#10;&#10;Description automatically generated" id="3012" name="Google Shape;3012;p96"/>
          <p:cNvPicPr preferRelativeResize="0"/>
          <p:nvPr/>
        </p:nvPicPr>
        <p:blipFill rotWithShape="1">
          <a:blip r:embed="rId16">
            <a:alphaModFix/>
          </a:blip>
          <a:srcRect b="0" l="0" r="0" t="0"/>
          <a:stretch/>
        </p:blipFill>
        <p:spPr>
          <a:xfrm>
            <a:off x="2860480" y="3379986"/>
            <a:ext cx="233084" cy="186756"/>
          </a:xfrm>
          <a:prstGeom prst="rect">
            <a:avLst/>
          </a:prstGeom>
          <a:noFill/>
          <a:ln>
            <a:noFill/>
          </a:ln>
        </p:spPr>
      </p:pic>
      <p:grpSp>
        <p:nvGrpSpPr>
          <p:cNvPr id="3013" name="Google Shape;3013;p96"/>
          <p:cNvGrpSpPr/>
          <p:nvPr/>
        </p:nvGrpSpPr>
        <p:grpSpPr>
          <a:xfrm>
            <a:off x="5224145" y="3380155"/>
            <a:ext cx="258966" cy="186455"/>
            <a:chOff x="906040" y="1127954"/>
            <a:chExt cx="300181" cy="216130"/>
          </a:xfrm>
        </p:grpSpPr>
        <p:sp>
          <p:nvSpPr>
            <p:cNvPr id="3014" name="Google Shape;3014;p96"/>
            <p:cNvSpPr/>
            <p:nvPr/>
          </p:nvSpPr>
          <p:spPr>
            <a:xfrm>
              <a:off x="906040" y="1127954"/>
              <a:ext cx="300181" cy="216130"/>
            </a:xfrm>
            <a:custGeom>
              <a:rect b="b" l="l" r="r" t="t"/>
              <a:pathLst>
                <a:path extrusionOk="0" h="216130" w="300181">
                  <a:moveTo>
                    <a:pt x="260650" y="0"/>
                  </a:moveTo>
                  <a:lnTo>
                    <a:pt x="39532" y="0"/>
                  </a:lnTo>
                  <a:cubicBezTo>
                    <a:pt x="17699" y="0"/>
                    <a:pt x="0" y="17699"/>
                    <a:pt x="0" y="39532"/>
                  </a:cubicBezTo>
                  <a:lnTo>
                    <a:pt x="0" y="176599"/>
                  </a:lnTo>
                  <a:cubicBezTo>
                    <a:pt x="0" y="198432"/>
                    <a:pt x="17699" y="216131"/>
                    <a:pt x="39532" y="216131"/>
                  </a:cubicBezTo>
                  <a:lnTo>
                    <a:pt x="260650" y="216131"/>
                  </a:lnTo>
                  <a:cubicBezTo>
                    <a:pt x="282483" y="216131"/>
                    <a:pt x="300182" y="198432"/>
                    <a:pt x="300182" y="176599"/>
                  </a:cubicBezTo>
                  <a:lnTo>
                    <a:pt x="300182" y="39532"/>
                  </a:lnTo>
                  <a:cubicBezTo>
                    <a:pt x="300182" y="17699"/>
                    <a:pt x="282483" y="0"/>
                    <a:pt x="260650" y="0"/>
                  </a:cubicBezTo>
                  <a:close/>
                  <a:moveTo>
                    <a:pt x="277091" y="176599"/>
                  </a:moveTo>
                  <a:cubicBezTo>
                    <a:pt x="277091" y="185680"/>
                    <a:pt x="269730" y="193040"/>
                    <a:pt x="260650" y="193040"/>
                  </a:cubicBezTo>
                  <a:lnTo>
                    <a:pt x="39532" y="193040"/>
                  </a:lnTo>
                  <a:cubicBezTo>
                    <a:pt x="30452" y="193040"/>
                    <a:pt x="23091" y="185680"/>
                    <a:pt x="23091" y="176599"/>
                  </a:cubicBezTo>
                  <a:lnTo>
                    <a:pt x="23091" y="75738"/>
                  </a:lnTo>
                  <a:lnTo>
                    <a:pt x="277091" y="75738"/>
                  </a:lnTo>
                  <a:close/>
                  <a:moveTo>
                    <a:pt x="277091" y="60868"/>
                  </a:moveTo>
                  <a:lnTo>
                    <a:pt x="23091" y="60868"/>
                  </a:lnTo>
                  <a:lnTo>
                    <a:pt x="23091" y="39532"/>
                  </a:lnTo>
                  <a:cubicBezTo>
                    <a:pt x="23091" y="30452"/>
                    <a:pt x="30452" y="23091"/>
                    <a:pt x="39532" y="23091"/>
                  </a:cubicBezTo>
                  <a:lnTo>
                    <a:pt x="260650" y="23091"/>
                  </a:lnTo>
                  <a:cubicBezTo>
                    <a:pt x="269730" y="23091"/>
                    <a:pt x="277091" y="30452"/>
                    <a:pt x="277091" y="3953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15" name="Google Shape;3015;p96"/>
            <p:cNvSpPr/>
            <p:nvPr/>
          </p:nvSpPr>
          <p:spPr>
            <a:xfrm>
              <a:off x="943077" y="1161847"/>
              <a:ext cx="16071" cy="16071"/>
            </a:xfrm>
            <a:custGeom>
              <a:rect b="b" l="l" r="r" t="t"/>
              <a:pathLst>
                <a:path extrusionOk="0" h="16071" w="16071">
                  <a:moveTo>
                    <a:pt x="8313" y="5"/>
                  </a:moveTo>
                  <a:cubicBezTo>
                    <a:pt x="3877" y="-148"/>
                    <a:pt x="158" y="3323"/>
                    <a:pt x="5" y="7759"/>
                  </a:cubicBezTo>
                  <a:cubicBezTo>
                    <a:pt x="-148" y="12194"/>
                    <a:pt x="3323" y="15914"/>
                    <a:pt x="7759" y="16067"/>
                  </a:cubicBezTo>
                  <a:cubicBezTo>
                    <a:pt x="12194" y="16219"/>
                    <a:pt x="15913" y="12748"/>
                    <a:pt x="16067" y="8313"/>
                  </a:cubicBezTo>
                  <a:cubicBezTo>
                    <a:pt x="16070" y="8222"/>
                    <a:pt x="16071" y="8131"/>
                    <a:pt x="16071" y="8041"/>
                  </a:cubicBezTo>
                  <a:cubicBezTo>
                    <a:pt x="16074" y="3709"/>
                    <a:pt x="12642" y="154"/>
                    <a:pt x="8313" y="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16" name="Google Shape;3016;p96"/>
            <p:cNvSpPr/>
            <p:nvPr/>
          </p:nvSpPr>
          <p:spPr>
            <a:xfrm>
              <a:off x="968570" y="1161852"/>
              <a:ext cx="16071" cy="16071"/>
            </a:xfrm>
            <a:custGeom>
              <a:rect b="b" l="l" r="r" t="t"/>
              <a:pathLst>
                <a:path extrusionOk="0" h="16071" w="16071">
                  <a:moveTo>
                    <a:pt x="8036" y="0"/>
                  </a:moveTo>
                  <a:cubicBezTo>
                    <a:pt x="3598" y="0"/>
                    <a:pt x="0" y="3598"/>
                    <a:pt x="0" y="8036"/>
                  </a:cubicBezTo>
                  <a:cubicBezTo>
                    <a:pt x="0" y="12474"/>
                    <a:pt x="3598" y="16071"/>
                    <a:pt x="8036" y="16071"/>
                  </a:cubicBezTo>
                  <a:cubicBezTo>
                    <a:pt x="12474" y="16071"/>
                    <a:pt x="16071" y="12474"/>
                    <a:pt x="16071" y="8036"/>
                  </a:cubicBezTo>
                  <a:cubicBezTo>
                    <a:pt x="16071" y="3598"/>
                    <a:pt x="12474" y="0"/>
                    <a:pt x="803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17" name="Google Shape;3017;p96"/>
          <p:cNvGrpSpPr/>
          <p:nvPr/>
        </p:nvGrpSpPr>
        <p:grpSpPr>
          <a:xfrm>
            <a:off x="6016976" y="3380575"/>
            <a:ext cx="257893" cy="185683"/>
            <a:chOff x="2536951" y="1063133"/>
            <a:chExt cx="469323" cy="337913"/>
          </a:xfrm>
        </p:grpSpPr>
        <p:sp>
          <p:nvSpPr>
            <p:cNvPr id="3018" name="Google Shape;3018;p96"/>
            <p:cNvSpPr/>
            <p:nvPr/>
          </p:nvSpPr>
          <p:spPr>
            <a:xfrm>
              <a:off x="2536951" y="1063133"/>
              <a:ext cx="469323" cy="337913"/>
            </a:xfrm>
            <a:custGeom>
              <a:rect b="b" l="l" r="r" t="t"/>
              <a:pathLst>
                <a:path extrusionOk="0" h="337913" w="469323">
                  <a:moveTo>
                    <a:pt x="407517" y="0"/>
                  </a:moveTo>
                  <a:lnTo>
                    <a:pt x="61806" y="0"/>
                  </a:lnTo>
                  <a:cubicBezTo>
                    <a:pt x="27672" y="0"/>
                    <a:pt x="0" y="27672"/>
                    <a:pt x="0" y="61806"/>
                  </a:cubicBezTo>
                  <a:lnTo>
                    <a:pt x="0" y="276107"/>
                  </a:lnTo>
                  <a:cubicBezTo>
                    <a:pt x="0" y="310242"/>
                    <a:pt x="27672" y="337913"/>
                    <a:pt x="61806" y="337913"/>
                  </a:cubicBezTo>
                  <a:lnTo>
                    <a:pt x="407517" y="337913"/>
                  </a:lnTo>
                  <a:cubicBezTo>
                    <a:pt x="441652" y="337913"/>
                    <a:pt x="469324" y="310242"/>
                    <a:pt x="469324" y="276107"/>
                  </a:cubicBezTo>
                  <a:lnTo>
                    <a:pt x="469324" y="61806"/>
                  </a:lnTo>
                  <a:cubicBezTo>
                    <a:pt x="469324" y="27672"/>
                    <a:pt x="441652" y="0"/>
                    <a:pt x="407517" y="0"/>
                  </a:cubicBezTo>
                  <a:close/>
                  <a:moveTo>
                    <a:pt x="433222" y="276107"/>
                  </a:moveTo>
                  <a:cubicBezTo>
                    <a:pt x="433222" y="290303"/>
                    <a:pt x="421714" y="301811"/>
                    <a:pt x="407517" y="301811"/>
                  </a:cubicBezTo>
                  <a:lnTo>
                    <a:pt x="61806" y="301811"/>
                  </a:lnTo>
                  <a:cubicBezTo>
                    <a:pt x="47610" y="301811"/>
                    <a:pt x="36102" y="290303"/>
                    <a:pt x="36102" y="276107"/>
                  </a:cubicBezTo>
                  <a:lnTo>
                    <a:pt x="36102" y="118414"/>
                  </a:lnTo>
                  <a:lnTo>
                    <a:pt x="433222" y="118414"/>
                  </a:lnTo>
                  <a:close/>
                  <a:moveTo>
                    <a:pt x="433222" y="95309"/>
                  </a:moveTo>
                  <a:lnTo>
                    <a:pt x="36102" y="95309"/>
                  </a:lnTo>
                  <a:lnTo>
                    <a:pt x="36102" y="61806"/>
                  </a:lnTo>
                  <a:cubicBezTo>
                    <a:pt x="36102" y="47610"/>
                    <a:pt x="47610" y="36102"/>
                    <a:pt x="61806" y="36102"/>
                  </a:cubicBezTo>
                  <a:lnTo>
                    <a:pt x="407517" y="36102"/>
                  </a:lnTo>
                  <a:cubicBezTo>
                    <a:pt x="421714" y="36102"/>
                    <a:pt x="433222" y="47610"/>
                    <a:pt x="433222" y="6180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19" name="Google Shape;3019;p96"/>
            <p:cNvSpPr/>
            <p:nvPr/>
          </p:nvSpPr>
          <p:spPr>
            <a:xfrm>
              <a:off x="2594858" y="1116123"/>
              <a:ext cx="25126" cy="25127"/>
            </a:xfrm>
            <a:custGeom>
              <a:rect b="b" l="l" r="r" t="t"/>
              <a:pathLst>
                <a:path extrusionOk="0" h="25127" w="25126">
                  <a:moveTo>
                    <a:pt x="12997" y="8"/>
                  </a:moveTo>
                  <a:cubicBezTo>
                    <a:pt x="6062" y="-232"/>
                    <a:pt x="247" y="5196"/>
                    <a:pt x="8" y="12130"/>
                  </a:cubicBezTo>
                  <a:cubicBezTo>
                    <a:pt x="-232" y="19065"/>
                    <a:pt x="5196" y="24880"/>
                    <a:pt x="12130" y="25120"/>
                  </a:cubicBezTo>
                  <a:cubicBezTo>
                    <a:pt x="19065" y="25358"/>
                    <a:pt x="24880" y="19931"/>
                    <a:pt x="25119" y="12997"/>
                  </a:cubicBezTo>
                  <a:cubicBezTo>
                    <a:pt x="25124" y="12855"/>
                    <a:pt x="25127" y="12713"/>
                    <a:pt x="25127" y="12571"/>
                  </a:cubicBezTo>
                  <a:cubicBezTo>
                    <a:pt x="25131" y="5798"/>
                    <a:pt x="19766" y="241"/>
                    <a:pt x="12997" y="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0" name="Google Shape;3020;p96"/>
            <p:cNvSpPr/>
            <p:nvPr/>
          </p:nvSpPr>
          <p:spPr>
            <a:xfrm>
              <a:off x="2634714" y="1116130"/>
              <a:ext cx="25126" cy="25126"/>
            </a:xfrm>
            <a:custGeom>
              <a:rect b="b" l="l" r="r" t="t"/>
              <a:pathLst>
                <a:path extrusionOk="0" h="25126" w="25126">
                  <a:moveTo>
                    <a:pt x="12563" y="0"/>
                  </a:moveTo>
                  <a:cubicBezTo>
                    <a:pt x="5625" y="0"/>
                    <a:pt x="0" y="5625"/>
                    <a:pt x="0" y="12563"/>
                  </a:cubicBezTo>
                  <a:cubicBezTo>
                    <a:pt x="0" y="19502"/>
                    <a:pt x="5625" y="25127"/>
                    <a:pt x="12563" y="25127"/>
                  </a:cubicBezTo>
                  <a:cubicBezTo>
                    <a:pt x="19502" y="25127"/>
                    <a:pt x="25127" y="19502"/>
                    <a:pt x="25127" y="12563"/>
                  </a:cubicBezTo>
                  <a:cubicBezTo>
                    <a:pt x="25127" y="5625"/>
                    <a:pt x="19502" y="0"/>
                    <a:pt x="1256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1" name="Google Shape;3021;p96"/>
            <p:cNvSpPr/>
            <p:nvPr/>
          </p:nvSpPr>
          <p:spPr>
            <a:xfrm>
              <a:off x="2745366" y="1211837"/>
              <a:ext cx="51876" cy="127507"/>
            </a:xfrm>
            <a:custGeom>
              <a:rect b="b" l="l" r="r" t="t"/>
              <a:pathLst>
                <a:path extrusionOk="0" h="127507" w="51876">
                  <a:moveTo>
                    <a:pt x="43864" y="468"/>
                  </a:moveTo>
                  <a:cubicBezTo>
                    <a:pt x="38299" y="-1243"/>
                    <a:pt x="32401" y="1881"/>
                    <a:pt x="30690" y="7446"/>
                  </a:cubicBezTo>
                  <a:cubicBezTo>
                    <a:pt x="30651" y="7575"/>
                    <a:pt x="30614" y="7703"/>
                    <a:pt x="30579" y="7833"/>
                  </a:cubicBezTo>
                  <a:lnTo>
                    <a:pt x="398" y="114117"/>
                  </a:lnTo>
                  <a:cubicBezTo>
                    <a:pt x="-1185" y="119814"/>
                    <a:pt x="2093" y="125726"/>
                    <a:pt x="7763" y="127402"/>
                  </a:cubicBezTo>
                  <a:cubicBezTo>
                    <a:pt x="8769" y="127543"/>
                    <a:pt x="9789" y="127543"/>
                    <a:pt x="10795" y="127402"/>
                  </a:cubicBezTo>
                  <a:cubicBezTo>
                    <a:pt x="15626" y="127452"/>
                    <a:pt x="19887" y="124254"/>
                    <a:pt x="21193" y="119604"/>
                  </a:cubicBezTo>
                  <a:lnTo>
                    <a:pt x="51374" y="14043"/>
                  </a:lnTo>
                  <a:cubicBezTo>
                    <a:pt x="53157" y="8417"/>
                    <a:pt x="50042" y="2411"/>
                    <a:pt x="44416" y="627"/>
                  </a:cubicBezTo>
                  <a:cubicBezTo>
                    <a:pt x="44234" y="570"/>
                    <a:pt x="44049" y="516"/>
                    <a:pt x="43864" y="46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2" name="Google Shape;3022;p96"/>
            <p:cNvSpPr/>
            <p:nvPr/>
          </p:nvSpPr>
          <p:spPr>
            <a:xfrm>
              <a:off x="2813415" y="1222297"/>
              <a:ext cx="75889" cy="105534"/>
            </a:xfrm>
            <a:custGeom>
              <a:rect b="b" l="l" r="r" t="t"/>
              <a:pathLst>
                <a:path extrusionOk="0" h="105534" w="75889">
                  <a:moveTo>
                    <a:pt x="75890" y="59036"/>
                  </a:moveTo>
                  <a:cubicBezTo>
                    <a:pt x="75890" y="59036"/>
                    <a:pt x="75890" y="59036"/>
                    <a:pt x="75890" y="59036"/>
                  </a:cubicBezTo>
                  <a:lnTo>
                    <a:pt x="75890" y="59036"/>
                  </a:lnTo>
                  <a:lnTo>
                    <a:pt x="75890" y="59036"/>
                  </a:lnTo>
                  <a:lnTo>
                    <a:pt x="75890" y="58025"/>
                  </a:lnTo>
                  <a:cubicBezTo>
                    <a:pt x="75890" y="58025"/>
                    <a:pt x="75890" y="58025"/>
                    <a:pt x="75890" y="58025"/>
                  </a:cubicBezTo>
                  <a:lnTo>
                    <a:pt x="75890" y="58025"/>
                  </a:lnTo>
                  <a:lnTo>
                    <a:pt x="75890" y="54992"/>
                  </a:lnTo>
                  <a:cubicBezTo>
                    <a:pt x="75822" y="54757"/>
                    <a:pt x="75822" y="54506"/>
                    <a:pt x="75890" y="54270"/>
                  </a:cubicBezTo>
                  <a:lnTo>
                    <a:pt x="75890" y="54270"/>
                  </a:lnTo>
                  <a:cubicBezTo>
                    <a:pt x="75890" y="54270"/>
                    <a:pt x="75890" y="54270"/>
                    <a:pt x="75890" y="53548"/>
                  </a:cubicBezTo>
                  <a:lnTo>
                    <a:pt x="75890" y="52682"/>
                  </a:lnTo>
                  <a:lnTo>
                    <a:pt x="75890" y="52682"/>
                  </a:lnTo>
                  <a:lnTo>
                    <a:pt x="75890" y="52682"/>
                  </a:lnTo>
                  <a:cubicBezTo>
                    <a:pt x="75890" y="52682"/>
                    <a:pt x="75890" y="52682"/>
                    <a:pt x="75890" y="52682"/>
                  </a:cubicBezTo>
                  <a:lnTo>
                    <a:pt x="75890" y="52682"/>
                  </a:lnTo>
                  <a:cubicBezTo>
                    <a:pt x="75890" y="52682"/>
                    <a:pt x="75890" y="52682"/>
                    <a:pt x="75890" y="52682"/>
                  </a:cubicBezTo>
                  <a:lnTo>
                    <a:pt x="75890" y="52682"/>
                  </a:lnTo>
                  <a:lnTo>
                    <a:pt x="75890" y="52682"/>
                  </a:lnTo>
                  <a:lnTo>
                    <a:pt x="75890" y="52682"/>
                  </a:lnTo>
                  <a:lnTo>
                    <a:pt x="75890" y="52682"/>
                  </a:lnTo>
                  <a:lnTo>
                    <a:pt x="75890" y="52682"/>
                  </a:lnTo>
                  <a:lnTo>
                    <a:pt x="75890" y="52682"/>
                  </a:lnTo>
                  <a:lnTo>
                    <a:pt x="75890" y="52682"/>
                  </a:lnTo>
                  <a:lnTo>
                    <a:pt x="17838" y="2573"/>
                  </a:lnTo>
                  <a:cubicBezTo>
                    <a:pt x="13277" y="-1298"/>
                    <a:pt x="6443" y="-737"/>
                    <a:pt x="2573" y="3823"/>
                  </a:cubicBezTo>
                  <a:cubicBezTo>
                    <a:pt x="-1298" y="8385"/>
                    <a:pt x="-737" y="15218"/>
                    <a:pt x="3823" y="19088"/>
                  </a:cubicBezTo>
                  <a:cubicBezTo>
                    <a:pt x="4103" y="19327"/>
                    <a:pt x="4395" y="19549"/>
                    <a:pt x="4697" y="19757"/>
                  </a:cubicBezTo>
                  <a:lnTo>
                    <a:pt x="48741" y="53260"/>
                  </a:lnTo>
                  <a:lnTo>
                    <a:pt x="4697" y="86906"/>
                  </a:lnTo>
                  <a:cubicBezTo>
                    <a:pt x="398" y="90478"/>
                    <a:pt x="-477" y="96733"/>
                    <a:pt x="2675" y="101347"/>
                  </a:cubicBezTo>
                  <a:cubicBezTo>
                    <a:pt x="4705" y="103997"/>
                    <a:pt x="7856" y="105546"/>
                    <a:pt x="11195" y="105535"/>
                  </a:cubicBezTo>
                  <a:cubicBezTo>
                    <a:pt x="13581" y="105525"/>
                    <a:pt x="15904" y="104768"/>
                    <a:pt x="17838" y="103369"/>
                  </a:cubicBezTo>
                  <a:lnTo>
                    <a:pt x="73146" y="61202"/>
                  </a:lnTo>
                  <a:lnTo>
                    <a:pt x="73146" y="61202"/>
                  </a:lnTo>
                  <a:lnTo>
                    <a:pt x="73146" y="61202"/>
                  </a:lnTo>
                  <a:lnTo>
                    <a:pt x="73146" y="61202"/>
                  </a:lnTo>
                  <a:lnTo>
                    <a:pt x="73146" y="61202"/>
                  </a:lnTo>
                  <a:cubicBezTo>
                    <a:pt x="73146" y="61202"/>
                    <a:pt x="73146" y="61202"/>
                    <a:pt x="73146" y="61202"/>
                  </a:cubicBezTo>
                  <a:lnTo>
                    <a:pt x="73146" y="61202"/>
                  </a:lnTo>
                  <a:cubicBezTo>
                    <a:pt x="73146" y="61202"/>
                    <a:pt x="73146" y="61202"/>
                    <a:pt x="73146" y="6120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3" name="Google Shape;3023;p96"/>
            <p:cNvSpPr/>
            <p:nvPr/>
          </p:nvSpPr>
          <p:spPr>
            <a:xfrm>
              <a:off x="2656664" y="1222702"/>
              <a:ext cx="72760" cy="105417"/>
            </a:xfrm>
            <a:custGeom>
              <a:rect b="b" l="l" r="r" t="t"/>
              <a:pathLst>
                <a:path extrusionOk="0" h="105417" w="72760">
                  <a:moveTo>
                    <a:pt x="70471" y="4333"/>
                  </a:moveTo>
                  <a:cubicBezTo>
                    <a:pt x="66882" y="-453"/>
                    <a:pt x="60094" y="-1422"/>
                    <a:pt x="55308" y="2167"/>
                  </a:cubicBezTo>
                  <a:lnTo>
                    <a:pt x="0" y="44478"/>
                  </a:lnTo>
                  <a:lnTo>
                    <a:pt x="0" y="44478"/>
                  </a:lnTo>
                  <a:lnTo>
                    <a:pt x="0" y="44478"/>
                  </a:lnTo>
                  <a:lnTo>
                    <a:pt x="0" y="44478"/>
                  </a:lnTo>
                  <a:lnTo>
                    <a:pt x="0" y="44478"/>
                  </a:lnTo>
                  <a:lnTo>
                    <a:pt x="0" y="44478"/>
                  </a:lnTo>
                  <a:lnTo>
                    <a:pt x="0" y="44478"/>
                  </a:lnTo>
                  <a:lnTo>
                    <a:pt x="0" y="44478"/>
                  </a:lnTo>
                  <a:lnTo>
                    <a:pt x="0" y="44478"/>
                  </a:lnTo>
                  <a:lnTo>
                    <a:pt x="0" y="44478"/>
                  </a:lnTo>
                  <a:cubicBezTo>
                    <a:pt x="0" y="44478"/>
                    <a:pt x="0" y="44478"/>
                    <a:pt x="0" y="44478"/>
                  </a:cubicBezTo>
                  <a:lnTo>
                    <a:pt x="0" y="44478"/>
                  </a:lnTo>
                  <a:lnTo>
                    <a:pt x="0" y="44478"/>
                  </a:lnTo>
                  <a:lnTo>
                    <a:pt x="0" y="45344"/>
                  </a:lnTo>
                  <a:cubicBezTo>
                    <a:pt x="0" y="45344"/>
                    <a:pt x="0" y="45344"/>
                    <a:pt x="0" y="46067"/>
                  </a:cubicBezTo>
                  <a:lnTo>
                    <a:pt x="0" y="46067"/>
                  </a:lnTo>
                  <a:cubicBezTo>
                    <a:pt x="68" y="46302"/>
                    <a:pt x="68" y="46553"/>
                    <a:pt x="0" y="46789"/>
                  </a:cubicBezTo>
                  <a:lnTo>
                    <a:pt x="0" y="49821"/>
                  </a:lnTo>
                  <a:lnTo>
                    <a:pt x="0" y="49821"/>
                  </a:lnTo>
                  <a:cubicBezTo>
                    <a:pt x="0" y="49821"/>
                    <a:pt x="0" y="49821"/>
                    <a:pt x="0" y="49821"/>
                  </a:cubicBezTo>
                  <a:lnTo>
                    <a:pt x="0" y="50832"/>
                  </a:lnTo>
                  <a:lnTo>
                    <a:pt x="0" y="50832"/>
                  </a:lnTo>
                  <a:lnTo>
                    <a:pt x="0" y="50832"/>
                  </a:lnTo>
                  <a:cubicBezTo>
                    <a:pt x="0" y="50832"/>
                    <a:pt x="0" y="50832"/>
                    <a:pt x="0" y="50832"/>
                  </a:cubicBezTo>
                  <a:lnTo>
                    <a:pt x="0" y="50832"/>
                  </a:lnTo>
                  <a:cubicBezTo>
                    <a:pt x="0" y="50832"/>
                    <a:pt x="0" y="50832"/>
                    <a:pt x="0" y="50832"/>
                  </a:cubicBezTo>
                  <a:lnTo>
                    <a:pt x="0" y="50832"/>
                  </a:lnTo>
                  <a:cubicBezTo>
                    <a:pt x="0" y="50832"/>
                    <a:pt x="0" y="50832"/>
                    <a:pt x="0" y="50832"/>
                  </a:cubicBezTo>
                  <a:lnTo>
                    <a:pt x="0" y="50832"/>
                  </a:lnTo>
                  <a:lnTo>
                    <a:pt x="0" y="50832"/>
                  </a:lnTo>
                  <a:lnTo>
                    <a:pt x="0" y="50832"/>
                  </a:lnTo>
                  <a:lnTo>
                    <a:pt x="0" y="50832"/>
                  </a:lnTo>
                  <a:lnTo>
                    <a:pt x="55308" y="103252"/>
                  </a:lnTo>
                  <a:cubicBezTo>
                    <a:pt x="57242" y="104651"/>
                    <a:pt x="59565" y="105408"/>
                    <a:pt x="61951" y="105418"/>
                  </a:cubicBezTo>
                  <a:cubicBezTo>
                    <a:pt x="65289" y="105429"/>
                    <a:pt x="68440" y="103880"/>
                    <a:pt x="70471" y="101230"/>
                  </a:cubicBezTo>
                  <a:cubicBezTo>
                    <a:pt x="73623" y="96616"/>
                    <a:pt x="72748" y="90361"/>
                    <a:pt x="68449" y="86789"/>
                  </a:cubicBezTo>
                  <a:lnTo>
                    <a:pt x="25127" y="53142"/>
                  </a:lnTo>
                  <a:lnTo>
                    <a:pt x="68449" y="19640"/>
                  </a:lnTo>
                  <a:cubicBezTo>
                    <a:pt x="73226" y="16038"/>
                    <a:pt x="74178" y="9248"/>
                    <a:pt x="70578" y="4471"/>
                  </a:cubicBezTo>
                  <a:cubicBezTo>
                    <a:pt x="70542" y="4425"/>
                    <a:pt x="70507" y="4379"/>
                    <a:pt x="70471" y="433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24" name="Google Shape;3024;p96"/>
          <p:cNvGrpSpPr/>
          <p:nvPr/>
        </p:nvGrpSpPr>
        <p:grpSpPr>
          <a:xfrm>
            <a:off x="6809075" y="3380532"/>
            <a:ext cx="257878" cy="185672"/>
            <a:chOff x="3184116" y="1118713"/>
            <a:chExt cx="461320" cy="332150"/>
          </a:xfrm>
        </p:grpSpPr>
        <p:sp>
          <p:nvSpPr>
            <p:cNvPr id="3025" name="Google Shape;3025;p96"/>
            <p:cNvSpPr/>
            <p:nvPr/>
          </p:nvSpPr>
          <p:spPr>
            <a:xfrm>
              <a:off x="3503350" y="1255832"/>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6" name="Google Shape;3026;p96"/>
            <p:cNvSpPr/>
            <p:nvPr/>
          </p:nvSpPr>
          <p:spPr>
            <a:xfrm>
              <a:off x="3184116" y="1118713"/>
              <a:ext cx="461320" cy="332150"/>
            </a:xfrm>
            <a:custGeom>
              <a:rect b="b" l="l" r="r" t="t"/>
              <a:pathLst>
                <a:path extrusionOk="0" h="332150" w="461320">
                  <a:moveTo>
                    <a:pt x="60327" y="332151"/>
                  </a:moveTo>
                  <a:lnTo>
                    <a:pt x="400994" y="332151"/>
                  </a:lnTo>
                  <a:cubicBezTo>
                    <a:pt x="434036" y="332154"/>
                    <a:pt x="460932" y="305575"/>
                    <a:pt x="461321" y="272534"/>
                  </a:cubicBezTo>
                  <a:lnTo>
                    <a:pt x="461321" y="60327"/>
                  </a:lnTo>
                  <a:cubicBezTo>
                    <a:pt x="461321" y="27009"/>
                    <a:pt x="434312" y="0"/>
                    <a:pt x="400994" y="0"/>
                  </a:cubicBezTo>
                  <a:lnTo>
                    <a:pt x="60327" y="0"/>
                  </a:lnTo>
                  <a:cubicBezTo>
                    <a:pt x="27009" y="0"/>
                    <a:pt x="0" y="27009"/>
                    <a:pt x="0" y="60327"/>
                  </a:cubicBezTo>
                  <a:lnTo>
                    <a:pt x="0" y="272534"/>
                  </a:lnTo>
                  <a:cubicBezTo>
                    <a:pt x="389" y="305575"/>
                    <a:pt x="27284" y="332154"/>
                    <a:pt x="60327" y="332151"/>
                  </a:cubicBezTo>
                  <a:close/>
                  <a:moveTo>
                    <a:pt x="35486" y="60327"/>
                  </a:moveTo>
                  <a:cubicBezTo>
                    <a:pt x="35486" y="46608"/>
                    <a:pt x="46608" y="35486"/>
                    <a:pt x="60327" y="35486"/>
                  </a:cubicBezTo>
                  <a:lnTo>
                    <a:pt x="400994" y="35486"/>
                  </a:lnTo>
                  <a:cubicBezTo>
                    <a:pt x="414713" y="35486"/>
                    <a:pt x="425835" y="46608"/>
                    <a:pt x="425835" y="60327"/>
                  </a:cubicBezTo>
                  <a:lnTo>
                    <a:pt x="425835" y="93542"/>
                  </a:lnTo>
                  <a:lnTo>
                    <a:pt x="35486" y="93542"/>
                  </a:lnTo>
                  <a:close/>
                  <a:moveTo>
                    <a:pt x="35486" y="116253"/>
                  </a:moveTo>
                  <a:lnTo>
                    <a:pt x="425835" y="116253"/>
                  </a:lnTo>
                  <a:lnTo>
                    <a:pt x="425835" y="272534"/>
                  </a:lnTo>
                  <a:cubicBezTo>
                    <a:pt x="425450" y="285975"/>
                    <a:pt x="414441" y="296670"/>
                    <a:pt x="400994" y="296665"/>
                  </a:cubicBezTo>
                  <a:lnTo>
                    <a:pt x="60327" y="296665"/>
                  </a:lnTo>
                  <a:cubicBezTo>
                    <a:pt x="46880" y="296670"/>
                    <a:pt x="35870" y="285975"/>
                    <a:pt x="35486" y="27253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7" name="Google Shape;3027;p96"/>
            <p:cNvSpPr/>
            <p:nvPr/>
          </p:nvSpPr>
          <p:spPr>
            <a:xfrm>
              <a:off x="3241036" y="1170799"/>
              <a:ext cx="24698" cy="24699"/>
            </a:xfrm>
            <a:custGeom>
              <a:rect b="b" l="l" r="r" t="t"/>
              <a:pathLst>
                <a:path extrusionOk="0" h="24699" w="24698">
                  <a:moveTo>
                    <a:pt x="12775" y="7"/>
                  </a:moveTo>
                  <a:cubicBezTo>
                    <a:pt x="5959" y="-228"/>
                    <a:pt x="243" y="5107"/>
                    <a:pt x="7" y="11923"/>
                  </a:cubicBezTo>
                  <a:cubicBezTo>
                    <a:pt x="-228" y="18740"/>
                    <a:pt x="5107" y="24456"/>
                    <a:pt x="11923" y="24692"/>
                  </a:cubicBezTo>
                  <a:cubicBezTo>
                    <a:pt x="18740" y="24926"/>
                    <a:pt x="24456" y="19591"/>
                    <a:pt x="24691" y="12775"/>
                  </a:cubicBezTo>
                  <a:cubicBezTo>
                    <a:pt x="24696" y="12636"/>
                    <a:pt x="24698" y="12496"/>
                    <a:pt x="24699" y="12357"/>
                  </a:cubicBezTo>
                  <a:cubicBezTo>
                    <a:pt x="24702" y="5699"/>
                    <a:pt x="19429" y="237"/>
                    <a:pt x="12775" y="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8" name="Google Shape;3028;p96"/>
            <p:cNvSpPr/>
            <p:nvPr/>
          </p:nvSpPr>
          <p:spPr>
            <a:xfrm>
              <a:off x="3280213" y="1170807"/>
              <a:ext cx="24698" cy="24698"/>
            </a:xfrm>
            <a:custGeom>
              <a:rect b="b" l="l" r="r" t="t"/>
              <a:pathLst>
                <a:path extrusionOk="0" h="24698" w="24698">
                  <a:moveTo>
                    <a:pt x="12349" y="0"/>
                  </a:moveTo>
                  <a:cubicBezTo>
                    <a:pt x="5529" y="0"/>
                    <a:pt x="0" y="5529"/>
                    <a:pt x="0" y="12349"/>
                  </a:cubicBezTo>
                  <a:cubicBezTo>
                    <a:pt x="0" y="19170"/>
                    <a:pt x="5529" y="24698"/>
                    <a:pt x="12349" y="24698"/>
                  </a:cubicBezTo>
                  <a:cubicBezTo>
                    <a:pt x="19170" y="24698"/>
                    <a:pt x="24698" y="19170"/>
                    <a:pt x="24698" y="12349"/>
                  </a:cubicBezTo>
                  <a:cubicBezTo>
                    <a:pt x="24698" y="5529"/>
                    <a:pt x="19170" y="0"/>
                    <a:pt x="12349"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29" name="Google Shape;3029;p96"/>
            <p:cNvSpPr/>
            <p:nvPr/>
          </p:nvSpPr>
          <p:spPr>
            <a:xfrm>
              <a:off x="3268715" y="1255832"/>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0" name="Google Shape;3030;p96"/>
            <p:cNvSpPr/>
            <p:nvPr/>
          </p:nvSpPr>
          <p:spPr>
            <a:xfrm>
              <a:off x="3425138" y="1255832"/>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1" name="Google Shape;3031;p96"/>
            <p:cNvSpPr/>
            <p:nvPr/>
          </p:nvSpPr>
          <p:spPr>
            <a:xfrm>
              <a:off x="3346927" y="1255832"/>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2" name="Google Shape;3032;p96"/>
            <p:cNvSpPr/>
            <p:nvPr/>
          </p:nvSpPr>
          <p:spPr>
            <a:xfrm>
              <a:off x="3268715" y="1333050"/>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3" name="Google Shape;3033;p96"/>
            <p:cNvSpPr/>
            <p:nvPr/>
          </p:nvSpPr>
          <p:spPr>
            <a:xfrm>
              <a:off x="3425138" y="1333050"/>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4" name="Google Shape;3034;p96"/>
            <p:cNvSpPr/>
            <p:nvPr/>
          </p:nvSpPr>
          <p:spPr>
            <a:xfrm>
              <a:off x="3346927" y="1333050"/>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5" name="Google Shape;3035;p96"/>
            <p:cNvSpPr/>
            <p:nvPr/>
          </p:nvSpPr>
          <p:spPr>
            <a:xfrm>
              <a:off x="3503350" y="1333050"/>
              <a:ext cx="57345" cy="57345"/>
            </a:xfrm>
            <a:custGeom>
              <a:rect b="b" l="l" r="r" t="t"/>
              <a:pathLst>
                <a:path extrusionOk="0" h="57345" w="57345">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36" name="Google Shape;3036;p96"/>
          <p:cNvGrpSpPr/>
          <p:nvPr/>
        </p:nvGrpSpPr>
        <p:grpSpPr>
          <a:xfrm>
            <a:off x="7598180" y="3357809"/>
            <a:ext cx="264275" cy="231194"/>
            <a:chOff x="3840281" y="1479290"/>
            <a:chExt cx="448685" cy="392519"/>
          </a:xfrm>
        </p:grpSpPr>
        <p:sp>
          <p:nvSpPr>
            <p:cNvPr id="3037" name="Google Shape;3037;p96"/>
            <p:cNvSpPr/>
            <p:nvPr/>
          </p:nvSpPr>
          <p:spPr>
            <a:xfrm>
              <a:off x="3840281" y="1479290"/>
              <a:ext cx="445982" cy="321605"/>
            </a:xfrm>
            <a:custGeom>
              <a:rect b="b" l="l" r="r" t="t"/>
              <a:pathLst>
                <a:path extrusionOk="0" h="321605" w="445982">
                  <a:moveTo>
                    <a:pt x="58865" y="321605"/>
                  </a:moveTo>
                  <a:lnTo>
                    <a:pt x="237119" y="321605"/>
                  </a:lnTo>
                  <a:cubicBezTo>
                    <a:pt x="246681" y="321605"/>
                    <a:pt x="254432" y="313855"/>
                    <a:pt x="254432" y="304293"/>
                  </a:cubicBezTo>
                  <a:cubicBezTo>
                    <a:pt x="254432" y="294730"/>
                    <a:pt x="246681" y="286980"/>
                    <a:pt x="237119" y="286980"/>
                  </a:cubicBezTo>
                  <a:lnTo>
                    <a:pt x="58865" y="286980"/>
                  </a:lnTo>
                  <a:cubicBezTo>
                    <a:pt x="45478" y="286980"/>
                    <a:pt x="34627" y="276128"/>
                    <a:pt x="34627" y="262741"/>
                  </a:cubicBezTo>
                  <a:lnTo>
                    <a:pt x="34627" y="113019"/>
                  </a:lnTo>
                  <a:lnTo>
                    <a:pt x="411356" y="113019"/>
                  </a:lnTo>
                  <a:lnTo>
                    <a:pt x="411356" y="197368"/>
                  </a:lnTo>
                  <a:cubicBezTo>
                    <a:pt x="411356" y="206930"/>
                    <a:pt x="419107" y="214681"/>
                    <a:pt x="428669" y="214681"/>
                  </a:cubicBezTo>
                  <a:cubicBezTo>
                    <a:pt x="438232" y="214681"/>
                    <a:pt x="445982" y="206930"/>
                    <a:pt x="445982" y="197368"/>
                  </a:cubicBezTo>
                  <a:lnTo>
                    <a:pt x="445982" y="58864"/>
                  </a:lnTo>
                  <a:cubicBezTo>
                    <a:pt x="445906" y="26386"/>
                    <a:pt x="419596" y="76"/>
                    <a:pt x="387118" y="0"/>
                  </a:cubicBezTo>
                  <a:lnTo>
                    <a:pt x="58865" y="0"/>
                  </a:lnTo>
                  <a:cubicBezTo>
                    <a:pt x="26355" y="0"/>
                    <a:pt x="0" y="26354"/>
                    <a:pt x="0" y="58863"/>
                  </a:cubicBezTo>
                  <a:cubicBezTo>
                    <a:pt x="0" y="58956"/>
                    <a:pt x="0" y="59049"/>
                    <a:pt x="1" y="59141"/>
                  </a:cubicBezTo>
                  <a:lnTo>
                    <a:pt x="1" y="262741"/>
                  </a:lnTo>
                  <a:cubicBezTo>
                    <a:pt x="1" y="295251"/>
                    <a:pt x="26355" y="321605"/>
                    <a:pt x="58865" y="321605"/>
                  </a:cubicBezTo>
                  <a:close/>
                  <a:moveTo>
                    <a:pt x="34627" y="59141"/>
                  </a:moveTo>
                  <a:cubicBezTo>
                    <a:pt x="34321" y="45758"/>
                    <a:pt x="44922" y="34661"/>
                    <a:pt x="58304" y="34355"/>
                  </a:cubicBezTo>
                  <a:cubicBezTo>
                    <a:pt x="58491" y="34351"/>
                    <a:pt x="58678" y="34349"/>
                    <a:pt x="58865" y="34349"/>
                  </a:cubicBezTo>
                  <a:lnTo>
                    <a:pt x="387118" y="34349"/>
                  </a:lnTo>
                  <a:cubicBezTo>
                    <a:pt x="400505" y="34349"/>
                    <a:pt x="411356" y="45201"/>
                    <a:pt x="411356" y="58587"/>
                  </a:cubicBezTo>
                  <a:lnTo>
                    <a:pt x="411356" y="90304"/>
                  </a:lnTo>
                  <a:lnTo>
                    <a:pt x="34627" y="90304"/>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8" name="Google Shape;3038;p96"/>
            <p:cNvSpPr/>
            <p:nvPr/>
          </p:nvSpPr>
          <p:spPr>
            <a:xfrm>
              <a:off x="3895822" y="1530121"/>
              <a:ext cx="23822" cy="23822"/>
            </a:xfrm>
            <a:custGeom>
              <a:rect b="b" l="l" r="r" t="t"/>
              <a:pathLst>
                <a:path extrusionOk="0" h="23822" w="23822">
                  <a:moveTo>
                    <a:pt x="23823" y="11911"/>
                  </a:moveTo>
                  <a:cubicBezTo>
                    <a:pt x="23823" y="18490"/>
                    <a:pt x="18490" y="23823"/>
                    <a:pt x="11911" y="23823"/>
                  </a:cubicBezTo>
                  <a:cubicBezTo>
                    <a:pt x="5333" y="23823"/>
                    <a:pt x="0" y="18490"/>
                    <a:pt x="0" y="11911"/>
                  </a:cubicBezTo>
                  <a:cubicBezTo>
                    <a:pt x="0" y="5333"/>
                    <a:pt x="5333" y="0"/>
                    <a:pt x="11911" y="0"/>
                  </a:cubicBezTo>
                  <a:cubicBezTo>
                    <a:pt x="18490" y="0"/>
                    <a:pt x="23823" y="5333"/>
                    <a:pt x="23823" y="1191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39" name="Google Shape;3039;p96"/>
            <p:cNvSpPr/>
            <p:nvPr/>
          </p:nvSpPr>
          <p:spPr>
            <a:xfrm>
              <a:off x="3933634" y="1530120"/>
              <a:ext cx="24099" cy="24099"/>
            </a:xfrm>
            <a:custGeom>
              <a:rect b="b" l="l" r="r" t="t"/>
              <a:pathLst>
                <a:path extrusionOk="0" h="24099" w="24099">
                  <a:moveTo>
                    <a:pt x="12188" y="1"/>
                  </a:moveTo>
                  <a:cubicBezTo>
                    <a:pt x="5533" y="-75"/>
                    <a:pt x="77" y="5258"/>
                    <a:pt x="1" y="11912"/>
                  </a:cubicBezTo>
                  <a:cubicBezTo>
                    <a:pt x="-75" y="18567"/>
                    <a:pt x="5258" y="24023"/>
                    <a:pt x="11912" y="24099"/>
                  </a:cubicBezTo>
                  <a:cubicBezTo>
                    <a:pt x="18567" y="24175"/>
                    <a:pt x="24023" y="18842"/>
                    <a:pt x="24099" y="12188"/>
                  </a:cubicBezTo>
                  <a:cubicBezTo>
                    <a:pt x="24100" y="12096"/>
                    <a:pt x="24100" y="12004"/>
                    <a:pt x="24099" y="11912"/>
                  </a:cubicBezTo>
                  <a:cubicBezTo>
                    <a:pt x="24024" y="5365"/>
                    <a:pt x="18735" y="76"/>
                    <a:pt x="12188" y="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0" name="Google Shape;3040;p96"/>
            <p:cNvSpPr/>
            <p:nvPr/>
          </p:nvSpPr>
          <p:spPr>
            <a:xfrm>
              <a:off x="4105902" y="1673965"/>
              <a:ext cx="183064" cy="197844"/>
            </a:xfrm>
            <a:custGeom>
              <a:rect b="b" l="l" r="r" t="t"/>
              <a:pathLst>
                <a:path extrusionOk="0" h="197844" w="183064">
                  <a:moveTo>
                    <a:pt x="139365" y="121390"/>
                  </a:moveTo>
                  <a:cubicBezTo>
                    <a:pt x="163889" y="86643"/>
                    <a:pt x="155601" y="38594"/>
                    <a:pt x="120854" y="14069"/>
                  </a:cubicBezTo>
                  <a:cubicBezTo>
                    <a:pt x="109491" y="6050"/>
                    <a:pt x="96168" y="1257"/>
                    <a:pt x="82301" y="200"/>
                  </a:cubicBezTo>
                  <a:cubicBezTo>
                    <a:pt x="62095" y="-1270"/>
                    <a:pt x="42142" y="5414"/>
                    <a:pt x="26900" y="18759"/>
                  </a:cubicBezTo>
                  <a:cubicBezTo>
                    <a:pt x="-5430" y="46511"/>
                    <a:pt x="-9142" y="95216"/>
                    <a:pt x="18610" y="127546"/>
                  </a:cubicBezTo>
                  <a:cubicBezTo>
                    <a:pt x="31922" y="143054"/>
                    <a:pt x="50843" y="152645"/>
                    <a:pt x="71221" y="154216"/>
                  </a:cubicBezTo>
                  <a:lnTo>
                    <a:pt x="77038" y="154216"/>
                  </a:lnTo>
                  <a:cubicBezTo>
                    <a:pt x="88844" y="154142"/>
                    <a:pt x="100467" y="151296"/>
                    <a:pt x="110971" y="145906"/>
                  </a:cubicBezTo>
                  <a:lnTo>
                    <a:pt x="149891" y="191335"/>
                  </a:lnTo>
                  <a:cubicBezTo>
                    <a:pt x="153074" y="195076"/>
                    <a:pt x="157601" y="197414"/>
                    <a:pt x="162495" y="197844"/>
                  </a:cubicBezTo>
                  <a:lnTo>
                    <a:pt x="164018" y="197844"/>
                  </a:lnTo>
                  <a:cubicBezTo>
                    <a:pt x="168687" y="197778"/>
                    <a:pt x="173171" y="196004"/>
                    <a:pt x="176622" y="192858"/>
                  </a:cubicBezTo>
                  <a:cubicBezTo>
                    <a:pt x="184387" y="186166"/>
                    <a:pt x="185255" y="174447"/>
                    <a:pt x="178563" y="166683"/>
                  </a:cubicBezTo>
                  <a:cubicBezTo>
                    <a:pt x="178563" y="166683"/>
                    <a:pt x="178561" y="166681"/>
                    <a:pt x="178561" y="166681"/>
                  </a:cubicBezTo>
                  <a:close/>
                  <a:moveTo>
                    <a:pt x="111664" y="118897"/>
                  </a:moveTo>
                  <a:cubicBezTo>
                    <a:pt x="88967" y="138611"/>
                    <a:pt x="54588" y="136192"/>
                    <a:pt x="34875" y="113497"/>
                  </a:cubicBezTo>
                  <a:cubicBezTo>
                    <a:pt x="34756" y="113359"/>
                    <a:pt x="34636" y="113220"/>
                    <a:pt x="34517" y="113080"/>
                  </a:cubicBezTo>
                  <a:cubicBezTo>
                    <a:pt x="14932" y="89982"/>
                    <a:pt x="17523" y="55436"/>
                    <a:pt x="40335" y="35518"/>
                  </a:cubicBezTo>
                  <a:cubicBezTo>
                    <a:pt x="50110" y="26709"/>
                    <a:pt x="62772" y="21783"/>
                    <a:pt x="75930" y="21668"/>
                  </a:cubicBezTo>
                  <a:lnTo>
                    <a:pt x="80085" y="21668"/>
                  </a:lnTo>
                  <a:cubicBezTo>
                    <a:pt x="94642" y="22677"/>
                    <a:pt x="108175" y="29520"/>
                    <a:pt x="117620" y="40643"/>
                  </a:cubicBezTo>
                  <a:cubicBezTo>
                    <a:pt x="137741" y="63694"/>
                    <a:pt x="135366" y="98691"/>
                    <a:pt x="112315" y="118813"/>
                  </a:cubicBezTo>
                  <a:cubicBezTo>
                    <a:pt x="112283" y="118841"/>
                    <a:pt x="112250" y="118870"/>
                    <a:pt x="112218" y="11889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1" name="Google Shape;3041;p96"/>
            <p:cNvSpPr/>
            <p:nvPr/>
          </p:nvSpPr>
          <p:spPr>
            <a:xfrm>
              <a:off x="3909672" y="1633306"/>
              <a:ext cx="303876" cy="13850"/>
            </a:xfrm>
            <a:custGeom>
              <a:rect b="b" l="l" r="r" t="t"/>
              <a:pathLst>
                <a:path extrusionOk="0" h="13850" w="303876">
                  <a:moveTo>
                    <a:pt x="303877" y="6925"/>
                  </a:moveTo>
                  <a:cubicBezTo>
                    <a:pt x="303877" y="3101"/>
                    <a:pt x="300776" y="0"/>
                    <a:pt x="296952" y="0"/>
                  </a:cubicBezTo>
                  <a:lnTo>
                    <a:pt x="6925" y="0"/>
                  </a:lnTo>
                  <a:cubicBezTo>
                    <a:pt x="3101" y="0"/>
                    <a:pt x="0" y="3101"/>
                    <a:pt x="0" y="6925"/>
                  </a:cubicBezTo>
                  <a:cubicBezTo>
                    <a:pt x="0" y="10749"/>
                    <a:pt x="3101" y="13850"/>
                    <a:pt x="6925" y="13850"/>
                  </a:cubicBezTo>
                  <a:lnTo>
                    <a:pt x="296952" y="13850"/>
                  </a:lnTo>
                  <a:cubicBezTo>
                    <a:pt x="300776" y="13850"/>
                    <a:pt x="303877" y="10749"/>
                    <a:pt x="303877" y="692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2" name="Google Shape;3042;p96"/>
            <p:cNvSpPr/>
            <p:nvPr/>
          </p:nvSpPr>
          <p:spPr>
            <a:xfrm>
              <a:off x="3909672" y="1677073"/>
              <a:ext cx="193905" cy="13850"/>
            </a:xfrm>
            <a:custGeom>
              <a:rect b="b" l="l" r="r" t="t"/>
              <a:pathLst>
                <a:path extrusionOk="0" h="13850" w="193905">
                  <a:moveTo>
                    <a:pt x="186980" y="0"/>
                  </a:moveTo>
                  <a:lnTo>
                    <a:pt x="6925" y="0"/>
                  </a:lnTo>
                  <a:cubicBezTo>
                    <a:pt x="3101" y="0"/>
                    <a:pt x="0" y="3101"/>
                    <a:pt x="0" y="6925"/>
                  </a:cubicBezTo>
                  <a:cubicBezTo>
                    <a:pt x="0" y="10749"/>
                    <a:pt x="3101" y="13850"/>
                    <a:pt x="6925" y="13850"/>
                  </a:cubicBezTo>
                  <a:lnTo>
                    <a:pt x="186980" y="13850"/>
                  </a:lnTo>
                  <a:cubicBezTo>
                    <a:pt x="190804" y="13850"/>
                    <a:pt x="193905" y="10749"/>
                    <a:pt x="193905" y="6925"/>
                  </a:cubicBezTo>
                  <a:cubicBezTo>
                    <a:pt x="193905" y="3101"/>
                    <a:pt x="190804" y="0"/>
                    <a:pt x="186980"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3" name="Google Shape;3043;p96"/>
            <p:cNvSpPr/>
            <p:nvPr/>
          </p:nvSpPr>
          <p:spPr>
            <a:xfrm>
              <a:off x="3909672" y="1721395"/>
              <a:ext cx="167727" cy="13850"/>
            </a:xfrm>
            <a:custGeom>
              <a:rect b="b" l="l" r="r" t="t"/>
              <a:pathLst>
                <a:path extrusionOk="0" h="13850" w="167727">
                  <a:moveTo>
                    <a:pt x="6925" y="0"/>
                  </a:moveTo>
                  <a:cubicBezTo>
                    <a:pt x="3101" y="0"/>
                    <a:pt x="0" y="3101"/>
                    <a:pt x="0" y="6925"/>
                  </a:cubicBezTo>
                  <a:cubicBezTo>
                    <a:pt x="0" y="10749"/>
                    <a:pt x="3101" y="13850"/>
                    <a:pt x="6925" y="13850"/>
                  </a:cubicBezTo>
                  <a:lnTo>
                    <a:pt x="160803" y="13850"/>
                  </a:lnTo>
                  <a:cubicBezTo>
                    <a:pt x="164627" y="13850"/>
                    <a:pt x="167728" y="10749"/>
                    <a:pt x="167728" y="6925"/>
                  </a:cubicBezTo>
                  <a:cubicBezTo>
                    <a:pt x="167728" y="3101"/>
                    <a:pt x="164627" y="0"/>
                    <a:pt x="160803"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44" name="Google Shape;3044;p96"/>
          <p:cNvGrpSpPr/>
          <p:nvPr/>
        </p:nvGrpSpPr>
        <p:grpSpPr>
          <a:xfrm>
            <a:off x="4501065" y="3374186"/>
            <a:ext cx="120748" cy="198372"/>
            <a:chOff x="1161635" y="196741"/>
            <a:chExt cx="174290" cy="286333"/>
          </a:xfrm>
        </p:grpSpPr>
        <p:sp>
          <p:nvSpPr>
            <p:cNvPr id="3045" name="Google Shape;3045;p96"/>
            <p:cNvSpPr/>
            <p:nvPr/>
          </p:nvSpPr>
          <p:spPr>
            <a:xfrm>
              <a:off x="1161635" y="196741"/>
              <a:ext cx="174290" cy="286333"/>
            </a:xfrm>
            <a:custGeom>
              <a:rect b="b" l="l" r="r" t="t"/>
              <a:pathLst>
                <a:path extrusionOk="0" h="286333" w="174290">
                  <a:moveTo>
                    <a:pt x="37869" y="286330"/>
                  </a:moveTo>
                  <a:lnTo>
                    <a:pt x="136698" y="286330"/>
                  </a:lnTo>
                  <a:cubicBezTo>
                    <a:pt x="157230" y="286383"/>
                    <a:pt x="173987" y="269914"/>
                    <a:pt x="174290" y="249385"/>
                  </a:cubicBezTo>
                  <a:lnTo>
                    <a:pt x="174290" y="36948"/>
                  </a:lnTo>
                  <a:cubicBezTo>
                    <a:pt x="173986" y="16274"/>
                    <a:pt x="157004" y="-254"/>
                    <a:pt x="136329" y="3"/>
                  </a:cubicBezTo>
                  <a:lnTo>
                    <a:pt x="37869" y="3"/>
                  </a:lnTo>
                  <a:cubicBezTo>
                    <a:pt x="17211" y="-254"/>
                    <a:pt x="257" y="16285"/>
                    <a:pt x="0" y="36943"/>
                  </a:cubicBezTo>
                  <a:cubicBezTo>
                    <a:pt x="0" y="36945"/>
                    <a:pt x="0" y="36946"/>
                    <a:pt x="0" y="36948"/>
                  </a:cubicBezTo>
                  <a:lnTo>
                    <a:pt x="0" y="249385"/>
                  </a:lnTo>
                  <a:cubicBezTo>
                    <a:pt x="253" y="270043"/>
                    <a:pt x="17205" y="286584"/>
                    <a:pt x="37864" y="286330"/>
                  </a:cubicBezTo>
                  <a:cubicBezTo>
                    <a:pt x="37865" y="286330"/>
                    <a:pt x="37867" y="286330"/>
                    <a:pt x="37869" y="286330"/>
                  </a:cubicBezTo>
                  <a:close/>
                  <a:moveTo>
                    <a:pt x="23091" y="36948"/>
                  </a:moveTo>
                  <a:cubicBezTo>
                    <a:pt x="23192" y="28874"/>
                    <a:pt x="29794" y="22396"/>
                    <a:pt x="37869" y="22447"/>
                  </a:cubicBezTo>
                  <a:lnTo>
                    <a:pt x="136698" y="22447"/>
                  </a:lnTo>
                  <a:cubicBezTo>
                    <a:pt x="144809" y="22345"/>
                    <a:pt x="151466" y="28836"/>
                    <a:pt x="151569" y="36946"/>
                  </a:cubicBezTo>
                  <a:cubicBezTo>
                    <a:pt x="151569" y="36947"/>
                    <a:pt x="151569" y="36948"/>
                    <a:pt x="151569" y="36948"/>
                  </a:cubicBezTo>
                  <a:lnTo>
                    <a:pt x="151569" y="53759"/>
                  </a:lnTo>
                  <a:lnTo>
                    <a:pt x="23091" y="53759"/>
                  </a:lnTo>
                  <a:close/>
                  <a:moveTo>
                    <a:pt x="23091" y="68167"/>
                  </a:moveTo>
                  <a:lnTo>
                    <a:pt x="151569" y="68167"/>
                  </a:lnTo>
                  <a:lnTo>
                    <a:pt x="151569" y="218166"/>
                  </a:lnTo>
                  <a:lnTo>
                    <a:pt x="23091" y="218166"/>
                  </a:lnTo>
                  <a:close/>
                  <a:moveTo>
                    <a:pt x="23091" y="232575"/>
                  </a:moveTo>
                  <a:lnTo>
                    <a:pt x="151569" y="232575"/>
                  </a:lnTo>
                  <a:lnTo>
                    <a:pt x="151569" y="249385"/>
                  </a:lnTo>
                  <a:cubicBezTo>
                    <a:pt x="151467" y="257495"/>
                    <a:pt x="144810" y="263987"/>
                    <a:pt x="136701" y="263886"/>
                  </a:cubicBezTo>
                  <a:cubicBezTo>
                    <a:pt x="136700" y="263886"/>
                    <a:pt x="136699" y="263886"/>
                    <a:pt x="136698" y="263886"/>
                  </a:cubicBezTo>
                  <a:lnTo>
                    <a:pt x="37869" y="263886"/>
                  </a:lnTo>
                  <a:cubicBezTo>
                    <a:pt x="29794" y="263938"/>
                    <a:pt x="23192" y="257459"/>
                    <a:pt x="23091" y="24938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6" name="Google Shape;3046;p96"/>
            <p:cNvSpPr/>
            <p:nvPr/>
          </p:nvSpPr>
          <p:spPr>
            <a:xfrm>
              <a:off x="1238573" y="226350"/>
              <a:ext cx="16174" cy="15748"/>
            </a:xfrm>
            <a:custGeom>
              <a:rect b="b" l="l" r="r" t="t"/>
              <a:pathLst>
                <a:path extrusionOk="0" h="15748" w="16174">
                  <a:moveTo>
                    <a:pt x="4989" y="597"/>
                  </a:moveTo>
                  <a:cubicBezTo>
                    <a:pt x="3980" y="982"/>
                    <a:pt x="3066" y="1580"/>
                    <a:pt x="2310" y="2352"/>
                  </a:cubicBezTo>
                  <a:cubicBezTo>
                    <a:pt x="828" y="3814"/>
                    <a:pt x="-5" y="5811"/>
                    <a:pt x="1" y="7894"/>
                  </a:cubicBezTo>
                  <a:cubicBezTo>
                    <a:pt x="-17" y="8916"/>
                    <a:pt x="204" y="9928"/>
                    <a:pt x="648" y="10849"/>
                  </a:cubicBezTo>
                  <a:cubicBezTo>
                    <a:pt x="1822" y="13884"/>
                    <a:pt x="4784" y="15846"/>
                    <a:pt x="8037" y="15744"/>
                  </a:cubicBezTo>
                  <a:cubicBezTo>
                    <a:pt x="10173" y="15748"/>
                    <a:pt x="12227" y="14920"/>
                    <a:pt x="13763" y="13435"/>
                  </a:cubicBezTo>
                  <a:cubicBezTo>
                    <a:pt x="16824" y="10584"/>
                    <a:pt x="16994" y="5792"/>
                    <a:pt x="14143" y="2731"/>
                  </a:cubicBezTo>
                  <a:cubicBezTo>
                    <a:pt x="14021" y="2600"/>
                    <a:pt x="13894" y="2474"/>
                    <a:pt x="13763" y="2352"/>
                  </a:cubicBezTo>
                  <a:cubicBezTo>
                    <a:pt x="11452" y="65"/>
                    <a:pt x="8002" y="-626"/>
                    <a:pt x="4989" y="59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47" name="Google Shape;3047;p96"/>
            <p:cNvSpPr/>
            <p:nvPr/>
          </p:nvSpPr>
          <p:spPr>
            <a:xfrm>
              <a:off x="1232940" y="437628"/>
              <a:ext cx="31957" cy="12191"/>
            </a:xfrm>
            <a:custGeom>
              <a:rect b="b" l="l" r="r" t="t"/>
              <a:pathLst>
                <a:path extrusionOk="0" h="12191" w="31957">
                  <a:moveTo>
                    <a:pt x="6096" y="12192"/>
                  </a:moveTo>
                  <a:lnTo>
                    <a:pt x="25862" y="12192"/>
                  </a:lnTo>
                  <a:cubicBezTo>
                    <a:pt x="29228" y="12192"/>
                    <a:pt x="31958" y="9463"/>
                    <a:pt x="31958" y="6096"/>
                  </a:cubicBezTo>
                  <a:cubicBezTo>
                    <a:pt x="31958" y="2729"/>
                    <a:pt x="29228" y="0"/>
                    <a:pt x="25862" y="0"/>
                  </a:cubicBezTo>
                  <a:lnTo>
                    <a:pt x="6096" y="0"/>
                  </a:lnTo>
                  <a:cubicBezTo>
                    <a:pt x="2729" y="0"/>
                    <a:pt x="0" y="2729"/>
                    <a:pt x="0" y="6096"/>
                  </a:cubicBezTo>
                  <a:cubicBezTo>
                    <a:pt x="0" y="9463"/>
                    <a:pt x="2729" y="12192"/>
                    <a:pt x="6096" y="1219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048" name="Google Shape;3048;p96"/>
          <p:cNvSpPr/>
          <p:nvPr/>
        </p:nvSpPr>
        <p:spPr>
          <a:xfrm>
            <a:off x="3632655" y="3382472"/>
            <a:ext cx="273136" cy="181789"/>
          </a:xfrm>
          <a:custGeom>
            <a:rect b="b" l="l" r="r" t="t"/>
            <a:pathLst>
              <a:path extrusionOk="0" h="6020" w="9045">
                <a:moveTo>
                  <a:pt x="1968" y="1052"/>
                </a:moveTo>
                <a:cubicBezTo>
                  <a:pt x="1890" y="1052"/>
                  <a:pt x="1827" y="1115"/>
                  <a:pt x="1827" y="1193"/>
                </a:cubicBezTo>
                <a:lnTo>
                  <a:pt x="1827" y="4429"/>
                </a:lnTo>
                <a:cubicBezTo>
                  <a:pt x="1827" y="4506"/>
                  <a:pt x="1891" y="4569"/>
                  <a:pt x="1968" y="4569"/>
                </a:cubicBezTo>
                <a:cubicBezTo>
                  <a:pt x="2047" y="4569"/>
                  <a:pt x="2109" y="4506"/>
                  <a:pt x="2109" y="4429"/>
                </a:cubicBezTo>
                <a:lnTo>
                  <a:pt x="2109" y="1334"/>
                </a:lnTo>
                <a:lnTo>
                  <a:pt x="6941" y="1334"/>
                </a:lnTo>
                <a:cubicBezTo>
                  <a:pt x="7019" y="1334"/>
                  <a:pt x="7082" y="1271"/>
                  <a:pt x="7082" y="1193"/>
                </a:cubicBezTo>
                <a:cubicBezTo>
                  <a:pt x="7082" y="1115"/>
                  <a:pt x="7019" y="1052"/>
                  <a:pt x="6943" y="1052"/>
                </a:cubicBezTo>
                <a:close/>
                <a:moveTo>
                  <a:pt x="7497" y="711"/>
                </a:moveTo>
                <a:lnTo>
                  <a:pt x="7497" y="4965"/>
                </a:lnTo>
                <a:lnTo>
                  <a:pt x="5571" y="4965"/>
                </a:lnTo>
                <a:cubicBezTo>
                  <a:pt x="5448" y="4965"/>
                  <a:pt x="5345" y="5065"/>
                  <a:pt x="5345" y="5191"/>
                </a:cubicBezTo>
                <a:lnTo>
                  <a:pt x="5345" y="5338"/>
                </a:lnTo>
                <a:lnTo>
                  <a:pt x="3700" y="5338"/>
                </a:lnTo>
                <a:lnTo>
                  <a:pt x="3700" y="5191"/>
                </a:lnTo>
                <a:cubicBezTo>
                  <a:pt x="3700" y="5068"/>
                  <a:pt x="3599" y="4965"/>
                  <a:pt x="3474" y="4965"/>
                </a:cubicBezTo>
                <a:lnTo>
                  <a:pt x="1550" y="4965"/>
                </a:lnTo>
                <a:lnTo>
                  <a:pt x="1550" y="711"/>
                </a:lnTo>
                <a:close/>
                <a:moveTo>
                  <a:pt x="3248" y="5418"/>
                </a:moveTo>
                <a:lnTo>
                  <a:pt x="3248" y="5565"/>
                </a:lnTo>
                <a:lnTo>
                  <a:pt x="722" y="5565"/>
                </a:lnTo>
                <a:cubicBezTo>
                  <a:pt x="608" y="5565"/>
                  <a:pt x="531" y="5501"/>
                  <a:pt x="491" y="5418"/>
                </a:cubicBezTo>
                <a:close/>
                <a:moveTo>
                  <a:pt x="8532" y="5418"/>
                </a:moveTo>
                <a:cubicBezTo>
                  <a:pt x="8465" y="5503"/>
                  <a:pt x="8354" y="5565"/>
                  <a:pt x="8236" y="5565"/>
                </a:cubicBezTo>
                <a:lnTo>
                  <a:pt x="5798" y="5565"/>
                </a:lnTo>
                <a:lnTo>
                  <a:pt x="5798" y="5418"/>
                </a:lnTo>
                <a:close/>
                <a:moveTo>
                  <a:pt x="1468" y="1"/>
                </a:moveTo>
                <a:cubicBezTo>
                  <a:pt x="1122" y="1"/>
                  <a:pt x="841" y="282"/>
                  <a:pt x="841" y="628"/>
                </a:cubicBezTo>
                <a:lnTo>
                  <a:pt x="841" y="4965"/>
                </a:lnTo>
                <a:lnTo>
                  <a:pt x="228" y="4965"/>
                </a:lnTo>
                <a:cubicBezTo>
                  <a:pt x="103" y="4965"/>
                  <a:pt x="1" y="5068"/>
                  <a:pt x="1" y="5191"/>
                </a:cubicBezTo>
                <a:lnTo>
                  <a:pt x="1" y="5255"/>
                </a:lnTo>
                <a:cubicBezTo>
                  <a:pt x="1" y="5691"/>
                  <a:pt x="311" y="6019"/>
                  <a:pt x="722" y="6019"/>
                </a:cubicBezTo>
                <a:lnTo>
                  <a:pt x="8236" y="6019"/>
                </a:lnTo>
                <a:cubicBezTo>
                  <a:pt x="8667" y="6019"/>
                  <a:pt x="9044" y="5662"/>
                  <a:pt x="9044" y="5255"/>
                </a:cubicBezTo>
                <a:lnTo>
                  <a:pt x="9044" y="5191"/>
                </a:lnTo>
                <a:cubicBezTo>
                  <a:pt x="9044" y="5065"/>
                  <a:pt x="8945" y="4965"/>
                  <a:pt x="8820" y="4964"/>
                </a:cubicBezTo>
                <a:lnTo>
                  <a:pt x="8205" y="4964"/>
                </a:lnTo>
                <a:lnTo>
                  <a:pt x="8205" y="628"/>
                </a:lnTo>
                <a:cubicBezTo>
                  <a:pt x="8205" y="282"/>
                  <a:pt x="7924" y="1"/>
                  <a:pt x="7580"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049" name="Google Shape;3049;p96"/>
          <p:cNvSpPr txBox="1"/>
          <p:nvPr/>
        </p:nvSpPr>
        <p:spPr>
          <a:xfrm>
            <a:off x="3557982" y="3708490"/>
            <a:ext cx="42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Laptop</a:t>
            </a:r>
            <a:endParaRPr sz="1800">
              <a:solidFill>
                <a:srgbClr val="252525"/>
              </a:solidFill>
              <a:latin typeface="Arial"/>
              <a:ea typeface="Arial"/>
              <a:cs typeface="Arial"/>
              <a:sym typeface="Arial"/>
            </a:endParaRPr>
          </a:p>
        </p:txBody>
      </p:sp>
      <p:sp>
        <p:nvSpPr>
          <p:cNvPr id="3050" name="Google Shape;3050;p96"/>
          <p:cNvSpPr txBox="1"/>
          <p:nvPr/>
        </p:nvSpPr>
        <p:spPr>
          <a:xfrm>
            <a:off x="8221502" y="3708490"/>
            <a:ext cx="601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Communicate</a:t>
            </a:r>
            <a:endParaRPr sz="1800">
              <a:solidFill>
                <a:srgbClr val="252525"/>
              </a:solidFill>
              <a:latin typeface="Arial"/>
              <a:ea typeface="Arial"/>
              <a:cs typeface="Arial"/>
              <a:sym typeface="Arial"/>
            </a:endParaRPr>
          </a:p>
        </p:txBody>
      </p:sp>
      <p:grpSp>
        <p:nvGrpSpPr>
          <p:cNvPr id="3051" name="Google Shape;3051;p96"/>
          <p:cNvGrpSpPr/>
          <p:nvPr/>
        </p:nvGrpSpPr>
        <p:grpSpPr>
          <a:xfrm>
            <a:off x="8414398" y="3369059"/>
            <a:ext cx="215406" cy="208493"/>
            <a:chOff x="6259702" y="1098074"/>
            <a:chExt cx="397209" cy="384460"/>
          </a:xfrm>
        </p:grpSpPr>
        <p:sp>
          <p:nvSpPr>
            <p:cNvPr id="3052" name="Google Shape;3052;p96"/>
            <p:cNvSpPr/>
            <p:nvPr/>
          </p:nvSpPr>
          <p:spPr>
            <a:xfrm>
              <a:off x="6259702" y="1098074"/>
              <a:ext cx="397209" cy="384460"/>
            </a:xfrm>
            <a:custGeom>
              <a:rect b="b" l="l" r="r" t="t"/>
              <a:pathLst>
                <a:path extrusionOk="0" h="384460" w="397209">
                  <a:moveTo>
                    <a:pt x="350066" y="0"/>
                  </a:moveTo>
                  <a:lnTo>
                    <a:pt x="47144" y="0"/>
                  </a:lnTo>
                  <a:cubicBezTo>
                    <a:pt x="21137" y="71"/>
                    <a:pt x="71" y="21137"/>
                    <a:pt x="0" y="47144"/>
                  </a:cubicBezTo>
                  <a:lnTo>
                    <a:pt x="0" y="239889"/>
                  </a:lnTo>
                  <a:cubicBezTo>
                    <a:pt x="0" y="265947"/>
                    <a:pt x="21086" y="287092"/>
                    <a:pt x="47144" y="287163"/>
                  </a:cubicBezTo>
                  <a:lnTo>
                    <a:pt x="95851" y="287163"/>
                  </a:lnTo>
                  <a:cubicBezTo>
                    <a:pt x="98655" y="287092"/>
                    <a:pt x="100987" y="289307"/>
                    <a:pt x="101059" y="292111"/>
                  </a:cubicBezTo>
                  <a:cubicBezTo>
                    <a:pt x="101060" y="292154"/>
                    <a:pt x="101061" y="292198"/>
                    <a:pt x="101061" y="292242"/>
                  </a:cubicBezTo>
                  <a:lnTo>
                    <a:pt x="101061" y="357359"/>
                  </a:lnTo>
                  <a:cubicBezTo>
                    <a:pt x="100520" y="369173"/>
                    <a:pt x="108007" y="379869"/>
                    <a:pt x="119293" y="383405"/>
                  </a:cubicBezTo>
                  <a:cubicBezTo>
                    <a:pt x="122016" y="384103"/>
                    <a:pt x="124816" y="384454"/>
                    <a:pt x="127628" y="384447"/>
                  </a:cubicBezTo>
                  <a:cubicBezTo>
                    <a:pt x="134228" y="384671"/>
                    <a:pt x="140632" y="382176"/>
                    <a:pt x="145340" y="377545"/>
                  </a:cubicBezTo>
                  <a:lnTo>
                    <a:pt x="145340" y="377545"/>
                  </a:lnTo>
                  <a:lnTo>
                    <a:pt x="232986" y="288856"/>
                  </a:lnTo>
                  <a:cubicBezTo>
                    <a:pt x="233940" y="287863"/>
                    <a:pt x="235256" y="287299"/>
                    <a:pt x="236633" y="287293"/>
                  </a:cubicBezTo>
                  <a:lnTo>
                    <a:pt x="350066" y="287293"/>
                  </a:lnTo>
                  <a:cubicBezTo>
                    <a:pt x="376073" y="287222"/>
                    <a:pt x="397138" y="266157"/>
                    <a:pt x="397210" y="240149"/>
                  </a:cubicBezTo>
                  <a:lnTo>
                    <a:pt x="397210" y="47144"/>
                  </a:lnTo>
                  <a:cubicBezTo>
                    <a:pt x="397138" y="21137"/>
                    <a:pt x="376073" y="71"/>
                    <a:pt x="350066" y="0"/>
                  </a:cubicBezTo>
                  <a:close/>
                  <a:moveTo>
                    <a:pt x="364652" y="239889"/>
                  </a:moveTo>
                  <a:cubicBezTo>
                    <a:pt x="364652" y="247945"/>
                    <a:pt x="358122" y="254475"/>
                    <a:pt x="350066" y="254475"/>
                  </a:cubicBezTo>
                  <a:lnTo>
                    <a:pt x="236633" y="254475"/>
                  </a:lnTo>
                  <a:cubicBezTo>
                    <a:pt x="226554" y="254479"/>
                    <a:pt x="216895" y="258511"/>
                    <a:pt x="209805" y="265675"/>
                  </a:cubicBezTo>
                  <a:lnTo>
                    <a:pt x="133619" y="342903"/>
                  </a:lnTo>
                  <a:lnTo>
                    <a:pt x="133619" y="292242"/>
                  </a:lnTo>
                  <a:cubicBezTo>
                    <a:pt x="133547" y="271435"/>
                    <a:pt x="116659" y="254605"/>
                    <a:pt x="95851" y="254605"/>
                  </a:cubicBezTo>
                  <a:lnTo>
                    <a:pt x="47144" y="254605"/>
                  </a:lnTo>
                  <a:cubicBezTo>
                    <a:pt x="39068" y="254533"/>
                    <a:pt x="32558" y="247966"/>
                    <a:pt x="32558" y="239889"/>
                  </a:cubicBezTo>
                  <a:lnTo>
                    <a:pt x="32558" y="47144"/>
                  </a:lnTo>
                  <a:cubicBezTo>
                    <a:pt x="32558" y="39089"/>
                    <a:pt x="39089" y="32558"/>
                    <a:pt x="47144" y="32558"/>
                  </a:cubicBezTo>
                  <a:lnTo>
                    <a:pt x="350066" y="32558"/>
                  </a:lnTo>
                  <a:cubicBezTo>
                    <a:pt x="358122" y="32558"/>
                    <a:pt x="364652" y="39089"/>
                    <a:pt x="364652" y="4714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53" name="Google Shape;3053;p96"/>
            <p:cNvSpPr/>
            <p:nvPr/>
          </p:nvSpPr>
          <p:spPr>
            <a:xfrm>
              <a:off x="6321171" y="1202260"/>
              <a:ext cx="274270" cy="20837"/>
            </a:xfrm>
            <a:custGeom>
              <a:rect b="b" l="l" r="r" t="t"/>
              <a:pathLst>
                <a:path extrusionOk="0" h="20837" w="274270">
                  <a:moveTo>
                    <a:pt x="263852" y="0"/>
                  </a:moveTo>
                  <a:lnTo>
                    <a:pt x="10419" y="0"/>
                  </a:lnTo>
                  <a:cubicBezTo>
                    <a:pt x="4665" y="0"/>
                    <a:pt x="0" y="4665"/>
                    <a:pt x="0" y="10419"/>
                  </a:cubicBezTo>
                  <a:cubicBezTo>
                    <a:pt x="0" y="16172"/>
                    <a:pt x="4665" y="20837"/>
                    <a:pt x="10419" y="20837"/>
                  </a:cubicBezTo>
                  <a:lnTo>
                    <a:pt x="263852" y="20837"/>
                  </a:lnTo>
                  <a:cubicBezTo>
                    <a:pt x="269605" y="20837"/>
                    <a:pt x="274270" y="16172"/>
                    <a:pt x="274270" y="10419"/>
                  </a:cubicBezTo>
                  <a:cubicBezTo>
                    <a:pt x="274270" y="4665"/>
                    <a:pt x="269605" y="0"/>
                    <a:pt x="263852"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54" name="Google Shape;3054;p96"/>
            <p:cNvSpPr/>
            <p:nvPr/>
          </p:nvSpPr>
          <p:spPr>
            <a:xfrm>
              <a:off x="6321171" y="1255916"/>
              <a:ext cx="198214" cy="20837"/>
            </a:xfrm>
            <a:custGeom>
              <a:rect b="b" l="l" r="r" t="t"/>
              <a:pathLst>
                <a:path extrusionOk="0" h="20837" w="198214">
                  <a:moveTo>
                    <a:pt x="187796" y="0"/>
                  </a:moveTo>
                  <a:lnTo>
                    <a:pt x="10419" y="0"/>
                  </a:lnTo>
                  <a:cubicBezTo>
                    <a:pt x="4665" y="0"/>
                    <a:pt x="0" y="4665"/>
                    <a:pt x="0" y="10419"/>
                  </a:cubicBezTo>
                  <a:cubicBezTo>
                    <a:pt x="0" y="16172"/>
                    <a:pt x="4665" y="20837"/>
                    <a:pt x="10419" y="20837"/>
                  </a:cubicBezTo>
                  <a:lnTo>
                    <a:pt x="187796" y="20837"/>
                  </a:lnTo>
                  <a:cubicBezTo>
                    <a:pt x="193549" y="20837"/>
                    <a:pt x="198214" y="16172"/>
                    <a:pt x="198214" y="10419"/>
                  </a:cubicBezTo>
                  <a:cubicBezTo>
                    <a:pt x="198214" y="4665"/>
                    <a:pt x="193549" y="0"/>
                    <a:pt x="18779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055" name="Google Shape;3055;p96"/>
          <p:cNvSpPr txBox="1"/>
          <p:nvPr/>
        </p:nvSpPr>
        <p:spPr>
          <a:xfrm>
            <a:off x="387581"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User</a:t>
            </a:r>
            <a:endParaRPr sz="1800">
              <a:solidFill>
                <a:srgbClr val="252525"/>
              </a:solidFill>
              <a:latin typeface="Arial"/>
              <a:ea typeface="Arial"/>
              <a:cs typeface="Arial"/>
              <a:sym typeface="Arial"/>
            </a:endParaRPr>
          </a:p>
        </p:txBody>
      </p:sp>
      <p:sp>
        <p:nvSpPr>
          <p:cNvPr id="3056" name="Google Shape;3056;p96"/>
          <p:cNvSpPr txBox="1"/>
          <p:nvPr/>
        </p:nvSpPr>
        <p:spPr>
          <a:xfrm>
            <a:off x="1971975"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Users</a:t>
            </a:r>
            <a:endParaRPr sz="600">
              <a:solidFill>
                <a:srgbClr val="105780"/>
              </a:solidFill>
              <a:latin typeface="Arial"/>
              <a:ea typeface="Arial"/>
              <a:cs typeface="Arial"/>
              <a:sym typeface="Arial"/>
            </a:endParaRPr>
          </a:p>
        </p:txBody>
      </p:sp>
      <p:sp>
        <p:nvSpPr>
          <p:cNvPr id="3057" name="Google Shape;3057;p96"/>
          <p:cNvSpPr txBox="1"/>
          <p:nvPr/>
        </p:nvSpPr>
        <p:spPr>
          <a:xfrm>
            <a:off x="3556369"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3</a:t>
            </a:r>
            <a:r>
              <a:rPr baseline="30000" lang="en" sz="600">
                <a:solidFill>
                  <a:srgbClr val="105780"/>
                </a:solidFill>
                <a:latin typeface="Arial"/>
                <a:ea typeface="Arial"/>
                <a:cs typeface="Arial"/>
                <a:sym typeface="Arial"/>
              </a:rPr>
              <a:t>rd</a:t>
            </a:r>
            <a:r>
              <a:rPr lang="en" sz="600">
                <a:solidFill>
                  <a:srgbClr val="105780"/>
                </a:solidFill>
                <a:latin typeface="Arial"/>
                <a:ea typeface="Arial"/>
                <a:cs typeface="Arial"/>
                <a:sym typeface="Arial"/>
              </a:rPr>
              <a:t> Party</a:t>
            </a:r>
            <a:endParaRPr sz="1800">
              <a:solidFill>
                <a:srgbClr val="252525"/>
              </a:solidFill>
              <a:latin typeface="Arial"/>
              <a:ea typeface="Arial"/>
              <a:cs typeface="Arial"/>
              <a:sym typeface="Arial"/>
            </a:endParaRPr>
          </a:p>
        </p:txBody>
      </p:sp>
      <p:grpSp>
        <p:nvGrpSpPr>
          <p:cNvPr id="3058" name="Google Shape;3058;p96"/>
          <p:cNvGrpSpPr/>
          <p:nvPr/>
        </p:nvGrpSpPr>
        <p:grpSpPr>
          <a:xfrm>
            <a:off x="2022207" y="4154068"/>
            <a:ext cx="324752" cy="194243"/>
            <a:chOff x="4701423" y="3071109"/>
            <a:chExt cx="598842" cy="358183"/>
          </a:xfrm>
        </p:grpSpPr>
        <p:sp>
          <p:nvSpPr>
            <p:cNvPr id="3059" name="Google Shape;3059;p96"/>
            <p:cNvSpPr/>
            <p:nvPr/>
          </p:nvSpPr>
          <p:spPr>
            <a:xfrm>
              <a:off x="4773084" y="3071109"/>
              <a:ext cx="202380" cy="264503"/>
            </a:xfrm>
            <a:custGeom>
              <a:rect b="b" l="l" r="r" t="t"/>
              <a:pathLst>
                <a:path extrusionOk="0" h="218147" w="166911">
                  <a:moveTo>
                    <a:pt x="34369" y="185913"/>
                  </a:moveTo>
                  <a:cubicBezTo>
                    <a:pt x="37683" y="188834"/>
                    <a:pt x="40842" y="191916"/>
                    <a:pt x="43837" y="195149"/>
                  </a:cubicBezTo>
                  <a:cubicBezTo>
                    <a:pt x="55008" y="205956"/>
                    <a:pt x="67694" y="218148"/>
                    <a:pt x="83126" y="218148"/>
                  </a:cubicBezTo>
                  <a:cubicBezTo>
                    <a:pt x="98557" y="218148"/>
                    <a:pt x="111528" y="205956"/>
                    <a:pt x="122415" y="195057"/>
                  </a:cubicBezTo>
                  <a:cubicBezTo>
                    <a:pt x="125405" y="191820"/>
                    <a:pt x="128565" y="188737"/>
                    <a:pt x="131882" y="185820"/>
                  </a:cubicBezTo>
                  <a:cubicBezTo>
                    <a:pt x="145526" y="175496"/>
                    <a:pt x="154166" y="160109"/>
                    <a:pt x="155740" y="143333"/>
                  </a:cubicBezTo>
                  <a:cubicBezTo>
                    <a:pt x="162917" y="136215"/>
                    <a:pt x="166930" y="126624"/>
                    <a:pt x="166911" y="116640"/>
                  </a:cubicBezTo>
                  <a:lnTo>
                    <a:pt x="166911" y="110821"/>
                  </a:lnTo>
                  <a:cubicBezTo>
                    <a:pt x="166891" y="102400"/>
                    <a:pt x="164030" y="94220"/>
                    <a:pt x="158769" y="87545"/>
                  </a:cubicBezTo>
                  <a:cubicBezTo>
                    <a:pt x="158107" y="55865"/>
                    <a:pt x="150154" y="32127"/>
                    <a:pt x="135101" y="17903"/>
                  </a:cubicBezTo>
                  <a:cubicBezTo>
                    <a:pt x="121438" y="5383"/>
                    <a:pt x="103060" y="-1039"/>
                    <a:pt x="84356" y="169"/>
                  </a:cubicBezTo>
                  <a:lnTo>
                    <a:pt x="82463" y="169"/>
                  </a:lnTo>
                  <a:cubicBezTo>
                    <a:pt x="63769" y="-1140"/>
                    <a:pt x="45357" y="5183"/>
                    <a:pt x="31624" y="17626"/>
                  </a:cubicBezTo>
                  <a:cubicBezTo>
                    <a:pt x="16665" y="32497"/>
                    <a:pt x="8808" y="55588"/>
                    <a:pt x="8145" y="87268"/>
                  </a:cubicBezTo>
                  <a:cubicBezTo>
                    <a:pt x="2846" y="93924"/>
                    <a:pt x="-20" y="102117"/>
                    <a:pt x="3" y="110544"/>
                  </a:cubicBezTo>
                  <a:lnTo>
                    <a:pt x="3" y="116363"/>
                  </a:lnTo>
                  <a:cubicBezTo>
                    <a:pt x="-127" y="126432"/>
                    <a:pt x="3859" y="136137"/>
                    <a:pt x="11080" y="143333"/>
                  </a:cubicBezTo>
                  <a:cubicBezTo>
                    <a:pt x="12464" y="160060"/>
                    <a:pt x="20897" y="175478"/>
                    <a:pt x="34369" y="185913"/>
                  </a:cubicBezTo>
                  <a:close/>
                  <a:moveTo>
                    <a:pt x="22819" y="110544"/>
                  </a:moveTo>
                  <a:cubicBezTo>
                    <a:pt x="22804" y="106352"/>
                    <a:pt x="24509" y="102327"/>
                    <a:pt x="27553" y="99368"/>
                  </a:cubicBezTo>
                  <a:cubicBezTo>
                    <a:pt x="29696" y="97256"/>
                    <a:pt x="30888" y="94397"/>
                    <a:pt x="30866" y="91425"/>
                  </a:cubicBezTo>
                  <a:cubicBezTo>
                    <a:pt x="30866" y="63716"/>
                    <a:pt x="36641" y="44319"/>
                    <a:pt x="47813" y="33328"/>
                  </a:cubicBezTo>
                  <a:cubicBezTo>
                    <a:pt x="56958" y="25392"/>
                    <a:pt x="69034" y="21454"/>
                    <a:pt x="81232" y="22429"/>
                  </a:cubicBezTo>
                  <a:lnTo>
                    <a:pt x="84451" y="22429"/>
                  </a:lnTo>
                  <a:cubicBezTo>
                    <a:pt x="97026" y="21184"/>
                    <a:pt x="109559" y="25137"/>
                    <a:pt x="119007" y="33328"/>
                  </a:cubicBezTo>
                  <a:cubicBezTo>
                    <a:pt x="130273" y="44319"/>
                    <a:pt x="135764" y="63808"/>
                    <a:pt x="135764" y="91425"/>
                  </a:cubicBezTo>
                  <a:cubicBezTo>
                    <a:pt x="135782" y="94389"/>
                    <a:pt x="136968" y="97233"/>
                    <a:pt x="139077" y="99368"/>
                  </a:cubicBezTo>
                  <a:cubicBezTo>
                    <a:pt x="142184" y="102294"/>
                    <a:pt x="143928" y="106331"/>
                    <a:pt x="143906" y="110544"/>
                  </a:cubicBezTo>
                  <a:lnTo>
                    <a:pt x="143906" y="116363"/>
                  </a:lnTo>
                  <a:cubicBezTo>
                    <a:pt x="143932" y="120603"/>
                    <a:pt x="142188" y="124671"/>
                    <a:pt x="139077" y="127631"/>
                  </a:cubicBezTo>
                  <a:lnTo>
                    <a:pt x="136332" y="130402"/>
                  </a:lnTo>
                  <a:cubicBezTo>
                    <a:pt x="134151" y="132459"/>
                    <a:pt x="132920" y="135293"/>
                    <a:pt x="132924" y="138253"/>
                  </a:cubicBezTo>
                  <a:cubicBezTo>
                    <a:pt x="132983" y="149945"/>
                    <a:pt x="127582" y="161028"/>
                    <a:pt x="118249" y="168364"/>
                  </a:cubicBezTo>
                  <a:cubicBezTo>
                    <a:pt x="114368" y="171319"/>
                    <a:pt x="110581" y="175106"/>
                    <a:pt x="106415" y="178985"/>
                  </a:cubicBezTo>
                  <a:cubicBezTo>
                    <a:pt x="99599" y="185636"/>
                    <a:pt x="89279" y="195611"/>
                    <a:pt x="83220" y="195611"/>
                  </a:cubicBezTo>
                  <a:cubicBezTo>
                    <a:pt x="77161" y="195611"/>
                    <a:pt x="66842" y="185636"/>
                    <a:pt x="60026" y="178985"/>
                  </a:cubicBezTo>
                  <a:cubicBezTo>
                    <a:pt x="56277" y="175243"/>
                    <a:pt x="52326" y="171697"/>
                    <a:pt x="48192" y="168364"/>
                  </a:cubicBezTo>
                  <a:cubicBezTo>
                    <a:pt x="38859" y="161028"/>
                    <a:pt x="33458" y="149945"/>
                    <a:pt x="33517" y="138253"/>
                  </a:cubicBezTo>
                  <a:cubicBezTo>
                    <a:pt x="33514" y="135313"/>
                    <a:pt x="32323" y="132492"/>
                    <a:pt x="30204" y="130402"/>
                  </a:cubicBezTo>
                  <a:lnTo>
                    <a:pt x="27364" y="127631"/>
                  </a:lnTo>
                  <a:cubicBezTo>
                    <a:pt x="24314" y="124638"/>
                    <a:pt x="22611" y="120583"/>
                    <a:pt x="22630" y="11636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0" name="Google Shape;3060;p96"/>
            <p:cNvSpPr/>
            <p:nvPr/>
          </p:nvSpPr>
          <p:spPr>
            <a:xfrm>
              <a:off x="4815183" y="3120690"/>
              <a:ext cx="118256" cy="58908"/>
            </a:xfrm>
            <a:custGeom>
              <a:rect b="b" l="l" r="r" t="t"/>
              <a:pathLst>
                <a:path extrusionOk="0" h="48584" w="97531">
                  <a:moveTo>
                    <a:pt x="6362" y="48584"/>
                  </a:moveTo>
                  <a:cubicBezTo>
                    <a:pt x="7367" y="48579"/>
                    <a:pt x="8362" y="48392"/>
                    <a:pt x="9297" y="48030"/>
                  </a:cubicBezTo>
                  <a:cubicBezTo>
                    <a:pt x="20437" y="43529"/>
                    <a:pt x="28632" y="34018"/>
                    <a:pt x="31261" y="22538"/>
                  </a:cubicBezTo>
                  <a:cubicBezTo>
                    <a:pt x="47701" y="36422"/>
                    <a:pt x="68512" y="44406"/>
                    <a:pt x="90242" y="45167"/>
                  </a:cubicBezTo>
                  <a:cubicBezTo>
                    <a:pt x="94268" y="45167"/>
                    <a:pt x="97532" y="41982"/>
                    <a:pt x="97532" y="38055"/>
                  </a:cubicBezTo>
                  <a:cubicBezTo>
                    <a:pt x="97532" y="34127"/>
                    <a:pt x="94268" y="30943"/>
                    <a:pt x="90242" y="30943"/>
                  </a:cubicBezTo>
                  <a:cubicBezTo>
                    <a:pt x="56823" y="30943"/>
                    <a:pt x="30882" y="2495"/>
                    <a:pt x="30693" y="2218"/>
                  </a:cubicBezTo>
                  <a:cubicBezTo>
                    <a:pt x="28439" y="-101"/>
                    <a:pt x="24875" y="-668"/>
                    <a:pt x="21983" y="832"/>
                  </a:cubicBezTo>
                  <a:cubicBezTo>
                    <a:pt x="18983" y="2214"/>
                    <a:pt x="17340" y="5419"/>
                    <a:pt x="18007" y="8591"/>
                  </a:cubicBezTo>
                  <a:cubicBezTo>
                    <a:pt x="20130" y="19616"/>
                    <a:pt x="14270" y="30632"/>
                    <a:pt x="3806" y="35284"/>
                  </a:cubicBezTo>
                  <a:cubicBezTo>
                    <a:pt x="270" y="37162"/>
                    <a:pt x="-1037" y="41481"/>
                    <a:pt x="889" y="44931"/>
                  </a:cubicBezTo>
                  <a:cubicBezTo>
                    <a:pt x="2007" y="46934"/>
                    <a:pt x="4043" y="48293"/>
                    <a:pt x="6362" y="4858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1" name="Google Shape;3061;p96"/>
            <p:cNvSpPr/>
            <p:nvPr/>
          </p:nvSpPr>
          <p:spPr>
            <a:xfrm>
              <a:off x="4949465" y="3074914"/>
              <a:ext cx="152229" cy="257339"/>
            </a:xfrm>
            <a:custGeom>
              <a:rect b="b" l="l" r="r" t="t"/>
              <a:pathLst>
                <a:path extrusionOk="0" h="212238" w="125550">
                  <a:moveTo>
                    <a:pt x="18664" y="28250"/>
                  </a:moveTo>
                  <a:cubicBezTo>
                    <a:pt x="24978" y="23619"/>
                    <a:pt x="32877" y="21536"/>
                    <a:pt x="40722" y="22431"/>
                  </a:cubicBezTo>
                  <a:lnTo>
                    <a:pt x="44888" y="22431"/>
                  </a:lnTo>
                  <a:cubicBezTo>
                    <a:pt x="57021" y="21200"/>
                    <a:pt x="69122" y="25024"/>
                    <a:pt x="78213" y="32960"/>
                  </a:cubicBezTo>
                  <a:cubicBezTo>
                    <a:pt x="89289" y="43490"/>
                    <a:pt x="94402" y="62332"/>
                    <a:pt x="94402" y="89025"/>
                  </a:cubicBezTo>
                  <a:cubicBezTo>
                    <a:pt x="94394" y="92013"/>
                    <a:pt x="95623" y="94877"/>
                    <a:pt x="97810" y="96968"/>
                  </a:cubicBezTo>
                  <a:cubicBezTo>
                    <a:pt x="100715" y="99776"/>
                    <a:pt x="102351" y="103600"/>
                    <a:pt x="102354" y="107590"/>
                  </a:cubicBezTo>
                  <a:lnTo>
                    <a:pt x="102354" y="113224"/>
                  </a:lnTo>
                  <a:cubicBezTo>
                    <a:pt x="102367" y="117244"/>
                    <a:pt x="100731" y="121102"/>
                    <a:pt x="97810" y="123938"/>
                  </a:cubicBezTo>
                  <a:lnTo>
                    <a:pt x="95064" y="126617"/>
                  </a:lnTo>
                  <a:cubicBezTo>
                    <a:pt x="92945" y="128707"/>
                    <a:pt x="91754" y="131528"/>
                    <a:pt x="91751" y="134468"/>
                  </a:cubicBezTo>
                  <a:cubicBezTo>
                    <a:pt x="91801" y="145743"/>
                    <a:pt x="86571" y="156424"/>
                    <a:pt x="77550" y="163470"/>
                  </a:cubicBezTo>
                  <a:cubicBezTo>
                    <a:pt x="73540" y="166678"/>
                    <a:pt x="69715" y="170101"/>
                    <a:pt x="66095" y="173722"/>
                  </a:cubicBezTo>
                  <a:cubicBezTo>
                    <a:pt x="59562" y="180096"/>
                    <a:pt x="49622" y="189794"/>
                    <a:pt x="43846" y="189794"/>
                  </a:cubicBezTo>
                  <a:cubicBezTo>
                    <a:pt x="38071" y="189794"/>
                    <a:pt x="34379" y="185730"/>
                    <a:pt x="28415" y="178987"/>
                  </a:cubicBezTo>
                  <a:cubicBezTo>
                    <a:pt x="24979" y="175286"/>
                    <a:pt x="21277" y="171829"/>
                    <a:pt x="17338" y="168642"/>
                  </a:cubicBezTo>
                  <a:cubicBezTo>
                    <a:pt x="11910" y="165473"/>
                    <a:pt x="4874" y="167197"/>
                    <a:pt x="1626" y="172494"/>
                  </a:cubicBezTo>
                  <a:cubicBezTo>
                    <a:pt x="-1139" y="177001"/>
                    <a:pt x="-313" y="182779"/>
                    <a:pt x="3611" y="186376"/>
                  </a:cubicBezTo>
                  <a:cubicBezTo>
                    <a:pt x="6662" y="188833"/>
                    <a:pt x="9511" y="191520"/>
                    <a:pt x="12131" y="194412"/>
                  </a:cubicBezTo>
                  <a:cubicBezTo>
                    <a:pt x="19642" y="204647"/>
                    <a:pt x="31370" y="211160"/>
                    <a:pt x="44225" y="212238"/>
                  </a:cubicBezTo>
                  <a:cubicBezTo>
                    <a:pt x="59373" y="212238"/>
                    <a:pt x="71680" y="200323"/>
                    <a:pt x="82568" y="189794"/>
                  </a:cubicBezTo>
                  <a:cubicBezTo>
                    <a:pt x="85565" y="186740"/>
                    <a:pt x="88725" y="183842"/>
                    <a:pt x="92035" y="181112"/>
                  </a:cubicBezTo>
                  <a:cubicBezTo>
                    <a:pt x="105207" y="170905"/>
                    <a:pt x="113438" y="155816"/>
                    <a:pt x="114756" y="139456"/>
                  </a:cubicBezTo>
                  <a:cubicBezTo>
                    <a:pt x="121678" y="132465"/>
                    <a:pt x="125547" y="123128"/>
                    <a:pt x="125549" y="113409"/>
                  </a:cubicBezTo>
                  <a:lnTo>
                    <a:pt x="125549" y="107775"/>
                  </a:lnTo>
                  <a:cubicBezTo>
                    <a:pt x="125629" y="99454"/>
                    <a:pt x="122826" y="91350"/>
                    <a:pt x="117597" y="84776"/>
                  </a:cubicBezTo>
                  <a:cubicBezTo>
                    <a:pt x="116934" y="54019"/>
                    <a:pt x="109265" y="31298"/>
                    <a:pt x="94686" y="17074"/>
                  </a:cubicBezTo>
                  <a:cubicBezTo>
                    <a:pt x="81237" y="5083"/>
                    <a:pt x="63349" y="-1024"/>
                    <a:pt x="45172" y="171"/>
                  </a:cubicBezTo>
                  <a:lnTo>
                    <a:pt x="41574" y="171"/>
                  </a:lnTo>
                  <a:cubicBezTo>
                    <a:pt x="28771" y="-846"/>
                    <a:pt x="16024" y="2698"/>
                    <a:pt x="5693" y="10146"/>
                  </a:cubicBezTo>
                  <a:cubicBezTo>
                    <a:pt x="465" y="13717"/>
                    <a:pt x="-807" y="20747"/>
                    <a:pt x="2853" y="25848"/>
                  </a:cubicBezTo>
                  <a:cubicBezTo>
                    <a:pt x="6513" y="30949"/>
                    <a:pt x="13719" y="32190"/>
                    <a:pt x="18948" y="2861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2" name="Google Shape;3062;p96"/>
            <p:cNvSpPr/>
            <p:nvPr/>
          </p:nvSpPr>
          <p:spPr>
            <a:xfrm>
              <a:off x="4967010" y="3123006"/>
              <a:ext cx="93814" cy="53904"/>
            </a:xfrm>
            <a:custGeom>
              <a:rect b="b" l="l" r="r" t="t"/>
              <a:pathLst>
                <a:path extrusionOk="0" h="44457" w="77372">
                  <a:moveTo>
                    <a:pt x="77371" y="37253"/>
                  </a:moveTo>
                  <a:cubicBezTo>
                    <a:pt x="77425" y="33446"/>
                    <a:pt x="74360" y="30291"/>
                    <a:pt x="70460" y="30141"/>
                  </a:cubicBezTo>
                  <a:cubicBezTo>
                    <a:pt x="38177" y="30141"/>
                    <a:pt x="13089" y="2432"/>
                    <a:pt x="12805" y="2432"/>
                  </a:cubicBezTo>
                  <a:cubicBezTo>
                    <a:pt x="10156" y="-526"/>
                    <a:pt x="5550" y="-828"/>
                    <a:pt x="2518" y="1757"/>
                  </a:cubicBezTo>
                  <a:cubicBezTo>
                    <a:pt x="2507" y="1766"/>
                    <a:pt x="2497" y="1776"/>
                    <a:pt x="2485" y="1785"/>
                  </a:cubicBezTo>
                  <a:cubicBezTo>
                    <a:pt x="-519" y="4323"/>
                    <a:pt x="-845" y="8757"/>
                    <a:pt x="1756" y="11687"/>
                  </a:cubicBezTo>
                  <a:cubicBezTo>
                    <a:pt x="1778" y="11712"/>
                    <a:pt x="1801" y="11736"/>
                    <a:pt x="1822" y="11761"/>
                  </a:cubicBezTo>
                  <a:cubicBezTo>
                    <a:pt x="2959" y="13146"/>
                    <a:pt x="31360" y="44457"/>
                    <a:pt x="70460" y="44457"/>
                  </a:cubicBezTo>
                  <a:cubicBezTo>
                    <a:pt x="74375" y="44259"/>
                    <a:pt x="77427" y="41077"/>
                    <a:pt x="77371" y="3725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3" name="Google Shape;3063;p96"/>
            <p:cNvSpPr/>
            <p:nvPr/>
          </p:nvSpPr>
          <p:spPr>
            <a:xfrm>
              <a:off x="4701423" y="3323083"/>
              <a:ext cx="472449" cy="106209"/>
            </a:xfrm>
            <a:custGeom>
              <a:rect b="b" l="l" r="r" t="t"/>
              <a:pathLst>
                <a:path extrusionOk="0" h="87595" w="389649">
                  <a:moveTo>
                    <a:pt x="366047" y="64781"/>
                  </a:moveTo>
                  <a:cubicBezTo>
                    <a:pt x="366047" y="68014"/>
                    <a:pt x="366709" y="71062"/>
                    <a:pt x="367088" y="73464"/>
                  </a:cubicBezTo>
                  <a:cubicBezTo>
                    <a:pt x="368052" y="78799"/>
                    <a:pt x="372801" y="82693"/>
                    <a:pt x="378354" y="82700"/>
                  </a:cubicBezTo>
                  <a:lnTo>
                    <a:pt x="380058" y="82700"/>
                  </a:lnTo>
                  <a:cubicBezTo>
                    <a:pt x="386223" y="81707"/>
                    <a:pt x="390435" y="76078"/>
                    <a:pt x="389526" y="70046"/>
                  </a:cubicBezTo>
                  <a:cubicBezTo>
                    <a:pt x="389526" y="67922"/>
                    <a:pt x="388863" y="65243"/>
                    <a:pt x="388579" y="62288"/>
                  </a:cubicBezTo>
                  <a:cubicBezTo>
                    <a:pt x="387953" y="52236"/>
                    <a:pt x="386012" y="42303"/>
                    <a:pt x="382804" y="32731"/>
                  </a:cubicBezTo>
                  <a:cubicBezTo>
                    <a:pt x="381100" y="28575"/>
                    <a:pt x="376934" y="18784"/>
                    <a:pt x="311231" y="404"/>
                  </a:cubicBezTo>
                  <a:cubicBezTo>
                    <a:pt x="307773" y="-521"/>
                    <a:pt x="304071" y="161"/>
                    <a:pt x="301196" y="2251"/>
                  </a:cubicBezTo>
                  <a:lnTo>
                    <a:pt x="280084" y="17584"/>
                  </a:lnTo>
                  <a:cubicBezTo>
                    <a:pt x="275375" y="21124"/>
                    <a:pt x="274261" y="27609"/>
                    <a:pt x="277528" y="32454"/>
                  </a:cubicBezTo>
                  <a:cubicBezTo>
                    <a:pt x="272510" y="27005"/>
                    <a:pt x="257646" y="17861"/>
                    <a:pt x="206618" y="3637"/>
                  </a:cubicBezTo>
                  <a:cubicBezTo>
                    <a:pt x="202881" y="2602"/>
                    <a:pt x="198861" y="3470"/>
                    <a:pt x="195920" y="5946"/>
                  </a:cubicBezTo>
                  <a:lnTo>
                    <a:pt x="143755" y="50927"/>
                  </a:lnTo>
                  <a:lnTo>
                    <a:pt x="91306" y="5946"/>
                  </a:lnTo>
                  <a:cubicBezTo>
                    <a:pt x="88365" y="3470"/>
                    <a:pt x="84345" y="2602"/>
                    <a:pt x="80608" y="3637"/>
                  </a:cubicBezTo>
                  <a:cubicBezTo>
                    <a:pt x="13012" y="22109"/>
                    <a:pt x="8847" y="32454"/>
                    <a:pt x="7048" y="36703"/>
                  </a:cubicBezTo>
                  <a:cubicBezTo>
                    <a:pt x="3866" y="46091"/>
                    <a:pt x="1925" y="55837"/>
                    <a:pt x="1273" y="65705"/>
                  </a:cubicBezTo>
                  <a:cubicBezTo>
                    <a:pt x="1273" y="69215"/>
                    <a:pt x="610" y="72355"/>
                    <a:pt x="137" y="74941"/>
                  </a:cubicBezTo>
                  <a:cubicBezTo>
                    <a:pt x="-827" y="80986"/>
                    <a:pt x="3410" y="86649"/>
                    <a:pt x="9604" y="87595"/>
                  </a:cubicBezTo>
                  <a:lnTo>
                    <a:pt x="11403" y="87595"/>
                  </a:lnTo>
                  <a:cubicBezTo>
                    <a:pt x="16943" y="87551"/>
                    <a:pt x="21670" y="83675"/>
                    <a:pt x="22669" y="78359"/>
                  </a:cubicBezTo>
                  <a:cubicBezTo>
                    <a:pt x="22669" y="75403"/>
                    <a:pt x="23521" y="71893"/>
                    <a:pt x="23900" y="68014"/>
                  </a:cubicBezTo>
                  <a:cubicBezTo>
                    <a:pt x="24502" y="60691"/>
                    <a:pt x="25737" y="53430"/>
                    <a:pt x="27592" y="46309"/>
                  </a:cubicBezTo>
                  <a:cubicBezTo>
                    <a:pt x="44728" y="37954"/>
                    <a:pt x="62721" y="31391"/>
                    <a:pt x="81271" y="26728"/>
                  </a:cubicBezTo>
                  <a:lnTo>
                    <a:pt x="135708" y="74018"/>
                  </a:lnTo>
                  <a:cubicBezTo>
                    <a:pt x="137789" y="75687"/>
                    <a:pt x="140398" y="76601"/>
                    <a:pt x="143092" y="76604"/>
                  </a:cubicBezTo>
                  <a:lnTo>
                    <a:pt x="144418" y="76604"/>
                  </a:lnTo>
                  <a:cubicBezTo>
                    <a:pt x="147118" y="76633"/>
                    <a:pt x="149738" y="75715"/>
                    <a:pt x="151802" y="74018"/>
                  </a:cubicBezTo>
                  <a:lnTo>
                    <a:pt x="206618" y="27005"/>
                  </a:lnTo>
                  <a:cubicBezTo>
                    <a:pt x="225033" y="31587"/>
                    <a:pt x="242899" y="38058"/>
                    <a:pt x="259919" y="46309"/>
                  </a:cubicBezTo>
                  <a:cubicBezTo>
                    <a:pt x="261907" y="53782"/>
                    <a:pt x="263174" y="61419"/>
                    <a:pt x="263706" y="69123"/>
                  </a:cubicBezTo>
                  <a:cubicBezTo>
                    <a:pt x="263706" y="72540"/>
                    <a:pt x="264463" y="75680"/>
                    <a:pt x="264842" y="78359"/>
                  </a:cubicBezTo>
                  <a:cubicBezTo>
                    <a:pt x="265769" y="83715"/>
                    <a:pt x="270540" y="87626"/>
                    <a:pt x="276108" y="87595"/>
                  </a:cubicBezTo>
                  <a:lnTo>
                    <a:pt x="277717" y="87595"/>
                  </a:lnTo>
                  <a:cubicBezTo>
                    <a:pt x="283882" y="86602"/>
                    <a:pt x="288094" y="80973"/>
                    <a:pt x="287184" y="74941"/>
                  </a:cubicBezTo>
                  <a:cubicBezTo>
                    <a:pt x="287184" y="72725"/>
                    <a:pt x="286616" y="69861"/>
                    <a:pt x="286238" y="66813"/>
                  </a:cubicBezTo>
                  <a:cubicBezTo>
                    <a:pt x="285637" y="56706"/>
                    <a:pt x="283729" y="46712"/>
                    <a:pt x="280557" y="37072"/>
                  </a:cubicBezTo>
                  <a:cubicBezTo>
                    <a:pt x="280127" y="36082"/>
                    <a:pt x="279620" y="35125"/>
                    <a:pt x="279043" y="34209"/>
                  </a:cubicBezTo>
                  <a:cubicBezTo>
                    <a:pt x="282886" y="38531"/>
                    <a:pt x="289501" y="39216"/>
                    <a:pt x="294190" y="35779"/>
                  </a:cubicBezTo>
                  <a:lnTo>
                    <a:pt x="310569" y="23772"/>
                  </a:lnTo>
                  <a:cubicBezTo>
                    <a:pt x="328482" y="28292"/>
                    <a:pt x="345867" y="34607"/>
                    <a:pt x="362449" y="42614"/>
                  </a:cubicBezTo>
                  <a:cubicBezTo>
                    <a:pt x="364299" y="49889"/>
                    <a:pt x="365502" y="57306"/>
                    <a:pt x="366047" y="6478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4" name="Google Shape;3064;p96"/>
            <p:cNvSpPr/>
            <p:nvPr/>
          </p:nvSpPr>
          <p:spPr>
            <a:xfrm>
              <a:off x="5080587" y="3079048"/>
              <a:ext cx="150329" cy="249843"/>
            </a:xfrm>
            <a:custGeom>
              <a:rect b="b" l="l" r="r" t="t"/>
              <a:pathLst>
                <a:path extrusionOk="0" h="206056" w="123983">
                  <a:moveTo>
                    <a:pt x="19654" y="27980"/>
                  </a:moveTo>
                  <a:cubicBezTo>
                    <a:pt x="25734" y="23544"/>
                    <a:pt x="33315" y="21530"/>
                    <a:pt x="40860" y="22345"/>
                  </a:cubicBezTo>
                  <a:lnTo>
                    <a:pt x="44931" y="22345"/>
                  </a:lnTo>
                  <a:cubicBezTo>
                    <a:pt x="56602" y="21174"/>
                    <a:pt x="68242" y="24825"/>
                    <a:pt x="77025" y="32413"/>
                  </a:cubicBezTo>
                  <a:cubicBezTo>
                    <a:pt x="87439" y="42573"/>
                    <a:pt x="92741" y="60769"/>
                    <a:pt x="92741" y="86630"/>
                  </a:cubicBezTo>
                  <a:cubicBezTo>
                    <a:pt x="92744" y="89570"/>
                    <a:pt x="93935" y="92391"/>
                    <a:pt x="96055" y="94481"/>
                  </a:cubicBezTo>
                  <a:cubicBezTo>
                    <a:pt x="98873" y="97141"/>
                    <a:pt x="100448" y="100816"/>
                    <a:pt x="100410" y="104641"/>
                  </a:cubicBezTo>
                  <a:lnTo>
                    <a:pt x="100410" y="110091"/>
                  </a:lnTo>
                  <a:cubicBezTo>
                    <a:pt x="100433" y="113887"/>
                    <a:pt x="98859" y="117526"/>
                    <a:pt x="96055" y="120158"/>
                  </a:cubicBezTo>
                  <a:lnTo>
                    <a:pt x="93404" y="122745"/>
                  </a:lnTo>
                  <a:cubicBezTo>
                    <a:pt x="91301" y="124846"/>
                    <a:pt x="90113" y="127659"/>
                    <a:pt x="90090" y="130596"/>
                  </a:cubicBezTo>
                  <a:cubicBezTo>
                    <a:pt x="90121" y="141358"/>
                    <a:pt x="85140" y="151550"/>
                    <a:pt x="76552" y="158305"/>
                  </a:cubicBezTo>
                  <a:cubicBezTo>
                    <a:pt x="72616" y="161428"/>
                    <a:pt x="68885" y="164791"/>
                    <a:pt x="65381" y="168372"/>
                  </a:cubicBezTo>
                  <a:cubicBezTo>
                    <a:pt x="59038" y="174468"/>
                    <a:pt x="49381" y="183797"/>
                    <a:pt x="43985" y="183797"/>
                  </a:cubicBezTo>
                  <a:cubicBezTo>
                    <a:pt x="38588" y="183797"/>
                    <a:pt x="35369" y="179825"/>
                    <a:pt x="29216" y="173452"/>
                  </a:cubicBezTo>
                  <a:cubicBezTo>
                    <a:pt x="25957" y="169798"/>
                    <a:pt x="22378" y="166430"/>
                    <a:pt x="18518" y="163385"/>
                  </a:cubicBezTo>
                  <a:cubicBezTo>
                    <a:pt x="13536" y="159609"/>
                    <a:pt x="6371" y="160432"/>
                    <a:pt x="2423" y="165232"/>
                  </a:cubicBezTo>
                  <a:cubicBezTo>
                    <a:pt x="-1450" y="170048"/>
                    <a:pt x="-588" y="177015"/>
                    <a:pt x="4349" y="180793"/>
                  </a:cubicBezTo>
                  <a:cubicBezTo>
                    <a:pt x="4370" y="180810"/>
                    <a:pt x="4391" y="180826"/>
                    <a:pt x="4411" y="180841"/>
                  </a:cubicBezTo>
                  <a:cubicBezTo>
                    <a:pt x="7290" y="183291"/>
                    <a:pt x="10009" y="185913"/>
                    <a:pt x="12553" y="188692"/>
                  </a:cubicBezTo>
                  <a:cubicBezTo>
                    <a:pt x="19952" y="198656"/>
                    <a:pt x="31422" y="204993"/>
                    <a:pt x="43985" y="206057"/>
                  </a:cubicBezTo>
                  <a:cubicBezTo>
                    <a:pt x="58848" y="206057"/>
                    <a:pt x="70872" y="194419"/>
                    <a:pt x="81854" y="184166"/>
                  </a:cubicBezTo>
                  <a:cubicBezTo>
                    <a:pt x="84849" y="181227"/>
                    <a:pt x="88009" y="178451"/>
                    <a:pt x="91321" y="175854"/>
                  </a:cubicBezTo>
                  <a:cubicBezTo>
                    <a:pt x="104162" y="165890"/>
                    <a:pt x="112185" y="151171"/>
                    <a:pt x="113474" y="135214"/>
                  </a:cubicBezTo>
                  <a:cubicBezTo>
                    <a:pt x="120245" y="128450"/>
                    <a:pt x="124020" y="119360"/>
                    <a:pt x="123983" y="109906"/>
                  </a:cubicBezTo>
                  <a:lnTo>
                    <a:pt x="123983" y="104457"/>
                  </a:lnTo>
                  <a:cubicBezTo>
                    <a:pt x="123977" y="96421"/>
                    <a:pt x="121284" y="88606"/>
                    <a:pt x="116315" y="82197"/>
                  </a:cubicBezTo>
                  <a:cubicBezTo>
                    <a:pt x="114895" y="52733"/>
                    <a:pt x="107321" y="30566"/>
                    <a:pt x="93120" y="16711"/>
                  </a:cubicBezTo>
                  <a:cubicBezTo>
                    <a:pt x="79767" y="4846"/>
                    <a:pt x="61996" y="-1134"/>
                    <a:pt x="43985" y="178"/>
                  </a:cubicBezTo>
                  <a:lnTo>
                    <a:pt x="41429" y="178"/>
                  </a:lnTo>
                  <a:cubicBezTo>
                    <a:pt x="28930" y="-731"/>
                    <a:pt x="16509" y="2741"/>
                    <a:pt x="6400" y="9969"/>
                  </a:cubicBezTo>
                  <a:cubicBezTo>
                    <a:pt x="1171" y="13539"/>
                    <a:pt x="-101" y="20569"/>
                    <a:pt x="3559" y="25670"/>
                  </a:cubicBezTo>
                  <a:cubicBezTo>
                    <a:pt x="7219" y="30772"/>
                    <a:pt x="14425" y="32012"/>
                    <a:pt x="19654" y="2844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5" name="Google Shape;3065;p96"/>
            <p:cNvSpPr/>
            <p:nvPr/>
          </p:nvSpPr>
          <p:spPr>
            <a:xfrm>
              <a:off x="5098072" y="3125702"/>
              <a:ext cx="92091" cy="52802"/>
            </a:xfrm>
            <a:custGeom>
              <a:rect b="b" l="l" r="r" t="t"/>
              <a:pathLst>
                <a:path extrusionOk="0" h="43548" w="75951">
                  <a:moveTo>
                    <a:pt x="75951" y="36414"/>
                  </a:moveTo>
                  <a:cubicBezTo>
                    <a:pt x="75899" y="32472"/>
                    <a:pt x="72608" y="29302"/>
                    <a:pt x="68567" y="29302"/>
                  </a:cubicBezTo>
                  <a:cubicBezTo>
                    <a:pt x="37324" y="29302"/>
                    <a:pt x="13088" y="2702"/>
                    <a:pt x="12804" y="2424"/>
                  </a:cubicBezTo>
                  <a:cubicBezTo>
                    <a:pt x="10203" y="-506"/>
                    <a:pt x="5659" y="-825"/>
                    <a:pt x="2655" y="1713"/>
                  </a:cubicBezTo>
                  <a:cubicBezTo>
                    <a:pt x="2630" y="1735"/>
                    <a:pt x="2604" y="1756"/>
                    <a:pt x="2580" y="1778"/>
                  </a:cubicBezTo>
                  <a:cubicBezTo>
                    <a:pt x="-444" y="4214"/>
                    <a:pt x="-871" y="8580"/>
                    <a:pt x="1625" y="11530"/>
                  </a:cubicBezTo>
                  <a:cubicBezTo>
                    <a:pt x="1690" y="11606"/>
                    <a:pt x="1755" y="11680"/>
                    <a:pt x="1822" y="11753"/>
                  </a:cubicBezTo>
                  <a:cubicBezTo>
                    <a:pt x="2958" y="13046"/>
                    <a:pt x="30224" y="43526"/>
                    <a:pt x="68093" y="43526"/>
                  </a:cubicBezTo>
                  <a:cubicBezTo>
                    <a:pt x="72107" y="43832"/>
                    <a:pt x="75615" y="40906"/>
                    <a:pt x="75929" y="36990"/>
                  </a:cubicBezTo>
                  <a:cubicBezTo>
                    <a:pt x="75944" y="36799"/>
                    <a:pt x="75952" y="36606"/>
                    <a:pt x="75951" y="364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6" name="Google Shape;3066;p96"/>
            <p:cNvSpPr/>
            <p:nvPr/>
          </p:nvSpPr>
          <p:spPr>
            <a:xfrm>
              <a:off x="5166410" y="3320122"/>
              <a:ext cx="133855" cy="98084"/>
            </a:xfrm>
            <a:custGeom>
              <a:rect b="b" l="l" r="r" t="t"/>
              <a:pathLst>
                <a:path extrusionOk="0" h="80894" w="110396">
                  <a:moveTo>
                    <a:pt x="23648" y="2570"/>
                  </a:moveTo>
                  <a:lnTo>
                    <a:pt x="4713" y="17810"/>
                  </a:lnTo>
                  <a:cubicBezTo>
                    <a:pt x="-401" y="21443"/>
                    <a:pt x="-1528" y="28434"/>
                    <a:pt x="2195" y="33423"/>
                  </a:cubicBezTo>
                  <a:cubicBezTo>
                    <a:pt x="5919" y="38413"/>
                    <a:pt x="13084" y="39513"/>
                    <a:pt x="18199" y="35880"/>
                  </a:cubicBezTo>
                  <a:cubicBezTo>
                    <a:pt x="18547" y="35632"/>
                    <a:pt x="18881" y="35366"/>
                    <a:pt x="19198" y="35082"/>
                  </a:cubicBezTo>
                  <a:lnTo>
                    <a:pt x="33683" y="23536"/>
                  </a:lnTo>
                  <a:cubicBezTo>
                    <a:pt x="50849" y="28036"/>
                    <a:pt x="67502" y="34226"/>
                    <a:pt x="83386" y="42009"/>
                  </a:cubicBezTo>
                  <a:cubicBezTo>
                    <a:pt x="85142" y="48955"/>
                    <a:pt x="86314" y="56029"/>
                    <a:pt x="86889" y="63160"/>
                  </a:cubicBezTo>
                  <a:cubicBezTo>
                    <a:pt x="86889" y="66393"/>
                    <a:pt x="87552" y="69256"/>
                    <a:pt x="87836" y="71658"/>
                  </a:cubicBezTo>
                  <a:cubicBezTo>
                    <a:pt x="88800" y="76994"/>
                    <a:pt x="93549" y="80887"/>
                    <a:pt x="99102" y="80894"/>
                  </a:cubicBezTo>
                  <a:lnTo>
                    <a:pt x="100806" y="80894"/>
                  </a:lnTo>
                  <a:cubicBezTo>
                    <a:pt x="106971" y="79901"/>
                    <a:pt x="111183" y="74272"/>
                    <a:pt x="110273" y="68240"/>
                  </a:cubicBezTo>
                  <a:cubicBezTo>
                    <a:pt x="110273" y="66116"/>
                    <a:pt x="109705" y="63530"/>
                    <a:pt x="109327" y="60574"/>
                  </a:cubicBezTo>
                  <a:cubicBezTo>
                    <a:pt x="108737" y="50805"/>
                    <a:pt x="106860" y="41150"/>
                    <a:pt x="103741" y="31849"/>
                  </a:cubicBezTo>
                  <a:cubicBezTo>
                    <a:pt x="102037" y="27785"/>
                    <a:pt x="97966" y="18272"/>
                    <a:pt x="34062" y="446"/>
                  </a:cubicBezTo>
                  <a:cubicBezTo>
                    <a:pt x="30444" y="-591"/>
                    <a:pt x="26536" y="206"/>
                    <a:pt x="23648" y="257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67" name="Google Shape;3067;p96"/>
          <p:cNvGrpSpPr/>
          <p:nvPr/>
        </p:nvGrpSpPr>
        <p:grpSpPr>
          <a:xfrm>
            <a:off x="3649036" y="4134837"/>
            <a:ext cx="240233" cy="232961"/>
            <a:chOff x="1348656" y="275789"/>
            <a:chExt cx="297797" cy="288783"/>
          </a:xfrm>
        </p:grpSpPr>
        <p:sp>
          <p:nvSpPr>
            <p:cNvPr id="3068" name="Google Shape;3068;p96"/>
            <p:cNvSpPr/>
            <p:nvPr/>
          </p:nvSpPr>
          <p:spPr>
            <a:xfrm>
              <a:off x="1395870" y="275789"/>
              <a:ext cx="134019" cy="178870"/>
            </a:xfrm>
            <a:custGeom>
              <a:rect b="b" l="l" r="r" t="t"/>
              <a:pathLst>
                <a:path extrusionOk="0" h="178870" w="134019">
                  <a:moveTo>
                    <a:pt x="27617" y="152546"/>
                  </a:moveTo>
                  <a:cubicBezTo>
                    <a:pt x="30327" y="154843"/>
                    <a:pt x="32917" y="157279"/>
                    <a:pt x="35375" y="159843"/>
                  </a:cubicBezTo>
                  <a:cubicBezTo>
                    <a:pt x="44612" y="169080"/>
                    <a:pt x="54495" y="178870"/>
                    <a:pt x="66964" y="178870"/>
                  </a:cubicBezTo>
                  <a:cubicBezTo>
                    <a:pt x="79433" y="178870"/>
                    <a:pt x="89500" y="168710"/>
                    <a:pt x="98460" y="159843"/>
                  </a:cubicBezTo>
                  <a:cubicBezTo>
                    <a:pt x="100926" y="157253"/>
                    <a:pt x="103547" y="154816"/>
                    <a:pt x="106311" y="152546"/>
                  </a:cubicBezTo>
                  <a:cubicBezTo>
                    <a:pt x="117069" y="143875"/>
                    <a:pt x="123756" y="131136"/>
                    <a:pt x="124783" y="117356"/>
                  </a:cubicBezTo>
                  <a:cubicBezTo>
                    <a:pt x="130619" y="111556"/>
                    <a:pt x="133937" y="103693"/>
                    <a:pt x="134020" y="95466"/>
                  </a:cubicBezTo>
                  <a:lnTo>
                    <a:pt x="134020" y="90663"/>
                  </a:lnTo>
                  <a:cubicBezTo>
                    <a:pt x="134035" y="83736"/>
                    <a:pt x="131726" y="77003"/>
                    <a:pt x="127462" y="71544"/>
                  </a:cubicBezTo>
                  <a:cubicBezTo>
                    <a:pt x="126908" y="45589"/>
                    <a:pt x="120627" y="26378"/>
                    <a:pt x="108527" y="14370"/>
                  </a:cubicBezTo>
                  <a:cubicBezTo>
                    <a:pt x="97468" y="4194"/>
                    <a:pt x="82691" y="-955"/>
                    <a:pt x="67703" y="146"/>
                  </a:cubicBezTo>
                  <a:lnTo>
                    <a:pt x="66132" y="146"/>
                  </a:lnTo>
                  <a:cubicBezTo>
                    <a:pt x="51187" y="-923"/>
                    <a:pt x="36468" y="4262"/>
                    <a:pt x="25492" y="14463"/>
                  </a:cubicBezTo>
                  <a:cubicBezTo>
                    <a:pt x="13393" y="26470"/>
                    <a:pt x="7020" y="45682"/>
                    <a:pt x="6558" y="71636"/>
                  </a:cubicBezTo>
                  <a:cubicBezTo>
                    <a:pt x="2293" y="77095"/>
                    <a:pt x="-16" y="83828"/>
                    <a:pt x="0" y="90755"/>
                  </a:cubicBezTo>
                  <a:lnTo>
                    <a:pt x="0" y="95558"/>
                  </a:lnTo>
                  <a:cubicBezTo>
                    <a:pt x="43" y="103793"/>
                    <a:pt x="3367" y="111672"/>
                    <a:pt x="9236" y="117448"/>
                  </a:cubicBezTo>
                  <a:cubicBezTo>
                    <a:pt x="10222" y="131193"/>
                    <a:pt x="16880" y="143909"/>
                    <a:pt x="27617" y="152546"/>
                  </a:cubicBezTo>
                  <a:close/>
                  <a:moveTo>
                    <a:pt x="18380" y="90663"/>
                  </a:moveTo>
                  <a:cubicBezTo>
                    <a:pt x="18366" y="87203"/>
                    <a:pt x="19728" y="83880"/>
                    <a:pt x="22167" y="81426"/>
                  </a:cubicBezTo>
                  <a:cubicBezTo>
                    <a:pt x="23930" y="79699"/>
                    <a:pt x="24928" y="77337"/>
                    <a:pt x="24938" y="74869"/>
                  </a:cubicBezTo>
                  <a:cubicBezTo>
                    <a:pt x="24938" y="52240"/>
                    <a:pt x="29464" y="36261"/>
                    <a:pt x="38423" y="27301"/>
                  </a:cubicBezTo>
                  <a:cubicBezTo>
                    <a:pt x="45653" y="20650"/>
                    <a:pt x="55322" y="17304"/>
                    <a:pt x="65116" y="18065"/>
                  </a:cubicBezTo>
                  <a:lnTo>
                    <a:pt x="67610" y="18065"/>
                  </a:lnTo>
                  <a:cubicBezTo>
                    <a:pt x="77734" y="17116"/>
                    <a:pt x="87790" y="20468"/>
                    <a:pt x="95319" y="27301"/>
                  </a:cubicBezTo>
                  <a:cubicBezTo>
                    <a:pt x="104556" y="36538"/>
                    <a:pt x="108804" y="52240"/>
                    <a:pt x="108804" y="74869"/>
                  </a:cubicBezTo>
                  <a:cubicBezTo>
                    <a:pt x="108815" y="77337"/>
                    <a:pt x="109812" y="79699"/>
                    <a:pt x="111575" y="81426"/>
                  </a:cubicBezTo>
                  <a:cubicBezTo>
                    <a:pt x="114015" y="83880"/>
                    <a:pt x="115377" y="87203"/>
                    <a:pt x="115362" y="90663"/>
                  </a:cubicBezTo>
                  <a:lnTo>
                    <a:pt x="115362" y="95466"/>
                  </a:lnTo>
                  <a:cubicBezTo>
                    <a:pt x="115377" y="98926"/>
                    <a:pt x="114015" y="102249"/>
                    <a:pt x="111575" y="104702"/>
                  </a:cubicBezTo>
                  <a:lnTo>
                    <a:pt x="109266" y="106919"/>
                  </a:lnTo>
                  <a:cubicBezTo>
                    <a:pt x="107537" y="108662"/>
                    <a:pt x="106574" y="111022"/>
                    <a:pt x="106588" y="113477"/>
                  </a:cubicBezTo>
                  <a:cubicBezTo>
                    <a:pt x="106644" y="123056"/>
                    <a:pt x="102324" y="132137"/>
                    <a:pt x="94858" y="138138"/>
                  </a:cubicBezTo>
                  <a:cubicBezTo>
                    <a:pt x="91618" y="140856"/>
                    <a:pt x="88534" y="143754"/>
                    <a:pt x="85621" y="146820"/>
                  </a:cubicBezTo>
                  <a:cubicBezTo>
                    <a:pt x="80172" y="152269"/>
                    <a:pt x="71951" y="160490"/>
                    <a:pt x="67148" y="160490"/>
                  </a:cubicBezTo>
                  <a:cubicBezTo>
                    <a:pt x="62346" y="160490"/>
                    <a:pt x="54033" y="152269"/>
                    <a:pt x="48676" y="146820"/>
                  </a:cubicBezTo>
                  <a:cubicBezTo>
                    <a:pt x="45763" y="143754"/>
                    <a:pt x="42679" y="140856"/>
                    <a:pt x="39439" y="138138"/>
                  </a:cubicBezTo>
                  <a:cubicBezTo>
                    <a:pt x="31973" y="132137"/>
                    <a:pt x="27653" y="123056"/>
                    <a:pt x="27709" y="113477"/>
                  </a:cubicBezTo>
                  <a:cubicBezTo>
                    <a:pt x="27723" y="111022"/>
                    <a:pt x="26760" y="108662"/>
                    <a:pt x="25031" y="106919"/>
                  </a:cubicBezTo>
                  <a:lnTo>
                    <a:pt x="22722" y="104702"/>
                  </a:lnTo>
                  <a:cubicBezTo>
                    <a:pt x="20282" y="102249"/>
                    <a:pt x="18920" y="98926"/>
                    <a:pt x="18935" y="954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69" name="Google Shape;3069;p96"/>
            <p:cNvSpPr/>
            <p:nvPr/>
          </p:nvSpPr>
          <p:spPr>
            <a:xfrm>
              <a:off x="1428539" y="310271"/>
              <a:ext cx="68284" cy="37615"/>
            </a:xfrm>
            <a:custGeom>
              <a:rect b="b" l="l" r="r" t="t"/>
              <a:pathLst>
                <a:path extrusionOk="0" h="37615" w="68284">
                  <a:moveTo>
                    <a:pt x="7325" y="37616"/>
                  </a:moveTo>
                  <a:cubicBezTo>
                    <a:pt x="8222" y="37580"/>
                    <a:pt x="9102" y="37360"/>
                    <a:pt x="9911" y="36969"/>
                  </a:cubicBezTo>
                  <a:cubicBezTo>
                    <a:pt x="16691" y="34382"/>
                    <a:pt x="22059" y="29047"/>
                    <a:pt x="24689" y="22284"/>
                  </a:cubicBezTo>
                  <a:cubicBezTo>
                    <a:pt x="35056" y="30395"/>
                    <a:pt x="47739" y="34989"/>
                    <a:pt x="60895" y="35399"/>
                  </a:cubicBezTo>
                  <a:cubicBezTo>
                    <a:pt x="64976" y="35399"/>
                    <a:pt x="68285" y="32091"/>
                    <a:pt x="68285" y="28010"/>
                  </a:cubicBezTo>
                  <a:cubicBezTo>
                    <a:pt x="68285" y="23929"/>
                    <a:pt x="64976" y="20621"/>
                    <a:pt x="60895" y="20621"/>
                  </a:cubicBezTo>
                  <a:cubicBezTo>
                    <a:pt x="47013" y="19305"/>
                    <a:pt x="34113" y="12887"/>
                    <a:pt x="24689" y="2610"/>
                  </a:cubicBezTo>
                  <a:cubicBezTo>
                    <a:pt x="22551" y="27"/>
                    <a:pt x="18912" y="-738"/>
                    <a:pt x="15914" y="763"/>
                  </a:cubicBezTo>
                  <a:cubicBezTo>
                    <a:pt x="12963" y="2280"/>
                    <a:pt x="11323" y="5523"/>
                    <a:pt x="11850" y="8798"/>
                  </a:cubicBezTo>
                  <a:cubicBezTo>
                    <a:pt x="13092" y="14840"/>
                    <a:pt x="9986" y="20936"/>
                    <a:pt x="4369" y="23484"/>
                  </a:cubicBezTo>
                  <a:cubicBezTo>
                    <a:pt x="645" y="25153"/>
                    <a:pt x="-1021" y="29525"/>
                    <a:pt x="648" y="33249"/>
                  </a:cubicBezTo>
                  <a:cubicBezTo>
                    <a:pt x="1829" y="35884"/>
                    <a:pt x="4437" y="37590"/>
                    <a:pt x="7325" y="3761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0" name="Google Shape;3070;p96"/>
            <p:cNvSpPr/>
            <p:nvPr/>
          </p:nvSpPr>
          <p:spPr>
            <a:xfrm>
              <a:off x="1482390" y="453277"/>
              <a:ext cx="96637" cy="69454"/>
            </a:xfrm>
            <a:custGeom>
              <a:rect b="b" l="l" r="r" t="t"/>
              <a:pathLst>
                <a:path extrusionOk="0" h="69454" w="96637">
                  <a:moveTo>
                    <a:pt x="90911" y="27521"/>
                  </a:moveTo>
                  <a:cubicBezTo>
                    <a:pt x="89526" y="24012"/>
                    <a:pt x="86108" y="15791"/>
                    <a:pt x="31983" y="366"/>
                  </a:cubicBezTo>
                  <a:cubicBezTo>
                    <a:pt x="28948" y="-515"/>
                    <a:pt x="25673" y="217"/>
                    <a:pt x="23301" y="2306"/>
                  </a:cubicBezTo>
                  <a:lnTo>
                    <a:pt x="3443" y="19763"/>
                  </a:lnTo>
                  <a:cubicBezTo>
                    <a:pt x="-530" y="22962"/>
                    <a:pt x="-1157" y="28778"/>
                    <a:pt x="2044" y="32750"/>
                  </a:cubicBezTo>
                  <a:cubicBezTo>
                    <a:pt x="5243" y="36723"/>
                    <a:pt x="11057" y="37349"/>
                    <a:pt x="15031" y="34149"/>
                  </a:cubicBezTo>
                  <a:cubicBezTo>
                    <a:pt x="15240" y="33981"/>
                    <a:pt x="15441" y="33803"/>
                    <a:pt x="15635" y="33617"/>
                  </a:cubicBezTo>
                  <a:lnTo>
                    <a:pt x="31706" y="19486"/>
                  </a:lnTo>
                  <a:cubicBezTo>
                    <a:pt x="46428" y="23404"/>
                    <a:pt x="60699" y="28852"/>
                    <a:pt x="74286" y="35742"/>
                  </a:cubicBezTo>
                  <a:cubicBezTo>
                    <a:pt x="75851" y="41796"/>
                    <a:pt x="76870" y="47978"/>
                    <a:pt x="77334" y="54214"/>
                  </a:cubicBezTo>
                  <a:cubicBezTo>
                    <a:pt x="77334" y="56985"/>
                    <a:pt x="77888" y="59479"/>
                    <a:pt x="78165" y="61511"/>
                  </a:cubicBezTo>
                  <a:cubicBezTo>
                    <a:pt x="78814" y="66102"/>
                    <a:pt x="82766" y="69500"/>
                    <a:pt x="87402" y="69454"/>
                  </a:cubicBezTo>
                  <a:lnTo>
                    <a:pt x="88695" y="69454"/>
                  </a:lnTo>
                  <a:cubicBezTo>
                    <a:pt x="93744" y="68740"/>
                    <a:pt x="97259" y="64067"/>
                    <a:pt x="96546" y="59017"/>
                  </a:cubicBezTo>
                  <a:cubicBezTo>
                    <a:pt x="96546" y="57170"/>
                    <a:pt x="95991" y="54861"/>
                    <a:pt x="95714" y="52367"/>
                  </a:cubicBezTo>
                  <a:cubicBezTo>
                    <a:pt x="95204" y="43911"/>
                    <a:pt x="93590" y="35558"/>
                    <a:pt x="90911" y="2752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1" name="Google Shape;3071;p96"/>
            <p:cNvSpPr/>
            <p:nvPr/>
          </p:nvSpPr>
          <p:spPr>
            <a:xfrm>
              <a:off x="1348656" y="453297"/>
              <a:ext cx="96192" cy="69527"/>
            </a:xfrm>
            <a:custGeom>
              <a:rect b="b" l="l" r="r" t="t"/>
              <a:pathLst>
                <a:path extrusionOk="0" h="69527" w="96192">
                  <a:moveTo>
                    <a:pt x="73169" y="2286"/>
                  </a:moveTo>
                  <a:cubicBezTo>
                    <a:pt x="70818" y="229"/>
                    <a:pt x="67586" y="-501"/>
                    <a:pt x="64579" y="347"/>
                  </a:cubicBezTo>
                  <a:cubicBezTo>
                    <a:pt x="10362" y="15772"/>
                    <a:pt x="6667" y="23992"/>
                    <a:pt x="5559" y="27502"/>
                  </a:cubicBezTo>
                  <a:cubicBezTo>
                    <a:pt x="3029" y="35248"/>
                    <a:pt x="1508" y="43289"/>
                    <a:pt x="1033" y="51424"/>
                  </a:cubicBezTo>
                  <a:cubicBezTo>
                    <a:pt x="1033" y="54195"/>
                    <a:pt x="387" y="56873"/>
                    <a:pt x="109" y="58998"/>
                  </a:cubicBezTo>
                  <a:cubicBezTo>
                    <a:pt x="-666" y="64019"/>
                    <a:pt x="2759" y="68723"/>
                    <a:pt x="7776" y="69527"/>
                  </a:cubicBezTo>
                  <a:lnTo>
                    <a:pt x="9253" y="69527"/>
                  </a:lnTo>
                  <a:cubicBezTo>
                    <a:pt x="13829" y="69586"/>
                    <a:pt x="17758" y="66286"/>
                    <a:pt x="18490" y="61769"/>
                  </a:cubicBezTo>
                  <a:cubicBezTo>
                    <a:pt x="18490" y="59367"/>
                    <a:pt x="19136" y="56412"/>
                    <a:pt x="19506" y="53271"/>
                  </a:cubicBezTo>
                  <a:cubicBezTo>
                    <a:pt x="19920" y="47316"/>
                    <a:pt x="20878" y="41411"/>
                    <a:pt x="22369" y="35630"/>
                  </a:cubicBezTo>
                  <a:cubicBezTo>
                    <a:pt x="35915" y="28719"/>
                    <a:pt x="50157" y="23270"/>
                    <a:pt x="64856" y="19374"/>
                  </a:cubicBezTo>
                  <a:lnTo>
                    <a:pt x="80558" y="32951"/>
                  </a:lnTo>
                  <a:cubicBezTo>
                    <a:pt x="84237" y="36485"/>
                    <a:pt x="90084" y="36367"/>
                    <a:pt x="93617" y="32688"/>
                  </a:cubicBezTo>
                  <a:cubicBezTo>
                    <a:pt x="97151" y="29009"/>
                    <a:pt x="97034" y="23162"/>
                    <a:pt x="93354" y="19629"/>
                  </a:cubicBezTo>
                  <a:cubicBezTo>
                    <a:pt x="93161" y="19443"/>
                    <a:pt x="92959" y="19265"/>
                    <a:pt x="92750" y="1909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2" name="Google Shape;3072;p96"/>
            <p:cNvSpPr/>
            <p:nvPr/>
          </p:nvSpPr>
          <p:spPr>
            <a:xfrm>
              <a:off x="1518807" y="287020"/>
              <a:ext cx="127646" cy="177338"/>
            </a:xfrm>
            <a:custGeom>
              <a:rect b="b" l="l" r="r" t="t"/>
              <a:pathLst>
                <a:path extrusionOk="0" h="177338" w="127646">
                  <a:moveTo>
                    <a:pt x="120257" y="0"/>
                  </a:moveTo>
                  <a:lnTo>
                    <a:pt x="7389" y="0"/>
                  </a:lnTo>
                  <a:cubicBezTo>
                    <a:pt x="3308" y="0"/>
                    <a:pt x="0" y="3308"/>
                    <a:pt x="0" y="7389"/>
                  </a:cubicBezTo>
                  <a:cubicBezTo>
                    <a:pt x="0" y="11470"/>
                    <a:pt x="3308" y="14778"/>
                    <a:pt x="7389" y="14778"/>
                  </a:cubicBezTo>
                  <a:lnTo>
                    <a:pt x="112868" y="14778"/>
                  </a:lnTo>
                  <a:lnTo>
                    <a:pt x="112868" y="162560"/>
                  </a:lnTo>
                  <a:lnTo>
                    <a:pt x="59575" y="162560"/>
                  </a:lnTo>
                  <a:cubicBezTo>
                    <a:pt x="55494" y="162560"/>
                    <a:pt x="52185" y="165868"/>
                    <a:pt x="52185" y="169949"/>
                  </a:cubicBezTo>
                  <a:cubicBezTo>
                    <a:pt x="52185" y="174030"/>
                    <a:pt x="55494" y="177338"/>
                    <a:pt x="59575" y="177338"/>
                  </a:cubicBezTo>
                  <a:lnTo>
                    <a:pt x="120257" y="177338"/>
                  </a:lnTo>
                  <a:cubicBezTo>
                    <a:pt x="124338" y="177338"/>
                    <a:pt x="127647" y="174030"/>
                    <a:pt x="127647" y="169949"/>
                  </a:cubicBezTo>
                  <a:lnTo>
                    <a:pt x="127647" y="7389"/>
                  </a:lnTo>
                  <a:cubicBezTo>
                    <a:pt x="127647" y="3308"/>
                    <a:pt x="124338" y="0"/>
                    <a:pt x="120257"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3" name="Google Shape;3073;p96"/>
            <p:cNvSpPr/>
            <p:nvPr/>
          </p:nvSpPr>
          <p:spPr>
            <a:xfrm>
              <a:off x="1526496" y="331359"/>
              <a:ext cx="94324" cy="98270"/>
            </a:xfrm>
            <a:custGeom>
              <a:rect b="b" l="l" r="r" t="t"/>
              <a:pathLst>
                <a:path extrusionOk="0" h="98270" w="94324">
                  <a:moveTo>
                    <a:pt x="3302" y="96977"/>
                  </a:moveTo>
                  <a:cubicBezTo>
                    <a:pt x="4505" y="97788"/>
                    <a:pt x="5916" y="98237"/>
                    <a:pt x="7366" y="98270"/>
                  </a:cubicBezTo>
                  <a:cubicBezTo>
                    <a:pt x="9857" y="98276"/>
                    <a:pt x="12184" y="97026"/>
                    <a:pt x="13554" y="94945"/>
                  </a:cubicBezTo>
                  <a:lnTo>
                    <a:pt x="36183" y="61048"/>
                  </a:lnTo>
                  <a:lnTo>
                    <a:pt x="50777" y="68806"/>
                  </a:lnTo>
                  <a:cubicBezTo>
                    <a:pt x="54252" y="70686"/>
                    <a:pt x="58593" y="69457"/>
                    <a:pt x="60567" y="66035"/>
                  </a:cubicBezTo>
                  <a:lnTo>
                    <a:pt x="93634" y="10617"/>
                  </a:lnTo>
                  <a:cubicBezTo>
                    <a:pt x="95365" y="6866"/>
                    <a:pt x="93728" y="2421"/>
                    <a:pt x="89976" y="689"/>
                  </a:cubicBezTo>
                  <a:cubicBezTo>
                    <a:pt x="86790" y="-781"/>
                    <a:pt x="83012" y="160"/>
                    <a:pt x="80887" y="2951"/>
                  </a:cubicBezTo>
                  <a:lnTo>
                    <a:pt x="51516" y="51996"/>
                  </a:lnTo>
                  <a:lnTo>
                    <a:pt x="37199" y="44422"/>
                  </a:lnTo>
                  <a:cubicBezTo>
                    <a:pt x="33947" y="42860"/>
                    <a:pt x="30043" y="43876"/>
                    <a:pt x="27963" y="46824"/>
                  </a:cubicBezTo>
                  <a:lnTo>
                    <a:pt x="1639" y="86263"/>
                  </a:lnTo>
                  <a:cubicBezTo>
                    <a:pt x="-905" y="89388"/>
                    <a:pt x="-436" y="93984"/>
                    <a:pt x="2689" y="96528"/>
                  </a:cubicBezTo>
                  <a:cubicBezTo>
                    <a:pt x="2885" y="96689"/>
                    <a:pt x="3089" y="96839"/>
                    <a:pt x="3302" y="9697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4" name="Google Shape;3074;p96"/>
            <p:cNvSpPr/>
            <p:nvPr/>
          </p:nvSpPr>
          <p:spPr>
            <a:xfrm>
              <a:off x="1450111" y="468699"/>
              <a:ext cx="26298" cy="26508"/>
            </a:xfrm>
            <a:custGeom>
              <a:rect b="b" l="l" r="r" t="t"/>
              <a:pathLst>
                <a:path extrusionOk="0" h="26508" w="26298">
                  <a:moveTo>
                    <a:pt x="20389" y="0"/>
                  </a:moveTo>
                  <a:lnTo>
                    <a:pt x="6165" y="0"/>
                  </a:lnTo>
                  <a:cubicBezTo>
                    <a:pt x="2748" y="13"/>
                    <a:pt x="-13" y="2794"/>
                    <a:pt x="0" y="6211"/>
                  </a:cubicBezTo>
                  <a:cubicBezTo>
                    <a:pt x="1" y="6513"/>
                    <a:pt x="24" y="6814"/>
                    <a:pt x="69" y="7112"/>
                  </a:cubicBezTo>
                  <a:lnTo>
                    <a:pt x="2471" y="21336"/>
                  </a:lnTo>
                  <a:cubicBezTo>
                    <a:pt x="2967" y="24317"/>
                    <a:pt x="5545" y="26505"/>
                    <a:pt x="8567" y="26508"/>
                  </a:cubicBezTo>
                  <a:lnTo>
                    <a:pt x="17803" y="26508"/>
                  </a:lnTo>
                  <a:cubicBezTo>
                    <a:pt x="20805" y="26497"/>
                    <a:pt x="23352" y="24303"/>
                    <a:pt x="23807" y="21336"/>
                  </a:cubicBezTo>
                  <a:lnTo>
                    <a:pt x="26208" y="7112"/>
                  </a:lnTo>
                  <a:cubicBezTo>
                    <a:pt x="26522" y="5354"/>
                    <a:pt x="26011" y="3550"/>
                    <a:pt x="24823" y="2217"/>
                  </a:cubicBezTo>
                  <a:cubicBezTo>
                    <a:pt x="23733" y="874"/>
                    <a:pt x="22117" y="66"/>
                    <a:pt x="20389"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5" name="Google Shape;3075;p96"/>
            <p:cNvSpPr/>
            <p:nvPr/>
          </p:nvSpPr>
          <p:spPr>
            <a:xfrm>
              <a:off x="1451750" y="500379"/>
              <a:ext cx="23091" cy="64193"/>
            </a:xfrm>
            <a:custGeom>
              <a:rect b="b" l="l" r="r" t="t"/>
              <a:pathLst>
                <a:path extrusionOk="0" h="64193" w="23091">
                  <a:moveTo>
                    <a:pt x="11546" y="0"/>
                  </a:moveTo>
                  <a:cubicBezTo>
                    <a:pt x="5221" y="-50"/>
                    <a:pt x="51" y="5035"/>
                    <a:pt x="1" y="11360"/>
                  </a:cubicBezTo>
                  <a:cubicBezTo>
                    <a:pt x="0" y="11422"/>
                    <a:pt x="0" y="11484"/>
                    <a:pt x="1" y="11546"/>
                  </a:cubicBezTo>
                  <a:lnTo>
                    <a:pt x="1" y="52648"/>
                  </a:lnTo>
                  <a:cubicBezTo>
                    <a:pt x="1" y="59024"/>
                    <a:pt x="5169" y="64193"/>
                    <a:pt x="11546" y="64193"/>
                  </a:cubicBezTo>
                  <a:cubicBezTo>
                    <a:pt x="17923" y="64193"/>
                    <a:pt x="23092" y="59024"/>
                    <a:pt x="23092" y="52648"/>
                  </a:cubicBezTo>
                  <a:lnTo>
                    <a:pt x="23092" y="11546"/>
                  </a:lnTo>
                  <a:cubicBezTo>
                    <a:pt x="23092" y="5169"/>
                    <a:pt x="17923" y="0"/>
                    <a:pt x="1154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76" name="Google Shape;3076;p96"/>
          <p:cNvGrpSpPr/>
          <p:nvPr/>
        </p:nvGrpSpPr>
        <p:grpSpPr>
          <a:xfrm>
            <a:off x="505462" y="4151232"/>
            <a:ext cx="189947" cy="200223"/>
            <a:chOff x="135761" y="271429"/>
            <a:chExt cx="277133" cy="292126"/>
          </a:xfrm>
        </p:grpSpPr>
        <p:sp>
          <p:nvSpPr>
            <p:cNvPr id="3077" name="Google Shape;3077;p96"/>
            <p:cNvSpPr/>
            <p:nvPr/>
          </p:nvSpPr>
          <p:spPr>
            <a:xfrm>
              <a:off x="192577" y="271429"/>
              <a:ext cx="161082" cy="215371"/>
            </a:xfrm>
            <a:custGeom>
              <a:rect b="b" l="l" r="r" t="t"/>
              <a:pathLst>
                <a:path extrusionOk="0" h="215371" w="161082">
                  <a:moveTo>
                    <a:pt x="33159" y="183784"/>
                  </a:moveTo>
                  <a:cubicBezTo>
                    <a:pt x="36424" y="186671"/>
                    <a:pt x="39508" y="189755"/>
                    <a:pt x="42395" y="193020"/>
                  </a:cubicBezTo>
                  <a:cubicBezTo>
                    <a:pt x="53386" y="203180"/>
                    <a:pt x="65578" y="215372"/>
                    <a:pt x="80541" y="215372"/>
                  </a:cubicBezTo>
                  <a:cubicBezTo>
                    <a:pt x="95504" y="215372"/>
                    <a:pt x="107789" y="203180"/>
                    <a:pt x="118503" y="192558"/>
                  </a:cubicBezTo>
                  <a:cubicBezTo>
                    <a:pt x="121390" y="189293"/>
                    <a:pt x="124474" y="186209"/>
                    <a:pt x="127739" y="183322"/>
                  </a:cubicBezTo>
                  <a:cubicBezTo>
                    <a:pt x="140705" y="173059"/>
                    <a:pt x="148913" y="157944"/>
                    <a:pt x="150461" y="141481"/>
                  </a:cubicBezTo>
                  <a:cubicBezTo>
                    <a:pt x="157303" y="134392"/>
                    <a:pt x="161113" y="124916"/>
                    <a:pt x="161082" y="115065"/>
                  </a:cubicBezTo>
                  <a:lnTo>
                    <a:pt x="161082" y="109338"/>
                  </a:lnTo>
                  <a:cubicBezTo>
                    <a:pt x="161111" y="100981"/>
                    <a:pt x="158348" y="92854"/>
                    <a:pt x="153232" y="86248"/>
                  </a:cubicBezTo>
                  <a:cubicBezTo>
                    <a:pt x="152585" y="55029"/>
                    <a:pt x="145011" y="31938"/>
                    <a:pt x="130510" y="17437"/>
                  </a:cubicBezTo>
                  <a:cubicBezTo>
                    <a:pt x="117246" y="5157"/>
                    <a:pt x="99496" y="-1093"/>
                    <a:pt x="81465" y="165"/>
                  </a:cubicBezTo>
                  <a:lnTo>
                    <a:pt x="79618" y="165"/>
                  </a:lnTo>
                  <a:cubicBezTo>
                    <a:pt x="61711" y="-1115"/>
                    <a:pt x="44079" y="5108"/>
                    <a:pt x="30942" y="17344"/>
                  </a:cubicBezTo>
                  <a:cubicBezTo>
                    <a:pt x="16164" y="31845"/>
                    <a:pt x="8498" y="54936"/>
                    <a:pt x="7851" y="86063"/>
                  </a:cubicBezTo>
                  <a:cubicBezTo>
                    <a:pt x="2734" y="92670"/>
                    <a:pt x="-29" y="100797"/>
                    <a:pt x="0" y="109154"/>
                  </a:cubicBezTo>
                  <a:lnTo>
                    <a:pt x="0" y="114880"/>
                  </a:lnTo>
                  <a:cubicBezTo>
                    <a:pt x="-24" y="124803"/>
                    <a:pt x="3819" y="134345"/>
                    <a:pt x="10714" y="141481"/>
                  </a:cubicBezTo>
                  <a:cubicBezTo>
                    <a:pt x="12016" y="158081"/>
                    <a:pt x="20143" y="173399"/>
                    <a:pt x="33159" y="183784"/>
                  </a:cubicBezTo>
                  <a:close/>
                  <a:moveTo>
                    <a:pt x="22445" y="109246"/>
                  </a:moveTo>
                  <a:cubicBezTo>
                    <a:pt x="22479" y="105163"/>
                    <a:pt x="24102" y="101254"/>
                    <a:pt x="26970" y="98347"/>
                  </a:cubicBezTo>
                  <a:cubicBezTo>
                    <a:pt x="29086" y="96244"/>
                    <a:pt x="30283" y="93387"/>
                    <a:pt x="30296" y="90404"/>
                  </a:cubicBezTo>
                  <a:cubicBezTo>
                    <a:pt x="30296" y="63249"/>
                    <a:pt x="35745" y="44222"/>
                    <a:pt x="46459" y="33323"/>
                  </a:cubicBezTo>
                  <a:cubicBezTo>
                    <a:pt x="55224" y="25513"/>
                    <a:pt x="66810" y="21640"/>
                    <a:pt x="78509" y="22609"/>
                  </a:cubicBezTo>
                  <a:lnTo>
                    <a:pt x="81557" y="22609"/>
                  </a:lnTo>
                  <a:cubicBezTo>
                    <a:pt x="93590" y="21419"/>
                    <a:pt x="105575" y="25302"/>
                    <a:pt x="114623" y="33323"/>
                  </a:cubicBezTo>
                  <a:cubicBezTo>
                    <a:pt x="125338" y="44037"/>
                    <a:pt x="130787" y="63249"/>
                    <a:pt x="130787" y="90404"/>
                  </a:cubicBezTo>
                  <a:cubicBezTo>
                    <a:pt x="130800" y="93387"/>
                    <a:pt x="131996" y="96244"/>
                    <a:pt x="134112" y="98347"/>
                  </a:cubicBezTo>
                  <a:cubicBezTo>
                    <a:pt x="136998" y="101242"/>
                    <a:pt x="138623" y="105159"/>
                    <a:pt x="138638" y="109246"/>
                  </a:cubicBezTo>
                  <a:lnTo>
                    <a:pt x="138638" y="114973"/>
                  </a:lnTo>
                  <a:cubicBezTo>
                    <a:pt x="138644" y="119064"/>
                    <a:pt x="137014" y="122988"/>
                    <a:pt x="134112" y="125872"/>
                  </a:cubicBezTo>
                  <a:lnTo>
                    <a:pt x="131434" y="128550"/>
                  </a:lnTo>
                  <a:cubicBezTo>
                    <a:pt x="129318" y="130653"/>
                    <a:pt x="128122" y="133510"/>
                    <a:pt x="128109" y="136493"/>
                  </a:cubicBezTo>
                  <a:cubicBezTo>
                    <a:pt x="128159" y="147966"/>
                    <a:pt x="122994" y="158841"/>
                    <a:pt x="114069" y="166050"/>
                  </a:cubicBezTo>
                  <a:cubicBezTo>
                    <a:pt x="110052" y="169303"/>
                    <a:pt x="106257" y="172821"/>
                    <a:pt x="102709" y="176579"/>
                  </a:cubicBezTo>
                  <a:cubicBezTo>
                    <a:pt x="96151" y="183045"/>
                    <a:pt x="86268" y="192835"/>
                    <a:pt x="80541" y="192835"/>
                  </a:cubicBezTo>
                  <a:cubicBezTo>
                    <a:pt x="74815" y="192835"/>
                    <a:pt x="64932" y="183045"/>
                    <a:pt x="58651" y="176579"/>
                  </a:cubicBezTo>
                  <a:cubicBezTo>
                    <a:pt x="55103" y="172821"/>
                    <a:pt x="51307" y="169303"/>
                    <a:pt x="47290" y="166050"/>
                  </a:cubicBezTo>
                  <a:cubicBezTo>
                    <a:pt x="38365" y="158841"/>
                    <a:pt x="33200" y="147966"/>
                    <a:pt x="33251" y="136493"/>
                  </a:cubicBezTo>
                  <a:cubicBezTo>
                    <a:pt x="33238" y="133510"/>
                    <a:pt x="32042" y="130653"/>
                    <a:pt x="29926" y="128550"/>
                  </a:cubicBezTo>
                  <a:lnTo>
                    <a:pt x="27248" y="125872"/>
                  </a:lnTo>
                  <a:cubicBezTo>
                    <a:pt x="24362" y="122977"/>
                    <a:pt x="22736" y="119060"/>
                    <a:pt x="22722" y="11497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8" name="Google Shape;3078;p96"/>
            <p:cNvSpPr/>
            <p:nvPr/>
          </p:nvSpPr>
          <p:spPr>
            <a:xfrm>
              <a:off x="226438" y="311517"/>
              <a:ext cx="93878" cy="48561"/>
            </a:xfrm>
            <a:custGeom>
              <a:rect b="b" l="l" r="r" t="t"/>
              <a:pathLst>
                <a:path extrusionOk="0" h="48561" w="93878">
                  <a:moveTo>
                    <a:pt x="6318" y="48561"/>
                  </a:moveTo>
                  <a:cubicBezTo>
                    <a:pt x="7309" y="48567"/>
                    <a:pt x="8289" y="48347"/>
                    <a:pt x="9181" y="47914"/>
                  </a:cubicBezTo>
                  <a:cubicBezTo>
                    <a:pt x="19878" y="43527"/>
                    <a:pt x="27794" y="34236"/>
                    <a:pt x="30424" y="22976"/>
                  </a:cubicBezTo>
                  <a:cubicBezTo>
                    <a:pt x="46134" y="36504"/>
                    <a:pt x="65960" y="44317"/>
                    <a:pt x="86674" y="45143"/>
                  </a:cubicBezTo>
                  <a:cubicBezTo>
                    <a:pt x="90653" y="45143"/>
                    <a:pt x="93878" y="41918"/>
                    <a:pt x="93878" y="37939"/>
                  </a:cubicBezTo>
                  <a:cubicBezTo>
                    <a:pt x="93878" y="33960"/>
                    <a:pt x="90653" y="30735"/>
                    <a:pt x="86674" y="30735"/>
                  </a:cubicBezTo>
                  <a:cubicBezTo>
                    <a:pt x="54624" y="30735"/>
                    <a:pt x="29686" y="3026"/>
                    <a:pt x="29501" y="2471"/>
                  </a:cubicBezTo>
                  <a:cubicBezTo>
                    <a:pt x="26836" y="-551"/>
                    <a:pt x="22225" y="-842"/>
                    <a:pt x="19202" y="1823"/>
                  </a:cubicBezTo>
                  <a:cubicBezTo>
                    <a:pt x="17167" y="3618"/>
                    <a:pt x="16296" y="6393"/>
                    <a:pt x="16939" y="9029"/>
                  </a:cubicBezTo>
                  <a:cubicBezTo>
                    <a:pt x="19117" y="19849"/>
                    <a:pt x="13520" y="30735"/>
                    <a:pt x="3454" y="35261"/>
                  </a:cubicBezTo>
                  <a:cubicBezTo>
                    <a:pt x="57" y="37332"/>
                    <a:pt x="-1017" y="41765"/>
                    <a:pt x="1055" y="45162"/>
                  </a:cubicBezTo>
                  <a:cubicBezTo>
                    <a:pt x="2198" y="47039"/>
                    <a:pt x="4137" y="48290"/>
                    <a:pt x="6318" y="4856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79" name="Google Shape;3079;p96"/>
            <p:cNvSpPr/>
            <p:nvPr/>
          </p:nvSpPr>
          <p:spPr>
            <a:xfrm>
              <a:off x="135761" y="479508"/>
              <a:ext cx="277133" cy="84047"/>
            </a:xfrm>
            <a:custGeom>
              <a:rect b="b" l="l" r="r" t="t"/>
              <a:pathLst>
                <a:path extrusionOk="0" h="84047" w="277133">
                  <a:moveTo>
                    <a:pt x="9526" y="83863"/>
                  </a:moveTo>
                  <a:lnTo>
                    <a:pt x="11281" y="83863"/>
                  </a:lnTo>
                  <a:cubicBezTo>
                    <a:pt x="16735" y="83901"/>
                    <a:pt x="21419" y="79997"/>
                    <a:pt x="22365" y="74626"/>
                  </a:cubicBezTo>
                  <a:cubicBezTo>
                    <a:pt x="22827" y="71671"/>
                    <a:pt x="23196" y="68161"/>
                    <a:pt x="23566" y="64374"/>
                  </a:cubicBezTo>
                  <a:cubicBezTo>
                    <a:pt x="24151" y="57245"/>
                    <a:pt x="25294" y="50173"/>
                    <a:pt x="26983" y="43223"/>
                  </a:cubicBezTo>
                  <a:cubicBezTo>
                    <a:pt x="43447" y="34972"/>
                    <a:pt x="60718" y="28441"/>
                    <a:pt x="78522" y="23734"/>
                  </a:cubicBezTo>
                  <a:lnTo>
                    <a:pt x="131077" y="69916"/>
                  </a:lnTo>
                  <a:cubicBezTo>
                    <a:pt x="133074" y="71654"/>
                    <a:pt x="135634" y="72606"/>
                    <a:pt x="138281" y="72594"/>
                  </a:cubicBezTo>
                  <a:lnTo>
                    <a:pt x="139574" y="72594"/>
                  </a:lnTo>
                  <a:cubicBezTo>
                    <a:pt x="142286" y="72661"/>
                    <a:pt x="144924" y="71704"/>
                    <a:pt x="146964" y="69916"/>
                  </a:cubicBezTo>
                  <a:lnTo>
                    <a:pt x="199518" y="23734"/>
                  </a:lnTo>
                  <a:cubicBezTo>
                    <a:pt x="217165" y="28426"/>
                    <a:pt x="234282" y="34926"/>
                    <a:pt x="250596" y="43130"/>
                  </a:cubicBezTo>
                  <a:cubicBezTo>
                    <a:pt x="252314" y="50512"/>
                    <a:pt x="253457" y="58016"/>
                    <a:pt x="254013" y="65575"/>
                  </a:cubicBezTo>
                  <a:cubicBezTo>
                    <a:pt x="254013" y="68900"/>
                    <a:pt x="254660" y="71948"/>
                    <a:pt x="255029" y="74811"/>
                  </a:cubicBezTo>
                  <a:cubicBezTo>
                    <a:pt x="255976" y="80182"/>
                    <a:pt x="260660" y="84085"/>
                    <a:pt x="266113" y="84047"/>
                  </a:cubicBezTo>
                  <a:lnTo>
                    <a:pt x="267775" y="84047"/>
                  </a:lnTo>
                  <a:cubicBezTo>
                    <a:pt x="273803" y="83009"/>
                    <a:pt x="277903" y="77353"/>
                    <a:pt x="277012" y="71301"/>
                  </a:cubicBezTo>
                  <a:cubicBezTo>
                    <a:pt x="277012" y="69084"/>
                    <a:pt x="276365" y="66406"/>
                    <a:pt x="276088" y="63358"/>
                  </a:cubicBezTo>
                  <a:cubicBezTo>
                    <a:pt x="275483" y="53146"/>
                    <a:pt x="273558" y="43056"/>
                    <a:pt x="270361" y="33340"/>
                  </a:cubicBezTo>
                  <a:cubicBezTo>
                    <a:pt x="268606" y="29091"/>
                    <a:pt x="264542" y="19208"/>
                    <a:pt x="199426" y="643"/>
                  </a:cubicBezTo>
                  <a:cubicBezTo>
                    <a:pt x="195753" y="-442"/>
                    <a:pt x="191778" y="429"/>
                    <a:pt x="188897" y="2952"/>
                  </a:cubicBezTo>
                  <a:lnTo>
                    <a:pt x="138558" y="47010"/>
                  </a:lnTo>
                  <a:lnTo>
                    <a:pt x="88220" y="2767"/>
                  </a:lnTo>
                  <a:cubicBezTo>
                    <a:pt x="85339" y="244"/>
                    <a:pt x="81364" y="-627"/>
                    <a:pt x="77691" y="458"/>
                  </a:cubicBezTo>
                  <a:cubicBezTo>
                    <a:pt x="13036" y="18931"/>
                    <a:pt x="8510" y="28906"/>
                    <a:pt x="6756" y="33155"/>
                  </a:cubicBezTo>
                  <a:cubicBezTo>
                    <a:pt x="3683" y="42452"/>
                    <a:pt x="1820" y="52107"/>
                    <a:pt x="1214" y="61880"/>
                  </a:cubicBezTo>
                  <a:cubicBezTo>
                    <a:pt x="1214" y="65298"/>
                    <a:pt x="567" y="68438"/>
                    <a:pt x="105" y="71116"/>
                  </a:cubicBezTo>
                  <a:cubicBezTo>
                    <a:pt x="-726" y="77216"/>
                    <a:pt x="3451" y="82868"/>
                    <a:pt x="9526" y="8386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080" name="Google Shape;3080;p96"/>
          <p:cNvSpPr txBox="1"/>
          <p:nvPr/>
        </p:nvSpPr>
        <p:spPr>
          <a:xfrm>
            <a:off x="1179778"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User</a:t>
            </a:r>
            <a:endParaRPr sz="1800">
              <a:solidFill>
                <a:srgbClr val="252525"/>
              </a:solidFill>
              <a:latin typeface="Arial"/>
              <a:ea typeface="Arial"/>
              <a:cs typeface="Arial"/>
              <a:sym typeface="Arial"/>
            </a:endParaRPr>
          </a:p>
        </p:txBody>
      </p:sp>
      <p:sp>
        <p:nvSpPr>
          <p:cNvPr id="3081" name="Google Shape;3081;p96"/>
          <p:cNvSpPr/>
          <p:nvPr/>
        </p:nvSpPr>
        <p:spPr>
          <a:xfrm>
            <a:off x="1301170" y="4153980"/>
            <a:ext cx="182906" cy="194725"/>
          </a:xfrm>
          <a:custGeom>
            <a:rect b="b" l="l" r="r" t="t"/>
            <a:pathLst>
              <a:path extrusionOk="0" h="9111" w="8559">
                <a:moveTo>
                  <a:pt x="3764" y="2156"/>
                </a:moveTo>
                <a:cubicBezTo>
                  <a:pt x="3759" y="2156"/>
                  <a:pt x="3754" y="2156"/>
                  <a:pt x="3749" y="2157"/>
                </a:cubicBezTo>
                <a:cubicBezTo>
                  <a:pt x="3660" y="2161"/>
                  <a:pt x="3584" y="2221"/>
                  <a:pt x="3554" y="2305"/>
                </a:cubicBezTo>
                <a:cubicBezTo>
                  <a:pt x="3547" y="2325"/>
                  <a:pt x="3377" y="2795"/>
                  <a:pt x="2723" y="3086"/>
                </a:cubicBezTo>
                <a:cubicBezTo>
                  <a:pt x="2611" y="3137"/>
                  <a:pt x="2561" y="3266"/>
                  <a:pt x="2608" y="3377"/>
                </a:cubicBezTo>
                <a:cubicBezTo>
                  <a:pt x="2643" y="3460"/>
                  <a:pt x="2723" y="3510"/>
                  <a:pt x="2807" y="3510"/>
                </a:cubicBezTo>
                <a:cubicBezTo>
                  <a:pt x="2837" y="3510"/>
                  <a:pt x="2867" y="3503"/>
                  <a:pt x="2896" y="3490"/>
                </a:cubicBezTo>
                <a:cubicBezTo>
                  <a:pt x="3343" y="3293"/>
                  <a:pt x="3615" y="3019"/>
                  <a:pt x="3774" y="2800"/>
                </a:cubicBezTo>
                <a:cubicBezTo>
                  <a:pt x="4068" y="3183"/>
                  <a:pt x="4683" y="3790"/>
                  <a:pt x="5737" y="4010"/>
                </a:cubicBezTo>
                <a:cubicBezTo>
                  <a:pt x="5752" y="4014"/>
                  <a:pt x="5767" y="4016"/>
                  <a:pt x="5783" y="4016"/>
                </a:cubicBezTo>
                <a:cubicBezTo>
                  <a:pt x="5886" y="4016"/>
                  <a:pt x="5978" y="3943"/>
                  <a:pt x="6000" y="3839"/>
                </a:cubicBezTo>
                <a:cubicBezTo>
                  <a:pt x="6024" y="3720"/>
                  <a:pt x="5948" y="3602"/>
                  <a:pt x="5829" y="3578"/>
                </a:cubicBezTo>
                <a:cubicBezTo>
                  <a:pt x="4493" y="3297"/>
                  <a:pt x="3980" y="2320"/>
                  <a:pt x="3960" y="2277"/>
                </a:cubicBezTo>
                <a:cubicBezTo>
                  <a:pt x="3923" y="2201"/>
                  <a:pt x="3847" y="2156"/>
                  <a:pt x="3764" y="2156"/>
                </a:cubicBezTo>
                <a:close/>
                <a:moveTo>
                  <a:pt x="2423" y="3669"/>
                </a:moveTo>
                <a:cubicBezTo>
                  <a:pt x="2417" y="3669"/>
                  <a:pt x="2412" y="3669"/>
                  <a:pt x="2406" y="3670"/>
                </a:cubicBezTo>
                <a:cubicBezTo>
                  <a:pt x="2285" y="3680"/>
                  <a:pt x="2193" y="3786"/>
                  <a:pt x="2203" y="3909"/>
                </a:cubicBezTo>
                <a:cubicBezTo>
                  <a:pt x="2338" y="5719"/>
                  <a:pt x="3388" y="6356"/>
                  <a:pt x="3833" y="6546"/>
                </a:cubicBezTo>
                <a:cubicBezTo>
                  <a:pt x="3957" y="6600"/>
                  <a:pt x="4090" y="6626"/>
                  <a:pt x="4222" y="6626"/>
                </a:cubicBezTo>
                <a:cubicBezTo>
                  <a:pt x="4328" y="6626"/>
                  <a:pt x="4433" y="6609"/>
                  <a:pt x="4536" y="6571"/>
                </a:cubicBezTo>
                <a:cubicBezTo>
                  <a:pt x="4962" y="6430"/>
                  <a:pt x="5992" y="5926"/>
                  <a:pt x="6341" y="4298"/>
                </a:cubicBezTo>
                <a:cubicBezTo>
                  <a:pt x="6365" y="4179"/>
                  <a:pt x="6289" y="4062"/>
                  <a:pt x="6171" y="4037"/>
                </a:cubicBezTo>
                <a:cubicBezTo>
                  <a:pt x="6156" y="4033"/>
                  <a:pt x="6141" y="4032"/>
                  <a:pt x="6126" y="4032"/>
                </a:cubicBezTo>
                <a:cubicBezTo>
                  <a:pt x="6024" y="4032"/>
                  <a:pt x="5931" y="4104"/>
                  <a:pt x="5909" y="4207"/>
                </a:cubicBezTo>
                <a:cubicBezTo>
                  <a:pt x="5608" y="5611"/>
                  <a:pt x="4751" y="6037"/>
                  <a:pt x="4396" y="6154"/>
                </a:cubicBezTo>
                <a:cubicBezTo>
                  <a:pt x="4340" y="6172"/>
                  <a:pt x="4281" y="6181"/>
                  <a:pt x="4222" y="6181"/>
                </a:cubicBezTo>
                <a:cubicBezTo>
                  <a:pt x="4149" y="6181"/>
                  <a:pt x="4076" y="6167"/>
                  <a:pt x="4007" y="6138"/>
                </a:cubicBezTo>
                <a:cubicBezTo>
                  <a:pt x="3637" y="5979"/>
                  <a:pt x="2761" y="5443"/>
                  <a:pt x="2644" y="3875"/>
                </a:cubicBezTo>
                <a:cubicBezTo>
                  <a:pt x="2635" y="3757"/>
                  <a:pt x="2536" y="3669"/>
                  <a:pt x="2423" y="3669"/>
                </a:cubicBezTo>
                <a:close/>
                <a:moveTo>
                  <a:pt x="3577" y="683"/>
                </a:moveTo>
                <a:cubicBezTo>
                  <a:pt x="3969" y="683"/>
                  <a:pt x="4222" y="891"/>
                  <a:pt x="4260" y="924"/>
                </a:cubicBezTo>
                <a:cubicBezTo>
                  <a:pt x="4326" y="984"/>
                  <a:pt x="4410" y="1015"/>
                  <a:pt x="4494" y="1015"/>
                </a:cubicBezTo>
                <a:cubicBezTo>
                  <a:pt x="4553" y="1015"/>
                  <a:pt x="4611" y="1000"/>
                  <a:pt x="4663" y="970"/>
                </a:cubicBezTo>
                <a:cubicBezTo>
                  <a:pt x="4667" y="969"/>
                  <a:pt x="4932" y="824"/>
                  <a:pt x="5246" y="824"/>
                </a:cubicBezTo>
                <a:cubicBezTo>
                  <a:pt x="5337" y="824"/>
                  <a:pt x="5432" y="836"/>
                  <a:pt x="5526" y="868"/>
                </a:cubicBezTo>
                <a:cubicBezTo>
                  <a:pt x="5793" y="955"/>
                  <a:pt x="6010" y="1189"/>
                  <a:pt x="6174" y="1558"/>
                </a:cubicBezTo>
                <a:cubicBezTo>
                  <a:pt x="6352" y="1968"/>
                  <a:pt x="6506" y="3526"/>
                  <a:pt x="6563" y="4429"/>
                </a:cubicBezTo>
                <a:cubicBezTo>
                  <a:pt x="6618" y="4942"/>
                  <a:pt x="6588" y="5517"/>
                  <a:pt x="6512" y="5629"/>
                </a:cubicBezTo>
                <a:cubicBezTo>
                  <a:pt x="6347" y="5783"/>
                  <a:pt x="5978" y="5926"/>
                  <a:pt x="5785" y="5979"/>
                </a:cubicBezTo>
                <a:cubicBezTo>
                  <a:pt x="5600" y="6029"/>
                  <a:pt x="5494" y="6221"/>
                  <a:pt x="5546" y="6405"/>
                </a:cubicBezTo>
                <a:cubicBezTo>
                  <a:pt x="5580" y="6530"/>
                  <a:pt x="5679" y="6615"/>
                  <a:pt x="5793" y="6644"/>
                </a:cubicBezTo>
                <a:lnTo>
                  <a:pt x="4280" y="7973"/>
                </a:lnTo>
                <a:lnTo>
                  <a:pt x="2733" y="6615"/>
                </a:lnTo>
                <a:cubicBezTo>
                  <a:pt x="2694" y="6582"/>
                  <a:pt x="2647" y="6557"/>
                  <a:pt x="2598" y="6542"/>
                </a:cubicBezTo>
                <a:cubicBezTo>
                  <a:pt x="2717" y="6503"/>
                  <a:pt x="2812" y="6402"/>
                  <a:pt x="2831" y="6272"/>
                </a:cubicBezTo>
                <a:cubicBezTo>
                  <a:pt x="2861" y="6083"/>
                  <a:pt x="2732" y="5908"/>
                  <a:pt x="2544" y="5878"/>
                </a:cubicBezTo>
                <a:cubicBezTo>
                  <a:pt x="2443" y="5863"/>
                  <a:pt x="2146" y="5784"/>
                  <a:pt x="2005" y="5633"/>
                </a:cubicBezTo>
                <a:cubicBezTo>
                  <a:pt x="1931" y="5507"/>
                  <a:pt x="1950" y="4929"/>
                  <a:pt x="2047" y="4423"/>
                </a:cubicBezTo>
                <a:cubicBezTo>
                  <a:pt x="2056" y="4377"/>
                  <a:pt x="2056" y="4328"/>
                  <a:pt x="2044" y="4282"/>
                </a:cubicBezTo>
                <a:cubicBezTo>
                  <a:pt x="2038" y="4255"/>
                  <a:pt x="1486" y="1693"/>
                  <a:pt x="2911" y="877"/>
                </a:cubicBezTo>
                <a:cubicBezTo>
                  <a:pt x="3161" y="733"/>
                  <a:pt x="3386" y="683"/>
                  <a:pt x="3577" y="683"/>
                </a:cubicBezTo>
                <a:close/>
                <a:moveTo>
                  <a:pt x="3571" y="1"/>
                </a:moveTo>
                <a:cubicBezTo>
                  <a:pt x="3266" y="1"/>
                  <a:pt x="2925" y="77"/>
                  <a:pt x="2568" y="281"/>
                </a:cubicBezTo>
                <a:cubicBezTo>
                  <a:pt x="838" y="1273"/>
                  <a:pt x="1261" y="3882"/>
                  <a:pt x="1355" y="4363"/>
                </a:cubicBezTo>
                <a:cubicBezTo>
                  <a:pt x="1261" y="4886"/>
                  <a:pt x="1169" y="5744"/>
                  <a:pt x="1492" y="6093"/>
                </a:cubicBezTo>
                <a:cubicBezTo>
                  <a:pt x="1783" y="6407"/>
                  <a:pt x="2219" y="6518"/>
                  <a:pt x="2383" y="6551"/>
                </a:cubicBezTo>
                <a:cubicBezTo>
                  <a:pt x="409" y="7119"/>
                  <a:pt x="283" y="7419"/>
                  <a:pt x="229" y="7550"/>
                </a:cubicBezTo>
                <a:cubicBezTo>
                  <a:pt x="118" y="7817"/>
                  <a:pt x="81" y="8187"/>
                  <a:pt x="47" y="8514"/>
                </a:cubicBezTo>
                <a:cubicBezTo>
                  <a:pt x="39" y="8588"/>
                  <a:pt x="32" y="8661"/>
                  <a:pt x="25" y="8725"/>
                </a:cubicBezTo>
                <a:cubicBezTo>
                  <a:pt x="1" y="8915"/>
                  <a:pt x="136" y="9087"/>
                  <a:pt x="326" y="9109"/>
                </a:cubicBezTo>
                <a:cubicBezTo>
                  <a:pt x="341" y="9111"/>
                  <a:pt x="356" y="9111"/>
                  <a:pt x="368" y="9111"/>
                </a:cubicBezTo>
                <a:cubicBezTo>
                  <a:pt x="541" y="9111"/>
                  <a:pt x="691" y="8982"/>
                  <a:pt x="712" y="8806"/>
                </a:cubicBezTo>
                <a:cubicBezTo>
                  <a:pt x="719" y="8738"/>
                  <a:pt x="728" y="8662"/>
                  <a:pt x="736" y="8582"/>
                </a:cubicBezTo>
                <a:cubicBezTo>
                  <a:pt x="760" y="8337"/>
                  <a:pt x="791" y="8037"/>
                  <a:pt x="853" y="7854"/>
                </a:cubicBezTo>
                <a:cubicBezTo>
                  <a:pt x="1034" y="7721"/>
                  <a:pt x="1759" y="7456"/>
                  <a:pt x="2421" y="7259"/>
                </a:cubicBezTo>
                <a:lnTo>
                  <a:pt x="4038" y="8680"/>
                </a:lnTo>
                <a:cubicBezTo>
                  <a:pt x="4102" y="8737"/>
                  <a:pt x="4182" y="8760"/>
                  <a:pt x="4263" y="8762"/>
                </a:cubicBezTo>
                <a:cubicBezTo>
                  <a:pt x="4268" y="8762"/>
                  <a:pt x="4273" y="8763"/>
                  <a:pt x="4280" y="8763"/>
                </a:cubicBezTo>
                <a:cubicBezTo>
                  <a:pt x="4288" y="8763"/>
                  <a:pt x="4294" y="8762"/>
                  <a:pt x="4301" y="8762"/>
                </a:cubicBezTo>
                <a:cubicBezTo>
                  <a:pt x="4380" y="8760"/>
                  <a:pt x="4459" y="8737"/>
                  <a:pt x="4524" y="8680"/>
                </a:cubicBezTo>
                <a:lnTo>
                  <a:pt x="6141" y="7259"/>
                </a:lnTo>
                <a:cubicBezTo>
                  <a:pt x="6803" y="7456"/>
                  <a:pt x="7528" y="7721"/>
                  <a:pt x="7709" y="7854"/>
                </a:cubicBezTo>
                <a:cubicBezTo>
                  <a:pt x="7783" y="8070"/>
                  <a:pt x="7817" y="8434"/>
                  <a:pt x="7841" y="8705"/>
                </a:cubicBezTo>
                <a:lnTo>
                  <a:pt x="7850" y="8797"/>
                </a:lnTo>
                <a:cubicBezTo>
                  <a:pt x="7866" y="8977"/>
                  <a:pt x="8018" y="9111"/>
                  <a:pt x="8195" y="9111"/>
                </a:cubicBezTo>
                <a:cubicBezTo>
                  <a:pt x="8205" y="9111"/>
                  <a:pt x="8215" y="9111"/>
                  <a:pt x="8227" y="9109"/>
                </a:cubicBezTo>
                <a:cubicBezTo>
                  <a:pt x="8417" y="9091"/>
                  <a:pt x="8558" y="8922"/>
                  <a:pt x="8539" y="8732"/>
                </a:cubicBezTo>
                <a:lnTo>
                  <a:pt x="8532" y="8647"/>
                </a:lnTo>
                <a:cubicBezTo>
                  <a:pt x="8501" y="8294"/>
                  <a:pt x="8459" y="7854"/>
                  <a:pt x="8334" y="7552"/>
                </a:cubicBezTo>
                <a:cubicBezTo>
                  <a:pt x="8282" y="7424"/>
                  <a:pt x="8156" y="7125"/>
                  <a:pt x="6224" y="6566"/>
                </a:cubicBezTo>
                <a:cubicBezTo>
                  <a:pt x="6447" y="6482"/>
                  <a:pt x="6766" y="6340"/>
                  <a:pt x="6981" y="6141"/>
                </a:cubicBezTo>
                <a:cubicBezTo>
                  <a:pt x="7347" y="5805"/>
                  <a:pt x="7307" y="4880"/>
                  <a:pt x="7253" y="4374"/>
                </a:cubicBezTo>
                <a:cubicBezTo>
                  <a:pt x="7235" y="4127"/>
                  <a:pt x="7094" y="1940"/>
                  <a:pt x="6808" y="1284"/>
                </a:cubicBezTo>
                <a:cubicBezTo>
                  <a:pt x="6564" y="727"/>
                  <a:pt x="6206" y="366"/>
                  <a:pt x="5746" y="214"/>
                </a:cubicBezTo>
                <a:cubicBezTo>
                  <a:pt x="5577" y="158"/>
                  <a:pt x="5410" y="137"/>
                  <a:pt x="5253" y="137"/>
                </a:cubicBezTo>
                <a:cubicBezTo>
                  <a:pt x="4963" y="137"/>
                  <a:pt x="4707" y="211"/>
                  <a:pt x="4537" y="275"/>
                </a:cubicBezTo>
                <a:cubicBezTo>
                  <a:pt x="4307" y="131"/>
                  <a:pt x="3970" y="1"/>
                  <a:pt x="357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082" name="Google Shape;3082;p96"/>
          <p:cNvSpPr/>
          <p:nvPr/>
        </p:nvSpPr>
        <p:spPr>
          <a:xfrm>
            <a:off x="2832073" y="4153720"/>
            <a:ext cx="289897" cy="195234"/>
          </a:xfrm>
          <a:custGeom>
            <a:rect b="b" l="l" r="r" t="t"/>
            <a:pathLst>
              <a:path extrusionOk="0" h="6245" w="9273">
                <a:moveTo>
                  <a:pt x="5875" y="1049"/>
                </a:moveTo>
                <a:cubicBezTo>
                  <a:pt x="5861" y="1049"/>
                  <a:pt x="5846" y="1052"/>
                  <a:pt x="5833" y="1059"/>
                </a:cubicBezTo>
                <a:cubicBezTo>
                  <a:pt x="5792" y="1080"/>
                  <a:pt x="5770" y="1121"/>
                  <a:pt x="5778" y="1166"/>
                </a:cubicBezTo>
                <a:cubicBezTo>
                  <a:pt x="5783" y="1184"/>
                  <a:pt x="5856" y="1599"/>
                  <a:pt x="5468" y="1767"/>
                </a:cubicBezTo>
                <a:cubicBezTo>
                  <a:pt x="5418" y="1789"/>
                  <a:pt x="5395" y="1847"/>
                  <a:pt x="5416" y="1898"/>
                </a:cubicBezTo>
                <a:cubicBezTo>
                  <a:pt x="5432" y="1935"/>
                  <a:pt x="5468" y="1957"/>
                  <a:pt x="5507" y="1957"/>
                </a:cubicBezTo>
                <a:cubicBezTo>
                  <a:pt x="5520" y="1957"/>
                  <a:pt x="5532" y="1956"/>
                  <a:pt x="5545" y="1950"/>
                </a:cubicBezTo>
                <a:cubicBezTo>
                  <a:pt x="5833" y="1824"/>
                  <a:pt x="5946" y="1586"/>
                  <a:pt x="5976" y="1381"/>
                </a:cubicBezTo>
                <a:cubicBezTo>
                  <a:pt x="6206" y="1582"/>
                  <a:pt x="6644" y="1886"/>
                  <a:pt x="7183" y="1886"/>
                </a:cubicBezTo>
                <a:cubicBezTo>
                  <a:pt x="7237" y="1886"/>
                  <a:pt x="7281" y="1841"/>
                  <a:pt x="7281" y="1788"/>
                </a:cubicBezTo>
                <a:cubicBezTo>
                  <a:pt x="7281" y="1735"/>
                  <a:pt x="7237" y="1690"/>
                  <a:pt x="7183" y="1690"/>
                </a:cubicBezTo>
                <a:cubicBezTo>
                  <a:pt x="6490" y="1690"/>
                  <a:pt x="5955" y="1089"/>
                  <a:pt x="5949" y="1083"/>
                </a:cubicBezTo>
                <a:cubicBezTo>
                  <a:pt x="5931" y="1061"/>
                  <a:pt x="5903" y="1049"/>
                  <a:pt x="5875" y="1049"/>
                </a:cubicBezTo>
                <a:close/>
                <a:moveTo>
                  <a:pt x="2552" y="1585"/>
                </a:moveTo>
                <a:cubicBezTo>
                  <a:pt x="2547" y="1585"/>
                  <a:pt x="2543" y="1585"/>
                  <a:pt x="2538" y="1586"/>
                </a:cubicBezTo>
                <a:cubicBezTo>
                  <a:pt x="2500" y="1588"/>
                  <a:pt x="2464" y="1616"/>
                  <a:pt x="2451" y="1653"/>
                </a:cubicBezTo>
                <a:cubicBezTo>
                  <a:pt x="2446" y="1668"/>
                  <a:pt x="2327" y="2005"/>
                  <a:pt x="1860" y="2213"/>
                </a:cubicBezTo>
                <a:cubicBezTo>
                  <a:pt x="1809" y="2235"/>
                  <a:pt x="1787" y="2293"/>
                  <a:pt x="1809" y="2343"/>
                </a:cubicBezTo>
                <a:cubicBezTo>
                  <a:pt x="1823" y="2379"/>
                  <a:pt x="1860" y="2401"/>
                  <a:pt x="1899" y="2401"/>
                </a:cubicBezTo>
                <a:cubicBezTo>
                  <a:pt x="1912" y="2401"/>
                  <a:pt x="1925" y="2399"/>
                  <a:pt x="1937" y="2394"/>
                </a:cubicBezTo>
                <a:cubicBezTo>
                  <a:pt x="2272" y="2245"/>
                  <a:pt x="2457" y="2032"/>
                  <a:pt x="2552" y="1885"/>
                </a:cubicBezTo>
                <a:cubicBezTo>
                  <a:pt x="2724" y="2128"/>
                  <a:pt x="3138" y="2584"/>
                  <a:pt x="3896" y="2743"/>
                </a:cubicBezTo>
                <a:cubicBezTo>
                  <a:pt x="3903" y="2744"/>
                  <a:pt x="3907" y="2744"/>
                  <a:pt x="3916" y="2744"/>
                </a:cubicBezTo>
                <a:cubicBezTo>
                  <a:pt x="3962" y="2744"/>
                  <a:pt x="4002" y="2713"/>
                  <a:pt x="4011" y="2666"/>
                </a:cubicBezTo>
                <a:cubicBezTo>
                  <a:pt x="4023" y="2612"/>
                  <a:pt x="3991" y="2560"/>
                  <a:pt x="3936" y="2550"/>
                </a:cubicBezTo>
                <a:cubicBezTo>
                  <a:pt x="3005" y="2354"/>
                  <a:pt x="2636" y="1647"/>
                  <a:pt x="2633" y="1639"/>
                </a:cubicBezTo>
                <a:cubicBezTo>
                  <a:pt x="2616" y="1608"/>
                  <a:pt x="2585" y="1585"/>
                  <a:pt x="2552" y="1585"/>
                </a:cubicBezTo>
                <a:close/>
                <a:moveTo>
                  <a:pt x="1635" y="2612"/>
                </a:moveTo>
                <a:cubicBezTo>
                  <a:pt x="1633" y="2612"/>
                  <a:pt x="1631" y="2612"/>
                  <a:pt x="1630" y="2612"/>
                </a:cubicBezTo>
                <a:cubicBezTo>
                  <a:pt x="1575" y="2617"/>
                  <a:pt x="1534" y="2664"/>
                  <a:pt x="1537" y="2718"/>
                </a:cubicBezTo>
                <a:cubicBezTo>
                  <a:pt x="1627" y="3919"/>
                  <a:pt x="2320" y="4339"/>
                  <a:pt x="2613" y="4465"/>
                </a:cubicBezTo>
                <a:cubicBezTo>
                  <a:pt x="2691" y="4498"/>
                  <a:pt x="2774" y="4514"/>
                  <a:pt x="2858" y="4514"/>
                </a:cubicBezTo>
                <a:cubicBezTo>
                  <a:pt x="2924" y="4514"/>
                  <a:pt x="2990" y="4504"/>
                  <a:pt x="3054" y="4483"/>
                </a:cubicBezTo>
                <a:cubicBezTo>
                  <a:pt x="3334" y="4391"/>
                  <a:pt x="4014" y="4057"/>
                  <a:pt x="4246" y="2977"/>
                </a:cubicBezTo>
                <a:cubicBezTo>
                  <a:pt x="4256" y="2924"/>
                  <a:pt x="4224" y="2872"/>
                  <a:pt x="4170" y="2862"/>
                </a:cubicBezTo>
                <a:cubicBezTo>
                  <a:pt x="4162" y="2860"/>
                  <a:pt x="4155" y="2859"/>
                  <a:pt x="4147" y="2859"/>
                </a:cubicBezTo>
                <a:cubicBezTo>
                  <a:pt x="4102" y="2859"/>
                  <a:pt x="4063" y="2892"/>
                  <a:pt x="4053" y="2937"/>
                </a:cubicBezTo>
                <a:cubicBezTo>
                  <a:pt x="3844" y="3916"/>
                  <a:pt x="3242" y="4213"/>
                  <a:pt x="2993" y="4296"/>
                </a:cubicBezTo>
                <a:cubicBezTo>
                  <a:pt x="2950" y="4310"/>
                  <a:pt x="2905" y="4318"/>
                  <a:pt x="2860" y="4318"/>
                </a:cubicBezTo>
                <a:cubicBezTo>
                  <a:pt x="2804" y="4318"/>
                  <a:pt x="2747" y="4306"/>
                  <a:pt x="2693" y="4283"/>
                </a:cubicBezTo>
                <a:cubicBezTo>
                  <a:pt x="2433" y="4171"/>
                  <a:pt x="1818" y="3797"/>
                  <a:pt x="1736" y="2706"/>
                </a:cubicBezTo>
                <a:cubicBezTo>
                  <a:pt x="1731" y="2651"/>
                  <a:pt x="1688" y="2612"/>
                  <a:pt x="1635" y="2612"/>
                </a:cubicBezTo>
                <a:close/>
                <a:moveTo>
                  <a:pt x="6374" y="169"/>
                </a:moveTo>
                <a:cubicBezTo>
                  <a:pt x="6373" y="169"/>
                  <a:pt x="6371" y="169"/>
                  <a:pt x="6369" y="169"/>
                </a:cubicBezTo>
                <a:lnTo>
                  <a:pt x="6329" y="171"/>
                </a:lnTo>
                <a:cubicBezTo>
                  <a:pt x="6315" y="171"/>
                  <a:pt x="6299" y="171"/>
                  <a:pt x="6281" y="171"/>
                </a:cubicBezTo>
                <a:cubicBezTo>
                  <a:pt x="5986" y="171"/>
                  <a:pt x="5332" y="215"/>
                  <a:pt x="5012" y="992"/>
                </a:cubicBezTo>
                <a:cubicBezTo>
                  <a:pt x="4966" y="1106"/>
                  <a:pt x="5021" y="1239"/>
                  <a:pt x="5137" y="1286"/>
                </a:cubicBezTo>
                <a:cubicBezTo>
                  <a:pt x="5165" y="1298"/>
                  <a:pt x="5194" y="1303"/>
                  <a:pt x="5222" y="1303"/>
                </a:cubicBezTo>
                <a:cubicBezTo>
                  <a:pt x="5311" y="1303"/>
                  <a:pt x="5395" y="1250"/>
                  <a:pt x="5432" y="1163"/>
                </a:cubicBezTo>
                <a:cubicBezTo>
                  <a:pt x="5641" y="649"/>
                  <a:pt x="6050" y="624"/>
                  <a:pt x="6293" y="624"/>
                </a:cubicBezTo>
                <a:cubicBezTo>
                  <a:pt x="6305" y="624"/>
                  <a:pt x="6318" y="624"/>
                  <a:pt x="6329" y="624"/>
                </a:cubicBezTo>
                <a:lnTo>
                  <a:pt x="6369" y="624"/>
                </a:lnTo>
                <a:cubicBezTo>
                  <a:pt x="6372" y="624"/>
                  <a:pt x="6374" y="624"/>
                  <a:pt x="6376" y="624"/>
                </a:cubicBezTo>
                <a:cubicBezTo>
                  <a:pt x="6554" y="624"/>
                  <a:pt x="6842" y="625"/>
                  <a:pt x="7066" y="848"/>
                </a:cubicBezTo>
                <a:cubicBezTo>
                  <a:pt x="7290" y="1075"/>
                  <a:pt x="7406" y="1478"/>
                  <a:pt x="7406" y="2046"/>
                </a:cubicBezTo>
                <a:cubicBezTo>
                  <a:pt x="7406" y="2106"/>
                  <a:pt x="7430" y="2162"/>
                  <a:pt x="7471" y="2205"/>
                </a:cubicBezTo>
                <a:cubicBezTo>
                  <a:pt x="7535" y="2269"/>
                  <a:pt x="7568" y="2352"/>
                  <a:pt x="7568" y="2440"/>
                </a:cubicBezTo>
                <a:lnTo>
                  <a:pt x="7568" y="2559"/>
                </a:lnTo>
                <a:cubicBezTo>
                  <a:pt x="7568" y="2646"/>
                  <a:pt x="7534" y="2731"/>
                  <a:pt x="7471" y="2792"/>
                </a:cubicBezTo>
                <a:lnTo>
                  <a:pt x="7416" y="2848"/>
                </a:lnTo>
                <a:cubicBezTo>
                  <a:pt x="7373" y="2890"/>
                  <a:pt x="7349" y="2948"/>
                  <a:pt x="7349" y="3007"/>
                </a:cubicBezTo>
                <a:cubicBezTo>
                  <a:pt x="7349" y="3251"/>
                  <a:pt x="7238" y="3484"/>
                  <a:pt x="7052" y="3629"/>
                </a:cubicBezTo>
                <a:cubicBezTo>
                  <a:pt x="6980" y="3687"/>
                  <a:pt x="6901" y="3764"/>
                  <a:pt x="6816" y="3849"/>
                </a:cubicBezTo>
                <a:cubicBezTo>
                  <a:pt x="6680" y="3986"/>
                  <a:pt x="6472" y="4192"/>
                  <a:pt x="6349" y="4192"/>
                </a:cubicBezTo>
                <a:cubicBezTo>
                  <a:pt x="6227" y="4192"/>
                  <a:pt x="6019" y="3984"/>
                  <a:pt x="5881" y="3849"/>
                </a:cubicBezTo>
                <a:cubicBezTo>
                  <a:pt x="5798" y="3764"/>
                  <a:pt x="5718" y="3687"/>
                  <a:pt x="5646" y="3629"/>
                </a:cubicBezTo>
                <a:cubicBezTo>
                  <a:pt x="5604" y="3597"/>
                  <a:pt x="5555" y="3582"/>
                  <a:pt x="5506" y="3582"/>
                </a:cubicBezTo>
                <a:cubicBezTo>
                  <a:pt x="5439" y="3582"/>
                  <a:pt x="5373" y="3611"/>
                  <a:pt x="5328" y="3668"/>
                </a:cubicBezTo>
                <a:cubicBezTo>
                  <a:pt x="5253" y="3767"/>
                  <a:pt x="5269" y="3908"/>
                  <a:pt x="5367" y="3986"/>
                </a:cubicBezTo>
                <a:cubicBezTo>
                  <a:pt x="5428" y="4035"/>
                  <a:pt x="5493" y="4099"/>
                  <a:pt x="5565" y="4170"/>
                </a:cubicBezTo>
                <a:cubicBezTo>
                  <a:pt x="5789" y="4391"/>
                  <a:pt x="6041" y="4644"/>
                  <a:pt x="6352" y="4644"/>
                </a:cubicBezTo>
                <a:cubicBezTo>
                  <a:pt x="6660" y="4644"/>
                  <a:pt x="6913" y="4393"/>
                  <a:pt x="7139" y="4170"/>
                </a:cubicBezTo>
                <a:cubicBezTo>
                  <a:pt x="7208" y="4099"/>
                  <a:pt x="7274" y="4035"/>
                  <a:pt x="7335" y="3986"/>
                </a:cubicBezTo>
                <a:cubicBezTo>
                  <a:pt x="7603" y="3775"/>
                  <a:pt x="7773" y="3450"/>
                  <a:pt x="7801" y="3104"/>
                </a:cubicBezTo>
                <a:cubicBezTo>
                  <a:pt x="7942" y="2958"/>
                  <a:pt x="8024" y="2759"/>
                  <a:pt x="8024" y="2557"/>
                </a:cubicBezTo>
                <a:lnTo>
                  <a:pt x="8024" y="2438"/>
                </a:lnTo>
                <a:cubicBezTo>
                  <a:pt x="8024" y="2263"/>
                  <a:pt x="7966" y="2097"/>
                  <a:pt x="7860" y="1959"/>
                </a:cubicBezTo>
                <a:cubicBezTo>
                  <a:pt x="7847" y="1310"/>
                  <a:pt x="7688" y="829"/>
                  <a:pt x="7387" y="527"/>
                </a:cubicBezTo>
                <a:cubicBezTo>
                  <a:pt x="7030" y="171"/>
                  <a:pt x="6574" y="169"/>
                  <a:pt x="6374" y="169"/>
                </a:cubicBezTo>
                <a:close/>
                <a:moveTo>
                  <a:pt x="2513" y="453"/>
                </a:moveTo>
                <a:cubicBezTo>
                  <a:pt x="2706" y="453"/>
                  <a:pt x="2815" y="544"/>
                  <a:pt x="2832" y="560"/>
                </a:cubicBezTo>
                <a:cubicBezTo>
                  <a:pt x="2875" y="602"/>
                  <a:pt x="2933" y="625"/>
                  <a:pt x="2991" y="625"/>
                </a:cubicBezTo>
                <a:cubicBezTo>
                  <a:pt x="3020" y="625"/>
                  <a:pt x="3049" y="619"/>
                  <a:pt x="3077" y="607"/>
                </a:cubicBezTo>
                <a:cubicBezTo>
                  <a:pt x="3090" y="602"/>
                  <a:pt x="3224" y="549"/>
                  <a:pt x="3402" y="549"/>
                </a:cubicBezTo>
                <a:cubicBezTo>
                  <a:pt x="3649" y="549"/>
                  <a:pt x="3981" y="651"/>
                  <a:pt x="4188" y="1124"/>
                </a:cubicBezTo>
                <a:cubicBezTo>
                  <a:pt x="4311" y="1402"/>
                  <a:pt x="4415" y="2462"/>
                  <a:pt x="4452" y="3072"/>
                </a:cubicBezTo>
                <a:cubicBezTo>
                  <a:pt x="4489" y="3426"/>
                  <a:pt x="4470" y="3819"/>
                  <a:pt x="4415" y="3894"/>
                </a:cubicBezTo>
                <a:cubicBezTo>
                  <a:pt x="4288" y="4012"/>
                  <a:pt x="4013" y="4106"/>
                  <a:pt x="3918" y="4133"/>
                </a:cubicBezTo>
                <a:cubicBezTo>
                  <a:pt x="3798" y="4165"/>
                  <a:pt x="3726" y="4290"/>
                  <a:pt x="3760" y="4410"/>
                </a:cubicBezTo>
                <a:cubicBezTo>
                  <a:pt x="3784" y="4498"/>
                  <a:pt x="3857" y="4556"/>
                  <a:pt x="3939" y="4571"/>
                </a:cubicBezTo>
                <a:lnTo>
                  <a:pt x="2895" y="5487"/>
                </a:lnTo>
                <a:lnTo>
                  <a:pt x="1840" y="4562"/>
                </a:lnTo>
                <a:cubicBezTo>
                  <a:pt x="1810" y="4536"/>
                  <a:pt x="1775" y="4518"/>
                  <a:pt x="1737" y="4510"/>
                </a:cubicBezTo>
                <a:lnTo>
                  <a:pt x="1737" y="4510"/>
                </a:lnTo>
                <a:cubicBezTo>
                  <a:pt x="1824" y="4489"/>
                  <a:pt x="1894" y="4417"/>
                  <a:pt x="1907" y="4324"/>
                </a:cubicBezTo>
                <a:cubicBezTo>
                  <a:pt x="1926" y="4201"/>
                  <a:pt x="1842" y="4084"/>
                  <a:pt x="1719" y="4066"/>
                </a:cubicBezTo>
                <a:cubicBezTo>
                  <a:pt x="1649" y="4054"/>
                  <a:pt x="1445" y="4002"/>
                  <a:pt x="1347" y="3895"/>
                </a:cubicBezTo>
                <a:cubicBezTo>
                  <a:pt x="1295" y="3809"/>
                  <a:pt x="1306" y="3415"/>
                  <a:pt x="1373" y="3067"/>
                </a:cubicBezTo>
                <a:cubicBezTo>
                  <a:pt x="1379" y="3040"/>
                  <a:pt x="1379" y="3010"/>
                  <a:pt x="1373" y="2982"/>
                </a:cubicBezTo>
                <a:cubicBezTo>
                  <a:pt x="1370" y="2966"/>
                  <a:pt x="1052" y="1295"/>
                  <a:pt x="1980" y="649"/>
                </a:cubicBezTo>
                <a:cubicBezTo>
                  <a:pt x="2198" y="498"/>
                  <a:pt x="2376" y="453"/>
                  <a:pt x="2513" y="453"/>
                </a:cubicBezTo>
                <a:close/>
                <a:moveTo>
                  <a:pt x="2509" y="1"/>
                </a:moveTo>
                <a:cubicBezTo>
                  <a:pt x="2282" y="1"/>
                  <a:pt x="2014" y="72"/>
                  <a:pt x="1722" y="275"/>
                </a:cubicBezTo>
                <a:cubicBezTo>
                  <a:pt x="638" y="1031"/>
                  <a:pt x="869" y="2721"/>
                  <a:pt x="921" y="3025"/>
                </a:cubicBezTo>
                <a:cubicBezTo>
                  <a:pt x="857" y="3378"/>
                  <a:pt x="793" y="3960"/>
                  <a:pt x="1010" y="4195"/>
                </a:cubicBezTo>
                <a:cubicBezTo>
                  <a:pt x="1223" y="4427"/>
                  <a:pt x="1560" y="4496"/>
                  <a:pt x="1639" y="4511"/>
                </a:cubicBezTo>
                <a:lnTo>
                  <a:pt x="1639" y="4511"/>
                </a:lnTo>
                <a:cubicBezTo>
                  <a:pt x="1636" y="4511"/>
                  <a:pt x="1633" y="4512"/>
                  <a:pt x="1630" y="4513"/>
                </a:cubicBezTo>
                <a:cubicBezTo>
                  <a:pt x="274" y="4900"/>
                  <a:pt x="191" y="5105"/>
                  <a:pt x="153" y="5190"/>
                </a:cubicBezTo>
                <a:cubicBezTo>
                  <a:pt x="79" y="5371"/>
                  <a:pt x="53" y="5621"/>
                  <a:pt x="30" y="5842"/>
                </a:cubicBezTo>
                <a:lnTo>
                  <a:pt x="15" y="5984"/>
                </a:lnTo>
                <a:cubicBezTo>
                  <a:pt x="1" y="6109"/>
                  <a:pt x="90" y="6222"/>
                  <a:pt x="213" y="6237"/>
                </a:cubicBezTo>
                <a:cubicBezTo>
                  <a:pt x="222" y="6240"/>
                  <a:pt x="231" y="6240"/>
                  <a:pt x="241" y="6240"/>
                </a:cubicBezTo>
                <a:cubicBezTo>
                  <a:pt x="354" y="6240"/>
                  <a:pt x="450" y="6155"/>
                  <a:pt x="465" y="6041"/>
                </a:cubicBezTo>
                <a:cubicBezTo>
                  <a:pt x="471" y="5995"/>
                  <a:pt x="476" y="5943"/>
                  <a:pt x="482" y="5888"/>
                </a:cubicBezTo>
                <a:cubicBezTo>
                  <a:pt x="498" y="5722"/>
                  <a:pt x="520" y="5515"/>
                  <a:pt x="562" y="5390"/>
                </a:cubicBezTo>
                <a:cubicBezTo>
                  <a:pt x="682" y="5300"/>
                  <a:pt x="1180" y="5119"/>
                  <a:pt x="1634" y="4982"/>
                </a:cubicBezTo>
                <a:lnTo>
                  <a:pt x="2736" y="5950"/>
                </a:lnTo>
                <a:cubicBezTo>
                  <a:pt x="2777" y="5987"/>
                  <a:pt x="2829" y="6004"/>
                  <a:pt x="2884" y="6004"/>
                </a:cubicBezTo>
                <a:cubicBezTo>
                  <a:pt x="2887" y="6004"/>
                  <a:pt x="2892" y="6005"/>
                  <a:pt x="2895" y="6005"/>
                </a:cubicBezTo>
                <a:cubicBezTo>
                  <a:pt x="2899" y="6005"/>
                  <a:pt x="2902" y="6004"/>
                  <a:pt x="2907" y="6004"/>
                </a:cubicBezTo>
                <a:cubicBezTo>
                  <a:pt x="2959" y="6004"/>
                  <a:pt x="3012" y="5987"/>
                  <a:pt x="3055" y="5950"/>
                </a:cubicBezTo>
                <a:lnTo>
                  <a:pt x="4155" y="4982"/>
                </a:lnTo>
                <a:cubicBezTo>
                  <a:pt x="4610" y="5119"/>
                  <a:pt x="5107" y="5300"/>
                  <a:pt x="5228" y="5390"/>
                </a:cubicBezTo>
                <a:cubicBezTo>
                  <a:pt x="5278" y="5537"/>
                  <a:pt x="5302" y="5788"/>
                  <a:pt x="5320" y="5974"/>
                </a:cubicBezTo>
                <a:lnTo>
                  <a:pt x="5324" y="6035"/>
                </a:lnTo>
                <a:cubicBezTo>
                  <a:pt x="5336" y="6152"/>
                  <a:pt x="5434" y="6241"/>
                  <a:pt x="5550" y="6241"/>
                </a:cubicBezTo>
                <a:lnTo>
                  <a:pt x="5572" y="6241"/>
                </a:lnTo>
                <a:cubicBezTo>
                  <a:pt x="5695" y="6229"/>
                  <a:pt x="5787" y="6118"/>
                  <a:pt x="5775" y="5995"/>
                </a:cubicBezTo>
                <a:lnTo>
                  <a:pt x="5770" y="5935"/>
                </a:lnTo>
                <a:cubicBezTo>
                  <a:pt x="5750" y="5695"/>
                  <a:pt x="5722" y="5398"/>
                  <a:pt x="5636" y="5194"/>
                </a:cubicBezTo>
                <a:cubicBezTo>
                  <a:pt x="5602" y="5107"/>
                  <a:pt x="5516" y="4906"/>
                  <a:pt x="4187" y="4522"/>
                </a:cubicBezTo>
                <a:cubicBezTo>
                  <a:pt x="4337" y="4468"/>
                  <a:pt x="4567" y="4370"/>
                  <a:pt x="4721" y="4228"/>
                </a:cubicBezTo>
                <a:cubicBezTo>
                  <a:pt x="4966" y="4001"/>
                  <a:pt x="4938" y="3377"/>
                  <a:pt x="4904" y="3035"/>
                </a:cubicBezTo>
                <a:cubicBezTo>
                  <a:pt x="4892" y="2869"/>
                  <a:pt x="4797" y="1387"/>
                  <a:pt x="4602" y="942"/>
                </a:cubicBezTo>
                <a:cubicBezTo>
                  <a:pt x="4313" y="282"/>
                  <a:pt x="3816" y="96"/>
                  <a:pt x="3402" y="96"/>
                </a:cubicBezTo>
                <a:cubicBezTo>
                  <a:pt x="3267" y="96"/>
                  <a:pt x="3140" y="116"/>
                  <a:pt x="3033" y="146"/>
                </a:cubicBezTo>
                <a:cubicBezTo>
                  <a:pt x="2907" y="67"/>
                  <a:pt x="2727" y="1"/>
                  <a:pt x="2509" y="1"/>
                </a:cubicBezTo>
                <a:close/>
                <a:moveTo>
                  <a:pt x="7576" y="4509"/>
                </a:moveTo>
                <a:cubicBezTo>
                  <a:pt x="7522" y="4509"/>
                  <a:pt x="7469" y="4528"/>
                  <a:pt x="7428" y="4565"/>
                </a:cubicBezTo>
                <a:lnTo>
                  <a:pt x="6234" y="5613"/>
                </a:lnTo>
                <a:cubicBezTo>
                  <a:pt x="6139" y="5695"/>
                  <a:pt x="6130" y="5840"/>
                  <a:pt x="6214" y="5932"/>
                </a:cubicBezTo>
                <a:cubicBezTo>
                  <a:pt x="6258" y="5983"/>
                  <a:pt x="6321" y="6010"/>
                  <a:pt x="6385" y="6010"/>
                </a:cubicBezTo>
                <a:cubicBezTo>
                  <a:pt x="6438" y="6010"/>
                  <a:pt x="6491" y="5991"/>
                  <a:pt x="6533" y="5953"/>
                </a:cubicBezTo>
                <a:lnTo>
                  <a:pt x="7633" y="4987"/>
                </a:lnTo>
                <a:cubicBezTo>
                  <a:pt x="8089" y="5122"/>
                  <a:pt x="8586" y="5304"/>
                  <a:pt x="8707" y="5395"/>
                </a:cubicBezTo>
                <a:cubicBezTo>
                  <a:pt x="8745" y="5512"/>
                  <a:pt x="8768" y="5714"/>
                  <a:pt x="8782" y="5866"/>
                </a:cubicBezTo>
                <a:cubicBezTo>
                  <a:pt x="8790" y="5934"/>
                  <a:pt x="8797" y="5999"/>
                  <a:pt x="8805" y="6050"/>
                </a:cubicBezTo>
                <a:cubicBezTo>
                  <a:pt x="8821" y="6163"/>
                  <a:pt x="8918" y="6244"/>
                  <a:pt x="9029" y="6244"/>
                </a:cubicBezTo>
                <a:cubicBezTo>
                  <a:pt x="9041" y="6244"/>
                  <a:pt x="9051" y="6244"/>
                  <a:pt x="9063" y="6243"/>
                </a:cubicBezTo>
                <a:cubicBezTo>
                  <a:pt x="9188" y="6224"/>
                  <a:pt x="9272" y="6109"/>
                  <a:pt x="9253" y="5986"/>
                </a:cubicBezTo>
                <a:cubicBezTo>
                  <a:pt x="9247" y="5938"/>
                  <a:pt x="9241" y="5881"/>
                  <a:pt x="9234" y="5818"/>
                </a:cubicBezTo>
                <a:cubicBezTo>
                  <a:pt x="9212" y="5616"/>
                  <a:pt x="9185" y="5365"/>
                  <a:pt x="9115" y="5194"/>
                </a:cubicBezTo>
                <a:cubicBezTo>
                  <a:pt x="9079" y="5107"/>
                  <a:pt x="8995" y="4903"/>
                  <a:pt x="7639" y="4517"/>
                </a:cubicBezTo>
                <a:cubicBezTo>
                  <a:pt x="7618" y="4511"/>
                  <a:pt x="7597" y="4509"/>
                  <a:pt x="7576" y="450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083" name="Google Shape;3083;p96"/>
          <p:cNvSpPr txBox="1"/>
          <p:nvPr/>
        </p:nvSpPr>
        <p:spPr>
          <a:xfrm>
            <a:off x="2755472" y="448394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Users</a:t>
            </a:r>
            <a:endParaRPr sz="1800">
              <a:solidFill>
                <a:srgbClr val="252525"/>
              </a:solidFill>
              <a:latin typeface="Arial"/>
              <a:ea typeface="Arial"/>
              <a:cs typeface="Arial"/>
              <a:sym typeface="Arial"/>
            </a:endParaRPr>
          </a:p>
        </p:txBody>
      </p:sp>
      <p:sp>
        <p:nvSpPr>
          <p:cNvPr id="3084" name="Google Shape;3084;p96"/>
          <p:cNvSpPr txBox="1"/>
          <p:nvPr/>
        </p:nvSpPr>
        <p:spPr>
          <a:xfrm>
            <a:off x="5140763"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Optimize</a:t>
            </a:r>
            <a:endParaRPr sz="1800">
              <a:solidFill>
                <a:srgbClr val="252525"/>
              </a:solidFill>
              <a:latin typeface="Arial"/>
              <a:ea typeface="Arial"/>
              <a:cs typeface="Arial"/>
              <a:sym typeface="Arial"/>
            </a:endParaRPr>
          </a:p>
        </p:txBody>
      </p:sp>
      <p:sp>
        <p:nvSpPr>
          <p:cNvPr id="3085" name="Google Shape;3085;p96"/>
          <p:cNvSpPr txBox="1"/>
          <p:nvPr/>
        </p:nvSpPr>
        <p:spPr>
          <a:xfrm>
            <a:off x="4348566"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Optimize</a:t>
            </a:r>
            <a:endParaRPr sz="1800">
              <a:solidFill>
                <a:srgbClr val="252525"/>
              </a:solidFill>
              <a:latin typeface="Arial"/>
              <a:ea typeface="Arial"/>
              <a:cs typeface="Arial"/>
              <a:sym typeface="Arial"/>
            </a:endParaRPr>
          </a:p>
        </p:txBody>
      </p:sp>
      <p:grpSp>
        <p:nvGrpSpPr>
          <p:cNvPr id="3086" name="Google Shape;3086;p96"/>
          <p:cNvGrpSpPr/>
          <p:nvPr/>
        </p:nvGrpSpPr>
        <p:grpSpPr>
          <a:xfrm>
            <a:off x="4472588" y="4154645"/>
            <a:ext cx="177231" cy="193265"/>
            <a:chOff x="4541944" y="1060727"/>
            <a:chExt cx="326814" cy="356380"/>
          </a:xfrm>
        </p:grpSpPr>
        <p:sp>
          <p:nvSpPr>
            <p:cNvPr id="3087" name="Google Shape;3087;p96"/>
            <p:cNvSpPr/>
            <p:nvPr/>
          </p:nvSpPr>
          <p:spPr>
            <a:xfrm>
              <a:off x="4541944" y="1060727"/>
              <a:ext cx="326814" cy="171749"/>
            </a:xfrm>
            <a:custGeom>
              <a:rect b="b" l="l" r="r" t="t"/>
              <a:pathLst>
                <a:path extrusionOk="0" h="171749" w="326814">
                  <a:moveTo>
                    <a:pt x="240940" y="0"/>
                  </a:moveTo>
                  <a:lnTo>
                    <a:pt x="85875" y="0"/>
                  </a:lnTo>
                  <a:cubicBezTo>
                    <a:pt x="38447" y="0"/>
                    <a:pt x="0" y="38447"/>
                    <a:pt x="0" y="85875"/>
                  </a:cubicBezTo>
                  <a:cubicBezTo>
                    <a:pt x="0" y="133302"/>
                    <a:pt x="38447" y="171749"/>
                    <a:pt x="85875" y="171749"/>
                  </a:cubicBezTo>
                  <a:lnTo>
                    <a:pt x="240940" y="171749"/>
                  </a:lnTo>
                  <a:cubicBezTo>
                    <a:pt x="288367" y="171749"/>
                    <a:pt x="326815" y="133302"/>
                    <a:pt x="326815" y="85875"/>
                  </a:cubicBezTo>
                  <a:cubicBezTo>
                    <a:pt x="326815" y="38447"/>
                    <a:pt x="288367" y="0"/>
                    <a:pt x="240940" y="0"/>
                  </a:cubicBezTo>
                  <a:close/>
                  <a:moveTo>
                    <a:pt x="240940" y="141080"/>
                  </a:moveTo>
                  <a:lnTo>
                    <a:pt x="85875" y="141080"/>
                  </a:lnTo>
                  <a:cubicBezTo>
                    <a:pt x="55386" y="141080"/>
                    <a:pt x="30670" y="116364"/>
                    <a:pt x="30670" y="85875"/>
                  </a:cubicBezTo>
                  <a:cubicBezTo>
                    <a:pt x="30670" y="55386"/>
                    <a:pt x="55386" y="30670"/>
                    <a:pt x="85875" y="30670"/>
                  </a:cubicBezTo>
                  <a:lnTo>
                    <a:pt x="240940" y="30670"/>
                  </a:lnTo>
                  <a:cubicBezTo>
                    <a:pt x="271429" y="30670"/>
                    <a:pt x="296145" y="55386"/>
                    <a:pt x="296145" y="85875"/>
                  </a:cubicBezTo>
                  <a:cubicBezTo>
                    <a:pt x="296145" y="116364"/>
                    <a:pt x="271429" y="141080"/>
                    <a:pt x="240940" y="14108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88" name="Google Shape;3088;p96"/>
            <p:cNvSpPr/>
            <p:nvPr/>
          </p:nvSpPr>
          <p:spPr>
            <a:xfrm>
              <a:off x="4541944" y="1245358"/>
              <a:ext cx="326814" cy="171749"/>
            </a:xfrm>
            <a:custGeom>
              <a:rect b="b" l="l" r="r" t="t"/>
              <a:pathLst>
                <a:path extrusionOk="0" h="171749" w="326814">
                  <a:moveTo>
                    <a:pt x="240940" y="0"/>
                  </a:moveTo>
                  <a:lnTo>
                    <a:pt x="85875" y="0"/>
                  </a:lnTo>
                  <a:cubicBezTo>
                    <a:pt x="38447" y="0"/>
                    <a:pt x="0" y="38447"/>
                    <a:pt x="0" y="85875"/>
                  </a:cubicBezTo>
                  <a:cubicBezTo>
                    <a:pt x="0" y="133302"/>
                    <a:pt x="38447" y="171749"/>
                    <a:pt x="85875" y="171749"/>
                  </a:cubicBezTo>
                  <a:lnTo>
                    <a:pt x="240940" y="171749"/>
                  </a:lnTo>
                  <a:cubicBezTo>
                    <a:pt x="288367" y="171749"/>
                    <a:pt x="326815" y="133302"/>
                    <a:pt x="326815" y="85875"/>
                  </a:cubicBezTo>
                  <a:cubicBezTo>
                    <a:pt x="326815" y="38447"/>
                    <a:pt x="288367" y="0"/>
                    <a:pt x="240940" y="0"/>
                  </a:cubicBezTo>
                  <a:close/>
                  <a:moveTo>
                    <a:pt x="240940" y="141080"/>
                  </a:moveTo>
                  <a:lnTo>
                    <a:pt x="85875" y="141080"/>
                  </a:lnTo>
                  <a:cubicBezTo>
                    <a:pt x="55386" y="141080"/>
                    <a:pt x="30670" y="116364"/>
                    <a:pt x="30670" y="85875"/>
                  </a:cubicBezTo>
                  <a:cubicBezTo>
                    <a:pt x="30670" y="55386"/>
                    <a:pt x="55386" y="30670"/>
                    <a:pt x="85875" y="30670"/>
                  </a:cubicBezTo>
                  <a:lnTo>
                    <a:pt x="240940" y="30670"/>
                  </a:lnTo>
                  <a:cubicBezTo>
                    <a:pt x="271429" y="30670"/>
                    <a:pt x="296145" y="55386"/>
                    <a:pt x="296145" y="85875"/>
                  </a:cubicBezTo>
                  <a:cubicBezTo>
                    <a:pt x="296145" y="116364"/>
                    <a:pt x="271429" y="141080"/>
                    <a:pt x="240940" y="14108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89" name="Google Shape;3089;p96"/>
            <p:cNvSpPr/>
            <p:nvPr/>
          </p:nvSpPr>
          <p:spPr>
            <a:xfrm>
              <a:off x="4589303" y="1105627"/>
              <a:ext cx="80722" cy="80722"/>
            </a:xfrm>
            <a:custGeom>
              <a:rect b="b" l="l" r="r" t="t"/>
              <a:pathLst>
                <a:path extrusionOk="0" h="80722" w="80722">
                  <a:moveTo>
                    <a:pt x="40356" y="0"/>
                  </a:moveTo>
                  <a:cubicBezTo>
                    <a:pt x="18066" y="3"/>
                    <a:pt x="-3" y="18075"/>
                    <a:pt x="0" y="40366"/>
                  </a:cubicBezTo>
                  <a:cubicBezTo>
                    <a:pt x="3" y="62657"/>
                    <a:pt x="18075" y="80725"/>
                    <a:pt x="40366" y="80722"/>
                  </a:cubicBezTo>
                  <a:cubicBezTo>
                    <a:pt x="62415" y="80720"/>
                    <a:pt x="80383" y="63022"/>
                    <a:pt x="80718" y="40975"/>
                  </a:cubicBezTo>
                  <a:cubicBezTo>
                    <a:pt x="81056" y="18686"/>
                    <a:pt x="63263" y="343"/>
                    <a:pt x="40975" y="5"/>
                  </a:cubicBezTo>
                  <a:cubicBezTo>
                    <a:pt x="40769" y="1"/>
                    <a:pt x="40563" y="0"/>
                    <a:pt x="40356" y="0"/>
                  </a:cubicBezTo>
                  <a:close/>
                  <a:moveTo>
                    <a:pt x="40356" y="61339"/>
                  </a:moveTo>
                  <a:cubicBezTo>
                    <a:pt x="28907" y="61473"/>
                    <a:pt x="19517" y="52300"/>
                    <a:pt x="19383" y="40850"/>
                  </a:cubicBezTo>
                  <a:cubicBezTo>
                    <a:pt x="19249" y="29400"/>
                    <a:pt x="28423" y="20010"/>
                    <a:pt x="39872" y="19877"/>
                  </a:cubicBezTo>
                  <a:cubicBezTo>
                    <a:pt x="51321" y="19743"/>
                    <a:pt x="60711" y="28916"/>
                    <a:pt x="60845" y="40366"/>
                  </a:cubicBezTo>
                  <a:cubicBezTo>
                    <a:pt x="60847" y="40569"/>
                    <a:pt x="60847" y="40772"/>
                    <a:pt x="60844" y="40975"/>
                  </a:cubicBezTo>
                  <a:cubicBezTo>
                    <a:pt x="60451" y="52042"/>
                    <a:pt x="51431" y="60847"/>
                    <a:pt x="40356" y="6097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90" name="Google Shape;3090;p96"/>
            <p:cNvSpPr/>
            <p:nvPr/>
          </p:nvSpPr>
          <p:spPr>
            <a:xfrm>
              <a:off x="4741174" y="1290993"/>
              <a:ext cx="80721" cy="80722"/>
            </a:xfrm>
            <a:custGeom>
              <a:rect b="b" l="l" r="r" t="t"/>
              <a:pathLst>
                <a:path extrusionOk="0" h="80722" w="80721">
                  <a:moveTo>
                    <a:pt x="40115" y="1"/>
                  </a:moveTo>
                  <a:cubicBezTo>
                    <a:pt x="17825" y="137"/>
                    <a:pt x="-135" y="18317"/>
                    <a:pt x="1" y="40608"/>
                  </a:cubicBezTo>
                  <a:cubicBezTo>
                    <a:pt x="136" y="62897"/>
                    <a:pt x="18315" y="80857"/>
                    <a:pt x="40606" y="80722"/>
                  </a:cubicBezTo>
                  <a:cubicBezTo>
                    <a:pt x="62849" y="80586"/>
                    <a:pt x="80789" y="62482"/>
                    <a:pt x="80722" y="40240"/>
                  </a:cubicBezTo>
                  <a:cubicBezTo>
                    <a:pt x="80723" y="18017"/>
                    <a:pt x="62708" y="0"/>
                    <a:pt x="40485" y="0"/>
                  </a:cubicBezTo>
                  <a:cubicBezTo>
                    <a:pt x="40362" y="0"/>
                    <a:pt x="40238" y="0"/>
                    <a:pt x="40115" y="1"/>
                  </a:cubicBezTo>
                  <a:close/>
                  <a:moveTo>
                    <a:pt x="40115" y="61340"/>
                  </a:moveTo>
                  <a:cubicBezTo>
                    <a:pt x="28665" y="61340"/>
                    <a:pt x="19383" y="52058"/>
                    <a:pt x="19383" y="40608"/>
                  </a:cubicBezTo>
                  <a:cubicBezTo>
                    <a:pt x="19383" y="29157"/>
                    <a:pt x="28665" y="19875"/>
                    <a:pt x="40115" y="19875"/>
                  </a:cubicBezTo>
                  <a:cubicBezTo>
                    <a:pt x="51566" y="19875"/>
                    <a:pt x="60848" y="29157"/>
                    <a:pt x="60848" y="40608"/>
                  </a:cubicBezTo>
                  <a:cubicBezTo>
                    <a:pt x="60647" y="51914"/>
                    <a:pt x="51424" y="60974"/>
                    <a:pt x="40115" y="6097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091" name="Google Shape;3091;p96"/>
          <p:cNvGrpSpPr/>
          <p:nvPr/>
        </p:nvGrpSpPr>
        <p:grpSpPr>
          <a:xfrm>
            <a:off x="5260040" y="4157914"/>
            <a:ext cx="186748" cy="186748"/>
            <a:chOff x="5103754" y="1153365"/>
            <a:chExt cx="267854" cy="267854"/>
          </a:xfrm>
        </p:grpSpPr>
        <p:sp>
          <p:nvSpPr>
            <p:cNvPr id="3092" name="Google Shape;3092;p96"/>
            <p:cNvSpPr/>
            <p:nvPr/>
          </p:nvSpPr>
          <p:spPr>
            <a:xfrm>
              <a:off x="5103754" y="1153365"/>
              <a:ext cx="267854" cy="267854"/>
            </a:xfrm>
            <a:custGeom>
              <a:rect b="b" l="l" r="r" t="t"/>
              <a:pathLst>
                <a:path extrusionOk="0" h="267854" w="267854">
                  <a:moveTo>
                    <a:pt x="227215" y="0"/>
                  </a:moveTo>
                  <a:lnTo>
                    <a:pt x="40640" y="0"/>
                  </a:lnTo>
                  <a:cubicBezTo>
                    <a:pt x="18237" y="101"/>
                    <a:pt x="101" y="18237"/>
                    <a:pt x="0" y="40640"/>
                  </a:cubicBezTo>
                  <a:lnTo>
                    <a:pt x="0" y="227215"/>
                  </a:lnTo>
                  <a:cubicBezTo>
                    <a:pt x="101" y="249617"/>
                    <a:pt x="18237" y="267753"/>
                    <a:pt x="40640" y="267855"/>
                  </a:cubicBezTo>
                  <a:lnTo>
                    <a:pt x="227215" y="267855"/>
                  </a:lnTo>
                  <a:cubicBezTo>
                    <a:pt x="249617" y="267753"/>
                    <a:pt x="267753" y="249617"/>
                    <a:pt x="267855" y="227215"/>
                  </a:cubicBezTo>
                  <a:lnTo>
                    <a:pt x="267855" y="40640"/>
                  </a:lnTo>
                  <a:cubicBezTo>
                    <a:pt x="267753" y="18237"/>
                    <a:pt x="249617" y="101"/>
                    <a:pt x="227215" y="0"/>
                  </a:cubicBezTo>
                  <a:close/>
                  <a:moveTo>
                    <a:pt x="244856" y="227215"/>
                  </a:moveTo>
                  <a:cubicBezTo>
                    <a:pt x="244805" y="236937"/>
                    <a:pt x="236937" y="244805"/>
                    <a:pt x="227215" y="244856"/>
                  </a:cubicBezTo>
                  <a:lnTo>
                    <a:pt x="40640" y="244856"/>
                  </a:lnTo>
                  <a:cubicBezTo>
                    <a:pt x="30918" y="244805"/>
                    <a:pt x="23049" y="236937"/>
                    <a:pt x="22999" y="227215"/>
                  </a:cubicBezTo>
                  <a:lnTo>
                    <a:pt x="22999" y="40640"/>
                  </a:lnTo>
                  <a:cubicBezTo>
                    <a:pt x="23049" y="30918"/>
                    <a:pt x="30918" y="23049"/>
                    <a:pt x="40640" y="22999"/>
                  </a:cubicBezTo>
                  <a:lnTo>
                    <a:pt x="227215" y="22999"/>
                  </a:lnTo>
                  <a:cubicBezTo>
                    <a:pt x="236937" y="23049"/>
                    <a:pt x="244805" y="30918"/>
                    <a:pt x="244856" y="4064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93" name="Google Shape;3093;p96"/>
            <p:cNvSpPr/>
            <p:nvPr/>
          </p:nvSpPr>
          <p:spPr>
            <a:xfrm>
              <a:off x="5149567" y="1201280"/>
              <a:ext cx="176229" cy="53429"/>
            </a:xfrm>
            <a:custGeom>
              <a:rect b="b" l="l" r="r" t="t"/>
              <a:pathLst>
                <a:path extrusionOk="0" h="53429" w="176229">
                  <a:moveTo>
                    <a:pt x="168841" y="19326"/>
                  </a:moveTo>
                  <a:lnTo>
                    <a:pt x="152400" y="19326"/>
                  </a:lnTo>
                  <a:cubicBezTo>
                    <a:pt x="148378" y="5196"/>
                    <a:pt x="133664" y="-2999"/>
                    <a:pt x="119533" y="1023"/>
                  </a:cubicBezTo>
                  <a:cubicBezTo>
                    <a:pt x="110676" y="3544"/>
                    <a:pt x="103752" y="10468"/>
                    <a:pt x="101231" y="19326"/>
                  </a:cubicBezTo>
                  <a:lnTo>
                    <a:pt x="7389" y="19326"/>
                  </a:lnTo>
                  <a:cubicBezTo>
                    <a:pt x="3308" y="19326"/>
                    <a:pt x="0" y="22634"/>
                    <a:pt x="0" y="26715"/>
                  </a:cubicBezTo>
                  <a:cubicBezTo>
                    <a:pt x="0" y="30796"/>
                    <a:pt x="3308" y="34104"/>
                    <a:pt x="7389" y="34104"/>
                  </a:cubicBezTo>
                  <a:lnTo>
                    <a:pt x="101231" y="34104"/>
                  </a:lnTo>
                  <a:cubicBezTo>
                    <a:pt x="105252" y="48234"/>
                    <a:pt x="119967" y="56429"/>
                    <a:pt x="134097" y="52407"/>
                  </a:cubicBezTo>
                  <a:cubicBezTo>
                    <a:pt x="142955" y="49886"/>
                    <a:pt x="149878" y="42963"/>
                    <a:pt x="152400" y="34104"/>
                  </a:cubicBezTo>
                  <a:lnTo>
                    <a:pt x="168841" y="34104"/>
                  </a:lnTo>
                  <a:cubicBezTo>
                    <a:pt x="172921" y="34104"/>
                    <a:pt x="176230" y="30796"/>
                    <a:pt x="176230" y="26715"/>
                  </a:cubicBezTo>
                  <a:cubicBezTo>
                    <a:pt x="176230" y="22634"/>
                    <a:pt x="172921" y="19326"/>
                    <a:pt x="168841" y="19326"/>
                  </a:cubicBezTo>
                  <a:close/>
                  <a:moveTo>
                    <a:pt x="126815" y="38722"/>
                  </a:moveTo>
                  <a:cubicBezTo>
                    <a:pt x="120235" y="38722"/>
                    <a:pt x="114900" y="33387"/>
                    <a:pt x="114900" y="26808"/>
                  </a:cubicBezTo>
                  <a:lnTo>
                    <a:pt x="114900" y="26808"/>
                  </a:lnTo>
                  <a:cubicBezTo>
                    <a:pt x="115481" y="20202"/>
                    <a:pt x="121308" y="15317"/>
                    <a:pt x="127913" y="15899"/>
                  </a:cubicBezTo>
                  <a:cubicBezTo>
                    <a:pt x="133714" y="16409"/>
                    <a:pt x="138313" y="21007"/>
                    <a:pt x="138823" y="26808"/>
                  </a:cubicBezTo>
                  <a:lnTo>
                    <a:pt x="138823" y="26808"/>
                  </a:lnTo>
                  <a:cubicBezTo>
                    <a:pt x="138772" y="33403"/>
                    <a:pt x="133411" y="38722"/>
                    <a:pt x="126815" y="3872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94" name="Google Shape;3094;p96"/>
            <p:cNvSpPr/>
            <p:nvPr/>
          </p:nvSpPr>
          <p:spPr>
            <a:xfrm>
              <a:off x="5149567" y="1258616"/>
              <a:ext cx="176229" cy="53670"/>
            </a:xfrm>
            <a:custGeom>
              <a:rect b="b" l="l" r="r" t="t"/>
              <a:pathLst>
                <a:path extrusionOk="0" h="53670" w="176229">
                  <a:moveTo>
                    <a:pt x="168841" y="21288"/>
                  </a:moveTo>
                  <a:lnTo>
                    <a:pt x="79895" y="21288"/>
                  </a:lnTo>
                  <a:cubicBezTo>
                    <a:pt x="76907" y="6851"/>
                    <a:pt x="62780" y="-2429"/>
                    <a:pt x="48345" y="559"/>
                  </a:cubicBezTo>
                  <a:cubicBezTo>
                    <a:pt x="37920" y="2718"/>
                    <a:pt x="29774" y="10863"/>
                    <a:pt x="27617" y="21288"/>
                  </a:cubicBezTo>
                  <a:lnTo>
                    <a:pt x="7389" y="21288"/>
                  </a:lnTo>
                  <a:cubicBezTo>
                    <a:pt x="3308" y="21288"/>
                    <a:pt x="0" y="24596"/>
                    <a:pt x="0" y="28677"/>
                  </a:cubicBezTo>
                  <a:cubicBezTo>
                    <a:pt x="0" y="32757"/>
                    <a:pt x="3308" y="36066"/>
                    <a:pt x="7389" y="36066"/>
                  </a:cubicBezTo>
                  <a:lnTo>
                    <a:pt x="28725" y="36066"/>
                  </a:lnTo>
                  <a:cubicBezTo>
                    <a:pt x="33698" y="49890"/>
                    <a:pt x="48935" y="57066"/>
                    <a:pt x="62759" y="52093"/>
                  </a:cubicBezTo>
                  <a:cubicBezTo>
                    <a:pt x="70224" y="49407"/>
                    <a:pt x="76101" y="43531"/>
                    <a:pt x="78786" y="36066"/>
                  </a:cubicBezTo>
                  <a:lnTo>
                    <a:pt x="168841" y="36066"/>
                  </a:lnTo>
                  <a:cubicBezTo>
                    <a:pt x="172921" y="36066"/>
                    <a:pt x="176230" y="32757"/>
                    <a:pt x="176230" y="28677"/>
                  </a:cubicBezTo>
                  <a:cubicBezTo>
                    <a:pt x="176230" y="24596"/>
                    <a:pt x="172921" y="21288"/>
                    <a:pt x="168841" y="21288"/>
                  </a:cubicBezTo>
                  <a:close/>
                  <a:moveTo>
                    <a:pt x="53756" y="38837"/>
                  </a:moveTo>
                  <a:cubicBezTo>
                    <a:pt x="47125" y="38888"/>
                    <a:pt x="41708" y="33554"/>
                    <a:pt x="41657" y="26922"/>
                  </a:cubicBezTo>
                  <a:cubicBezTo>
                    <a:pt x="41606" y="20291"/>
                    <a:pt x="46940" y="14874"/>
                    <a:pt x="53572" y="14823"/>
                  </a:cubicBezTo>
                  <a:cubicBezTo>
                    <a:pt x="60203" y="14772"/>
                    <a:pt x="65620" y="20106"/>
                    <a:pt x="65671" y="26738"/>
                  </a:cubicBezTo>
                  <a:cubicBezTo>
                    <a:pt x="65671" y="26799"/>
                    <a:pt x="65671" y="26861"/>
                    <a:pt x="65671" y="26922"/>
                  </a:cubicBezTo>
                  <a:cubicBezTo>
                    <a:pt x="65621" y="33481"/>
                    <a:pt x="60315" y="38787"/>
                    <a:pt x="53756" y="3883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095" name="Google Shape;3095;p96"/>
            <p:cNvSpPr/>
            <p:nvPr/>
          </p:nvSpPr>
          <p:spPr>
            <a:xfrm>
              <a:off x="5149012" y="1319875"/>
              <a:ext cx="176784" cy="53429"/>
            </a:xfrm>
            <a:custGeom>
              <a:rect b="b" l="l" r="r" t="t"/>
              <a:pathLst>
                <a:path extrusionOk="0" h="53429" w="176784">
                  <a:moveTo>
                    <a:pt x="169395" y="19326"/>
                  </a:moveTo>
                  <a:lnTo>
                    <a:pt x="113977" y="19326"/>
                  </a:lnTo>
                  <a:cubicBezTo>
                    <a:pt x="109955" y="5196"/>
                    <a:pt x="95241" y="-2999"/>
                    <a:pt x="81110" y="1023"/>
                  </a:cubicBezTo>
                  <a:cubicBezTo>
                    <a:pt x="72252" y="3543"/>
                    <a:pt x="65329" y="10467"/>
                    <a:pt x="62807" y="19326"/>
                  </a:cubicBezTo>
                  <a:lnTo>
                    <a:pt x="7389" y="19326"/>
                  </a:lnTo>
                  <a:cubicBezTo>
                    <a:pt x="3308" y="19326"/>
                    <a:pt x="0" y="22634"/>
                    <a:pt x="0" y="26715"/>
                  </a:cubicBezTo>
                  <a:cubicBezTo>
                    <a:pt x="0" y="30795"/>
                    <a:pt x="3308" y="34104"/>
                    <a:pt x="7389" y="34104"/>
                  </a:cubicBezTo>
                  <a:lnTo>
                    <a:pt x="62807" y="34104"/>
                  </a:lnTo>
                  <a:cubicBezTo>
                    <a:pt x="66829" y="48234"/>
                    <a:pt x="81543" y="56428"/>
                    <a:pt x="95674" y="52407"/>
                  </a:cubicBezTo>
                  <a:cubicBezTo>
                    <a:pt x="104532" y="49886"/>
                    <a:pt x="111455" y="42962"/>
                    <a:pt x="113977" y="34104"/>
                  </a:cubicBezTo>
                  <a:lnTo>
                    <a:pt x="169395" y="34104"/>
                  </a:lnTo>
                  <a:cubicBezTo>
                    <a:pt x="173476" y="34104"/>
                    <a:pt x="176784" y="30795"/>
                    <a:pt x="176784" y="26715"/>
                  </a:cubicBezTo>
                  <a:cubicBezTo>
                    <a:pt x="176784" y="22634"/>
                    <a:pt x="173476" y="19326"/>
                    <a:pt x="169395" y="19326"/>
                  </a:cubicBezTo>
                  <a:close/>
                  <a:moveTo>
                    <a:pt x="88669" y="38630"/>
                  </a:moveTo>
                  <a:cubicBezTo>
                    <a:pt x="82037" y="38630"/>
                    <a:pt x="76662" y="33253"/>
                    <a:pt x="76662" y="26622"/>
                  </a:cubicBezTo>
                  <a:cubicBezTo>
                    <a:pt x="76663" y="19991"/>
                    <a:pt x="82038" y="14615"/>
                    <a:pt x="88670" y="14615"/>
                  </a:cubicBezTo>
                  <a:cubicBezTo>
                    <a:pt x="95301" y="14615"/>
                    <a:pt x="100677" y="19992"/>
                    <a:pt x="100676" y="26622"/>
                  </a:cubicBezTo>
                  <a:cubicBezTo>
                    <a:pt x="100676" y="26654"/>
                    <a:pt x="100676" y="26684"/>
                    <a:pt x="100676" y="26715"/>
                  </a:cubicBezTo>
                  <a:cubicBezTo>
                    <a:pt x="100626" y="33310"/>
                    <a:pt x="95265" y="38630"/>
                    <a:pt x="88669" y="3863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096" name="Google Shape;3096;p96"/>
          <p:cNvSpPr txBox="1"/>
          <p:nvPr/>
        </p:nvSpPr>
        <p:spPr>
          <a:xfrm>
            <a:off x="5932960"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Process</a:t>
            </a:r>
            <a:endParaRPr sz="1800">
              <a:solidFill>
                <a:srgbClr val="252525"/>
              </a:solidFill>
              <a:latin typeface="Arial"/>
              <a:ea typeface="Arial"/>
              <a:cs typeface="Arial"/>
              <a:sym typeface="Arial"/>
            </a:endParaRPr>
          </a:p>
        </p:txBody>
      </p:sp>
      <p:sp>
        <p:nvSpPr>
          <p:cNvPr id="3097" name="Google Shape;3097;p96"/>
          <p:cNvSpPr txBox="1"/>
          <p:nvPr/>
        </p:nvSpPr>
        <p:spPr>
          <a:xfrm>
            <a:off x="6725157"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Processes</a:t>
            </a:r>
            <a:endParaRPr sz="1800">
              <a:solidFill>
                <a:srgbClr val="252525"/>
              </a:solidFill>
              <a:latin typeface="Arial"/>
              <a:ea typeface="Arial"/>
              <a:cs typeface="Arial"/>
              <a:sym typeface="Arial"/>
            </a:endParaRPr>
          </a:p>
        </p:txBody>
      </p:sp>
      <p:grpSp>
        <p:nvGrpSpPr>
          <p:cNvPr id="3098" name="Google Shape;3098;p96"/>
          <p:cNvGrpSpPr/>
          <p:nvPr/>
        </p:nvGrpSpPr>
        <p:grpSpPr>
          <a:xfrm>
            <a:off x="6053543" y="4159103"/>
            <a:ext cx="184427" cy="184404"/>
            <a:chOff x="3810485" y="1809749"/>
            <a:chExt cx="1524189" cy="1524000"/>
          </a:xfrm>
        </p:grpSpPr>
        <p:sp>
          <p:nvSpPr>
            <p:cNvPr id="3099" name="Google Shape;3099;p96"/>
            <p:cNvSpPr/>
            <p:nvPr/>
          </p:nvSpPr>
          <p:spPr>
            <a:xfrm>
              <a:off x="3810485" y="1809749"/>
              <a:ext cx="1524189" cy="1524000"/>
            </a:xfrm>
            <a:custGeom>
              <a:rect b="b" l="l" r="r" t="t"/>
              <a:pathLst>
                <a:path extrusionOk="0" h="1524000" w="1524189">
                  <a:moveTo>
                    <a:pt x="143723" y="760571"/>
                  </a:moveTo>
                  <a:lnTo>
                    <a:pt x="143723" y="849630"/>
                  </a:lnTo>
                  <a:lnTo>
                    <a:pt x="30851" y="907733"/>
                  </a:lnTo>
                  <a:cubicBezTo>
                    <a:pt x="17034" y="915232"/>
                    <a:pt x="6757" y="927906"/>
                    <a:pt x="2276" y="942975"/>
                  </a:cubicBezTo>
                  <a:cubicBezTo>
                    <a:pt x="-2136" y="958987"/>
                    <a:pt x="-83" y="976084"/>
                    <a:pt x="7991" y="990600"/>
                  </a:cubicBezTo>
                  <a:lnTo>
                    <a:pt x="184680" y="1295876"/>
                  </a:lnTo>
                  <a:cubicBezTo>
                    <a:pt x="195001" y="1314345"/>
                    <a:pt x="214481" y="1325813"/>
                    <a:pt x="235639" y="1325880"/>
                  </a:cubicBezTo>
                  <a:cubicBezTo>
                    <a:pt x="245175" y="1324937"/>
                    <a:pt x="254334" y="1321670"/>
                    <a:pt x="262309" y="1316355"/>
                  </a:cubicBezTo>
                  <a:lnTo>
                    <a:pt x="369941" y="1258253"/>
                  </a:lnTo>
                  <a:cubicBezTo>
                    <a:pt x="414255" y="1296372"/>
                    <a:pt x="464222" y="1327385"/>
                    <a:pt x="518055" y="1350169"/>
                  </a:cubicBezTo>
                  <a:lnTo>
                    <a:pt x="518055" y="1464945"/>
                  </a:lnTo>
                  <a:cubicBezTo>
                    <a:pt x="518055" y="1497559"/>
                    <a:pt x="544495" y="1524000"/>
                    <a:pt x="577110" y="1524000"/>
                  </a:cubicBezTo>
                  <a:lnTo>
                    <a:pt x="932964" y="1524000"/>
                  </a:lnTo>
                  <a:cubicBezTo>
                    <a:pt x="965454" y="1523686"/>
                    <a:pt x="991705" y="1497435"/>
                    <a:pt x="992019" y="1464945"/>
                  </a:cubicBezTo>
                  <a:lnTo>
                    <a:pt x="992019" y="1350645"/>
                  </a:lnTo>
                  <a:cubicBezTo>
                    <a:pt x="1049579" y="1327299"/>
                    <a:pt x="1103595" y="1296038"/>
                    <a:pt x="1152515" y="1257776"/>
                  </a:cubicBezTo>
                  <a:lnTo>
                    <a:pt x="1261577" y="1316355"/>
                  </a:lnTo>
                  <a:cubicBezTo>
                    <a:pt x="1270340" y="1321194"/>
                    <a:pt x="1280150" y="1323804"/>
                    <a:pt x="1290152" y="1323975"/>
                  </a:cubicBezTo>
                  <a:cubicBezTo>
                    <a:pt x="1311307" y="1323908"/>
                    <a:pt x="1330785" y="1312440"/>
                    <a:pt x="1341110" y="1293971"/>
                  </a:cubicBezTo>
                  <a:lnTo>
                    <a:pt x="1517323" y="989171"/>
                  </a:lnTo>
                  <a:cubicBezTo>
                    <a:pt x="1532572" y="959663"/>
                    <a:pt x="1521600" y="923377"/>
                    <a:pt x="1492558" y="907256"/>
                  </a:cubicBezTo>
                  <a:lnTo>
                    <a:pt x="1387783" y="850106"/>
                  </a:lnTo>
                  <a:cubicBezTo>
                    <a:pt x="1390564" y="819710"/>
                    <a:pt x="1391669" y="789184"/>
                    <a:pt x="1391117" y="758666"/>
                  </a:cubicBezTo>
                  <a:cubicBezTo>
                    <a:pt x="1391117" y="727710"/>
                    <a:pt x="1391117" y="698183"/>
                    <a:pt x="1388259" y="669608"/>
                  </a:cubicBezTo>
                  <a:lnTo>
                    <a:pt x="1493034" y="610076"/>
                  </a:lnTo>
                  <a:cubicBezTo>
                    <a:pt x="1507131" y="602222"/>
                    <a:pt x="1517437" y="588992"/>
                    <a:pt x="1521609" y="573405"/>
                  </a:cubicBezTo>
                  <a:cubicBezTo>
                    <a:pt x="1525495" y="558300"/>
                    <a:pt x="1523447" y="542282"/>
                    <a:pt x="1515894" y="528638"/>
                  </a:cubicBezTo>
                  <a:lnTo>
                    <a:pt x="1339586" y="229553"/>
                  </a:lnTo>
                  <a:cubicBezTo>
                    <a:pt x="1328795" y="211445"/>
                    <a:pt x="1309230" y="200396"/>
                    <a:pt x="1288151" y="200501"/>
                  </a:cubicBezTo>
                  <a:cubicBezTo>
                    <a:pt x="1278550" y="200549"/>
                    <a:pt x="1269092" y="202831"/>
                    <a:pt x="1260529" y="207169"/>
                  </a:cubicBezTo>
                  <a:lnTo>
                    <a:pt x="1153373" y="265748"/>
                  </a:lnTo>
                  <a:cubicBezTo>
                    <a:pt x="1104586" y="226409"/>
                    <a:pt x="1050369" y="194328"/>
                    <a:pt x="992400" y="170498"/>
                  </a:cubicBezTo>
                  <a:lnTo>
                    <a:pt x="992400" y="59055"/>
                  </a:lnTo>
                  <a:cubicBezTo>
                    <a:pt x="992086" y="26422"/>
                    <a:pt x="965597" y="103"/>
                    <a:pt x="932964" y="0"/>
                  </a:cubicBezTo>
                  <a:lnTo>
                    <a:pt x="578063" y="0"/>
                  </a:lnTo>
                  <a:cubicBezTo>
                    <a:pt x="545447" y="0"/>
                    <a:pt x="519008" y="26440"/>
                    <a:pt x="519008" y="59055"/>
                  </a:cubicBezTo>
                  <a:lnTo>
                    <a:pt x="519008" y="171926"/>
                  </a:lnTo>
                  <a:cubicBezTo>
                    <a:pt x="465068" y="194861"/>
                    <a:pt x="415108" y="226207"/>
                    <a:pt x="370989" y="264795"/>
                  </a:cubicBezTo>
                  <a:lnTo>
                    <a:pt x="275739" y="208598"/>
                  </a:lnTo>
                  <a:cubicBezTo>
                    <a:pt x="266617" y="203324"/>
                    <a:pt x="256272" y="200532"/>
                    <a:pt x="245735" y="200501"/>
                  </a:cubicBezTo>
                  <a:cubicBezTo>
                    <a:pt x="224780" y="200390"/>
                    <a:pt x="205356" y="211464"/>
                    <a:pt x="194777" y="229553"/>
                  </a:cubicBezTo>
                  <a:lnTo>
                    <a:pt x="17516" y="528638"/>
                  </a:lnTo>
                  <a:cubicBezTo>
                    <a:pt x="8645" y="542864"/>
                    <a:pt x="6386" y="560241"/>
                    <a:pt x="11325" y="576263"/>
                  </a:cubicBezTo>
                  <a:cubicBezTo>
                    <a:pt x="15734" y="591608"/>
                    <a:pt x="25996" y="604608"/>
                    <a:pt x="39900" y="612458"/>
                  </a:cubicBezTo>
                  <a:lnTo>
                    <a:pt x="149438" y="674370"/>
                  </a:lnTo>
                  <a:cubicBezTo>
                    <a:pt x="146032" y="702985"/>
                    <a:pt x="144125" y="731757"/>
                    <a:pt x="143723" y="760571"/>
                  </a:cubicBezTo>
                  <a:close/>
                  <a:moveTo>
                    <a:pt x="595208" y="1250633"/>
                  </a:moveTo>
                  <a:cubicBezTo>
                    <a:pt x="536375" y="1231783"/>
                    <a:pt x="482400" y="1200236"/>
                    <a:pt x="437093" y="1158240"/>
                  </a:cubicBezTo>
                  <a:lnTo>
                    <a:pt x="414709" y="1141095"/>
                  </a:lnTo>
                  <a:cubicBezTo>
                    <a:pt x="404339" y="1132704"/>
                    <a:pt x="391380" y="1128151"/>
                    <a:pt x="378038" y="1128236"/>
                  </a:cubicBezTo>
                  <a:cubicBezTo>
                    <a:pt x="368062" y="1128160"/>
                    <a:pt x="358229" y="1130618"/>
                    <a:pt x="349463" y="1135380"/>
                  </a:cubicBezTo>
                  <a:lnTo>
                    <a:pt x="258499" y="1183005"/>
                  </a:lnTo>
                  <a:lnTo>
                    <a:pt x="139913" y="982980"/>
                  </a:lnTo>
                  <a:lnTo>
                    <a:pt x="228019" y="935355"/>
                  </a:lnTo>
                  <a:cubicBezTo>
                    <a:pt x="248702" y="925482"/>
                    <a:pt x="261729" y="904454"/>
                    <a:pt x="261356" y="881539"/>
                  </a:cubicBezTo>
                  <a:lnTo>
                    <a:pt x="261356" y="758666"/>
                  </a:lnTo>
                  <a:cubicBezTo>
                    <a:pt x="260404" y="741216"/>
                    <a:pt x="260404" y="723729"/>
                    <a:pt x="261356" y="706279"/>
                  </a:cubicBezTo>
                  <a:cubicBezTo>
                    <a:pt x="264768" y="683896"/>
                    <a:pt x="266519" y="661292"/>
                    <a:pt x="266595" y="638651"/>
                  </a:cubicBezTo>
                  <a:cubicBezTo>
                    <a:pt x="266623" y="617345"/>
                    <a:pt x="255152" y="597680"/>
                    <a:pt x="236591" y="587216"/>
                  </a:cubicBezTo>
                  <a:lnTo>
                    <a:pt x="149438" y="536734"/>
                  </a:lnTo>
                  <a:lnTo>
                    <a:pt x="265643" y="340043"/>
                  </a:lnTo>
                  <a:lnTo>
                    <a:pt x="347081" y="387668"/>
                  </a:lnTo>
                  <a:cubicBezTo>
                    <a:pt x="368544" y="400345"/>
                    <a:pt x="395679" y="398053"/>
                    <a:pt x="414709" y="381953"/>
                  </a:cubicBezTo>
                  <a:lnTo>
                    <a:pt x="419471" y="378143"/>
                  </a:lnTo>
                  <a:cubicBezTo>
                    <a:pt x="469289" y="329495"/>
                    <a:pt x="529323" y="292564"/>
                    <a:pt x="595208" y="270034"/>
                  </a:cubicBezTo>
                  <a:cubicBezTo>
                    <a:pt x="619713" y="262414"/>
                    <a:pt x="636594" y="239970"/>
                    <a:pt x="637118" y="214313"/>
                  </a:cubicBezTo>
                  <a:lnTo>
                    <a:pt x="637118" y="119063"/>
                  </a:lnTo>
                  <a:lnTo>
                    <a:pt x="875243" y="119063"/>
                  </a:lnTo>
                  <a:lnTo>
                    <a:pt x="875243" y="214313"/>
                  </a:lnTo>
                  <a:cubicBezTo>
                    <a:pt x="875260" y="240204"/>
                    <a:pt x="892010" y="263115"/>
                    <a:pt x="916676" y="270986"/>
                  </a:cubicBezTo>
                  <a:cubicBezTo>
                    <a:pt x="988314" y="294206"/>
                    <a:pt x="1054217" y="332351"/>
                    <a:pt x="1110034" y="382905"/>
                  </a:cubicBezTo>
                  <a:cubicBezTo>
                    <a:pt x="1128750" y="398690"/>
                    <a:pt x="1155239" y="401339"/>
                    <a:pt x="1176709" y="389573"/>
                  </a:cubicBezTo>
                  <a:lnTo>
                    <a:pt x="1268149" y="341948"/>
                  </a:lnTo>
                  <a:lnTo>
                    <a:pt x="1384830" y="540068"/>
                  </a:lnTo>
                  <a:lnTo>
                    <a:pt x="1294914" y="590550"/>
                  </a:lnTo>
                  <a:cubicBezTo>
                    <a:pt x="1271349" y="603669"/>
                    <a:pt x="1259910" y="631283"/>
                    <a:pt x="1267292" y="657225"/>
                  </a:cubicBezTo>
                  <a:cubicBezTo>
                    <a:pt x="1273045" y="691838"/>
                    <a:pt x="1275445" y="726926"/>
                    <a:pt x="1274435" y="762000"/>
                  </a:cubicBezTo>
                  <a:cubicBezTo>
                    <a:pt x="1275216" y="799142"/>
                    <a:pt x="1272664" y="836279"/>
                    <a:pt x="1266815" y="872966"/>
                  </a:cubicBezTo>
                  <a:cubicBezTo>
                    <a:pt x="1260729" y="898764"/>
                    <a:pt x="1272883" y="925408"/>
                    <a:pt x="1296343" y="937736"/>
                  </a:cubicBezTo>
                  <a:lnTo>
                    <a:pt x="1384449" y="985361"/>
                  </a:lnTo>
                  <a:lnTo>
                    <a:pt x="1267292" y="1187768"/>
                  </a:lnTo>
                  <a:lnTo>
                    <a:pt x="1176328" y="1140143"/>
                  </a:lnTo>
                  <a:cubicBezTo>
                    <a:pt x="1167555" y="1135390"/>
                    <a:pt x="1157726" y="1132932"/>
                    <a:pt x="1147753" y="1132999"/>
                  </a:cubicBezTo>
                  <a:cubicBezTo>
                    <a:pt x="1134494" y="1132961"/>
                    <a:pt x="1121607" y="1137314"/>
                    <a:pt x="1111082" y="1145381"/>
                  </a:cubicBezTo>
                  <a:cubicBezTo>
                    <a:pt x="1055027" y="1195159"/>
                    <a:pt x="989162" y="1232640"/>
                    <a:pt x="917724" y="1255395"/>
                  </a:cubicBezTo>
                  <a:cubicBezTo>
                    <a:pt x="892474" y="1262729"/>
                    <a:pt x="875041" y="1285780"/>
                    <a:pt x="874862" y="1312069"/>
                  </a:cubicBezTo>
                  <a:lnTo>
                    <a:pt x="874862" y="1404938"/>
                  </a:lnTo>
                  <a:lnTo>
                    <a:pt x="636737" y="1404938"/>
                  </a:lnTo>
                  <a:lnTo>
                    <a:pt x="636737" y="1309688"/>
                  </a:lnTo>
                  <a:cubicBezTo>
                    <a:pt x="637771" y="1282894"/>
                    <a:pt x="620769" y="1258719"/>
                    <a:pt x="595208" y="125063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00" name="Google Shape;3100;p96"/>
            <p:cNvSpPr/>
            <p:nvPr/>
          </p:nvSpPr>
          <p:spPr>
            <a:xfrm>
              <a:off x="4227956" y="2227135"/>
              <a:ext cx="689228" cy="689229"/>
            </a:xfrm>
            <a:custGeom>
              <a:rect b="b" l="l" r="r" t="t"/>
              <a:pathLst>
                <a:path extrusionOk="0" h="689229" w="689228">
                  <a:moveTo>
                    <a:pt x="344519" y="689229"/>
                  </a:moveTo>
                  <a:cubicBezTo>
                    <a:pt x="154194" y="689172"/>
                    <a:pt x="-52" y="534845"/>
                    <a:pt x="0" y="344519"/>
                  </a:cubicBezTo>
                  <a:cubicBezTo>
                    <a:pt x="52" y="154194"/>
                    <a:pt x="154384" y="-52"/>
                    <a:pt x="344710" y="0"/>
                  </a:cubicBezTo>
                  <a:cubicBezTo>
                    <a:pt x="535000" y="52"/>
                    <a:pt x="689229" y="154326"/>
                    <a:pt x="689229" y="344615"/>
                  </a:cubicBezTo>
                  <a:cubicBezTo>
                    <a:pt x="689020" y="534890"/>
                    <a:pt x="534791" y="689067"/>
                    <a:pt x="344519" y="689229"/>
                  </a:cubicBezTo>
                  <a:close/>
                  <a:moveTo>
                    <a:pt x="344519" y="108204"/>
                  </a:moveTo>
                  <a:cubicBezTo>
                    <a:pt x="213953" y="108204"/>
                    <a:pt x="108109" y="214049"/>
                    <a:pt x="108109" y="344615"/>
                  </a:cubicBezTo>
                  <a:cubicBezTo>
                    <a:pt x="108109" y="475180"/>
                    <a:pt x="213953" y="581025"/>
                    <a:pt x="344519" y="581025"/>
                  </a:cubicBezTo>
                  <a:cubicBezTo>
                    <a:pt x="475085" y="581025"/>
                    <a:pt x="580930" y="475180"/>
                    <a:pt x="580930" y="344615"/>
                  </a:cubicBezTo>
                  <a:cubicBezTo>
                    <a:pt x="580720" y="214135"/>
                    <a:pt x="474998" y="108414"/>
                    <a:pt x="344519" y="10820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101" name="Google Shape;3101;p96"/>
          <p:cNvGrpSpPr/>
          <p:nvPr/>
        </p:nvGrpSpPr>
        <p:grpSpPr>
          <a:xfrm>
            <a:off x="6808004" y="4131984"/>
            <a:ext cx="259577" cy="238466"/>
            <a:chOff x="3803643" y="1866899"/>
            <a:chExt cx="1536867" cy="1411876"/>
          </a:xfrm>
        </p:grpSpPr>
        <p:sp>
          <p:nvSpPr>
            <p:cNvPr id="3102" name="Google Shape;3102;p96"/>
            <p:cNvSpPr/>
            <p:nvPr/>
          </p:nvSpPr>
          <p:spPr>
            <a:xfrm>
              <a:off x="4665331" y="1866899"/>
              <a:ext cx="675179" cy="678832"/>
            </a:xfrm>
            <a:custGeom>
              <a:rect b="b" l="l" r="r" t="t"/>
              <a:pathLst>
                <a:path extrusionOk="0" h="678832" w="675179">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03" name="Google Shape;3103;p96"/>
            <p:cNvSpPr/>
            <p:nvPr/>
          </p:nvSpPr>
          <p:spPr>
            <a:xfrm>
              <a:off x="4849554" y="2053093"/>
              <a:ext cx="306581" cy="305781"/>
            </a:xfrm>
            <a:custGeom>
              <a:rect b="b" l="l" r="r" t="t"/>
              <a:pathLst>
                <a:path extrusionOk="0" h="305781" w="306581">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04" name="Google Shape;3104;p96"/>
            <p:cNvSpPr/>
            <p:nvPr/>
          </p:nvSpPr>
          <p:spPr>
            <a:xfrm>
              <a:off x="3803643" y="2338818"/>
              <a:ext cx="934933" cy="939957"/>
            </a:xfrm>
            <a:custGeom>
              <a:rect b="b" l="l" r="r" t="t"/>
              <a:pathLst>
                <a:path extrusionOk="0" h="939957" w="934933">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05" name="Google Shape;3105;p96"/>
            <p:cNvSpPr/>
            <p:nvPr/>
          </p:nvSpPr>
          <p:spPr>
            <a:xfrm>
              <a:off x="4054833" y="2593416"/>
              <a:ext cx="431794" cy="430667"/>
            </a:xfrm>
            <a:custGeom>
              <a:rect b="b" l="l" r="r" t="t"/>
              <a:pathLst>
                <a:path extrusionOk="0" h="430667" w="431794">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106" name="Google Shape;3106;p96"/>
          <p:cNvSpPr txBox="1"/>
          <p:nvPr/>
        </p:nvSpPr>
        <p:spPr>
          <a:xfrm>
            <a:off x="7517354" y="4483949"/>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Security</a:t>
            </a:r>
            <a:endParaRPr sz="1800">
              <a:solidFill>
                <a:srgbClr val="252525"/>
              </a:solidFill>
              <a:latin typeface="Arial"/>
              <a:ea typeface="Arial"/>
              <a:cs typeface="Arial"/>
              <a:sym typeface="Arial"/>
            </a:endParaRPr>
          </a:p>
        </p:txBody>
      </p:sp>
      <p:grpSp>
        <p:nvGrpSpPr>
          <p:cNvPr id="3107" name="Google Shape;3107;p96"/>
          <p:cNvGrpSpPr/>
          <p:nvPr/>
        </p:nvGrpSpPr>
        <p:grpSpPr>
          <a:xfrm>
            <a:off x="7636142" y="4143385"/>
            <a:ext cx="188033" cy="215891"/>
            <a:chOff x="1853392" y="179809"/>
            <a:chExt cx="249381" cy="286328"/>
          </a:xfrm>
        </p:grpSpPr>
        <p:sp>
          <p:nvSpPr>
            <p:cNvPr id="3108" name="Google Shape;3108;p96"/>
            <p:cNvSpPr/>
            <p:nvPr/>
          </p:nvSpPr>
          <p:spPr>
            <a:xfrm>
              <a:off x="1853392" y="179809"/>
              <a:ext cx="249381" cy="286328"/>
            </a:xfrm>
            <a:custGeom>
              <a:rect b="b" l="l" r="r" t="t"/>
              <a:pathLst>
                <a:path extrusionOk="0" h="286328" w="249381">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09" name="Google Shape;3109;p96"/>
            <p:cNvSpPr/>
            <p:nvPr/>
          </p:nvSpPr>
          <p:spPr>
            <a:xfrm>
              <a:off x="1951851" y="344863"/>
              <a:ext cx="50892" cy="72044"/>
            </a:xfrm>
            <a:custGeom>
              <a:rect b="b" l="l" r="r" t="t"/>
              <a:pathLst>
                <a:path extrusionOk="0" h="72044" w="50892">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110" name="Google Shape;3110;p96"/>
          <p:cNvSpPr txBox="1"/>
          <p:nvPr/>
        </p:nvSpPr>
        <p:spPr>
          <a:xfrm>
            <a:off x="8309552" y="4483949"/>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Accelerated Analytics</a:t>
            </a:r>
            <a:endParaRPr sz="1800">
              <a:solidFill>
                <a:srgbClr val="252525"/>
              </a:solidFill>
              <a:latin typeface="Arial"/>
              <a:ea typeface="Arial"/>
              <a:cs typeface="Arial"/>
              <a:sym typeface="Arial"/>
            </a:endParaRPr>
          </a:p>
        </p:txBody>
      </p:sp>
      <p:grpSp>
        <p:nvGrpSpPr>
          <p:cNvPr id="3111" name="Google Shape;3111;p96"/>
          <p:cNvGrpSpPr/>
          <p:nvPr/>
        </p:nvGrpSpPr>
        <p:grpSpPr>
          <a:xfrm>
            <a:off x="8426472" y="4158676"/>
            <a:ext cx="191842" cy="185298"/>
            <a:chOff x="455685" y="733698"/>
            <a:chExt cx="270810" cy="261573"/>
          </a:xfrm>
        </p:grpSpPr>
        <p:sp>
          <p:nvSpPr>
            <p:cNvPr id="3112" name="Google Shape;3112;p96"/>
            <p:cNvSpPr/>
            <p:nvPr/>
          </p:nvSpPr>
          <p:spPr>
            <a:xfrm>
              <a:off x="455685" y="792533"/>
              <a:ext cx="270810" cy="202738"/>
            </a:xfrm>
            <a:custGeom>
              <a:rect b="b" l="l" r="r" t="t"/>
              <a:pathLst>
                <a:path extrusionOk="0" h="202738" w="270810">
                  <a:moveTo>
                    <a:pt x="11545" y="202738"/>
                  </a:moveTo>
                  <a:lnTo>
                    <a:pt x="259265" y="202738"/>
                  </a:lnTo>
                  <a:cubicBezTo>
                    <a:pt x="265642" y="202738"/>
                    <a:pt x="270810" y="197570"/>
                    <a:pt x="270810" y="191193"/>
                  </a:cubicBezTo>
                  <a:cubicBezTo>
                    <a:pt x="270810" y="184816"/>
                    <a:pt x="265642" y="179647"/>
                    <a:pt x="259265" y="179647"/>
                  </a:cubicBezTo>
                  <a:lnTo>
                    <a:pt x="248181" y="179647"/>
                  </a:lnTo>
                  <a:lnTo>
                    <a:pt x="248181" y="15148"/>
                  </a:lnTo>
                  <a:cubicBezTo>
                    <a:pt x="248130" y="6767"/>
                    <a:pt x="241322" y="0"/>
                    <a:pt x="232941" y="0"/>
                  </a:cubicBezTo>
                  <a:lnTo>
                    <a:pt x="197381" y="0"/>
                  </a:lnTo>
                  <a:cubicBezTo>
                    <a:pt x="189000" y="0"/>
                    <a:pt x="182192" y="6767"/>
                    <a:pt x="182141" y="15148"/>
                  </a:cubicBezTo>
                  <a:lnTo>
                    <a:pt x="182141" y="179647"/>
                  </a:lnTo>
                  <a:lnTo>
                    <a:pt x="168379" y="179647"/>
                  </a:lnTo>
                  <a:lnTo>
                    <a:pt x="168379" y="61791"/>
                  </a:lnTo>
                  <a:cubicBezTo>
                    <a:pt x="168328" y="53410"/>
                    <a:pt x="161520" y="46644"/>
                    <a:pt x="153139" y="46644"/>
                  </a:cubicBezTo>
                  <a:lnTo>
                    <a:pt x="117487" y="46644"/>
                  </a:lnTo>
                  <a:cubicBezTo>
                    <a:pt x="109105" y="46644"/>
                    <a:pt x="102297" y="53410"/>
                    <a:pt x="102247" y="61791"/>
                  </a:cubicBezTo>
                  <a:lnTo>
                    <a:pt x="102247" y="179647"/>
                  </a:lnTo>
                  <a:lnTo>
                    <a:pt x="87561" y="179647"/>
                  </a:lnTo>
                  <a:lnTo>
                    <a:pt x="87561" y="103817"/>
                  </a:lnTo>
                  <a:cubicBezTo>
                    <a:pt x="87561" y="95400"/>
                    <a:pt x="80738" y="88577"/>
                    <a:pt x="72321" y="88577"/>
                  </a:cubicBezTo>
                  <a:lnTo>
                    <a:pt x="36761" y="88577"/>
                  </a:lnTo>
                  <a:cubicBezTo>
                    <a:pt x="28344" y="88577"/>
                    <a:pt x="21521" y="95400"/>
                    <a:pt x="21521" y="103817"/>
                  </a:cubicBezTo>
                  <a:lnTo>
                    <a:pt x="21521" y="179647"/>
                  </a:lnTo>
                  <a:lnTo>
                    <a:pt x="11545" y="179647"/>
                  </a:lnTo>
                  <a:cubicBezTo>
                    <a:pt x="5169" y="179647"/>
                    <a:pt x="0" y="184816"/>
                    <a:pt x="0" y="191193"/>
                  </a:cubicBezTo>
                  <a:cubicBezTo>
                    <a:pt x="0" y="197570"/>
                    <a:pt x="5169" y="202738"/>
                    <a:pt x="11545" y="202738"/>
                  </a:cubicBezTo>
                  <a:close/>
                  <a:moveTo>
                    <a:pt x="197381" y="14778"/>
                  </a:moveTo>
                  <a:lnTo>
                    <a:pt x="233403" y="14778"/>
                  </a:lnTo>
                  <a:lnTo>
                    <a:pt x="233403" y="179647"/>
                  </a:lnTo>
                  <a:lnTo>
                    <a:pt x="196919" y="179647"/>
                  </a:lnTo>
                  <a:close/>
                  <a:moveTo>
                    <a:pt x="117487" y="61422"/>
                  </a:moveTo>
                  <a:lnTo>
                    <a:pt x="153601" y="61422"/>
                  </a:lnTo>
                  <a:lnTo>
                    <a:pt x="153601" y="179647"/>
                  </a:lnTo>
                  <a:lnTo>
                    <a:pt x="116655" y="179647"/>
                  </a:lnTo>
                  <a:close/>
                  <a:moveTo>
                    <a:pt x="36761" y="103355"/>
                  </a:moveTo>
                  <a:lnTo>
                    <a:pt x="72783" y="103817"/>
                  </a:lnTo>
                  <a:lnTo>
                    <a:pt x="72783" y="179647"/>
                  </a:lnTo>
                  <a:lnTo>
                    <a:pt x="36299" y="179647"/>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13" name="Google Shape;3113;p96"/>
            <p:cNvSpPr/>
            <p:nvPr/>
          </p:nvSpPr>
          <p:spPr>
            <a:xfrm>
              <a:off x="472674" y="733698"/>
              <a:ext cx="230676" cy="141410"/>
            </a:xfrm>
            <a:custGeom>
              <a:rect b="b" l="l" r="r" t="t"/>
              <a:pathLst>
                <a:path extrusionOk="0" h="141410" w="230676">
                  <a:moveTo>
                    <a:pt x="7487" y="141408"/>
                  </a:moveTo>
                  <a:cubicBezTo>
                    <a:pt x="8613" y="141375"/>
                    <a:pt x="9717" y="141092"/>
                    <a:pt x="10720" y="140577"/>
                  </a:cubicBezTo>
                  <a:lnTo>
                    <a:pt x="10720" y="140577"/>
                  </a:lnTo>
                  <a:lnTo>
                    <a:pt x="206531" y="27709"/>
                  </a:lnTo>
                  <a:lnTo>
                    <a:pt x="206069" y="29094"/>
                  </a:lnTo>
                  <a:cubicBezTo>
                    <a:pt x="204570" y="32890"/>
                    <a:pt x="206432" y="37182"/>
                    <a:pt x="210228" y="38681"/>
                  </a:cubicBezTo>
                  <a:cubicBezTo>
                    <a:pt x="212241" y="39476"/>
                    <a:pt x="214502" y="39348"/>
                    <a:pt x="216413" y="38331"/>
                  </a:cubicBezTo>
                  <a:cubicBezTo>
                    <a:pt x="217685" y="37597"/>
                    <a:pt x="218713" y="36505"/>
                    <a:pt x="219369" y="35190"/>
                  </a:cubicBezTo>
                  <a:lnTo>
                    <a:pt x="230637" y="12099"/>
                  </a:lnTo>
                  <a:cubicBezTo>
                    <a:pt x="230637" y="12099"/>
                    <a:pt x="230637" y="11638"/>
                    <a:pt x="230637" y="11360"/>
                  </a:cubicBezTo>
                  <a:cubicBezTo>
                    <a:pt x="230679" y="10900"/>
                    <a:pt x="230679" y="10436"/>
                    <a:pt x="230637" y="9975"/>
                  </a:cubicBezTo>
                  <a:cubicBezTo>
                    <a:pt x="230637" y="9975"/>
                    <a:pt x="230637" y="9975"/>
                    <a:pt x="230637" y="9975"/>
                  </a:cubicBezTo>
                  <a:cubicBezTo>
                    <a:pt x="230637" y="9975"/>
                    <a:pt x="230637" y="9975"/>
                    <a:pt x="230637" y="9975"/>
                  </a:cubicBezTo>
                  <a:lnTo>
                    <a:pt x="230637" y="9975"/>
                  </a:lnTo>
                  <a:cubicBezTo>
                    <a:pt x="230637" y="9975"/>
                    <a:pt x="230637" y="9513"/>
                    <a:pt x="230637" y="9328"/>
                  </a:cubicBezTo>
                  <a:cubicBezTo>
                    <a:pt x="230683" y="8868"/>
                    <a:pt x="230683" y="8404"/>
                    <a:pt x="230637" y="7943"/>
                  </a:cubicBezTo>
                  <a:cubicBezTo>
                    <a:pt x="230690" y="7700"/>
                    <a:pt x="230690" y="7448"/>
                    <a:pt x="230637" y="7204"/>
                  </a:cubicBezTo>
                  <a:cubicBezTo>
                    <a:pt x="230637" y="7204"/>
                    <a:pt x="230637" y="7204"/>
                    <a:pt x="230637" y="6465"/>
                  </a:cubicBezTo>
                  <a:cubicBezTo>
                    <a:pt x="230637" y="5726"/>
                    <a:pt x="230637" y="6465"/>
                    <a:pt x="230637" y="5911"/>
                  </a:cubicBezTo>
                  <a:lnTo>
                    <a:pt x="230176" y="5357"/>
                  </a:lnTo>
                  <a:cubicBezTo>
                    <a:pt x="230176" y="5357"/>
                    <a:pt x="230176" y="4895"/>
                    <a:pt x="230176" y="4710"/>
                  </a:cubicBezTo>
                  <a:lnTo>
                    <a:pt x="229529" y="4710"/>
                  </a:lnTo>
                  <a:cubicBezTo>
                    <a:pt x="229207" y="4376"/>
                    <a:pt x="228833" y="4095"/>
                    <a:pt x="228421" y="3879"/>
                  </a:cubicBezTo>
                  <a:lnTo>
                    <a:pt x="227867" y="3417"/>
                  </a:lnTo>
                  <a:lnTo>
                    <a:pt x="227867" y="3417"/>
                  </a:lnTo>
                  <a:lnTo>
                    <a:pt x="227128" y="3417"/>
                  </a:lnTo>
                  <a:lnTo>
                    <a:pt x="225742" y="3417"/>
                  </a:lnTo>
                  <a:lnTo>
                    <a:pt x="225096" y="3417"/>
                  </a:lnTo>
                  <a:lnTo>
                    <a:pt x="198680" y="92"/>
                  </a:lnTo>
                  <a:cubicBezTo>
                    <a:pt x="194649" y="-546"/>
                    <a:pt x="190864" y="2203"/>
                    <a:pt x="190226" y="6234"/>
                  </a:cubicBezTo>
                  <a:cubicBezTo>
                    <a:pt x="189586" y="10264"/>
                    <a:pt x="192336" y="14050"/>
                    <a:pt x="196367" y="14688"/>
                  </a:cubicBezTo>
                  <a:cubicBezTo>
                    <a:pt x="196795" y="14756"/>
                    <a:pt x="197230" y="14786"/>
                    <a:pt x="197664" y="14778"/>
                  </a:cubicBezTo>
                  <a:lnTo>
                    <a:pt x="199141" y="14778"/>
                  </a:lnTo>
                  <a:lnTo>
                    <a:pt x="3331" y="127831"/>
                  </a:lnTo>
                  <a:lnTo>
                    <a:pt x="3331" y="127831"/>
                  </a:lnTo>
                  <a:cubicBezTo>
                    <a:pt x="1279" y="129142"/>
                    <a:pt x="28" y="131400"/>
                    <a:pt x="5" y="133835"/>
                  </a:cubicBezTo>
                  <a:cubicBezTo>
                    <a:pt x="-149" y="137862"/>
                    <a:pt x="2990" y="141251"/>
                    <a:pt x="7017" y="141406"/>
                  </a:cubicBezTo>
                  <a:cubicBezTo>
                    <a:pt x="7174" y="141411"/>
                    <a:pt x="7330" y="141412"/>
                    <a:pt x="7487" y="14140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114" name="Google Shape;3114;p96"/>
          <p:cNvSpPr/>
          <p:nvPr/>
        </p:nvSpPr>
        <p:spPr>
          <a:xfrm>
            <a:off x="4436005" y="2588659"/>
            <a:ext cx="250833" cy="217234"/>
          </a:xfrm>
          <a:custGeom>
            <a:rect b="b" l="l" r="r" t="t"/>
            <a:pathLst>
              <a:path extrusionOk="0" h="139925" w="161567">
                <a:moveTo>
                  <a:pt x="101168" y="8725"/>
                </a:moveTo>
                <a:lnTo>
                  <a:pt x="99994" y="6544"/>
                </a:lnTo>
                <a:lnTo>
                  <a:pt x="96806" y="3356"/>
                </a:lnTo>
                <a:lnTo>
                  <a:pt x="92947" y="1175"/>
                </a:lnTo>
                <a:lnTo>
                  <a:pt x="88753" y="1"/>
                </a:lnTo>
                <a:lnTo>
                  <a:pt x="84558" y="1"/>
                </a:lnTo>
                <a:lnTo>
                  <a:pt x="80364" y="1007"/>
                </a:lnTo>
                <a:lnTo>
                  <a:pt x="76505" y="3188"/>
                </a:lnTo>
                <a:lnTo>
                  <a:pt x="73318" y="6208"/>
                </a:lnTo>
                <a:lnTo>
                  <a:pt x="71975" y="8389"/>
                </a:lnTo>
                <a:lnTo>
                  <a:pt x="63083" y="23657"/>
                </a:lnTo>
                <a:lnTo>
                  <a:pt x="45635" y="30368"/>
                </a:lnTo>
                <a:lnTo>
                  <a:pt x="44796" y="30871"/>
                </a:lnTo>
                <a:lnTo>
                  <a:pt x="44293" y="32381"/>
                </a:lnTo>
                <a:lnTo>
                  <a:pt x="44460" y="33220"/>
                </a:lnTo>
                <a:lnTo>
                  <a:pt x="45635" y="36072"/>
                </a:lnTo>
                <a:lnTo>
                  <a:pt x="45970" y="36911"/>
                </a:lnTo>
                <a:lnTo>
                  <a:pt x="47480" y="37582"/>
                </a:lnTo>
                <a:lnTo>
                  <a:pt x="48319" y="37247"/>
                </a:lnTo>
                <a:lnTo>
                  <a:pt x="57211" y="33891"/>
                </a:lnTo>
                <a:lnTo>
                  <a:pt x="42111" y="59896"/>
                </a:lnTo>
                <a:lnTo>
                  <a:pt x="36072" y="59896"/>
                </a:lnTo>
                <a:lnTo>
                  <a:pt x="36072" y="55702"/>
                </a:lnTo>
                <a:lnTo>
                  <a:pt x="37749" y="55031"/>
                </a:lnTo>
                <a:lnTo>
                  <a:pt x="40769" y="52850"/>
                </a:lnTo>
                <a:lnTo>
                  <a:pt x="42950" y="49830"/>
                </a:lnTo>
                <a:lnTo>
                  <a:pt x="44125" y="46139"/>
                </a:lnTo>
                <a:lnTo>
                  <a:pt x="44293" y="44293"/>
                </a:lnTo>
                <a:lnTo>
                  <a:pt x="44125" y="41777"/>
                </a:lnTo>
                <a:lnTo>
                  <a:pt x="42279" y="37414"/>
                </a:lnTo>
                <a:lnTo>
                  <a:pt x="39092" y="34227"/>
                </a:lnTo>
                <a:lnTo>
                  <a:pt x="34729" y="32381"/>
                </a:lnTo>
                <a:lnTo>
                  <a:pt x="32381" y="32213"/>
                </a:lnTo>
                <a:lnTo>
                  <a:pt x="30535" y="32381"/>
                </a:lnTo>
                <a:lnTo>
                  <a:pt x="27012" y="33388"/>
                </a:lnTo>
                <a:lnTo>
                  <a:pt x="24160" y="35233"/>
                </a:lnTo>
                <a:lnTo>
                  <a:pt x="21979" y="37918"/>
                </a:lnTo>
                <a:lnTo>
                  <a:pt x="21307" y="39428"/>
                </a:lnTo>
                <a:lnTo>
                  <a:pt x="9899" y="43790"/>
                </a:lnTo>
                <a:lnTo>
                  <a:pt x="9228" y="44125"/>
                </a:lnTo>
                <a:lnTo>
                  <a:pt x="8557" y="45635"/>
                </a:lnTo>
                <a:lnTo>
                  <a:pt x="8724" y="46474"/>
                </a:lnTo>
                <a:lnTo>
                  <a:pt x="9731" y="49326"/>
                </a:lnTo>
                <a:lnTo>
                  <a:pt x="10234" y="50165"/>
                </a:lnTo>
                <a:lnTo>
                  <a:pt x="11577" y="50836"/>
                </a:lnTo>
                <a:lnTo>
                  <a:pt x="12415" y="50669"/>
                </a:lnTo>
                <a:lnTo>
                  <a:pt x="20804" y="47481"/>
                </a:lnTo>
                <a:lnTo>
                  <a:pt x="21811" y="50333"/>
                </a:lnTo>
                <a:lnTo>
                  <a:pt x="25837" y="54527"/>
                </a:lnTo>
                <a:lnTo>
                  <a:pt x="28690" y="55702"/>
                </a:lnTo>
                <a:lnTo>
                  <a:pt x="28690" y="59896"/>
                </a:lnTo>
                <a:lnTo>
                  <a:pt x="9228" y="59896"/>
                </a:lnTo>
                <a:lnTo>
                  <a:pt x="7382" y="60064"/>
                </a:lnTo>
                <a:lnTo>
                  <a:pt x="4027" y="61406"/>
                </a:lnTo>
                <a:lnTo>
                  <a:pt x="1510" y="63923"/>
                </a:lnTo>
                <a:lnTo>
                  <a:pt x="168" y="67278"/>
                </a:lnTo>
                <a:lnTo>
                  <a:pt x="0" y="69124"/>
                </a:lnTo>
                <a:lnTo>
                  <a:pt x="0" y="106034"/>
                </a:lnTo>
                <a:lnTo>
                  <a:pt x="168" y="107880"/>
                </a:lnTo>
                <a:lnTo>
                  <a:pt x="1510" y="111235"/>
                </a:lnTo>
                <a:lnTo>
                  <a:pt x="4027" y="113752"/>
                </a:lnTo>
                <a:lnTo>
                  <a:pt x="7382" y="115094"/>
                </a:lnTo>
                <a:lnTo>
                  <a:pt x="9228" y="115262"/>
                </a:lnTo>
                <a:lnTo>
                  <a:pt x="10234" y="115262"/>
                </a:lnTo>
                <a:lnTo>
                  <a:pt x="9228" y="117443"/>
                </a:lnTo>
                <a:lnTo>
                  <a:pt x="8221" y="121637"/>
                </a:lnTo>
                <a:lnTo>
                  <a:pt x="8389" y="125999"/>
                </a:lnTo>
                <a:lnTo>
                  <a:pt x="9563" y="130026"/>
                </a:lnTo>
                <a:lnTo>
                  <a:pt x="11744" y="133549"/>
                </a:lnTo>
                <a:lnTo>
                  <a:pt x="14597" y="136569"/>
                </a:lnTo>
                <a:lnTo>
                  <a:pt x="18288" y="138750"/>
                </a:lnTo>
                <a:lnTo>
                  <a:pt x="22650" y="139924"/>
                </a:lnTo>
                <a:lnTo>
                  <a:pt x="24999" y="139924"/>
                </a:lnTo>
                <a:lnTo>
                  <a:pt x="144789" y="139924"/>
                </a:lnTo>
                <a:lnTo>
                  <a:pt x="147138" y="139924"/>
                </a:lnTo>
                <a:lnTo>
                  <a:pt x="151333" y="138750"/>
                </a:lnTo>
                <a:lnTo>
                  <a:pt x="155024" y="136569"/>
                </a:lnTo>
                <a:lnTo>
                  <a:pt x="158043" y="133549"/>
                </a:lnTo>
                <a:lnTo>
                  <a:pt x="160225" y="129858"/>
                </a:lnTo>
                <a:lnTo>
                  <a:pt x="161399" y="125831"/>
                </a:lnTo>
                <a:lnTo>
                  <a:pt x="161567" y="121637"/>
                </a:lnTo>
                <a:lnTo>
                  <a:pt x="160560" y="117275"/>
                </a:lnTo>
                <a:lnTo>
                  <a:pt x="159386" y="115262"/>
                </a:lnTo>
                <a:close/>
                <a:moveTo>
                  <a:pt x="24831" y="115262"/>
                </a:moveTo>
                <a:lnTo>
                  <a:pt x="21307" y="121134"/>
                </a:lnTo>
                <a:lnTo>
                  <a:pt x="20804" y="122140"/>
                </a:lnTo>
                <a:lnTo>
                  <a:pt x="20972" y="124321"/>
                </a:lnTo>
                <a:lnTo>
                  <a:pt x="21979" y="126167"/>
                </a:lnTo>
                <a:lnTo>
                  <a:pt x="23824" y="127341"/>
                </a:lnTo>
                <a:lnTo>
                  <a:pt x="24999" y="127341"/>
                </a:lnTo>
                <a:lnTo>
                  <a:pt x="144789" y="127341"/>
                </a:lnTo>
                <a:lnTo>
                  <a:pt x="145964" y="127341"/>
                </a:lnTo>
                <a:lnTo>
                  <a:pt x="147809" y="126167"/>
                </a:lnTo>
                <a:lnTo>
                  <a:pt x="148816" y="124489"/>
                </a:lnTo>
                <a:lnTo>
                  <a:pt x="148816" y="122308"/>
                </a:lnTo>
                <a:lnTo>
                  <a:pt x="148480" y="121302"/>
                </a:lnTo>
                <a:lnTo>
                  <a:pt x="112241" y="55031"/>
                </a:lnTo>
                <a:lnTo>
                  <a:pt x="111570" y="55534"/>
                </a:lnTo>
                <a:lnTo>
                  <a:pt x="109053" y="57380"/>
                </a:lnTo>
                <a:lnTo>
                  <a:pt x="103349" y="58889"/>
                </a:lnTo>
                <a:lnTo>
                  <a:pt x="97645" y="58218"/>
                </a:lnTo>
                <a:lnTo>
                  <a:pt x="92444" y="55198"/>
                </a:lnTo>
                <a:lnTo>
                  <a:pt x="90430" y="52850"/>
                </a:lnTo>
                <a:lnTo>
                  <a:pt x="86404" y="47649"/>
                </a:lnTo>
                <a:lnTo>
                  <a:pt x="86068" y="47145"/>
                </a:lnTo>
                <a:lnTo>
                  <a:pt x="84726" y="46642"/>
                </a:lnTo>
                <a:lnTo>
                  <a:pt x="84055" y="46978"/>
                </a:lnTo>
                <a:lnTo>
                  <a:pt x="58218" y="57212"/>
                </a:lnTo>
                <a:lnTo>
                  <a:pt x="56708" y="59896"/>
                </a:lnTo>
                <a:lnTo>
                  <a:pt x="64593" y="59896"/>
                </a:lnTo>
                <a:lnTo>
                  <a:pt x="66439" y="60064"/>
                </a:lnTo>
                <a:lnTo>
                  <a:pt x="69794" y="61406"/>
                </a:lnTo>
                <a:lnTo>
                  <a:pt x="72311" y="63923"/>
                </a:lnTo>
                <a:lnTo>
                  <a:pt x="73653" y="67278"/>
                </a:lnTo>
                <a:lnTo>
                  <a:pt x="73821" y="69124"/>
                </a:lnTo>
                <a:lnTo>
                  <a:pt x="73821" y="106034"/>
                </a:lnTo>
                <a:lnTo>
                  <a:pt x="73653" y="107880"/>
                </a:lnTo>
                <a:lnTo>
                  <a:pt x="72311" y="111235"/>
                </a:lnTo>
                <a:lnTo>
                  <a:pt x="69794" y="113752"/>
                </a:lnTo>
                <a:lnTo>
                  <a:pt x="66439" y="115094"/>
                </a:lnTo>
                <a:lnTo>
                  <a:pt x="64593" y="115262"/>
                </a:lnTo>
                <a:close/>
                <a:moveTo>
                  <a:pt x="82881" y="14597"/>
                </a:moveTo>
                <a:lnTo>
                  <a:pt x="83552" y="13590"/>
                </a:lnTo>
                <a:lnTo>
                  <a:pt x="85397" y="12584"/>
                </a:lnTo>
                <a:lnTo>
                  <a:pt x="87578" y="12584"/>
                </a:lnTo>
                <a:lnTo>
                  <a:pt x="89424" y="13758"/>
                </a:lnTo>
                <a:lnTo>
                  <a:pt x="90095" y="14765"/>
                </a:lnTo>
                <a:lnTo>
                  <a:pt x="106033" y="43790"/>
                </a:lnTo>
                <a:lnTo>
                  <a:pt x="103517" y="45803"/>
                </a:lnTo>
                <a:lnTo>
                  <a:pt x="102846" y="46306"/>
                </a:lnTo>
                <a:lnTo>
                  <a:pt x="101168" y="45971"/>
                </a:lnTo>
                <a:lnTo>
                  <a:pt x="100497" y="45468"/>
                </a:lnTo>
                <a:lnTo>
                  <a:pt x="96638" y="40099"/>
                </a:lnTo>
                <a:lnTo>
                  <a:pt x="94960" y="38253"/>
                </a:lnTo>
                <a:lnTo>
                  <a:pt x="91102" y="35569"/>
                </a:lnTo>
                <a:lnTo>
                  <a:pt x="86404" y="34227"/>
                </a:lnTo>
                <a:lnTo>
                  <a:pt x="81706" y="34394"/>
                </a:lnTo>
                <a:lnTo>
                  <a:pt x="79357" y="35233"/>
                </a:lnTo>
                <a:lnTo>
                  <a:pt x="68452" y="39595"/>
                </a:lnTo>
                <a:close/>
                <a:moveTo>
                  <a:pt x="32381" y="48823"/>
                </a:moveTo>
                <a:lnTo>
                  <a:pt x="34226" y="48487"/>
                </a:lnTo>
                <a:lnTo>
                  <a:pt x="36575" y="46139"/>
                </a:lnTo>
                <a:lnTo>
                  <a:pt x="36910" y="44293"/>
                </a:lnTo>
                <a:lnTo>
                  <a:pt x="36575" y="42280"/>
                </a:lnTo>
                <a:lnTo>
                  <a:pt x="34226" y="39931"/>
                </a:lnTo>
                <a:lnTo>
                  <a:pt x="32381" y="39595"/>
                </a:lnTo>
                <a:lnTo>
                  <a:pt x="30367" y="39931"/>
                </a:lnTo>
                <a:lnTo>
                  <a:pt x="28018" y="42280"/>
                </a:lnTo>
                <a:lnTo>
                  <a:pt x="27683" y="44293"/>
                </a:lnTo>
                <a:lnTo>
                  <a:pt x="28018" y="46139"/>
                </a:lnTo>
                <a:lnTo>
                  <a:pt x="30367" y="48487"/>
                </a:lnTo>
                <a:close/>
                <a:moveTo>
                  <a:pt x="43454" y="74996"/>
                </a:moveTo>
                <a:lnTo>
                  <a:pt x="43286" y="75835"/>
                </a:lnTo>
                <a:lnTo>
                  <a:pt x="42279" y="77009"/>
                </a:lnTo>
                <a:lnTo>
                  <a:pt x="41440" y="77177"/>
                </a:lnTo>
                <a:lnTo>
                  <a:pt x="14093" y="77177"/>
                </a:lnTo>
                <a:lnTo>
                  <a:pt x="13254" y="77009"/>
                </a:lnTo>
                <a:lnTo>
                  <a:pt x="12080" y="75835"/>
                </a:lnTo>
                <a:lnTo>
                  <a:pt x="12080" y="74996"/>
                </a:lnTo>
                <a:lnTo>
                  <a:pt x="12080" y="72983"/>
                </a:lnTo>
                <a:lnTo>
                  <a:pt x="12080" y="71976"/>
                </a:lnTo>
                <a:lnTo>
                  <a:pt x="13254" y="70969"/>
                </a:lnTo>
                <a:lnTo>
                  <a:pt x="14093" y="70801"/>
                </a:lnTo>
                <a:lnTo>
                  <a:pt x="41440" y="70801"/>
                </a:lnTo>
                <a:lnTo>
                  <a:pt x="42279" y="70969"/>
                </a:lnTo>
                <a:lnTo>
                  <a:pt x="43286" y="71976"/>
                </a:lnTo>
                <a:lnTo>
                  <a:pt x="43454" y="72983"/>
                </a:lnTo>
                <a:close/>
                <a:moveTo>
                  <a:pt x="62412" y="87579"/>
                </a:moveTo>
                <a:lnTo>
                  <a:pt x="62244" y="88418"/>
                </a:lnTo>
                <a:lnTo>
                  <a:pt x="61070" y="89592"/>
                </a:lnTo>
                <a:lnTo>
                  <a:pt x="60231" y="89760"/>
                </a:lnTo>
                <a:lnTo>
                  <a:pt x="20469" y="89760"/>
                </a:lnTo>
                <a:lnTo>
                  <a:pt x="19462" y="89592"/>
                </a:lnTo>
                <a:lnTo>
                  <a:pt x="18455" y="88418"/>
                </a:lnTo>
                <a:lnTo>
                  <a:pt x="18288" y="87579"/>
                </a:lnTo>
                <a:lnTo>
                  <a:pt x="18288" y="85566"/>
                </a:lnTo>
                <a:lnTo>
                  <a:pt x="18455" y="84559"/>
                </a:lnTo>
                <a:lnTo>
                  <a:pt x="19462" y="83552"/>
                </a:lnTo>
                <a:lnTo>
                  <a:pt x="20469" y="83385"/>
                </a:lnTo>
                <a:lnTo>
                  <a:pt x="60231" y="83385"/>
                </a:lnTo>
                <a:lnTo>
                  <a:pt x="61070" y="83552"/>
                </a:lnTo>
                <a:lnTo>
                  <a:pt x="62244" y="84559"/>
                </a:lnTo>
                <a:lnTo>
                  <a:pt x="62412" y="85566"/>
                </a:lnTo>
                <a:close/>
                <a:moveTo>
                  <a:pt x="60231" y="102343"/>
                </a:moveTo>
                <a:lnTo>
                  <a:pt x="61070" y="102175"/>
                </a:lnTo>
                <a:lnTo>
                  <a:pt x="62244" y="101001"/>
                </a:lnTo>
                <a:lnTo>
                  <a:pt x="62412" y="100162"/>
                </a:lnTo>
                <a:lnTo>
                  <a:pt x="62412" y="98149"/>
                </a:lnTo>
                <a:lnTo>
                  <a:pt x="62244" y="97142"/>
                </a:lnTo>
                <a:lnTo>
                  <a:pt x="61070" y="96135"/>
                </a:lnTo>
                <a:lnTo>
                  <a:pt x="60231" y="95968"/>
                </a:lnTo>
                <a:lnTo>
                  <a:pt x="20469" y="95968"/>
                </a:lnTo>
                <a:lnTo>
                  <a:pt x="19462" y="96135"/>
                </a:lnTo>
                <a:lnTo>
                  <a:pt x="18455" y="97142"/>
                </a:lnTo>
                <a:lnTo>
                  <a:pt x="18288" y="98149"/>
                </a:lnTo>
                <a:lnTo>
                  <a:pt x="18288" y="100162"/>
                </a:lnTo>
                <a:lnTo>
                  <a:pt x="18455" y="101001"/>
                </a:lnTo>
                <a:lnTo>
                  <a:pt x="19462" y="102175"/>
                </a:lnTo>
                <a:lnTo>
                  <a:pt x="20469" y="102343"/>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15" name="Google Shape;3115;p96"/>
          <p:cNvSpPr/>
          <p:nvPr/>
        </p:nvSpPr>
        <p:spPr>
          <a:xfrm>
            <a:off x="4466075" y="1806151"/>
            <a:ext cx="190652" cy="198027"/>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pic>
        <p:nvPicPr>
          <p:cNvPr descr="Image" id="3116" name="Google Shape;3116;p96"/>
          <p:cNvPicPr preferRelativeResize="0"/>
          <p:nvPr/>
        </p:nvPicPr>
        <p:blipFill rotWithShape="1">
          <a:blip r:embed="rId17">
            <a:alphaModFix/>
          </a:blip>
          <a:srcRect b="0" l="0" r="0" t="0"/>
          <a:stretch/>
        </p:blipFill>
        <p:spPr>
          <a:xfrm>
            <a:off x="6050431" y="1806150"/>
            <a:ext cx="190612" cy="198150"/>
          </a:xfrm>
          <a:prstGeom prst="rect">
            <a:avLst/>
          </a:prstGeom>
          <a:noFill/>
          <a:ln>
            <a:noFill/>
          </a:ln>
        </p:spPr>
      </p:pic>
      <p:sp>
        <p:nvSpPr>
          <p:cNvPr id="3117" name="Google Shape;3117;p96"/>
          <p:cNvSpPr/>
          <p:nvPr/>
        </p:nvSpPr>
        <p:spPr>
          <a:xfrm>
            <a:off x="5258353" y="1806151"/>
            <a:ext cx="190652" cy="198027"/>
          </a:xfrm>
          <a:custGeom>
            <a:rect b="b" l="l" r="r" t="t"/>
            <a:pathLst>
              <a:path extrusionOk="0" h="295563" w="25677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sp>
        <p:nvSpPr>
          <p:cNvPr id="3118" name="Google Shape;3118;p96"/>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5B5B5B"/>
              </a:buClr>
              <a:buSzPts val="1600"/>
              <a:buFont typeface="Arial"/>
              <a:buNone/>
            </a:pPr>
            <a:r>
              <a:rPr lang="en" sz="600">
                <a:solidFill>
                  <a:srgbClr val="919191"/>
                </a:solidFill>
                <a:latin typeface="Arial"/>
                <a:ea typeface="Arial"/>
                <a:cs typeface="Arial"/>
                <a:sym typeface="Arial"/>
              </a:rPr>
              <a:t>REV </a:t>
            </a:r>
            <a:r>
              <a:rPr lang="en" sz="600">
                <a:solidFill>
                  <a:srgbClr val="919191"/>
                </a:solidFill>
              </a:rPr>
              <a:t>2.28.25</a:t>
            </a:r>
            <a:endParaRPr/>
          </a:p>
        </p:txBody>
      </p:sp>
      <p:sp>
        <p:nvSpPr>
          <p:cNvPr id="3119" name="Google Shape;3119;p96"/>
          <p:cNvSpPr txBox="1"/>
          <p:nvPr/>
        </p:nvSpPr>
        <p:spPr>
          <a:xfrm>
            <a:off x="4284583" y="598219"/>
            <a:ext cx="4986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Data Lake</a:t>
            </a:r>
            <a:endParaRPr sz="600">
              <a:solidFill>
                <a:srgbClr val="105780"/>
              </a:solidFill>
            </a:endParaRPr>
          </a:p>
        </p:txBody>
      </p:sp>
      <p:sp>
        <p:nvSpPr>
          <p:cNvPr id="3120" name="Google Shape;3120;p96"/>
          <p:cNvSpPr txBox="1"/>
          <p:nvPr/>
        </p:nvSpPr>
        <p:spPr>
          <a:xfrm>
            <a:off x="3513041" y="598219"/>
            <a:ext cx="4986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Data Warehouse</a:t>
            </a:r>
            <a:endParaRPr sz="600">
              <a:solidFill>
                <a:srgbClr val="105780"/>
              </a:solidFill>
            </a:endParaRPr>
          </a:p>
        </p:txBody>
      </p:sp>
      <p:sp>
        <p:nvSpPr>
          <p:cNvPr id="3121" name="Google Shape;3121;p96"/>
          <p:cNvSpPr txBox="1"/>
          <p:nvPr/>
        </p:nvSpPr>
        <p:spPr>
          <a:xfrm>
            <a:off x="5818488" y="598219"/>
            <a:ext cx="6351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Collaboration</a:t>
            </a:r>
            <a:endParaRPr sz="600">
              <a:solidFill>
                <a:srgbClr val="105780"/>
              </a:solidFill>
            </a:endParaRPr>
          </a:p>
        </p:txBody>
      </p:sp>
      <p:grpSp>
        <p:nvGrpSpPr>
          <p:cNvPr id="3122" name="Google Shape;3122;p96"/>
          <p:cNvGrpSpPr/>
          <p:nvPr/>
        </p:nvGrpSpPr>
        <p:grpSpPr>
          <a:xfrm>
            <a:off x="4362701" y="308039"/>
            <a:ext cx="342366" cy="129719"/>
            <a:chOff x="1010933" y="2754689"/>
            <a:chExt cx="566643" cy="214696"/>
          </a:xfrm>
        </p:grpSpPr>
        <p:sp>
          <p:nvSpPr>
            <p:cNvPr id="3123" name="Google Shape;3123;p96"/>
            <p:cNvSpPr/>
            <p:nvPr/>
          </p:nvSpPr>
          <p:spPr>
            <a:xfrm>
              <a:off x="1010933" y="2754689"/>
              <a:ext cx="563922" cy="46711"/>
            </a:xfrm>
            <a:custGeom>
              <a:rect b="b" l="l" r="r" t="t"/>
              <a:pathLst>
                <a:path extrusionOk="0" h="46711" w="563922">
                  <a:moveTo>
                    <a:pt x="555533" y="46712"/>
                  </a:moveTo>
                  <a:cubicBezTo>
                    <a:pt x="531001" y="46712"/>
                    <a:pt x="507133" y="38976"/>
                    <a:pt x="487508" y="24667"/>
                  </a:cubicBezTo>
                  <a:cubicBezTo>
                    <a:pt x="467883" y="38976"/>
                    <a:pt x="444016" y="46712"/>
                    <a:pt x="419484" y="46712"/>
                  </a:cubicBezTo>
                  <a:cubicBezTo>
                    <a:pt x="394952" y="46712"/>
                    <a:pt x="371084" y="38976"/>
                    <a:pt x="351459" y="24667"/>
                  </a:cubicBezTo>
                  <a:cubicBezTo>
                    <a:pt x="331834" y="38976"/>
                    <a:pt x="307967" y="46712"/>
                    <a:pt x="283435" y="46712"/>
                  </a:cubicBezTo>
                  <a:cubicBezTo>
                    <a:pt x="258903" y="46712"/>
                    <a:pt x="235036" y="38976"/>
                    <a:pt x="215411" y="24667"/>
                  </a:cubicBezTo>
                  <a:cubicBezTo>
                    <a:pt x="195786" y="38976"/>
                    <a:pt x="171917" y="46712"/>
                    <a:pt x="147386" y="46712"/>
                  </a:cubicBezTo>
                  <a:cubicBezTo>
                    <a:pt x="122855" y="46712"/>
                    <a:pt x="98986" y="38976"/>
                    <a:pt x="79362" y="24667"/>
                  </a:cubicBezTo>
                  <a:cubicBezTo>
                    <a:pt x="59737" y="38976"/>
                    <a:pt x="35868" y="46712"/>
                    <a:pt x="11337" y="46712"/>
                  </a:cubicBezTo>
                  <a:cubicBezTo>
                    <a:pt x="5076" y="46712"/>
                    <a:pt x="0" y="41777"/>
                    <a:pt x="0" y="35689"/>
                  </a:cubicBezTo>
                  <a:cubicBezTo>
                    <a:pt x="0" y="29602"/>
                    <a:pt x="5076" y="24667"/>
                    <a:pt x="11337" y="24667"/>
                  </a:cubicBezTo>
                  <a:cubicBezTo>
                    <a:pt x="33540" y="24743"/>
                    <a:pt x="55000" y="16900"/>
                    <a:pt x="71652" y="2622"/>
                  </a:cubicBezTo>
                  <a:cubicBezTo>
                    <a:pt x="75822" y="-874"/>
                    <a:pt x="81995" y="-874"/>
                    <a:pt x="86164" y="2622"/>
                  </a:cubicBezTo>
                  <a:cubicBezTo>
                    <a:pt x="102816" y="16900"/>
                    <a:pt x="124276" y="24743"/>
                    <a:pt x="146479" y="24667"/>
                  </a:cubicBezTo>
                  <a:cubicBezTo>
                    <a:pt x="168760" y="24798"/>
                    <a:pt x="190310" y="16950"/>
                    <a:pt x="207021" y="2622"/>
                  </a:cubicBezTo>
                  <a:cubicBezTo>
                    <a:pt x="211190" y="-874"/>
                    <a:pt x="217364" y="-874"/>
                    <a:pt x="221533" y="2622"/>
                  </a:cubicBezTo>
                  <a:cubicBezTo>
                    <a:pt x="238185" y="16900"/>
                    <a:pt x="259645" y="24743"/>
                    <a:pt x="281848" y="24667"/>
                  </a:cubicBezTo>
                  <a:cubicBezTo>
                    <a:pt x="304128" y="24798"/>
                    <a:pt x="325678" y="16950"/>
                    <a:pt x="342389" y="2622"/>
                  </a:cubicBezTo>
                  <a:cubicBezTo>
                    <a:pt x="346559" y="-874"/>
                    <a:pt x="352731" y="-874"/>
                    <a:pt x="356901" y="2622"/>
                  </a:cubicBezTo>
                  <a:cubicBezTo>
                    <a:pt x="373554" y="16900"/>
                    <a:pt x="395013" y="24743"/>
                    <a:pt x="417216" y="24667"/>
                  </a:cubicBezTo>
                  <a:cubicBezTo>
                    <a:pt x="439497" y="24798"/>
                    <a:pt x="461047" y="16950"/>
                    <a:pt x="477758" y="2622"/>
                  </a:cubicBezTo>
                  <a:cubicBezTo>
                    <a:pt x="481928" y="-874"/>
                    <a:pt x="488100" y="-874"/>
                    <a:pt x="492270" y="2622"/>
                  </a:cubicBezTo>
                  <a:cubicBezTo>
                    <a:pt x="508922" y="16900"/>
                    <a:pt x="530382" y="24743"/>
                    <a:pt x="552585" y="24667"/>
                  </a:cubicBezTo>
                  <a:cubicBezTo>
                    <a:pt x="558845" y="24667"/>
                    <a:pt x="563922" y="29602"/>
                    <a:pt x="563922" y="35689"/>
                  </a:cubicBezTo>
                  <a:cubicBezTo>
                    <a:pt x="563922" y="41777"/>
                    <a:pt x="558845" y="46712"/>
                    <a:pt x="552585" y="46712"/>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24" name="Google Shape;3124;p96"/>
            <p:cNvSpPr/>
            <p:nvPr/>
          </p:nvSpPr>
          <p:spPr>
            <a:xfrm>
              <a:off x="1014102" y="2840885"/>
              <a:ext cx="563474" cy="45171"/>
            </a:xfrm>
            <a:custGeom>
              <a:rect b="b" l="l" r="r" t="t"/>
              <a:pathLst>
                <a:path extrusionOk="0" h="45171" w="563474">
                  <a:moveTo>
                    <a:pt x="552364" y="45168"/>
                  </a:moveTo>
                  <a:cubicBezTo>
                    <a:pt x="527832" y="45168"/>
                    <a:pt x="503964" y="37433"/>
                    <a:pt x="484339" y="23123"/>
                  </a:cubicBezTo>
                  <a:cubicBezTo>
                    <a:pt x="464714" y="37433"/>
                    <a:pt x="440847" y="45168"/>
                    <a:pt x="416315" y="45168"/>
                  </a:cubicBezTo>
                  <a:cubicBezTo>
                    <a:pt x="391783" y="45168"/>
                    <a:pt x="367915" y="37433"/>
                    <a:pt x="348290" y="23123"/>
                  </a:cubicBezTo>
                  <a:cubicBezTo>
                    <a:pt x="307979" y="52517"/>
                    <a:pt x="252553" y="52517"/>
                    <a:pt x="212242" y="23123"/>
                  </a:cubicBezTo>
                  <a:cubicBezTo>
                    <a:pt x="171931" y="52517"/>
                    <a:pt x="116504" y="52517"/>
                    <a:pt x="76193" y="23123"/>
                  </a:cubicBezTo>
                  <a:cubicBezTo>
                    <a:pt x="56568" y="37433"/>
                    <a:pt x="32699" y="45168"/>
                    <a:pt x="8168" y="45168"/>
                  </a:cubicBezTo>
                  <a:cubicBezTo>
                    <a:pt x="3236" y="43933"/>
                    <a:pt x="-156" y="39537"/>
                    <a:pt x="6" y="34587"/>
                  </a:cubicBezTo>
                  <a:cubicBezTo>
                    <a:pt x="479" y="28968"/>
                    <a:pt x="5317" y="24648"/>
                    <a:pt x="11116" y="24667"/>
                  </a:cubicBezTo>
                  <a:cubicBezTo>
                    <a:pt x="33319" y="24743"/>
                    <a:pt x="54779" y="16900"/>
                    <a:pt x="71431" y="2622"/>
                  </a:cubicBezTo>
                  <a:cubicBezTo>
                    <a:pt x="75600" y="-874"/>
                    <a:pt x="81774" y="-874"/>
                    <a:pt x="85943" y="2622"/>
                  </a:cubicBezTo>
                  <a:cubicBezTo>
                    <a:pt x="102595" y="16900"/>
                    <a:pt x="124055" y="24743"/>
                    <a:pt x="146258" y="24667"/>
                  </a:cubicBezTo>
                  <a:cubicBezTo>
                    <a:pt x="168539" y="24798"/>
                    <a:pt x="190089" y="16950"/>
                    <a:pt x="206800" y="2622"/>
                  </a:cubicBezTo>
                  <a:cubicBezTo>
                    <a:pt x="210969" y="-874"/>
                    <a:pt x="217142" y="-874"/>
                    <a:pt x="221312" y="2622"/>
                  </a:cubicBezTo>
                  <a:cubicBezTo>
                    <a:pt x="237964" y="16900"/>
                    <a:pt x="259423" y="24743"/>
                    <a:pt x="281627" y="24667"/>
                  </a:cubicBezTo>
                  <a:cubicBezTo>
                    <a:pt x="303907" y="24798"/>
                    <a:pt x="325457" y="16950"/>
                    <a:pt x="342168" y="2622"/>
                  </a:cubicBezTo>
                  <a:cubicBezTo>
                    <a:pt x="346338" y="-874"/>
                    <a:pt x="352510" y="-874"/>
                    <a:pt x="356680" y="2622"/>
                  </a:cubicBezTo>
                  <a:cubicBezTo>
                    <a:pt x="373332" y="16900"/>
                    <a:pt x="394792" y="24743"/>
                    <a:pt x="416995" y="24667"/>
                  </a:cubicBezTo>
                  <a:cubicBezTo>
                    <a:pt x="439275" y="24798"/>
                    <a:pt x="460825" y="16950"/>
                    <a:pt x="477537" y="2622"/>
                  </a:cubicBezTo>
                  <a:cubicBezTo>
                    <a:pt x="481707" y="-874"/>
                    <a:pt x="487879" y="-874"/>
                    <a:pt x="492049" y="2622"/>
                  </a:cubicBezTo>
                  <a:cubicBezTo>
                    <a:pt x="508701" y="16900"/>
                    <a:pt x="530160" y="24743"/>
                    <a:pt x="552364" y="24667"/>
                  </a:cubicBezTo>
                  <a:cubicBezTo>
                    <a:pt x="558499" y="24667"/>
                    <a:pt x="563474" y="29503"/>
                    <a:pt x="563474" y="35469"/>
                  </a:cubicBezTo>
                  <a:cubicBezTo>
                    <a:pt x="562996" y="41052"/>
                    <a:pt x="558125" y="45304"/>
                    <a:pt x="552364" y="4516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25" name="Google Shape;3125;p96"/>
            <p:cNvSpPr/>
            <p:nvPr/>
          </p:nvSpPr>
          <p:spPr>
            <a:xfrm>
              <a:off x="1014102" y="2923333"/>
              <a:ext cx="563474" cy="46052"/>
            </a:xfrm>
            <a:custGeom>
              <a:rect b="b" l="l" r="r" t="t"/>
              <a:pathLst>
                <a:path extrusionOk="0" h="46052" w="563474">
                  <a:moveTo>
                    <a:pt x="552364" y="46050"/>
                  </a:moveTo>
                  <a:cubicBezTo>
                    <a:pt x="527832" y="46050"/>
                    <a:pt x="503964" y="38315"/>
                    <a:pt x="484339" y="24005"/>
                  </a:cubicBezTo>
                  <a:cubicBezTo>
                    <a:pt x="444028" y="53398"/>
                    <a:pt x="388602" y="53398"/>
                    <a:pt x="348290" y="24005"/>
                  </a:cubicBezTo>
                  <a:cubicBezTo>
                    <a:pt x="307979" y="53398"/>
                    <a:pt x="252553" y="53398"/>
                    <a:pt x="212242" y="24005"/>
                  </a:cubicBezTo>
                  <a:cubicBezTo>
                    <a:pt x="171931" y="53398"/>
                    <a:pt x="116504" y="53398"/>
                    <a:pt x="76193" y="24005"/>
                  </a:cubicBezTo>
                  <a:cubicBezTo>
                    <a:pt x="56568" y="38315"/>
                    <a:pt x="32699" y="46050"/>
                    <a:pt x="8168" y="46050"/>
                  </a:cubicBezTo>
                  <a:cubicBezTo>
                    <a:pt x="3236" y="44815"/>
                    <a:pt x="-156" y="40418"/>
                    <a:pt x="6" y="35469"/>
                  </a:cubicBezTo>
                  <a:cubicBezTo>
                    <a:pt x="6" y="29503"/>
                    <a:pt x="4980" y="24667"/>
                    <a:pt x="11116" y="24667"/>
                  </a:cubicBezTo>
                  <a:cubicBezTo>
                    <a:pt x="33319" y="24743"/>
                    <a:pt x="54779" y="16900"/>
                    <a:pt x="71431" y="2622"/>
                  </a:cubicBezTo>
                  <a:cubicBezTo>
                    <a:pt x="75600" y="-874"/>
                    <a:pt x="81774" y="-874"/>
                    <a:pt x="85943" y="2622"/>
                  </a:cubicBezTo>
                  <a:cubicBezTo>
                    <a:pt x="120552" y="32026"/>
                    <a:pt x="172190" y="32026"/>
                    <a:pt x="206800" y="2622"/>
                  </a:cubicBezTo>
                  <a:cubicBezTo>
                    <a:pt x="210969" y="-874"/>
                    <a:pt x="217142" y="-874"/>
                    <a:pt x="221312" y="2622"/>
                  </a:cubicBezTo>
                  <a:cubicBezTo>
                    <a:pt x="255920" y="32026"/>
                    <a:pt x="307560" y="32026"/>
                    <a:pt x="342168" y="2622"/>
                  </a:cubicBezTo>
                  <a:cubicBezTo>
                    <a:pt x="346338" y="-874"/>
                    <a:pt x="352510" y="-874"/>
                    <a:pt x="356680" y="2622"/>
                  </a:cubicBezTo>
                  <a:cubicBezTo>
                    <a:pt x="391289" y="32026"/>
                    <a:pt x="442928" y="32026"/>
                    <a:pt x="477537" y="2622"/>
                  </a:cubicBezTo>
                  <a:cubicBezTo>
                    <a:pt x="481707" y="-874"/>
                    <a:pt x="487879" y="-874"/>
                    <a:pt x="492049" y="2622"/>
                  </a:cubicBezTo>
                  <a:cubicBezTo>
                    <a:pt x="508701" y="16900"/>
                    <a:pt x="530160" y="24743"/>
                    <a:pt x="552364" y="24667"/>
                  </a:cubicBezTo>
                  <a:cubicBezTo>
                    <a:pt x="558499" y="24667"/>
                    <a:pt x="563474" y="29503"/>
                    <a:pt x="563474" y="35469"/>
                  </a:cubicBezTo>
                  <a:cubicBezTo>
                    <a:pt x="563477" y="41313"/>
                    <a:pt x="558604" y="46051"/>
                    <a:pt x="552593" y="46052"/>
                  </a:cubicBezTo>
                  <a:cubicBezTo>
                    <a:pt x="552516" y="46053"/>
                    <a:pt x="552441" y="46052"/>
                    <a:pt x="552364" y="4605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126" name="Google Shape;3126;p96"/>
          <p:cNvSpPr/>
          <p:nvPr/>
        </p:nvSpPr>
        <p:spPr>
          <a:xfrm>
            <a:off x="3656554" y="252958"/>
            <a:ext cx="211221" cy="239488"/>
          </a:xfrm>
          <a:custGeom>
            <a:rect b="b" l="l" r="r" t="t"/>
            <a:pathLst>
              <a:path extrusionOk="0" h="397491" w="350574">
                <a:moveTo>
                  <a:pt x="350574" y="81408"/>
                </a:moveTo>
                <a:cubicBezTo>
                  <a:pt x="350574" y="56834"/>
                  <a:pt x="331111" y="36929"/>
                  <a:pt x="296030" y="21938"/>
                </a:cubicBezTo>
                <a:cubicBezTo>
                  <a:pt x="257611" y="6639"/>
                  <a:pt x="216627" y="-792"/>
                  <a:pt x="175407" y="67"/>
                </a:cubicBezTo>
                <a:cubicBezTo>
                  <a:pt x="134351" y="-696"/>
                  <a:pt x="93543" y="6733"/>
                  <a:pt x="55265" y="21938"/>
                </a:cubicBezTo>
                <a:cubicBezTo>
                  <a:pt x="19703" y="36929"/>
                  <a:pt x="0" y="58063"/>
                  <a:pt x="0" y="81408"/>
                </a:cubicBezTo>
                <a:lnTo>
                  <a:pt x="0" y="81408"/>
                </a:lnTo>
                <a:lnTo>
                  <a:pt x="0" y="313637"/>
                </a:lnTo>
                <a:lnTo>
                  <a:pt x="0" y="313637"/>
                </a:lnTo>
                <a:cubicBezTo>
                  <a:pt x="0" y="338212"/>
                  <a:pt x="19463" y="359838"/>
                  <a:pt x="54544" y="375319"/>
                </a:cubicBezTo>
                <a:cubicBezTo>
                  <a:pt x="92792" y="390659"/>
                  <a:pt x="133610" y="398171"/>
                  <a:pt x="174686" y="397436"/>
                </a:cubicBezTo>
                <a:cubicBezTo>
                  <a:pt x="215766" y="398218"/>
                  <a:pt x="256592" y="390701"/>
                  <a:pt x="294828" y="375319"/>
                </a:cubicBezTo>
                <a:cubicBezTo>
                  <a:pt x="330150" y="359838"/>
                  <a:pt x="349373" y="337966"/>
                  <a:pt x="349373" y="313637"/>
                </a:cubicBezTo>
                <a:lnTo>
                  <a:pt x="349373" y="81654"/>
                </a:lnTo>
                <a:close/>
                <a:moveTo>
                  <a:pt x="330150" y="243109"/>
                </a:moveTo>
                <a:cubicBezTo>
                  <a:pt x="330150" y="255642"/>
                  <a:pt x="314532" y="269649"/>
                  <a:pt x="288341" y="279970"/>
                </a:cubicBezTo>
                <a:cubicBezTo>
                  <a:pt x="252096" y="293071"/>
                  <a:pt x="213842" y="299399"/>
                  <a:pt x="175407" y="298647"/>
                </a:cubicBezTo>
                <a:cubicBezTo>
                  <a:pt x="136893" y="299416"/>
                  <a:pt x="98557" y="293091"/>
                  <a:pt x="62234" y="279970"/>
                </a:cubicBezTo>
                <a:cubicBezTo>
                  <a:pt x="36043" y="270386"/>
                  <a:pt x="20424" y="255642"/>
                  <a:pt x="20424" y="243109"/>
                </a:cubicBezTo>
                <a:lnTo>
                  <a:pt x="20424" y="201823"/>
                </a:lnTo>
                <a:cubicBezTo>
                  <a:pt x="30916" y="210071"/>
                  <a:pt x="42586" y="216619"/>
                  <a:pt x="55025" y="221237"/>
                </a:cubicBezTo>
                <a:cubicBezTo>
                  <a:pt x="93635" y="234947"/>
                  <a:pt x="134302" y="241601"/>
                  <a:pt x="175167" y="240897"/>
                </a:cubicBezTo>
                <a:cubicBezTo>
                  <a:pt x="216029" y="241560"/>
                  <a:pt x="256691" y="234907"/>
                  <a:pt x="295309" y="221237"/>
                </a:cubicBezTo>
                <a:cubicBezTo>
                  <a:pt x="307621" y="216717"/>
                  <a:pt x="319203" y="210339"/>
                  <a:pt x="329670" y="202315"/>
                </a:cubicBezTo>
                <a:close/>
                <a:moveTo>
                  <a:pt x="330150" y="164962"/>
                </a:moveTo>
                <a:cubicBezTo>
                  <a:pt x="330150" y="177495"/>
                  <a:pt x="314532" y="191011"/>
                  <a:pt x="288341" y="201332"/>
                </a:cubicBezTo>
                <a:cubicBezTo>
                  <a:pt x="251998" y="213966"/>
                  <a:pt x="213784" y="220036"/>
                  <a:pt x="175407" y="219271"/>
                </a:cubicBezTo>
                <a:cubicBezTo>
                  <a:pt x="84099" y="219271"/>
                  <a:pt x="20424" y="190765"/>
                  <a:pt x="20424" y="164962"/>
                </a:cubicBezTo>
                <a:lnTo>
                  <a:pt x="20424" y="121465"/>
                </a:lnTo>
                <a:cubicBezTo>
                  <a:pt x="30705" y="130080"/>
                  <a:pt x="42211" y="137041"/>
                  <a:pt x="54544" y="142107"/>
                </a:cubicBezTo>
                <a:cubicBezTo>
                  <a:pt x="92853" y="157199"/>
                  <a:pt x="133639" y="164624"/>
                  <a:pt x="174686" y="163979"/>
                </a:cubicBezTo>
                <a:cubicBezTo>
                  <a:pt x="215736" y="164655"/>
                  <a:pt x="256527" y="157229"/>
                  <a:pt x="294828" y="142107"/>
                </a:cubicBezTo>
                <a:cubicBezTo>
                  <a:pt x="307191" y="137101"/>
                  <a:pt x="318705" y="130135"/>
                  <a:pt x="328949" y="121465"/>
                </a:cubicBezTo>
                <a:close/>
                <a:moveTo>
                  <a:pt x="62474" y="41106"/>
                </a:moveTo>
                <a:cubicBezTo>
                  <a:pt x="98493" y="26994"/>
                  <a:pt x="136844" y="20151"/>
                  <a:pt x="175407" y="20955"/>
                </a:cubicBezTo>
                <a:cubicBezTo>
                  <a:pt x="266715" y="20955"/>
                  <a:pt x="330150" y="53148"/>
                  <a:pt x="330150" y="81900"/>
                </a:cubicBezTo>
                <a:cubicBezTo>
                  <a:pt x="330150" y="96399"/>
                  <a:pt x="314772" y="111144"/>
                  <a:pt x="288101" y="122939"/>
                </a:cubicBezTo>
                <a:cubicBezTo>
                  <a:pt x="252116" y="136842"/>
                  <a:pt x="213867" y="143598"/>
                  <a:pt x="175407" y="142845"/>
                </a:cubicBezTo>
                <a:cubicBezTo>
                  <a:pt x="84099" y="142845"/>
                  <a:pt x="20424" y="110898"/>
                  <a:pt x="20424" y="81900"/>
                </a:cubicBezTo>
                <a:cubicBezTo>
                  <a:pt x="20424" y="67647"/>
                  <a:pt x="35802" y="52656"/>
                  <a:pt x="62474" y="41106"/>
                </a:cubicBezTo>
                <a:close/>
                <a:moveTo>
                  <a:pt x="175407" y="376794"/>
                </a:moveTo>
                <a:cubicBezTo>
                  <a:pt x="82658" y="376794"/>
                  <a:pt x="20424" y="344110"/>
                  <a:pt x="20424" y="313883"/>
                </a:cubicBezTo>
                <a:lnTo>
                  <a:pt x="20424" y="279970"/>
                </a:lnTo>
                <a:cubicBezTo>
                  <a:pt x="30804" y="288257"/>
                  <a:pt x="42401" y="294808"/>
                  <a:pt x="54785" y="299384"/>
                </a:cubicBezTo>
                <a:cubicBezTo>
                  <a:pt x="93326" y="313419"/>
                  <a:pt x="134022" y="320243"/>
                  <a:pt x="174927" y="319535"/>
                </a:cubicBezTo>
                <a:cubicBezTo>
                  <a:pt x="215836" y="320297"/>
                  <a:pt x="256542" y="313470"/>
                  <a:pt x="295069" y="299384"/>
                </a:cubicBezTo>
                <a:cubicBezTo>
                  <a:pt x="307501" y="294917"/>
                  <a:pt x="319114" y="288355"/>
                  <a:pt x="329429" y="279970"/>
                </a:cubicBezTo>
                <a:lnTo>
                  <a:pt x="329429" y="313883"/>
                </a:lnTo>
                <a:cubicBezTo>
                  <a:pt x="330150" y="344110"/>
                  <a:pt x="267917" y="376794"/>
                  <a:pt x="175407" y="376794"/>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nvGrpSpPr>
          <p:cNvPr id="3127" name="Google Shape;3127;p96"/>
          <p:cNvGrpSpPr/>
          <p:nvPr/>
        </p:nvGrpSpPr>
        <p:grpSpPr>
          <a:xfrm>
            <a:off x="6027429" y="254577"/>
            <a:ext cx="217185" cy="236570"/>
            <a:chOff x="4281642" y="2488986"/>
            <a:chExt cx="366557" cy="399274"/>
          </a:xfrm>
        </p:grpSpPr>
        <p:sp>
          <p:nvSpPr>
            <p:cNvPr id="3128" name="Google Shape;3128;p96"/>
            <p:cNvSpPr/>
            <p:nvPr/>
          </p:nvSpPr>
          <p:spPr>
            <a:xfrm>
              <a:off x="4344303" y="2553358"/>
              <a:ext cx="242684" cy="268980"/>
            </a:xfrm>
            <a:custGeom>
              <a:rect b="b" l="l" r="r" t="t"/>
              <a:pathLst>
                <a:path extrusionOk="0" h="268980" w="242684">
                  <a:moveTo>
                    <a:pt x="238187" y="188507"/>
                  </a:moveTo>
                  <a:lnTo>
                    <a:pt x="221473" y="178365"/>
                  </a:lnTo>
                  <a:cubicBezTo>
                    <a:pt x="228207" y="164565"/>
                    <a:pt x="231723" y="149516"/>
                    <a:pt x="231776" y="134270"/>
                  </a:cubicBezTo>
                  <a:cubicBezTo>
                    <a:pt x="231792" y="117902"/>
                    <a:pt x="227875" y="101754"/>
                    <a:pt x="220328" y="87088"/>
                  </a:cubicBezTo>
                  <a:lnTo>
                    <a:pt x="237271" y="77607"/>
                  </a:lnTo>
                  <a:cubicBezTo>
                    <a:pt x="241683" y="75224"/>
                    <a:pt x="243251" y="69848"/>
                    <a:pt x="240776" y="65601"/>
                  </a:cubicBezTo>
                  <a:cubicBezTo>
                    <a:pt x="240753" y="65561"/>
                    <a:pt x="240728" y="65521"/>
                    <a:pt x="240705" y="65481"/>
                  </a:cubicBezTo>
                  <a:cubicBezTo>
                    <a:pt x="238136" y="61286"/>
                    <a:pt x="232520" y="59891"/>
                    <a:pt x="228165" y="62365"/>
                  </a:cubicBezTo>
                  <a:cubicBezTo>
                    <a:pt x="228147" y="62375"/>
                    <a:pt x="228131" y="62385"/>
                    <a:pt x="228113" y="62395"/>
                  </a:cubicBezTo>
                  <a:lnTo>
                    <a:pt x="210712" y="72096"/>
                  </a:lnTo>
                  <a:cubicBezTo>
                    <a:pt x="191986" y="46706"/>
                    <a:pt x="162578" y="30570"/>
                    <a:pt x="130349" y="28000"/>
                  </a:cubicBezTo>
                  <a:lnTo>
                    <a:pt x="130349" y="8819"/>
                  </a:lnTo>
                  <a:cubicBezTo>
                    <a:pt x="130349" y="3948"/>
                    <a:pt x="126248" y="0"/>
                    <a:pt x="121190" y="0"/>
                  </a:cubicBezTo>
                  <a:cubicBezTo>
                    <a:pt x="116133" y="0"/>
                    <a:pt x="112032" y="3948"/>
                    <a:pt x="112032" y="8819"/>
                  </a:cubicBezTo>
                  <a:lnTo>
                    <a:pt x="112032" y="28882"/>
                  </a:lnTo>
                  <a:cubicBezTo>
                    <a:pt x="79357" y="31523"/>
                    <a:pt x="49623" y="48104"/>
                    <a:pt x="30982" y="74080"/>
                  </a:cubicBezTo>
                  <a:lnTo>
                    <a:pt x="13810" y="64599"/>
                  </a:lnTo>
                  <a:cubicBezTo>
                    <a:pt x="9385" y="62164"/>
                    <a:pt x="3747" y="63645"/>
                    <a:pt x="1218" y="67906"/>
                  </a:cubicBezTo>
                  <a:cubicBezTo>
                    <a:pt x="-1311" y="72168"/>
                    <a:pt x="226" y="77597"/>
                    <a:pt x="4652" y="80033"/>
                  </a:cubicBezTo>
                  <a:lnTo>
                    <a:pt x="21595" y="90175"/>
                  </a:lnTo>
                  <a:cubicBezTo>
                    <a:pt x="14831" y="103972"/>
                    <a:pt x="11238" y="119013"/>
                    <a:pt x="11063" y="134270"/>
                  </a:cubicBezTo>
                  <a:cubicBezTo>
                    <a:pt x="11015" y="150666"/>
                    <a:pt x="15018" y="166838"/>
                    <a:pt x="22739" y="181451"/>
                  </a:cubicBezTo>
                  <a:lnTo>
                    <a:pt x="6255" y="191373"/>
                  </a:lnTo>
                  <a:cubicBezTo>
                    <a:pt x="1898" y="193847"/>
                    <a:pt x="449" y="199255"/>
                    <a:pt x="3019" y="203448"/>
                  </a:cubicBezTo>
                  <a:cubicBezTo>
                    <a:pt x="3029" y="203466"/>
                    <a:pt x="3039" y="203481"/>
                    <a:pt x="3049" y="203499"/>
                  </a:cubicBezTo>
                  <a:cubicBezTo>
                    <a:pt x="4663" y="206288"/>
                    <a:pt x="7749" y="207986"/>
                    <a:pt x="11063" y="207908"/>
                  </a:cubicBezTo>
                  <a:cubicBezTo>
                    <a:pt x="12682" y="207856"/>
                    <a:pt x="14260" y="207399"/>
                    <a:pt x="15642" y="206586"/>
                  </a:cubicBezTo>
                  <a:lnTo>
                    <a:pt x="32814" y="197105"/>
                  </a:lnTo>
                  <a:cubicBezTo>
                    <a:pt x="51503" y="222314"/>
                    <a:pt x="80683" y="238418"/>
                    <a:pt x="112719" y="241200"/>
                  </a:cubicBezTo>
                  <a:lnTo>
                    <a:pt x="112719" y="260161"/>
                  </a:lnTo>
                  <a:cubicBezTo>
                    <a:pt x="112719" y="265031"/>
                    <a:pt x="116819" y="268980"/>
                    <a:pt x="121877" y="268980"/>
                  </a:cubicBezTo>
                  <a:cubicBezTo>
                    <a:pt x="126935" y="268980"/>
                    <a:pt x="131036" y="265031"/>
                    <a:pt x="131036" y="260161"/>
                  </a:cubicBezTo>
                  <a:lnTo>
                    <a:pt x="131036" y="241200"/>
                  </a:lnTo>
                  <a:cubicBezTo>
                    <a:pt x="163984" y="238160"/>
                    <a:pt x="193797" y="221097"/>
                    <a:pt x="212315" y="194680"/>
                  </a:cubicBezTo>
                  <a:lnTo>
                    <a:pt x="228800" y="203940"/>
                  </a:lnTo>
                  <a:cubicBezTo>
                    <a:pt x="230237" y="204593"/>
                    <a:pt x="231792" y="204967"/>
                    <a:pt x="233379" y="205042"/>
                  </a:cubicBezTo>
                  <a:cubicBezTo>
                    <a:pt x="238436" y="205122"/>
                    <a:pt x="242601" y="201237"/>
                    <a:pt x="242683" y="196367"/>
                  </a:cubicBezTo>
                  <a:cubicBezTo>
                    <a:pt x="242738" y="193108"/>
                    <a:pt x="240920" y="190085"/>
                    <a:pt x="237958" y="188507"/>
                  </a:cubicBezTo>
                  <a:close/>
                  <a:moveTo>
                    <a:pt x="120733" y="222460"/>
                  </a:moveTo>
                  <a:cubicBezTo>
                    <a:pt x="70153" y="222409"/>
                    <a:pt x="29192" y="182884"/>
                    <a:pt x="29244" y="134179"/>
                  </a:cubicBezTo>
                  <a:cubicBezTo>
                    <a:pt x="29261" y="118729"/>
                    <a:pt x="33492" y="103555"/>
                    <a:pt x="41514" y="90175"/>
                  </a:cubicBezTo>
                  <a:lnTo>
                    <a:pt x="41514" y="90175"/>
                  </a:lnTo>
                  <a:lnTo>
                    <a:pt x="41514" y="90175"/>
                  </a:lnTo>
                  <a:cubicBezTo>
                    <a:pt x="66450" y="47799"/>
                    <a:pt x="122338" y="32913"/>
                    <a:pt x="166343" y="56925"/>
                  </a:cubicBezTo>
                  <a:cubicBezTo>
                    <a:pt x="195239" y="72693"/>
                    <a:pt x="213004" y="102289"/>
                    <a:pt x="212773" y="134270"/>
                  </a:cubicBezTo>
                  <a:cubicBezTo>
                    <a:pt x="213164" y="149639"/>
                    <a:pt x="209375" y="164841"/>
                    <a:pt x="201783" y="178365"/>
                  </a:cubicBezTo>
                  <a:lnTo>
                    <a:pt x="201783" y="178365"/>
                  </a:lnTo>
                  <a:lnTo>
                    <a:pt x="201783" y="178365"/>
                  </a:lnTo>
                  <a:cubicBezTo>
                    <a:pt x="185117" y="206176"/>
                    <a:pt x="154071" y="223066"/>
                    <a:pt x="120733" y="22246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29" name="Google Shape;3129;p96"/>
            <p:cNvSpPr/>
            <p:nvPr/>
          </p:nvSpPr>
          <p:spPr>
            <a:xfrm>
              <a:off x="4435499" y="2488986"/>
              <a:ext cx="60444" cy="58205"/>
            </a:xfrm>
            <a:custGeom>
              <a:rect b="b" l="l" r="r" t="t"/>
              <a:pathLst>
                <a:path extrusionOk="0" h="58205" w="60444">
                  <a:moveTo>
                    <a:pt x="29536" y="58198"/>
                  </a:moveTo>
                  <a:cubicBezTo>
                    <a:pt x="46223" y="58563"/>
                    <a:pt x="60058" y="45832"/>
                    <a:pt x="60436" y="29763"/>
                  </a:cubicBezTo>
                  <a:cubicBezTo>
                    <a:pt x="60815" y="13695"/>
                    <a:pt x="47595" y="373"/>
                    <a:pt x="30908" y="8"/>
                  </a:cubicBezTo>
                  <a:cubicBezTo>
                    <a:pt x="14221" y="-357"/>
                    <a:pt x="387" y="12373"/>
                    <a:pt x="8" y="28442"/>
                  </a:cubicBezTo>
                  <a:cubicBezTo>
                    <a:pt x="1" y="28733"/>
                    <a:pt x="-1" y="29025"/>
                    <a:pt x="1" y="29316"/>
                  </a:cubicBezTo>
                  <a:cubicBezTo>
                    <a:pt x="120" y="45048"/>
                    <a:pt x="13202" y="57841"/>
                    <a:pt x="29536" y="58198"/>
                  </a:cubicBezTo>
                  <a:close/>
                  <a:moveTo>
                    <a:pt x="29536" y="17851"/>
                  </a:moveTo>
                  <a:cubicBezTo>
                    <a:pt x="36110" y="17729"/>
                    <a:pt x="41542" y="22763"/>
                    <a:pt x="41668" y="29093"/>
                  </a:cubicBezTo>
                  <a:cubicBezTo>
                    <a:pt x="41795" y="35424"/>
                    <a:pt x="36568" y="40655"/>
                    <a:pt x="29994" y="40776"/>
                  </a:cubicBezTo>
                  <a:cubicBezTo>
                    <a:pt x="23420" y="40898"/>
                    <a:pt x="17988" y="35865"/>
                    <a:pt x="17862" y="29534"/>
                  </a:cubicBezTo>
                  <a:cubicBezTo>
                    <a:pt x="17860" y="29461"/>
                    <a:pt x="17859" y="29389"/>
                    <a:pt x="17859" y="29316"/>
                  </a:cubicBezTo>
                  <a:cubicBezTo>
                    <a:pt x="17733" y="23107"/>
                    <a:pt x="22857" y="17975"/>
                    <a:pt x="29305" y="17853"/>
                  </a:cubicBezTo>
                  <a:cubicBezTo>
                    <a:pt x="29382" y="17852"/>
                    <a:pt x="29459" y="17851"/>
                    <a:pt x="29536" y="17851"/>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0" name="Google Shape;3130;p96"/>
            <p:cNvSpPr/>
            <p:nvPr/>
          </p:nvSpPr>
          <p:spPr>
            <a:xfrm>
              <a:off x="4281642" y="2574523"/>
              <a:ext cx="60444" cy="58205"/>
            </a:xfrm>
            <a:custGeom>
              <a:rect b="b" l="l" r="r" t="t"/>
              <a:pathLst>
                <a:path extrusionOk="0" h="58205" w="60444">
                  <a:moveTo>
                    <a:pt x="30451" y="1"/>
                  </a:moveTo>
                  <a:cubicBezTo>
                    <a:pt x="13760" y="-121"/>
                    <a:pt x="127" y="12810"/>
                    <a:pt x="1" y="28882"/>
                  </a:cubicBezTo>
                  <a:cubicBezTo>
                    <a:pt x="-126" y="44955"/>
                    <a:pt x="13302" y="58083"/>
                    <a:pt x="29993" y="58205"/>
                  </a:cubicBezTo>
                  <a:cubicBezTo>
                    <a:pt x="46684" y="58327"/>
                    <a:pt x="60317" y="45396"/>
                    <a:pt x="60443" y="29323"/>
                  </a:cubicBezTo>
                  <a:cubicBezTo>
                    <a:pt x="60444" y="29250"/>
                    <a:pt x="60444" y="29177"/>
                    <a:pt x="60444" y="29104"/>
                  </a:cubicBezTo>
                  <a:cubicBezTo>
                    <a:pt x="60445" y="13116"/>
                    <a:pt x="47053" y="122"/>
                    <a:pt x="30451" y="1"/>
                  </a:cubicBezTo>
                  <a:close/>
                  <a:moveTo>
                    <a:pt x="30451" y="40348"/>
                  </a:moveTo>
                  <a:cubicBezTo>
                    <a:pt x="23877" y="40468"/>
                    <a:pt x="18446" y="35434"/>
                    <a:pt x="18321" y="29104"/>
                  </a:cubicBezTo>
                  <a:cubicBezTo>
                    <a:pt x="18196" y="22773"/>
                    <a:pt x="23423" y="17543"/>
                    <a:pt x="29998" y="17423"/>
                  </a:cubicBezTo>
                  <a:cubicBezTo>
                    <a:pt x="36572" y="17302"/>
                    <a:pt x="42003" y="22336"/>
                    <a:pt x="42128" y="28667"/>
                  </a:cubicBezTo>
                  <a:cubicBezTo>
                    <a:pt x="42131" y="28812"/>
                    <a:pt x="42131" y="28958"/>
                    <a:pt x="42128" y="29104"/>
                  </a:cubicBezTo>
                  <a:cubicBezTo>
                    <a:pt x="42128" y="35314"/>
                    <a:pt x="36900" y="40348"/>
                    <a:pt x="30451" y="4034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1" name="Google Shape;3131;p96"/>
            <p:cNvSpPr/>
            <p:nvPr/>
          </p:nvSpPr>
          <p:spPr>
            <a:xfrm>
              <a:off x="4281642" y="2744950"/>
              <a:ext cx="60444" cy="58205"/>
            </a:xfrm>
            <a:custGeom>
              <a:rect b="b" l="l" r="r" t="t"/>
              <a:pathLst>
                <a:path extrusionOk="0" h="58205" w="60444">
                  <a:moveTo>
                    <a:pt x="30450" y="1"/>
                  </a:moveTo>
                  <a:cubicBezTo>
                    <a:pt x="13760" y="-120"/>
                    <a:pt x="127" y="12810"/>
                    <a:pt x="1" y="28883"/>
                  </a:cubicBezTo>
                  <a:cubicBezTo>
                    <a:pt x="-125" y="44956"/>
                    <a:pt x="13303" y="58083"/>
                    <a:pt x="29994" y="58204"/>
                  </a:cubicBezTo>
                  <a:cubicBezTo>
                    <a:pt x="46685" y="58325"/>
                    <a:pt x="60318" y="45395"/>
                    <a:pt x="60443" y="29322"/>
                  </a:cubicBezTo>
                  <a:cubicBezTo>
                    <a:pt x="60445" y="29176"/>
                    <a:pt x="60445" y="29029"/>
                    <a:pt x="60443" y="28883"/>
                  </a:cubicBezTo>
                  <a:cubicBezTo>
                    <a:pt x="60319" y="12982"/>
                    <a:pt x="46963" y="120"/>
                    <a:pt x="30450" y="1"/>
                  </a:cubicBezTo>
                  <a:close/>
                  <a:moveTo>
                    <a:pt x="30450" y="40348"/>
                  </a:moveTo>
                  <a:cubicBezTo>
                    <a:pt x="23876" y="40469"/>
                    <a:pt x="18444" y="35436"/>
                    <a:pt x="18318" y="29106"/>
                  </a:cubicBezTo>
                  <a:cubicBezTo>
                    <a:pt x="18191" y="22776"/>
                    <a:pt x="23418" y="17544"/>
                    <a:pt x="29992" y="17423"/>
                  </a:cubicBezTo>
                  <a:cubicBezTo>
                    <a:pt x="36567" y="17302"/>
                    <a:pt x="41998" y="22335"/>
                    <a:pt x="42125" y="28665"/>
                  </a:cubicBezTo>
                  <a:cubicBezTo>
                    <a:pt x="42126" y="28738"/>
                    <a:pt x="42127" y="28810"/>
                    <a:pt x="42127" y="28883"/>
                  </a:cubicBezTo>
                  <a:cubicBezTo>
                    <a:pt x="42128" y="35129"/>
                    <a:pt x="36936" y="40229"/>
                    <a:pt x="30450" y="40348"/>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2" name="Google Shape;3132;p96"/>
            <p:cNvSpPr/>
            <p:nvPr/>
          </p:nvSpPr>
          <p:spPr>
            <a:xfrm>
              <a:off x="4587755" y="2574964"/>
              <a:ext cx="60444" cy="58205"/>
            </a:xfrm>
            <a:custGeom>
              <a:rect b="b" l="l" r="r" t="t"/>
              <a:pathLst>
                <a:path extrusionOk="0" h="58205" w="60444">
                  <a:moveTo>
                    <a:pt x="30222" y="58206"/>
                  </a:moveTo>
                  <a:cubicBezTo>
                    <a:pt x="46913" y="58206"/>
                    <a:pt x="60444" y="45176"/>
                    <a:pt x="60444" y="29103"/>
                  </a:cubicBezTo>
                  <a:cubicBezTo>
                    <a:pt x="60444" y="13030"/>
                    <a:pt x="46913" y="0"/>
                    <a:pt x="30222" y="0"/>
                  </a:cubicBezTo>
                  <a:cubicBezTo>
                    <a:pt x="13531" y="0"/>
                    <a:pt x="0" y="13030"/>
                    <a:pt x="0" y="29103"/>
                  </a:cubicBezTo>
                  <a:cubicBezTo>
                    <a:pt x="0" y="45176"/>
                    <a:pt x="13531" y="58206"/>
                    <a:pt x="30222" y="58206"/>
                  </a:cubicBezTo>
                  <a:close/>
                  <a:moveTo>
                    <a:pt x="30222" y="17859"/>
                  </a:moveTo>
                  <a:cubicBezTo>
                    <a:pt x="36798" y="17860"/>
                    <a:pt x="42128" y="22994"/>
                    <a:pt x="42126" y="29325"/>
                  </a:cubicBezTo>
                  <a:cubicBezTo>
                    <a:pt x="42126" y="35657"/>
                    <a:pt x="36793" y="40789"/>
                    <a:pt x="30218" y="40788"/>
                  </a:cubicBezTo>
                  <a:cubicBezTo>
                    <a:pt x="23642" y="40787"/>
                    <a:pt x="18314" y="35653"/>
                    <a:pt x="18314" y="29321"/>
                  </a:cubicBezTo>
                  <a:cubicBezTo>
                    <a:pt x="18314" y="29248"/>
                    <a:pt x="18314" y="29176"/>
                    <a:pt x="18316" y="29103"/>
                  </a:cubicBezTo>
                  <a:cubicBezTo>
                    <a:pt x="18314" y="22893"/>
                    <a:pt x="23541" y="17858"/>
                    <a:pt x="29991" y="17856"/>
                  </a:cubicBezTo>
                  <a:cubicBezTo>
                    <a:pt x="30069" y="17856"/>
                    <a:pt x="30144" y="17857"/>
                    <a:pt x="30222" y="17859"/>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3" name="Google Shape;3133;p96"/>
            <p:cNvSpPr/>
            <p:nvPr/>
          </p:nvSpPr>
          <p:spPr>
            <a:xfrm>
              <a:off x="4587755" y="2744951"/>
              <a:ext cx="60444" cy="58205"/>
            </a:xfrm>
            <a:custGeom>
              <a:rect b="b" l="l" r="r" t="t"/>
              <a:pathLst>
                <a:path extrusionOk="0" h="58205" w="60444">
                  <a:moveTo>
                    <a:pt x="30222" y="0"/>
                  </a:moveTo>
                  <a:cubicBezTo>
                    <a:pt x="13531" y="0"/>
                    <a:pt x="0" y="13030"/>
                    <a:pt x="0" y="29103"/>
                  </a:cubicBezTo>
                  <a:cubicBezTo>
                    <a:pt x="2" y="45178"/>
                    <a:pt x="13534" y="58206"/>
                    <a:pt x="30224" y="58206"/>
                  </a:cubicBezTo>
                  <a:cubicBezTo>
                    <a:pt x="46915" y="58206"/>
                    <a:pt x="60447" y="45175"/>
                    <a:pt x="60444" y="29103"/>
                  </a:cubicBezTo>
                  <a:cubicBezTo>
                    <a:pt x="60444" y="29028"/>
                    <a:pt x="60444" y="28955"/>
                    <a:pt x="60444" y="28882"/>
                  </a:cubicBezTo>
                  <a:cubicBezTo>
                    <a:pt x="60318" y="12896"/>
                    <a:pt x="46824" y="0"/>
                    <a:pt x="30222" y="0"/>
                  </a:cubicBezTo>
                  <a:close/>
                  <a:moveTo>
                    <a:pt x="30222" y="40347"/>
                  </a:moveTo>
                  <a:cubicBezTo>
                    <a:pt x="23649" y="40468"/>
                    <a:pt x="18216" y="35435"/>
                    <a:pt x="18090" y="29105"/>
                  </a:cubicBezTo>
                  <a:cubicBezTo>
                    <a:pt x="17964" y="22775"/>
                    <a:pt x="23191" y="17543"/>
                    <a:pt x="29764" y="17422"/>
                  </a:cubicBezTo>
                  <a:cubicBezTo>
                    <a:pt x="36338" y="17301"/>
                    <a:pt x="41771" y="22334"/>
                    <a:pt x="41897" y="28664"/>
                  </a:cubicBezTo>
                  <a:cubicBezTo>
                    <a:pt x="41899" y="28737"/>
                    <a:pt x="41899" y="28810"/>
                    <a:pt x="41899" y="28882"/>
                  </a:cubicBezTo>
                  <a:cubicBezTo>
                    <a:pt x="41901" y="35128"/>
                    <a:pt x="36708" y="40228"/>
                    <a:pt x="30222" y="40347"/>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4" name="Google Shape;3134;p96"/>
            <p:cNvSpPr/>
            <p:nvPr/>
          </p:nvSpPr>
          <p:spPr>
            <a:xfrm>
              <a:off x="4434813" y="2830055"/>
              <a:ext cx="60444" cy="58205"/>
            </a:xfrm>
            <a:custGeom>
              <a:rect b="b" l="l" r="r" t="t"/>
              <a:pathLst>
                <a:path extrusionOk="0" h="58205" w="60444">
                  <a:moveTo>
                    <a:pt x="30222" y="0"/>
                  </a:moveTo>
                  <a:cubicBezTo>
                    <a:pt x="13531" y="0"/>
                    <a:pt x="0" y="13030"/>
                    <a:pt x="0" y="29103"/>
                  </a:cubicBezTo>
                  <a:cubicBezTo>
                    <a:pt x="0" y="45175"/>
                    <a:pt x="13531" y="58206"/>
                    <a:pt x="30222" y="58206"/>
                  </a:cubicBezTo>
                  <a:cubicBezTo>
                    <a:pt x="46913" y="58206"/>
                    <a:pt x="60444" y="45175"/>
                    <a:pt x="60444" y="29103"/>
                  </a:cubicBezTo>
                  <a:cubicBezTo>
                    <a:pt x="60444" y="13030"/>
                    <a:pt x="46913" y="0"/>
                    <a:pt x="30222" y="0"/>
                  </a:cubicBezTo>
                  <a:close/>
                  <a:moveTo>
                    <a:pt x="30222" y="40347"/>
                  </a:moveTo>
                  <a:cubicBezTo>
                    <a:pt x="23773" y="40347"/>
                    <a:pt x="18545" y="35314"/>
                    <a:pt x="18545" y="29103"/>
                  </a:cubicBezTo>
                  <a:cubicBezTo>
                    <a:pt x="18545" y="22892"/>
                    <a:pt x="23773" y="17859"/>
                    <a:pt x="30222" y="17859"/>
                  </a:cubicBezTo>
                  <a:cubicBezTo>
                    <a:pt x="36671" y="17859"/>
                    <a:pt x="41899" y="22892"/>
                    <a:pt x="41899" y="29103"/>
                  </a:cubicBezTo>
                  <a:cubicBezTo>
                    <a:pt x="41899" y="35314"/>
                    <a:pt x="36671" y="40347"/>
                    <a:pt x="30222" y="40347"/>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5" name="Google Shape;3135;p96"/>
            <p:cNvSpPr/>
            <p:nvPr/>
          </p:nvSpPr>
          <p:spPr>
            <a:xfrm>
              <a:off x="4506995" y="2529495"/>
              <a:ext cx="73970" cy="52525"/>
            </a:xfrm>
            <a:custGeom>
              <a:rect b="b" l="l" r="r" t="t"/>
              <a:pathLst>
                <a:path extrusionOk="0" h="52525" w="73970">
                  <a:moveTo>
                    <a:pt x="3831" y="16366"/>
                  </a:moveTo>
                  <a:lnTo>
                    <a:pt x="60154" y="50981"/>
                  </a:lnTo>
                  <a:cubicBezTo>
                    <a:pt x="61613" y="52014"/>
                    <a:pt x="63382" y="52556"/>
                    <a:pt x="65191" y="52524"/>
                  </a:cubicBezTo>
                  <a:cubicBezTo>
                    <a:pt x="68264" y="52205"/>
                    <a:pt x="70991" y="50482"/>
                    <a:pt x="72518" y="47894"/>
                  </a:cubicBezTo>
                  <a:cubicBezTo>
                    <a:pt x="75213" y="43918"/>
                    <a:pt x="74052" y="38590"/>
                    <a:pt x="69921" y="35994"/>
                  </a:cubicBezTo>
                  <a:cubicBezTo>
                    <a:pt x="69795" y="35916"/>
                    <a:pt x="69670" y="35841"/>
                    <a:pt x="69541" y="35768"/>
                  </a:cubicBezTo>
                  <a:lnTo>
                    <a:pt x="14134" y="1374"/>
                  </a:lnTo>
                  <a:cubicBezTo>
                    <a:pt x="9834" y="-1244"/>
                    <a:pt x="4145" y="-10"/>
                    <a:pt x="1427" y="4130"/>
                  </a:cubicBezTo>
                  <a:cubicBezTo>
                    <a:pt x="-1292" y="8270"/>
                    <a:pt x="-10" y="13749"/>
                    <a:pt x="4289" y="16366"/>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6" name="Google Shape;3136;p96"/>
            <p:cNvSpPr/>
            <p:nvPr/>
          </p:nvSpPr>
          <p:spPr>
            <a:xfrm>
              <a:off x="4349558" y="2529257"/>
              <a:ext cx="75290" cy="52764"/>
            </a:xfrm>
            <a:custGeom>
              <a:rect b="b" l="l" r="r" t="t"/>
              <a:pathLst>
                <a:path extrusionOk="0" h="52764" w="75290">
                  <a:moveTo>
                    <a:pt x="9471" y="52763"/>
                  </a:moveTo>
                  <a:cubicBezTo>
                    <a:pt x="11280" y="52795"/>
                    <a:pt x="13050" y="52252"/>
                    <a:pt x="14508" y="51219"/>
                  </a:cubicBezTo>
                  <a:lnTo>
                    <a:pt x="70831" y="16605"/>
                  </a:lnTo>
                  <a:cubicBezTo>
                    <a:pt x="75243" y="13983"/>
                    <a:pt x="76613" y="8414"/>
                    <a:pt x="73890" y="4165"/>
                  </a:cubicBezTo>
                  <a:cubicBezTo>
                    <a:pt x="73863" y="4122"/>
                    <a:pt x="73835" y="4080"/>
                    <a:pt x="73807" y="4038"/>
                  </a:cubicBezTo>
                  <a:cubicBezTo>
                    <a:pt x="70987" y="-49"/>
                    <a:pt x="65297" y="-1223"/>
                    <a:pt x="60986" y="1392"/>
                  </a:cubicBezTo>
                  <a:lnTo>
                    <a:pt x="4663" y="36448"/>
                  </a:lnTo>
                  <a:cubicBezTo>
                    <a:pt x="387" y="38768"/>
                    <a:pt x="-1228" y="43922"/>
                    <a:pt x="999" y="48133"/>
                  </a:cubicBezTo>
                  <a:cubicBezTo>
                    <a:pt x="2742" y="51041"/>
                    <a:pt x="5984" y="52813"/>
                    <a:pt x="9471" y="5276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7" name="Google Shape;3137;p96"/>
            <p:cNvSpPr/>
            <p:nvPr/>
          </p:nvSpPr>
          <p:spPr>
            <a:xfrm>
              <a:off x="4298355" y="2646175"/>
              <a:ext cx="18548" cy="80834"/>
            </a:xfrm>
            <a:custGeom>
              <a:rect b="b" l="l" r="r" t="t"/>
              <a:pathLst>
                <a:path extrusionOk="0" h="80834" w="18548">
                  <a:moveTo>
                    <a:pt x="18545" y="73201"/>
                  </a:moveTo>
                  <a:lnTo>
                    <a:pt x="18545" y="8822"/>
                  </a:lnTo>
                  <a:cubicBezTo>
                    <a:pt x="18674" y="4075"/>
                    <a:pt x="14781" y="126"/>
                    <a:pt x="9851" y="3"/>
                  </a:cubicBezTo>
                  <a:cubicBezTo>
                    <a:pt x="9696" y="-1"/>
                    <a:pt x="9542" y="-1"/>
                    <a:pt x="9387" y="3"/>
                  </a:cubicBezTo>
                  <a:cubicBezTo>
                    <a:pt x="4331" y="-119"/>
                    <a:pt x="129" y="3730"/>
                    <a:pt x="3" y="8599"/>
                  </a:cubicBezTo>
                  <a:cubicBezTo>
                    <a:pt x="1" y="8673"/>
                    <a:pt x="0" y="8747"/>
                    <a:pt x="0" y="8822"/>
                  </a:cubicBezTo>
                  <a:lnTo>
                    <a:pt x="0" y="73201"/>
                  </a:lnTo>
                  <a:cubicBezTo>
                    <a:pt x="807" y="78133"/>
                    <a:pt x="5613" y="81500"/>
                    <a:pt x="10734" y="80723"/>
                  </a:cubicBezTo>
                  <a:cubicBezTo>
                    <a:pt x="14757" y="80113"/>
                    <a:pt x="17911" y="77075"/>
                    <a:pt x="18545" y="73201"/>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8" name="Google Shape;3138;p96"/>
            <p:cNvSpPr/>
            <p:nvPr/>
          </p:nvSpPr>
          <p:spPr>
            <a:xfrm>
              <a:off x="4610422" y="2646178"/>
              <a:ext cx="18316" cy="82016"/>
            </a:xfrm>
            <a:custGeom>
              <a:rect b="b" l="l" r="r" t="t"/>
              <a:pathLst>
                <a:path extrusionOk="0" h="82016" w="18316">
                  <a:moveTo>
                    <a:pt x="0" y="8819"/>
                  </a:moveTo>
                  <a:lnTo>
                    <a:pt x="0" y="73198"/>
                  </a:lnTo>
                  <a:cubicBezTo>
                    <a:pt x="0" y="78068"/>
                    <a:pt x="4101" y="82017"/>
                    <a:pt x="9158" y="82017"/>
                  </a:cubicBezTo>
                  <a:cubicBezTo>
                    <a:pt x="14216" y="82017"/>
                    <a:pt x="18316" y="78068"/>
                    <a:pt x="18316" y="73198"/>
                  </a:cubicBezTo>
                  <a:lnTo>
                    <a:pt x="18316" y="8819"/>
                  </a:lnTo>
                  <a:cubicBezTo>
                    <a:pt x="18316" y="3948"/>
                    <a:pt x="14216" y="0"/>
                    <a:pt x="9158" y="0"/>
                  </a:cubicBezTo>
                  <a:cubicBezTo>
                    <a:pt x="4101" y="0"/>
                    <a:pt x="0" y="3948"/>
                    <a:pt x="0" y="8819"/>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39" name="Google Shape;3139;p96"/>
            <p:cNvSpPr/>
            <p:nvPr/>
          </p:nvSpPr>
          <p:spPr>
            <a:xfrm>
              <a:off x="4506651" y="2794066"/>
              <a:ext cx="74861" cy="52525"/>
            </a:xfrm>
            <a:custGeom>
              <a:rect b="b" l="l" r="r" t="t"/>
              <a:pathLst>
                <a:path extrusionOk="0" h="52525" w="74861">
                  <a:moveTo>
                    <a:pt x="60956" y="1374"/>
                  </a:moveTo>
                  <a:lnTo>
                    <a:pt x="4175" y="36209"/>
                  </a:lnTo>
                  <a:cubicBezTo>
                    <a:pt x="-39" y="38841"/>
                    <a:pt x="-1265" y="44252"/>
                    <a:pt x="1428" y="48335"/>
                  </a:cubicBezTo>
                  <a:cubicBezTo>
                    <a:pt x="3153" y="50875"/>
                    <a:pt x="6062" y="52440"/>
                    <a:pt x="9213" y="52524"/>
                  </a:cubicBezTo>
                  <a:cubicBezTo>
                    <a:pt x="10953" y="52557"/>
                    <a:pt x="12649" y="52013"/>
                    <a:pt x="14021" y="50981"/>
                  </a:cubicBezTo>
                  <a:lnTo>
                    <a:pt x="70573" y="16366"/>
                  </a:lnTo>
                  <a:cubicBezTo>
                    <a:pt x="74872" y="13749"/>
                    <a:pt x="76152" y="8270"/>
                    <a:pt x="73435" y="4130"/>
                  </a:cubicBezTo>
                  <a:cubicBezTo>
                    <a:pt x="70717" y="-11"/>
                    <a:pt x="65027" y="-1243"/>
                    <a:pt x="60728" y="1374"/>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40" name="Google Shape;3140;p96"/>
            <p:cNvSpPr/>
            <p:nvPr/>
          </p:nvSpPr>
          <p:spPr>
            <a:xfrm>
              <a:off x="4349112" y="2793681"/>
              <a:ext cx="75333" cy="52704"/>
            </a:xfrm>
            <a:custGeom>
              <a:rect b="b" l="l" r="r" t="t"/>
              <a:pathLst>
                <a:path extrusionOk="0" h="52704" w="75333">
                  <a:moveTo>
                    <a:pt x="71277" y="36595"/>
                  </a:moveTo>
                  <a:lnTo>
                    <a:pt x="14725" y="1759"/>
                  </a:lnTo>
                  <a:cubicBezTo>
                    <a:pt x="10676" y="-1160"/>
                    <a:pt x="4936" y="-364"/>
                    <a:pt x="1905" y="3534"/>
                  </a:cubicBezTo>
                  <a:cubicBezTo>
                    <a:pt x="1742" y="3744"/>
                    <a:pt x="1589" y="3962"/>
                    <a:pt x="1445" y="4185"/>
                  </a:cubicBezTo>
                  <a:cubicBezTo>
                    <a:pt x="-1270" y="8336"/>
                    <a:pt x="-51" y="13815"/>
                    <a:pt x="4193" y="16531"/>
                  </a:cubicBezTo>
                  <a:lnTo>
                    <a:pt x="60745" y="51146"/>
                  </a:lnTo>
                  <a:cubicBezTo>
                    <a:pt x="62115" y="52178"/>
                    <a:pt x="63814" y="52722"/>
                    <a:pt x="65553" y="52689"/>
                  </a:cubicBezTo>
                  <a:cubicBezTo>
                    <a:pt x="69016" y="52883"/>
                    <a:pt x="72296" y="51177"/>
                    <a:pt x="74024" y="48280"/>
                  </a:cubicBezTo>
                  <a:cubicBezTo>
                    <a:pt x="76541" y="44311"/>
                    <a:pt x="75324" y="39132"/>
                    <a:pt x="71277" y="3659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141" name="Google Shape;3141;p96"/>
          <p:cNvGrpSpPr/>
          <p:nvPr/>
        </p:nvGrpSpPr>
        <p:grpSpPr>
          <a:xfrm>
            <a:off x="5132071" y="265947"/>
            <a:ext cx="333337" cy="214207"/>
            <a:chOff x="5476875" y="3028950"/>
            <a:chExt cx="1238249" cy="795718"/>
          </a:xfrm>
        </p:grpSpPr>
        <p:sp>
          <p:nvSpPr>
            <p:cNvPr id="3142" name="Google Shape;3142;p96"/>
            <p:cNvSpPr/>
            <p:nvPr/>
          </p:nvSpPr>
          <p:spPr>
            <a:xfrm>
              <a:off x="6348222" y="3240881"/>
              <a:ext cx="160019" cy="160019"/>
            </a:xfrm>
            <a:custGeom>
              <a:rect b="b" l="l" r="r" t="t"/>
              <a:pathLst>
                <a:path extrusionOk="0" h="160019" w="160019">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3" name="Google Shape;3143;p96"/>
            <p:cNvSpPr/>
            <p:nvPr/>
          </p:nvSpPr>
          <p:spPr>
            <a:xfrm>
              <a:off x="6348222" y="3452717"/>
              <a:ext cx="160019" cy="160019"/>
            </a:xfrm>
            <a:custGeom>
              <a:rect b="b" l="l" r="r" t="t"/>
              <a:pathLst>
                <a:path extrusionOk="0" h="160019" w="160019">
                  <a:moveTo>
                    <a:pt x="160020" y="80010"/>
                  </a:moveTo>
                  <a:cubicBezTo>
                    <a:pt x="160020" y="35814"/>
                    <a:pt x="124206" y="0"/>
                    <a:pt x="80010" y="0"/>
                  </a:cubicBezTo>
                  <a:cubicBezTo>
                    <a:pt x="35814" y="0"/>
                    <a:pt x="0" y="35814"/>
                    <a:pt x="0" y="80010"/>
                  </a:cubicBezTo>
                  <a:cubicBezTo>
                    <a:pt x="0" y="124206"/>
                    <a:pt x="35814" y="160020"/>
                    <a:pt x="80010" y="160020"/>
                  </a:cubicBezTo>
                  <a:cubicBezTo>
                    <a:pt x="124206" y="160020"/>
                    <a:pt x="160020" y="124206"/>
                    <a:pt x="160020" y="80010"/>
                  </a:cubicBezTo>
                  <a:close/>
                  <a:moveTo>
                    <a:pt x="123444" y="80010"/>
                  </a:moveTo>
                  <a:cubicBezTo>
                    <a:pt x="123444" y="103918"/>
                    <a:pt x="104013" y="123349"/>
                    <a:pt x="80105" y="123349"/>
                  </a:cubicBezTo>
                  <a:cubicBezTo>
                    <a:pt x="56197" y="123349"/>
                    <a:pt x="36766" y="103918"/>
                    <a:pt x="36766" y="80010"/>
                  </a:cubicBezTo>
                  <a:cubicBezTo>
                    <a:pt x="36766" y="56102"/>
                    <a:pt x="56197" y="36671"/>
                    <a:pt x="80105" y="36671"/>
                  </a:cubicBezTo>
                  <a:cubicBezTo>
                    <a:pt x="104013" y="36671"/>
                    <a:pt x="123444" y="56102"/>
                    <a:pt x="123444" y="8001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4" name="Google Shape;3144;p96"/>
            <p:cNvSpPr/>
            <p:nvPr/>
          </p:nvSpPr>
          <p:spPr>
            <a:xfrm>
              <a:off x="6348222" y="3664648"/>
              <a:ext cx="160019" cy="160020"/>
            </a:xfrm>
            <a:custGeom>
              <a:rect b="b" l="l" r="r" t="t"/>
              <a:pathLst>
                <a:path extrusionOk="0" h="160020" w="160019">
                  <a:moveTo>
                    <a:pt x="160020" y="80010"/>
                  </a:moveTo>
                  <a:cubicBezTo>
                    <a:pt x="160020" y="35814"/>
                    <a:pt x="124206" y="0"/>
                    <a:pt x="80010" y="0"/>
                  </a:cubicBezTo>
                  <a:cubicBezTo>
                    <a:pt x="35814" y="0"/>
                    <a:pt x="0" y="35814"/>
                    <a:pt x="0" y="80010"/>
                  </a:cubicBezTo>
                  <a:cubicBezTo>
                    <a:pt x="0" y="124206"/>
                    <a:pt x="35814" y="160020"/>
                    <a:pt x="80010" y="160020"/>
                  </a:cubicBezTo>
                  <a:cubicBezTo>
                    <a:pt x="124206" y="160020"/>
                    <a:pt x="160020" y="124206"/>
                    <a:pt x="160020" y="80010"/>
                  </a:cubicBezTo>
                  <a:close/>
                  <a:moveTo>
                    <a:pt x="123444" y="80010"/>
                  </a:moveTo>
                  <a:cubicBezTo>
                    <a:pt x="123444" y="103918"/>
                    <a:pt x="104013" y="123349"/>
                    <a:pt x="80105" y="123349"/>
                  </a:cubicBezTo>
                  <a:cubicBezTo>
                    <a:pt x="56197" y="123349"/>
                    <a:pt x="36766" y="103918"/>
                    <a:pt x="36766" y="80010"/>
                  </a:cubicBezTo>
                  <a:cubicBezTo>
                    <a:pt x="36766" y="56102"/>
                    <a:pt x="56197" y="36671"/>
                    <a:pt x="80105" y="36671"/>
                  </a:cubicBezTo>
                  <a:cubicBezTo>
                    <a:pt x="104013" y="36671"/>
                    <a:pt x="123444" y="56102"/>
                    <a:pt x="123444" y="8001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5" name="Google Shape;3145;p96"/>
            <p:cNvSpPr/>
            <p:nvPr/>
          </p:nvSpPr>
          <p:spPr>
            <a:xfrm>
              <a:off x="6348222" y="3028950"/>
              <a:ext cx="160019" cy="160019"/>
            </a:xfrm>
            <a:custGeom>
              <a:rect b="b" l="l" r="r" t="t"/>
              <a:pathLst>
                <a:path extrusionOk="0" h="160019" w="160019">
                  <a:moveTo>
                    <a:pt x="80010" y="160020"/>
                  </a:moveTo>
                  <a:cubicBezTo>
                    <a:pt x="35814" y="160020"/>
                    <a:pt x="0" y="124206"/>
                    <a:pt x="0" y="80010"/>
                  </a:cubicBezTo>
                  <a:cubicBezTo>
                    <a:pt x="0" y="35814"/>
                    <a:pt x="35814" y="0"/>
                    <a:pt x="80010" y="0"/>
                  </a:cubicBezTo>
                  <a:cubicBezTo>
                    <a:pt x="124206" y="0"/>
                    <a:pt x="160020" y="35814"/>
                    <a:pt x="160020" y="80010"/>
                  </a:cubicBezTo>
                  <a:cubicBezTo>
                    <a:pt x="160020" y="124206"/>
                    <a:pt x="124206" y="160020"/>
                    <a:pt x="80010" y="16002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6" name="Google Shape;3146;p96"/>
            <p:cNvSpPr/>
            <p:nvPr/>
          </p:nvSpPr>
          <p:spPr>
            <a:xfrm>
              <a:off x="6555104" y="3028950"/>
              <a:ext cx="160020" cy="160019"/>
            </a:xfrm>
            <a:custGeom>
              <a:rect b="b" l="l" r="r" t="t"/>
              <a:pathLst>
                <a:path extrusionOk="0" h="160019" w="160020">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7" name="Google Shape;3147;p96"/>
            <p:cNvSpPr/>
            <p:nvPr/>
          </p:nvSpPr>
          <p:spPr>
            <a:xfrm>
              <a:off x="6555104" y="3240785"/>
              <a:ext cx="160020" cy="160020"/>
            </a:xfrm>
            <a:custGeom>
              <a:rect b="b" l="l" r="r" t="t"/>
              <a:pathLst>
                <a:path extrusionOk="0" h="160020" w="160020">
                  <a:moveTo>
                    <a:pt x="0" y="80010"/>
                  </a:moveTo>
                  <a:cubicBezTo>
                    <a:pt x="0" y="124206"/>
                    <a:pt x="35814" y="160020"/>
                    <a:pt x="80010" y="160020"/>
                  </a:cubicBezTo>
                  <a:cubicBezTo>
                    <a:pt x="124206" y="160020"/>
                    <a:pt x="160020" y="124206"/>
                    <a:pt x="160020" y="80010"/>
                  </a:cubicBezTo>
                  <a:cubicBezTo>
                    <a:pt x="160020" y="35814"/>
                    <a:pt x="124206" y="0"/>
                    <a:pt x="80010" y="0"/>
                  </a:cubicBezTo>
                  <a:cubicBezTo>
                    <a:pt x="35814" y="0"/>
                    <a:pt x="0" y="35814"/>
                    <a:pt x="0" y="80010"/>
                  </a:cubicBezTo>
                  <a:close/>
                  <a:moveTo>
                    <a:pt x="36576" y="80010"/>
                  </a:moveTo>
                  <a:cubicBezTo>
                    <a:pt x="36576" y="56102"/>
                    <a:pt x="56007" y="36671"/>
                    <a:pt x="79915" y="36671"/>
                  </a:cubicBezTo>
                  <a:cubicBezTo>
                    <a:pt x="103823" y="36671"/>
                    <a:pt x="123254" y="56102"/>
                    <a:pt x="123254" y="80010"/>
                  </a:cubicBezTo>
                  <a:cubicBezTo>
                    <a:pt x="123254" y="103918"/>
                    <a:pt x="103823" y="123349"/>
                    <a:pt x="79915" y="123349"/>
                  </a:cubicBezTo>
                  <a:cubicBezTo>
                    <a:pt x="56007" y="123349"/>
                    <a:pt x="36576" y="103918"/>
                    <a:pt x="36576" y="8001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8" name="Google Shape;3148;p96"/>
            <p:cNvSpPr/>
            <p:nvPr/>
          </p:nvSpPr>
          <p:spPr>
            <a:xfrm>
              <a:off x="6555104" y="3664648"/>
              <a:ext cx="160020" cy="160020"/>
            </a:xfrm>
            <a:custGeom>
              <a:rect b="b" l="l" r="r" t="t"/>
              <a:pathLst>
                <a:path extrusionOk="0" h="160020" w="160020">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49" name="Google Shape;3149;p96"/>
            <p:cNvSpPr/>
            <p:nvPr/>
          </p:nvSpPr>
          <p:spPr>
            <a:xfrm>
              <a:off x="6148006" y="3664648"/>
              <a:ext cx="160020" cy="160020"/>
            </a:xfrm>
            <a:custGeom>
              <a:rect b="b" l="l" r="r" t="t"/>
              <a:pathLst>
                <a:path extrusionOk="0" h="160020" w="160020">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0" name="Google Shape;3150;p96"/>
            <p:cNvSpPr/>
            <p:nvPr/>
          </p:nvSpPr>
          <p:spPr>
            <a:xfrm>
              <a:off x="6555104" y="3452717"/>
              <a:ext cx="160020" cy="160019"/>
            </a:xfrm>
            <a:custGeom>
              <a:rect b="b" l="l" r="r" t="t"/>
              <a:pathLst>
                <a:path extrusionOk="0" h="160019" w="160020">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1" name="Google Shape;3151;p96"/>
            <p:cNvSpPr/>
            <p:nvPr/>
          </p:nvSpPr>
          <p:spPr>
            <a:xfrm>
              <a:off x="6148006" y="3028950"/>
              <a:ext cx="160020" cy="160019"/>
            </a:xfrm>
            <a:custGeom>
              <a:rect b="b" l="l" r="r" t="t"/>
              <a:pathLst>
                <a:path extrusionOk="0" h="160019" w="160020">
                  <a:moveTo>
                    <a:pt x="80010" y="0"/>
                  </a:moveTo>
                  <a:cubicBezTo>
                    <a:pt x="124206" y="0"/>
                    <a:pt x="160020" y="35814"/>
                    <a:pt x="160020" y="80010"/>
                  </a:cubicBezTo>
                  <a:cubicBezTo>
                    <a:pt x="160020" y="124206"/>
                    <a:pt x="124206" y="160020"/>
                    <a:pt x="80010" y="160020"/>
                  </a:cubicBezTo>
                  <a:cubicBezTo>
                    <a:pt x="35814" y="160020"/>
                    <a:pt x="0" y="124206"/>
                    <a:pt x="0" y="80010"/>
                  </a:cubicBezTo>
                  <a:cubicBezTo>
                    <a:pt x="0" y="35814"/>
                    <a:pt x="35814" y="0"/>
                    <a:pt x="80010"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grpSp>
          <p:nvGrpSpPr>
            <p:cNvPr id="3152" name="Google Shape;3152;p96"/>
            <p:cNvGrpSpPr/>
            <p:nvPr/>
          </p:nvGrpSpPr>
          <p:grpSpPr>
            <a:xfrm>
              <a:off x="5476875" y="3306127"/>
              <a:ext cx="806481" cy="269938"/>
              <a:chOff x="5476875" y="3306127"/>
              <a:chExt cx="806481" cy="269938"/>
            </a:xfrm>
          </p:grpSpPr>
          <p:grpSp>
            <p:nvGrpSpPr>
              <p:cNvPr id="3153" name="Google Shape;3153;p96"/>
              <p:cNvGrpSpPr/>
              <p:nvPr/>
            </p:nvGrpSpPr>
            <p:grpSpPr>
              <a:xfrm>
                <a:off x="5476875" y="3306127"/>
                <a:ext cx="763905" cy="162591"/>
                <a:chOff x="5476875" y="3306127"/>
                <a:chExt cx="763905" cy="162591"/>
              </a:xfrm>
            </p:grpSpPr>
            <p:sp>
              <p:nvSpPr>
                <p:cNvPr id="3154" name="Google Shape;3154;p96"/>
                <p:cNvSpPr/>
                <p:nvPr/>
              </p:nvSpPr>
              <p:spPr>
                <a:xfrm>
                  <a:off x="5645753" y="3306127"/>
                  <a:ext cx="118872" cy="59340"/>
                </a:xfrm>
                <a:custGeom>
                  <a:rect b="b" l="l" r="r" t="t"/>
                  <a:pathLst>
                    <a:path extrusionOk="0" h="59340" w="118872">
                      <a:moveTo>
                        <a:pt x="89154" y="0"/>
                      </a:moveTo>
                      <a:cubicBezTo>
                        <a:pt x="105567" y="0"/>
                        <a:pt x="118872" y="13305"/>
                        <a:pt x="118872" y="29718"/>
                      </a:cubicBezTo>
                      <a:lnTo>
                        <a:pt x="118872" y="29623"/>
                      </a:lnTo>
                      <a:cubicBezTo>
                        <a:pt x="118872" y="46036"/>
                        <a:pt x="105567" y="59341"/>
                        <a:pt x="89154"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5" name="Google Shape;3155;p96"/>
                <p:cNvSpPr/>
                <p:nvPr/>
              </p:nvSpPr>
              <p:spPr>
                <a:xfrm>
                  <a:off x="5823966" y="3306127"/>
                  <a:ext cx="190595" cy="59340"/>
                </a:xfrm>
                <a:custGeom>
                  <a:rect b="b" l="l" r="r" t="t"/>
                  <a:pathLst>
                    <a:path extrusionOk="0" h="59340" w="190595">
                      <a:moveTo>
                        <a:pt x="160877" y="0"/>
                      </a:moveTo>
                      <a:cubicBezTo>
                        <a:pt x="177290" y="0"/>
                        <a:pt x="190595" y="13305"/>
                        <a:pt x="190595" y="29718"/>
                      </a:cubicBezTo>
                      <a:lnTo>
                        <a:pt x="190595" y="29623"/>
                      </a:lnTo>
                      <a:cubicBezTo>
                        <a:pt x="190595" y="46036"/>
                        <a:pt x="177290" y="59341"/>
                        <a:pt x="160877"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6" name="Google Shape;3156;p96"/>
                <p:cNvSpPr/>
                <p:nvPr/>
              </p:nvSpPr>
              <p:spPr>
                <a:xfrm>
                  <a:off x="6073902" y="3306127"/>
                  <a:ext cx="166878" cy="59340"/>
                </a:xfrm>
                <a:custGeom>
                  <a:rect b="b" l="l" r="r" t="t"/>
                  <a:pathLst>
                    <a:path extrusionOk="0" h="59340" w="166878">
                      <a:moveTo>
                        <a:pt x="137160" y="0"/>
                      </a:moveTo>
                      <a:cubicBezTo>
                        <a:pt x="153573" y="0"/>
                        <a:pt x="166878" y="13305"/>
                        <a:pt x="166878" y="29718"/>
                      </a:cubicBezTo>
                      <a:lnTo>
                        <a:pt x="166878" y="29623"/>
                      </a:lnTo>
                      <a:cubicBezTo>
                        <a:pt x="166878" y="46036"/>
                        <a:pt x="153573" y="59341"/>
                        <a:pt x="137160"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7" name="Google Shape;3157;p96"/>
                <p:cNvSpPr/>
                <p:nvPr/>
              </p:nvSpPr>
              <p:spPr>
                <a:xfrm>
                  <a:off x="5476875" y="3409378"/>
                  <a:ext cx="109537" cy="59340"/>
                </a:xfrm>
                <a:custGeom>
                  <a:rect b="b" l="l" r="r" t="t"/>
                  <a:pathLst>
                    <a:path extrusionOk="0" h="59340" w="109537">
                      <a:moveTo>
                        <a:pt x="79820" y="0"/>
                      </a:moveTo>
                      <a:cubicBezTo>
                        <a:pt x="96232" y="0"/>
                        <a:pt x="109538" y="13305"/>
                        <a:pt x="109538" y="29718"/>
                      </a:cubicBezTo>
                      <a:lnTo>
                        <a:pt x="109538" y="29623"/>
                      </a:lnTo>
                      <a:cubicBezTo>
                        <a:pt x="109538" y="46036"/>
                        <a:pt x="96232" y="59341"/>
                        <a:pt x="79820"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58" name="Google Shape;3158;p96"/>
                <p:cNvSpPr/>
                <p:nvPr/>
              </p:nvSpPr>
              <p:spPr>
                <a:xfrm>
                  <a:off x="5645753" y="3409378"/>
                  <a:ext cx="396716" cy="59340"/>
                </a:xfrm>
                <a:custGeom>
                  <a:rect b="b" l="l" r="r" t="t"/>
                  <a:pathLst>
                    <a:path extrusionOk="0" h="59340" w="396716">
                      <a:moveTo>
                        <a:pt x="366998" y="0"/>
                      </a:moveTo>
                      <a:cubicBezTo>
                        <a:pt x="383411" y="0"/>
                        <a:pt x="396716" y="13305"/>
                        <a:pt x="396716" y="29718"/>
                      </a:cubicBezTo>
                      <a:lnTo>
                        <a:pt x="396716" y="29623"/>
                      </a:lnTo>
                      <a:cubicBezTo>
                        <a:pt x="396716" y="46036"/>
                        <a:pt x="383411" y="59341"/>
                        <a:pt x="366998"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grpSp>
          <p:sp>
            <p:nvSpPr>
              <p:cNvPr id="3159" name="Google Shape;3159;p96"/>
              <p:cNvSpPr/>
              <p:nvPr/>
            </p:nvSpPr>
            <p:spPr>
              <a:xfrm>
                <a:off x="6101810" y="3409378"/>
                <a:ext cx="59340" cy="59340"/>
              </a:xfrm>
              <a:custGeom>
                <a:rect b="b" l="l" r="r" t="t"/>
                <a:pathLst>
                  <a:path extrusionOk="0" h="59340" w="59340">
                    <a:moveTo>
                      <a:pt x="29623" y="0"/>
                    </a:moveTo>
                    <a:cubicBezTo>
                      <a:pt x="46036" y="0"/>
                      <a:pt x="59341" y="13305"/>
                      <a:pt x="59341" y="29718"/>
                    </a:cubicBezTo>
                    <a:lnTo>
                      <a:pt x="59341" y="29623"/>
                    </a:lnTo>
                    <a:cubicBezTo>
                      <a:pt x="59341" y="46036"/>
                      <a:pt x="46036" y="59341"/>
                      <a:pt x="29623"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60" name="Google Shape;3160;p96"/>
              <p:cNvSpPr/>
              <p:nvPr/>
            </p:nvSpPr>
            <p:spPr>
              <a:xfrm>
                <a:off x="5939790" y="3516725"/>
                <a:ext cx="343566" cy="59340"/>
              </a:xfrm>
              <a:custGeom>
                <a:rect b="b" l="l" r="r" t="t"/>
                <a:pathLst>
                  <a:path extrusionOk="0" h="59340" w="343566">
                    <a:moveTo>
                      <a:pt x="313849" y="0"/>
                    </a:moveTo>
                    <a:cubicBezTo>
                      <a:pt x="330262" y="0"/>
                      <a:pt x="343567" y="13305"/>
                      <a:pt x="343567" y="29718"/>
                    </a:cubicBezTo>
                    <a:lnTo>
                      <a:pt x="343567" y="29623"/>
                    </a:lnTo>
                    <a:cubicBezTo>
                      <a:pt x="343567" y="46036"/>
                      <a:pt x="330262" y="59341"/>
                      <a:pt x="313849"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sp>
            <p:nvSpPr>
              <p:cNvPr id="3161" name="Google Shape;3161;p96"/>
              <p:cNvSpPr/>
              <p:nvPr/>
            </p:nvSpPr>
            <p:spPr>
              <a:xfrm>
                <a:off x="5627179" y="3516725"/>
                <a:ext cx="271843" cy="59340"/>
              </a:xfrm>
              <a:custGeom>
                <a:rect b="b" l="l" r="r" t="t"/>
                <a:pathLst>
                  <a:path extrusionOk="0" h="59340" w="271843">
                    <a:moveTo>
                      <a:pt x="242126" y="0"/>
                    </a:moveTo>
                    <a:cubicBezTo>
                      <a:pt x="258538" y="0"/>
                      <a:pt x="271844" y="13305"/>
                      <a:pt x="271844" y="29718"/>
                    </a:cubicBezTo>
                    <a:lnTo>
                      <a:pt x="271844" y="29623"/>
                    </a:lnTo>
                    <a:cubicBezTo>
                      <a:pt x="271844" y="46036"/>
                      <a:pt x="258538" y="59341"/>
                      <a:pt x="242126" y="59341"/>
                    </a:cubicBezTo>
                    <a:lnTo>
                      <a:pt x="29718" y="59341"/>
                    </a:lnTo>
                    <a:cubicBezTo>
                      <a:pt x="13305" y="59341"/>
                      <a:pt x="0" y="46036"/>
                      <a:pt x="0" y="29623"/>
                    </a:cubicBezTo>
                    <a:lnTo>
                      <a:pt x="0" y="29718"/>
                    </a:lnTo>
                    <a:cubicBezTo>
                      <a:pt x="0" y="13305"/>
                      <a:pt x="13305" y="0"/>
                      <a:pt x="29718" y="0"/>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252525"/>
                  </a:solidFill>
                  <a:latin typeface="Calibri"/>
                  <a:ea typeface="Calibri"/>
                  <a:cs typeface="Calibri"/>
                  <a:sym typeface="Calibri"/>
                </a:endParaRPr>
              </a:p>
            </p:txBody>
          </p:sp>
        </p:grpSp>
      </p:grpSp>
      <p:sp>
        <p:nvSpPr>
          <p:cNvPr id="3162" name="Google Shape;3162;p96"/>
          <p:cNvSpPr txBox="1"/>
          <p:nvPr/>
        </p:nvSpPr>
        <p:spPr>
          <a:xfrm>
            <a:off x="5049175" y="598219"/>
            <a:ext cx="4986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Unistore</a:t>
            </a:r>
            <a:endParaRPr sz="600">
              <a:solidFill>
                <a:srgbClr val="105780"/>
              </a:solidFill>
            </a:endParaRPr>
          </a:p>
        </p:txBody>
      </p:sp>
      <p:sp>
        <p:nvSpPr>
          <p:cNvPr id="3163" name="Google Shape;3163;p96"/>
          <p:cNvSpPr txBox="1"/>
          <p:nvPr/>
        </p:nvSpPr>
        <p:spPr>
          <a:xfrm>
            <a:off x="8230933" y="598219"/>
            <a:ext cx="5775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Applications</a:t>
            </a:r>
            <a:endParaRPr sz="600">
              <a:solidFill>
                <a:srgbClr val="105780"/>
              </a:solidFill>
            </a:endParaRPr>
          </a:p>
        </p:txBody>
      </p:sp>
      <p:grpSp>
        <p:nvGrpSpPr>
          <p:cNvPr id="3164" name="Google Shape;3164;p96"/>
          <p:cNvGrpSpPr/>
          <p:nvPr/>
        </p:nvGrpSpPr>
        <p:grpSpPr>
          <a:xfrm>
            <a:off x="8421585" y="297697"/>
            <a:ext cx="196140" cy="150414"/>
            <a:chOff x="3320137" y="2676173"/>
            <a:chExt cx="324627" cy="248948"/>
          </a:xfrm>
        </p:grpSpPr>
        <p:sp>
          <p:nvSpPr>
            <p:cNvPr id="3165" name="Google Shape;3165;p96"/>
            <p:cNvSpPr/>
            <p:nvPr/>
          </p:nvSpPr>
          <p:spPr>
            <a:xfrm>
              <a:off x="3320137" y="2676173"/>
              <a:ext cx="324627" cy="248948"/>
            </a:xfrm>
            <a:custGeom>
              <a:rect b="b" l="l" r="r" t="t"/>
              <a:pathLst>
                <a:path extrusionOk="0" h="248948" w="324627">
                  <a:moveTo>
                    <a:pt x="289565" y="248948"/>
                  </a:moveTo>
                  <a:lnTo>
                    <a:pt x="35063" y="248948"/>
                  </a:lnTo>
                  <a:cubicBezTo>
                    <a:pt x="15736" y="248856"/>
                    <a:pt x="92" y="233287"/>
                    <a:pt x="0" y="214052"/>
                  </a:cubicBezTo>
                  <a:lnTo>
                    <a:pt x="0" y="34896"/>
                  </a:lnTo>
                  <a:cubicBezTo>
                    <a:pt x="92" y="15662"/>
                    <a:pt x="15736" y="91"/>
                    <a:pt x="35063" y="0"/>
                  </a:cubicBezTo>
                  <a:lnTo>
                    <a:pt x="289565" y="0"/>
                  </a:lnTo>
                  <a:cubicBezTo>
                    <a:pt x="308891" y="91"/>
                    <a:pt x="324536" y="15662"/>
                    <a:pt x="324628" y="34896"/>
                  </a:cubicBezTo>
                  <a:lnTo>
                    <a:pt x="324628" y="214052"/>
                  </a:lnTo>
                  <a:cubicBezTo>
                    <a:pt x="324536" y="233287"/>
                    <a:pt x="308891" y="248856"/>
                    <a:pt x="289565" y="248948"/>
                  </a:cubicBezTo>
                  <a:close/>
                  <a:moveTo>
                    <a:pt x="35063" y="16697"/>
                  </a:moveTo>
                  <a:cubicBezTo>
                    <a:pt x="25146" y="17121"/>
                    <a:pt x="17203" y="25026"/>
                    <a:pt x="16777" y="34896"/>
                  </a:cubicBezTo>
                  <a:lnTo>
                    <a:pt x="16777" y="214052"/>
                  </a:lnTo>
                  <a:cubicBezTo>
                    <a:pt x="16398" y="224504"/>
                    <a:pt x="24564" y="233302"/>
                    <a:pt x="35063" y="233754"/>
                  </a:cubicBezTo>
                  <a:lnTo>
                    <a:pt x="289565" y="233754"/>
                  </a:lnTo>
                  <a:cubicBezTo>
                    <a:pt x="299996" y="233664"/>
                    <a:pt x="308432" y="225269"/>
                    <a:pt x="308522" y="214887"/>
                  </a:cubicBezTo>
                  <a:lnTo>
                    <a:pt x="308522" y="34896"/>
                  </a:lnTo>
                  <a:cubicBezTo>
                    <a:pt x="308076" y="24775"/>
                    <a:pt x="299743" y="16776"/>
                    <a:pt x="289565" y="16697"/>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66" name="Google Shape;3166;p96"/>
            <p:cNvSpPr/>
            <p:nvPr/>
          </p:nvSpPr>
          <p:spPr>
            <a:xfrm>
              <a:off x="3370259" y="2759656"/>
              <a:ext cx="66655" cy="80481"/>
            </a:xfrm>
            <a:custGeom>
              <a:rect b="b" l="l" r="r" t="t"/>
              <a:pathLst>
                <a:path extrusionOk="0" h="80481" w="66655">
                  <a:moveTo>
                    <a:pt x="58423" y="80479"/>
                  </a:moveTo>
                  <a:cubicBezTo>
                    <a:pt x="56873" y="80444"/>
                    <a:pt x="55364" y="79981"/>
                    <a:pt x="54061" y="79144"/>
                  </a:cubicBezTo>
                  <a:lnTo>
                    <a:pt x="3732" y="47253"/>
                  </a:lnTo>
                  <a:cubicBezTo>
                    <a:pt x="-21" y="44877"/>
                    <a:pt x="-1128" y="39924"/>
                    <a:pt x="1259" y="36189"/>
                  </a:cubicBezTo>
                  <a:cubicBezTo>
                    <a:pt x="1892" y="35198"/>
                    <a:pt x="2736" y="34359"/>
                    <a:pt x="3732" y="33728"/>
                  </a:cubicBezTo>
                  <a:lnTo>
                    <a:pt x="54061" y="1170"/>
                  </a:lnTo>
                  <a:cubicBezTo>
                    <a:pt x="55381" y="391"/>
                    <a:pt x="56889" y="-14"/>
                    <a:pt x="58423" y="1"/>
                  </a:cubicBezTo>
                  <a:cubicBezTo>
                    <a:pt x="61156" y="-44"/>
                    <a:pt x="63709" y="1354"/>
                    <a:pt x="65134" y="3674"/>
                  </a:cubicBezTo>
                  <a:cubicBezTo>
                    <a:pt x="67531" y="7420"/>
                    <a:pt x="66489" y="12385"/>
                    <a:pt x="62785" y="14861"/>
                  </a:cubicBezTo>
                  <a:lnTo>
                    <a:pt x="22689" y="40407"/>
                  </a:lnTo>
                  <a:lnTo>
                    <a:pt x="62785" y="65619"/>
                  </a:lnTo>
                  <a:cubicBezTo>
                    <a:pt x="66585" y="67919"/>
                    <a:pt x="67792" y="72849"/>
                    <a:pt x="65482" y="76631"/>
                  </a:cubicBezTo>
                  <a:cubicBezTo>
                    <a:pt x="63988" y="79076"/>
                    <a:pt x="61298" y="80542"/>
                    <a:pt x="58423" y="80479"/>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67" name="Google Shape;3167;p96"/>
            <p:cNvSpPr/>
            <p:nvPr/>
          </p:nvSpPr>
          <p:spPr>
            <a:xfrm>
              <a:off x="3463021" y="2738953"/>
              <a:ext cx="40876" cy="123388"/>
            </a:xfrm>
            <a:custGeom>
              <a:rect b="b" l="l" r="r" t="t"/>
              <a:pathLst>
                <a:path extrusionOk="0" h="123388" w="40876">
                  <a:moveTo>
                    <a:pt x="8106" y="123389"/>
                  </a:moveTo>
                  <a:lnTo>
                    <a:pt x="6261" y="123389"/>
                  </a:lnTo>
                  <a:cubicBezTo>
                    <a:pt x="2000" y="122496"/>
                    <a:pt x="-727" y="118333"/>
                    <a:pt x="171" y="114092"/>
                  </a:cubicBezTo>
                  <a:cubicBezTo>
                    <a:pt x="187" y="114019"/>
                    <a:pt x="203" y="113945"/>
                    <a:pt x="221" y="113872"/>
                  </a:cubicBezTo>
                  <a:lnTo>
                    <a:pt x="24883" y="6345"/>
                  </a:lnTo>
                  <a:cubicBezTo>
                    <a:pt x="25675" y="2642"/>
                    <a:pt x="28963" y="-4"/>
                    <a:pt x="32768" y="0"/>
                  </a:cubicBezTo>
                  <a:lnTo>
                    <a:pt x="34613" y="0"/>
                  </a:lnTo>
                  <a:cubicBezTo>
                    <a:pt x="38950" y="984"/>
                    <a:pt x="41663" y="5281"/>
                    <a:pt x="40673" y="9596"/>
                  </a:cubicBezTo>
                  <a:cubicBezTo>
                    <a:pt x="40666" y="9626"/>
                    <a:pt x="40659" y="9655"/>
                    <a:pt x="40653" y="9684"/>
                  </a:cubicBezTo>
                  <a:lnTo>
                    <a:pt x="15488" y="117044"/>
                  </a:lnTo>
                  <a:cubicBezTo>
                    <a:pt x="14740" y="120570"/>
                    <a:pt x="11720" y="123167"/>
                    <a:pt x="8106" y="123389"/>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168" name="Google Shape;3168;p96"/>
            <p:cNvSpPr/>
            <p:nvPr/>
          </p:nvSpPr>
          <p:spPr>
            <a:xfrm>
              <a:off x="3533251" y="2759490"/>
              <a:ext cx="66593" cy="80645"/>
            </a:xfrm>
            <a:custGeom>
              <a:rect b="b" l="l" r="r" t="t"/>
              <a:pathLst>
                <a:path extrusionOk="0" h="80645" w="66593">
                  <a:moveTo>
                    <a:pt x="8170" y="80645"/>
                  </a:moveTo>
                  <a:cubicBezTo>
                    <a:pt x="5370" y="80615"/>
                    <a:pt x="2778" y="79168"/>
                    <a:pt x="1292" y="76805"/>
                  </a:cubicBezTo>
                  <a:cubicBezTo>
                    <a:pt x="-1096" y="73181"/>
                    <a:pt x="-79" y="68316"/>
                    <a:pt x="3561" y="65939"/>
                  </a:cubicBezTo>
                  <a:cubicBezTo>
                    <a:pt x="3644" y="65887"/>
                    <a:pt x="3726" y="65835"/>
                    <a:pt x="3808" y="65785"/>
                  </a:cubicBezTo>
                  <a:lnTo>
                    <a:pt x="43904" y="40573"/>
                  </a:lnTo>
                  <a:lnTo>
                    <a:pt x="3640" y="14860"/>
                  </a:lnTo>
                  <a:cubicBezTo>
                    <a:pt x="-64" y="12384"/>
                    <a:pt x="-1106" y="7419"/>
                    <a:pt x="1292" y="3673"/>
                  </a:cubicBezTo>
                  <a:cubicBezTo>
                    <a:pt x="2741" y="1377"/>
                    <a:pt x="5278" y="-11"/>
                    <a:pt x="8002" y="0"/>
                  </a:cubicBezTo>
                  <a:cubicBezTo>
                    <a:pt x="9609" y="4"/>
                    <a:pt x="11181" y="468"/>
                    <a:pt x="12532" y="1336"/>
                  </a:cubicBezTo>
                  <a:lnTo>
                    <a:pt x="62862" y="33894"/>
                  </a:lnTo>
                  <a:cubicBezTo>
                    <a:pt x="66615" y="36270"/>
                    <a:pt x="67722" y="41224"/>
                    <a:pt x="65335" y="44958"/>
                  </a:cubicBezTo>
                  <a:cubicBezTo>
                    <a:pt x="64701" y="45949"/>
                    <a:pt x="63857" y="46789"/>
                    <a:pt x="62862" y="47419"/>
                  </a:cubicBezTo>
                  <a:lnTo>
                    <a:pt x="12532" y="79310"/>
                  </a:lnTo>
                  <a:cubicBezTo>
                    <a:pt x="11247" y="80182"/>
                    <a:pt x="9727" y="80648"/>
                    <a:pt x="8170" y="8064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169" name="Google Shape;3169;p96"/>
          <p:cNvSpPr txBox="1"/>
          <p:nvPr/>
        </p:nvSpPr>
        <p:spPr>
          <a:xfrm>
            <a:off x="7453023" y="598219"/>
            <a:ext cx="4986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Data Engineering</a:t>
            </a:r>
            <a:endParaRPr sz="600">
              <a:solidFill>
                <a:srgbClr val="105780"/>
              </a:solidFill>
            </a:endParaRPr>
          </a:p>
        </p:txBody>
      </p:sp>
      <p:grpSp>
        <p:nvGrpSpPr>
          <p:cNvPr id="3170" name="Google Shape;3170;p96"/>
          <p:cNvGrpSpPr/>
          <p:nvPr/>
        </p:nvGrpSpPr>
        <p:grpSpPr>
          <a:xfrm>
            <a:off x="6840691" y="240770"/>
            <a:ext cx="197550" cy="264613"/>
            <a:chOff x="1831175" y="238125"/>
            <a:chExt cx="3896450" cy="5219200"/>
          </a:xfrm>
        </p:grpSpPr>
        <p:sp>
          <p:nvSpPr>
            <p:cNvPr id="3171" name="Google Shape;3171;p96"/>
            <p:cNvSpPr/>
            <p:nvPr/>
          </p:nvSpPr>
          <p:spPr>
            <a:xfrm>
              <a:off x="1831175" y="1622825"/>
              <a:ext cx="3863025" cy="2710725"/>
            </a:xfrm>
            <a:custGeom>
              <a:rect b="b" l="l" r="r" t="t"/>
              <a:pathLst>
                <a:path extrusionOk="0" h="108429" w="154521">
                  <a:moveTo>
                    <a:pt x="74667" y="9591"/>
                  </a:moveTo>
                  <a:cubicBezTo>
                    <a:pt x="106569" y="9591"/>
                    <a:pt x="132600" y="26325"/>
                    <a:pt x="142582" y="53301"/>
                  </a:cubicBezTo>
                  <a:cubicBezTo>
                    <a:pt x="144474" y="58357"/>
                    <a:pt x="143886" y="63479"/>
                    <a:pt x="140951" y="67687"/>
                  </a:cubicBezTo>
                  <a:cubicBezTo>
                    <a:pt x="138145" y="71699"/>
                    <a:pt x="133872" y="73721"/>
                    <a:pt x="128262" y="73721"/>
                  </a:cubicBezTo>
                  <a:cubicBezTo>
                    <a:pt x="123108" y="73721"/>
                    <a:pt x="118737" y="75483"/>
                    <a:pt x="115638" y="78810"/>
                  </a:cubicBezTo>
                  <a:cubicBezTo>
                    <a:pt x="111919" y="82757"/>
                    <a:pt x="110027" y="88824"/>
                    <a:pt x="110027" y="96882"/>
                  </a:cubicBezTo>
                  <a:lnTo>
                    <a:pt x="109929" y="98839"/>
                  </a:lnTo>
                  <a:lnTo>
                    <a:pt x="101513" y="98839"/>
                  </a:lnTo>
                  <a:cubicBezTo>
                    <a:pt x="101122" y="89020"/>
                    <a:pt x="96033" y="82268"/>
                    <a:pt x="86313" y="78778"/>
                  </a:cubicBezTo>
                  <a:cubicBezTo>
                    <a:pt x="77570" y="75613"/>
                    <a:pt x="65273" y="74961"/>
                    <a:pt x="49550" y="74961"/>
                  </a:cubicBezTo>
                  <a:lnTo>
                    <a:pt x="36861" y="74961"/>
                  </a:lnTo>
                  <a:cubicBezTo>
                    <a:pt x="27173" y="74961"/>
                    <a:pt x="18561" y="69677"/>
                    <a:pt x="14419" y="61195"/>
                  </a:cubicBezTo>
                  <a:cubicBezTo>
                    <a:pt x="10243" y="52649"/>
                    <a:pt x="11287" y="42667"/>
                    <a:pt x="17159" y="35100"/>
                  </a:cubicBezTo>
                  <a:cubicBezTo>
                    <a:pt x="29978" y="18659"/>
                    <a:pt x="50398" y="9591"/>
                    <a:pt x="74667" y="9591"/>
                  </a:cubicBezTo>
                  <a:close/>
                  <a:moveTo>
                    <a:pt x="74667" y="1"/>
                  </a:moveTo>
                  <a:cubicBezTo>
                    <a:pt x="47365" y="1"/>
                    <a:pt x="24237" y="10374"/>
                    <a:pt x="9591" y="29228"/>
                  </a:cubicBezTo>
                  <a:cubicBezTo>
                    <a:pt x="1468" y="39699"/>
                    <a:pt x="1" y="53562"/>
                    <a:pt x="5807" y="65403"/>
                  </a:cubicBezTo>
                  <a:cubicBezTo>
                    <a:pt x="11581" y="77212"/>
                    <a:pt x="23454" y="84551"/>
                    <a:pt x="36828" y="84551"/>
                  </a:cubicBezTo>
                  <a:lnTo>
                    <a:pt x="49550" y="84551"/>
                  </a:lnTo>
                  <a:cubicBezTo>
                    <a:pt x="85823" y="84551"/>
                    <a:pt x="91956" y="89346"/>
                    <a:pt x="91956" y="100078"/>
                  </a:cubicBezTo>
                  <a:lnTo>
                    <a:pt x="91956" y="103634"/>
                  </a:lnTo>
                  <a:cubicBezTo>
                    <a:pt x="91956" y="106276"/>
                    <a:pt x="94109" y="108429"/>
                    <a:pt x="96751" y="108429"/>
                  </a:cubicBezTo>
                  <a:lnTo>
                    <a:pt x="114561" y="108429"/>
                  </a:lnTo>
                  <a:cubicBezTo>
                    <a:pt x="117138" y="108429"/>
                    <a:pt x="119259" y="106374"/>
                    <a:pt x="119356" y="103797"/>
                  </a:cubicBezTo>
                  <a:lnTo>
                    <a:pt x="119585" y="97175"/>
                  </a:lnTo>
                  <a:lnTo>
                    <a:pt x="119585" y="96979"/>
                  </a:lnTo>
                  <a:cubicBezTo>
                    <a:pt x="119585" y="83312"/>
                    <a:pt x="125652" y="83312"/>
                    <a:pt x="128229" y="83312"/>
                  </a:cubicBezTo>
                  <a:cubicBezTo>
                    <a:pt x="137069" y="83312"/>
                    <a:pt x="144180" y="79789"/>
                    <a:pt x="148812" y="73134"/>
                  </a:cubicBezTo>
                  <a:cubicBezTo>
                    <a:pt x="153509" y="66382"/>
                    <a:pt x="154521" y="57966"/>
                    <a:pt x="151585" y="49974"/>
                  </a:cubicBezTo>
                  <a:cubicBezTo>
                    <a:pt x="140168" y="19148"/>
                    <a:pt x="110680" y="1"/>
                    <a:pt x="74667"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2" name="Google Shape;3172;p96"/>
            <p:cNvSpPr/>
            <p:nvPr/>
          </p:nvSpPr>
          <p:spPr>
            <a:xfrm>
              <a:off x="4370625" y="2470650"/>
              <a:ext cx="848950" cy="434975"/>
            </a:xfrm>
            <a:custGeom>
              <a:rect b="b" l="l" r="r" t="t"/>
              <a:pathLst>
                <a:path extrusionOk="0" h="17399" w="33958">
                  <a:moveTo>
                    <a:pt x="31241" y="0"/>
                  </a:moveTo>
                  <a:cubicBezTo>
                    <a:pt x="30419" y="0"/>
                    <a:pt x="29618" y="428"/>
                    <a:pt x="29163" y="1187"/>
                  </a:cubicBezTo>
                  <a:cubicBezTo>
                    <a:pt x="23172" y="11211"/>
                    <a:pt x="10513" y="12596"/>
                    <a:pt x="4007" y="12596"/>
                  </a:cubicBezTo>
                  <a:cubicBezTo>
                    <a:pt x="3463" y="12596"/>
                    <a:pt x="2963" y="12586"/>
                    <a:pt x="2512" y="12571"/>
                  </a:cubicBezTo>
                  <a:cubicBezTo>
                    <a:pt x="2492" y="12570"/>
                    <a:pt x="2473" y="12570"/>
                    <a:pt x="2453" y="12570"/>
                  </a:cubicBezTo>
                  <a:cubicBezTo>
                    <a:pt x="1174" y="12570"/>
                    <a:pt x="97" y="13602"/>
                    <a:pt x="33" y="14887"/>
                  </a:cubicBezTo>
                  <a:cubicBezTo>
                    <a:pt x="1" y="16224"/>
                    <a:pt x="1044" y="17333"/>
                    <a:pt x="2349" y="17366"/>
                  </a:cubicBezTo>
                  <a:cubicBezTo>
                    <a:pt x="2969" y="17399"/>
                    <a:pt x="3589" y="17399"/>
                    <a:pt x="4209" y="17399"/>
                  </a:cubicBezTo>
                  <a:cubicBezTo>
                    <a:pt x="17485" y="17399"/>
                    <a:pt x="28021" y="12440"/>
                    <a:pt x="33273" y="3633"/>
                  </a:cubicBezTo>
                  <a:cubicBezTo>
                    <a:pt x="33958" y="2491"/>
                    <a:pt x="33599" y="1023"/>
                    <a:pt x="32457" y="338"/>
                  </a:cubicBezTo>
                  <a:cubicBezTo>
                    <a:pt x="32075" y="109"/>
                    <a:pt x="31655" y="0"/>
                    <a:pt x="31241"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3" name="Google Shape;3173;p96"/>
            <p:cNvSpPr/>
            <p:nvPr/>
          </p:nvSpPr>
          <p:spPr>
            <a:xfrm>
              <a:off x="3730475" y="1948950"/>
              <a:ext cx="786975" cy="955850"/>
            </a:xfrm>
            <a:custGeom>
              <a:rect b="b" l="l" r="r" t="t"/>
              <a:pathLst>
                <a:path extrusionOk="0" h="38234" w="31479">
                  <a:moveTo>
                    <a:pt x="27702" y="0"/>
                  </a:moveTo>
                  <a:cubicBezTo>
                    <a:pt x="26420" y="0"/>
                    <a:pt x="25375" y="989"/>
                    <a:pt x="25280" y="2254"/>
                  </a:cubicBezTo>
                  <a:cubicBezTo>
                    <a:pt x="25117" y="5321"/>
                    <a:pt x="25509" y="8061"/>
                    <a:pt x="25835" y="10246"/>
                  </a:cubicBezTo>
                  <a:cubicBezTo>
                    <a:pt x="26161" y="12562"/>
                    <a:pt x="26422" y="14454"/>
                    <a:pt x="25900" y="15433"/>
                  </a:cubicBezTo>
                  <a:cubicBezTo>
                    <a:pt x="25324" y="15663"/>
                    <a:pt x="24136" y="15743"/>
                    <a:pt x="22705" y="15743"/>
                  </a:cubicBezTo>
                  <a:cubicBezTo>
                    <a:pt x="20489" y="15743"/>
                    <a:pt x="17692" y="15552"/>
                    <a:pt x="15690" y="15433"/>
                  </a:cubicBezTo>
                  <a:cubicBezTo>
                    <a:pt x="13077" y="15256"/>
                    <a:pt x="10918" y="15125"/>
                    <a:pt x="9153" y="15125"/>
                  </a:cubicBezTo>
                  <a:cubicBezTo>
                    <a:pt x="5699" y="15125"/>
                    <a:pt x="3756" y="15629"/>
                    <a:pt x="2871" y="17292"/>
                  </a:cubicBezTo>
                  <a:cubicBezTo>
                    <a:pt x="0" y="22707"/>
                    <a:pt x="2186" y="34907"/>
                    <a:pt x="2447" y="36277"/>
                  </a:cubicBezTo>
                  <a:cubicBezTo>
                    <a:pt x="2642" y="37451"/>
                    <a:pt x="3653" y="38234"/>
                    <a:pt x="4795" y="38234"/>
                  </a:cubicBezTo>
                  <a:cubicBezTo>
                    <a:pt x="4926" y="38234"/>
                    <a:pt x="5089" y="38234"/>
                    <a:pt x="5219" y="38201"/>
                  </a:cubicBezTo>
                  <a:cubicBezTo>
                    <a:pt x="6524" y="37973"/>
                    <a:pt x="7372" y="36701"/>
                    <a:pt x="7144" y="35396"/>
                  </a:cubicBezTo>
                  <a:cubicBezTo>
                    <a:pt x="6328" y="31090"/>
                    <a:pt x="5611" y="23359"/>
                    <a:pt x="6850" y="20032"/>
                  </a:cubicBezTo>
                  <a:cubicBezTo>
                    <a:pt x="7335" y="19937"/>
                    <a:pt x="8099" y="19900"/>
                    <a:pt x="9006" y="19900"/>
                  </a:cubicBezTo>
                  <a:cubicBezTo>
                    <a:pt x="10909" y="19900"/>
                    <a:pt x="13443" y="20063"/>
                    <a:pt x="15364" y="20195"/>
                  </a:cubicBezTo>
                  <a:cubicBezTo>
                    <a:pt x="18161" y="20380"/>
                    <a:pt x="20536" y="20524"/>
                    <a:pt x="22519" y="20524"/>
                  </a:cubicBezTo>
                  <a:cubicBezTo>
                    <a:pt x="26131" y="20524"/>
                    <a:pt x="28439" y="20046"/>
                    <a:pt x="29619" y="18466"/>
                  </a:cubicBezTo>
                  <a:cubicBezTo>
                    <a:pt x="31478" y="15987"/>
                    <a:pt x="31021" y="12856"/>
                    <a:pt x="30565" y="9561"/>
                  </a:cubicBezTo>
                  <a:cubicBezTo>
                    <a:pt x="30271" y="7473"/>
                    <a:pt x="29945" y="5125"/>
                    <a:pt x="30076" y="2515"/>
                  </a:cubicBezTo>
                  <a:cubicBezTo>
                    <a:pt x="30141" y="1210"/>
                    <a:pt x="29130" y="69"/>
                    <a:pt x="27825" y="3"/>
                  </a:cubicBezTo>
                  <a:cubicBezTo>
                    <a:pt x="27784" y="1"/>
                    <a:pt x="27743" y="0"/>
                    <a:pt x="2770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4" name="Google Shape;3174;p96"/>
            <p:cNvSpPr/>
            <p:nvPr/>
          </p:nvSpPr>
          <p:spPr>
            <a:xfrm>
              <a:off x="4623425" y="2765175"/>
              <a:ext cx="149275" cy="426700"/>
            </a:xfrm>
            <a:custGeom>
              <a:rect b="b" l="l" r="r" t="t"/>
              <a:pathLst>
                <a:path extrusionOk="0" h="17068" w="5971">
                  <a:moveTo>
                    <a:pt x="2914" y="0"/>
                  </a:moveTo>
                  <a:cubicBezTo>
                    <a:pt x="1685" y="0"/>
                    <a:pt x="614" y="917"/>
                    <a:pt x="490" y="2160"/>
                  </a:cubicBezTo>
                  <a:cubicBezTo>
                    <a:pt x="1" y="7183"/>
                    <a:pt x="979" y="14653"/>
                    <a:pt x="1045" y="14979"/>
                  </a:cubicBezTo>
                  <a:cubicBezTo>
                    <a:pt x="1208" y="16186"/>
                    <a:pt x="2219" y="17067"/>
                    <a:pt x="3393" y="17067"/>
                  </a:cubicBezTo>
                  <a:cubicBezTo>
                    <a:pt x="3524" y="17067"/>
                    <a:pt x="3622" y="17067"/>
                    <a:pt x="3719" y="17035"/>
                  </a:cubicBezTo>
                  <a:cubicBezTo>
                    <a:pt x="5057" y="16871"/>
                    <a:pt x="5970" y="15664"/>
                    <a:pt x="5774" y="14327"/>
                  </a:cubicBezTo>
                  <a:cubicBezTo>
                    <a:pt x="5774" y="14262"/>
                    <a:pt x="4796" y="7085"/>
                    <a:pt x="5253" y="2649"/>
                  </a:cubicBezTo>
                  <a:cubicBezTo>
                    <a:pt x="5383" y="1312"/>
                    <a:pt x="4404" y="137"/>
                    <a:pt x="3100" y="7"/>
                  </a:cubicBezTo>
                  <a:cubicBezTo>
                    <a:pt x="3037" y="2"/>
                    <a:pt x="2976" y="0"/>
                    <a:pt x="291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5" name="Google Shape;3175;p96"/>
            <p:cNvSpPr/>
            <p:nvPr/>
          </p:nvSpPr>
          <p:spPr>
            <a:xfrm>
              <a:off x="3055225" y="1887050"/>
              <a:ext cx="833475" cy="1448350"/>
            </a:xfrm>
            <a:custGeom>
              <a:rect b="b" l="l" r="r" t="t"/>
              <a:pathLst>
                <a:path extrusionOk="0" h="57934" w="33339">
                  <a:moveTo>
                    <a:pt x="2415" y="0"/>
                  </a:moveTo>
                  <a:cubicBezTo>
                    <a:pt x="1077" y="0"/>
                    <a:pt x="1" y="1077"/>
                    <a:pt x="1" y="2414"/>
                  </a:cubicBezTo>
                  <a:cubicBezTo>
                    <a:pt x="1" y="16636"/>
                    <a:pt x="1599" y="25901"/>
                    <a:pt x="5318" y="33305"/>
                  </a:cubicBezTo>
                  <a:cubicBezTo>
                    <a:pt x="8058" y="38818"/>
                    <a:pt x="24074" y="57933"/>
                    <a:pt x="30957" y="57933"/>
                  </a:cubicBezTo>
                  <a:cubicBezTo>
                    <a:pt x="32262" y="57933"/>
                    <a:pt x="33306" y="56889"/>
                    <a:pt x="33338" y="55585"/>
                  </a:cubicBezTo>
                  <a:cubicBezTo>
                    <a:pt x="33338" y="54247"/>
                    <a:pt x="32262" y="53171"/>
                    <a:pt x="30957" y="53138"/>
                  </a:cubicBezTo>
                  <a:cubicBezTo>
                    <a:pt x="27728" y="53073"/>
                    <a:pt x="12951" y="37872"/>
                    <a:pt x="9591" y="31185"/>
                  </a:cubicBezTo>
                  <a:cubicBezTo>
                    <a:pt x="7242" y="26422"/>
                    <a:pt x="4796" y="19311"/>
                    <a:pt x="4796" y="2414"/>
                  </a:cubicBezTo>
                  <a:cubicBezTo>
                    <a:pt x="4796" y="1077"/>
                    <a:pt x="3720" y="0"/>
                    <a:pt x="241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6" name="Google Shape;3176;p96"/>
            <p:cNvSpPr/>
            <p:nvPr/>
          </p:nvSpPr>
          <p:spPr>
            <a:xfrm>
              <a:off x="2406100" y="2227500"/>
              <a:ext cx="517875" cy="613700"/>
            </a:xfrm>
            <a:custGeom>
              <a:rect b="b" l="l" r="r" t="t"/>
              <a:pathLst>
                <a:path extrusionOk="0" h="24548" w="20715">
                  <a:moveTo>
                    <a:pt x="2664" y="1"/>
                  </a:moveTo>
                  <a:cubicBezTo>
                    <a:pt x="2096" y="1"/>
                    <a:pt x="1528" y="199"/>
                    <a:pt x="1077" y="605"/>
                  </a:cubicBezTo>
                  <a:cubicBezTo>
                    <a:pt x="98" y="1485"/>
                    <a:pt x="1" y="3018"/>
                    <a:pt x="881" y="3997"/>
                  </a:cubicBezTo>
                  <a:cubicBezTo>
                    <a:pt x="2838" y="6183"/>
                    <a:pt x="4959" y="8107"/>
                    <a:pt x="7014" y="9999"/>
                  </a:cubicBezTo>
                  <a:cubicBezTo>
                    <a:pt x="11548" y="14174"/>
                    <a:pt x="15495" y="17763"/>
                    <a:pt x="15854" y="22329"/>
                  </a:cubicBezTo>
                  <a:cubicBezTo>
                    <a:pt x="15952" y="23569"/>
                    <a:pt x="16995" y="24515"/>
                    <a:pt x="18235" y="24515"/>
                  </a:cubicBezTo>
                  <a:lnTo>
                    <a:pt x="18235" y="24548"/>
                  </a:lnTo>
                  <a:cubicBezTo>
                    <a:pt x="18300" y="24548"/>
                    <a:pt x="18365" y="24515"/>
                    <a:pt x="18431" y="24515"/>
                  </a:cubicBezTo>
                  <a:cubicBezTo>
                    <a:pt x="19736" y="24417"/>
                    <a:pt x="20714" y="23275"/>
                    <a:pt x="20616" y="21938"/>
                  </a:cubicBezTo>
                  <a:cubicBezTo>
                    <a:pt x="20127" y="15512"/>
                    <a:pt x="15332" y="11108"/>
                    <a:pt x="10243" y="6444"/>
                  </a:cubicBezTo>
                  <a:cubicBezTo>
                    <a:pt x="8286" y="4649"/>
                    <a:pt x="6264" y="2790"/>
                    <a:pt x="4469" y="800"/>
                  </a:cubicBezTo>
                  <a:cubicBezTo>
                    <a:pt x="3994" y="272"/>
                    <a:pt x="3330" y="1"/>
                    <a:pt x="266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7" name="Google Shape;3177;p96"/>
            <p:cNvSpPr/>
            <p:nvPr/>
          </p:nvSpPr>
          <p:spPr>
            <a:xfrm>
              <a:off x="3324350" y="3030850"/>
              <a:ext cx="307475" cy="601375"/>
            </a:xfrm>
            <a:custGeom>
              <a:rect b="b" l="l" r="r" t="t"/>
              <a:pathLst>
                <a:path extrusionOk="0" h="24055" w="12299">
                  <a:moveTo>
                    <a:pt x="9644" y="1"/>
                  </a:moveTo>
                  <a:cubicBezTo>
                    <a:pt x="9084" y="1"/>
                    <a:pt x="8520" y="199"/>
                    <a:pt x="8058" y="601"/>
                  </a:cubicBezTo>
                  <a:cubicBezTo>
                    <a:pt x="4796" y="3407"/>
                    <a:pt x="0" y="12051"/>
                    <a:pt x="0" y="21674"/>
                  </a:cubicBezTo>
                  <a:cubicBezTo>
                    <a:pt x="0" y="22978"/>
                    <a:pt x="1077" y="24055"/>
                    <a:pt x="2414" y="24055"/>
                  </a:cubicBezTo>
                  <a:cubicBezTo>
                    <a:pt x="3719" y="24055"/>
                    <a:pt x="4796" y="22978"/>
                    <a:pt x="4796" y="21674"/>
                  </a:cubicBezTo>
                  <a:cubicBezTo>
                    <a:pt x="4796" y="13356"/>
                    <a:pt x="9036" y="6081"/>
                    <a:pt x="11189" y="4222"/>
                  </a:cubicBezTo>
                  <a:cubicBezTo>
                    <a:pt x="12200" y="3341"/>
                    <a:pt x="12298" y="1841"/>
                    <a:pt x="11450" y="830"/>
                  </a:cubicBezTo>
                  <a:cubicBezTo>
                    <a:pt x="10972" y="280"/>
                    <a:pt x="10311" y="1"/>
                    <a:pt x="964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8" name="Google Shape;3178;p96"/>
            <p:cNvSpPr/>
            <p:nvPr/>
          </p:nvSpPr>
          <p:spPr>
            <a:xfrm>
              <a:off x="3615475" y="1841300"/>
              <a:ext cx="165575" cy="383375"/>
            </a:xfrm>
            <a:custGeom>
              <a:rect b="b" l="l" r="r" t="t"/>
              <a:pathLst>
                <a:path extrusionOk="0" h="15335" w="6623">
                  <a:moveTo>
                    <a:pt x="2781" y="1"/>
                  </a:moveTo>
                  <a:cubicBezTo>
                    <a:pt x="1528" y="1"/>
                    <a:pt x="455" y="959"/>
                    <a:pt x="392" y="2254"/>
                  </a:cubicBezTo>
                  <a:cubicBezTo>
                    <a:pt x="294" y="3657"/>
                    <a:pt x="1" y="10736"/>
                    <a:pt x="1795" y="14063"/>
                  </a:cubicBezTo>
                  <a:cubicBezTo>
                    <a:pt x="2219" y="14878"/>
                    <a:pt x="3034" y="15335"/>
                    <a:pt x="3882" y="15335"/>
                  </a:cubicBezTo>
                  <a:cubicBezTo>
                    <a:pt x="4274" y="15335"/>
                    <a:pt x="4665" y="15237"/>
                    <a:pt x="5024" y="15041"/>
                  </a:cubicBezTo>
                  <a:cubicBezTo>
                    <a:pt x="6198" y="14422"/>
                    <a:pt x="6623" y="12986"/>
                    <a:pt x="6003" y="11812"/>
                  </a:cubicBezTo>
                  <a:cubicBezTo>
                    <a:pt x="5155" y="10214"/>
                    <a:pt x="4992" y="5419"/>
                    <a:pt x="5155" y="2515"/>
                  </a:cubicBezTo>
                  <a:cubicBezTo>
                    <a:pt x="5252" y="1211"/>
                    <a:pt x="4241" y="69"/>
                    <a:pt x="2904" y="4"/>
                  </a:cubicBezTo>
                  <a:cubicBezTo>
                    <a:pt x="2863" y="2"/>
                    <a:pt x="2822" y="1"/>
                    <a:pt x="278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79" name="Google Shape;3179;p96"/>
            <p:cNvSpPr/>
            <p:nvPr/>
          </p:nvSpPr>
          <p:spPr>
            <a:xfrm>
              <a:off x="2212825" y="3071975"/>
              <a:ext cx="519500" cy="345775"/>
            </a:xfrm>
            <a:custGeom>
              <a:rect b="b" l="l" r="r" t="t"/>
              <a:pathLst>
                <a:path extrusionOk="0" h="13831" w="20780">
                  <a:moveTo>
                    <a:pt x="18398" y="0"/>
                  </a:moveTo>
                  <a:cubicBezTo>
                    <a:pt x="11157" y="0"/>
                    <a:pt x="5252" y="5219"/>
                    <a:pt x="914" y="9786"/>
                  </a:cubicBezTo>
                  <a:cubicBezTo>
                    <a:pt x="1" y="10765"/>
                    <a:pt x="33" y="12265"/>
                    <a:pt x="979" y="13178"/>
                  </a:cubicBezTo>
                  <a:cubicBezTo>
                    <a:pt x="1436" y="13603"/>
                    <a:pt x="2023" y="13831"/>
                    <a:pt x="2643" y="13831"/>
                  </a:cubicBezTo>
                  <a:cubicBezTo>
                    <a:pt x="3263" y="13831"/>
                    <a:pt x="3882" y="13603"/>
                    <a:pt x="4372" y="13081"/>
                  </a:cubicBezTo>
                  <a:cubicBezTo>
                    <a:pt x="8058" y="9231"/>
                    <a:pt x="12983" y="4795"/>
                    <a:pt x="18398" y="4795"/>
                  </a:cubicBezTo>
                  <a:cubicBezTo>
                    <a:pt x="19703" y="4795"/>
                    <a:pt x="20779" y="3719"/>
                    <a:pt x="20779" y="2381"/>
                  </a:cubicBezTo>
                  <a:cubicBezTo>
                    <a:pt x="20779" y="1044"/>
                    <a:pt x="19703" y="0"/>
                    <a:pt x="18398"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0" name="Google Shape;3180;p96"/>
            <p:cNvSpPr/>
            <p:nvPr/>
          </p:nvSpPr>
          <p:spPr>
            <a:xfrm>
              <a:off x="4217325" y="3203175"/>
              <a:ext cx="517850" cy="542425"/>
            </a:xfrm>
            <a:custGeom>
              <a:rect b="b" l="l" r="r" t="t"/>
              <a:pathLst>
                <a:path extrusionOk="0" h="21697" w="20714">
                  <a:moveTo>
                    <a:pt x="2468" y="1"/>
                  </a:moveTo>
                  <a:cubicBezTo>
                    <a:pt x="2429" y="1"/>
                    <a:pt x="2389" y="2"/>
                    <a:pt x="2349" y="4"/>
                  </a:cubicBezTo>
                  <a:cubicBezTo>
                    <a:pt x="1011" y="102"/>
                    <a:pt x="0" y="1211"/>
                    <a:pt x="98" y="2548"/>
                  </a:cubicBezTo>
                  <a:cubicBezTo>
                    <a:pt x="424" y="8681"/>
                    <a:pt x="12135" y="18140"/>
                    <a:pt x="16604" y="21272"/>
                  </a:cubicBezTo>
                  <a:cubicBezTo>
                    <a:pt x="17028" y="21566"/>
                    <a:pt x="17517" y="21696"/>
                    <a:pt x="17974" y="21696"/>
                  </a:cubicBezTo>
                  <a:cubicBezTo>
                    <a:pt x="18724" y="21696"/>
                    <a:pt x="19474" y="21337"/>
                    <a:pt x="19931" y="20652"/>
                  </a:cubicBezTo>
                  <a:cubicBezTo>
                    <a:pt x="20714" y="19576"/>
                    <a:pt x="20420" y="18075"/>
                    <a:pt x="19344" y="17325"/>
                  </a:cubicBezTo>
                  <a:cubicBezTo>
                    <a:pt x="12069" y="12236"/>
                    <a:pt x="5024" y="4929"/>
                    <a:pt x="4860" y="2255"/>
                  </a:cubicBezTo>
                  <a:cubicBezTo>
                    <a:pt x="4797" y="990"/>
                    <a:pt x="3722" y="1"/>
                    <a:pt x="246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1" name="Google Shape;3181;p96"/>
            <p:cNvSpPr/>
            <p:nvPr/>
          </p:nvSpPr>
          <p:spPr>
            <a:xfrm>
              <a:off x="3059300" y="884800"/>
              <a:ext cx="420025" cy="863625"/>
            </a:xfrm>
            <a:custGeom>
              <a:rect b="b" l="l" r="r" t="t"/>
              <a:pathLst>
                <a:path extrusionOk="0" h="34545" w="16801">
                  <a:moveTo>
                    <a:pt x="2382" y="1"/>
                  </a:moveTo>
                  <a:cubicBezTo>
                    <a:pt x="1077" y="1"/>
                    <a:pt x="1" y="1044"/>
                    <a:pt x="1" y="2382"/>
                  </a:cubicBezTo>
                  <a:lnTo>
                    <a:pt x="1" y="13766"/>
                  </a:lnTo>
                  <a:cubicBezTo>
                    <a:pt x="1" y="15071"/>
                    <a:pt x="1077" y="16147"/>
                    <a:pt x="2382" y="16147"/>
                  </a:cubicBezTo>
                  <a:lnTo>
                    <a:pt x="12005" y="16147"/>
                  </a:lnTo>
                  <a:lnTo>
                    <a:pt x="12005" y="32131"/>
                  </a:lnTo>
                  <a:cubicBezTo>
                    <a:pt x="12005" y="33469"/>
                    <a:pt x="13082" y="34545"/>
                    <a:pt x="14419" y="34545"/>
                  </a:cubicBezTo>
                  <a:cubicBezTo>
                    <a:pt x="15756" y="34545"/>
                    <a:pt x="16800" y="33469"/>
                    <a:pt x="16800" y="32131"/>
                  </a:cubicBezTo>
                  <a:lnTo>
                    <a:pt x="16800" y="13766"/>
                  </a:lnTo>
                  <a:cubicBezTo>
                    <a:pt x="16800" y="12429"/>
                    <a:pt x="15756" y="11352"/>
                    <a:pt x="14419" y="11352"/>
                  </a:cubicBezTo>
                  <a:lnTo>
                    <a:pt x="4796" y="11352"/>
                  </a:lnTo>
                  <a:lnTo>
                    <a:pt x="4796" y="2382"/>
                  </a:lnTo>
                  <a:cubicBezTo>
                    <a:pt x="4796" y="1044"/>
                    <a:pt x="3720" y="1"/>
                    <a:pt x="238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2" name="Google Shape;3182;p96"/>
            <p:cNvSpPr/>
            <p:nvPr/>
          </p:nvSpPr>
          <p:spPr>
            <a:xfrm>
              <a:off x="3359425" y="3644450"/>
              <a:ext cx="119900" cy="1188200"/>
            </a:xfrm>
            <a:custGeom>
              <a:rect b="b" l="l" r="r" t="t"/>
              <a:pathLst>
                <a:path extrusionOk="0" h="47528" w="4796">
                  <a:moveTo>
                    <a:pt x="2414" y="0"/>
                  </a:moveTo>
                  <a:cubicBezTo>
                    <a:pt x="1077" y="0"/>
                    <a:pt x="0" y="1077"/>
                    <a:pt x="0" y="2414"/>
                  </a:cubicBezTo>
                  <a:lnTo>
                    <a:pt x="0" y="45113"/>
                  </a:lnTo>
                  <a:cubicBezTo>
                    <a:pt x="0" y="46451"/>
                    <a:pt x="1077" y="47527"/>
                    <a:pt x="2414" y="47527"/>
                  </a:cubicBezTo>
                  <a:cubicBezTo>
                    <a:pt x="3751" y="47527"/>
                    <a:pt x="4795" y="46451"/>
                    <a:pt x="4795" y="45113"/>
                  </a:cubicBezTo>
                  <a:lnTo>
                    <a:pt x="4795" y="2414"/>
                  </a:lnTo>
                  <a:cubicBezTo>
                    <a:pt x="4795" y="1077"/>
                    <a:pt x="3751" y="0"/>
                    <a:pt x="241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3" name="Google Shape;3183;p96"/>
            <p:cNvSpPr/>
            <p:nvPr/>
          </p:nvSpPr>
          <p:spPr>
            <a:xfrm>
              <a:off x="2480300" y="3560450"/>
              <a:ext cx="698925" cy="738050"/>
            </a:xfrm>
            <a:custGeom>
              <a:rect b="b" l="l" r="r" t="t"/>
              <a:pathLst>
                <a:path extrusionOk="0" h="29522" w="27957">
                  <a:moveTo>
                    <a:pt x="25542" y="0"/>
                  </a:moveTo>
                  <a:cubicBezTo>
                    <a:pt x="24237" y="0"/>
                    <a:pt x="23161" y="1077"/>
                    <a:pt x="23161" y="2414"/>
                  </a:cubicBezTo>
                  <a:lnTo>
                    <a:pt x="23161" y="15266"/>
                  </a:lnTo>
                  <a:lnTo>
                    <a:pt x="2513" y="15266"/>
                  </a:lnTo>
                  <a:cubicBezTo>
                    <a:pt x="1208" y="15266"/>
                    <a:pt x="131" y="16310"/>
                    <a:pt x="131" y="17615"/>
                  </a:cubicBezTo>
                  <a:lnTo>
                    <a:pt x="1" y="27107"/>
                  </a:lnTo>
                  <a:cubicBezTo>
                    <a:pt x="1" y="28412"/>
                    <a:pt x="1045" y="29521"/>
                    <a:pt x="2382" y="29521"/>
                  </a:cubicBezTo>
                  <a:lnTo>
                    <a:pt x="2415" y="29521"/>
                  </a:lnTo>
                  <a:cubicBezTo>
                    <a:pt x="3720" y="29521"/>
                    <a:pt x="4763" y="28477"/>
                    <a:pt x="4796" y="27173"/>
                  </a:cubicBezTo>
                  <a:lnTo>
                    <a:pt x="4894" y="20062"/>
                  </a:lnTo>
                  <a:lnTo>
                    <a:pt x="25542" y="20062"/>
                  </a:lnTo>
                  <a:cubicBezTo>
                    <a:pt x="26880" y="20062"/>
                    <a:pt x="27956" y="18985"/>
                    <a:pt x="27956" y="17648"/>
                  </a:cubicBezTo>
                  <a:lnTo>
                    <a:pt x="27956" y="2414"/>
                  </a:lnTo>
                  <a:cubicBezTo>
                    <a:pt x="27956" y="1077"/>
                    <a:pt x="26880" y="0"/>
                    <a:pt x="2554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4" name="Google Shape;3184;p96"/>
            <p:cNvSpPr/>
            <p:nvPr/>
          </p:nvSpPr>
          <p:spPr>
            <a:xfrm>
              <a:off x="2751050" y="238125"/>
              <a:ext cx="735600" cy="735600"/>
            </a:xfrm>
            <a:custGeom>
              <a:rect b="b" l="l" r="r" t="t"/>
              <a:pathLst>
                <a:path extrusionOk="0" h="29424" w="29424">
                  <a:moveTo>
                    <a:pt x="14712" y="7274"/>
                  </a:moveTo>
                  <a:cubicBezTo>
                    <a:pt x="18822" y="7274"/>
                    <a:pt x="22150" y="10601"/>
                    <a:pt x="22150" y="14712"/>
                  </a:cubicBezTo>
                  <a:cubicBezTo>
                    <a:pt x="22150" y="18822"/>
                    <a:pt x="18822" y="22182"/>
                    <a:pt x="14712" y="22182"/>
                  </a:cubicBezTo>
                  <a:cubicBezTo>
                    <a:pt x="10602" y="22182"/>
                    <a:pt x="7242" y="18822"/>
                    <a:pt x="7242" y="14712"/>
                  </a:cubicBezTo>
                  <a:cubicBezTo>
                    <a:pt x="7242" y="10601"/>
                    <a:pt x="10602" y="7274"/>
                    <a:pt x="14712" y="7274"/>
                  </a:cubicBezTo>
                  <a:close/>
                  <a:moveTo>
                    <a:pt x="14712" y="0"/>
                  </a:moveTo>
                  <a:cubicBezTo>
                    <a:pt x="6590" y="0"/>
                    <a:pt x="1" y="6589"/>
                    <a:pt x="1" y="14712"/>
                  </a:cubicBezTo>
                  <a:cubicBezTo>
                    <a:pt x="1" y="22834"/>
                    <a:pt x="6590" y="29423"/>
                    <a:pt x="14712" y="29423"/>
                  </a:cubicBezTo>
                  <a:cubicBezTo>
                    <a:pt x="22835" y="29423"/>
                    <a:pt x="29424" y="22834"/>
                    <a:pt x="29424" y="14712"/>
                  </a:cubicBezTo>
                  <a:cubicBezTo>
                    <a:pt x="29424" y="6589"/>
                    <a:pt x="22802"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5" name="Google Shape;3185;p96"/>
            <p:cNvSpPr/>
            <p:nvPr/>
          </p:nvSpPr>
          <p:spPr>
            <a:xfrm>
              <a:off x="2169600" y="1097650"/>
              <a:ext cx="1009625" cy="782900"/>
            </a:xfrm>
            <a:custGeom>
              <a:rect b="b" l="l" r="r" t="t"/>
              <a:pathLst>
                <a:path extrusionOk="0" h="31316" w="40385">
                  <a:moveTo>
                    <a:pt x="2382" y="0"/>
                  </a:moveTo>
                  <a:cubicBezTo>
                    <a:pt x="1077" y="0"/>
                    <a:pt x="1" y="1077"/>
                    <a:pt x="1" y="2382"/>
                  </a:cubicBezTo>
                  <a:lnTo>
                    <a:pt x="1" y="15201"/>
                  </a:lnTo>
                  <a:cubicBezTo>
                    <a:pt x="1" y="16539"/>
                    <a:pt x="1077" y="17615"/>
                    <a:pt x="2382" y="17615"/>
                  </a:cubicBezTo>
                  <a:lnTo>
                    <a:pt x="35589" y="17615"/>
                  </a:lnTo>
                  <a:lnTo>
                    <a:pt x="35589" y="28934"/>
                  </a:lnTo>
                  <a:cubicBezTo>
                    <a:pt x="35589" y="30239"/>
                    <a:pt x="36665" y="31315"/>
                    <a:pt x="37970" y="31315"/>
                  </a:cubicBezTo>
                  <a:cubicBezTo>
                    <a:pt x="39308" y="31315"/>
                    <a:pt x="40384" y="30239"/>
                    <a:pt x="40384" y="28934"/>
                  </a:cubicBezTo>
                  <a:lnTo>
                    <a:pt x="40384" y="15201"/>
                  </a:lnTo>
                  <a:cubicBezTo>
                    <a:pt x="40384" y="13896"/>
                    <a:pt x="39308" y="12820"/>
                    <a:pt x="37970" y="12820"/>
                  </a:cubicBezTo>
                  <a:lnTo>
                    <a:pt x="4796" y="12820"/>
                  </a:lnTo>
                  <a:lnTo>
                    <a:pt x="4796" y="2382"/>
                  </a:lnTo>
                  <a:cubicBezTo>
                    <a:pt x="4796" y="1077"/>
                    <a:pt x="3719" y="0"/>
                    <a:pt x="238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6" name="Google Shape;3186;p96"/>
            <p:cNvSpPr/>
            <p:nvPr/>
          </p:nvSpPr>
          <p:spPr>
            <a:xfrm>
              <a:off x="1864625" y="512125"/>
              <a:ext cx="735600" cy="736425"/>
            </a:xfrm>
            <a:custGeom>
              <a:rect b="b" l="l" r="r" t="t"/>
              <a:pathLst>
                <a:path extrusionOk="0" h="29457" w="29424">
                  <a:moveTo>
                    <a:pt x="14712" y="7275"/>
                  </a:moveTo>
                  <a:cubicBezTo>
                    <a:pt x="18822" y="7275"/>
                    <a:pt x="22181" y="10602"/>
                    <a:pt x="22181" y="14712"/>
                  </a:cubicBezTo>
                  <a:cubicBezTo>
                    <a:pt x="22181" y="18822"/>
                    <a:pt x="18822" y="22182"/>
                    <a:pt x="14712" y="22182"/>
                  </a:cubicBezTo>
                  <a:cubicBezTo>
                    <a:pt x="10601" y="22182"/>
                    <a:pt x="7274" y="18822"/>
                    <a:pt x="7274" y="14712"/>
                  </a:cubicBezTo>
                  <a:cubicBezTo>
                    <a:pt x="7274" y="10602"/>
                    <a:pt x="10601" y="7275"/>
                    <a:pt x="14712" y="7275"/>
                  </a:cubicBezTo>
                  <a:close/>
                  <a:moveTo>
                    <a:pt x="14712" y="0"/>
                  </a:moveTo>
                  <a:cubicBezTo>
                    <a:pt x="6589" y="0"/>
                    <a:pt x="0" y="6622"/>
                    <a:pt x="0" y="14744"/>
                  </a:cubicBezTo>
                  <a:cubicBezTo>
                    <a:pt x="0" y="22834"/>
                    <a:pt x="6589" y="29456"/>
                    <a:pt x="14712" y="29456"/>
                  </a:cubicBezTo>
                  <a:cubicBezTo>
                    <a:pt x="22834" y="29456"/>
                    <a:pt x="29423" y="22834"/>
                    <a:pt x="29423" y="14744"/>
                  </a:cubicBezTo>
                  <a:cubicBezTo>
                    <a:pt x="29423" y="6622"/>
                    <a:pt x="22834"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7" name="Google Shape;3187;p96"/>
            <p:cNvSpPr/>
            <p:nvPr/>
          </p:nvSpPr>
          <p:spPr>
            <a:xfrm>
              <a:off x="3653800" y="844025"/>
              <a:ext cx="1151500" cy="902775"/>
            </a:xfrm>
            <a:custGeom>
              <a:rect b="b" l="l" r="r" t="t"/>
              <a:pathLst>
                <a:path extrusionOk="0" h="36111" w="46060">
                  <a:moveTo>
                    <a:pt x="43646" y="1"/>
                  </a:moveTo>
                  <a:cubicBezTo>
                    <a:pt x="42309" y="1"/>
                    <a:pt x="41265" y="1077"/>
                    <a:pt x="41265" y="2414"/>
                  </a:cubicBezTo>
                  <a:lnTo>
                    <a:pt x="41265" y="12983"/>
                  </a:lnTo>
                  <a:lnTo>
                    <a:pt x="2415" y="12983"/>
                  </a:lnTo>
                  <a:cubicBezTo>
                    <a:pt x="1077" y="12983"/>
                    <a:pt x="1" y="14060"/>
                    <a:pt x="1" y="15397"/>
                  </a:cubicBezTo>
                  <a:lnTo>
                    <a:pt x="1" y="33730"/>
                  </a:lnTo>
                  <a:cubicBezTo>
                    <a:pt x="1" y="35034"/>
                    <a:pt x="1077" y="36111"/>
                    <a:pt x="2415" y="36111"/>
                  </a:cubicBezTo>
                  <a:cubicBezTo>
                    <a:pt x="3752" y="36111"/>
                    <a:pt x="4796" y="35034"/>
                    <a:pt x="4796" y="33730"/>
                  </a:cubicBezTo>
                  <a:lnTo>
                    <a:pt x="4796" y="17778"/>
                  </a:lnTo>
                  <a:lnTo>
                    <a:pt x="43646" y="17778"/>
                  </a:lnTo>
                  <a:cubicBezTo>
                    <a:pt x="44984" y="17778"/>
                    <a:pt x="46060" y="16702"/>
                    <a:pt x="46060" y="15397"/>
                  </a:cubicBezTo>
                  <a:lnTo>
                    <a:pt x="46060" y="2414"/>
                  </a:lnTo>
                  <a:cubicBezTo>
                    <a:pt x="46060" y="1077"/>
                    <a:pt x="44984" y="1"/>
                    <a:pt x="4364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8" name="Google Shape;3188;p96"/>
            <p:cNvSpPr/>
            <p:nvPr/>
          </p:nvSpPr>
          <p:spPr>
            <a:xfrm>
              <a:off x="3935150" y="1418125"/>
              <a:ext cx="1171075" cy="328675"/>
            </a:xfrm>
            <a:custGeom>
              <a:rect b="b" l="l" r="r" t="t"/>
              <a:pathLst>
                <a:path extrusionOk="0" h="13147" w="46843">
                  <a:moveTo>
                    <a:pt x="2382" y="1"/>
                  </a:moveTo>
                  <a:cubicBezTo>
                    <a:pt x="1077" y="1"/>
                    <a:pt x="1" y="1077"/>
                    <a:pt x="1" y="2382"/>
                  </a:cubicBezTo>
                  <a:lnTo>
                    <a:pt x="1" y="10766"/>
                  </a:lnTo>
                  <a:cubicBezTo>
                    <a:pt x="1" y="12070"/>
                    <a:pt x="1077" y="13147"/>
                    <a:pt x="2382" y="13147"/>
                  </a:cubicBezTo>
                  <a:cubicBezTo>
                    <a:pt x="3719" y="13147"/>
                    <a:pt x="4796" y="12070"/>
                    <a:pt x="4796" y="10766"/>
                  </a:cubicBezTo>
                  <a:lnTo>
                    <a:pt x="4796" y="4796"/>
                  </a:lnTo>
                  <a:lnTo>
                    <a:pt x="44429" y="4796"/>
                  </a:lnTo>
                  <a:cubicBezTo>
                    <a:pt x="45766" y="4796"/>
                    <a:pt x="46843" y="3720"/>
                    <a:pt x="46843" y="2382"/>
                  </a:cubicBezTo>
                  <a:cubicBezTo>
                    <a:pt x="46843" y="1077"/>
                    <a:pt x="45766" y="1"/>
                    <a:pt x="44429"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89" name="Google Shape;3189;p96"/>
            <p:cNvSpPr/>
            <p:nvPr/>
          </p:nvSpPr>
          <p:spPr>
            <a:xfrm>
              <a:off x="4992025" y="1121300"/>
              <a:ext cx="735600" cy="735600"/>
            </a:xfrm>
            <a:custGeom>
              <a:rect b="b" l="l" r="r" t="t"/>
              <a:pathLst>
                <a:path extrusionOk="0" h="29424" w="29424">
                  <a:moveTo>
                    <a:pt x="14712" y="7275"/>
                  </a:moveTo>
                  <a:cubicBezTo>
                    <a:pt x="18823" y="7275"/>
                    <a:pt x="22182" y="10602"/>
                    <a:pt x="22182" y="14712"/>
                  </a:cubicBezTo>
                  <a:cubicBezTo>
                    <a:pt x="22182" y="18822"/>
                    <a:pt x="18823" y="22182"/>
                    <a:pt x="14712" y="22182"/>
                  </a:cubicBezTo>
                  <a:cubicBezTo>
                    <a:pt x="10602" y="22182"/>
                    <a:pt x="7275" y="18822"/>
                    <a:pt x="7275" y="14712"/>
                  </a:cubicBezTo>
                  <a:cubicBezTo>
                    <a:pt x="7275" y="10602"/>
                    <a:pt x="10602" y="7275"/>
                    <a:pt x="14712" y="7275"/>
                  </a:cubicBezTo>
                  <a:close/>
                  <a:moveTo>
                    <a:pt x="14712" y="0"/>
                  </a:moveTo>
                  <a:cubicBezTo>
                    <a:pt x="6590" y="0"/>
                    <a:pt x="1" y="6590"/>
                    <a:pt x="1" y="14712"/>
                  </a:cubicBezTo>
                  <a:cubicBezTo>
                    <a:pt x="1" y="22834"/>
                    <a:pt x="6590" y="29423"/>
                    <a:pt x="14712" y="29423"/>
                  </a:cubicBezTo>
                  <a:cubicBezTo>
                    <a:pt x="22835" y="29423"/>
                    <a:pt x="29424" y="22834"/>
                    <a:pt x="29424" y="14712"/>
                  </a:cubicBezTo>
                  <a:cubicBezTo>
                    <a:pt x="29424" y="6590"/>
                    <a:pt x="22835"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0" name="Google Shape;3190;p96"/>
            <p:cNvSpPr/>
            <p:nvPr/>
          </p:nvSpPr>
          <p:spPr>
            <a:xfrm>
              <a:off x="4376325" y="251150"/>
              <a:ext cx="735600" cy="736425"/>
            </a:xfrm>
            <a:custGeom>
              <a:rect b="b" l="l" r="r" t="t"/>
              <a:pathLst>
                <a:path extrusionOk="0" h="29457" w="29424">
                  <a:moveTo>
                    <a:pt x="14712" y="7275"/>
                  </a:moveTo>
                  <a:cubicBezTo>
                    <a:pt x="18823" y="7275"/>
                    <a:pt x="22182" y="10602"/>
                    <a:pt x="22182" y="14745"/>
                  </a:cubicBezTo>
                  <a:cubicBezTo>
                    <a:pt x="22182" y="18855"/>
                    <a:pt x="18823" y="22182"/>
                    <a:pt x="14712" y="22182"/>
                  </a:cubicBezTo>
                  <a:cubicBezTo>
                    <a:pt x="10602" y="22182"/>
                    <a:pt x="7275" y="18855"/>
                    <a:pt x="7275" y="14745"/>
                  </a:cubicBezTo>
                  <a:cubicBezTo>
                    <a:pt x="7275" y="10602"/>
                    <a:pt x="10602" y="7275"/>
                    <a:pt x="14712" y="7275"/>
                  </a:cubicBezTo>
                  <a:close/>
                  <a:moveTo>
                    <a:pt x="14712" y="1"/>
                  </a:moveTo>
                  <a:cubicBezTo>
                    <a:pt x="6623" y="1"/>
                    <a:pt x="1" y="6623"/>
                    <a:pt x="1" y="14745"/>
                  </a:cubicBezTo>
                  <a:cubicBezTo>
                    <a:pt x="1" y="22835"/>
                    <a:pt x="6623" y="29457"/>
                    <a:pt x="14712" y="29457"/>
                  </a:cubicBezTo>
                  <a:cubicBezTo>
                    <a:pt x="22835" y="29457"/>
                    <a:pt x="29424" y="22835"/>
                    <a:pt x="29424" y="14745"/>
                  </a:cubicBezTo>
                  <a:cubicBezTo>
                    <a:pt x="29424" y="6623"/>
                    <a:pt x="22835" y="1"/>
                    <a:pt x="1471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1" name="Google Shape;3191;p96"/>
            <p:cNvSpPr/>
            <p:nvPr/>
          </p:nvSpPr>
          <p:spPr>
            <a:xfrm>
              <a:off x="3051975" y="4707850"/>
              <a:ext cx="735600" cy="736425"/>
            </a:xfrm>
            <a:custGeom>
              <a:rect b="b" l="l" r="r" t="t"/>
              <a:pathLst>
                <a:path extrusionOk="0" h="29457" w="29424">
                  <a:moveTo>
                    <a:pt x="14712" y="7275"/>
                  </a:moveTo>
                  <a:cubicBezTo>
                    <a:pt x="18822" y="7275"/>
                    <a:pt x="22149" y="10635"/>
                    <a:pt x="22149" y="14745"/>
                  </a:cubicBezTo>
                  <a:cubicBezTo>
                    <a:pt x="22149" y="18855"/>
                    <a:pt x="18822" y="22182"/>
                    <a:pt x="14712" y="22182"/>
                  </a:cubicBezTo>
                  <a:cubicBezTo>
                    <a:pt x="10602" y="22182"/>
                    <a:pt x="7242" y="18855"/>
                    <a:pt x="7242" y="14745"/>
                  </a:cubicBezTo>
                  <a:cubicBezTo>
                    <a:pt x="7242" y="10635"/>
                    <a:pt x="10602" y="7275"/>
                    <a:pt x="14712" y="7275"/>
                  </a:cubicBezTo>
                  <a:close/>
                  <a:moveTo>
                    <a:pt x="14712" y="0"/>
                  </a:moveTo>
                  <a:cubicBezTo>
                    <a:pt x="6590" y="0"/>
                    <a:pt x="0" y="6622"/>
                    <a:pt x="0" y="14745"/>
                  </a:cubicBezTo>
                  <a:cubicBezTo>
                    <a:pt x="0" y="22834"/>
                    <a:pt x="6590" y="29456"/>
                    <a:pt x="14712" y="29456"/>
                  </a:cubicBezTo>
                  <a:cubicBezTo>
                    <a:pt x="22834" y="29456"/>
                    <a:pt x="29423" y="22834"/>
                    <a:pt x="29423" y="14745"/>
                  </a:cubicBezTo>
                  <a:cubicBezTo>
                    <a:pt x="29423" y="6622"/>
                    <a:pt x="22834"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2" name="Google Shape;3192;p96"/>
            <p:cNvSpPr/>
            <p:nvPr/>
          </p:nvSpPr>
          <p:spPr>
            <a:xfrm>
              <a:off x="3653800" y="3644450"/>
              <a:ext cx="910125" cy="1188200"/>
            </a:xfrm>
            <a:custGeom>
              <a:rect b="b" l="l" r="r" t="t"/>
              <a:pathLst>
                <a:path extrusionOk="0" h="47528" w="36405">
                  <a:moveTo>
                    <a:pt x="2415" y="0"/>
                  </a:moveTo>
                  <a:cubicBezTo>
                    <a:pt x="1077" y="0"/>
                    <a:pt x="1" y="1077"/>
                    <a:pt x="1" y="2414"/>
                  </a:cubicBezTo>
                  <a:lnTo>
                    <a:pt x="1" y="35784"/>
                  </a:lnTo>
                  <a:cubicBezTo>
                    <a:pt x="1" y="36404"/>
                    <a:pt x="262" y="37024"/>
                    <a:pt x="718" y="37480"/>
                  </a:cubicBezTo>
                  <a:cubicBezTo>
                    <a:pt x="1175" y="37937"/>
                    <a:pt x="1762" y="38165"/>
                    <a:pt x="2415" y="38165"/>
                  </a:cubicBezTo>
                  <a:lnTo>
                    <a:pt x="31609" y="38100"/>
                  </a:lnTo>
                  <a:lnTo>
                    <a:pt x="31609" y="45113"/>
                  </a:lnTo>
                  <a:cubicBezTo>
                    <a:pt x="31609" y="46451"/>
                    <a:pt x="32686" y="47527"/>
                    <a:pt x="34023" y="47527"/>
                  </a:cubicBezTo>
                  <a:cubicBezTo>
                    <a:pt x="35328" y="47527"/>
                    <a:pt x="36405" y="46451"/>
                    <a:pt x="36405" y="45113"/>
                  </a:cubicBezTo>
                  <a:lnTo>
                    <a:pt x="36405" y="35686"/>
                  </a:lnTo>
                  <a:cubicBezTo>
                    <a:pt x="36405" y="35067"/>
                    <a:pt x="36144" y="34447"/>
                    <a:pt x="35687" y="33990"/>
                  </a:cubicBezTo>
                  <a:cubicBezTo>
                    <a:pt x="35263" y="33566"/>
                    <a:pt x="34643" y="33305"/>
                    <a:pt x="34023" y="33305"/>
                  </a:cubicBezTo>
                  <a:lnTo>
                    <a:pt x="33991" y="33305"/>
                  </a:lnTo>
                  <a:lnTo>
                    <a:pt x="4796" y="33370"/>
                  </a:lnTo>
                  <a:lnTo>
                    <a:pt x="4796" y="2414"/>
                  </a:lnTo>
                  <a:cubicBezTo>
                    <a:pt x="4796" y="1077"/>
                    <a:pt x="3719" y="0"/>
                    <a:pt x="241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3" name="Google Shape;3193;p96"/>
            <p:cNvSpPr/>
            <p:nvPr/>
          </p:nvSpPr>
          <p:spPr>
            <a:xfrm>
              <a:off x="4121900" y="4721725"/>
              <a:ext cx="736425" cy="735600"/>
            </a:xfrm>
            <a:custGeom>
              <a:rect b="b" l="l" r="r" t="t"/>
              <a:pathLst>
                <a:path extrusionOk="0" h="29424" w="29457">
                  <a:moveTo>
                    <a:pt x="14745" y="7242"/>
                  </a:moveTo>
                  <a:cubicBezTo>
                    <a:pt x="18855" y="7242"/>
                    <a:pt x="22182" y="10601"/>
                    <a:pt x="22182" y="14712"/>
                  </a:cubicBezTo>
                  <a:cubicBezTo>
                    <a:pt x="22182" y="18822"/>
                    <a:pt x="18855" y="22149"/>
                    <a:pt x="14745" y="22149"/>
                  </a:cubicBezTo>
                  <a:cubicBezTo>
                    <a:pt x="10635" y="22149"/>
                    <a:pt x="7275" y="18822"/>
                    <a:pt x="7275" y="14712"/>
                  </a:cubicBezTo>
                  <a:cubicBezTo>
                    <a:pt x="7275" y="10601"/>
                    <a:pt x="10635" y="7242"/>
                    <a:pt x="14745" y="7242"/>
                  </a:cubicBezTo>
                  <a:close/>
                  <a:moveTo>
                    <a:pt x="14745" y="0"/>
                  </a:moveTo>
                  <a:cubicBezTo>
                    <a:pt x="6622" y="0"/>
                    <a:pt x="1" y="6589"/>
                    <a:pt x="1" y="14712"/>
                  </a:cubicBezTo>
                  <a:cubicBezTo>
                    <a:pt x="1" y="22834"/>
                    <a:pt x="6622" y="29423"/>
                    <a:pt x="14745" y="29423"/>
                  </a:cubicBezTo>
                  <a:cubicBezTo>
                    <a:pt x="22834" y="29423"/>
                    <a:pt x="29456" y="22834"/>
                    <a:pt x="29456" y="14712"/>
                  </a:cubicBezTo>
                  <a:cubicBezTo>
                    <a:pt x="29456" y="6589"/>
                    <a:pt x="22834" y="0"/>
                    <a:pt x="1474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4" name="Google Shape;3194;p96"/>
            <p:cNvSpPr/>
            <p:nvPr/>
          </p:nvSpPr>
          <p:spPr>
            <a:xfrm>
              <a:off x="2143500" y="4170900"/>
              <a:ext cx="775575" cy="735950"/>
            </a:xfrm>
            <a:custGeom>
              <a:rect b="b" l="l" r="r" t="t"/>
              <a:pathLst>
                <a:path extrusionOk="0" h="29438" w="31023">
                  <a:moveTo>
                    <a:pt x="15887" y="7256"/>
                  </a:moveTo>
                  <a:cubicBezTo>
                    <a:pt x="17420" y="7256"/>
                    <a:pt x="18920" y="7746"/>
                    <a:pt x="20193" y="8659"/>
                  </a:cubicBezTo>
                  <a:cubicBezTo>
                    <a:pt x="21824" y="9801"/>
                    <a:pt x="22900" y="11529"/>
                    <a:pt x="23226" y="13487"/>
                  </a:cubicBezTo>
                  <a:cubicBezTo>
                    <a:pt x="23552" y="15444"/>
                    <a:pt x="23096" y="17434"/>
                    <a:pt x="21954" y="19065"/>
                  </a:cubicBezTo>
                  <a:cubicBezTo>
                    <a:pt x="20780" y="20663"/>
                    <a:pt x="19084" y="21739"/>
                    <a:pt x="17094" y="22066"/>
                  </a:cubicBezTo>
                  <a:cubicBezTo>
                    <a:pt x="16681" y="22135"/>
                    <a:pt x="16267" y="22168"/>
                    <a:pt x="15857" y="22168"/>
                  </a:cubicBezTo>
                  <a:cubicBezTo>
                    <a:pt x="14325" y="22168"/>
                    <a:pt x="12835" y="21694"/>
                    <a:pt x="11548" y="20793"/>
                  </a:cubicBezTo>
                  <a:cubicBezTo>
                    <a:pt x="9917" y="19652"/>
                    <a:pt x="8841" y="17923"/>
                    <a:pt x="8515" y="15966"/>
                  </a:cubicBezTo>
                  <a:cubicBezTo>
                    <a:pt x="8189" y="14009"/>
                    <a:pt x="8645" y="12019"/>
                    <a:pt x="9787" y="10388"/>
                  </a:cubicBezTo>
                  <a:cubicBezTo>
                    <a:pt x="10961" y="8789"/>
                    <a:pt x="12657" y="7713"/>
                    <a:pt x="14647" y="7387"/>
                  </a:cubicBezTo>
                  <a:cubicBezTo>
                    <a:pt x="15071" y="7289"/>
                    <a:pt x="15463" y="7256"/>
                    <a:pt x="15887" y="7256"/>
                  </a:cubicBezTo>
                  <a:close/>
                  <a:moveTo>
                    <a:pt x="15934" y="1"/>
                  </a:moveTo>
                  <a:cubicBezTo>
                    <a:pt x="15107" y="1"/>
                    <a:pt x="14274" y="70"/>
                    <a:pt x="13440" y="210"/>
                  </a:cubicBezTo>
                  <a:cubicBezTo>
                    <a:pt x="5448" y="1548"/>
                    <a:pt x="1" y="9148"/>
                    <a:pt x="1371" y="17173"/>
                  </a:cubicBezTo>
                  <a:cubicBezTo>
                    <a:pt x="2023" y="21054"/>
                    <a:pt x="4144" y="24447"/>
                    <a:pt x="7340" y="26698"/>
                  </a:cubicBezTo>
                  <a:cubicBezTo>
                    <a:pt x="9848" y="28489"/>
                    <a:pt x="12810" y="29434"/>
                    <a:pt x="15838" y="29438"/>
                  </a:cubicBezTo>
                  <a:lnTo>
                    <a:pt x="15838" y="29438"/>
                  </a:lnTo>
                  <a:cubicBezTo>
                    <a:pt x="16680" y="29437"/>
                    <a:pt x="17491" y="29372"/>
                    <a:pt x="18301" y="29242"/>
                  </a:cubicBezTo>
                  <a:cubicBezTo>
                    <a:pt x="22182" y="28590"/>
                    <a:pt x="25575" y="26469"/>
                    <a:pt x="27858" y="23273"/>
                  </a:cubicBezTo>
                  <a:cubicBezTo>
                    <a:pt x="30142" y="20076"/>
                    <a:pt x="31022" y="16161"/>
                    <a:pt x="30370" y="12280"/>
                  </a:cubicBezTo>
                  <a:cubicBezTo>
                    <a:pt x="29750" y="8398"/>
                    <a:pt x="27597" y="5005"/>
                    <a:pt x="24401" y="2722"/>
                  </a:cubicBezTo>
                  <a:cubicBezTo>
                    <a:pt x="21890" y="929"/>
                    <a:pt x="18958" y="1"/>
                    <a:pt x="15934" y="1"/>
                  </a:cubicBezTo>
                  <a:close/>
                  <a:moveTo>
                    <a:pt x="15838" y="29438"/>
                  </a:moveTo>
                  <a:cubicBezTo>
                    <a:pt x="15833" y="29438"/>
                    <a:pt x="15827" y="29438"/>
                    <a:pt x="15822" y="29438"/>
                  </a:cubicBezTo>
                  <a:lnTo>
                    <a:pt x="15854" y="29438"/>
                  </a:lnTo>
                  <a:cubicBezTo>
                    <a:pt x="15849" y="29438"/>
                    <a:pt x="15844" y="29438"/>
                    <a:pt x="15838" y="29438"/>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195" name="Google Shape;3195;p96"/>
          <p:cNvGrpSpPr/>
          <p:nvPr/>
        </p:nvGrpSpPr>
        <p:grpSpPr>
          <a:xfrm>
            <a:off x="7529745" y="293227"/>
            <a:ext cx="345134" cy="159334"/>
            <a:chOff x="226900" y="1140200"/>
            <a:chExt cx="7014925" cy="3238500"/>
          </a:xfrm>
        </p:grpSpPr>
        <p:sp>
          <p:nvSpPr>
            <p:cNvPr id="3196" name="Google Shape;3196;p96"/>
            <p:cNvSpPr/>
            <p:nvPr/>
          </p:nvSpPr>
          <p:spPr>
            <a:xfrm>
              <a:off x="2047875" y="2759425"/>
              <a:ext cx="280150" cy="409050"/>
            </a:xfrm>
            <a:custGeom>
              <a:rect b="b" l="l" r="r" t="t"/>
              <a:pathLst>
                <a:path extrusionOk="0" h="16362" w="11206">
                  <a:moveTo>
                    <a:pt x="0" y="1"/>
                  </a:moveTo>
                  <a:lnTo>
                    <a:pt x="0" y="225"/>
                  </a:lnTo>
                  <a:cubicBezTo>
                    <a:pt x="0" y="5828"/>
                    <a:pt x="224" y="11207"/>
                    <a:pt x="1121" y="16362"/>
                  </a:cubicBezTo>
                  <a:lnTo>
                    <a:pt x="11206" y="16362"/>
                  </a:lnTo>
                  <a:cubicBezTo>
                    <a:pt x="10534" y="11431"/>
                    <a:pt x="10085" y="6052"/>
                    <a:pt x="10085"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7" name="Google Shape;3197;p96"/>
            <p:cNvSpPr/>
            <p:nvPr/>
          </p:nvSpPr>
          <p:spPr>
            <a:xfrm>
              <a:off x="708750" y="1140200"/>
              <a:ext cx="6533075" cy="3238500"/>
            </a:xfrm>
            <a:custGeom>
              <a:rect b="b" l="l" r="r" t="t"/>
              <a:pathLst>
                <a:path extrusionOk="0" h="129540" w="261323">
                  <a:moveTo>
                    <a:pt x="214706" y="10085"/>
                  </a:moveTo>
                  <a:cubicBezTo>
                    <a:pt x="206413" y="21291"/>
                    <a:pt x="201034" y="41013"/>
                    <a:pt x="201034" y="64770"/>
                  </a:cubicBezTo>
                  <a:cubicBezTo>
                    <a:pt x="201034" y="88302"/>
                    <a:pt x="206413" y="108025"/>
                    <a:pt x="214706" y="119455"/>
                  </a:cubicBezTo>
                  <a:lnTo>
                    <a:pt x="195656" y="119455"/>
                  </a:lnTo>
                  <a:cubicBezTo>
                    <a:pt x="185794" y="119455"/>
                    <a:pt x="174813" y="97043"/>
                    <a:pt x="174813" y="64770"/>
                  </a:cubicBezTo>
                  <a:cubicBezTo>
                    <a:pt x="174813" y="32497"/>
                    <a:pt x="185794" y="10085"/>
                    <a:pt x="195656" y="10085"/>
                  </a:cubicBezTo>
                  <a:close/>
                  <a:moveTo>
                    <a:pt x="231066" y="10085"/>
                  </a:moveTo>
                  <a:cubicBezTo>
                    <a:pt x="235549" y="10085"/>
                    <a:pt x="240479" y="15464"/>
                    <a:pt x="244289" y="24429"/>
                  </a:cubicBezTo>
                  <a:cubicBezTo>
                    <a:pt x="248771" y="35186"/>
                    <a:pt x="251237" y="49530"/>
                    <a:pt x="251237" y="64770"/>
                  </a:cubicBezTo>
                  <a:cubicBezTo>
                    <a:pt x="251237" y="95922"/>
                    <a:pt x="240703" y="119455"/>
                    <a:pt x="231066" y="119455"/>
                  </a:cubicBezTo>
                  <a:cubicBezTo>
                    <a:pt x="226808" y="119455"/>
                    <a:pt x="221877" y="114076"/>
                    <a:pt x="218067" y="104887"/>
                  </a:cubicBezTo>
                  <a:cubicBezTo>
                    <a:pt x="213585" y="94353"/>
                    <a:pt x="211120" y="80010"/>
                    <a:pt x="211120" y="64770"/>
                  </a:cubicBezTo>
                  <a:cubicBezTo>
                    <a:pt x="211120" y="33394"/>
                    <a:pt x="221653" y="10085"/>
                    <a:pt x="231066" y="10085"/>
                  </a:cubicBezTo>
                  <a:close/>
                  <a:moveTo>
                    <a:pt x="28240" y="0"/>
                  </a:moveTo>
                  <a:cubicBezTo>
                    <a:pt x="19051" y="0"/>
                    <a:pt x="10983" y="7396"/>
                    <a:pt x="5156" y="20619"/>
                  </a:cubicBezTo>
                  <a:cubicBezTo>
                    <a:pt x="3139" y="25549"/>
                    <a:pt x="1346" y="31376"/>
                    <a:pt x="1" y="37652"/>
                  </a:cubicBezTo>
                  <a:lnTo>
                    <a:pt x="10310" y="37652"/>
                  </a:lnTo>
                  <a:cubicBezTo>
                    <a:pt x="14120" y="20619"/>
                    <a:pt x="21516" y="10085"/>
                    <a:pt x="28240" y="10085"/>
                  </a:cubicBezTo>
                  <a:lnTo>
                    <a:pt x="47962" y="10085"/>
                  </a:lnTo>
                  <a:cubicBezTo>
                    <a:pt x="45945" y="12999"/>
                    <a:pt x="43928" y="16361"/>
                    <a:pt x="42135" y="20619"/>
                  </a:cubicBezTo>
                  <a:cubicBezTo>
                    <a:pt x="39894" y="25549"/>
                    <a:pt x="38101" y="31376"/>
                    <a:pt x="36756" y="37652"/>
                  </a:cubicBezTo>
                  <a:lnTo>
                    <a:pt x="46617" y="37652"/>
                  </a:lnTo>
                  <a:cubicBezTo>
                    <a:pt x="50651" y="20395"/>
                    <a:pt x="58047" y="9637"/>
                    <a:pt x="64995" y="9637"/>
                  </a:cubicBezTo>
                  <a:cubicBezTo>
                    <a:pt x="65219" y="9637"/>
                    <a:pt x="65443" y="9413"/>
                    <a:pt x="65667" y="9413"/>
                  </a:cubicBezTo>
                  <a:cubicBezTo>
                    <a:pt x="65891" y="9413"/>
                    <a:pt x="66116" y="9637"/>
                    <a:pt x="66340" y="9637"/>
                  </a:cubicBezTo>
                  <a:cubicBezTo>
                    <a:pt x="68805" y="9637"/>
                    <a:pt x="71270" y="11206"/>
                    <a:pt x="73287" y="12999"/>
                  </a:cubicBezTo>
                  <a:cubicBezTo>
                    <a:pt x="67909" y="15464"/>
                    <a:pt x="63202" y="20843"/>
                    <a:pt x="59840" y="28911"/>
                  </a:cubicBezTo>
                  <a:cubicBezTo>
                    <a:pt x="58496" y="31601"/>
                    <a:pt x="57599" y="34514"/>
                    <a:pt x="56703" y="37652"/>
                  </a:cubicBezTo>
                  <a:lnTo>
                    <a:pt x="67236" y="37652"/>
                  </a:lnTo>
                  <a:cubicBezTo>
                    <a:pt x="70598" y="27566"/>
                    <a:pt x="75529" y="21739"/>
                    <a:pt x="79339" y="21739"/>
                  </a:cubicBezTo>
                  <a:lnTo>
                    <a:pt x="81580" y="21739"/>
                  </a:lnTo>
                  <a:cubicBezTo>
                    <a:pt x="81580" y="21739"/>
                    <a:pt x="81804" y="22188"/>
                    <a:pt x="81804" y="22188"/>
                  </a:cubicBezTo>
                  <a:cubicBezTo>
                    <a:pt x="82028" y="22188"/>
                    <a:pt x="82028" y="22412"/>
                    <a:pt x="82028" y="22412"/>
                  </a:cubicBezTo>
                  <a:lnTo>
                    <a:pt x="171899" y="23084"/>
                  </a:lnTo>
                  <a:cubicBezTo>
                    <a:pt x="167417" y="34514"/>
                    <a:pt x="164951" y="49306"/>
                    <a:pt x="164951" y="64994"/>
                  </a:cubicBezTo>
                  <a:cubicBezTo>
                    <a:pt x="164951" y="80682"/>
                    <a:pt x="167641" y="96595"/>
                    <a:pt x="172571" y="108249"/>
                  </a:cubicBezTo>
                  <a:lnTo>
                    <a:pt x="103095" y="107801"/>
                  </a:lnTo>
                  <a:cubicBezTo>
                    <a:pt x="102871" y="108249"/>
                    <a:pt x="102423" y="108697"/>
                    <a:pt x="102199" y="108921"/>
                  </a:cubicBezTo>
                  <a:cubicBezTo>
                    <a:pt x="99285" y="111835"/>
                    <a:pt x="96596" y="114972"/>
                    <a:pt x="93906" y="117886"/>
                  </a:cubicBezTo>
                  <a:lnTo>
                    <a:pt x="177726" y="118334"/>
                  </a:lnTo>
                  <a:lnTo>
                    <a:pt x="177950" y="118334"/>
                  </a:lnTo>
                  <a:cubicBezTo>
                    <a:pt x="182881" y="125506"/>
                    <a:pt x="189156" y="129540"/>
                    <a:pt x="195656" y="129540"/>
                  </a:cubicBezTo>
                  <a:lnTo>
                    <a:pt x="231066" y="129540"/>
                  </a:lnTo>
                  <a:cubicBezTo>
                    <a:pt x="248323" y="129540"/>
                    <a:pt x="261322" y="101749"/>
                    <a:pt x="261322" y="64770"/>
                  </a:cubicBezTo>
                  <a:cubicBezTo>
                    <a:pt x="261322" y="27791"/>
                    <a:pt x="248323" y="0"/>
                    <a:pt x="231066" y="0"/>
                  </a:cubicBezTo>
                  <a:lnTo>
                    <a:pt x="195880" y="0"/>
                  </a:lnTo>
                  <a:cubicBezTo>
                    <a:pt x="188708" y="0"/>
                    <a:pt x="182209" y="4482"/>
                    <a:pt x="177054" y="12775"/>
                  </a:cubicBezTo>
                  <a:lnTo>
                    <a:pt x="84493" y="12102"/>
                  </a:lnTo>
                  <a:cubicBezTo>
                    <a:pt x="77994" y="2241"/>
                    <a:pt x="71046" y="0"/>
                    <a:pt x="66116" y="0"/>
                  </a:cubicBezTo>
                  <a:cubicBezTo>
                    <a:pt x="65891" y="0"/>
                    <a:pt x="65667" y="0"/>
                    <a:pt x="65443" y="224"/>
                  </a:cubicBezTo>
                  <a:cubicBezTo>
                    <a:pt x="65219" y="224"/>
                    <a:pt x="64995" y="0"/>
                    <a:pt x="64771"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8" name="Google Shape;3198;p96"/>
            <p:cNvSpPr/>
            <p:nvPr/>
          </p:nvSpPr>
          <p:spPr>
            <a:xfrm>
              <a:off x="619125" y="3020650"/>
              <a:ext cx="2616575" cy="1038700"/>
            </a:xfrm>
            <a:custGeom>
              <a:rect b="b" l="l" r="r" t="t"/>
              <a:pathLst>
                <a:path extrusionOk="0" h="41548" w="104663">
                  <a:moveTo>
                    <a:pt x="84694" y="0"/>
                  </a:moveTo>
                  <a:cubicBezTo>
                    <a:pt x="83524" y="0"/>
                    <a:pt x="82334" y="451"/>
                    <a:pt x="81355" y="1430"/>
                  </a:cubicBezTo>
                  <a:cubicBezTo>
                    <a:pt x="79562" y="3223"/>
                    <a:pt x="79562" y="6137"/>
                    <a:pt x="81355" y="8154"/>
                  </a:cubicBezTo>
                  <a:lnTo>
                    <a:pt x="88526" y="15550"/>
                  </a:lnTo>
                  <a:lnTo>
                    <a:pt x="5379" y="15550"/>
                  </a:lnTo>
                  <a:cubicBezTo>
                    <a:pt x="3138" y="15550"/>
                    <a:pt x="1121" y="17118"/>
                    <a:pt x="672" y="19135"/>
                  </a:cubicBezTo>
                  <a:cubicBezTo>
                    <a:pt x="0" y="22273"/>
                    <a:pt x="2241" y="25187"/>
                    <a:pt x="5379" y="25187"/>
                  </a:cubicBezTo>
                  <a:lnTo>
                    <a:pt x="88975" y="25187"/>
                  </a:lnTo>
                  <a:lnTo>
                    <a:pt x="81131" y="33479"/>
                  </a:lnTo>
                  <a:cubicBezTo>
                    <a:pt x="79338" y="35496"/>
                    <a:pt x="79562" y="38410"/>
                    <a:pt x="81579" y="40202"/>
                  </a:cubicBezTo>
                  <a:cubicBezTo>
                    <a:pt x="82475" y="41099"/>
                    <a:pt x="83596" y="41547"/>
                    <a:pt x="84716" y="41547"/>
                  </a:cubicBezTo>
                  <a:cubicBezTo>
                    <a:pt x="86061" y="41547"/>
                    <a:pt x="87406" y="41099"/>
                    <a:pt x="88302" y="39978"/>
                  </a:cubicBezTo>
                  <a:lnTo>
                    <a:pt x="103318" y="23618"/>
                  </a:lnTo>
                  <a:cubicBezTo>
                    <a:pt x="103766" y="23170"/>
                    <a:pt x="103766" y="22721"/>
                    <a:pt x="103991" y="22497"/>
                  </a:cubicBezTo>
                  <a:cubicBezTo>
                    <a:pt x="103991" y="22497"/>
                    <a:pt x="104215" y="22273"/>
                    <a:pt x="104215" y="22273"/>
                  </a:cubicBezTo>
                  <a:lnTo>
                    <a:pt x="104215" y="22049"/>
                  </a:lnTo>
                  <a:cubicBezTo>
                    <a:pt x="104663" y="21377"/>
                    <a:pt x="104663" y="20480"/>
                    <a:pt x="104439" y="19584"/>
                  </a:cubicBezTo>
                  <a:cubicBezTo>
                    <a:pt x="104439" y="19360"/>
                    <a:pt x="104439" y="19360"/>
                    <a:pt x="104439" y="19135"/>
                  </a:cubicBezTo>
                  <a:cubicBezTo>
                    <a:pt x="104215" y="18463"/>
                    <a:pt x="103991" y="17791"/>
                    <a:pt x="103318" y="17343"/>
                  </a:cubicBezTo>
                  <a:cubicBezTo>
                    <a:pt x="103318" y="17118"/>
                    <a:pt x="103318" y="17118"/>
                    <a:pt x="103318" y="16894"/>
                  </a:cubicBezTo>
                  <a:lnTo>
                    <a:pt x="88078" y="1430"/>
                  </a:lnTo>
                  <a:cubicBezTo>
                    <a:pt x="87155" y="507"/>
                    <a:pt x="85936" y="0"/>
                    <a:pt x="8469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199" name="Google Shape;3199;p96"/>
            <p:cNvSpPr/>
            <p:nvPr/>
          </p:nvSpPr>
          <p:spPr>
            <a:xfrm>
              <a:off x="501450" y="1919000"/>
              <a:ext cx="3462650" cy="1036575"/>
            </a:xfrm>
            <a:custGeom>
              <a:rect b="b" l="l" r="r" t="t"/>
              <a:pathLst>
                <a:path extrusionOk="0" h="41463" w="138506">
                  <a:moveTo>
                    <a:pt x="118867" y="0"/>
                  </a:moveTo>
                  <a:cubicBezTo>
                    <a:pt x="117662" y="0"/>
                    <a:pt x="116430" y="449"/>
                    <a:pt x="115421" y="1345"/>
                  </a:cubicBezTo>
                  <a:cubicBezTo>
                    <a:pt x="113628" y="3138"/>
                    <a:pt x="113628" y="6052"/>
                    <a:pt x="115421" y="8069"/>
                  </a:cubicBezTo>
                  <a:lnTo>
                    <a:pt x="122593" y="15464"/>
                  </a:lnTo>
                  <a:lnTo>
                    <a:pt x="5603" y="15464"/>
                  </a:lnTo>
                  <a:cubicBezTo>
                    <a:pt x="3362" y="15464"/>
                    <a:pt x="1121" y="17033"/>
                    <a:pt x="673" y="19274"/>
                  </a:cubicBezTo>
                  <a:cubicBezTo>
                    <a:pt x="1" y="22412"/>
                    <a:pt x="2466" y="25101"/>
                    <a:pt x="5379" y="25101"/>
                  </a:cubicBezTo>
                  <a:lnTo>
                    <a:pt x="123041" y="25101"/>
                  </a:lnTo>
                  <a:lnTo>
                    <a:pt x="115421" y="33618"/>
                  </a:lnTo>
                  <a:cubicBezTo>
                    <a:pt x="113628" y="35411"/>
                    <a:pt x="113852" y="38549"/>
                    <a:pt x="115645" y="40341"/>
                  </a:cubicBezTo>
                  <a:cubicBezTo>
                    <a:pt x="116542" y="41014"/>
                    <a:pt x="117662" y="41462"/>
                    <a:pt x="118783" y="41462"/>
                  </a:cubicBezTo>
                  <a:cubicBezTo>
                    <a:pt x="120128" y="41462"/>
                    <a:pt x="121472" y="41014"/>
                    <a:pt x="122369" y="39893"/>
                  </a:cubicBezTo>
                  <a:lnTo>
                    <a:pt x="137161" y="23533"/>
                  </a:lnTo>
                  <a:cubicBezTo>
                    <a:pt x="137609" y="23084"/>
                    <a:pt x="137833" y="22860"/>
                    <a:pt x="137833" y="22412"/>
                  </a:cubicBezTo>
                  <a:cubicBezTo>
                    <a:pt x="138057" y="22188"/>
                    <a:pt x="138057" y="22188"/>
                    <a:pt x="138057" y="22188"/>
                  </a:cubicBezTo>
                  <a:lnTo>
                    <a:pt x="138057" y="21964"/>
                  </a:lnTo>
                  <a:cubicBezTo>
                    <a:pt x="138505" y="21291"/>
                    <a:pt x="138505" y="20395"/>
                    <a:pt x="138281" y="19723"/>
                  </a:cubicBezTo>
                  <a:cubicBezTo>
                    <a:pt x="138281" y="19499"/>
                    <a:pt x="138281" y="19274"/>
                    <a:pt x="138281" y="19050"/>
                  </a:cubicBezTo>
                  <a:cubicBezTo>
                    <a:pt x="138057" y="18378"/>
                    <a:pt x="137833" y="17706"/>
                    <a:pt x="137385" y="17257"/>
                  </a:cubicBezTo>
                  <a:cubicBezTo>
                    <a:pt x="137161" y="17033"/>
                    <a:pt x="137161" y="17033"/>
                    <a:pt x="137161" y="17033"/>
                  </a:cubicBezTo>
                  <a:lnTo>
                    <a:pt x="122145" y="1345"/>
                  </a:lnTo>
                  <a:cubicBezTo>
                    <a:pt x="121248" y="449"/>
                    <a:pt x="120072" y="0"/>
                    <a:pt x="11886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00" name="Google Shape;3200;p96"/>
            <p:cNvSpPr/>
            <p:nvPr/>
          </p:nvSpPr>
          <p:spPr>
            <a:xfrm>
              <a:off x="305350" y="2877100"/>
              <a:ext cx="1451175" cy="212925"/>
            </a:xfrm>
            <a:custGeom>
              <a:rect b="b" l="l" r="r" t="t"/>
              <a:pathLst>
                <a:path extrusionOk="0" h="8517" w="58047">
                  <a:moveTo>
                    <a:pt x="4707" y="0"/>
                  </a:moveTo>
                  <a:cubicBezTo>
                    <a:pt x="2242" y="0"/>
                    <a:pt x="225" y="1793"/>
                    <a:pt x="225" y="4035"/>
                  </a:cubicBezTo>
                  <a:cubicBezTo>
                    <a:pt x="0" y="6500"/>
                    <a:pt x="2017" y="8517"/>
                    <a:pt x="4483" y="8517"/>
                  </a:cubicBezTo>
                  <a:lnTo>
                    <a:pt x="53789" y="8517"/>
                  </a:lnTo>
                  <a:cubicBezTo>
                    <a:pt x="56254" y="8517"/>
                    <a:pt x="58047" y="6724"/>
                    <a:pt x="58047" y="4259"/>
                  </a:cubicBezTo>
                  <a:cubicBezTo>
                    <a:pt x="58047" y="2017"/>
                    <a:pt x="56254" y="0"/>
                    <a:pt x="5378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01" name="Google Shape;3201;p96"/>
            <p:cNvSpPr/>
            <p:nvPr/>
          </p:nvSpPr>
          <p:spPr>
            <a:xfrm>
              <a:off x="226900" y="4003300"/>
              <a:ext cx="2207600" cy="212925"/>
            </a:xfrm>
            <a:custGeom>
              <a:rect b="b" l="l" r="r" t="t"/>
              <a:pathLst>
                <a:path extrusionOk="0" h="8517" w="88304">
                  <a:moveTo>
                    <a:pt x="4931" y="0"/>
                  </a:moveTo>
                  <a:cubicBezTo>
                    <a:pt x="2690" y="0"/>
                    <a:pt x="673" y="1569"/>
                    <a:pt x="449" y="3810"/>
                  </a:cubicBezTo>
                  <a:cubicBezTo>
                    <a:pt x="1" y="6275"/>
                    <a:pt x="2242" y="8516"/>
                    <a:pt x="4707" y="8516"/>
                  </a:cubicBezTo>
                  <a:lnTo>
                    <a:pt x="84045" y="8516"/>
                  </a:lnTo>
                  <a:cubicBezTo>
                    <a:pt x="86510" y="8516"/>
                    <a:pt x="88303" y="6724"/>
                    <a:pt x="88303" y="4258"/>
                  </a:cubicBezTo>
                  <a:cubicBezTo>
                    <a:pt x="88303" y="2017"/>
                    <a:pt x="86510" y="0"/>
                    <a:pt x="8404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3202" name="Google Shape;3202;p96"/>
          <p:cNvSpPr txBox="1"/>
          <p:nvPr/>
        </p:nvSpPr>
        <p:spPr>
          <a:xfrm>
            <a:off x="6689935" y="598219"/>
            <a:ext cx="498600" cy="144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AI/ML</a:t>
            </a:r>
            <a:endParaRPr sz="600">
              <a:solidFill>
                <a:srgbClr val="105780"/>
              </a:solidFill>
            </a:endParaRPr>
          </a:p>
        </p:txBody>
      </p:sp>
      <p:grpSp>
        <p:nvGrpSpPr>
          <p:cNvPr id="3203" name="Google Shape;3203;p96"/>
          <p:cNvGrpSpPr/>
          <p:nvPr/>
        </p:nvGrpSpPr>
        <p:grpSpPr>
          <a:xfrm>
            <a:off x="3656431" y="1002596"/>
            <a:ext cx="253120" cy="286030"/>
            <a:chOff x="5853779" y="3153703"/>
            <a:chExt cx="484441" cy="547425"/>
          </a:xfrm>
        </p:grpSpPr>
        <p:sp>
          <p:nvSpPr>
            <p:cNvPr id="3204" name="Google Shape;3204;p96"/>
            <p:cNvSpPr/>
            <p:nvPr/>
          </p:nvSpPr>
          <p:spPr>
            <a:xfrm>
              <a:off x="5853779" y="3153703"/>
              <a:ext cx="484441" cy="547425"/>
            </a:xfrm>
            <a:custGeom>
              <a:rect b="b" l="l" r="r" t="t"/>
              <a:pathLst>
                <a:path extrusionOk="0" h="547425" w="484441">
                  <a:moveTo>
                    <a:pt x="465392" y="122896"/>
                  </a:moveTo>
                  <a:lnTo>
                    <a:pt x="261271" y="5072"/>
                  </a:lnTo>
                  <a:cubicBezTo>
                    <a:pt x="249555" y="-1691"/>
                    <a:pt x="234887" y="-1691"/>
                    <a:pt x="223171" y="5072"/>
                  </a:cubicBezTo>
                  <a:lnTo>
                    <a:pt x="19050" y="122896"/>
                  </a:lnTo>
                  <a:cubicBezTo>
                    <a:pt x="7334" y="129659"/>
                    <a:pt x="0" y="142327"/>
                    <a:pt x="0" y="155853"/>
                  </a:cubicBezTo>
                  <a:lnTo>
                    <a:pt x="0" y="391597"/>
                  </a:lnTo>
                  <a:cubicBezTo>
                    <a:pt x="0" y="405122"/>
                    <a:pt x="7334" y="417790"/>
                    <a:pt x="19050" y="424553"/>
                  </a:cubicBezTo>
                  <a:lnTo>
                    <a:pt x="223171" y="542377"/>
                  </a:lnTo>
                  <a:cubicBezTo>
                    <a:pt x="229076" y="545806"/>
                    <a:pt x="235649" y="547426"/>
                    <a:pt x="242221" y="547426"/>
                  </a:cubicBezTo>
                  <a:cubicBezTo>
                    <a:pt x="248793" y="547426"/>
                    <a:pt x="255365" y="545711"/>
                    <a:pt x="261271" y="542377"/>
                  </a:cubicBezTo>
                  <a:lnTo>
                    <a:pt x="465392" y="424553"/>
                  </a:lnTo>
                  <a:cubicBezTo>
                    <a:pt x="477107" y="417790"/>
                    <a:pt x="484442" y="405122"/>
                    <a:pt x="484442" y="391597"/>
                  </a:cubicBezTo>
                  <a:lnTo>
                    <a:pt x="484442" y="155853"/>
                  </a:lnTo>
                  <a:cubicBezTo>
                    <a:pt x="484442" y="142327"/>
                    <a:pt x="477107" y="129659"/>
                    <a:pt x="465392" y="122896"/>
                  </a:cubicBezTo>
                  <a:close/>
                  <a:moveTo>
                    <a:pt x="446342" y="391597"/>
                  </a:moveTo>
                  <a:lnTo>
                    <a:pt x="242221" y="509421"/>
                  </a:lnTo>
                  <a:lnTo>
                    <a:pt x="38100" y="391597"/>
                  </a:lnTo>
                  <a:lnTo>
                    <a:pt x="38100" y="155853"/>
                  </a:lnTo>
                  <a:lnTo>
                    <a:pt x="242221" y="38029"/>
                  </a:lnTo>
                  <a:lnTo>
                    <a:pt x="446342" y="155853"/>
                  </a:lnTo>
                  <a:lnTo>
                    <a:pt x="446342" y="391597"/>
                  </a:lnTo>
                  <a:close/>
                </a:path>
              </a:pathLst>
            </a:custGeom>
            <a:solidFill>
              <a:srgbClr val="2AB5E8"/>
            </a:solidFill>
            <a:ln>
              <a:noFill/>
            </a:ln>
          </p:spPr>
          <p:txBody>
            <a:bodyPr anchorCtr="0" anchor="t" bIns="23875" lIns="47775" spcFirstLastPara="1" rIns="47775" wrap="square" tIns="23875">
              <a:noAutofit/>
            </a:bodyPr>
            <a:lstStyle/>
            <a:p>
              <a:pPr indent="0" lvl="0" marL="0" marR="0" rtl="0" algn="l">
                <a:lnSpc>
                  <a:spcPct val="100000"/>
                </a:lnSpc>
                <a:spcBef>
                  <a:spcPts val="0"/>
                </a:spcBef>
                <a:spcAft>
                  <a:spcPts val="0"/>
                </a:spcAft>
                <a:buNone/>
              </a:pPr>
              <a:r>
                <a:t/>
              </a:r>
              <a:endParaRPr b="0" i="0" sz="731" u="none" cap="none" strike="noStrike">
                <a:solidFill>
                  <a:srgbClr val="000000"/>
                </a:solidFill>
                <a:latin typeface="Arial"/>
                <a:ea typeface="Arial"/>
                <a:cs typeface="Arial"/>
                <a:sym typeface="Arial"/>
              </a:endParaRPr>
            </a:p>
          </p:txBody>
        </p:sp>
        <p:sp>
          <p:nvSpPr>
            <p:cNvPr id="3205" name="Google Shape;3205;p96"/>
            <p:cNvSpPr/>
            <p:nvPr/>
          </p:nvSpPr>
          <p:spPr>
            <a:xfrm>
              <a:off x="5912262" y="3288601"/>
              <a:ext cx="367474" cy="293370"/>
            </a:xfrm>
            <a:custGeom>
              <a:rect b="b" l="l" r="r" t="t"/>
              <a:pathLst>
                <a:path extrusionOk="0" h="293370" w="367474">
                  <a:moveTo>
                    <a:pt x="183737" y="0"/>
                  </a:moveTo>
                  <a:cubicBezTo>
                    <a:pt x="108109" y="0"/>
                    <a:pt x="45911" y="58769"/>
                    <a:pt x="40386" y="133064"/>
                  </a:cubicBezTo>
                  <a:lnTo>
                    <a:pt x="11906" y="133064"/>
                  </a:lnTo>
                  <a:cubicBezTo>
                    <a:pt x="5334" y="133064"/>
                    <a:pt x="0" y="138398"/>
                    <a:pt x="0" y="144971"/>
                  </a:cubicBezTo>
                  <a:cubicBezTo>
                    <a:pt x="0" y="151543"/>
                    <a:pt x="5334" y="156877"/>
                    <a:pt x="11906" y="156877"/>
                  </a:cubicBezTo>
                  <a:lnTo>
                    <a:pt x="99155" y="156877"/>
                  </a:lnTo>
                  <a:cubicBezTo>
                    <a:pt x="101727" y="174498"/>
                    <a:pt x="109633" y="191357"/>
                    <a:pt x="123158" y="204883"/>
                  </a:cubicBezTo>
                  <a:cubicBezTo>
                    <a:pt x="139827" y="221552"/>
                    <a:pt x="161735" y="229934"/>
                    <a:pt x="183737" y="229934"/>
                  </a:cubicBezTo>
                  <a:cubicBezTo>
                    <a:pt x="194405" y="229934"/>
                    <a:pt x="205073" y="227933"/>
                    <a:pt x="215075" y="224028"/>
                  </a:cubicBezTo>
                  <a:lnTo>
                    <a:pt x="220313" y="229267"/>
                  </a:lnTo>
                  <a:lnTo>
                    <a:pt x="274130" y="283369"/>
                  </a:lnTo>
                  <a:cubicBezTo>
                    <a:pt x="280606" y="289846"/>
                    <a:pt x="289179" y="293370"/>
                    <a:pt x="298323" y="293370"/>
                  </a:cubicBezTo>
                  <a:cubicBezTo>
                    <a:pt x="307467" y="293370"/>
                    <a:pt x="316040" y="289846"/>
                    <a:pt x="322421" y="283369"/>
                  </a:cubicBezTo>
                  <a:lnTo>
                    <a:pt x="323088" y="282702"/>
                  </a:lnTo>
                  <a:cubicBezTo>
                    <a:pt x="336423" y="269367"/>
                    <a:pt x="336423" y="247745"/>
                    <a:pt x="323088" y="234410"/>
                  </a:cubicBezTo>
                  <a:lnTo>
                    <a:pt x="269367" y="180404"/>
                  </a:lnTo>
                  <a:lnTo>
                    <a:pt x="263747" y="174784"/>
                  </a:lnTo>
                  <a:cubicBezTo>
                    <a:pt x="265938" y="169069"/>
                    <a:pt x="267462" y="163068"/>
                    <a:pt x="268319" y="156972"/>
                  </a:cubicBezTo>
                  <a:lnTo>
                    <a:pt x="355568" y="156972"/>
                  </a:lnTo>
                  <a:cubicBezTo>
                    <a:pt x="362141" y="156972"/>
                    <a:pt x="367475" y="151638"/>
                    <a:pt x="367475" y="145066"/>
                  </a:cubicBezTo>
                  <a:cubicBezTo>
                    <a:pt x="367475" y="138493"/>
                    <a:pt x="362141" y="133160"/>
                    <a:pt x="355568" y="133160"/>
                  </a:cubicBezTo>
                  <a:lnTo>
                    <a:pt x="327089" y="133160"/>
                  </a:lnTo>
                  <a:cubicBezTo>
                    <a:pt x="321564" y="58865"/>
                    <a:pt x="259461" y="95"/>
                    <a:pt x="183737" y="95"/>
                  </a:cubicBezTo>
                  <a:close/>
                  <a:moveTo>
                    <a:pt x="140018" y="188119"/>
                  </a:moveTo>
                  <a:cubicBezTo>
                    <a:pt x="115919" y="164021"/>
                    <a:pt x="115919" y="124778"/>
                    <a:pt x="140018" y="100679"/>
                  </a:cubicBezTo>
                  <a:cubicBezTo>
                    <a:pt x="151733" y="88964"/>
                    <a:pt x="167259" y="82582"/>
                    <a:pt x="183737" y="82582"/>
                  </a:cubicBezTo>
                  <a:cubicBezTo>
                    <a:pt x="200216" y="82582"/>
                    <a:pt x="215741" y="89059"/>
                    <a:pt x="227457" y="100679"/>
                  </a:cubicBezTo>
                  <a:cubicBezTo>
                    <a:pt x="239173" y="112395"/>
                    <a:pt x="245555" y="127826"/>
                    <a:pt x="245555" y="144399"/>
                  </a:cubicBezTo>
                  <a:cubicBezTo>
                    <a:pt x="245555" y="160973"/>
                    <a:pt x="239173" y="176403"/>
                    <a:pt x="227457" y="188119"/>
                  </a:cubicBezTo>
                  <a:cubicBezTo>
                    <a:pt x="203359" y="212217"/>
                    <a:pt x="164116" y="212217"/>
                    <a:pt x="140018" y="188119"/>
                  </a:cubicBezTo>
                  <a:close/>
                  <a:moveTo>
                    <a:pt x="306324" y="251269"/>
                  </a:moveTo>
                  <a:cubicBezTo>
                    <a:pt x="310325" y="255270"/>
                    <a:pt x="310325" y="261842"/>
                    <a:pt x="306324" y="265843"/>
                  </a:cubicBezTo>
                  <a:lnTo>
                    <a:pt x="305562" y="266605"/>
                  </a:lnTo>
                  <a:cubicBezTo>
                    <a:pt x="303562" y="268605"/>
                    <a:pt x="300895" y="269653"/>
                    <a:pt x="298323" y="269653"/>
                  </a:cubicBezTo>
                  <a:cubicBezTo>
                    <a:pt x="295751" y="269653"/>
                    <a:pt x="293084" y="268605"/>
                    <a:pt x="291084" y="266605"/>
                  </a:cubicBezTo>
                  <a:lnTo>
                    <a:pt x="237268" y="212503"/>
                  </a:lnTo>
                  <a:lnTo>
                    <a:pt x="252603" y="197167"/>
                  </a:lnTo>
                  <a:lnTo>
                    <a:pt x="306419" y="251174"/>
                  </a:lnTo>
                  <a:close/>
                  <a:moveTo>
                    <a:pt x="268510" y="133160"/>
                  </a:moveTo>
                  <a:cubicBezTo>
                    <a:pt x="266033" y="114586"/>
                    <a:pt x="257747" y="97345"/>
                    <a:pt x="244221" y="83915"/>
                  </a:cubicBezTo>
                  <a:cubicBezTo>
                    <a:pt x="228029" y="67723"/>
                    <a:pt x="206502" y="58865"/>
                    <a:pt x="183642" y="58865"/>
                  </a:cubicBezTo>
                  <a:cubicBezTo>
                    <a:pt x="160782" y="58865"/>
                    <a:pt x="139256" y="67818"/>
                    <a:pt x="123063" y="83915"/>
                  </a:cubicBezTo>
                  <a:cubicBezTo>
                    <a:pt x="109252" y="97727"/>
                    <a:pt x="101251" y="115157"/>
                    <a:pt x="98870" y="133160"/>
                  </a:cubicBezTo>
                  <a:lnTo>
                    <a:pt x="64103" y="133160"/>
                  </a:lnTo>
                  <a:cubicBezTo>
                    <a:pt x="69628" y="72009"/>
                    <a:pt x="121063" y="23908"/>
                    <a:pt x="183642" y="23908"/>
                  </a:cubicBezTo>
                  <a:cubicBezTo>
                    <a:pt x="246221" y="23908"/>
                    <a:pt x="297371" y="71723"/>
                    <a:pt x="303181" y="133160"/>
                  </a:cubicBezTo>
                  <a:lnTo>
                    <a:pt x="268415" y="133160"/>
                  </a:lnTo>
                  <a:close/>
                </a:path>
              </a:pathLst>
            </a:custGeom>
            <a:solidFill>
              <a:srgbClr val="2AB5E8"/>
            </a:solidFill>
            <a:ln>
              <a:noFill/>
            </a:ln>
          </p:spPr>
          <p:txBody>
            <a:bodyPr anchorCtr="0" anchor="t" bIns="23875" lIns="47775" spcFirstLastPara="1" rIns="47775" wrap="square" tIns="23875">
              <a:noAutofit/>
            </a:bodyPr>
            <a:lstStyle/>
            <a:p>
              <a:pPr indent="0" lvl="0" marL="0" marR="0" rtl="0" algn="l">
                <a:lnSpc>
                  <a:spcPct val="100000"/>
                </a:lnSpc>
                <a:spcBef>
                  <a:spcPts val="0"/>
                </a:spcBef>
                <a:spcAft>
                  <a:spcPts val="0"/>
                </a:spcAft>
                <a:buNone/>
              </a:pPr>
              <a:r>
                <a:t/>
              </a:r>
              <a:endParaRPr b="0" i="0" sz="731" u="none" cap="none" strike="noStrike">
                <a:solidFill>
                  <a:srgbClr val="000000"/>
                </a:solidFill>
                <a:latin typeface="Arial"/>
                <a:ea typeface="Arial"/>
                <a:cs typeface="Arial"/>
                <a:sym typeface="Aria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9" name="Shape 3209"/>
        <p:cNvGrpSpPr/>
        <p:nvPr/>
      </p:nvGrpSpPr>
      <p:grpSpPr>
        <a:xfrm>
          <a:off x="0" y="0"/>
          <a:ext cx="0" cy="0"/>
          <a:chOff x="0" y="0"/>
          <a:chExt cx="0" cy="0"/>
        </a:xfrm>
      </p:grpSpPr>
      <p:sp>
        <p:nvSpPr>
          <p:cNvPr id="3210" name="Google Shape;3210;p9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General</a:t>
            </a:r>
            <a:endParaRPr/>
          </a:p>
        </p:txBody>
      </p:sp>
      <p:sp>
        <p:nvSpPr>
          <p:cNvPr id="3211" name="Google Shape;3211;p9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212" name="Google Shape;3212;p97"/>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sp>
        <p:nvSpPr>
          <p:cNvPr id="3213" name="Google Shape;3213;p97"/>
          <p:cNvSpPr txBox="1"/>
          <p:nvPr/>
        </p:nvSpPr>
        <p:spPr>
          <a:xfrm>
            <a:off x="1179778"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XML</a:t>
            </a:r>
            <a:endParaRPr sz="1800">
              <a:solidFill>
                <a:srgbClr val="252525"/>
              </a:solidFill>
              <a:latin typeface="Arial"/>
              <a:ea typeface="Arial"/>
              <a:cs typeface="Arial"/>
              <a:sym typeface="Arial"/>
            </a:endParaRPr>
          </a:p>
        </p:txBody>
      </p:sp>
      <p:sp>
        <p:nvSpPr>
          <p:cNvPr id="3214" name="Google Shape;3214;p97"/>
          <p:cNvSpPr txBox="1"/>
          <p:nvPr/>
        </p:nvSpPr>
        <p:spPr>
          <a:xfrm>
            <a:off x="1971975"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JSON</a:t>
            </a:r>
            <a:endParaRPr sz="1800">
              <a:solidFill>
                <a:srgbClr val="252525"/>
              </a:solidFill>
              <a:latin typeface="Arial"/>
              <a:ea typeface="Arial"/>
              <a:cs typeface="Arial"/>
              <a:sym typeface="Arial"/>
            </a:endParaRPr>
          </a:p>
        </p:txBody>
      </p:sp>
      <p:sp>
        <p:nvSpPr>
          <p:cNvPr id="3215" name="Google Shape;3215;p97"/>
          <p:cNvSpPr txBox="1"/>
          <p:nvPr/>
        </p:nvSpPr>
        <p:spPr>
          <a:xfrm>
            <a:off x="2764172"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LOG</a:t>
            </a:r>
            <a:endParaRPr sz="1800">
              <a:solidFill>
                <a:srgbClr val="252525"/>
              </a:solidFill>
              <a:latin typeface="Arial"/>
              <a:ea typeface="Arial"/>
              <a:cs typeface="Arial"/>
              <a:sym typeface="Arial"/>
            </a:endParaRPr>
          </a:p>
        </p:txBody>
      </p:sp>
      <p:sp>
        <p:nvSpPr>
          <p:cNvPr id="3216" name="Google Shape;3216;p97"/>
          <p:cNvSpPr txBox="1"/>
          <p:nvPr/>
        </p:nvSpPr>
        <p:spPr>
          <a:xfrm>
            <a:off x="3556369"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SQL</a:t>
            </a:r>
            <a:endParaRPr sz="1800">
              <a:solidFill>
                <a:srgbClr val="252525"/>
              </a:solidFill>
              <a:latin typeface="Arial"/>
              <a:ea typeface="Arial"/>
              <a:cs typeface="Arial"/>
              <a:sym typeface="Arial"/>
            </a:endParaRPr>
          </a:p>
        </p:txBody>
      </p:sp>
      <p:sp>
        <p:nvSpPr>
          <p:cNvPr id="3217" name="Google Shape;3217;p97"/>
          <p:cNvSpPr txBox="1"/>
          <p:nvPr/>
        </p:nvSpPr>
        <p:spPr>
          <a:xfrm>
            <a:off x="4348566"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TLOG</a:t>
            </a:r>
            <a:endParaRPr sz="1800">
              <a:solidFill>
                <a:srgbClr val="252525"/>
              </a:solidFill>
              <a:latin typeface="Arial"/>
              <a:ea typeface="Arial"/>
              <a:cs typeface="Arial"/>
              <a:sym typeface="Arial"/>
            </a:endParaRPr>
          </a:p>
        </p:txBody>
      </p:sp>
      <p:sp>
        <p:nvSpPr>
          <p:cNvPr id="3218" name="Google Shape;3218;p97"/>
          <p:cNvSpPr txBox="1"/>
          <p:nvPr/>
        </p:nvSpPr>
        <p:spPr>
          <a:xfrm>
            <a:off x="5140763"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XLS</a:t>
            </a:r>
            <a:endParaRPr sz="1800">
              <a:solidFill>
                <a:srgbClr val="252525"/>
              </a:solidFill>
              <a:latin typeface="Arial"/>
              <a:ea typeface="Arial"/>
              <a:cs typeface="Arial"/>
              <a:sym typeface="Arial"/>
            </a:endParaRPr>
          </a:p>
        </p:txBody>
      </p:sp>
      <p:grpSp>
        <p:nvGrpSpPr>
          <p:cNvPr id="3219" name="Google Shape;3219;p97"/>
          <p:cNvGrpSpPr/>
          <p:nvPr/>
        </p:nvGrpSpPr>
        <p:grpSpPr>
          <a:xfrm>
            <a:off x="1281844" y="1018240"/>
            <a:ext cx="221505" cy="256370"/>
            <a:chOff x="613002" y="392426"/>
            <a:chExt cx="252802" cy="288640"/>
          </a:xfrm>
        </p:grpSpPr>
        <p:sp>
          <p:nvSpPr>
            <p:cNvPr id="3220" name="Google Shape;3220;p97"/>
            <p:cNvSpPr/>
            <p:nvPr/>
          </p:nvSpPr>
          <p:spPr>
            <a:xfrm>
              <a:off x="613002" y="392426"/>
              <a:ext cx="252802" cy="288640"/>
            </a:xfrm>
            <a:custGeom>
              <a:rect b="b" l="l" r="r" t="t"/>
              <a:pathLst>
                <a:path extrusionOk="0" h="288640" w="252802">
                  <a:moveTo>
                    <a:pt x="226479" y="121923"/>
                  </a:moveTo>
                  <a:lnTo>
                    <a:pt x="219182" y="121923"/>
                  </a:lnTo>
                  <a:lnTo>
                    <a:pt x="219182" y="11549"/>
                  </a:lnTo>
                  <a:cubicBezTo>
                    <a:pt x="219182" y="5172"/>
                    <a:pt x="214014" y="3"/>
                    <a:pt x="207637" y="3"/>
                  </a:cubicBezTo>
                  <a:lnTo>
                    <a:pt x="65951" y="3"/>
                  </a:lnTo>
                  <a:cubicBezTo>
                    <a:pt x="62402" y="-80"/>
                    <a:pt x="59006" y="1448"/>
                    <a:pt x="56715" y="4160"/>
                  </a:cubicBezTo>
                  <a:lnTo>
                    <a:pt x="2220" y="68814"/>
                  </a:lnTo>
                  <a:cubicBezTo>
                    <a:pt x="721" y="70912"/>
                    <a:pt x="-57" y="73440"/>
                    <a:pt x="3" y="76019"/>
                  </a:cubicBezTo>
                  <a:lnTo>
                    <a:pt x="3" y="277094"/>
                  </a:lnTo>
                  <a:cubicBezTo>
                    <a:pt x="-48" y="283419"/>
                    <a:pt x="5038" y="288589"/>
                    <a:pt x="11363" y="288640"/>
                  </a:cubicBezTo>
                  <a:cubicBezTo>
                    <a:pt x="11425" y="288641"/>
                    <a:pt x="11487" y="288641"/>
                    <a:pt x="11549" y="288640"/>
                  </a:cubicBezTo>
                  <a:lnTo>
                    <a:pt x="207637" y="288640"/>
                  </a:lnTo>
                  <a:cubicBezTo>
                    <a:pt x="213962" y="288690"/>
                    <a:pt x="219131" y="283605"/>
                    <a:pt x="219182" y="277280"/>
                  </a:cubicBezTo>
                  <a:cubicBezTo>
                    <a:pt x="219183" y="277218"/>
                    <a:pt x="219183" y="277156"/>
                    <a:pt x="219182" y="277094"/>
                  </a:cubicBezTo>
                  <a:lnTo>
                    <a:pt x="219182" y="243843"/>
                  </a:lnTo>
                  <a:lnTo>
                    <a:pt x="226479" y="243843"/>
                  </a:lnTo>
                  <a:cubicBezTo>
                    <a:pt x="240996" y="243792"/>
                    <a:pt x="252752" y="232036"/>
                    <a:pt x="252803" y="217520"/>
                  </a:cubicBezTo>
                  <a:lnTo>
                    <a:pt x="252803" y="148247"/>
                  </a:lnTo>
                  <a:cubicBezTo>
                    <a:pt x="252752" y="133730"/>
                    <a:pt x="240996" y="121974"/>
                    <a:pt x="226479" y="121923"/>
                  </a:cubicBezTo>
                  <a:close/>
                  <a:moveTo>
                    <a:pt x="57546" y="39350"/>
                  </a:moveTo>
                  <a:lnTo>
                    <a:pt x="57546" y="69276"/>
                  </a:lnTo>
                  <a:lnTo>
                    <a:pt x="32238" y="69276"/>
                  </a:lnTo>
                  <a:close/>
                  <a:moveTo>
                    <a:pt x="196091" y="265549"/>
                  </a:moveTo>
                  <a:lnTo>
                    <a:pt x="22909" y="265549"/>
                  </a:lnTo>
                  <a:lnTo>
                    <a:pt x="22909" y="92367"/>
                  </a:lnTo>
                  <a:lnTo>
                    <a:pt x="69091" y="92367"/>
                  </a:lnTo>
                  <a:cubicBezTo>
                    <a:pt x="75416" y="92418"/>
                    <a:pt x="80586" y="87332"/>
                    <a:pt x="80637" y="81007"/>
                  </a:cubicBezTo>
                  <a:cubicBezTo>
                    <a:pt x="80638" y="80945"/>
                    <a:pt x="80638" y="80883"/>
                    <a:pt x="80637" y="80821"/>
                  </a:cubicBezTo>
                  <a:lnTo>
                    <a:pt x="80637" y="23094"/>
                  </a:lnTo>
                  <a:lnTo>
                    <a:pt x="196091" y="23094"/>
                  </a:lnTo>
                  <a:lnTo>
                    <a:pt x="196091" y="121923"/>
                  </a:lnTo>
                  <a:lnTo>
                    <a:pt x="87933" y="121923"/>
                  </a:lnTo>
                  <a:cubicBezTo>
                    <a:pt x="73395" y="121923"/>
                    <a:pt x="61610" y="133709"/>
                    <a:pt x="61610" y="148247"/>
                  </a:cubicBezTo>
                  <a:lnTo>
                    <a:pt x="61610" y="217520"/>
                  </a:lnTo>
                  <a:cubicBezTo>
                    <a:pt x="61610" y="232058"/>
                    <a:pt x="73395" y="243843"/>
                    <a:pt x="87933" y="243843"/>
                  </a:cubicBezTo>
                  <a:lnTo>
                    <a:pt x="196091" y="243843"/>
                  </a:lnTo>
                  <a:close/>
                  <a:moveTo>
                    <a:pt x="238024" y="217520"/>
                  </a:moveTo>
                  <a:cubicBezTo>
                    <a:pt x="238024" y="223896"/>
                    <a:pt x="232856" y="229065"/>
                    <a:pt x="226479" y="229065"/>
                  </a:cubicBezTo>
                  <a:lnTo>
                    <a:pt x="87933" y="229065"/>
                  </a:lnTo>
                  <a:cubicBezTo>
                    <a:pt x="81557" y="229065"/>
                    <a:pt x="76388" y="223896"/>
                    <a:pt x="76388" y="217520"/>
                  </a:cubicBezTo>
                  <a:lnTo>
                    <a:pt x="76388" y="148247"/>
                  </a:lnTo>
                  <a:cubicBezTo>
                    <a:pt x="76388" y="141870"/>
                    <a:pt x="81557" y="136701"/>
                    <a:pt x="87933" y="136701"/>
                  </a:cubicBezTo>
                  <a:lnTo>
                    <a:pt x="226479" y="136701"/>
                  </a:lnTo>
                  <a:cubicBezTo>
                    <a:pt x="232856" y="136701"/>
                    <a:pt x="238024" y="141870"/>
                    <a:pt x="238024" y="1482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1" name="Google Shape;3221;p97"/>
            <p:cNvSpPr/>
            <p:nvPr/>
          </p:nvSpPr>
          <p:spPr>
            <a:xfrm>
              <a:off x="700474" y="551202"/>
              <a:ext cx="43780" cy="53663"/>
            </a:xfrm>
            <a:custGeom>
              <a:rect b="b" l="l" r="r" t="t"/>
              <a:pathLst>
                <a:path extrusionOk="0" h="53663" w="43780">
                  <a:moveTo>
                    <a:pt x="43319" y="0"/>
                  </a:moveTo>
                  <a:lnTo>
                    <a:pt x="32697" y="0"/>
                  </a:lnTo>
                  <a:lnTo>
                    <a:pt x="23645" y="17457"/>
                  </a:lnTo>
                  <a:lnTo>
                    <a:pt x="21798" y="21521"/>
                  </a:lnTo>
                  <a:lnTo>
                    <a:pt x="20135" y="17457"/>
                  </a:lnTo>
                  <a:lnTo>
                    <a:pt x="11084" y="0"/>
                  </a:lnTo>
                  <a:lnTo>
                    <a:pt x="369" y="0"/>
                  </a:lnTo>
                  <a:lnTo>
                    <a:pt x="15055" y="26139"/>
                  </a:lnTo>
                  <a:lnTo>
                    <a:pt x="0" y="53663"/>
                  </a:lnTo>
                  <a:lnTo>
                    <a:pt x="10622" y="53663"/>
                  </a:lnTo>
                  <a:lnTo>
                    <a:pt x="19858" y="35191"/>
                  </a:lnTo>
                  <a:lnTo>
                    <a:pt x="21798" y="31219"/>
                  </a:lnTo>
                  <a:lnTo>
                    <a:pt x="23645" y="35191"/>
                  </a:lnTo>
                  <a:lnTo>
                    <a:pt x="33066" y="53663"/>
                  </a:lnTo>
                  <a:lnTo>
                    <a:pt x="43780" y="53663"/>
                  </a:lnTo>
                  <a:lnTo>
                    <a:pt x="28448" y="26139"/>
                  </a:lnTo>
                  <a:lnTo>
                    <a:pt x="43319"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2" name="Google Shape;3222;p97"/>
            <p:cNvSpPr/>
            <p:nvPr/>
          </p:nvSpPr>
          <p:spPr>
            <a:xfrm>
              <a:off x="750073" y="551202"/>
              <a:ext cx="47844" cy="53663"/>
            </a:xfrm>
            <a:custGeom>
              <a:rect b="b" l="l" r="r" t="t"/>
              <a:pathLst>
                <a:path extrusionOk="0" h="53663" w="47844">
                  <a:moveTo>
                    <a:pt x="41102" y="0"/>
                  </a:moveTo>
                  <a:lnTo>
                    <a:pt x="23922" y="25031"/>
                  </a:lnTo>
                  <a:lnTo>
                    <a:pt x="6743" y="0"/>
                  </a:lnTo>
                  <a:lnTo>
                    <a:pt x="92" y="0"/>
                  </a:lnTo>
                  <a:lnTo>
                    <a:pt x="0" y="53663"/>
                  </a:lnTo>
                  <a:lnTo>
                    <a:pt x="8867" y="53663"/>
                  </a:lnTo>
                  <a:lnTo>
                    <a:pt x="8867" y="17549"/>
                  </a:lnTo>
                  <a:lnTo>
                    <a:pt x="22444" y="36484"/>
                  </a:lnTo>
                  <a:lnTo>
                    <a:pt x="25492" y="36484"/>
                  </a:lnTo>
                  <a:lnTo>
                    <a:pt x="39070" y="17457"/>
                  </a:lnTo>
                  <a:lnTo>
                    <a:pt x="39070" y="53663"/>
                  </a:lnTo>
                  <a:lnTo>
                    <a:pt x="47844" y="53663"/>
                  </a:lnTo>
                  <a:lnTo>
                    <a:pt x="47752" y="0"/>
                  </a:lnTo>
                  <a:lnTo>
                    <a:pt x="41102"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3" name="Google Shape;3223;p97"/>
            <p:cNvSpPr/>
            <p:nvPr/>
          </p:nvSpPr>
          <p:spPr>
            <a:xfrm>
              <a:off x="808817" y="551202"/>
              <a:ext cx="32419" cy="53663"/>
            </a:xfrm>
            <a:custGeom>
              <a:rect b="b" l="l" r="r" t="t"/>
              <a:pathLst>
                <a:path extrusionOk="0" h="53663" w="32419">
                  <a:moveTo>
                    <a:pt x="8867" y="0"/>
                  </a:moveTo>
                  <a:lnTo>
                    <a:pt x="0" y="0"/>
                  </a:lnTo>
                  <a:lnTo>
                    <a:pt x="0" y="53663"/>
                  </a:lnTo>
                  <a:lnTo>
                    <a:pt x="32420" y="53663"/>
                  </a:lnTo>
                  <a:lnTo>
                    <a:pt x="32420" y="45812"/>
                  </a:lnTo>
                  <a:lnTo>
                    <a:pt x="8867" y="45812"/>
                  </a:lnTo>
                  <a:lnTo>
                    <a:pt x="8867"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24" name="Google Shape;3224;p97"/>
          <p:cNvGrpSpPr/>
          <p:nvPr/>
        </p:nvGrpSpPr>
        <p:grpSpPr>
          <a:xfrm>
            <a:off x="5241231" y="1018184"/>
            <a:ext cx="224539" cy="256370"/>
            <a:chOff x="4447305" y="2427382"/>
            <a:chExt cx="252802" cy="288640"/>
          </a:xfrm>
        </p:grpSpPr>
        <p:sp>
          <p:nvSpPr>
            <p:cNvPr id="3225" name="Google Shape;3225;p97"/>
            <p:cNvSpPr/>
            <p:nvPr/>
          </p:nvSpPr>
          <p:spPr>
            <a:xfrm>
              <a:off x="4447305" y="2427382"/>
              <a:ext cx="252802" cy="288640"/>
            </a:xfrm>
            <a:custGeom>
              <a:rect b="b" l="l" r="r" t="t"/>
              <a:pathLst>
                <a:path extrusionOk="0" h="288640" w="252802">
                  <a:moveTo>
                    <a:pt x="226479" y="121923"/>
                  </a:moveTo>
                  <a:lnTo>
                    <a:pt x="219182" y="121923"/>
                  </a:lnTo>
                  <a:lnTo>
                    <a:pt x="219182" y="11549"/>
                  </a:lnTo>
                  <a:cubicBezTo>
                    <a:pt x="219182" y="5172"/>
                    <a:pt x="214014" y="3"/>
                    <a:pt x="207637" y="3"/>
                  </a:cubicBezTo>
                  <a:lnTo>
                    <a:pt x="65951" y="3"/>
                  </a:lnTo>
                  <a:cubicBezTo>
                    <a:pt x="62402" y="-80"/>
                    <a:pt x="59006" y="1448"/>
                    <a:pt x="56715" y="4160"/>
                  </a:cubicBezTo>
                  <a:lnTo>
                    <a:pt x="2220" y="68814"/>
                  </a:lnTo>
                  <a:cubicBezTo>
                    <a:pt x="721" y="70912"/>
                    <a:pt x="-57" y="73440"/>
                    <a:pt x="3" y="76019"/>
                  </a:cubicBezTo>
                  <a:lnTo>
                    <a:pt x="3" y="277094"/>
                  </a:lnTo>
                  <a:cubicBezTo>
                    <a:pt x="-48" y="283419"/>
                    <a:pt x="5038" y="288589"/>
                    <a:pt x="11363" y="288640"/>
                  </a:cubicBezTo>
                  <a:cubicBezTo>
                    <a:pt x="11425" y="288641"/>
                    <a:pt x="11487" y="288641"/>
                    <a:pt x="11549" y="288640"/>
                  </a:cubicBezTo>
                  <a:lnTo>
                    <a:pt x="207637" y="288640"/>
                  </a:lnTo>
                  <a:cubicBezTo>
                    <a:pt x="213962" y="288690"/>
                    <a:pt x="219131" y="283605"/>
                    <a:pt x="219182" y="277280"/>
                  </a:cubicBezTo>
                  <a:cubicBezTo>
                    <a:pt x="219183" y="277218"/>
                    <a:pt x="219183" y="277156"/>
                    <a:pt x="219182" y="277094"/>
                  </a:cubicBezTo>
                  <a:lnTo>
                    <a:pt x="219182" y="243843"/>
                  </a:lnTo>
                  <a:lnTo>
                    <a:pt x="226479" y="243843"/>
                  </a:lnTo>
                  <a:cubicBezTo>
                    <a:pt x="240996" y="243792"/>
                    <a:pt x="252752" y="232036"/>
                    <a:pt x="252803" y="217520"/>
                  </a:cubicBezTo>
                  <a:lnTo>
                    <a:pt x="252803" y="148247"/>
                  </a:lnTo>
                  <a:cubicBezTo>
                    <a:pt x="252752" y="133730"/>
                    <a:pt x="240996" y="121974"/>
                    <a:pt x="226479" y="121923"/>
                  </a:cubicBezTo>
                  <a:close/>
                  <a:moveTo>
                    <a:pt x="57546" y="39350"/>
                  </a:moveTo>
                  <a:lnTo>
                    <a:pt x="57546" y="69276"/>
                  </a:lnTo>
                  <a:lnTo>
                    <a:pt x="32238" y="69276"/>
                  </a:lnTo>
                  <a:close/>
                  <a:moveTo>
                    <a:pt x="196091" y="265549"/>
                  </a:moveTo>
                  <a:lnTo>
                    <a:pt x="22909" y="265549"/>
                  </a:lnTo>
                  <a:lnTo>
                    <a:pt x="22909" y="92367"/>
                  </a:lnTo>
                  <a:lnTo>
                    <a:pt x="69091" y="92367"/>
                  </a:lnTo>
                  <a:cubicBezTo>
                    <a:pt x="75416" y="92418"/>
                    <a:pt x="80586" y="87332"/>
                    <a:pt x="80637" y="81007"/>
                  </a:cubicBezTo>
                  <a:cubicBezTo>
                    <a:pt x="80638" y="80945"/>
                    <a:pt x="80638" y="80883"/>
                    <a:pt x="80637" y="80821"/>
                  </a:cubicBezTo>
                  <a:lnTo>
                    <a:pt x="80637" y="23094"/>
                  </a:lnTo>
                  <a:lnTo>
                    <a:pt x="196091" y="23094"/>
                  </a:lnTo>
                  <a:lnTo>
                    <a:pt x="196091" y="121923"/>
                  </a:lnTo>
                  <a:lnTo>
                    <a:pt x="87933" y="121923"/>
                  </a:lnTo>
                  <a:cubicBezTo>
                    <a:pt x="73395" y="121923"/>
                    <a:pt x="61610" y="133709"/>
                    <a:pt x="61610" y="148247"/>
                  </a:cubicBezTo>
                  <a:lnTo>
                    <a:pt x="61610" y="217520"/>
                  </a:lnTo>
                  <a:cubicBezTo>
                    <a:pt x="61610" y="232058"/>
                    <a:pt x="73395" y="243843"/>
                    <a:pt x="87933" y="243843"/>
                  </a:cubicBezTo>
                  <a:lnTo>
                    <a:pt x="196091" y="243843"/>
                  </a:lnTo>
                  <a:close/>
                  <a:moveTo>
                    <a:pt x="238024" y="217520"/>
                  </a:moveTo>
                  <a:cubicBezTo>
                    <a:pt x="238024" y="223896"/>
                    <a:pt x="232856" y="229065"/>
                    <a:pt x="226479" y="229065"/>
                  </a:cubicBezTo>
                  <a:lnTo>
                    <a:pt x="87933" y="229065"/>
                  </a:lnTo>
                  <a:cubicBezTo>
                    <a:pt x="81557" y="229065"/>
                    <a:pt x="76388" y="223896"/>
                    <a:pt x="76388" y="217520"/>
                  </a:cubicBezTo>
                  <a:lnTo>
                    <a:pt x="76388" y="148247"/>
                  </a:lnTo>
                  <a:cubicBezTo>
                    <a:pt x="76388" y="141870"/>
                    <a:pt x="81557" y="136701"/>
                    <a:pt x="87933" y="136701"/>
                  </a:cubicBezTo>
                  <a:lnTo>
                    <a:pt x="226479" y="136701"/>
                  </a:lnTo>
                  <a:cubicBezTo>
                    <a:pt x="232856" y="136701"/>
                    <a:pt x="238024" y="141870"/>
                    <a:pt x="238024" y="1482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6" name="Google Shape;3226;p97"/>
            <p:cNvSpPr/>
            <p:nvPr/>
          </p:nvSpPr>
          <p:spPr>
            <a:xfrm>
              <a:off x="4544013" y="2586158"/>
              <a:ext cx="43780" cy="53663"/>
            </a:xfrm>
            <a:custGeom>
              <a:rect b="b" l="l" r="r" t="t"/>
              <a:pathLst>
                <a:path extrusionOk="0" h="53663" w="43780">
                  <a:moveTo>
                    <a:pt x="43319" y="0"/>
                  </a:moveTo>
                  <a:lnTo>
                    <a:pt x="32697" y="0"/>
                  </a:lnTo>
                  <a:lnTo>
                    <a:pt x="23645" y="17457"/>
                  </a:lnTo>
                  <a:lnTo>
                    <a:pt x="21798" y="21521"/>
                  </a:lnTo>
                  <a:lnTo>
                    <a:pt x="20135" y="17457"/>
                  </a:lnTo>
                  <a:lnTo>
                    <a:pt x="11084" y="0"/>
                  </a:lnTo>
                  <a:lnTo>
                    <a:pt x="369" y="0"/>
                  </a:lnTo>
                  <a:lnTo>
                    <a:pt x="15055" y="26139"/>
                  </a:lnTo>
                  <a:lnTo>
                    <a:pt x="0" y="53663"/>
                  </a:lnTo>
                  <a:lnTo>
                    <a:pt x="10622" y="53663"/>
                  </a:lnTo>
                  <a:lnTo>
                    <a:pt x="19858" y="35191"/>
                  </a:lnTo>
                  <a:lnTo>
                    <a:pt x="21798" y="31219"/>
                  </a:lnTo>
                  <a:lnTo>
                    <a:pt x="23645" y="35191"/>
                  </a:lnTo>
                  <a:lnTo>
                    <a:pt x="33066" y="53663"/>
                  </a:lnTo>
                  <a:lnTo>
                    <a:pt x="43780" y="53663"/>
                  </a:lnTo>
                  <a:lnTo>
                    <a:pt x="28448" y="26139"/>
                  </a:lnTo>
                  <a:lnTo>
                    <a:pt x="43319"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7" name="Google Shape;3227;p97"/>
            <p:cNvSpPr/>
            <p:nvPr/>
          </p:nvSpPr>
          <p:spPr>
            <a:xfrm>
              <a:off x="4593705" y="2586158"/>
              <a:ext cx="32512" cy="53663"/>
            </a:xfrm>
            <a:custGeom>
              <a:rect b="b" l="l" r="r" t="t"/>
              <a:pathLst>
                <a:path extrusionOk="0" h="53663" w="32512">
                  <a:moveTo>
                    <a:pt x="8867" y="0"/>
                  </a:moveTo>
                  <a:lnTo>
                    <a:pt x="0" y="0"/>
                  </a:lnTo>
                  <a:lnTo>
                    <a:pt x="0" y="53663"/>
                  </a:lnTo>
                  <a:lnTo>
                    <a:pt x="32512" y="53663"/>
                  </a:lnTo>
                  <a:lnTo>
                    <a:pt x="32512" y="45812"/>
                  </a:lnTo>
                  <a:lnTo>
                    <a:pt x="8867" y="45812"/>
                  </a:lnTo>
                  <a:lnTo>
                    <a:pt x="8867"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28" name="Google Shape;3228;p97"/>
            <p:cNvSpPr/>
            <p:nvPr/>
          </p:nvSpPr>
          <p:spPr>
            <a:xfrm>
              <a:off x="4629634" y="2584861"/>
              <a:ext cx="37439" cy="56514"/>
            </a:xfrm>
            <a:custGeom>
              <a:rect b="b" l="l" r="r" t="t"/>
              <a:pathLst>
                <a:path extrusionOk="0" h="56514" w="37439">
                  <a:moveTo>
                    <a:pt x="20874" y="23187"/>
                  </a:moveTo>
                  <a:cubicBezTo>
                    <a:pt x="12746" y="20509"/>
                    <a:pt x="10529" y="18754"/>
                    <a:pt x="10529" y="15059"/>
                  </a:cubicBezTo>
                  <a:cubicBezTo>
                    <a:pt x="10529" y="11365"/>
                    <a:pt x="13577" y="8317"/>
                    <a:pt x="18935" y="8317"/>
                  </a:cubicBezTo>
                  <a:cubicBezTo>
                    <a:pt x="23498" y="8289"/>
                    <a:pt x="27921" y="9894"/>
                    <a:pt x="31404" y="12843"/>
                  </a:cubicBezTo>
                  <a:lnTo>
                    <a:pt x="36207" y="5546"/>
                  </a:lnTo>
                  <a:cubicBezTo>
                    <a:pt x="31411" y="1491"/>
                    <a:pt x="25189" y="-472"/>
                    <a:pt x="18935" y="96"/>
                  </a:cubicBezTo>
                  <a:cubicBezTo>
                    <a:pt x="7020" y="96"/>
                    <a:pt x="462" y="6192"/>
                    <a:pt x="462" y="15429"/>
                  </a:cubicBezTo>
                  <a:cubicBezTo>
                    <a:pt x="462" y="24665"/>
                    <a:pt x="5634" y="27806"/>
                    <a:pt x="16810" y="31408"/>
                  </a:cubicBezTo>
                  <a:cubicBezTo>
                    <a:pt x="26047" y="34363"/>
                    <a:pt x="27432" y="36395"/>
                    <a:pt x="27432" y="40644"/>
                  </a:cubicBezTo>
                  <a:cubicBezTo>
                    <a:pt x="27432" y="44893"/>
                    <a:pt x="24846" y="48033"/>
                    <a:pt x="18657" y="48033"/>
                  </a:cubicBezTo>
                  <a:cubicBezTo>
                    <a:pt x="13625" y="47875"/>
                    <a:pt x="8787" y="46057"/>
                    <a:pt x="4895" y="42861"/>
                  </a:cubicBezTo>
                  <a:lnTo>
                    <a:pt x="0" y="49603"/>
                  </a:lnTo>
                  <a:cubicBezTo>
                    <a:pt x="5160" y="54284"/>
                    <a:pt x="11977" y="56712"/>
                    <a:pt x="18935" y="56346"/>
                  </a:cubicBezTo>
                  <a:cubicBezTo>
                    <a:pt x="27770" y="57623"/>
                    <a:pt x="35967" y="51497"/>
                    <a:pt x="37245" y="42661"/>
                  </a:cubicBezTo>
                  <a:cubicBezTo>
                    <a:pt x="37372" y="41779"/>
                    <a:pt x="37427" y="40889"/>
                    <a:pt x="37407" y="39998"/>
                  </a:cubicBezTo>
                  <a:cubicBezTo>
                    <a:pt x="37869" y="31592"/>
                    <a:pt x="33343" y="26882"/>
                    <a:pt x="20874" y="2318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29" name="Google Shape;3229;p97"/>
          <p:cNvGrpSpPr/>
          <p:nvPr/>
        </p:nvGrpSpPr>
        <p:grpSpPr>
          <a:xfrm>
            <a:off x="4446532" y="1018243"/>
            <a:ext cx="229839" cy="256374"/>
            <a:chOff x="1882926" y="207627"/>
            <a:chExt cx="262313" cy="288644"/>
          </a:xfrm>
        </p:grpSpPr>
        <p:sp>
          <p:nvSpPr>
            <p:cNvPr id="3230" name="Google Shape;3230;p97"/>
            <p:cNvSpPr/>
            <p:nvPr/>
          </p:nvSpPr>
          <p:spPr>
            <a:xfrm>
              <a:off x="1882926" y="207627"/>
              <a:ext cx="262313" cy="288644"/>
            </a:xfrm>
            <a:custGeom>
              <a:rect b="b" l="l" r="r" t="t"/>
              <a:pathLst>
                <a:path extrusionOk="0" h="288644" w="262313">
                  <a:moveTo>
                    <a:pt x="233588" y="121927"/>
                  </a:moveTo>
                  <a:lnTo>
                    <a:pt x="219826" y="121927"/>
                  </a:lnTo>
                  <a:lnTo>
                    <a:pt x="219826" y="11553"/>
                  </a:lnTo>
                  <a:cubicBezTo>
                    <a:pt x="219826" y="5176"/>
                    <a:pt x="214657" y="7"/>
                    <a:pt x="208280" y="7"/>
                  </a:cubicBezTo>
                  <a:lnTo>
                    <a:pt x="66502" y="7"/>
                  </a:lnTo>
                  <a:cubicBezTo>
                    <a:pt x="62945" y="-118"/>
                    <a:pt x="59531" y="1418"/>
                    <a:pt x="57266" y="4163"/>
                  </a:cubicBezTo>
                  <a:lnTo>
                    <a:pt x="2679" y="68818"/>
                  </a:lnTo>
                  <a:cubicBezTo>
                    <a:pt x="950" y="70928"/>
                    <a:pt x="3" y="73571"/>
                    <a:pt x="0" y="76299"/>
                  </a:cubicBezTo>
                  <a:lnTo>
                    <a:pt x="0" y="277098"/>
                  </a:lnTo>
                  <a:cubicBezTo>
                    <a:pt x="-51" y="283423"/>
                    <a:pt x="5035" y="288593"/>
                    <a:pt x="11360" y="288643"/>
                  </a:cubicBezTo>
                  <a:cubicBezTo>
                    <a:pt x="11422" y="288644"/>
                    <a:pt x="11484" y="288644"/>
                    <a:pt x="11546" y="288643"/>
                  </a:cubicBezTo>
                  <a:lnTo>
                    <a:pt x="208280" y="288643"/>
                  </a:lnTo>
                  <a:cubicBezTo>
                    <a:pt x="214605" y="288694"/>
                    <a:pt x="219775" y="283609"/>
                    <a:pt x="219826" y="277284"/>
                  </a:cubicBezTo>
                  <a:cubicBezTo>
                    <a:pt x="219827" y="277222"/>
                    <a:pt x="219827" y="277160"/>
                    <a:pt x="219826" y="277098"/>
                  </a:cubicBezTo>
                  <a:lnTo>
                    <a:pt x="219826" y="243847"/>
                  </a:lnTo>
                  <a:lnTo>
                    <a:pt x="233588" y="243847"/>
                  </a:lnTo>
                  <a:cubicBezTo>
                    <a:pt x="248757" y="244423"/>
                    <a:pt x="261565" y="232685"/>
                    <a:pt x="262313" y="217523"/>
                  </a:cubicBezTo>
                  <a:lnTo>
                    <a:pt x="262313" y="148251"/>
                  </a:lnTo>
                  <a:cubicBezTo>
                    <a:pt x="261565" y="133089"/>
                    <a:pt x="248757" y="121352"/>
                    <a:pt x="233588" y="121927"/>
                  </a:cubicBezTo>
                  <a:close/>
                  <a:moveTo>
                    <a:pt x="58097" y="39354"/>
                  </a:moveTo>
                  <a:lnTo>
                    <a:pt x="58097" y="69280"/>
                  </a:lnTo>
                  <a:lnTo>
                    <a:pt x="32789" y="69280"/>
                  </a:lnTo>
                  <a:close/>
                  <a:moveTo>
                    <a:pt x="196643" y="265553"/>
                  </a:moveTo>
                  <a:lnTo>
                    <a:pt x="23553" y="265553"/>
                  </a:lnTo>
                  <a:lnTo>
                    <a:pt x="23553" y="92371"/>
                  </a:lnTo>
                  <a:lnTo>
                    <a:pt x="69735" y="92371"/>
                  </a:lnTo>
                  <a:cubicBezTo>
                    <a:pt x="76060" y="92422"/>
                    <a:pt x="81230" y="87336"/>
                    <a:pt x="81280" y="81011"/>
                  </a:cubicBezTo>
                  <a:cubicBezTo>
                    <a:pt x="81281" y="80949"/>
                    <a:pt x="81281" y="80887"/>
                    <a:pt x="81280" y="80825"/>
                  </a:cubicBezTo>
                  <a:lnTo>
                    <a:pt x="81280" y="23098"/>
                  </a:lnTo>
                  <a:lnTo>
                    <a:pt x="196735" y="23098"/>
                  </a:lnTo>
                  <a:lnTo>
                    <a:pt x="196735" y="121927"/>
                  </a:lnTo>
                  <a:lnTo>
                    <a:pt x="66225" y="121927"/>
                  </a:lnTo>
                  <a:cubicBezTo>
                    <a:pt x="51056" y="121352"/>
                    <a:pt x="38248" y="133089"/>
                    <a:pt x="37500" y="148251"/>
                  </a:cubicBezTo>
                  <a:lnTo>
                    <a:pt x="37500" y="217523"/>
                  </a:lnTo>
                  <a:cubicBezTo>
                    <a:pt x="38248" y="232685"/>
                    <a:pt x="51056" y="244423"/>
                    <a:pt x="66225" y="243847"/>
                  </a:cubicBezTo>
                  <a:lnTo>
                    <a:pt x="196735" y="243847"/>
                  </a:lnTo>
                  <a:close/>
                  <a:moveTo>
                    <a:pt x="247443" y="217523"/>
                  </a:moveTo>
                  <a:cubicBezTo>
                    <a:pt x="246761" y="224553"/>
                    <a:pt x="240529" y="229712"/>
                    <a:pt x="233496" y="229069"/>
                  </a:cubicBezTo>
                  <a:lnTo>
                    <a:pt x="66225" y="229069"/>
                  </a:lnTo>
                  <a:cubicBezTo>
                    <a:pt x="59192" y="229712"/>
                    <a:pt x="52960" y="224553"/>
                    <a:pt x="52278" y="217523"/>
                  </a:cubicBezTo>
                  <a:lnTo>
                    <a:pt x="52278" y="148251"/>
                  </a:lnTo>
                  <a:cubicBezTo>
                    <a:pt x="52960" y="141221"/>
                    <a:pt x="59192" y="136062"/>
                    <a:pt x="66225" y="136705"/>
                  </a:cubicBezTo>
                  <a:lnTo>
                    <a:pt x="233588" y="136705"/>
                  </a:lnTo>
                  <a:cubicBezTo>
                    <a:pt x="240622" y="136062"/>
                    <a:pt x="246853" y="141221"/>
                    <a:pt x="247535" y="14825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1" name="Google Shape;3231;p97"/>
            <p:cNvSpPr/>
            <p:nvPr/>
          </p:nvSpPr>
          <p:spPr>
            <a:xfrm>
              <a:off x="1942593" y="366407"/>
              <a:ext cx="38977" cy="53663"/>
            </a:xfrm>
            <a:custGeom>
              <a:rect b="b" l="l" r="r" t="t"/>
              <a:pathLst>
                <a:path extrusionOk="0" h="53663" w="38977">
                  <a:moveTo>
                    <a:pt x="0" y="7851"/>
                  </a:moveTo>
                  <a:lnTo>
                    <a:pt x="15055" y="7851"/>
                  </a:lnTo>
                  <a:lnTo>
                    <a:pt x="15055" y="53663"/>
                  </a:lnTo>
                  <a:lnTo>
                    <a:pt x="23922" y="53663"/>
                  </a:lnTo>
                  <a:lnTo>
                    <a:pt x="23922" y="7851"/>
                  </a:lnTo>
                  <a:lnTo>
                    <a:pt x="38977" y="7851"/>
                  </a:lnTo>
                  <a:lnTo>
                    <a:pt x="38977" y="0"/>
                  </a:lnTo>
                  <a:lnTo>
                    <a:pt x="0" y="0"/>
                  </a:lnTo>
                  <a:lnTo>
                    <a:pt x="0" y="7851"/>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2" name="Google Shape;3232;p97"/>
            <p:cNvSpPr/>
            <p:nvPr/>
          </p:nvSpPr>
          <p:spPr>
            <a:xfrm>
              <a:off x="1989514" y="366407"/>
              <a:ext cx="32419" cy="53663"/>
            </a:xfrm>
            <a:custGeom>
              <a:rect b="b" l="l" r="r" t="t"/>
              <a:pathLst>
                <a:path extrusionOk="0" h="53663" w="32419">
                  <a:moveTo>
                    <a:pt x="8867" y="0"/>
                  </a:moveTo>
                  <a:lnTo>
                    <a:pt x="0" y="0"/>
                  </a:lnTo>
                  <a:lnTo>
                    <a:pt x="0" y="53663"/>
                  </a:lnTo>
                  <a:lnTo>
                    <a:pt x="32420" y="53663"/>
                  </a:lnTo>
                  <a:lnTo>
                    <a:pt x="32420" y="45812"/>
                  </a:lnTo>
                  <a:lnTo>
                    <a:pt x="8867" y="45812"/>
                  </a:lnTo>
                  <a:lnTo>
                    <a:pt x="8867"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3" name="Google Shape;3233;p97"/>
            <p:cNvSpPr/>
            <p:nvPr/>
          </p:nvSpPr>
          <p:spPr>
            <a:xfrm>
              <a:off x="2020176" y="365207"/>
              <a:ext cx="49879" cy="55679"/>
            </a:xfrm>
            <a:custGeom>
              <a:rect b="b" l="l" r="r" t="t"/>
              <a:pathLst>
                <a:path extrusionOk="0" h="55679" w="49879">
                  <a:moveTo>
                    <a:pt x="24848" y="0"/>
                  </a:moveTo>
                  <a:cubicBezTo>
                    <a:pt x="10677" y="516"/>
                    <a:pt x="-394" y="12423"/>
                    <a:pt x="123" y="26594"/>
                  </a:cubicBezTo>
                  <a:cubicBezTo>
                    <a:pt x="136" y="26966"/>
                    <a:pt x="158" y="27338"/>
                    <a:pt x="187" y="27709"/>
                  </a:cubicBezTo>
                  <a:cubicBezTo>
                    <a:pt x="-1486" y="41380"/>
                    <a:pt x="8241" y="53819"/>
                    <a:pt x="21911" y="55492"/>
                  </a:cubicBezTo>
                  <a:cubicBezTo>
                    <a:pt x="35582" y="57166"/>
                    <a:pt x="48021" y="47440"/>
                    <a:pt x="49694" y="33768"/>
                  </a:cubicBezTo>
                  <a:cubicBezTo>
                    <a:pt x="49941" y="31756"/>
                    <a:pt x="49941" y="29722"/>
                    <a:pt x="49694" y="27709"/>
                  </a:cubicBezTo>
                  <a:cubicBezTo>
                    <a:pt x="50773" y="13518"/>
                    <a:pt x="40144" y="1139"/>
                    <a:pt x="25952" y="60"/>
                  </a:cubicBezTo>
                  <a:cubicBezTo>
                    <a:pt x="25585" y="32"/>
                    <a:pt x="25217" y="12"/>
                    <a:pt x="24848" y="0"/>
                  </a:cubicBezTo>
                  <a:close/>
                  <a:moveTo>
                    <a:pt x="24848" y="47567"/>
                  </a:moveTo>
                  <a:cubicBezTo>
                    <a:pt x="15612" y="47567"/>
                    <a:pt x="9331" y="39070"/>
                    <a:pt x="9331" y="28079"/>
                  </a:cubicBezTo>
                  <a:cubicBezTo>
                    <a:pt x="9331" y="17087"/>
                    <a:pt x="15612" y="8497"/>
                    <a:pt x="24848" y="8497"/>
                  </a:cubicBezTo>
                  <a:cubicBezTo>
                    <a:pt x="34085" y="8497"/>
                    <a:pt x="40550" y="16995"/>
                    <a:pt x="40550" y="28079"/>
                  </a:cubicBezTo>
                  <a:cubicBezTo>
                    <a:pt x="41760" y="37592"/>
                    <a:pt x="35030" y="46285"/>
                    <a:pt x="25516" y="47495"/>
                  </a:cubicBezTo>
                  <a:cubicBezTo>
                    <a:pt x="25294" y="47524"/>
                    <a:pt x="25071" y="47548"/>
                    <a:pt x="24848" y="4756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4" name="Google Shape;3234;p97"/>
            <p:cNvSpPr/>
            <p:nvPr/>
          </p:nvSpPr>
          <p:spPr>
            <a:xfrm>
              <a:off x="2073097" y="365167"/>
              <a:ext cx="47389" cy="55458"/>
            </a:xfrm>
            <a:custGeom>
              <a:rect b="b" l="l" r="r" t="t"/>
              <a:pathLst>
                <a:path extrusionOk="0" h="55458" w="47389">
                  <a:moveTo>
                    <a:pt x="23652" y="32090"/>
                  </a:moveTo>
                  <a:lnTo>
                    <a:pt x="37876" y="32090"/>
                  </a:lnTo>
                  <a:lnTo>
                    <a:pt x="37876" y="32829"/>
                  </a:lnTo>
                  <a:cubicBezTo>
                    <a:pt x="37876" y="42065"/>
                    <a:pt x="32796" y="47699"/>
                    <a:pt x="24760" y="47699"/>
                  </a:cubicBezTo>
                  <a:cubicBezTo>
                    <a:pt x="16725" y="47699"/>
                    <a:pt x="9335" y="39110"/>
                    <a:pt x="9335" y="28118"/>
                  </a:cubicBezTo>
                  <a:cubicBezTo>
                    <a:pt x="9335" y="17127"/>
                    <a:pt x="15524" y="8445"/>
                    <a:pt x="24945" y="8445"/>
                  </a:cubicBezTo>
                  <a:cubicBezTo>
                    <a:pt x="29595" y="8404"/>
                    <a:pt x="34051" y="10313"/>
                    <a:pt x="37229" y="13710"/>
                  </a:cubicBezTo>
                  <a:lnTo>
                    <a:pt x="42586" y="6967"/>
                  </a:lnTo>
                  <a:cubicBezTo>
                    <a:pt x="38046" y="2182"/>
                    <a:pt x="31623" y="-354"/>
                    <a:pt x="25037" y="40"/>
                  </a:cubicBezTo>
                  <a:cubicBezTo>
                    <a:pt x="10910" y="347"/>
                    <a:pt x="-292" y="12050"/>
                    <a:pt x="16" y="26176"/>
                  </a:cubicBezTo>
                  <a:cubicBezTo>
                    <a:pt x="28" y="26702"/>
                    <a:pt x="56" y="27225"/>
                    <a:pt x="99" y="27749"/>
                  </a:cubicBezTo>
                  <a:cubicBezTo>
                    <a:pt x="-1131" y="41774"/>
                    <a:pt x="9241" y="54141"/>
                    <a:pt x="23267" y="55371"/>
                  </a:cubicBezTo>
                  <a:cubicBezTo>
                    <a:pt x="23764" y="55415"/>
                    <a:pt x="24261" y="55443"/>
                    <a:pt x="24760" y="55458"/>
                  </a:cubicBezTo>
                  <a:cubicBezTo>
                    <a:pt x="38892" y="55458"/>
                    <a:pt x="47389" y="45021"/>
                    <a:pt x="47389" y="29134"/>
                  </a:cubicBezTo>
                  <a:lnTo>
                    <a:pt x="47389" y="23870"/>
                  </a:lnTo>
                  <a:lnTo>
                    <a:pt x="23652" y="2387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35" name="Google Shape;3235;p97"/>
          <p:cNvGrpSpPr/>
          <p:nvPr/>
        </p:nvGrpSpPr>
        <p:grpSpPr>
          <a:xfrm>
            <a:off x="3658351" y="1018249"/>
            <a:ext cx="221505" cy="256370"/>
            <a:chOff x="2542782" y="84232"/>
            <a:chExt cx="252802" cy="288640"/>
          </a:xfrm>
        </p:grpSpPr>
        <p:sp>
          <p:nvSpPr>
            <p:cNvPr id="3236" name="Google Shape;3236;p97"/>
            <p:cNvSpPr/>
            <p:nvPr/>
          </p:nvSpPr>
          <p:spPr>
            <a:xfrm>
              <a:off x="2542782" y="84232"/>
              <a:ext cx="252802" cy="288640"/>
            </a:xfrm>
            <a:custGeom>
              <a:rect b="b" l="l" r="r" t="t"/>
              <a:pathLst>
                <a:path extrusionOk="0" h="288640" w="252802">
                  <a:moveTo>
                    <a:pt x="226479" y="121923"/>
                  </a:moveTo>
                  <a:lnTo>
                    <a:pt x="219182" y="121923"/>
                  </a:lnTo>
                  <a:lnTo>
                    <a:pt x="219182" y="11549"/>
                  </a:lnTo>
                  <a:cubicBezTo>
                    <a:pt x="219182" y="5172"/>
                    <a:pt x="214014" y="3"/>
                    <a:pt x="207637" y="3"/>
                  </a:cubicBezTo>
                  <a:lnTo>
                    <a:pt x="65951" y="3"/>
                  </a:lnTo>
                  <a:cubicBezTo>
                    <a:pt x="62402" y="-80"/>
                    <a:pt x="59006" y="1448"/>
                    <a:pt x="56715" y="4160"/>
                  </a:cubicBezTo>
                  <a:lnTo>
                    <a:pt x="2220" y="68814"/>
                  </a:lnTo>
                  <a:cubicBezTo>
                    <a:pt x="721" y="70912"/>
                    <a:pt x="-57" y="73440"/>
                    <a:pt x="3" y="76019"/>
                  </a:cubicBezTo>
                  <a:lnTo>
                    <a:pt x="3" y="277094"/>
                  </a:lnTo>
                  <a:cubicBezTo>
                    <a:pt x="-48" y="283419"/>
                    <a:pt x="5038" y="288589"/>
                    <a:pt x="11363" y="288640"/>
                  </a:cubicBezTo>
                  <a:cubicBezTo>
                    <a:pt x="11425" y="288641"/>
                    <a:pt x="11487" y="288641"/>
                    <a:pt x="11549" y="288640"/>
                  </a:cubicBezTo>
                  <a:lnTo>
                    <a:pt x="207637" y="288640"/>
                  </a:lnTo>
                  <a:cubicBezTo>
                    <a:pt x="213962" y="288690"/>
                    <a:pt x="219131" y="283605"/>
                    <a:pt x="219182" y="277280"/>
                  </a:cubicBezTo>
                  <a:cubicBezTo>
                    <a:pt x="219183" y="277218"/>
                    <a:pt x="219183" y="277156"/>
                    <a:pt x="219182" y="277094"/>
                  </a:cubicBezTo>
                  <a:lnTo>
                    <a:pt x="219182" y="243843"/>
                  </a:lnTo>
                  <a:lnTo>
                    <a:pt x="226479" y="243843"/>
                  </a:lnTo>
                  <a:cubicBezTo>
                    <a:pt x="240996" y="243792"/>
                    <a:pt x="252752" y="232036"/>
                    <a:pt x="252803" y="217520"/>
                  </a:cubicBezTo>
                  <a:lnTo>
                    <a:pt x="252803" y="148247"/>
                  </a:lnTo>
                  <a:cubicBezTo>
                    <a:pt x="252752" y="133730"/>
                    <a:pt x="240996" y="121974"/>
                    <a:pt x="226479" y="121923"/>
                  </a:cubicBezTo>
                  <a:close/>
                  <a:moveTo>
                    <a:pt x="57546" y="39350"/>
                  </a:moveTo>
                  <a:lnTo>
                    <a:pt x="57546" y="69276"/>
                  </a:lnTo>
                  <a:lnTo>
                    <a:pt x="32238" y="69276"/>
                  </a:lnTo>
                  <a:close/>
                  <a:moveTo>
                    <a:pt x="196091" y="265549"/>
                  </a:moveTo>
                  <a:lnTo>
                    <a:pt x="22909" y="265549"/>
                  </a:lnTo>
                  <a:lnTo>
                    <a:pt x="22909" y="92367"/>
                  </a:lnTo>
                  <a:lnTo>
                    <a:pt x="69091" y="92367"/>
                  </a:lnTo>
                  <a:cubicBezTo>
                    <a:pt x="75416" y="92418"/>
                    <a:pt x="80586" y="87332"/>
                    <a:pt x="80637" y="81007"/>
                  </a:cubicBezTo>
                  <a:cubicBezTo>
                    <a:pt x="80638" y="80945"/>
                    <a:pt x="80638" y="80883"/>
                    <a:pt x="80637" y="80821"/>
                  </a:cubicBezTo>
                  <a:lnTo>
                    <a:pt x="80637" y="23094"/>
                  </a:lnTo>
                  <a:lnTo>
                    <a:pt x="196091" y="23094"/>
                  </a:lnTo>
                  <a:lnTo>
                    <a:pt x="196091" y="121923"/>
                  </a:lnTo>
                  <a:lnTo>
                    <a:pt x="87933" y="121923"/>
                  </a:lnTo>
                  <a:cubicBezTo>
                    <a:pt x="73395" y="121923"/>
                    <a:pt x="61610" y="133709"/>
                    <a:pt x="61610" y="148247"/>
                  </a:cubicBezTo>
                  <a:lnTo>
                    <a:pt x="61610" y="217520"/>
                  </a:lnTo>
                  <a:cubicBezTo>
                    <a:pt x="61610" y="232058"/>
                    <a:pt x="73395" y="243843"/>
                    <a:pt x="87933" y="243843"/>
                  </a:cubicBezTo>
                  <a:lnTo>
                    <a:pt x="196091" y="243843"/>
                  </a:lnTo>
                  <a:close/>
                  <a:moveTo>
                    <a:pt x="238024" y="217520"/>
                  </a:moveTo>
                  <a:cubicBezTo>
                    <a:pt x="238024" y="223896"/>
                    <a:pt x="232856" y="229065"/>
                    <a:pt x="226479" y="229065"/>
                  </a:cubicBezTo>
                  <a:lnTo>
                    <a:pt x="87933" y="229065"/>
                  </a:lnTo>
                  <a:cubicBezTo>
                    <a:pt x="81557" y="229065"/>
                    <a:pt x="76388" y="223896"/>
                    <a:pt x="76388" y="217520"/>
                  </a:cubicBezTo>
                  <a:lnTo>
                    <a:pt x="76388" y="148247"/>
                  </a:lnTo>
                  <a:cubicBezTo>
                    <a:pt x="76388" y="141870"/>
                    <a:pt x="81557" y="136701"/>
                    <a:pt x="87933" y="136701"/>
                  </a:cubicBezTo>
                  <a:lnTo>
                    <a:pt x="226479" y="136701"/>
                  </a:lnTo>
                  <a:cubicBezTo>
                    <a:pt x="232856" y="136701"/>
                    <a:pt x="238024" y="141870"/>
                    <a:pt x="238024" y="1482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7" name="Google Shape;3237;p97"/>
            <p:cNvSpPr/>
            <p:nvPr/>
          </p:nvSpPr>
          <p:spPr>
            <a:xfrm>
              <a:off x="2631732" y="241715"/>
              <a:ext cx="36990" cy="56495"/>
            </a:xfrm>
            <a:custGeom>
              <a:rect b="b" l="l" r="r" t="t"/>
              <a:pathLst>
                <a:path extrusionOk="0" h="56495" w="36990">
                  <a:moveTo>
                    <a:pt x="20874" y="23183"/>
                  </a:moveTo>
                  <a:cubicBezTo>
                    <a:pt x="12746" y="20504"/>
                    <a:pt x="10437" y="18750"/>
                    <a:pt x="10437" y="15055"/>
                  </a:cubicBezTo>
                  <a:cubicBezTo>
                    <a:pt x="10437" y="11360"/>
                    <a:pt x="13485" y="8312"/>
                    <a:pt x="18935" y="8312"/>
                  </a:cubicBezTo>
                  <a:cubicBezTo>
                    <a:pt x="23476" y="8248"/>
                    <a:pt x="27883" y="9860"/>
                    <a:pt x="31311" y="12838"/>
                  </a:cubicBezTo>
                  <a:lnTo>
                    <a:pt x="36114" y="5542"/>
                  </a:lnTo>
                  <a:cubicBezTo>
                    <a:pt x="31346" y="1501"/>
                    <a:pt x="25160" y="-462"/>
                    <a:pt x="18935" y="92"/>
                  </a:cubicBezTo>
                  <a:cubicBezTo>
                    <a:pt x="7020" y="92"/>
                    <a:pt x="462" y="6188"/>
                    <a:pt x="462" y="15424"/>
                  </a:cubicBezTo>
                  <a:cubicBezTo>
                    <a:pt x="462" y="24661"/>
                    <a:pt x="5542" y="27801"/>
                    <a:pt x="16718" y="31403"/>
                  </a:cubicBezTo>
                  <a:cubicBezTo>
                    <a:pt x="25954" y="34359"/>
                    <a:pt x="27432" y="36391"/>
                    <a:pt x="27432" y="40640"/>
                  </a:cubicBezTo>
                  <a:cubicBezTo>
                    <a:pt x="27432" y="44888"/>
                    <a:pt x="24753" y="48029"/>
                    <a:pt x="18657" y="48029"/>
                  </a:cubicBezTo>
                  <a:cubicBezTo>
                    <a:pt x="13593" y="47891"/>
                    <a:pt x="8718" y="46071"/>
                    <a:pt x="4803" y="42856"/>
                  </a:cubicBezTo>
                  <a:lnTo>
                    <a:pt x="0" y="49599"/>
                  </a:lnTo>
                  <a:cubicBezTo>
                    <a:pt x="5035" y="54182"/>
                    <a:pt x="11669" y="56604"/>
                    <a:pt x="18473" y="56342"/>
                  </a:cubicBezTo>
                  <a:cubicBezTo>
                    <a:pt x="27366" y="57567"/>
                    <a:pt x="35570" y="51350"/>
                    <a:pt x="36795" y="42457"/>
                  </a:cubicBezTo>
                  <a:cubicBezTo>
                    <a:pt x="36908" y="41640"/>
                    <a:pt x="36957" y="40817"/>
                    <a:pt x="36945" y="39993"/>
                  </a:cubicBezTo>
                  <a:cubicBezTo>
                    <a:pt x="37500" y="31588"/>
                    <a:pt x="32974" y="26878"/>
                    <a:pt x="20874" y="2318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8" name="Google Shape;3238;p97"/>
            <p:cNvSpPr/>
            <p:nvPr/>
          </p:nvSpPr>
          <p:spPr>
            <a:xfrm>
              <a:off x="2673665" y="242193"/>
              <a:ext cx="49879" cy="64915"/>
            </a:xfrm>
            <a:custGeom>
              <a:rect b="b" l="l" r="r" t="t"/>
              <a:pathLst>
                <a:path extrusionOk="0" h="64915" w="49879">
                  <a:moveTo>
                    <a:pt x="49692" y="27970"/>
                  </a:moveTo>
                  <a:cubicBezTo>
                    <a:pt x="51365" y="14300"/>
                    <a:pt x="41639" y="1860"/>
                    <a:pt x="27968" y="187"/>
                  </a:cubicBezTo>
                  <a:cubicBezTo>
                    <a:pt x="14297" y="-1486"/>
                    <a:pt x="1859" y="8240"/>
                    <a:pt x="185" y="21911"/>
                  </a:cubicBezTo>
                  <a:cubicBezTo>
                    <a:pt x="-62" y="23923"/>
                    <a:pt x="-62" y="25958"/>
                    <a:pt x="185" y="27970"/>
                  </a:cubicBezTo>
                  <a:cubicBezTo>
                    <a:pt x="-896" y="42161"/>
                    <a:pt x="9733" y="54542"/>
                    <a:pt x="23923" y="55622"/>
                  </a:cubicBezTo>
                  <a:cubicBezTo>
                    <a:pt x="24261" y="55648"/>
                    <a:pt x="24599" y="55667"/>
                    <a:pt x="24938" y="55679"/>
                  </a:cubicBezTo>
                  <a:cubicBezTo>
                    <a:pt x="26290" y="55821"/>
                    <a:pt x="27651" y="55821"/>
                    <a:pt x="29002" y="55679"/>
                  </a:cubicBezTo>
                  <a:lnTo>
                    <a:pt x="33805" y="64916"/>
                  </a:lnTo>
                  <a:lnTo>
                    <a:pt x="43596" y="64916"/>
                  </a:lnTo>
                  <a:lnTo>
                    <a:pt x="37130" y="52909"/>
                  </a:lnTo>
                  <a:cubicBezTo>
                    <a:pt x="45404" y="47376"/>
                    <a:pt x="50171" y="37911"/>
                    <a:pt x="49692" y="27970"/>
                  </a:cubicBezTo>
                  <a:close/>
                  <a:moveTo>
                    <a:pt x="24938" y="47367"/>
                  </a:moveTo>
                  <a:cubicBezTo>
                    <a:pt x="15702" y="47367"/>
                    <a:pt x="9329" y="38962"/>
                    <a:pt x="9329" y="27970"/>
                  </a:cubicBezTo>
                  <a:cubicBezTo>
                    <a:pt x="9329" y="16979"/>
                    <a:pt x="15702" y="8389"/>
                    <a:pt x="24938" y="8389"/>
                  </a:cubicBezTo>
                  <a:cubicBezTo>
                    <a:pt x="34175" y="8389"/>
                    <a:pt x="40548" y="16887"/>
                    <a:pt x="40548" y="27970"/>
                  </a:cubicBezTo>
                  <a:cubicBezTo>
                    <a:pt x="40548" y="39054"/>
                    <a:pt x="34175" y="47090"/>
                    <a:pt x="24938" y="4709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39" name="Google Shape;3239;p97"/>
            <p:cNvSpPr/>
            <p:nvPr/>
          </p:nvSpPr>
          <p:spPr>
            <a:xfrm>
              <a:off x="2731300" y="243008"/>
              <a:ext cx="32512" cy="53663"/>
            </a:xfrm>
            <a:custGeom>
              <a:rect b="b" l="l" r="r" t="t"/>
              <a:pathLst>
                <a:path extrusionOk="0" h="53663" w="32512">
                  <a:moveTo>
                    <a:pt x="8867" y="0"/>
                  </a:moveTo>
                  <a:lnTo>
                    <a:pt x="0" y="0"/>
                  </a:lnTo>
                  <a:lnTo>
                    <a:pt x="0" y="53663"/>
                  </a:lnTo>
                  <a:lnTo>
                    <a:pt x="32512" y="53663"/>
                  </a:lnTo>
                  <a:lnTo>
                    <a:pt x="32512" y="45812"/>
                  </a:lnTo>
                  <a:lnTo>
                    <a:pt x="8867" y="45812"/>
                  </a:lnTo>
                  <a:lnTo>
                    <a:pt x="8867"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40" name="Google Shape;3240;p97"/>
          <p:cNvGrpSpPr/>
          <p:nvPr/>
        </p:nvGrpSpPr>
        <p:grpSpPr>
          <a:xfrm>
            <a:off x="2864674" y="1018245"/>
            <a:ext cx="224539" cy="256370"/>
            <a:chOff x="3082481" y="213900"/>
            <a:chExt cx="252802" cy="288640"/>
          </a:xfrm>
        </p:grpSpPr>
        <p:sp>
          <p:nvSpPr>
            <p:cNvPr id="3241" name="Google Shape;3241;p97"/>
            <p:cNvSpPr/>
            <p:nvPr/>
          </p:nvSpPr>
          <p:spPr>
            <a:xfrm>
              <a:off x="3082481" y="213900"/>
              <a:ext cx="252802" cy="288640"/>
            </a:xfrm>
            <a:custGeom>
              <a:rect b="b" l="l" r="r" t="t"/>
              <a:pathLst>
                <a:path extrusionOk="0" h="288640" w="252802">
                  <a:moveTo>
                    <a:pt x="226479" y="121923"/>
                  </a:moveTo>
                  <a:lnTo>
                    <a:pt x="219182" y="121923"/>
                  </a:lnTo>
                  <a:lnTo>
                    <a:pt x="219182" y="11549"/>
                  </a:lnTo>
                  <a:cubicBezTo>
                    <a:pt x="219182" y="5172"/>
                    <a:pt x="214014" y="3"/>
                    <a:pt x="207637" y="3"/>
                  </a:cubicBezTo>
                  <a:lnTo>
                    <a:pt x="65951" y="3"/>
                  </a:lnTo>
                  <a:cubicBezTo>
                    <a:pt x="62402" y="-80"/>
                    <a:pt x="59006" y="1448"/>
                    <a:pt x="56715" y="4160"/>
                  </a:cubicBezTo>
                  <a:lnTo>
                    <a:pt x="2220" y="68814"/>
                  </a:lnTo>
                  <a:cubicBezTo>
                    <a:pt x="721" y="70912"/>
                    <a:pt x="-57" y="73440"/>
                    <a:pt x="3" y="76019"/>
                  </a:cubicBezTo>
                  <a:lnTo>
                    <a:pt x="3" y="277094"/>
                  </a:lnTo>
                  <a:cubicBezTo>
                    <a:pt x="-48" y="283419"/>
                    <a:pt x="5038" y="288589"/>
                    <a:pt x="11363" y="288640"/>
                  </a:cubicBezTo>
                  <a:cubicBezTo>
                    <a:pt x="11425" y="288641"/>
                    <a:pt x="11487" y="288641"/>
                    <a:pt x="11549" y="288640"/>
                  </a:cubicBezTo>
                  <a:lnTo>
                    <a:pt x="207637" y="288640"/>
                  </a:lnTo>
                  <a:cubicBezTo>
                    <a:pt x="213962" y="288690"/>
                    <a:pt x="219131" y="283605"/>
                    <a:pt x="219182" y="277280"/>
                  </a:cubicBezTo>
                  <a:cubicBezTo>
                    <a:pt x="219183" y="277218"/>
                    <a:pt x="219183" y="277156"/>
                    <a:pt x="219182" y="277094"/>
                  </a:cubicBezTo>
                  <a:lnTo>
                    <a:pt x="219182" y="243843"/>
                  </a:lnTo>
                  <a:lnTo>
                    <a:pt x="226479" y="243843"/>
                  </a:lnTo>
                  <a:cubicBezTo>
                    <a:pt x="240996" y="243792"/>
                    <a:pt x="252752" y="232036"/>
                    <a:pt x="252803" y="217520"/>
                  </a:cubicBezTo>
                  <a:lnTo>
                    <a:pt x="252803" y="148247"/>
                  </a:lnTo>
                  <a:cubicBezTo>
                    <a:pt x="252752" y="133730"/>
                    <a:pt x="240996" y="121974"/>
                    <a:pt x="226479" y="121923"/>
                  </a:cubicBezTo>
                  <a:close/>
                  <a:moveTo>
                    <a:pt x="57546" y="39350"/>
                  </a:moveTo>
                  <a:lnTo>
                    <a:pt x="57546" y="69276"/>
                  </a:lnTo>
                  <a:lnTo>
                    <a:pt x="32238" y="69276"/>
                  </a:lnTo>
                  <a:close/>
                  <a:moveTo>
                    <a:pt x="196091" y="265549"/>
                  </a:moveTo>
                  <a:lnTo>
                    <a:pt x="22909" y="265549"/>
                  </a:lnTo>
                  <a:lnTo>
                    <a:pt x="22909" y="92367"/>
                  </a:lnTo>
                  <a:lnTo>
                    <a:pt x="69091" y="92367"/>
                  </a:lnTo>
                  <a:cubicBezTo>
                    <a:pt x="75416" y="92418"/>
                    <a:pt x="80586" y="87332"/>
                    <a:pt x="80637" y="81007"/>
                  </a:cubicBezTo>
                  <a:cubicBezTo>
                    <a:pt x="80638" y="80945"/>
                    <a:pt x="80638" y="80883"/>
                    <a:pt x="80637" y="80821"/>
                  </a:cubicBezTo>
                  <a:lnTo>
                    <a:pt x="80637" y="23094"/>
                  </a:lnTo>
                  <a:lnTo>
                    <a:pt x="196091" y="23094"/>
                  </a:lnTo>
                  <a:lnTo>
                    <a:pt x="196091" y="121923"/>
                  </a:lnTo>
                  <a:lnTo>
                    <a:pt x="87933" y="121923"/>
                  </a:lnTo>
                  <a:cubicBezTo>
                    <a:pt x="73395" y="121923"/>
                    <a:pt x="61610" y="133709"/>
                    <a:pt x="61610" y="148247"/>
                  </a:cubicBezTo>
                  <a:lnTo>
                    <a:pt x="61610" y="217520"/>
                  </a:lnTo>
                  <a:cubicBezTo>
                    <a:pt x="61610" y="232058"/>
                    <a:pt x="73395" y="243843"/>
                    <a:pt x="87933" y="243843"/>
                  </a:cubicBezTo>
                  <a:lnTo>
                    <a:pt x="196091" y="243843"/>
                  </a:lnTo>
                  <a:close/>
                  <a:moveTo>
                    <a:pt x="238024" y="217520"/>
                  </a:moveTo>
                  <a:cubicBezTo>
                    <a:pt x="238024" y="223896"/>
                    <a:pt x="232856" y="229065"/>
                    <a:pt x="226479" y="229065"/>
                  </a:cubicBezTo>
                  <a:lnTo>
                    <a:pt x="87933" y="229065"/>
                  </a:lnTo>
                  <a:cubicBezTo>
                    <a:pt x="81557" y="229065"/>
                    <a:pt x="76388" y="223896"/>
                    <a:pt x="76388" y="217520"/>
                  </a:cubicBezTo>
                  <a:lnTo>
                    <a:pt x="76388" y="148247"/>
                  </a:lnTo>
                  <a:cubicBezTo>
                    <a:pt x="76388" y="141870"/>
                    <a:pt x="81557" y="136701"/>
                    <a:pt x="87933" y="136701"/>
                  </a:cubicBezTo>
                  <a:lnTo>
                    <a:pt x="226479" y="136701"/>
                  </a:lnTo>
                  <a:cubicBezTo>
                    <a:pt x="232856" y="136701"/>
                    <a:pt x="238024" y="141870"/>
                    <a:pt x="238024" y="1482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2" name="Google Shape;3242;p97"/>
            <p:cNvSpPr/>
            <p:nvPr/>
          </p:nvSpPr>
          <p:spPr>
            <a:xfrm>
              <a:off x="3176973" y="372676"/>
              <a:ext cx="32512" cy="53663"/>
            </a:xfrm>
            <a:custGeom>
              <a:rect b="b" l="l" r="r" t="t"/>
              <a:pathLst>
                <a:path extrusionOk="0" h="53663" w="32512">
                  <a:moveTo>
                    <a:pt x="8867" y="0"/>
                  </a:moveTo>
                  <a:lnTo>
                    <a:pt x="0" y="0"/>
                  </a:lnTo>
                  <a:lnTo>
                    <a:pt x="0" y="53663"/>
                  </a:lnTo>
                  <a:lnTo>
                    <a:pt x="32512" y="53663"/>
                  </a:lnTo>
                  <a:lnTo>
                    <a:pt x="32512" y="45812"/>
                  </a:lnTo>
                  <a:lnTo>
                    <a:pt x="8867" y="45812"/>
                  </a:lnTo>
                  <a:lnTo>
                    <a:pt x="8867"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3" name="Google Shape;3243;p97"/>
            <p:cNvSpPr/>
            <p:nvPr/>
          </p:nvSpPr>
          <p:spPr>
            <a:xfrm>
              <a:off x="3207740" y="371476"/>
              <a:ext cx="49579" cy="55418"/>
            </a:xfrm>
            <a:custGeom>
              <a:rect b="b" l="l" r="r" t="t"/>
              <a:pathLst>
                <a:path extrusionOk="0" h="55418" w="49579">
                  <a:moveTo>
                    <a:pt x="24743" y="0"/>
                  </a:moveTo>
                  <a:cubicBezTo>
                    <a:pt x="10572" y="516"/>
                    <a:pt x="-499" y="12423"/>
                    <a:pt x="17" y="26594"/>
                  </a:cubicBezTo>
                  <a:cubicBezTo>
                    <a:pt x="30" y="26966"/>
                    <a:pt x="52" y="27338"/>
                    <a:pt x="82" y="27709"/>
                  </a:cubicBezTo>
                  <a:cubicBezTo>
                    <a:pt x="-1000" y="41900"/>
                    <a:pt x="9626" y="54281"/>
                    <a:pt x="23817" y="55365"/>
                  </a:cubicBezTo>
                  <a:cubicBezTo>
                    <a:pt x="24125" y="55388"/>
                    <a:pt x="24434" y="55406"/>
                    <a:pt x="24743" y="55418"/>
                  </a:cubicBezTo>
                  <a:cubicBezTo>
                    <a:pt x="38965" y="54898"/>
                    <a:pt x="50074" y="42947"/>
                    <a:pt x="49554" y="28724"/>
                  </a:cubicBezTo>
                  <a:cubicBezTo>
                    <a:pt x="49542" y="28385"/>
                    <a:pt x="49522" y="28047"/>
                    <a:pt x="49497" y="27709"/>
                  </a:cubicBezTo>
                  <a:cubicBezTo>
                    <a:pt x="50626" y="13573"/>
                    <a:pt x="40083" y="1198"/>
                    <a:pt x="25947" y="67"/>
                  </a:cubicBezTo>
                  <a:cubicBezTo>
                    <a:pt x="25547" y="36"/>
                    <a:pt x="25145" y="13"/>
                    <a:pt x="24743" y="0"/>
                  </a:cubicBezTo>
                  <a:close/>
                  <a:moveTo>
                    <a:pt x="24743" y="47567"/>
                  </a:moveTo>
                  <a:cubicBezTo>
                    <a:pt x="15507" y="47567"/>
                    <a:pt x="9134" y="39070"/>
                    <a:pt x="9134" y="28079"/>
                  </a:cubicBezTo>
                  <a:cubicBezTo>
                    <a:pt x="9134" y="17087"/>
                    <a:pt x="15507" y="8497"/>
                    <a:pt x="24743" y="8497"/>
                  </a:cubicBezTo>
                  <a:cubicBezTo>
                    <a:pt x="33979" y="8497"/>
                    <a:pt x="40445" y="16995"/>
                    <a:pt x="40445" y="28079"/>
                  </a:cubicBezTo>
                  <a:cubicBezTo>
                    <a:pt x="41655" y="37592"/>
                    <a:pt x="34924" y="46285"/>
                    <a:pt x="25411" y="47495"/>
                  </a:cubicBezTo>
                  <a:cubicBezTo>
                    <a:pt x="25188" y="47524"/>
                    <a:pt x="24966" y="47548"/>
                    <a:pt x="24743" y="4756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4" name="Google Shape;3244;p97"/>
            <p:cNvSpPr/>
            <p:nvPr/>
          </p:nvSpPr>
          <p:spPr>
            <a:xfrm>
              <a:off x="3260756" y="371431"/>
              <a:ext cx="47650" cy="56109"/>
            </a:xfrm>
            <a:custGeom>
              <a:rect b="b" l="l" r="r" t="t"/>
              <a:pathLst>
                <a:path extrusionOk="0" h="56109" w="47650">
                  <a:moveTo>
                    <a:pt x="23544" y="32095"/>
                  </a:moveTo>
                  <a:lnTo>
                    <a:pt x="37768" y="32095"/>
                  </a:lnTo>
                  <a:lnTo>
                    <a:pt x="37768" y="32834"/>
                  </a:lnTo>
                  <a:cubicBezTo>
                    <a:pt x="38589" y="40185"/>
                    <a:pt x="33294" y="46809"/>
                    <a:pt x="25944" y="47630"/>
                  </a:cubicBezTo>
                  <a:cubicBezTo>
                    <a:pt x="25607" y="47668"/>
                    <a:pt x="25268" y="47692"/>
                    <a:pt x="24929" y="47704"/>
                  </a:cubicBezTo>
                  <a:cubicBezTo>
                    <a:pt x="15693" y="47704"/>
                    <a:pt x="9597" y="39115"/>
                    <a:pt x="9597" y="28123"/>
                  </a:cubicBezTo>
                  <a:cubicBezTo>
                    <a:pt x="9597" y="17132"/>
                    <a:pt x="15693" y="8450"/>
                    <a:pt x="24929" y="8450"/>
                  </a:cubicBezTo>
                  <a:cubicBezTo>
                    <a:pt x="29610" y="8394"/>
                    <a:pt x="34099" y="10305"/>
                    <a:pt x="37306" y="13715"/>
                  </a:cubicBezTo>
                  <a:lnTo>
                    <a:pt x="42570" y="6972"/>
                  </a:lnTo>
                  <a:cubicBezTo>
                    <a:pt x="38045" y="2165"/>
                    <a:pt x="31611" y="-375"/>
                    <a:pt x="25021" y="45"/>
                  </a:cubicBezTo>
                  <a:cubicBezTo>
                    <a:pt x="10896" y="404"/>
                    <a:pt x="-264" y="12145"/>
                    <a:pt x="95" y="26271"/>
                  </a:cubicBezTo>
                  <a:cubicBezTo>
                    <a:pt x="107" y="26767"/>
                    <a:pt x="134" y="27261"/>
                    <a:pt x="176" y="27754"/>
                  </a:cubicBezTo>
                  <a:cubicBezTo>
                    <a:pt x="-1459" y="41686"/>
                    <a:pt x="8509" y="54306"/>
                    <a:pt x="22443" y="55941"/>
                  </a:cubicBezTo>
                  <a:cubicBezTo>
                    <a:pt x="23268" y="56038"/>
                    <a:pt x="24098" y="56094"/>
                    <a:pt x="24929" y="56110"/>
                  </a:cubicBezTo>
                  <a:cubicBezTo>
                    <a:pt x="39153" y="56110"/>
                    <a:pt x="47650" y="45672"/>
                    <a:pt x="47650" y="29786"/>
                  </a:cubicBezTo>
                  <a:lnTo>
                    <a:pt x="47650" y="24521"/>
                  </a:lnTo>
                  <a:lnTo>
                    <a:pt x="23544" y="24521"/>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45" name="Google Shape;3245;p97"/>
          <p:cNvGrpSpPr/>
          <p:nvPr/>
        </p:nvGrpSpPr>
        <p:grpSpPr>
          <a:xfrm>
            <a:off x="2065942" y="1018250"/>
            <a:ext cx="237580" cy="256375"/>
            <a:chOff x="3538330" y="-80926"/>
            <a:chExt cx="267485" cy="288646"/>
          </a:xfrm>
        </p:grpSpPr>
        <p:sp>
          <p:nvSpPr>
            <p:cNvPr id="3246" name="Google Shape;3246;p97"/>
            <p:cNvSpPr/>
            <p:nvPr/>
          </p:nvSpPr>
          <p:spPr>
            <a:xfrm>
              <a:off x="3538330" y="-80926"/>
              <a:ext cx="267485" cy="288646"/>
            </a:xfrm>
            <a:custGeom>
              <a:rect b="b" l="l" r="r" t="t"/>
              <a:pathLst>
                <a:path extrusionOk="0" h="288646" w="267485">
                  <a:moveTo>
                    <a:pt x="240977" y="121927"/>
                  </a:moveTo>
                  <a:lnTo>
                    <a:pt x="220011" y="121927"/>
                  </a:lnTo>
                  <a:lnTo>
                    <a:pt x="220011" y="11553"/>
                  </a:lnTo>
                  <a:cubicBezTo>
                    <a:pt x="220011" y="5176"/>
                    <a:pt x="214843" y="6"/>
                    <a:pt x="208467" y="6"/>
                  </a:cubicBezTo>
                  <a:cubicBezTo>
                    <a:pt x="208404" y="6"/>
                    <a:pt x="208342" y="6"/>
                    <a:pt x="208280" y="7"/>
                  </a:cubicBezTo>
                  <a:lnTo>
                    <a:pt x="66502" y="7"/>
                  </a:lnTo>
                  <a:cubicBezTo>
                    <a:pt x="62945" y="-118"/>
                    <a:pt x="59531" y="1418"/>
                    <a:pt x="57266" y="4163"/>
                  </a:cubicBezTo>
                  <a:lnTo>
                    <a:pt x="2771" y="68818"/>
                  </a:lnTo>
                  <a:cubicBezTo>
                    <a:pt x="974" y="70895"/>
                    <a:pt x="-11" y="73553"/>
                    <a:pt x="0" y="76299"/>
                  </a:cubicBezTo>
                  <a:lnTo>
                    <a:pt x="0" y="277098"/>
                  </a:lnTo>
                  <a:cubicBezTo>
                    <a:pt x="-51" y="283423"/>
                    <a:pt x="5035" y="288593"/>
                    <a:pt x="11360" y="288643"/>
                  </a:cubicBezTo>
                  <a:cubicBezTo>
                    <a:pt x="11422" y="288644"/>
                    <a:pt x="11484" y="288644"/>
                    <a:pt x="11546" y="288643"/>
                  </a:cubicBezTo>
                  <a:lnTo>
                    <a:pt x="208280" y="288643"/>
                  </a:lnTo>
                  <a:cubicBezTo>
                    <a:pt x="214604" y="288797"/>
                    <a:pt x="219854" y="283794"/>
                    <a:pt x="220008" y="277471"/>
                  </a:cubicBezTo>
                  <a:cubicBezTo>
                    <a:pt x="220011" y="277346"/>
                    <a:pt x="220011" y="277223"/>
                    <a:pt x="220011" y="277098"/>
                  </a:cubicBezTo>
                  <a:lnTo>
                    <a:pt x="220011" y="243847"/>
                  </a:lnTo>
                  <a:lnTo>
                    <a:pt x="241162" y="243847"/>
                  </a:lnTo>
                  <a:cubicBezTo>
                    <a:pt x="255679" y="243796"/>
                    <a:pt x="267435" y="232040"/>
                    <a:pt x="267485" y="217523"/>
                  </a:cubicBezTo>
                  <a:lnTo>
                    <a:pt x="267485" y="148251"/>
                  </a:lnTo>
                  <a:cubicBezTo>
                    <a:pt x="267435" y="133662"/>
                    <a:pt x="255567" y="121876"/>
                    <a:pt x="240977" y="121927"/>
                  </a:cubicBezTo>
                  <a:cubicBezTo>
                    <a:pt x="240977" y="121927"/>
                    <a:pt x="240977" y="121927"/>
                    <a:pt x="240977" y="121927"/>
                  </a:cubicBezTo>
                  <a:close/>
                  <a:moveTo>
                    <a:pt x="58189" y="39354"/>
                  </a:moveTo>
                  <a:lnTo>
                    <a:pt x="58189" y="69280"/>
                  </a:lnTo>
                  <a:lnTo>
                    <a:pt x="32789" y="69280"/>
                  </a:lnTo>
                  <a:close/>
                  <a:moveTo>
                    <a:pt x="196735" y="265553"/>
                  </a:moveTo>
                  <a:lnTo>
                    <a:pt x="23553" y="265553"/>
                  </a:lnTo>
                  <a:lnTo>
                    <a:pt x="23553" y="92371"/>
                  </a:lnTo>
                  <a:lnTo>
                    <a:pt x="69735" y="92371"/>
                  </a:lnTo>
                  <a:cubicBezTo>
                    <a:pt x="76058" y="92524"/>
                    <a:pt x="81309" y="87522"/>
                    <a:pt x="81462" y="81199"/>
                  </a:cubicBezTo>
                  <a:cubicBezTo>
                    <a:pt x="81465" y="81074"/>
                    <a:pt x="81466" y="80950"/>
                    <a:pt x="81465" y="80825"/>
                  </a:cubicBezTo>
                  <a:lnTo>
                    <a:pt x="81465" y="23098"/>
                  </a:lnTo>
                  <a:lnTo>
                    <a:pt x="196920" y="23098"/>
                  </a:lnTo>
                  <a:lnTo>
                    <a:pt x="196920" y="121927"/>
                  </a:lnTo>
                  <a:lnTo>
                    <a:pt x="67611" y="121927"/>
                  </a:lnTo>
                  <a:cubicBezTo>
                    <a:pt x="53093" y="121978"/>
                    <a:pt x="41338" y="133734"/>
                    <a:pt x="41287" y="148251"/>
                  </a:cubicBezTo>
                  <a:lnTo>
                    <a:pt x="41287" y="217523"/>
                  </a:lnTo>
                  <a:cubicBezTo>
                    <a:pt x="41338" y="232040"/>
                    <a:pt x="53093" y="243796"/>
                    <a:pt x="67611" y="243847"/>
                  </a:cubicBezTo>
                  <a:lnTo>
                    <a:pt x="196920" y="243847"/>
                  </a:lnTo>
                  <a:close/>
                  <a:moveTo>
                    <a:pt x="252153" y="217523"/>
                  </a:moveTo>
                  <a:cubicBezTo>
                    <a:pt x="252153" y="223900"/>
                    <a:pt x="246984" y="229069"/>
                    <a:pt x="240608" y="229069"/>
                  </a:cubicBezTo>
                  <a:lnTo>
                    <a:pt x="67056" y="229069"/>
                  </a:lnTo>
                  <a:cubicBezTo>
                    <a:pt x="60680" y="229069"/>
                    <a:pt x="55511" y="223900"/>
                    <a:pt x="55511" y="217523"/>
                  </a:cubicBezTo>
                  <a:lnTo>
                    <a:pt x="55511" y="148251"/>
                  </a:lnTo>
                  <a:cubicBezTo>
                    <a:pt x="55511" y="141874"/>
                    <a:pt x="60680" y="136705"/>
                    <a:pt x="67056" y="136705"/>
                  </a:cubicBezTo>
                  <a:lnTo>
                    <a:pt x="240977" y="136705"/>
                  </a:lnTo>
                  <a:cubicBezTo>
                    <a:pt x="247354" y="136705"/>
                    <a:pt x="252523" y="141874"/>
                    <a:pt x="252523" y="14825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7" name="Google Shape;3247;p97"/>
            <p:cNvSpPr/>
            <p:nvPr/>
          </p:nvSpPr>
          <p:spPr>
            <a:xfrm>
              <a:off x="3599660" y="76375"/>
              <a:ext cx="30295" cy="54970"/>
            </a:xfrm>
            <a:custGeom>
              <a:rect b="b" l="l" r="r" t="t"/>
              <a:pathLst>
                <a:path extrusionOk="0" h="54970" w="30295">
                  <a:moveTo>
                    <a:pt x="21521" y="34082"/>
                  </a:moveTo>
                  <a:cubicBezTo>
                    <a:pt x="21521" y="42672"/>
                    <a:pt x="18565" y="46367"/>
                    <a:pt x="12284" y="46367"/>
                  </a:cubicBezTo>
                  <a:cubicBezTo>
                    <a:pt x="9338" y="46289"/>
                    <a:pt x="6505" y="45215"/>
                    <a:pt x="4249" y="43319"/>
                  </a:cubicBezTo>
                  <a:lnTo>
                    <a:pt x="0" y="50338"/>
                  </a:lnTo>
                  <a:cubicBezTo>
                    <a:pt x="3480" y="53488"/>
                    <a:pt x="8057" y="55146"/>
                    <a:pt x="12746" y="54956"/>
                  </a:cubicBezTo>
                  <a:cubicBezTo>
                    <a:pt x="24753" y="54956"/>
                    <a:pt x="30203" y="47198"/>
                    <a:pt x="30295" y="35837"/>
                  </a:cubicBezTo>
                  <a:lnTo>
                    <a:pt x="30295" y="0"/>
                  </a:lnTo>
                  <a:lnTo>
                    <a:pt x="21059" y="0"/>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8" name="Google Shape;3248;p97"/>
            <p:cNvSpPr/>
            <p:nvPr/>
          </p:nvSpPr>
          <p:spPr>
            <a:xfrm>
              <a:off x="3636513" y="75081"/>
              <a:ext cx="37287" cy="56511"/>
            </a:xfrm>
            <a:custGeom>
              <a:rect b="b" l="l" r="r" t="t"/>
              <a:pathLst>
                <a:path extrusionOk="0" h="56511" w="37287">
                  <a:moveTo>
                    <a:pt x="21705" y="23185"/>
                  </a:moveTo>
                  <a:cubicBezTo>
                    <a:pt x="13485" y="20691"/>
                    <a:pt x="10991" y="18751"/>
                    <a:pt x="10991" y="15057"/>
                  </a:cubicBezTo>
                  <a:cubicBezTo>
                    <a:pt x="10991" y="11362"/>
                    <a:pt x="14039" y="8314"/>
                    <a:pt x="19396" y="8314"/>
                  </a:cubicBezTo>
                  <a:cubicBezTo>
                    <a:pt x="23969" y="8227"/>
                    <a:pt x="28413" y="9840"/>
                    <a:pt x="31865" y="12840"/>
                  </a:cubicBezTo>
                  <a:lnTo>
                    <a:pt x="36668" y="5636"/>
                  </a:lnTo>
                  <a:cubicBezTo>
                    <a:pt x="31898" y="1528"/>
                    <a:pt x="25666" y="-471"/>
                    <a:pt x="19396" y="94"/>
                  </a:cubicBezTo>
                  <a:cubicBezTo>
                    <a:pt x="7481" y="94"/>
                    <a:pt x="924" y="6190"/>
                    <a:pt x="924" y="15426"/>
                  </a:cubicBezTo>
                  <a:cubicBezTo>
                    <a:pt x="924" y="24663"/>
                    <a:pt x="6004" y="27895"/>
                    <a:pt x="17180" y="31405"/>
                  </a:cubicBezTo>
                  <a:cubicBezTo>
                    <a:pt x="26416" y="34453"/>
                    <a:pt x="27801" y="36485"/>
                    <a:pt x="27801" y="40641"/>
                  </a:cubicBezTo>
                  <a:cubicBezTo>
                    <a:pt x="27801" y="44798"/>
                    <a:pt x="25215" y="48123"/>
                    <a:pt x="18565" y="48123"/>
                  </a:cubicBezTo>
                  <a:cubicBezTo>
                    <a:pt x="13532" y="47965"/>
                    <a:pt x="8694" y="46146"/>
                    <a:pt x="4803" y="42951"/>
                  </a:cubicBezTo>
                  <a:lnTo>
                    <a:pt x="0" y="49601"/>
                  </a:lnTo>
                  <a:cubicBezTo>
                    <a:pt x="5035" y="54184"/>
                    <a:pt x="11669" y="56606"/>
                    <a:pt x="18473" y="56343"/>
                  </a:cubicBezTo>
                  <a:cubicBezTo>
                    <a:pt x="27308" y="57620"/>
                    <a:pt x="35505" y="51492"/>
                    <a:pt x="36781" y="42657"/>
                  </a:cubicBezTo>
                  <a:cubicBezTo>
                    <a:pt x="36904" y="41806"/>
                    <a:pt x="36959" y="40947"/>
                    <a:pt x="36945" y="40087"/>
                  </a:cubicBezTo>
                  <a:cubicBezTo>
                    <a:pt x="38700" y="31590"/>
                    <a:pt x="33713" y="26879"/>
                    <a:pt x="21705" y="2318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49" name="Google Shape;3249;p97"/>
            <p:cNvSpPr/>
            <p:nvPr/>
          </p:nvSpPr>
          <p:spPr>
            <a:xfrm>
              <a:off x="3677335" y="75175"/>
              <a:ext cx="49879" cy="56141"/>
            </a:xfrm>
            <a:custGeom>
              <a:rect b="b" l="l" r="r" t="t"/>
              <a:pathLst>
                <a:path extrusionOk="0" h="56141" w="49879">
                  <a:moveTo>
                    <a:pt x="24848" y="0"/>
                  </a:moveTo>
                  <a:cubicBezTo>
                    <a:pt x="10676" y="493"/>
                    <a:pt x="-413" y="12382"/>
                    <a:pt x="80" y="26555"/>
                  </a:cubicBezTo>
                  <a:cubicBezTo>
                    <a:pt x="99" y="27094"/>
                    <a:pt x="135" y="27633"/>
                    <a:pt x="187" y="28171"/>
                  </a:cubicBezTo>
                  <a:cubicBezTo>
                    <a:pt x="-1486" y="41842"/>
                    <a:pt x="8241" y="54281"/>
                    <a:pt x="21911" y="55954"/>
                  </a:cubicBezTo>
                  <a:cubicBezTo>
                    <a:pt x="35582" y="57628"/>
                    <a:pt x="48021" y="47902"/>
                    <a:pt x="49694" y="34230"/>
                  </a:cubicBezTo>
                  <a:cubicBezTo>
                    <a:pt x="49941" y="32218"/>
                    <a:pt x="49941" y="30184"/>
                    <a:pt x="49694" y="28171"/>
                  </a:cubicBezTo>
                  <a:cubicBezTo>
                    <a:pt x="51028" y="14001"/>
                    <a:pt x="40621" y="1433"/>
                    <a:pt x="26453" y="101"/>
                  </a:cubicBezTo>
                  <a:cubicBezTo>
                    <a:pt x="25919" y="51"/>
                    <a:pt x="25384" y="17"/>
                    <a:pt x="24848" y="0"/>
                  </a:cubicBezTo>
                  <a:close/>
                  <a:moveTo>
                    <a:pt x="24848" y="47567"/>
                  </a:moveTo>
                  <a:cubicBezTo>
                    <a:pt x="15612" y="47567"/>
                    <a:pt x="9331" y="39162"/>
                    <a:pt x="9331" y="28171"/>
                  </a:cubicBezTo>
                  <a:cubicBezTo>
                    <a:pt x="9331" y="17180"/>
                    <a:pt x="15612" y="8497"/>
                    <a:pt x="24848" y="8497"/>
                  </a:cubicBezTo>
                  <a:cubicBezTo>
                    <a:pt x="34085" y="8497"/>
                    <a:pt x="40550" y="17087"/>
                    <a:pt x="40550" y="28171"/>
                  </a:cubicBezTo>
                  <a:cubicBezTo>
                    <a:pt x="41757" y="37634"/>
                    <a:pt x="35063" y="46282"/>
                    <a:pt x="25600" y="47488"/>
                  </a:cubicBezTo>
                  <a:cubicBezTo>
                    <a:pt x="25351" y="47520"/>
                    <a:pt x="25100" y="47546"/>
                    <a:pt x="24848" y="4756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50" name="Google Shape;3250;p97"/>
            <p:cNvSpPr/>
            <p:nvPr/>
          </p:nvSpPr>
          <p:spPr>
            <a:xfrm>
              <a:off x="3732941" y="76375"/>
              <a:ext cx="42856" cy="53663"/>
            </a:xfrm>
            <a:custGeom>
              <a:rect b="b" l="l" r="r" t="t"/>
              <a:pathLst>
                <a:path extrusionOk="0" h="53663" w="42856">
                  <a:moveTo>
                    <a:pt x="33990" y="37407"/>
                  </a:moveTo>
                  <a:lnTo>
                    <a:pt x="6558" y="0"/>
                  </a:lnTo>
                  <a:lnTo>
                    <a:pt x="0" y="0"/>
                  </a:lnTo>
                  <a:lnTo>
                    <a:pt x="0" y="53663"/>
                  </a:lnTo>
                  <a:lnTo>
                    <a:pt x="8775" y="53663"/>
                  </a:lnTo>
                  <a:lnTo>
                    <a:pt x="8775" y="16441"/>
                  </a:lnTo>
                  <a:lnTo>
                    <a:pt x="36207" y="53663"/>
                  </a:lnTo>
                  <a:lnTo>
                    <a:pt x="42857" y="53663"/>
                  </a:lnTo>
                  <a:lnTo>
                    <a:pt x="42857" y="0"/>
                  </a:lnTo>
                  <a:lnTo>
                    <a:pt x="33990" y="0"/>
                  </a:lnTo>
                  <a:lnTo>
                    <a:pt x="33990" y="37407"/>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251" name="Google Shape;3251;p97"/>
          <p:cNvSpPr/>
          <p:nvPr/>
        </p:nvSpPr>
        <p:spPr>
          <a:xfrm>
            <a:off x="6034824" y="1024858"/>
            <a:ext cx="221981" cy="243174"/>
          </a:xfrm>
          <a:custGeom>
            <a:rect b="b" l="l" r="r" t="t"/>
            <a:pathLst>
              <a:path extrusionOk="0" h="8858" w="8086">
                <a:moveTo>
                  <a:pt x="3607" y="708"/>
                </a:moveTo>
                <a:cubicBezTo>
                  <a:pt x="5483" y="708"/>
                  <a:pt x="6506" y="1299"/>
                  <a:pt x="6506" y="1603"/>
                </a:cubicBezTo>
                <a:cubicBezTo>
                  <a:pt x="6506" y="1908"/>
                  <a:pt x="5483" y="2497"/>
                  <a:pt x="3607" y="2497"/>
                </a:cubicBezTo>
                <a:cubicBezTo>
                  <a:pt x="1733" y="2497"/>
                  <a:pt x="710" y="1908"/>
                  <a:pt x="710" y="1603"/>
                </a:cubicBezTo>
                <a:cubicBezTo>
                  <a:pt x="710" y="1299"/>
                  <a:pt x="1732" y="708"/>
                  <a:pt x="3607" y="708"/>
                </a:cubicBezTo>
                <a:close/>
                <a:moveTo>
                  <a:pt x="5484" y="4640"/>
                </a:moveTo>
                <a:cubicBezTo>
                  <a:pt x="5735" y="4640"/>
                  <a:pt x="5912" y="4872"/>
                  <a:pt x="5912" y="5173"/>
                </a:cubicBezTo>
                <a:cubicBezTo>
                  <a:pt x="5912" y="5472"/>
                  <a:pt x="5735" y="5702"/>
                  <a:pt x="5484" y="5702"/>
                </a:cubicBezTo>
                <a:cubicBezTo>
                  <a:pt x="5235" y="5702"/>
                  <a:pt x="5061" y="5473"/>
                  <a:pt x="5061" y="5173"/>
                </a:cubicBezTo>
                <a:cubicBezTo>
                  <a:pt x="5061" y="4870"/>
                  <a:pt x="5235" y="4640"/>
                  <a:pt x="5484" y="4640"/>
                </a:cubicBezTo>
                <a:close/>
                <a:moveTo>
                  <a:pt x="6323" y="4439"/>
                </a:moveTo>
                <a:lnTo>
                  <a:pt x="6323" y="5899"/>
                </a:lnTo>
                <a:lnTo>
                  <a:pt x="7207" y="5899"/>
                </a:lnTo>
                <a:lnTo>
                  <a:pt x="7207" y="5687"/>
                </a:lnTo>
                <a:lnTo>
                  <a:pt x="6565" y="5687"/>
                </a:lnTo>
                <a:lnTo>
                  <a:pt x="6565" y="4439"/>
                </a:lnTo>
                <a:close/>
                <a:moveTo>
                  <a:pt x="4173" y="4410"/>
                </a:moveTo>
                <a:cubicBezTo>
                  <a:pt x="3848" y="4410"/>
                  <a:pt x="3676" y="4575"/>
                  <a:pt x="3676" y="4826"/>
                </a:cubicBezTo>
                <a:cubicBezTo>
                  <a:pt x="3676" y="5053"/>
                  <a:pt x="3814" y="5164"/>
                  <a:pt x="4118" y="5261"/>
                </a:cubicBezTo>
                <a:cubicBezTo>
                  <a:pt x="4360" y="5341"/>
                  <a:pt x="4408" y="5399"/>
                  <a:pt x="4408" y="5510"/>
                </a:cubicBezTo>
                <a:cubicBezTo>
                  <a:pt x="4408" y="5629"/>
                  <a:pt x="4338" y="5712"/>
                  <a:pt x="4169" y="5712"/>
                </a:cubicBezTo>
                <a:cubicBezTo>
                  <a:pt x="3952" y="5712"/>
                  <a:pt x="3794" y="5571"/>
                  <a:pt x="3794" y="5571"/>
                </a:cubicBezTo>
                <a:lnTo>
                  <a:pt x="3662" y="5754"/>
                </a:lnTo>
                <a:cubicBezTo>
                  <a:pt x="3662" y="5754"/>
                  <a:pt x="3827" y="5935"/>
                  <a:pt x="4176" y="5935"/>
                </a:cubicBezTo>
                <a:cubicBezTo>
                  <a:pt x="4512" y="5935"/>
                  <a:pt x="4678" y="5740"/>
                  <a:pt x="4678" y="5491"/>
                </a:cubicBezTo>
                <a:cubicBezTo>
                  <a:pt x="4678" y="5265"/>
                  <a:pt x="4553" y="5136"/>
                  <a:pt x="4227" y="5035"/>
                </a:cubicBezTo>
                <a:cubicBezTo>
                  <a:pt x="4005" y="4962"/>
                  <a:pt x="3944" y="4915"/>
                  <a:pt x="3944" y="4814"/>
                </a:cubicBezTo>
                <a:cubicBezTo>
                  <a:pt x="3944" y="4696"/>
                  <a:pt x="4026" y="4633"/>
                  <a:pt x="4173" y="4633"/>
                </a:cubicBezTo>
                <a:cubicBezTo>
                  <a:pt x="4384" y="4633"/>
                  <a:pt x="4510" y="4754"/>
                  <a:pt x="4510" y="4754"/>
                </a:cubicBezTo>
                <a:lnTo>
                  <a:pt x="4642" y="4558"/>
                </a:lnTo>
                <a:cubicBezTo>
                  <a:pt x="4642" y="4558"/>
                  <a:pt x="4509" y="4410"/>
                  <a:pt x="4173" y="4410"/>
                </a:cubicBezTo>
                <a:close/>
                <a:moveTo>
                  <a:pt x="5484" y="4408"/>
                </a:moveTo>
                <a:cubicBezTo>
                  <a:pt x="5080" y="4408"/>
                  <a:pt x="4813" y="4745"/>
                  <a:pt x="4813" y="5173"/>
                </a:cubicBezTo>
                <a:cubicBezTo>
                  <a:pt x="4813" y="5593"/>
                  <a:pt x="5080" y="5935"/>
                  <a:pt x="5484" y="5935"/>
                </a:cubicBezTo>
                <a:cubicBezTo>
                  <a:pt x="5524" y="5935"/>
                  <a:pt x="5561" y="5933"/>
                  <a:pt x="5596" y="5926"/>
                </a:cubicBezTo>
                <a:lnTo>
                  <a:pt x="5726" y="6177"/>
                </a:lnTo>
                <a:lnTo>
                  <a:pt x="5994" y="6177"/>
                </a:lnTo>
                <a:lnTo>
                  <a:pt x="5815" y="5849"/>
                </a:lnTo>
                <a:cubicBezTo>
                  <a:pt x="6031" y="5718"/>
                  <a:pt x="6160" y="5464"/>
                  <a:pt x="6160" y="5173"/>
                </a:cubicBezTo>
                <a:cubicBezTo>
                  <a:pt x="6160" y="4745"/>
                  <a:pt x="5893" y="4408"/>
                  <a:pt x="5484" y="4408"/>
                </a:cubicBezTo>
                <a:close/>
                <a:moveTo>
                  <a:pt x="7318" y="3936"/>
                </a:moveTo>
                <a:cubicBezTo>
                  <a:pt x="7492" y="3936"/>
                  <a:pt x="7633" y="4077"/>
                  <a:pt x="7633" y="4249"/>
                </a:cubicBezTo>
                <a:lnTo>
                  <a:pt x="7633" y="6135"/>
                </a:lnTo>
                <a:cubicBezTo>
                  <a:pt x="7633" y="6309"/>
                  <a:pt x="7490" y="6450"/>
                  <a:pt x="7318" y="6450"/>
                </a:cubicBezTo>
                <a:lnTo>
                  <a:pt x="3549" y="6450"/>
                </a:lnTo>
                <a:cubicBezTo>
                  <a:pt x="3376" y="6450"/>
                  <a:pt x="3235" y="6309"/>
                  <a:pt x="3235" y="6135"/>
                </a:cubicBezTo>
                <a:lnTo>
                  <a:pt x="3235" y="4249"/>
                </a:lnTo>
                <a:cubicBezTo>
                  <a:pt x="3235" y="4077"/>
                  <a:pt x="3376" y="3936"/>
                  <a:pt x="3549" y="3936"/>
                </a:cubicBezTo>
                <a:close/>
                <a:moveTo>
                  <a:pt x="6506" y="2594"/>
                </a:moveTo>
                <a:lnTo>
                  <a:pt x="6506" y="3483"/>
                </a:lnTo>
                <a:lnTo>
                  <a:pt x="3549" y="3483"/>
                </a:lnTo>
                <a:cubicBezTo>
                  <a:pt x="3125" y="3483"/>
                  <a:pt x="2782" y="3826"/>
                  <a:pt x="2782" y="4249"/>
                </a:cubicBezTo>
                <a:lnTo>
                  <a:pt x="2782" y="6135"/>
                </a:lnTo>
                <a:cubicBezTo>
                  <a:pt x="2782" y="6559"/>
                  <a:pt x="3125" y="6903"/>
                  <a:pt x="3549" y="6903"/>
                </a:cubicBezTo>
                <a:lnTo>
                  <a:pt x="6506" y="6903"/>
                </a:lnTo>
                <a:lnTo>
                  <a:pt x="6506" y="7255"/>
                </a:lnTo>
                <a:cubicBezTo>
                  <a:pt x="6506" y="7559"/>
                  <a:pt x="5483" y="8149"/>
                  <a:pt x="3607" y="8149"/>
                </a:cubicBezTo>
                <a:cubicBezTo>
                  <a:pt x="1733" y="8149"/>
                  <a:pt x="710" y="7559"/>
                  <a:pt x="710" y="7255"/>
                </a:cubicBezTo>
                <a:lnTo>
                  <a:pt x="710" y="2594"/>
                </a:lnTo>
                <a:cubicBezTo>
                  <a:pt x="1402" y="2998"/>
                  <a:pt x="2508" y="3207"/>
                  <a:pt x="3607" y="3207"/>
                </a:cubicBezTo>
                <a:cubicBezTo>
                  <a:pt x="4708" y="3207"/>
                  <a:pt x="5815" y="2999"/>
                  <a:pt x="6506" y="2594"/>
                </a:cubicBezTo>
                <a:close/>
                <a:moveTo>
                  <a:pt x="3606" y="1"/>
                </a:moveTo>
                <a:cubicBezTo>
                  <a:pt x="1813" y="1"/>
                  <a:pt x="0" y="552"/>
                  <a:pt x="0" y="1603"/>
                </a:cubicBezTo>
                <a:lnTo>
                  <a:pt x="0" y="7255"/>
                </a:lnTo>
                <a:cubicBezTo>
                  <a:pt x="0" y="8308"/>
                  <a:pt x="1813" y="8857"/>
                  <a:pt x="3606" y="8857"/>
                </a:cubicBezTo>
                <a:cubicBezTo>
                  <a:pt x="5400" y="8857"/>
                  <a:pt x="7213" y="8306"/>
                  <a:pt x="7213" y="7255"/>
                </a:cubicBezTo>
                <a:lnTo>
                  <a:pt x="7213" y="6902"/>
                </a:lnTo>
                <a:lnTo>
                  <a:pt x="7318" y="6902"/>
                </a:lnTo>
                <a:cubicBezTo>
                  <a:pt x="7741" y="6902"/>
                  <a:pt x="8086" y="6559"/>
                  <a:pt x="8086" y="6135"/>
                </a:cubicBezTo>
                <a:lnTo>
                  <a:pt x="8086" y="4249"/>
                </a:lnTo>
                <a:cubicBezTo>
                  <a:pt x="8086" y="3829"/>
                  <a:pt x="7741" y="3483"/>
                  <a:pt x="7318" y="3483"/>
                </a:cubicBezTo>
                <a:lnTo>
                  <a:pt x="7213" y="3483"/>
                </a:lnTo>
                <a:lnTo>
                  <a:pt x="7213" y="1603"/>
                </a:lnTo>
                <a:cubicBezTo>
                  <a:pt x="7213" y="550"/>
                  <a:pt x="5400" y="1"/>
                  <a:pt x="360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52" name="Google Shape;3252;p97"/>
          <p:cNvSpPr txBox="1"/>
          <p:nvPr/>
        </p:nvSpPr>
        <p:spPr>
          <a:xfrm>
            <a:off x="5924260"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SQL</a:t>
            </a:r>
            <a:endParaRPr sz="1800">
              <a:solidFill>
                <a:srgbClr val="252525"/>
              </a:solidFill>
              <a:latin typeface="Arial"/>
              <a:ea typeface="Arial"/>
              <a:cs typeface="Arial"/>
              <a:sym typeface="Arial"/>
            </a:endParaRPr>
          </a:p>
        </p:txBody>
      </p:sp>
      <p:sp>
        <p:nvSpPr>
          <p:cNvPr id="3253" name="Google Shape;3253;p97"/>
          <p:cNvSpPr/>
          <p:nvPr/>
        </p:nvSpPr>
        <p:spPr>
          <a:xfrm>
            <a:off x="7598366" y="1014572"/>
            <a:ext cx="263685" cy="263745"/>
          </a:xfrm>
          <a:custGeom>
            <a:rect b="b" l="l" r="r" t="t"/>
            <a:pathLst>
              <a:path extrusionOk="0" h="8734" w="8732">
                <a:moveTo>
                  <a:pt x="4367" y="710"/>
                </a:moveTo>
                <a:cubicBezTo>
                  <a:pt x="5284" y="710"/>
                  <a:pt x="6117" y="1049"/>
                  <a:pt x="6758" y="1606"/>
                </a:cubicBezTo>
                <a:lnTo>
                  <a:pt x="6051" y="2314"/>
                </a:lnTo>
                <a:cubicBezTo>
                  <a:pt x="5593" y="1938"/>
                  <a:pt x="5006" y="1713"/>
                  <a:pt x="4367" y="1713"/>
                </a:cubicBezTo>
                <a:cubicBezTo>
                  <a:pt x="3747" y="1713"/>
                  <a:pt x="3175" y="1928"/>
                  <a:pt x="2722" y="2287"/>
                </a:cubicBezTo>
                <a:lnTo>
                  <a:pt x="2011" y="1576"/>
                </a:lnTo>
                <a:cubicBezTo>
                  <a:pt x="2649" y="1037"/>
                  <a:pt x="3472" y="710"/>
                  <a:pt x="4367" y="710"/>
                </a:cubicBezTo>
                <a:close/>
                <a:moveTo>
                  <a:pt x="4370" y="2420"/>
                </a:moveTo>
                <a:cubicBezTo>
                  <a:pt x="4813" y="2420"/>
                  <a:pt x="5220" y="2570"/>
                  <a:pt x="5548" y="2819"/>
                </a:cubicBezTo>
                <a:lnTo>
                  <a:pt x="4402" y="3965"/>
                </a:lnTo>
                <a:lnTo>
                  <a:pt x="3228" y="2791"/>
                </a:lnTo>
                <a:cubicBezTo>
                  <a:pt x="3549" y="2556"/>
                  <a:pt x="3943" y="2420"/>
                  <a:pt x="4370" y="2420"/>
                </a:cubicBezTo>
                <a:close/>
                <a:moveTo>
                  <a:pt x="5878" y="3131"/>
                </a:moveTo>
                <a:cubicBezTo>
                  <a:pt x="6155" y="3468"/>
                  <a:pt x="6325" y="3900"/>
                  <a:pt x="6325" y="4372"/>
                </a:cubicBezTo>
                <a:cubicBezTo>
                  <a:pt x="6325" y="4799"/>
                  <a:pt x="6185" y="5192"/>
                  <a:pt x="5953" y="5514"/>
                </a:cubicBezTo>
                <a:lnTo>
                  <a:pt x="4722" y="4285"/>
                </a:lnTo>
                <a:lnTo>
                  <a:pt x="5878" y="3131"/>
                </a:lnTo>
                <a:close/>
                <a:moveTo>
                  <a:pt x="2894" y="3095"/>
                </a:moveTo>
                <a:lnTo>
                  <a:pt x="4082" y="4283"/>
                </a:lnTo>
                <a:lnTo>
                  <a:pt x="2816" y="5548"/>
                </a:lnTo>
                <a:cubicBezTo>
                  <a:pt x="2568" y="5220"/>
                  <a:pt x="2418" y="4813"/>
                  <a:pt x="2418" y="4371"/>
                </a:cubicBezTo>
                <a:cubicBezTo>
                  <a:pt x="2418" y="3884"/>
                  <a:pt x="2597" y="3438"/>
                  <a:pt x="2894" y="3095"/>
                </a:cubicBezTo>
                <a:close/>
                <a:moveTo>
                  <a:pt x="4402" y="4604"/>
                </a:moveTo>
                <a:lnTo>
                  <a:pt x="5644" y="5848"/>
                </a:lnTo>
                <a:cubicBezTo>
                  <a:pt x="5301" y="6145"/>
                  <a:pt x="4857" y="6325"/>
                  <a:pt x="4370" y="6325"/>
                </a:cubicBezTo>
                <a:cubicBezTo>
                  <a:pt x="3898" y="6325"/>
                  <a:pt x="3466" y="6157"/>
                  <a:pt x="3128" y="5878"/>
                </a:cubicBezTo>
                <a:lnTo>
                  <a:pt x="4402" y="4604"/>
                </a:lnTo>
                <a:close/>
                <a:moveTo>
                  <a:pt x="7083" y="1925"/>
                </a:moveTo>
                <a:cubicBezTo>
                  <a:pt x="7667" y="2571"/>
                  <a:pt x="8025" y="3428"/>
                  <a:pt x="8025" y="4366"/>
                </a:cubicBezTo>
                <a:cubicBezTo>
                  <a:pt x="8025" y="5263"/>
                  <a:pt x="7698" y="6086"/>
                  <a:pt x="7159" y="6722"/>
                </a:cubicBezTo>
                <a:lnTo>
                  <a:pt x="6457" y="6019"/>
                </a:lnTo>
                <a:cubicBezTo>
                  <a:pt x="6815" y="5566"/>
                  <a:pt x="7031" y="4995"/>
                  <a:pt x="7031" y="4372"/>
                </a:cubicBezTo>
                <a:cubicBezTo>
                  <a:pt x="7031" y="3706"/>
                  <a:pt x="6783" y="3097"/>
                  <a:pt x="6378" y="2630"/>
                </a:cubicBezTo>
                <a:lnTo>
                  <a:pt x="7083" y="1925"/>
                </a:lnTo>
                <a:close/>
                <a:moveTo>
                  <a:pt x="1686" y="1891"/>
                </a:moveTo>
                <a:lnTo>
                  <a:pt x="2392" y="2598"/>
                </a:lnTo>
                <a:cubicBezTo>
                  <a:pt x="1969" y="3069"/>
                  <a:pt x="1708" y="3691"/>
                  <a:pt x="1708" y="4372"/>
                </a:cubicBezTo>
                <a:cubicBezTo>
                  <a:pt x="1708" y="5011"/>
                  <a:pt x="1934" y="5596"/>
                  <a:pt x="2309" y="6056"/>
                </a:cubicBezTo>
                <a:lnTo>
                  <a:pt x="1605" y="6759"/>
                </a:lnTo>
                <a:cubicBezTo>
                  <a:pt x="1052" y="6116"/>
                  <a:pt x="712" y="5280"/>
                  <a:pt x="712" y="4366"/>
                </a:cubicBezTo>
                <a:cubicBezTo>
                  <a:pt x="712" y="3410"/>
                  <a:pt x="1083" y="2541"/>
                  <a:pt x="1686" y="1891"/>
                </a:cubicBezTo>
                <a:close/>
                <a:moveTo>
                  <a:pt x="6145" y="6344"/>
                </a:moveTo>
                <a:lnTo>
                  <a:pt x="6844" y="7045"/>
                </a:lnTo>
                <a:cubicBezTo>
                  <a:pt x="6192" y="7650"/>
                  <a:pt x="5324" y="8021"/>
                  <a:pt x="4367" y="8021"/>
                </a:cubicBezTo>
                <a:cubicBezTo>
                  <a:pt x="3429" y="8021"/>
                  <a:pt x="2575" y="7663"/>
                  <a:pt x="1926" y="7078"/>
                </a:cubicBezTo>
                <a:lnTo>
                  <a:pt x="2629" y="6377"/>
                </a:lnTo>
                <a:cubicBezTo>
                  <a:pt x="3096" y="6782"/>
                  <a:pt x="3704" y="7030"/>
                  <a:pt x="4370" y="7030"/>
                </a:cubicBezTo>
                <a:cubicBezTo>
                  <a:pt x="5053" y="7030"/>
                  <a:pt x="5673" y="6771"/>
                  <a:pt x="6145" y="6344"/>
                </a:cubicBezTo>
                <a:close/>
                <a:moveTo>
                  <a:pt x="4364" y="1"/>
                </a:moveTo>
                <a:cubicBezTo>
                  <a:pt x="3272" y="1"/>
                  <a:pt x="2274" y="408"/>
                  <a:pt x="1507" y="1073"/>
                </a:cubicBezTo>
                <a:lnTo>
                  <a:pt x="897" y="462"/>
                </a:lnTo>
                <a:cubicBezTo>
                  <a:pt x="853" y="418"/>
                  <a:pt x="794" y="396"/>
                  <a:pt x="736" y="396"/>
                </a:cubicBezTo>
                <a:cubicBezTo>
                  <a:pt x="678" y="396"/>
                  <a:pt x="619" y="418"/>
                  <a:pt x="575" y="462"/>
                </a:cubicBezTo>
                <a:cubicBezTo>
                  <a:pt x="486" y="552"/>
                  <a:pt x="486" y="694"/>
                  <a:pt x="575" y="783"/>
                </a:cubicBezTo>
                <a:lnTo>
                  <a:pt x="1182" y="1389"/>
                </a:lnTo>
                <a:cubicBezTo>
                  <a:pt x="452" y="2170"/>
                  <a:pt x="0" y="3216"/>
                  <a:pt x="0" y="4366"/>
                </a:cubicBezTo>
                <a:cubicBezTo>
                  <a:pt x="0" y="5477"/>
                  <a:pt x="419" y="6485"/>
                  <a:pt x="1105" y="7259"/>
                </a:cubicBezTo>
                <a:lnTo>
                  <a:pt x="575" y="7788"/>
                </a:lnTo>
                <a:cubicBezTo>
                  <a:pt x="486" y="7877"/>
                  <a:pt x="486" y="8019"/>
                  <a:pt x="575" y="8108"/>
                </a:cubicBezTo>
                <a:cubicBezTo>
                  <a:pt x="619" y="8153"/>
                  <a:pt x="677" y="8175"/>
                  <a:pt x="735" y="8175"/>
                </a:cubicBezTo>
                <a:cubicBezTo>
                  <a:pt x="793" y="8175"/>
                  <a:pt x="850" y="8153"/>
                  <a:pt x="894" y="8108"/>
                </a:cubicBezTo>
                <a:lnTo>
                  <a:pt x="1420" y="7583"/>
                </a:lnTo>
                <a:cubicBezTo>
                  <a:pt x="2196" y="8294"/>
                  <a:pt x="3228" y="8734"/>
                  <a:pt x="4361" y="8734"/>
                </a:cubicBezTo>
                <a:cubicBezTo>
                  <a:pt x="5512" y="8734"/>
                  <a:pt x="6558" y="8284"/>
                  <a:pt x="7340" y="7552"/>
                </a:cubicBezTo>
                <a:lnTo>
                  <a:pt x="7899" y="8110"/>
                </a:lnTo>
                <a:cubicBezTo>
                  <a:pt x="7943" y="8154"/>
                  <a:pt x="8000" y="8177"/>
                  <a:pt x="8058" y="8177"/>
                </a:cubicBezTo>
                <a:cubicBezTo>
                  <a:pt x="8115" y="8177"/>
                  <a:pt x="8173" y="8154"/>
                  <a:pt x="8218" y="8110"/>
                </a:cubicBezTo>
                <a:cubicBezTo>
                  <a:pt x="8307" y="8021"/>
                  <a:pt x="8307" y="7878"/>
                  <a:pt x="8218" y="7789"/>
                </a:cubicBezTo>
                <a:lnTo>
                  <a:pt x="7660" y="7222"/>
                </a:lnTo>
                <a:cubicBezTo>
                  <a:pt x="8325" y="6454"/>
                  <a:pt x="8732" y="5458"/>
                  <a:pt x="8732" y="4365"/>
                </a:cubicBezTo>
                <a:cubicBezTo>
                  <a:pt x="8732" y="3230"/>
                  <a:pt x="8294" y="2200"/>
                  <a:pt x="7581" y="1422"/>
                </a:cubicBezTo>
                <a:lnTo>
                  <a:pt x="8221" y="782"/>
                </a:lnTo>
                <a:cubicBezTo>
                  <a:pt x="8310" y="693"/>
                  <a:pt x="8310" y="550"/>
                  <a:pt x="8221" y="461"/>
                </a:cubicBezTo>
                <a:cubicBezTo>
                  <a:pt x="8176" y="416"/>
                  <a:pt x="8118" y="394"/>
                  <a:pt x="8060" y="394"/>
                </a:cubicBezTo>
                <a:cubicBezTo>
                  <a:pt x="8003" y="394"/>
                  <a:pt x="7945" y="416"/>
                  <a:pt x="7900" y="461"/>
                </a:cubicBezTo>
                <a:lnTo>
                  <a:pt x="7256" y="1105"/>
                </a:lnTo>
                <a:cubicBezTo>
                  <a:pt x="6486" y="419"/>
                  <a:pt x="5474" y="1"/>
                  <a:pt x="436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54" name="Google Shape;3254;p97"/>
          <p:cNvSpPr/>
          <p:nvPr/>
        </p:nvSpPr>
        <p:spPr>
          <a:xfrm>
            <a:off x="6771359" y="1032369"/>
            <a:ext cx="333295" cy="228140"/>
          </a:xfrm>
          <a:custGeom>
            <a:rect b="b" l="l" r="r" t="t"/>
            <a:pathLst>
              <a:path extrusionOk="0" h="6244" w="9122">
                <a:moveTo>
                  <a:pt x="5629" y="2295"/>
                </a:moveTo>
                <a:cubicBezTo>
                  <a:pt x="5427" y="2295"/>
                  <a:pt x="5260" y="2461"/>
                  <a:pt x="5260" y="2663"/>
                </a:cubicBezTo>
                <a:cubicBezTo>
                  <a:pt x="5260" y="2865"/>
                  <a:pt x="5424" y="3031"/>
                  <a:pt x="5629" y="3031"/>
                </a:cubicBezTo>
                <a:cubicBezTo>
                  <a:pt x="5830" y="3031"/>
                  <a:pt x="5995" y="2865"/>
                  <a:pt x="5995" y="2663"/>
                </a:cubicBezTo>
                <a:cubicBezTo>
                  <a:pt x="5995" y="2461"/>
                  <a:pt x="5830" y="2295"/>
                  <a:pt x="5629" y="2295"/>
                </a:cubicBezTo>
                <a:close/>
                <a:moveTo>
                  <a:pt x="4059" y="0"/>
                </a:moveTo>
                <a:cubicBezTo>
                  <a:pt x="3352" y="0"/>
                  <a:pt x="2654" y="197"/>
                  <a:pt x="2031" y="581"/>
                </a:cubicBezTo>
                <a:cubicBezTo>
                  <a:pt x="1114" y="1142"/>
                  <a:pt x="476" y="2030"/>
                  <a:pt x="232" y="3080"/>
                </a:cubicBezTo>
                <a:cubicBezTo>
                  <a:pt x="1" y="4086"/>
                  <a:pt x="162" y="5118"/>
                  <a:pt x="687" y="5998"/>
                </a:cubicBezTo>
                <a:cubicBezTo>
                  <a:pt x="736" y="6144"/>
                  <a:pt x="869" y="6242"/>
                  <a:pt x="1024" y="6242"/>
                </a:cubicBezTo>
                <a:lnTo>
                  <a:pt x="2283" y="6242"/>
                </a:lnTo>
                <a:cubicBezTo>
                  <a:pt x="2479" y="6242"/>
                  <a:pt x="2638" y="6084"/>
                  <a:pt x="2638" y="5887"/>
                </a:cubicBezTo>
                <a:cubicBezTo>
                  <a:pt x="2638" y="5530"/>
                  <a:pt x="2927" y="5244"/>
                  <a:pt x="3282" y="5244"/>
                </a:cubicBezTo>
                <a:cubicBezTo>
                  <a:pt x="3637" y="5244"/>
                  <a:pt x="3927" y="5533"/>
                  <a:pt x="3927" y="5887"/>
                </a:cubicBezTo>
                <a:cubicBezTo>
                  <a:pt x="3927" y="6083"/>
                  <a:pt x="4084" y="6242"/>
                  <a:pt x="4280" y="6242"/>
                </a:cubicBezTo>
                <a:lnTo>
                  <a:pt x="5504" y="6242"/>
                </a:lnTo>
                <a:cubicBezTo>
                  <a:pt x="5517" y="6243"/>
                  <a:pt x="5528" y="6243"/>
                  <a:pt x="5541" y="6243"/>
                </a:cubicBezTo>
                <a:cubicBezTo>
                  <a:pt x="5575" y="6243"/>
                  <a:pt x="5608" y="6237"/>
                  <a:pt x="5642" y="6228"/>
                </a:cubicBezTo>
                <a:cubicBezTo>
                  <a:pt x="5792" y="6184"/>
                  <a:pt x="5896" y="6047"/>
                  <a:pt x="5896" y="5888"/>
                </a:cubicBezTo>
                <a:lnTo>
                  <a:pt x="5896" y="3533"/>
                </a:lnTo>
                <a:cubicBezTo>
                  <a:pt x="5896" y="3357"/>
                  <a:pt x="5765" y="3218"/>
                  <a:pt x="5597" y="3190"/>
                </a:cubicBezTo>
                <a:cubicBezTo>
                  <a:pt x="5587" y="3189"/>
                  <a:pt x="5578" y="3186"/>
                  <a:pt x="5566" y="3184"/>
                </a:cubicBezTo>
                <a:cubicBezTo>
                  <a:pt x="5557" y="3184"/>
                  <a:pt x="5550" y="3178"/>
                  <a:pt x="5541" y="3178"/>
                </a:cubicBezTo>
                <a:cubicBezTo>
                  <a:pt x="5529" y="3178"/>
                  <a:pt x="5519" y="3184"/>
                  <a:pt x="5508" y="3186"/>
                </a:cubicBezTo>
                <a:cubicBezTo>
                  <a:pt x="5397" y="3190"/>
                  <a:pt x="5288" y="3242"/>
                  <a:pt x="5223" y="3342"/>
                </a:cubicBezTo>
                <a:cubicBezTo>
                  <a:pt x="5035" y="3637"/>
                  <a:pt x="4712" y="3815"/>
                  <a:pt x="4362" y="3815"/>
                </a:cubicBezTo>
                <a:cubicBezTo>
                  <a:pt x="3798" y="3815"/>
                  <a:pt x="3342" y="3357"/>
                  <a:pt x="3342" y="2795"/>
                </a:cubicBezTo>
                <a:cubicBezTo>
                  <a:pt x="3342" y="2232"/>
                  <a:pt x="3801" y="1774"/>
                  <a:pt x="4362" y="1774"/>
                </a:cubicBezTo>
                <a:cubicBezTo>
                  <a:pt x="4635" y="1774"/>
                  <a:pt x="4892" y="1879"/>
                  <a:pt x="5084" y="2072"/>
                </a:cubicBezTo>
                <a:cubicBezTo>
                  <a:pt x="5153" y="2141"/>
                  <a:pt x="5243" y="2176"/>
                  <a:pt x="5334" y="2176"/>
                </a:cubicBezTo>
                <a:cubicBezTo>
                  <a:pt x="5425" y="2176"/>
                  <a:pt x="5516" y="2141"/>
                  <a:pt x="5585" y="2072"/>
                </a:cubicBezTo>
                <a:cubicBezTo>
                  <a:pt x="5725" y="1935"/>
                  <a:pt x="5722" y="1711"/>
                  <a:pt x="5585" y="1572"/>
                </a:cubicBezTo>
                <a:cubicBezTo>
                  <a:pt x="5259" y="1245"/>
                  <a:pt x="4824" y="1065"/>
                  <a:pt x="4362" y="1065"/>
                </a:cubicBezTo>
                <a:cubicBezTo>
                  <a:pt x="3409" y="1065"/>
                  <a:pt x="2632" y="1840"/>
                  <a:pt x="2632" y="2795"/>
                </a:cubicBezTo>
                <a:cubicBezTo>
                  <a:pt x="2632" y="3749"/>
                  <a:pt x="3409" y="4525"/>
                  <a:pt x="4362" y="4525"/>
                </a:cubicBezTo>
                <a:cubicBezTo>
                  <a:pt x="4657" y="4525"/>
                  <a:pt x="4940" y="4451"/>
                  <a:pt x="5189" y="4314"/>
                </a:cubicBezTo>
                <a:lnTo>
                  <a:pt x="5189" y="5535"/>
                </a:lnTo>
                <a:lnTo>
                  <a:pt x="4589" y="5535"/>
                </a:lnTo>
                <a:cubicBezTo>
                  <a:pt x="4433" y="4959"/>
                  <a:pt x="3907" y="4536"/>
                  <a:pt x="3284" y="4536"/>
                </a:cubicBezTo>
                <a:cubicBezTo>
                  <a:pt x="2660" y="4536"/>
                  <a:pt x="2134" y="4959"/>
                  <a:pt x="1979" y="5535"/>
                </a:cubicBezTo>
                <a:lnTo>
                  <a:pt x="1241" y="5535"/>
                </a:lnTo>
                <a:cubicBezTo>
                  <a:pt x="856" y="4833"/>
                  <a:pt x="743" y="4025"/>
                  <a:pt x="924" y="3241"/>
                </a:cubicBezTo>
                <a:cubicBezTo>
                  <a:pt x="1125" y="2376"/>
                  <a:pt x="1650" y="1647"/>
                  <a:pt x="2403" y="1184"/>
                </a:cubicBezTo>
                <a:cubicBezTo>
                  <a:pt x="2914" y="870"/>
                  <a:pt x="3486" y="709"/>
                  <a:pt x="4066" y="709"/>
                </a:cubicBezTo>
                <a:cubicBezTo>
                  <a:pt x="4318" y="709"/>
                  <a:pt x="4572" y="739"/>
                  <a:pt x="4822" y="801"/>
                </a:cubicBezTo>
                <a:cubicBezTo>
                  <a:pt x="6298" y="1166"/>
                  <a:pt x="6297" y="2243"/>
                  <a:pt x="6294" y="3192"/>
                </a:cubicBezTo>
                <a:lnTo>
                  <a:pt x="6294" y="3293"/>
                </a:lnTo>
                <a:cubicBezTo>
                  <a:pt x="6294" y="4072"/>
                  <a:pt x="6928" y="4706"/>
                  <a:pt x="7707" y="4706"/>
                </a:cubicBezTo>
                <a:cubicBezTo>
                  <a:pt x="8487" y="4706"/>
                  <a:pt x="9121" y="4072"/>
                  <a:pt x="9121" y="3293"/>
                </a:cubicBezTo>
                <a:cubicBezTo>
                  <a:pt x="9118" y="3095"/>
                  <a:pt x="8958" y="2938"/>
                  <a:pt x="8763" y="2938"/>
                </a:cubicBezTo>
                <a:cubicBezTo>
                  <a:pt x="8569" y="2938"/>
                  <a:pt x="8408" y="3095"/>
                  <a:pt x="8408" y="3293"/>
                </a:cubicBezTo>
                <a:cubicBezTo>
                  <a:pt x="8408" y="3682"/>
                  <a:pt x="8091" y="3998"/>
                  <a:pt x="7702" y="3998"/>
                </a:cubicBezTo>
                <a:cubicBezTo>
                  <a:pt x="7314" y="3998"/>
                  <a:pt x="6998" y="3680"/>
                  <a:pt x="6998" y="3291"/>
                </a:cubicBezTo>
                <a:lnTo>
                  <a:pt x="6998" y="3195"/>
                </a:lnTo>
                <a:cubicBezTo>
                  <a:pt x="7001" y="2229"/>
                  <a:pt x="7004" y="612"/>
                  <a:pt x="4990" y="115"/>
                </a:cubicBezTo>
                <a:cubicBezTo>
                  <a:pt x="4682" y="38"/>
                  <a:pt x="4370" y="0"/>
                  <a:pt x="405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55" name="Google Shape;3255;p97"/>
          <p:cNvSpPr txBox="1"/>
          <p:nvPr/>
        </p:nvSpPr>
        <p:spPr>
          <a:xfrm>
            <a:off x="7442204" y="1382115"/>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Hadoop Replacement</a:t>
            </a:r>
            <a:endParaRPr sz="1800">
              <a:solidFill>
                <a:srgbClr val="252525"/>
              </a:solidFill>
              <a:latin typeface="Arial"/>
              <a:ea typeface="Arial"/>
              <a:cs typeface="Arial"/>
              <a:sym typeface="Arial"/>
            </a:endParaRPr>
          </a:p>
        </p:txBody>
      </p:sp>
      <p:sp>
        <p:nvSpPr>
          <p:cNvPr id="3256" name="Google Shape;3256;p97"/>
          <p:cNvSpPr txBox="1"/>
          <p:nvPr/>
        </p:nvSpPr>
        <p:spPr>
          <a:xfrm>
            <a:off x="6716457"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Hadoop</a:t>
            </a:r>
            <a:endParaRPr sz="1800">
              <a:solidFill>
                <a:srgbClr val="252525"/>
              </a:solidFill>
              <a:latin typeface="Arial"/>
              <a:ea typeface="Arial"/>
              <a:cs typeface="Arial"/>
              <a:sym typeface="Arial"/>
            </a:endParaRPr>
          </a:p>
        </p:txBody>
      </p:sp>
      <p:grpSp>
        <p:nvGrpSpPr>
          <p:cNvPr id="3257" name="Google Shape;3257;p97"/>
          <p:cNvGrpSpPr/>
          <p:nvPr/>
        </p:nvGrpSpPr>
        <p:grpSpPr>
          <a:xfrm>
            <a:off x="488053" y="1018251"/>
            <a:ext cx="224539" cy="256370"/>
            <a:chOff x="4294905" y="-12687"/>
            <a:chExt cx="252802" cy="288640"/>
          </a:xfrm>
        </p:grpSpPr>
        <p:sp>
          <p:nvSpPr>
            <p:cNvPr id="3258" name="Google Shape;3258;p97"/>
            <p:cNvSpPr/>
            <p:nvPr/>
          </p:nvSpPr>
          <p:spPr>
            <a:xfrm>
              <a:off x="4294905" y="-12687"/>
              <a:ext cx="252802" cy="288640"/>
            </a:xfrm>
            <a:custGeom>
              <a:rect b="b" l="l" r="r" t="t"/>
              <a:pathLst>
                <a:path extrusionOk="0" h="288640" w="252802">
                  <a:moveTo>
                    <a:pt x="226479" y="121923"/>
                  </a:moveTo>
                  <a:lnTo>
                    <a:pt x="219182" y="121923"/>
                  </a:lnTo>
                  <a:lnTo>
                    <a:pt x="219182" y="11549"/>
                  </a:lnTo>
                  <a:cubicBezTo>
                    <a:pt x="219182" y="5172"/>
                    <a:pt x="214014" y="3"/>
                    <a:pt x="207637" y="3"/>
                  </a:cubicBezTo>
                  <a:lnTo>
                    <a:pt x="65951" y="3"/>
                  </a:lnTo>
                  <a:cubicBezTo>
                    <a:pt x="62402" y="-80"/>
                    <a:pt x="59006" y="1448"/>
                    <a:pt x="56715" y="4160"/>
                  </a:cubicBezTo>
                  <a:lnTo>
                    <a:pt x="2220" y="68814"/>
                  </a:lnTo>
                  <a:cubicBezTo>
                    <a:pt x="721" y="70912"/>
                    <a:pt x="-57" y="73440"/>
                    <a:pt x="3" y="76019"/>
                  </a:cubicBezTo>
                  <a:lnTo>
                    <a:pt x="3" y="277094"/>
                  </a:lnTo>
                  <a:cubicBezTo>
                    <a:pt x="-48" y="283419"/>
                    <a:pt x="5038" y="288589"/>
                    <a:pt x="11363" y="288640"/>
                  </a:cubicBezTo>
                  <a:cubicBezTo>
                    <a:pt x="11425" y="288641"/>
                    <a:pt x="11487" y="288641"/>
                    <a:pt x="11549" y="288640"/>
                  </a:cubicBezTo>
                  <a:lnTo>
                    <a:pt x="207637" y="288640"/>
                  </a:lnTo>
                  <a:cubicBezTo>
                    <a:pt x="213962" y="288690"/>
                    <a:pt x="219131" y="283605"/>
                    <a:pt x="219182" y="277280"/>
                  </a:cubicBezTo>
                  <a:cubicBezTo>
                    <a:pt x="219183" y="277218"/>
                    <a:pt x="219183" y="277156"/>
                    <a:pt x="219182" y="277094"/>
                  </a:cubicBezTo>
                  <a:lnTo>
                    <a:pt x="219182" y="243843"/>
                  </a:lnTo>
                  <a:lnTo>
                    <a:pt x="226479" y="243843"/>
                  </a:lnTo>
                  <a:cubicBezTo>
                    <a:pt x="240996" y="243792"/>
                    <a:pt x="252752" y="232036"/>
                    <a:pt x="252803" y="217520"/>
                  </a:cubicBezTo>
                  <a:lnTo>
                    <a:pt x="252803" y="148247"/>
                  </a:lnTo>
                  <a:cubicBezTo>
                    <a:pt x="252752" y="133730"/>
                    <a:pt x="240996" y="121974"/>
                    <a:pt x="226479" y="121923"/>
                  </a:cubicBezTo>
                  <a:close/>
                  <a:moveTo>
                    <a:pt x="57546" y="39350"/>
                  </a:moveTo>
                  <a:lnTo>
                    <a:pt x="57546" y="69276"/>
                  </a:lnTo>
                  <a:lnTo>
                    <a:pt x="32238" y="69276"/>
                  </a:lnTo>
                  <a:close/>
                  <a:moveTo>
                    <a:pt x="196091" y="265549"/>
                  </a:moveTo>
                  <a:lnTo>
                    <a:pt x="22909" y="265549"/>
                  </a:lnTo>
                  <a:lnTo>
                    <a:pt x="22909" y="92367"/>
                  </a:lnTo>
                  <a:lnTo>
                    <a:pt x="69091" y="92367"/>
                  </a:lnTo>
                  <a:cubicBezTo>
                    <a:pt x="75416" y="92418"/>
                    <a:pt x="80586" y="87332"/>
                    <a:pt x="80637" y="81007"/>
                  </a:cubicBezTo>
                  <a:cubicBezTo>
                    <a:pt x="80638" y="80945"/>
                    <a:pt x="80638" y="80883"/>
                    <a:pt x="80637" y="80821"/>
                  </a:cubicBezTo>
                  <a:lnTo>
                    <a:pt x="80637" y="23094"/>
                  </a:lnTo>
                  <a:lnTo>
                    <a:pt x="196091" y="23094"/>
                  </a:lnTo>
                  <a:lnTo>
                    <a:pt x="196091" y="121923"/>
                  </a:lnTo>
                  <a:lnTo>
                    <a:pt x="87933" y="121923"/>
                  </a:lnTo>
                  <a:cubicBezTo>
                    <a:pt x="73395" y="121923"/>
                    <a:pt x="61610" y="133709"/>
                    <a:pt x="61610" y="148247"/>
                  </a:cubicBezTo>
                  <a:lnTo>
                    <a:pt x="61610" y="217520"/>
                  </a:lnTo>
                  <a:cubicBezTo>
                    <a:pt x="61610" y="232058"/>
                    <a:pt x="73395" y="243843"/>
                    <a:pt x="87933" y="243843"/>
                  </a:cubicBezTo>
                  <a:lnTo>
                    <a:pt x="196091" y="243843"/>
                  </a:lnTo>
                  <a:close/>
                  <a:moveTo>
                    <a:pt x="238024" y="217520"/>
                  </a:moveTo>
                  <a:cubicBezTo>
                    <a:pt x="238024" y="223896"/>
                    <a:pt x="232856" y="229065"/>
                    <a:pt x="226479" y="229065"/>
                  </a:cubicBezTo>
                  <a:lnTo>
                    <a:pt x="87933" y="229065"/>
                  </a:lnTo>
                  <a:cubicBezTo>
                    <a:pt x="81557" y="229065"/>
                    <a:pt x="76388" y="223896"/>
                    <a:pt x="76388" y="217520"/>
                  </a:cubicBezTo>
                  <a:lnTo>
                    <a:pt x="76388" y="148247"/>
                  </a:lnTo>
                  <a:cubicBezTo>
                    <a:pt x="76388" y="141870"/>
                    <a:pt x="81557" y="136701"/>
                    <a:pt x="87933" y="136701"/>
                  </a:cubicBezTo>
                  <a:lnTo>
                    <a:pt x="226479" y="136701"/>
                  </a:lnTo>
                  <a:cubicBezTo>
                    <a:pt x="232856" y="136701"/>
                    <a:pt x="238024" y="141870"/>
                    <a:pt x="238024" y="1482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59" name="Google Shape;3259;p97"/>
            <p:cNvSpPr/>
            <p:nvPr/>
          </p:nvSpPr>
          <p:spPr>
            <a:xfrm>
              <a:off x="4386266" y="144865"/>
              <a:ext cx="41461" cy="55463"/>
            </a:xfrm>
            <a:custGeom>
              <a:rect b="b" l="l" r="r" t="t"/>
              <a:pathLst>
                <a:path extrusionOk="0" h="55463" w="41461">
                  <a:moveTo>
                    <a:pt x="25113" y="8428"/>
                  </a:moveTo>
                  <a:cubicBezTo>
                    <a:pt x="29452" y="8508"/>
                    <a:pt x="33564" y="10380"/>
                    <a:pt x="36474" y="13600"/>
                  </a:cubicBezTo>
                  <a:lnTo>
                    <a:pt x="41461" y="6765"/>
                  </a:lnTo>
                  <a:cubicBezTo>
                    <a:pt x="37244" y="2202"/>
                    <a:pt x="31228" y="-265"/>
                    <a:pt x="25021" y="23"/>
                  </a:cubicBezTo>
                  <a:cubicBezTo>
                    <a:pt x="10845" y="386"/>
                    <a:pt x="-353" y="12172"/>
                    <a:pt x="10" y="26349"/>
                  </a:cubicBezTo>
                  <a:cubicBezTo>
                    <a:pt x="22" y="26811"/>
                    <a:pt x="46" y="27272"/>
                    <a:pt x="83" y="27732"/>
                  </a:cubicBezTo>
                  <a:cubicBezTo>
                    <a:pt x="-1044" y="41868"/>
                    <a:pt x="9502" y="54241"/>
                    <a:pt x="23638" y="55368"/>
                  </a:cubicBezTo>
                  <a:cubicBezTo>
                    <a:pt x="24098" y="55405"/>
                    <a:pt x="24559" y="55429"/>
                    <a:pt x="25021" y="55441"/>
                  </a:cubicBezTo>
                  <a:cubicBezTo>
                    <a:pt x="31247" y="55731"/>
                    <a:pt x="37276" y="53224"/>
                    <a:pt x="41461" y="48606"/>
                  </a:cubicBezTo>
                  <a:lnTo>
                    <a:pt x="36474" y="41771"/>
                  </a:lnTo>
                  <a:cubicBezTo>
                    <a:pt x="33541" y="44947"/>
                    <a:pt x="29436" y="46784"/>
                    <a:pt x="25113" y="46851"/>
                  </a:cubicBezTo>
                  <a:cubicBezTo>
                    <a:pt x="15686" y="46018"/>
                    <a:pt x="8639" y="37824"/>
                    <a:pt x="9227" y="28378"/>
                  </a:cubicBezTo>
                  <a:cubicBezTo>
                    <a:pt x="7865" y="18783"/>
                    <a:pt x="14541" y="9900"/>
                    <a:pt x="24137" y="8539"/>
                  </a:cubicBezTo>
                  <a:cubicBezTo>
                    <a:pt x="24461" y="8492"/>
                    <a:pt x="24787" y="8455"/>
                    <a:pt x="25113" y="842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60" name="Google Shape;3260;p97"/>
            <p:cNvSpPr/>
            <p:nvPr/>
          </p:nvSpPr>
          <p:spPr>
            <a:xfrm>
              <a:off x="4431607" y="144791"/>
              <a:ext cx="37412" cy="56500"/>
            </a:xfrm>
            <a:custGeom>
              <a:rect b="b" l="l" r="r" t="t"/>
              <a:pathLst>
                <a:path extrusionOk="0" h="56500" w="37412">
                  <a:moveTo>
                    <a:pt x="20874" y="23187"/>
                  </a:moveTo>
                  <a:cubicBezTo>
                    <a:pt x="12746" y="20509"/>
                    <a:pt x="10529" y="18754"/>
                    <a:pt x="10529" y="15059"/>
                  </a:cubicBezTo>
                  <a:cubicBezTo>
                    <a:pt x="10529" y="11365"/>
                    <a:pt x="13577" y="8317"/>
                    <a:pt x="18935" y="8317"/>
                  </a:cubicBezTo>
                  <a:cubicBezTo>
                    <a:pt x="23498" y="8289"/>
                    <a:pt x="27921" y="9894"/>
                    <a:pt x="31404" y="12843"/>
                  </a:cubicBezTo>
                  <a:lnTo>
                    <a:pt x="36207" y="5546"/>
                  </a:lnTo>
                  <a:cubicBezTo>
                    <a:pt x="31411" y="1491"/>
                    <a:pt x="25189" y="-472"/>
                    <a:pt x="18935" y="96"/>
                  </a:cubicBezTo>
                  <a:cubicBezTo>
                    <a:pt x="7020" y="96"/>
                    <a:pt x="462" y="6192"/>
                    <a:pt x="462" y="15429"/>
                  </a:cubicBezTo>
                  <a:cubicBezTo>
                    <a:pt x="462" y="24665"/>
                    <a:pt x="5634" y="27806"/>
                    <a:pt x="16810" y="31408"/>
                  </a:cubicBezTo>
                  <a:cubicBezTo>
                    <a:pt x="26047" y="34363"/>
                    <a:pt x="27432" y="36395"/>
                    <a:pt x="27432" y="40644"/>
                  </a:cubicBezTo>
                  <a:cubicBezTo>
                    <a:pt x="27432" y="44893"/>
                    <a:pt x="24846" y="48033"/>
                    <a:pt x="18657" y="48033"/>
                  </a:cubicBezTo>
                  <a:cubicBezTo>
                    <a:pt x="13625" y="47875"/>
                    <a:pt x="8787" y="46057"/>
                    <a:pt x="4895" y="42861"/>
                  </a:cubicBezTo>
                  <a:lnTo>
                    <a:pt x="0" y="49603"/>
                  </a:lnTo>
                  <a:cubicBezTo>
                    <a:pt x="5160" y="54284"/>
                    <a:pt x="11977" y="56712"/>
                    <a:pt x="18935" y="56346"/>
                  </a:cubicBezTo>
                  <a:cubicBezTo>
                    <a:pt x="27828" y="57572"/>
                    <a:pt x="36032" y="51355"/>
                    <a:pt x="37257" y="42461"/>
                  </a:cubicBezTo>
                  <a:cubicBezTo>
                    <a:pt x="37369" y="41644"/>
                    <a:pt x="37419" y="40821"/>
                    <a:pt x="37407" y="39998"/>
                  </a:cubicBezTo>
                  <a:cubicBezTo>
                    <a:pt x="37592" y="31592"/>
                    <a:pt x="32974" y="26882"/>
                    <a:pt x="20874" y="2318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61" name="Google Shape;3261;p97"/>
            <p:cNvSpPr/>
            <p:nvPr/>
          </p:nvSpPr>
          <p:spPr>
            <a:xfrm>
              <a:off x="4470861" y="146088"/>
              <a:ext cx="49137" cy="53663"/>
            </a:xfrm>
            <a:custGeom>
              <a:rect b="b" l="l" r="r" t="t"/>
              <a:pathLst>
                <a:path extrusionOk="0" h="53663" w="49137">
                  <a:moveTo>
                    <a:pt x="24476" y="43226"/>
                  </a:moveTo>
                  <a:lnTo>
                    <a:pt x="9421" y="0"/>
                  </a:lnTo>
                  <a:lnTo>
                    <a:pt x="0" y="0"/>
                  </a:lnTo>
                  <a:lnTo>
                    <a:pt x="20043" y="53663"/>
                  </a:lnTo>
                  <a:lnTo>
                    <a:pt x="29002" y="53663"/>
                  </a:lnTo>
                  <a:lnTo>
                    <a:pt x="49137" y="0"/>
                  </a:lnTo>
                  <a:lnTo>
                    <a:pt x="39716" y="0"/>
                  </a:lnTo>
                  <a:lnTo>
                    <a:pt x="24476" y="43226"/>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262" name="Google Shape;3262;p97"/>
          <p:cNvSpPr txBox="1"/>
          <p:nvPr/>
        </p:nvSpPr>
        <p:spPr>
          <a:xfrm>
            <a:off x="1094555" y="4483949"/>
            <a:ext cx="596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Eliminate Delays and Complexity</a:t>
            </a:r>
            <a:endParaRPr sz="1800">
              <a:solidFill>
                <a:srgbClr val="252525"/>
              </a:solidFill>
              <a:latin typeface="Arial"/>
              <a:ea typeface="Arial"/>
              <a:cs typeface="Arial"/>
              <a:sym typeface="Arial"/>
            </a:endParaRPr>
          </a:p>
        </p:txBody>
      </p:sp>
      <p:sp>
        <p:nvSpPr>
          <p:cNvPr id="3263" name="Google Shape;3263;p97"/>
          <p:cNvSpPr/>
          <p:nvPr/>
        </p:nvSpPr>
        <p:spPr>
          <a:xfrm>
            <a:off x="2844444" y="4100727"/>
            <a:ext cx="265164" cy="265074"/>
          </a:xfrm>
          <a:custGeom>
            <a:rect b="b" l="l" r="r" t="t"/>
            <a:pathLst>
              <a:path extrusionOk="0" h="8778" w="8781">
                <a:moveTo>
                  <a:pt x="4843" y="1611"/>
                </a:moveTo>
                <a:cubicBezTo>
                  <a:pt x="5396" y="1611"/>
                  <a:pt x="5904" y="1810"/>
                  <a:pt x="6301" y="2140"/>
                </a:cubicBezTo>
                <a:lnTo>
                  <a:pt x="5407" y="3040"/>
                </a:lnTo>
                <a:cubicBezTo>
                  <a:pt x="5310" y="3137"/>
                  <a:pt x="5310" y="3295"/>
                  <a:pt x="5410" y="3392"/>
                </a:cubicBezTo>
                <a:cubicBezTo>
                  <a:pt x="5457" y="3439"/>
                  <a:pt x="5521" y="3463"/>
                  <a:pt x="5584" y="3463"/>
                </a:cubicBezTo>
                <a:cubicBezTo>
                  <a:pt x="5647" y="3463"/>
                  <a:pt x="5713" y="3439"/>
                  <a:pt x="5760" y="3392"/>
                </a:cubicBezTo>
                <a:lnTo>
                  <a:pt x="6644" y="2501"/>
                </a:lnTo>
                <a:cubicBezTo>
                  <a:pt x="6942" y="2884"/>
                  <a:pt x="7120" y="3365"/>
                  <a:pt x="7120" y="3886"/>
                </a:cubicBezTo>
                <a:cubicBezTo>
                  <a:pt x="7120" y="3924"/>
                  <a:pt x="7117" y="3958"/>
                  <a:pt x="7116" y="3993"/>
                </a:cubicBezTo>
                <a:lnTo>
                  <a:pt x="7113" y="4030"/>
                </a:lnTo>
                <a:cubicBezTo>
                  <a:pt x="7103" y="4179"/>
                  <a:pt x="7178" y="4320"/>
                  <a:pt x="7306" y="4391"/>
                </a:cubicBezTo>
                <a:cubicBezTo>
                  <a:pt x="7610" y="4567"/>
                  <a:pt x="7787" y="4858"/>
                  <a:pt x="7787" y="5190"/>
                </a:cubicBezTo>
                <a:cubicBezTo>
                  <a:pt x="7787" y="5701"/>
                  <a:pt x="7373" y="6099"/>
                  <a:pt x="6843" y="6099"/>
                </a:cubicBezTo>
                <a:lnTo>
                  <a:pt x="6537" y="6099"/>
                </a:lnTo>
                <a:lnTo>
                  <a:pt x="5762" y="5297"/>
                </a:lnTo>
                <a:cubicBezTo>
                  <a:pt x="5714" y="5247"/>
                  <a:pt x="5648" y="5222"/>
                  <a:pt x="5583" y="5222"/>
                </a:cubicBezTo>
                <a:cubicBezTo>
                  <a:pt x="5521" y="5222"/>
                  <a:pt x="5459" y="5244"/>
                  <a:pt x="5411" y="5290"/>
                </a:cubicBezTo>
                <a:cubicBezTo>
                  <a:pt x="5313" y="5385"/>
                  <a:pt x="5309" y="5542"/>
                  <a:pt x="5404" y="5642"/>
                </a:cubicBezTo>
                <a:lnTo>
                  <a:pt x="5846" y="6099"/>
                </a:lnTo>
                <a:lnTo>
                  <a:pt x="3047" y="6099"/>
                </a:lnTo>
                <a:lnTo>
                  <a:pt x="3505" y="5645"/>
                </a:lnTo>
                <a:cubicBezTo>
                  <a:pt x="3601" y="5548"/>
                  <a:pt x="3604" y="5392"/>
                  <a:pt x="3508" y="5294"/>
                </a:cubicBezTo>
                <a:cubicBezTo>
                  <a:pt x="3459" y="5246"/>
                  <a:pt x="3396" y="5222"/>
                  <a:pt x="3332" y="5222"/>
                </a:cubicBezTo>
                <a:cubicBezTo>
                  <a:pt x="3269" y="5222"/>
                  <a:pt x="3205" y="5245"/>
                  <a:pt x="3156" y="5293"/>
                </a:cubicBezTo>
                <a:lnTo>
                  <a:pt x="2343" y="6099"/>
                </a:lnTo>
                <a:lnTo>
                  <a:pt x="2180" y="6099"/>
                </a:lnTo>
                <a:cubicBezTo>
                  <a:pt x="1463" y="6099"/>
                  <a:pt x="903" y="5554"/>
                  <a:pt x="903" y="4856"/>
                </a:cubicBezTo>
                <a:cubicBezTo>
                  <a:pt x="903" y="4160"/>
                  <a:pt x="1463" y="3615"/>
                  <a:pt x="2182" y="3615"/>
                </a:cubicBezTo>
                <a:lnTo>
                  <a:pt x="2183" y="3615"/>
                </a:lnTo>
                <a:lnTo>
                  <a:pt x="2245" y="3619"/>
                </a:lnTo>
                <a:cubicBezTo>
                  <a:pt x="2251" y="3619"/>
                  <a:pt x="2256" y="3619"/>
                  <a:pt x="2262" y="3619"/>
                </a:cubicBezTo>
                <a:cubicBezTo>
                  <a:pt x="2438" y="3619"/>
                  <a:pt x="2597" y="3502"/>
                  <a:pt x="2640" y="3328"/>
                </a:cubicBezTo>
                <a:cubicBezTo>
                  <a:pt x="2669" y="3215"/>
                  <a:pt x="2709" y="3107"/>
                  <a:pt x="2753" y="3003"/>
                </a:cubicBezTo>
                <a:lnTo>
                  <a:pt x="3160" y="3395"/>
                </a:lnTo>
                <a:cubicBezTo>
                  <a:pt x="3208" y="3441"/>
                  <a:pt x="3270" y="3463"/>
                  <a:pt x="3332" y="3463"/>
                </a:cubicBezTo>
                <a:cubicBezTo>
                  <a:pt x="3398" y="3463"/>
                  <a:pt x="3462" y="3438"/>
                  <a:pt x="3511" y="3387"/>
                </a:cubicBezTo>
                <a:cubicBezTo>
                  <a:pt x="3606" y="3289"/>
                  <a:pt x="3603" y="3134"/>
                  <a:pt x="3503" y="3037"/>
                </a:cubicBezTo>
                <a:lnTo>
                  <a:pt x="3006" y="2557"/>
                </a:lnTo>
                <a:cubicBezTo>
                  <a:pt x="3423" y="1978"/>
                  <a:pt x="4097" y="1611"/>
                  <a:pt x="4843" y="1611"/>
                </a:cubicBezTo>
                <a:close/>
                <a:moveTo>
                  <a:pt x="250" y="0"/>
                </a:moveTo>
                <a:cubicBezTo>
                  <a:pt x="223" y="0"/>
                  <a:pt x="198" y="8"/>
                  <a:pt x="174" y="15"/>
                </a:cubicBezTo>
                <a:cubicBezTo>
                  <a:pt x="168" y="17"/>
                  <a:pt x="161" y="17"/>
                  <a:pt x="155" y="18"/>
                </a:cubicBezTo>
                <a:cubicBezTo>
                  <a:pt x="149" y="21"/>
                  <a:pt x="146" y="26"/>
                  <a:pt x="140" y="30"/>
                </a:cubicBezTo>
                <a:cubicBezTo>
                  <a:pt x="116" y="43"/>
                  <a:pt x="94" y="55"/>
                  <a:pt x="74" y="75"/>
                </a:cubicBezTo>
                <a:cubicBezTo>
                  <a:pt x="74" y="75"/>
                  <a:pt x="73" y="75"/>
                  <a:pt x="73" y="76"/>
                </a:cubicBezTo>
                <a:cubicBezTo>
                  <a:pt x="66" y="83"/>
                  <a:pt x="63" y="95"/>
                  <a:pt x="57" y="103"/>
                </a:cubicBezTo>
                <a:cubicBezTo>
                  <a:pt x="43" y="119"/>
                  <a:pt x="30" y="135"/>
                  <a:pt x="22" y="155"/>
                </a:cubicBezTo>
                <a:cubicBezTo>
                  <a:pt x="15" y="173"/>
                  <a:pt x="14" y="193"/>
                  <a:pt x="11" y="214"/>
                </a:cubicBezTo>
                <a:cubicBezTo>
                  <a:pt x="8" y="225"/>
                  <a:pt x="3" y="233"/>
                  <a:pt x="3" y="247"/>
                </a:cubicBezTo>
                <a:lnTo>
                  <a:pt x="3" y="1818"/>
                </a:lnTo>
                <a:cubicBezTo>
                  <a:pt x="3" y="1955"/>
                  <a:pt x="115" y="2064"/>
                  <a:pt x="250" y="2064"/>
                </a:cubicBezTo>
                <a:cubicBezTo>
                  <a:pt x="386" y="2064"/>
                  <a:pt x="496" y="1953"/>
                  <a:pt x="496" y="1818"/>
                </a:cubicBezTo>
                <a:lnTo>
                  <a:pt x="496" y="830"/>
                </a:lnTo>
                <a:lnTo>
                  <a:pt x="2165" y="2439"/>
                </a:lnTo>
                <a:cubicBezTo>
                  <a:pt x="2094" y="2571"/>
                  <a:pt x="2032" y="2709"/>
                  <a:pt x="1980" y="2851"/>
                </a:cubicBezTo>
                <a:cubicBezTo>
                  <a:pt x="927" y="2948"/>
                  <a:pt x="128" y="3794"/>
                  <a:pt x="128" y="4859"/>
                </a:cubicBezTo>
                <a:cubicBezTo>
                  <a:pt x="128" y="5804"/>
                  <a:pt x="758" y="6574"/>
                  <a:pt x="1634" y="6804"/>
                </a:cubicBezTo>
                <a:lnTo>
                  <a:pt x="495" y="7936"/>
                </a:lnTo>
                <a:lnTo>
                  <a:pt x="495" y="6959"/>
                </a:lnTo>
                <a:cubicBezTo>
                  <a:pt x="495" y="6822"/>
                  <a:pt x="383" y="6712"/>
                  <a:pt x="248" y="6712"/>
                </a:cubicBezTo>
                <a:cubicBezTo>
                  <a:pt x="110" y="6712"/>
                  <a:pt x="0" y="6824"/>
                  <a:pt x="0" y="6959"/>
                </a:cubicBezTo>
                <a:lnTo>
                  <a:pt x="0" y="8530"/>
                </a:lnTo>
                <a:cubicBezTo>
                  <a:pt x="0" y="8534"/>
                  <a:pt x="3" y="8539"/>
                  <a:pt x="5" y="8545"/>
                </a:cubicBezTo>
                <a:cubicBezTo>
                  <a:pt x="6" y="8571"/>
                  <a:pt x="11" y="8598"/>
                  <a:pt x="21" y="8623"/>
                </a:cubicBezTo>
                <a:cubicBezTo>
                  <a:pt x="30" y="8646"/>
                  <a:pt x="45" y="8665"/>
                  <a:pt x="60" y="8683"/>
                </a:cubicBezTo>
                <a:cubicBezTo>
                  <a:pt x="66" y="8690"/>
                  <a:pt x="67" y="8698"/>
                  <a:pt x="74" y="8705"/>
                </a:cubicBezTo>
                <a:cubicBezTo>
                  <a:pt x="97" y="8727"/>
                  <a:pt x="125" y="8747"/>
                  <a:pt x="155" y="8760"/>
                </a:cubicBezTo>
                <a:cubicBezTo>
                  <a:pt x="184" y="8772"/>
                  <a:pt x="218" y="8778"/>
                  <a:pt x="250" y="8778"/>
                </a:cubicBezTo>
                <a:lnTo>
                  <a:pt x="1819" y="8778"/>
                </a:lnTo>
                <a:cubicBezTo>
                  <a:pt x="1957" y="8778"/>
                  <a:pt x="2067" y="8666"/>
                  <a:pt x="2067" y="8531"/>
                </a:cubicBezTo>
                <a:cubicBezTo>
                  <a:pt x="2067" y="8393"/>
                  <a:pt x="1956" y="8285"/>
                  <a:pt x="1819" y="8285"/>
                </a:cubicBezTo>
                <a:lnTo>
                  <a:pt x="851" y="8285"/>
                </a:lnTo>
                <a:lnTo>
                  <a:pt x="2269" y="6877"/>
                </a:lnTo>
                <a:lnTo>
                  <a:pt x="6593" y="6877"/>
                </a:lnTo>
                <a:lnTo>
                  <a:pt x="7949" y="8285"/>
                </a:lnTo>
                <a:lnTo>
                  <a:pt x="6962" y="8285"/>
                </a:lnTo>
                <a:cubicBezTo>
                  <a:pt x="6823" y="8285"/>
                  <a:pt x="6715" y="8396"/>
                  <a:pt x="6715" y="8531"/>
                </a:cubicBezTo>
                <a:cubicBezTo>
                  <a:pt x="6715" y="8668"/>
                  <a:pt x="6826" y="8778"/>
                  <a:pt x="6962" y="8778"/>
                </a:cubicBezTo>
                <a:lnTo>
                  <a:pt x="8533" y="8778"/>
                </a:lnTo>
                <a:cubicBezTo>
                  <a:pt x="8565" y="8778"/>
                  <a:pt x="8596" y="8770"/>
                  <a:pt x="8626" y="8760"/>
                </a:cubicBezTo>
                <a:cubicBezTo>
                  <a:pt x="8643" y="8753"/>
                  <a:pt x="8656" y="8741"/>
                  <a:pt x="8671" y="8732"/>
                </a:cubicBezTo>
                <a:cubicBezTo>
                  <a:pt x="8681" y="8724"/>
                  <a:pt x="8694" y="8720"/>
                  <a:pt x="8703" y="8710"/>
                </a:cubicBezTo>
                <a:cubicBezTo>
                  <a:pt x="8703" y="8710"/>
                  <a:pt x="8703" y="8708"/>
                  <a:pt x="8706" y="8708"/>
                </a:cubicBezTo>
                <a:cubicBezTo>
                  <a:pt x="8726" y="8689"/>
                  <a:pt x="8741" y="8665"/>
                  <a:pt x="8752" y="8638"/>
                </a:cubicBezTo>
                <a:cubicBezTo>
                  <a:pt x="8754" y="8635"/>
                  <a:pt x="8758" y="8631"/>
                  <a:pt x="8760" y="8628"/>
                </a:cubicBezTo>
                <a:cubicBezTo>
                  <a:pt x="8763" y="8619"/>
                  <a:pt x="8763" y="8609"/>
                  <a:pt x="8766" y="8600"/>
                </a:cubicBezTo>
                <a:cubicBezTo>
                  <a:pt x="8770" y="8577"/>
                  <a:pt x="8778" y="8557"/>
                  <a:pt x="8778" y="8533"/>
                </a:cubicBezTo>
                <a:lnTo>
                  <a:pt x="8778" y="8531"/>
                </a:lnTo>
                <a:lnTo>
                  <a:pt x="8778" y="6959"/>
                </a:lnTo>
                <a:cubicBezTo>
                  <a:pt x="8778" y="6822"/>
                  <a:pt x="8666" y="6712"/>
                  <a:pt x="8531" y="6712"/>
                </a:cubicBezTo>
                <a:cubicBezTo>
                  <a:pt x="8395" y="6712"/>
                  <a:pt x="8285" y="6824"/>
                  <a:pt x="8285" y="6959"/>
                </a:cubicBezTo>
                <a:lnTo>
                  <a:pt x="8285" y="7917"/>
                </a:lnTo>
                <a:lnTo>
                  <a:pt x="7239" y="6833"/>
                </a:lnTo>
                <a:cubicBezTo>
                  <a:pt x="8005" y="6662"/>
                  <a:pt x="8561" y="6002"/>
                  <a:pt x="8561" y="5193"/>
                </a:cubicBezTo>
                <a:cubicBezTo>
                  <a:pt x="8561" y="4665"/>
                  <a:pt x="8316" y="4182"/>
                  <a:pt x="7894" y="3860"/>
                </a:cubicBezTo>
                <a:cubicBezTo>
                  <a:pt x="7887" y="3135"/>
                  <a:pt x="7625" y="2468"/>
                  <a:pt x="7195" y="1949"/>
                </a:cubicBezTo>
                <a:lnTo>
                  <a:pt x="8285" y="850"/>
                </a:lnTo>
                <a:lnTo>
                  <a:pt x="8285" y="1819"/>
                </a:lnTo>
                <a:cubicBezTo>
                  <a:pt x="8285" y="1956"/>
                  <a:pt x="8396" y="2066"/>
                  <a:pt x="8531" y="2066"/>
                </a:cubicBezTo>
                <a:cubicBezTo>
                  <a:pt x="8669" y="2066"/>
                  <a:pt x="8778" y="1955"/>
                  <a:pt x="8778" y="1819"/>
                </a:cubicBezTo>
                <a:lnTo>
                  <a:pt x="8778" y="248"/>
                </a:lnTo>
                <a:cubicBezTo>
                  <a:pt x="8781" y="214"/>
                  <a:pt x="8773" y="181"/>
                  <a:pt x="8760" y="152"/>
                </a:cubicBezTo>
                <a:cubicBezTo>
                  <a:pt x="8746" y="122"/>
                  <a:pt x="8729" y="95"/>
                  <a:pt x="8706" y="73"/>
                </a:cubicBezTo>
                <a:cubicBezTo>
                  <a:pt x="8699" y="67"/>
                  <a:pt x="8692" y="63"/>
                  <a:pt x="8684" y="58"/>
                </a:cubicBezTo>
                <a:cubicBezTo>
                  <a:pt x="8665" y="43"/>
                  <a:pt x="8647" y="29"/>
                  <a:pt x="8626" y="18"/>
                </a:cubicBezTo>
                <a:cubicBezTo>
                  <a:pt x="8604" y="9"/>
                  <a:pt x="8580" y="6"/>
                  <a:pt x="8556" y="3"/>
                </a:cubicBezTo>
                <a:cubicBezTo>
                  <a:pt x="8549" y="3"/>
                  <a:pt x="8542" y="0"/>
                  <a:pt x="8534" y="0"/>
                </a:cubicBezTo>
                <a:lnTo>
                  <a:pt x="6963" y="0"/>
                </a:lnTo>
                <a:cubicBezTo>
                  <a:pt x="6826" y="0"/>
                  <a:pt x="6717" y="112"/>
                  <a:pt x="6717" y="247"/>
                </a:cubicBezTo>
                <a:cubicBezTo>
                  <a:pt x="6717" y="383"/>
                  <a:pt x="6828" y="493"/>
                  <a:pt x="6963" y="493"/>
                </a:cubicBezTo>
                <a:lnTo>
                  <a:pt x="7940" y="493"/>
                </a:lnTo>
                <a:lnTo>
                  <a:pt x="6849" y="1595"/>
                </a:lnTo>
                <a:cubicBezTo>
                  <a:pt x="6311" y="1127"/>
                  <a:pt x="5613" y="841"/>
                  <a:pt x="4847" y="841"/>
                </a:cubicBezTo>
                <a:cubicBezTo>
                  <a:pt x="3883" y="841"/>
                  <a:pt x="3007" y="1292"/>
                  <a:pt x="2443" y="2015"/>
                </a:cubicBezTo>
                <a:lnTo>
                  <a:pt x="864" y="493"/>
                </a:lnTo>
                <a:lnTo>
                  <a:pt x="1822" y="493"/>
                </a:lnTo>
                <a:cubicBezTo>
                  <a:pt x="1959" y="493"/>
                  <a:pt x="2069" y="382"/>
                  <a:pt x="2069" y="247"/>
                </a:cubicBezTo>
                <a:cubicBezTo>
                  <a:pt x="2069" y="110"/>
                  <a:pt x="1957" y="0"/>
                  <a:pt x="182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64" name="Google Shape;3264;p97"/>
          <p:cNvSpPr txBox="1"/>
          <p:nvPr/>
        </p:nvSpPr>
        <p:spPr>
          <a:xfrm>
            <a:off x="387581" y="1382115"/>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CSV</a:t>
            </a:r>
            <a:endParaRPr sz="1800">
              <a:solidFill>
                <a:srgbClr val="252525"/>
              </a:solidFill>
              <a:latin typeface="Arial"/>
              <a:ea typeface="Arial"/>
              <a:cs typeface="Arial"/>
              <a:sym typeface="Arial"/>
            </a:endParaRPr>
          </a:p>
        </p:txBody>
      </p:sp>
      <p:sp>
        <p:nvSpPr>
          <p:cNvPr id="3265" name="Google Shape;3265;p97"/>
          <p:cNvSpPr/>
          <p:nvPr/>
        </p:nvSpPr>
        <p:spPr>
          <a:xfrm>
            <a:off x="3631477" y="4095488"/>
            <a:ext cx="275492" cy="275552"/>
          </a:xfrm>
          <a:custGeom>
            <a:rect b="b" l="l" r="r" t="t"/>
            <a:pathLst>
              <a:path extrusionOk="0" h="9125" w="9123">
                <a:moveTo>
                  <a:pt x="2566" y="4558"/>
                </a:moveTo>
                <a:cubicBezTo>
                  <a:pt x="2528" y="4558"/>
                  <a:pt x="2497" y="4591"/>
                  <a:pt x="2497" y="4630"/>
                </a:cubicBezTo>
                <a:lnTo>
                  <a:pt x="2497" y="6554"/>
                </a:lnTo>
                <a:cubicBezTo>
                  <a:pt x="2497" y="6593"/>
                  <a:pt x="2528" y="6625"/>
                  <a:pt x="2566" y="6625"/>
                </a:cubicBezTo>
                <a:lnTo>
                  <a:pt x="3438" y="6625"/>
                </a:lnTo>
                <a:cubicBezTo>
                  <a:pt x="3477" y="6625"/>
                  <a:pt x="3508" y="6593"/>
                  <a:pt x="3508" y="6554"/>
                </a:cubicBezTo>
                <a:lnTo>
                  <a:pt x="3508" y="4630"/>
                </a:lnTo>
                <a:cubicBezTo>
                  <a:pt x="3508" y="4591"/>
                  <a:pt x="3477" y="4558"/>
                  <a:pt x="3438" y="4558"/>
                </a:cubicBezTo>
                <a:close/>
                <a:moveTo>
                  <a:pt x="4085" y="3635"/>
                </a:moveTo>
                <a:cubicBezTo>
                  <a:pt x="4047" y="3635"/>
                  <a:pt x="4014" y="3666"/>
                  <a:pt x="4014" y="3704"/>
                </a:cubicBezTo>
                <a:lnTo>
                  <a:pt x="4014" y="6554"/>
                </a:lnTo>
                <a:cubicBezTo>
                  <a:pt x="4014" y="6593"/>
                  <a:pt x="4047" y="6625"/>
                  <a:pt x="4085" y="6625"/>
                </a:cubicBezTo>
                <a:lnTo>
                  <a:pt x="4956" y="6625"/>
                </a:lnTo>
                <a:cubicBezTo>
                  <a:pt x="4994" y="6625"/>
                  <a:pt x="5027" y="6593"/>
                  <a:pt x="5027" y="6554"/>
                </a:cubicBezTo>
                <a:lnTo>
                  <a:pt x="5027" y="3704"/>
                </a:lnTo>
                <a:cubicBezTo>
                  <a:pt x="5027" y="3666"/>
                  <a:pt x="4994" y="3635"/>
                  <a:pt x="4956" y="3635"/>
                </a:cubicBezTo>
                <a:close/>
                <a:moveTo>
                  <a:pt x="5603" y="2470"/>
                </a:moveTo>
                <a:cubicBezTo>
                  <a:pt x="5564" y="2470"/>
                  <a:pt x="5533" y="2502"/>
                  <a:pt x="5533" y="2542"/>
                </a:cubicBezTo>
                <a:lnTo>
                  <a:pt x="5533" y="6554"/>
                </a:lnTo>
                <a:cubicBezTo>
                  <a:pt x="5533" y="6593"/>
                  <a:pt x="5564" y="6625"/>
                  <a:pt x="5603" y="6625"/>
                </a:cubicBezTo>
                <a:lnTo>
                  <a:pt x="6475" y="6625"/>
                </a:lnTo>
                <a:cubicBezTo>
                  <a:pt x="6513" y="6625"/>
                  <a:pt x="6544" y="6593"/>
                  <a:pt x="6544" y="6554"/>
                </a:cubicBezTo>
                <a:lnTo>
                  <a:pt x="6544" y="2542"/>
                </a:lnTo>
                <a:cubicBezTo>
                  <a:pt x="6544" y="2502"/>
                  <a:pt x="6512" y="2470"/>
                  <a:pt x="6475" y="2470"/>
                </a:cubicBezTo>
                <a:close/>
                <a:moveTo>
                  <a:pt x="4939" y="567"/>
                </a:moveTo>
                <a:lnTo>
                  <a:pt x="4939" y="1242"/>
                </a:lnTo>
                <a:cubicBezTo>
                  <a:pt x="4939" y="1378"/>
                  <a:pt x="5034" y="1492"/>
                  <a:pt x="5168" y="1520"/>
                </a:cubicBezTo>
                <a:cubicBezTo>
                  <a:pt x="5558" y="1599"/>
                  <a:pt x="5927" y="1749"/>
                  <a:pt x="6262" y="1970"/>
                </a:cubicBezTo>
                <a:cubicBezTo>
                  <a:pt x="6310" y="2002"/>
                  <a:pt x="6364" y="2017"/>
                  <a:pt x="6418" y="2017"/>
                </a:cubicBezTo>
                <a:cubicBezTo>
                  <a:pt x="6491" y="2017"/>
                  <a:pt x="6564" y="1988"/>
                  <a:pt x="6619" y="1933"/>
                </a:cubicBezTo>
                <a:lnTo>
                  <a:pt x="7020" y="1532"/>
                </a:lnTo>
                <a:lnTo>
                  <a:pt x="7575" y="2086"/>
                </a:lnTo>
                <a:lnTo>
                  <a:pt x="7177" y="2484"/>
                </a:lnTo>
                <a:cubicBezTo>
                  <a:pt x="7084" y="2579"/>
                  <a:pt x="7069" y="2729"/>
                  <a:pt x="7143" y="2842"/>
                </a:cubicBezTo>
                <a:cubicBezTo>
                  <a:pt x="7366" y="3176"/>
                  <a:pt x="7519" y="3544"/>
                  <a:pt x="7600" y="3935"/>
                </a:cubicBezTo>
                <a:cubicBezTo>
                  <a:pt x="7628" y="4067"/>
                  <a:pt x="7744" y="4162"/>
                  <a:pt x="7878" y="4162"/>
                </a:cubicBezTo>
                <a:lnTo>
                  <a:pt x="8557" y="4162"/>
                </a:lnTo>
                <a:lnTo>
                  <a:pt x="8557" y="4947"/>
                </a:lnTo>
                <a:lnTo>
                  <a:pt x="7881" y="4947"/>
                </a:lnTo>
                <a:cubicBezTo>
                  <a:pt x="7746" y="4947"/>
                  <a:pt x="7630" y="5041"/>
                  <a:pt x="7603" y="5175"/>
                </a:cubicBezTo>
                <a:cubicBezTo>
                  <a:pt x="7525" y="5567"/>
                  <a:pt x="7375" y="5935"/>
                  <a:pt x="7153" y="6270"/>
                </a:cubicBezTo>
                <a:cubicBezTo>
                  <a:pt x="7079" y="6382"/>
                  <a:pt x="7094" y="6532"/>
                  <a:pt x="7190" y="6627"/>
                </a:cubicBezTo>
                <a:lnTo>
                  <a:pt x="7591" y="7028"/>
                </a:lnTo>
                <a:lnTo>
                  <a:pt x="7036" y="7583"/>
                </a:lnTo>
                <a:lnTo>
                  <a:pt x="6640" y="7185"/>
                </a:lnTo>
                <a:cubicBezTo>
                  <a:pt x="6585" y="7131"/>
                  <a:pt x="6512" y="7102"/>
                  <a:pt x="6439" y="7102"/>
                </a:cubicBezTo>
                <a:cubicBezTo>
                  <a:pt x="6384" y="7102"/>
                  <a:pt x="6329" y="7118"/>
                  <a:pt x="6280" y="7150"/>
                </a:cubicBezTo>
                <a:cubicBezTo>
                  <a:pt x="5946" y="7372"/>
                  <a:pt x="5579" y="7527"/>
                  <a:pt x="5187" y="7608"/>
                </a:cubicBezTo>
                <a:cubicBezTo>
                  <a:pt x="5055" y="7637"/>
                  <a:pt x="4962" y="7751"/>
                  <a:pt x="4962" y="7885"/>
                </a:cubicBezTo>
                <a:lnTo>
                  <a:pt x="4962" y="8565"/>
                </a:lnTo>
                <a:lnTo>
                  <a:pt x="4176" y="8565"/>
                </a:lnTo>
                <a:lnTo>
                  <a:pt x="4176" y="7889"/>
                </a:lnTo>
                <a:cubicBezTo>
                  <a:pt x="4176" y="7754"/>
                  <a:pt x="4081" y="7638"/>
                  <a:pt x="3947" y="7610"/>
                </a:cubicBezTo>
                <a:cubicBezTo>
                  <a:pt x="3555" y="7533"/>
                  <a:pt x="3187" y="7380"/>
                  <a:pt x="2853" y="7161"/>
                </a:cubicBezTo>
                <a:cubicBezTo>
                  <a:pt x="2806" y="7130"/>
                  <a:pt x="2752" y="7114"/>
                  <a:pt x="2698" y="7114"/>
                </a:cubicBezTo>
                <a:cubicBezTo>
                  <a:pt x="2625" y="7114"/>
                  <a:pt x="2552" y="7143"/>
                  <a:pt x="2497" y="7199"/>
                </a:cubicBezTo>
                <a:lnTo>
                  <a:pt x="2096" y="7599"/>
                </a:lnTo>
                <a:lnTo>
                  <a:pt x="1540" y="7044"/>
                </a:lnTo>
                <a:lnTo>
                  <a:pt x="1937" y="6648"/>
                </a:lnTo>
                <a:cubicBezTo>
                  <a:pt x="2032" y="6553"/>
                  <a:pt x="2047" y="6403"/>
                  <a:pt x="1972" y="6288"/>
                </a:cubicBezTo>
                <a:cubicBezTo>
                  <a:pt x="1750" y="5954"/>
                  <a:pt x="1597" y="5587"/>
                  <a:pt x="1514" y="5195"/>
                </a:cubicBezTo>
                <a:cubicBezTo>
                  <a:pt x="1487" y="5063"/>
                  <a:pt x="1371" y="4970"/>
                  <a:pt x="1237" y="4970"/>
                </a:cubicBezTo>
                <a:lnTo>
                  <a:pt x="559" y="4970"/>
                </a:lnTo>
                <a:lnTo>
                  <a:pt x="559" y="4184"/>
                </a:lnTo>
                <a:lnTo>
                  <a:pt x="1234" y="4184"/>
                </a:lnTo>
                <a:cubicBezTo>
                  <a:pt x="1369" y="4184"/>
                  <a:pt x="1485" y="4089"/>
                  <a:pt x="1512" y="3955"/>
                </a:cubicBezTo>
                <a:cubicBezTo>
                  <a:pt x="1591" y="3563"/>
                  <a:pt x="1741" y="3195"/>
                  <a:pt x="1962" y="2861"/>
                </a:cubicBezTo>
                <a:cubicBezTo>
                  <a:pt x="2036" y="2750"/>
                  <a:pt x="2021" y="2598"/>
                  <a:pt x="1925" y="2505"/>
                </a:cubicBezTo>
                <a:lnTo>
                  <a:pt x="1524" y="2104"/>
                </a:lnTo>
                <a:lnTo>
                  <a:pt x="2079" y="1548"/>
                </a:lnTo>
                <a:lnTo>
                  <a:pt x="2476" y="1945"/>
                </a:lnTo>
                <a:cubicBezTo>
                  <a:pt x="2530" y="1999"/>
                  <a:pt x="2603" y="2027"/>
                  <a:pt x="2676" y="2027"/>
                </a:cubicBezTo>
                <a:cubicBezTo>
                  <a:pt x="2731" y="2027"/>
                  <a:pt x="2786" y="2012"/>
                  <a:pt x="2834" y="1980"/>
                </a:cubicBezTo>
                <a:cubicBezTo>
                  <a:pt x="3168" y="1758"/>
                  <a:pt x="3536" y="1603"/>
                  <a:pt x="3928" y="1522"/>
                </a:cubicBezTo>
                <a:cubicBezTo>
                  <a:pt x="4059" y="1495"/>
                  <a:pt x="4154" y="1379"/>
                  <a:pt x="4154" y="1245"/>
                </a:cubicBezTo>
                <a:lnTo>
                  <a:pt x="4154" y="567"/>
                </a:lnTo>
                <a:close/>
                <a:moveTo>
                  <a:pt x="3873" y="1"/>
                </a:moveTo>
                <a:cubicBezTo>
                  <a:pt x="3717" y="1"/>
                  <a:pt x="3591" y="127"/>
                  <a:pt x="3591" y="283"/>
                </a:cubicBezTo>
                <a:lnTo>
                  <a:pt x="3591" y="1023"/>
                </a:lnTo>
                <a:cubicBezTo>
                  <a:pt x="3287" y="1106"/>
                  <a:pt x="2997" y="1226"/>
                  <a:pt x="2722" y="1386"/>
                </a:cubicBezTo>
                <a:lnTo>
                  <a:pt x="2284" y="948"/>
                </a:lnTo>
                <a:cubicBezTo>
                  <a:pt x="2229" y="893"/>
                  <a:pt x="2156" y="865"/>
                  <a:pt x="2084" y="865"/>
                </a:cubicBezTo>
                <a:cubicBezTo>
                  <a:pt x="2011" y="865"/>
                  <a:pt x="1939" y="893"/>
                  <a:pt x="1883" y="948"/>
                </a:cubicBezTo>
                <a:lnTo>
                  <a:pt x="930" y="1902"/>
                </a:lnTo>
                <a:cubicBezTo>
                  <a:pt x="819" y="2013"/>
                  <a:pt x="819" y="2191"/>
                  <a:pt x="930" y="2303"/>
                </a:cubicBezTo>
                <a:lnTo>
                  <a:pt x="1374" y="2747"/>
                </a:lnTo>
                <a:cubicBezTo>
                  <a:pt x="1215" y="3021"/>
                  <a:pt x="1096" y="3312"/>
                  <a:pt x="1015" y="3617"/>
                </a:cubicBezTo>
                <a:lnTo>
                  <a:pt x="282" y="3617"/>
                </a:lnTo>
                <a:cubicBezTo>
                  <a:pt x="127" y="3617"/>
                  <a:pt x="0" y="3743"/>
                  <a:pt x="0" y="3899"/>
                </a:cubicBezTo>
                <a:lnTo>
                  <a:pt x="0" y="5250"/>
                </a:lnTo>
                <a:cubicBezTo>
                  <a:pt x="0" y="5406"/>
                  <a:pt x="127" y="5532"/>
                  <a:pt x="282" y="5532"/>
                </a:cubicBezTo>
                <a:lnTo>
                  <a:pt x="1021" y="5532"/>
                </a:lnTo>
                <a:cubicBezTo>
                  <a:pt x="1104" y="5837"/>
                  <a:pt x="1225" y="6129"/>
                  <a:pt x="1384" y="6401"/>
                </a:cubicBezTo>
                <a:lnTo>
                  <a:pt x="946" y="6839"/>
                </a:lnTo>
                <a:cubicBezTo>
                  <a:pt x="893" y="6894"/>
                  <a:pt x="863" y="6964"/>
                  <a:pt x="863" y="7040"/>
                </a:cubicBezTo>
                <a:cubicBezTo>
                  <a:pt x="863" y="7117"/>
                  <a:pt x="893" y="7187"/>
                  <a:pt x="946" y="7240"/>
                </a:cubicBezTo>
                <a:lnTo>
                  <a:pt x="1901" y="8195"/>
                </a:lnTo>
                <a:cubicBezTo>
                  <a:pt x="1957" y="8251"/>
                  <a:pt x="2029" y="8278"/>
                  <a:pt x="2102" y="8278"/>
                </a:cubicBezTo>
                <a:cubicBezTo>
                  <a:pt x="2174" y="8278"/>
                  <a:pt x="2246" y="8251"/>
                  <a:pt x="2302" y="8195"/>
                </a:cubicBezTo>
                <a:lnTo>
                  <a:pt x="2745" y="7751"/>
                </a:lnTo>
                <a:cubicBezTo>
                  <a:pt x="3019" y="7908"/>
                  <a:pt x="3312" y="8027"/>
                  <a:pt x="3616" y="8109"/>
                </a:cubicBezTo>
                <a:lnTo>
                  <a:pt x="3616" y="8842"/>
                </a:lnTo>
                <a:cubicBezTo>
                  <a:pt x="3616" y="8998"/>
                  <a:pt x="3742" y="9124"/>
                  <a:pt x="3898" y="9124"/>
                </a:cubicBezTo>
                <a:lnTo>
                  <a:pt x="5250" y="9124"/>
                </a:lnTo>
                <a:cubicBezTo>
                  <a:pt x="5406" y="9124"/>
                  <a:pt x="5532" y="8998"/>
                  <a:pt x="5532" y="8842"/>
                </a:cubicBezTo>
                <a:lnTo>
                  <a:pt x="5532" y="8104"/>
                </a:lnTo>
                <a:cubicBezTo>
                  <a:pt x="5836" y="8020"/>
                  <a:pt x="6126" y="7899"/>
                  <a:pt x="6400" y="7741"/>
                </a:cubicBezTo>
                <a:lnTo>
                  <a:pt x="6838" y="8179"/>
                </a:lnTo>
                <a:cubicBezTo>
                  <a:pt x="6892" y="8232"/>
                  <a:pt x="6962" y="8262"/>
                  <a:pt x="7039" y="8262"/>
                </a:cubicBezTo>
                <a:cubicBezTo>
                  <a:pt x="7115" y="8262"/>
                  <a:pt x="7184" y="8232"/>
                  <a:pt x="7239" y="8179"/>
                </a:cubicBezTo>
                <a:lnTo>
                  <a:pt x="8193" y="7222"/>
                </a:lnTo>
                <a:cubicBezTo>
                  <a:pt x="8304" y="7111"/>
                  <a:pt x="8304" y="6933"/>
                  <a:pt x="8193" y="6821"/>
                </a:cubicBezTo>
                <a:lnTo>
                  <a:pt x="7749" y="6377"/>
                </a:lnTo>
                <a:cubicBezTo>
                  <a:pt x="7908" y="6103"/>
                  <a:pt x="8026" y="5812"/>
                  <a:pt x="8108" y="5507"/>
                </a:cubicBezTo>
                <a:lnTo>
                  <a:pt x="8840" y="5507"/>
                </a:lnTo>
                <a:cubicBezTo>
                  <a:pt x="8996" y="5507"/>
                  <a:pt x="9122" y="5381"/>
                  <a:pt x="9122" y="5225"/>
                </a:cubicBezTo>
                <a:lnTo>
                  <a:pt x="9122" y="3874"/>
                </a:lnTo>
                <a:cubicBezTo>
                  <a:pt x="9122" y="3722"/>
                  <a:pt x="8996" y="3596"/>
                  <a:pt x="8840" y="3596"/>
                </a:cubicBezTo>
                <a:lnTo>
                  <a:pt x="8102" y="3596"/>
                </a:lnTo>
                <a:cubicBezTo>
                  <a:pt x="8019" y="3292"/>
                  <a:pt x="7897" y="2999"/>
                  <a:pt x="7738" y="2727"/>
                </a:cubicBezTo>
                <a:lnTo>
                  <a:pt x="8176" y="2289"/>
                </a:lnTo>
                <a:cubicBezTo>
                  <a:pt x="8230" y="2234"/>
                  <a:pt x="8260" y="2165"/>
                  <a:pt x="8260" y="2089"/>
                </a:cubicBezTo>
                <a:cubicBezTo>
                  <a:pt x="8260" y="2015"/>
                  <a:pt x="8230" y="1942"/>
                  <a:pt x="8176" y="1888"/>
                </a:cubicBezTo>
                <a:lnTo>
                  <a:pt x="7222" y="932"/>
                </a:lnTo>
                <a:cubicBezTo>
                  <a:pt x="7169" y="879"/>
                  <a:pt x="7096" y="853"/>
                  <a:pt x="7022" y="853"/>
                </a:cubicBezTo>
                <a:cubicBezTo>
                  <a:pt x="6949" y="853"/>
                  <a:pt x="6875" y="879"/>
                  <a:pt x="6821" y="932"/>
                </a:cubicBezTo>
                <a:lnTo>
                  <a:pt x="6378" y="1375"/>
                </a:lnTo>
                <a:cubicBezTo>
                  <a:pt x="6103" y="1217"/>
                  <a:pt x="5811" y="1098"/>
                  <a:pt x="5507" y="1017"/>
                </a:cubicBezTo>
                <a:lnTo>
                  <a:pt x="5507" y="283"/>
                </a:lnTo>
                <a:cubicBezTo>
                  <a:pt x="5507" y="127"/>
                  <a:pt x="5380" y="1"/>
                  <a:pt x="522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66" name="Google Shape;3266;p97"/>
          <p:cNvSpPr/>
          <p:nvPr/>
        </p:nvSpPr>
        <p:spPr>
          <a:xfrm>
            <a:off x="4434998" y="4106857"/>
            <a:ext cx="252844" cy="252813"/>
          </a:xfrm>
          <a:custGeom>
            <a:rect b="b" l="l" r="r" t="t"/>
            <a:pathLst>
              <a:path extrusionOk="0" h="8372" w="8373">
                <a:moveTo>
                  <a:pt x="5650" y="129"/>
                </a:moveTo>
                <a:cubicBezTo>
                  <a:pt x="5524" y="129"/>
                  <a:pt x="5425" y="231"/>
                  <a:pt x="5425" y="354"/>
                </a:cubicBezTo>
                <a:cubicBezTo>
                  <a:pt x="5425" y="479"/>
                  <a:pt x="5526" y="581"/>
                  <a:pt x="5650" y="581"/>
                </a:cubicBezTo>
                <a:lnTo>
                  <a:pt x="5790" y="581"/>
                </a:lnTo>
                <a:cubicBezTo>
                  <a:pt x="5913" y="581"/>
                  <a:pt x="6016" y="479"/>
                  <a:pt x="6016" y="354"/>
                </a:cubicBezTo>
                <a:cubicBezTo>
                  <a:pt x="6016" y="231"/>
                  <a:pt x="5913" y="129"/>
                  <a:pt x="5790" y="129"/>
                </a:cubicBezTo>
                <a:close/>
                <a:moveTo>
                  <a:pt x="6631" y="129"/>
                </a:moveTo>
                <a:cubicBezTo>
                  <a:pt x="6504" y="129"/>
                  <a:pt x="6405" y="231"/>
                  <a:pt x="6405" y="354"/>
                </a:cubicBezTo>
                <a:cubicBezTo>
                  <a:pt x="6405" y="479"/>
                  <a:pt x="6506" y="581"/>
                  <a:pt x="6631" y="581"/>
                </a:cubicBezTo>
                <a:lnTo>
                  <a:pt x="6770" y="581"/>
                </a:lnTo>
                <a:cubicBezTo>
                  <a:pt x="6895" y="581"/>
                  <a:pt x="6996" y="479"/>
                  <a:pt x="6996" y="354"/>
                </a:cubicBezTo>
                <a:cubicBezTo>
                  <a:pt x="6996" y="231"/>
                  <a:pt x="6895" y="129"/>
                  <a:pt x="6770" y="129"/>
                </a:cubicBezTo>
                <a:close/>
                <a:moveTo>
                  <a:pt x="7594" y="241"/>
                </a:moveTo>
                <a:cubicBezTo>
                  <a:pt x="7512" y="241"/>
                  <a:pt x="7432" y="286"/>
                  <a:pt x="7392" y="363"/>
                </a:cubicBezTo>
                <a:cubicBezTo>
                  <a:pt x="7373" y="397"/>
                  <a:pt x="7366" y="433"/>
                  <a:pt x="7366" y="467"/>
                </a:cubicBezTo>
                <a:cubicBezTo>
                  <a:pt x="7366" y="550"/>
                  <a:pt x="7410" y="627"/>
                  <a:pt x="7489" y="668"/>
                </a:cubicBezTo>
                <a:cubicBezTo>
                  <a:pt x="7520" y="685"/>
                  <a:pt x="7551" y="703"/>
                  <a:pt x="7581" y="724"/>
                </a:cubicBezTo>
                <a:cubicBezTo>
                  <a:pt x="7621" y="752"/>
                  <a:pt x="7667" y="766"/>
                  <a:pt x="7712" y="766"/>
                </a:cubicBezTo>
                <a:cubicBezTo>
                  <a:pt x="7783" y="766"/>
                  <a:pt x="7853" y="733"/>
                  <a:pt x="7897" y="671"/>
                </a:cubicBezTo>
                <a:cubicBezTo>
                  <a:pt x="7968" y="568"/>
                  <a:pt x="7945" y="427"/>
                  <a:pt x="7842" y="354"/>
                </a:cubicBezTo>
                <a:cubicBezTo>
                  <a:pt x="7796" y="322"/>
                  <a:pt x="7746" y="292"/>
                  <a:pt x="7697" y="265"/>
                </a:cubicBezTo>
                <a:cubicBezTo>
                  <a:pt x="7664" y="248"/>
                  <a:pt x="7629" y="241"/>
                  <a:pt x="7594" y="241"/>
                </a:cubicBezTo>
                <a:close/>
                <a:moveTo>
                  <a:pt x="8136" y="1012"/>
                </a:moveTo>
                <a:cubicBezTo>
                  <a:pt x="8127" y="1012"/>
                  <a:pt x="8117" y="1012"/>
                  <a:pt x="8107" y="1014"/>
                </a:cubicBezTo>
                <a:cubicBezTo>
                  <a:pt x="7994" y="1028"/>
                  <a:pt x="7909" y="1125"/>
                  <a:pt x="7909" y="1236"/>
                </a:cubicBezTo>
                <a:cubicBezTo>
                  <a:pt x="7909" y="1245"/>
                  <a:pt x="7909" y="1257"/>
                  <a:pt x="7912" y="1266"/>
                </a:cubicBezTo>
                <a:cubicBezTo>
                  <a:pt x="7915" y="1300"/>
                  <a:pt x="7919" y="1334"/>
                  <a:pt x="7919" y="1376"/>
                </a:cubicBezTo>
                <a:cubicBezTo>
                  <a:pt x="7919" y="1499"/>
                  <a:pt x="8020" y="1600"/>
                  <a:pt x="8145" y="1600"/>
                </a:cubicBezTo>
                <a:cubicBezTo>
                  <a:pt x="8270" y="1600"/>
                  <a:pt x="8372" y="1496"/>
                  <a:pt x="8372" y="1371"/>
                </a:cubicBezTo>
                <a:cubicBezTo>
                  <a:pt x="8372" y="1316"/>
                  <a:pt x="8368" y="1263"/>
                  <a:pt x="8360" y="1208"/>
                </a:cubicBezTo>
                <a:cubicBezTo>
                  <a:pt x="8345" y="1095"/>
                  <a:pt x="8249" y="1012"/>
                  <a:pt x="8136" y="1012"/>
                </a:cubicBezTo>
                <a:close/>
                <a:moveTo>
                  <a:pt x="8145" y="1991"/>
                </a:moveTo>
                <a:cubicBezTo>
                  <a:pt x="8020" y="1991"/>
                  <a:pt x="7919" y="2092"/>
                  <a:pt x="7919" y="2216"/>
                </a:cubicBezTo>
                <a:lnTo>
                  <a:pt x="7919" y="2356"/>
                </a:lnTo>
                <a:cubicBezTo>
                  <a:pt x="7919" y="2481"/>
                  <a:pt x="8020" y="2582"/>
                  <a:pt x="8145" y="2582"/>
                </a:cubicBezTo>
                <a:cubicBezTo>
                  <a:pt x="8270" y="2582"/>
                  <a:pt x="8372" y="2481"/>
                  <a:pt x="8372" y="2356"/>
                </a:cubicBezTo>
                <a:lnTo>
                  <a:pt x="8372" y="2216"/>
                </a:lnTo>
                <a:cubicBezTo>
                  <a:pt x="8372" y="2092"/>
                  <a:pt x="8270" y="1991"/>
                  <a:pt x="8145" y="1991"/>
                </a:cubicBezTo>
                <a:close/>
                <a:moveTo>
                  <a:pt x="8145" y="2971"/>
                </a:moveTo>
                <a:cubicBezTo>
                  <a:pt x="8020" y="2971"/>
                  <a:pt x="7919" y="3072"/>
                  <a:pt x="7919" y="3196"/>
                </a:cubicBezTo>
                <a:lnTo>
                  <a:pt x="7919" y="3336"/>
                </a:lnTo>
                <a:cubicBezTo>
                  <a:pt x="7919" y="3461"/>
                  <a:pt x="8020" y="3562"/>
                  <a:pt x="8145" y="3562"/>
                </a:cubicBezTo>
                <a:cubicBezTo>
                  <a:pt x="8270" y="3562"/>
                  <a:pt x="8372" y="3461"/>
                  <a:pt x="8372" y="3336"/>
                </a:cubicBezTo>
                <a:lnTo>
                  <a:pt x="8372" y="3196"/>
                </a:lnTo>
                <a:cubicBezTo>
                  <a:pt x="8372" y="3072"/>
                  <a:pt x="8270" y="2971"/>
                  <a:pt x="8145" y="2971"/>
                </a:cubicBezTo>
                <a:close/>
                <a:moveTo>
                  <a:pt x="8142" y="3951"/>
                </a:moveTo>
                <a:cubicBezTo>
                  <a:pt x="8019" y="3951"/>
                  <a:pt x="7919" y="4053"/>
                  <a:pt x="7919" y="4176"/>
                </a:cubicBezTo>
                <a:lnTo>
                  <a:pt x="7919" y="4316"/>
                </a:lnTo>
                <a:cubicBezTo>
                  <a:pt x="7919" y="4441"/>
                  <a:pt x="8020" y="4542"/>
                  <a:pt x="8145" y="4542"/>
                </a:cubicBezTo>
                <a:cubicBezTo>
                  <a:pt x="8270" y="4542"/>
                  <a:pt x="8372" y="4441"/>
                  <a:pt x="8372" y="4316"/>
                </a:cubicBezTo>
                <a:lnTo>
                  <a:pt x="8372" y="4176"/>
                </a:lnTo>
                <a:cubicBezTo>
                  <a:pt x="8372" y="4052"/>
                  <a:pt x="8270" y="3951"/>
                  <a:pt x="8145" y="3951"/>
                </a:cubicBezTo>
                <a:cubicBezTo>
                  <a:pt x="8144" y="3951"/>
                  <a:pt x="8143" y="3951"/>
                  <a:pt x="8142" y="3951"/>
                </a:cubicBezTo>
                <a:close/>
                <a:moveTo>
                  <a:pt x="4218" y="709"/>
                </a:moveTo>
                <a:cubicBezTo>
                  <a:pt x="4581" y="709"/>
                  <a:pt x="4878" y="1006"/>
                  <a:pt x="4880" y="1371"/>
                </a:cubicBezTo>
                <a:lnTo>
                  <a:pt x="4880" y="4218"/>
                </a:lnTo>
                <a:cubicBezTo>
                  <a:pt x="4880" y="4583"/>
                  <a:pt x="4583" y="4880"/>
                  <a:pt x="4218" y="4880"/>
                </a:cubicBezTo>
                <a:lnTo>
                  <a:pt x="1372" y="4880"/>
                </a:lnTo>
                <a:cubicBezTo>
                  <a:pt x="1007" y="4880"/>
                  <a:pt x="710" y="4583"/>
                  <a:pt x="710" y="4218"/>
                </a:cubicBezTo>
                <a:lnTo>
                  <a:pt x="710" y="1371"/>
                </a:lnTo>
                <a:cubicBezTo>
                  <a:pt x="710" y="1006"/>
                  <a:pt x="1007" y="709"/>
                  <a:pt x="1372" y="709"/>
                </a:cubicBezTo>
                <a:close/>
                <a:moveTo>
                  <a:pt x="8145" y="4931"/>
                </a:moveTo>
                <a:cubicBezTo>
                  <a:pt x="8020" y="4931"/>
                  <a:pt x="7919" y="5032"/>
                  <a:pt x="7919" y="5157"/>
                </a:cubicBezTo>
                <a:lnTo>
                  <a:pt x="7919" y="5296"/>
                </a:lnTo>
                <a:cubicBezTo>
                  <a:pt x="7919" y="5419"/>
                  <a:pt x="8020" y="5522"/>
                  <a:pt x="8145" y="5522"/>
                </a:cubicBezTo>
                <a:cubicBezTo>
                  <a:pt x="8270" y="5522"/>
                  <a:pt x="8372" y="5419"/>
                  <a:pt x="8372" y="5296"/>
                </a:cubicBezTo>
                <a:lnTo>
                  <a:pt x="8372" y="5157"/>
                </a:lnTo>
                <a:cubicBezTo>
                  <a:pt x="8372" y="5032"/>
                  <a:pt x="8270" y="4931"/>
                  <a:pt x="8145" y="4931"/>
                </a:cubicBezTo>
                <a:close/>
                <a:moveTo>
                  <a:pt x="1371" y="1"/>
                </a:moveTo>
                <a:cubicBezTo>
                  <a:pt x="615" y="1"/>
                  <a:pt x="0" y="614"/>
                  <a:pt x="0" y="1370"/>
                </a:cubicBezTo>
                <a:lnTo>
                  <a:pt x="0" y="4215"/>
                </a:lnTo>
                <a:cubicBezTo>
                  <a:pt x="0" y="4496"/>
                  <a:pt x="85" y="4756"/>
                  <a:pt x="230" y="4972"/>
                </a:cubicBezTo>
                <a:cubicBezTo>
                  <a:pt x="171" y="5014"/>
                  <a:pt x="128" y="5079"/>
                  <a:pt x="128" y="5157"/>
                </a:cubicBezTo>
                <a:lnTo>
                  <a:pt x="128" y="5296"/>
                </a:lnTo>
                <a:cubicBezTo>
                  <a:pt x="128" y="5421"/>
                  <a:pt x="230" y="5522"/>
                  <a:pt x="355" y="5522"/>
                </a:cubicBezTo>
                <a:cubicBezTo>
                  <a:pt x="470" y="5522"/>
                  <a:pt x="560" y="5437"/>
                  <a:pt x="576" y="5326"/>
                </a:cubicBezTo>
                <a:cubicBezTo>
                  <a:pt x="802" y="5488"/>
                  <a:pt x="1075" y="5586"/>
                  <a:pt x="1372" y="5586"/>
                </a:cubicBezTo>
                <a:lnTo>
                  <a:pt x="4218" y="5586"/>
                </a:lnTo>
                <a:cubicBezTo>
                  <a:pt x="4972" y="5586"/>
                  <a:pt x="5588" y="4971"/>
                  <a:pt x="5588" y="4215"/>
                </a:cubicBezTo>
                <a:lnTo>
                  <a:pt x="5588" y="1370"/>
                </a:lnTo>
                <a:cubicBezTo>
                  <a:pt x="5588" y="916"/>
                  <a:pt x="5361" y="513"/>
                  <a:pt x="5018" y="264"/>
                </a:cubicBezTo>
                <a:cubicBezTo>
                  <a:pt x="4982" y="183"/>
                  <a:pt x="4902" y="129"/>
                  <a:pt x="4810" y="129"/>
                </a:cubicBezTo>
                <a:lnTo>
                  <a:pt x="4786" y="129"/>
                </a:lnTo>
                <a:cubicBezTo>
                  <a:pt x="4613" y="48"/>
                  <a:pt x="4422" y="1"/>
                  <a:pt x="4218" y="1"/>
                </a:cubicBezTo>
                <a:close/>
                <a:moveTo>
                  <a:pt x="357" y="5912"/>
                </a:moveTo>
                <a:cubicBezTo>
                  <a:pt x="232" y="5912"/>
                  <a:pt x="131" y="6015"/>
                  <a:pt x="131" y="6138"/>
                </a:cubicBezTo>
                <a:lnTo>
                  <a:pt x="131" y="6278"/>
                </a:lnTo>
                <a:cubicBezTo>
                  <a:pt x="131" y="6402"/>
                  <a:pt x="232" y="6505"/>
                  <a:pt x="357" y="6505"/>
                </a:cubicBezTo>
                <a:cubicBezTo>
                  <a:pt x="481" y="6505"/>
                  <a:pt x="584" y="6402"/>
                  <a:pt x="584" y="6278"/>
                </a:cubicBezTo>
                <a:lnTo>
                  <a:pt x="584" y="6138"/>
                </a:lnTo>
                <a:cubicBezTo>
                  <a:pt x="584" y="6015"/>
                  <a:pt x="481" y="5912"/>
                  <a:pt x="357" y="5912"/>
                </a:cubicBezTo>
                <a:close/>
                <a:moveTo>
                  <a:pt x="8145" y="5911"/>
                </a:moveTo>
                <a:cubicBezTo>
                  <a:pt x="8020" y="5911"/>
                  <a:pt x="7919" y="6012"/>
                  <a:pt x="7919" y="6137"/>
                </a:cubicBezTo>
                <a:lnTo>
                  <a:pt x="7919" y="6278"/>
                </a:lnTo>
                <a:cubicBezTo>
                  <a:pt x="7919" y="6402"/>
                  <a:pt x="8020" y="6505"/>
                  <a:pt x="8145" y="6505"/>
                </a:cubicBezTo>
                <a:cubicBezTo>
                  <a:pt x="8270" y="6505"/>
                  <a:pt x="8372" y="6402"/>
                  <a:pt x="8372" y="6278"/>
                </a:cubicBezTo>
                <a:lnTo>
                  <a:pt x="8372" y="6137"/>
                </a:lnTo>
                <a:cubicBezTo>
                  <a:pt x="8372" y="6012"/>
                  <a:pt x="8270" y="5911"/>
                  <a:pt x="8145" y="5911"/>
                </a:cubicBezTo>
                <a:close/>
                <a:moveTo>
                  <a:pt x="5632" y="5184"/>
                </a:moveTo>
                <a:cubicBezTo>
                  <a:pt x="5541" y="5184"/>
                  <a:pt x="5451" y="5218"/>
                  <a:pt x="5382" y="5286"/>
                </a:cubicBezTo>
                <a:cubicBezTo>
                  <a:pt x="5310" y="5356"/>
                  <a:pt x="5276" y="5446"/>
                  <a:pt x="5276" y="5540"/>
                </a:cubicBezTo>
                <a:cubicBezTo>
                  <a:pt x="5276" y="5629"/>
                  <a:pt x="5309" y="5719"/>
                  <a:pt x="5377" y="5788"/>
                </a:cubicBezTo>
                <a:lnTo>
                  <a:pt x="6105" y="6523"/>
                </a:lnTo>
                <a:lnTo>
                  <a:pt x="5944" y="6523"/>
                </a:lnTo>
                <a:cubicBezTo>
                  <a:pt x="5789" y="6523"/>
                  <a:pt x="5662" y="6649"/>
                  <a:pt x="5662" y="6805"/>
                </a:cubicBezTo>
                <a:cubicBezTo>
                  <a:pt x="5662" y="6961"/>
                  <a:pt x="5790" y="7087"/>
                  <a:pt x="5946" y="7087"/>
                </a:cubicBezTo>
                <a:lnTo>
                  <a:pt x="6895" y="7087"/>
                </a:lnTo>
                <a:cubicBezTo>
                  <a:pt x="7051" y="7087"/>
                  <a:pt x="7176" y="6961"/>
                  <a:pt x="7176" y="6805"/>
                </a:cubicBezTo>
                <a:lnTo>
                  <a:pt x="7176" y="5856"/>
                </a:lnTo>
                <a:cubicBezTo>
                  <a:pt x="7176" y="5700"/>
                  <a:pt x="7049" y="5574"/>
                  <a:pt x="6895" y="5574"/>
                </a:cubicBezTo>
                <a:cubicBezTo>
                  <a:pt x="6739" y="5574"/>
                  <a:pt x="6613" y="5700"/>
                  <a:pt x="6613" y="5856"/>
                </a:cubicBezTo>
                <a:lnTo>
                  <a:pt x="6613" y="6025"/>
                </a:lnTo>
                <a:lnTo>
                  <a:pt x="5882" y="5289"/>
                </a:lnTo>
                <a:cubicBezTo>
                  <a:pt x="5813" y="5219"/>
                  <a:pt x="5723" y="5184"/>
                  <a:pt x="5632" y="5184"/>
                </a:cubicBezTo>
                <a:close/>
                <a:moveTo>
                  <a:pt x="357" y="6895"/>
                </a:moveTo>
                <a:cubicBezTo>
                  <a:pt x="232" y="6895"/>
                  <a:pt x="131" y="7004"/>
                  <a:pt x="131" y="7129"/>
                </a:cubicBezTo>
                <a:cubicBezTo>
                  <a:pt x="131" y="7182"/>
                  <a:pt x="134" y="7234"/>
                  <a:pt x="140" y="7286"/>
                </a:cubicBezTo>
                <a:cubicBezTo>
                  <a:pt x="155" y="7401"/>
                  <a:pt x="253" y="7484"/>
                  <a:pt x="365" y="7484"/>
                </a:cubicBezTo>
                <a:cubicBezTo>
                  <a:pt x="374" y="7484"/>
                  <a:pt x="383" y="7483"/>
                  <a:pt x="392" y="7482"/>
                </a:cubicBezTo>
                <a:cubicBezTo>
                  <a:pt x="517" y="7466"/>
                  <a:pt x="606" y="7353"/>
                  <a:pt x="588" y="7228"/>
                </a:cubicBezTo>
                <a:cubicBezTo>
                  <a:pt x="585" y="7195"/>
                  <a:pt x="584" y="7163"/>
                  <a:pt x="584" y="7117"/>
                </a:cubicBezTo>
                <a:cubicBezTo>
                  <a:pt x="584" y="6992"/>
                  <a:pt x="481" y="6895"/>
                  <a:pt x="357" y="6895"/>
                </a:cubicBezTo>
                <a:close/>
                <a:moveTo>
                  <a:pt x="8145" y="6895"/>
                </a:moveTo>
                <a:cubicBezTo>
                  <a:pt x="8020" y="6895"/>
                  <a:pt x="7919" y="7004"/>
                  <a:pt x="7919" y="7129"/>
                </a:cubicBezTo>
                <a:cubicBezTo>
                  <a:pt x="7919" y="7166"/>
                  <a:pt x="7916" y="7203"/>
                  <a:pt x="7912" y="7237"/>
                </a:cubicBezTo>
                <a:cubicBezTo>
                  <a:pt x="7909" y="7249"/>
                  <a:pt x="7909" y="7258"/>
                  <a:pt x="7909" y="7270"/>
                </a:cubicBezTo>
                <a:cubicBezTo>
                  <a:pt x="7909" y="7381"/>
                  <a:pt x="7991" y="7476"/>
                  <a:pt x="8107" y="7494"/>
                </a:cubicBezTo>
                <a:cubicBezTo>
                  <a:pt x="8116" y="7495"/>
                  <a:pt x="8125" y="7496"/>
                  <a:pt x="8134" y="7496"/>
                </a:cubicBezTo>
                <a:cubicBezTo>
                  <a:pt x="8245" y="7496"/>
                  <a:pt x="8345" y="7413"/>
                  <a:pt x="8360" y="7299"/>
                </a:cubicBezTo>
                <a:cubicBezTo>
                  <a:pt x="8368" y="7243"/>
                  <a:pt x="8372" y="7185"/>
                  <a:pt x="8372" y="7129"/>
                </a:cubicBezTo>
                <a:lnTo>
                  <a:pt x="8372" y="7117"/>
                </a:lnTo>
                <a:cubicBezTo>
                  <a:pt x="8372" y="6992"/>
                  <a:pt x="8270" y="6895"/>
                  <a:pt x="8145" y="6895"/>
                </a:cubicBezTo>
                <a:close/>
                <a:moveTo>
                  <a:pt x="783" y="7727"/>
                </a:moveTo>
                <a:cubicBezTo>
                  <a:pt x="713" y="7727"/>
                  <a:pt x="644" y="7760"/>
                  <a:pt x="600" y="7822"/>
                </a:cubicBezTo>
                <a:cubicBezTo>
                  <a:pt x="572" y="7864"/>
                  <a:pt x="557" y="7908"/>
                  <a:pt x="557" y="7954"/>
                </a:cubicBezTo>
                <a:cubicBezTo>
                  <a:pt x="557" y="8024"/>
                  <a:pt x="591" y="8095"/>
                  <a:pt x="652" y="8138"/>
                </a:cubicBezTo>
                <a:cubicBezTo>
                  <a:pt x="698" y="8171"/>
                  <a:pt x="747" y="8201"/>
                  <a:pt x="796" y="8227"/>
                </a:cubicBezTo>
                <a:cubicBezTo>
                  <a:pt x="832" y="8246"/>
                  <a:pt x="869" y="8255"/>
                  <a:pt x="906" y="8255"/>
                </a:cubicBezTo>
                <a:cubicBezTo>
                  <a:pt x="988" y="8255"/>
                  <a:pt x="1065" y="8211"/>
                  <a:pt x="1105" y="8134"/>
                </a:cubicBezTo>
                <a:cubicBezTo>
                  <a:pt x="1163" y="8022"/>
                  <a:pt x="1120" y="7887"/>
                  <a:pt x="1009" y="7828"/>
                </a:cubicBezTo>
                <a:cubicBezTo>
                  <a:pt x="977" y="7812"/>
                  <a:pt x="945" y="7792"/>
                  <a:pt x="915" y="7770"/>
                </a:cubicBezTo>
                <a:cubicBezTo>
                  <a:pt x="875" y="7741"/>
                  <a:pt x="829" y="7727"/>
                  <a:pt x="783" y="7727"/>
                </a:cubicBezTo>
                <a:close/>
                <a:moveTo>
                  <a:pt x="7704" y="7736"/>
                </a:moveTo>
                <a:cubicBezTo>
                  <a:pt x="7659" y="7736"/>
                  <a:pt x="7614" y="7750"/>
                  <a:pt x="7575" y="7777"/>
                </a:cubicBezTo>
                <a:cubicBezTo>
                  <a:pt x="7548" y="7798"/>
                  <a:pt x="7516" y="7816"/>
                  <a:pt x="7484" y="7834"/>
                </a:cubicBezTo>
                <a:cubicBezTo>
                  <a:pt x="7407" y="7874"/>
                  <a:pt x="7360" y="7953"/>
                  <a:pt x="7360" y="8036"/>
                </a:cubicBezTo>
                <a:cubicBezTo>
                  <a:pt x="7360" y="8070"/>
                  <a:pt x="7367" y="8106"/>
                  <a:pt x="7385" y="8138"/>
                </a:cubicBezTo>
                <a:cubicBezTo>
                  <a:pt x="7424" y="8216"/>
                  <a:pt x="7504" y="8262"/>
                  <a:pt x="7586" y="8262"/>
                </a:cubicBezTo>
                <a:cubicBezTo>
                  <a:pt x="7621" y="8262"/>
                  <a:pt x="7656" y="8254"/>
                  <a:pt x="7689" y="8236"/>
                </a:cubicBezTo>
                <a:cubicBezTo>
                  <a:pt x="7738" y="8210"/>
                  <a:pt x="7789" y="8180"/>
                  <a:pt x="7835" y="8149"/>
                </a:cubicBezTo>
                <a:cubicBezTo>
                  <a:pt x="7937" y="8079"/>
                  <a:pt x="7964" y="7935"/>
                  <a:pt x="7891" y="7834"/>
                </a:cubicBezTo>
                <a:cubicBezTo>
                  <a:pt x="7847" y="7771"/>
                  <a:pt x="7776" y="7736"/>
                  <a:pt x="7704" y="7736"/>
                </a:cubicBezTo>
                <a:close/>
                <a:moveTo>
                  <a:pt x="1727" y="7919"/>
                </a:moveTo>
                <a:cubicBezTo>
                  <a:pt x="1603" y="7919"/>
                  <a:pt x="1500" y="8021"/>
                  <a:pt x="1500" y="8144"/>
                </a:cubicBezTo>
                <a:cubicBezTo>
                  <a:pt x="1500" y="8269"/>
                  <a:pt x="1603" y="8371"/>
                  <a:pt x="1727" y="8371"/>
                </a:cubicBezTo>
                <a:lnTo>
                  <a:pt x="1865" y="8371"/>
                </a:lnTo>
                <a:cubicBezTo>
                  <a:pt x="1990" y="8371"/>
                  <a:pt x="2093" y="8269"/>
                  <a:pt x="2093" y="8144"/>
                </a:cubicBezTo>
                <a:cubicBezTo>
                  <a:pt x="2093" y="8021"/>
                  <a:pt x="1990" y="7919"/>
                  <a:pt x="1865" y="7919"/>
                </a:cubicBezTo>
                <a:close/>
                <a:moveTo>
                  <a:pt x="2707" y="7919"/>
                </a:moveTo>
                <a:cubicBezTo>
                  <a:pt x="2583" y="7919"/>
                  <a:pt x="2480" y="8021"/>
                  <a:pt x="2480" y="8144"/>
                </a:cubicBezTo>
                <a:cubicBezTo>
                  <a:pt x="2480" y="8269"/>
                  <a:pt x="2583" y="8371"/>
                  <a:pt x="2707" y="8371"/>
                </a:cubicBezTo>
                <a:lnTo>
                  <a:pt x="2845" y="8371"/>
                </a:lnTo>
                <a:cubicBezTo>
                  <a:pt x="2970" y="8371"/>
                  <a:pt x="3073" y="8269"/>
                  <a:pt x="3073" y="8144"/>
                </a:cubicBezTo>
                <a:cubicBezTo>
                  <a:pt x="3073" y="8021"/>
                  <a:pt x="2970" y="7919"/>
                  <a:pt x="2845" y="7919"/>
                </a:cubicBezTo>
                <a:close/>
                <a:moveTo>
                  <a:pt x="3687" y="7919"/>
                </a:moveTo>
                <a:cubicBezTo>
                  <a:pt x="3563" y="7919"/>
                  <a:pt x="3460" y="8021"/>
                  <a:pt x="3460" y="8144"/>
                </a:cubicBezTo>
                <a:cubicBezTo>
                  <a:pt x="3460" y="8269"/>
                  <a:pt x="3563" y="8371"/>
                  <a:pt x="3687" y="8371"/>
                </a:cubicBezTo>
                <a:lnTo>
                  <a:pt x="3825" y="8371"/>
                </a:lnTo>
                <a:cubicBezTo>
                  <a:pt x="3950" y="8371"/>
                  <a:pt x="4053" y="8269"/>
                  <a:pt x="4053" y="8144"/>
                </a:cubicBezTo>
                <a:cubicBezTo>
                  <a:pt x="4053" y="8021"/>
                  <a:pt x="3950" y="7919"/>
                  <a:pt x="3825" y="7919"/>
                </a:cubicBezTo>
                <a:close/>
                <a:moveTo>
                  <a:pt x="4664" y="7919"/>
                </a:moveTo>
                <a:cubicBezTo>
                  <a:pt x="4541" y="7919"/>
                  <a:pt x="4439" y="8021"/>
                  <a:pt x="4439" y="8144"/>
                </a:cubicBezTo>
                <a:cubicBezTo>
                  <a:pt x="4439" y="8269"/>
                  <a:pt x="4541" y="8371"/>
                  <a:pt x="4664" y="8371"/>
                </a:cubicBezTo>
                <a:lnTo>
                  <a:pt x="4804" y="8371"/>
                </a:lnTo>
                <a:cubicBezTo>
                  <a:pt x="4930" y="8371"/>
                  <a:pt x="5031" y="8269"/>
                  <a:pt x="5031" y="8144"/>
                </a:cubicBezTo>
                <a:cubicBezTo>
                  <a:pt x="5031" y="8021"/>
                  <a:pt x="4929" y="7919"/>
                  <a:pt x="4804" y="7919"/>
                </a:cubicBezTo>
                <a:close/>
                <a:moveTo>
                  <a:pt x="5645" y="7919"/>
                </a:moveTo>
                <a:cubicBezTo>
                  <a:pt x="5521" y="7919"/>
                  <a:pt x="5419" y="8021"/>
                  <a:pt x="5419" y="8144"/>
                </a:cubicBezTo>
                <a:cubicBezTo>
                  <a:pt x="5419" y="8269"/>
                  <a:pt x="5521" y="8371"/>
                  <a:pt x="5645" y="8371"/>
                </a:cubicBezTo>
                <a:lnTo>
                  <a:pt x="5784" y="8371"/>
                </a:lnTo>
                <a:cubicBezTo>
                  <a:pt x="5910" y="8371"/>
                  <a:pt x="6011" y="8269"/>
                  <a:pt x="6011" y="8144"/>
                </a:cubicBezTo>
                <a:cubicBezTo>
                  <a:pt x="6011" y="8021"/>
                  <a:pt x="5909" y="7919"/>
                  <a:pt x="5784" y="7919"/>
                </a:cubicBezTo>
                <a:close/>
                <a:moveTo>
                  <a:pt x="6625" y="7919"/>
                </a:moveTo>
                <a:cubicBezTo>
                  <a:pt x="6501" y="7919"/>
                  <a:pt x="6399" y="8021"/>
                  <a:pt x="6399" y="8144"/>
                </a:cubicBezTo>
                <a:cubicBezTo>
                  <a:pt x="6399" y="8269"/>
                  <a:pt x="6501" y="8371"/>
                  <a:pt x="6625" y="8371"/>
                </a:cubicBezTo>
                <a:lnTo>
                  <a:pt x="6764" y="8371"/>
                </a:lnTo>
                <a:cubicBezTo>
                  <a:pt x="6890" y="8371"/>
                  <a:pt x="6991" y="8269"/>
                  <a:pt x="6991" y="8144"/>
                </a:cubicBezTo>
                <a:cubicBezTo>
                  <a:pt x="6991" y="8021"/>
                  <a:pt x="6889" y="7919"/>
                  <a:pt x="6764" y="791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67" name="Google Shape;3267;p97"/>
          <p:cNvSpPr/>
          <p:nvPr/>
        </p:nvSpPr>
        <p:spPr>
          <a:xfrm>
            <a:off x="1338205" y="4087092"/>
            <a:ext cx="108845" cy="292325"/>
          </a:xfrm>
          <a:custGeom>
            <a:rect b="b" l="l" r="r" t="t"/>
            <a:pathLst>
              <a:path extrusionOk="0" h="8801" w="2979">
                <a:moveTo>
                  <a:pt x="1485" y="0"/>
                </a:moveTo>
                <a:cubicBezTo>
                  <a:pt x="1411" y="0"/>
                  <a:pt x="1336" y="24"/>
                  <a:pt x="1273" y="70"/>
                </a:cubicBezTo>
                <a:lnTo>
                  <a:pt x="342" y="762"/>
                </a:lnTo>
                <a:cubicBezTo>
                  <a:pt x="186" y="880"/>
                  <a:pt x="152" y="1101"/>
                  <a:pt x="269" y="1258"/>
                </a:cubicBezTo>
                <a:cubicBezTo>
                  <a:pt x="338" y="1350"/>
                  <a:pt x="446" y="1401"/>
                  <a:pt x="553" y="1401"/>
                </a:cubicBezTo>
                <a:cubicBezTo>
                  <a:pt x="627" y="1401"/>
                  <a:pt x="702" y="1377"/>
                  <a:pt x="765" y="1330"/>
                </a:cubicBezTo>
                <a:lnTo>
                  <a:pt x="1132" y="1058"/>
                </a:lnTo>
                <a:lnTo>
                  <a:pt x="1132" y="3376"/>
                </a:lnTo>
                <a:cubicBezTo>
                  <a:pt x="425" y="3474"/>
                  <a:pt x="1" y="3891"/>
                  <a:pt x="1" y="4513"/>
                </a:cubicBezTo>
                <a:lnTo>
                  <a:pt x="1" y="8445"/>
                </a:lnTo>
                <a:cubicBezTo>
                  <a:pt x="1" y="8642"/>
                  <a:pt x="160" y="8800"/>
                  <a:pt x="354" y="8800"/>
                </a:cubicBezTo>
                <a:cubicBezTo>
                  <a:pt x="552" y="8800"/>
                  <a:pt x="709" y="8640"/>
                  <a:pt x="709" y="8445"/>
                </a:cubicBezTo>
                <a:lnTo>
                  <a:pt x="709" y="4513"/>
                </a:lnTo>
                <a:cubicBezTo>
                  <a:pt x="709" y="4139"/>
                  <a:pt x="1125" y="4059"/>
                  <a:pt x="1474" y="4059"/>
                </a:cubicBezTo>
                <a:cubicBezTo>
                  <a:pt x="1480" y="4059"/>
                  <a:pt x="1483" y="4056"/>
                  <a:pt x="1489" y="4056"/>
                </a:cubicBezTo>
                <a:cubicBezTo>
                  <a:pt x="1495" y="4057"/>
                  <a:pt x="1498" y="4059"/>
                  <a:pt x="1503" y="4059"/>
                </a:cubicBezTo>
                <a:cubicBezTo>
                  <a:pt x="1852" y="4059"/>
                  <a:pt x="2268" y="4139"/>
                  <a:pt x="2268" y="4513"/>
                </a:cubicBezTo>
                <a:lnTo>
                  <a:pt x="2268" y="8445"/>
                </a:lnTo>
                <a:cubicBezTo>
                  <a:pt x="2268" y="8642"/>
                  <a:pt x="2429" y="8800"/>
                  <a:pt x="2623" y="8800"/>
                </a:cubicBezTo>
                <a:cubicBezTo>
                  <a:pt x="2819" y="8800"/>
                  <a:pt x="2978" y="8640"/>
                  <a:pt x="2978" y="8445"/>
                </a:cubicBezTo>
                <a:lnTo>
                  <a:pt x="2978" y="4513"/>
                </a:lnTo>
                <a:cubicBezTo>
                  <a:pt x="2978" y="3890"/>
                  <a:pt x="2550" y="3474"/>
                  <a:pt x="1839" y="3376"/>
                </a:cubicBezTo>
                <a:lnTo>
                  <a:pt x="1839" y="1058"/>
                </a:lnTo>
                <a:lnTo>
                  <a:pt x="2206" y="1330"/>
                </a:lnTo>
                <a:cubicBezTo>
                  <a:pt x="2270" y="1377"/>
                  <a:pt x="2344" y="1400"/>
                  <a:pt x="2418" y="1400"/>
                </a:cubicBezTo>
                <a:cubicBezTo>
                  <a:pt x="2525" y="1400"/>
                  <a:pt x="2632" y="1351"/>
                  <a:pt x="2700" y="1258"/>
                </a:cubicBezTo>
                <a:cubicBezTo>
                  <a:pt x="2818" y="1101"/>
                  <a:pt x="2785" y="880"/>
                  <a:pt x="2629" y="762"/>
                </a:cubicBezTo>
                <a:lnTo>
                  <a:pt x="1697" y="70"/>
                </a:lnTo>
                <a:cubicBezTo>
                  <a:pt x="1633" y="24"/>
                  <a:pt x="1559" y="0"/>
                  <a:pt x="148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68" name="Google Shape;3268;p97"/>
          <p:cNvSpPr/>
          <p:nvPr/>
        </p:nvSpPr>
        <p:spPr>
          <a:xfrm>
            <a:off x="5222817" y="4145207"/>
            <a:ext cx="261601" cy="176112"/>
          </a:xfrm>
          <a:custGeom>
            <a:rect b="b" l="l" r="r" t="t"/>
            <a:pathLst>
              <a:path extrusionOk="0" h="5832" w="8663">
                <a:moveTo>
                  <a:pt x="7444" y="1"/>
                </a:moveTo>
                <a:cubicBezTo>
                  <a:pt x="7321" y="1"/>
                  <a:pt x="7219" y="103"/>
                  <a:pt x="7219" y="226"/>
                </a:cubicBezTo>
                <a:cubicBezTo>
                  <a:pt x="7219" y="351"/>
                  <a:pt x="7321" y="453"/>
                  <a:pt x="7444" y="453"/>
                </a:cubicBezTo>
                <a:lnTo>
                  <a:pt x="8209" y="453"/>
                </a:lnTo>
                <a:lnTo>
                  <a:pt x="8209" y="1218"/>
                </a:lnTo>
                <a:cubicBezTo>
                  <a:pt x="8209" y="1343"/>
                  <a:pt x="8312" y="1444"/>
                  <a:pt x="8436" y="1444"/>
                </a:cubicBezTo>
                <a:cubicBezTo>
                  <a:pt x="8561" y="1444"/>
                  <a:pt x="8662" y="1343"/>
                  <a:pt x="8662" y="1218"/>
                </a:cubicBezTo>
                <a:lnTo>
                  <a:pt x="8662" y="226"/>
                </a:lnTo>
                <a:cubicBezTo>
                  <a:pt x="8662" y="103"/>
                  <a:pt x="8561" y="1"/>
                  <a:pt x="8436" y="1"/>
                </a:cubicBezTo>
                <a:close/>
                <a:moveTo>
                  <a:pt x="226" y="1"/>
                </a:moveTo>
                <a:cubicBezTo>
                  <a:pt x="101" y="1"/>
                  <a:pt x="0" y="103"/>
                  <a:pt x="0" y="228"/>
                </a:cubicBezTo>
                <a:lnTo>
                  <a:pt x="0" y="1218"/>
                </a:lnTo>
                <a:cubicBezTo>
                  <a:pt x="0" y="1343"/>
                  <a:pt x="101" y="1445"/>
                  <a:pt x="226" y="1445"/>
                </a:cubicBezTo>
                <a:cubicBezTo>
                  <a:pt x="351" y="1445"/>
                  <a:pt x="453" y="1343"/>
                  <a:pt x="453" y="1218"/>
                </a:cubicBezTo>
                <a:lnTo>
                  <a:pt x="453" y="453"/>
                </a:lnTo>
                <a:lnTo>
                  <a:pt x="1217" y="453"/>
                </a:lnTo>
                <a:cubicBezTo>
                  <a:pt x="1341" y="453"/>
                  <a:pt x="1444" y="351"/>
                  <a:pt x="1444" y="228"/>
                </a:cubicBezTo>
                <a:cubicBezTo>
                  <a:pt x="1444" y="103"/>
                  <a:pt x="1341" y="1"/>
                  <a:pt x="1217" y="1"/>
                </a:cubicBezTo>
                <a:close/>
                <a:moveTo>
                  <a:pt x="4436" y="2474"/>
                </a:moveTo>
                <a:cubicBezTo>
                  <a:pt x="4679" y="2474"/>
                  <a:pt x="4878" y="2673"/>
                  <a:pt x="4878" y="2917"/>
                </a:cubicBezTo>
                <a:cubicBezTo>
                  <a:pt x="4878" y="3160"/>
                  <a:pt x="4681" y="3358"/>
                  <a:pt x="4436" y="3358"/>
                </a:cubicBezTo>
                <a:cubicBezTo>
                  <a:pt x="4192" y="3358"/>
                  <a:pt x="3995" y="3160"/>
                  <a:pt x="3995" y="2917"/>
                </a:cubicBezTo>
                <a:cubicBezTo>
                  <a:pt x="3995" y="2673"/>
                  <a:pt x="4192" y="2474"/>
                  <a:pt x="4436" y="2474"/>
                </a:cubicBezTo>
                <a:close/>
                <a:moveTo>
                  <a:pt x="4436" y="1766"/>
                </a:moveTo>
                <a:cubicBezTo>
                  <a:pt x="3802" y="1766"/>
                  <a:pt x="3285" y="2281"/>
                  <a:pt x="3285" y="2917"/>
                </a:cubicBezTo>
                <a:cubicBezTo>
                  <a:pt x="3285" y="3551"/>
                  <a:pt x="3802" y="4068"/>
                  <a:pt x="4436" y="4068"/>
                </a:cubicBezTo>
                <a:cubicBezTo>
                  <a:pt x="5071" y="4068"/>
                  <a:pt x="5587" y="3551"/>
                  <a:pt x="5587" y="2917"/>
                </a:cubicBezTo>
                <a:cubicBezTo>
                  <a:pt x="5587" y="2281"/>
                  <a:pt x="5071" y="1766"/>
                  <a:pt x="4436" y="1766"/>
                </a:cubicBezTo>
                <a:close/>
                <a:moveTo>
                  <a:pt x="4400" y="1522"/>
                </a:moveTo>
                <a:cubicBezTo>
                  <a:pt x="5758" y="1522"/>
                  <a:pt x="6987" y="2045"/>
                  <a:pt x="7685" y="2902"/>
                </a:cubicBezTo>
                <a:cubicBezTo>
                  <a:pt x="6990" y="3780"/>
                  <a:pt x="5749" y="4310"/>
                  <a:pt x="4378" y="4310"/>
                </a:cubicBezTo>
                <a:cubicBezTo>
                  <a:pt x="4334" y="4310"/>
                  <a:pt x="4289" y="4309"/>
                  <a:pt x="4244" y="4308"/>
                </a:cubicBezTo>
                <a:cubicBezTo>
                  <a:pt x="2911" y="4277"/>
                  <a:pt x="1778" y="3762"/>
                  <a:pt x="1166" y="2917"/>
                </a:cubicBezTo>
                <a:cubicBezTo>
                  <a:pt x="1778" y="2072"/>
                  <a:pt x="2914" y="1557"/>
                  <a:pt x="4255" y="1524"/>
                </a:cubicBezTo>
                <a:cubicBezTo>
                  <a:pt x="4303" y="1523"/>
                  <a:pt x="4352" y="1522"/>
                  <a:pt x="4400" y="1522"/>
                </a:cubicBezTo>
                <a:close/>
                <a:moveTo>
                  <a:pt x="4385" y="814"/>
                </a:moveTo>
                <a:cubicBezTo>
                  <a:pt x="4336" y="814"/>
                  <a:pt x="4286" y="815"/>
                  <a:pt x="4237" y="816"/>
                </a:cubicBezTo>
                <a:cubicBezTo>
                  <a:pt x="2572" y="854"/>
                  <a:pt x="1159" y="1561"/>
                  <a:pt x="453" y="2708"/>
                </a:cubicBezTo>
                <a:cubicBezTo>
                  <a:pt x="418" y="2763"/>
                  <a:pt x="401" y="2828"/>
                  <a:pt x="401" y="2893"/>
                </a:cubicBezTo>
                <a:lnTo>
                  <a:pt x="401" y="2936"/>
                </a:lnTo>
                <a:cubicBezTo>
                  <a:pt x="401" y="3002"/>
                  <a:pt x="419" y="3067"/>
                  <a:pt x="453" y="3122"/>
                </a:cubicBezTo>
                <a:cubicBezTo>
                  <a:pt x="1159" y="4268"/>
                  <a:pt x="2569" y="4975"/>
                  <a:pt x="4227" y="5014"/>
                </a:cubicBezTo>
                <a:cubicBezTo>
                  <a:pt x="4274" y="5015"/>
                  <a:pt x="4322" y="5015"/>
                  <a:pt x="4369" y="5015"/>
                </a:cubicBezTo>
                <a:cubicBezTo>
                  <a:pt x="4373" y="5015"/>
                  <a:pt x="4376" y="5015"/>
                  <a:pt x="4380" y="5015"/>
                </a:cubicBezTo>
                <a:cubicBezTo>
                  <a:pt x="6068" y="5015"/>
                  <a:pt x="7595" y="4303"/>
                  <a:pt x="8390" y="3138"/>
                </a:cubicBezTo>
                <a:cubicBezTo>
                  <a:pt x="8399" y="3125"/>
                  <a:pt x="8408" y="3110"/>
                  <a:pt x="8414" y="3095"/>
                </a:cubicBezTo>
                <a:lnTo>
                  <a:pt x="8436" y="3051"/>
                </a:lnTo>
                <a:cubicBezTo>
                  <a:pt x="8494" y="2935"/>
                  <a:pt x="8482" y="2800"/>
                  <a:pt x="8413" y="2694"/>
                </a:cubicBezTo>
                <a:cubicBezTo>
                  <a:pt x="7616" y="1528"/>
                  <a:pt x="6077" y="814"/>
                  <a:pt x="4385" y="814"/>
                </a:cubicBezTo>
                <a:close/>
                <a:moveTo>
                  <a:pt x="226" y="4389"/>
                </a:moveTo>
                <a:cubicBezTo>
                  <a:pt x="101" y="4389"/>
                  <a:pt x="0" y="4491"/>
                  <a:pt x="0" y="4616"/>
                </a:cubicBezTo>
                <a:lnTo>
                  <a:pt x="0" y="5606"/>
                </a:lnTo>
                <a:cubicBezTo>
                  <a:pt x="0" y="5731"/>
                  <a:pt x="101" y="5832"/>
                  <a:pt x="226" y="5832"/>
                </a:cubicBezTo>
                <a:lnTo>
                  <a:pt x="1218" y="5832"/>
                </a:lnTo>
                <a:cubicBezTo>
                  <a:pt x="1341" y="5832"/>
                  <a:pt x="1444" y="5731"/>
                  <a:pt x="1444" y="5606"/>
                </a:cubicBezTo>
                <a:cubicBezTo>
                  <a:pt x="1444" y="5480"/>
                  <a:pt x="1341" y="5380"/>
                  <a:pt x="1217" y="5380"/>
                </a:cubicBezTo>
                <a:lnTo>
                  <a:pt x="453" y="5380"/>
                </a:lnTo>
                <a:lnTo>
                  <a:pt x="453" y="4616"/>
                </a:lnTo>
                <a:cubicBezTo>
                  <a:pt x="453" y="4491"/>
                  <a:pt x="351" y="4389"/>
                  <a:pt x="226" y="4389"/>
                </a:cubicBezTo>
                <a:close/>
                <a:moveTo>
                  <a:pt x="8436" y="4389"/>
                </a:moveTo>
                <a:cubicBezTo>
                  <a:pt x="8312" y="4389"/>
                  <a:pt x="8209" y="4491"/>
                  <a:pt x="8209" y="4616"/>
                </a:cubicBezTo>
                <a:lnTo>
                  <a:pt x="8209" y="5380"/>
                </a:lnTo>
                <a:lnTo>
                  <a:pt x="7444" y="5380"/>
                </a:lnTo>
                <a:cubicBezTo>
                  <a:pt x="7321" y="5380"/>
                  <a:pt x="7219" y="5481"/>
                  <a:pt x="7219" y="5606"/>
                </a:cubicBezTo>
                <a:cubicBezTo>
                  <a:pt x="7219" y="5731"/>
                  <a:pt x="7321" y="5832"/>
                  <a:pt x="7444" y="5832"/>
                </a:cubicBezTo>
                <a:lnTo>
                  <a:pt x="8436" y="5832"/>
                </a:lnTo>
                <a:cubicBezTo>
                  <a:pt x="8561" y="5832"/>
                  <a:pt x="8662" y="5731"/>
                  <a:pt x="8662" y="5606"/>
                </a:cubicBezTo>
                <a:lnTo>
                  <a:pt x="8662" y="4616"/>
                </a:lnTo>
                <a:cubicBezTo>
                  <a:pt x="8662" y="4490"/>
                  <a:pt x="8561" y="4389"/>
                  <a:pt x="8436" y="438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69" name="Google Shape;3269;p97"/>
          <p:cNvSpPr/>
          <p:nvPr/>
        </p:nvSpPr>
        <p:spPr>
          <a:xfrm>
            <a:off x="2071476" y="4123890"/>
            <a:ext cx="226691" cy="218731"/>
          </a:xfrm>
          <a:custGeom>
            <a:rect b="b" l="l" r="r" t="t"/>
            <a:pathLst>
              <a:path extrusionOk="0" h="8765" w="9084">
                <a:moveTo>
                  <a:pt x="2785" y="1377"/>
                </a:moveTo>
                <a:lnTo>
                  <a:pt x="2785" y="2454"/>
                </a:lnTo>
                <a:lnTo>
                  <a:pt x="700" y="2454"/>
                </a:lnTo>
                <a:lnTo>
                  <a:pt x="1573" y="1377"/>
                </a:lnTo>
                <a:close/>
                <a:moveTo>
                  <a:pt x="1463" y="3346"/>
                </a:moveTo>
                <a:cubicBezTo>
                  <a:pt x="1286" y="3346"/>
                  <a:pt x="1144" y="3490"/>
                  <a:pt x="1144" y="3666"/>
                </a:cubicBezTo>
                <a:cubicBezTo>
                  <a:pt x="1144" y="3842"/>
                  <a:pt x="1286" y="3985"/>
                  <a:pt x="1463" y="3985"/>
                </a:cubicBezTo>
                <a:cubicBezTo>
                  <a:pt x="1640" y="3985"/>
                  <a:pt x="1782" y="3842"/>
                  <a:pt x="1782" y="3666"/>
                </a:cubicBezTo>
                <a:cubicBezTo>
                  <a:pt x="1782" y="3490"/>
                  <a:pt x="1640" y="3346"/>
                  <a:pt x="1463" y="3346"/>
                </a:cubicBezTo>
                <a:close/>
                <a:moveTo>
                  <a:pt x="2785" y="2905"/>
                </a:moveTo>
                <a:lnTo>
                  <a:pt x="2785" y="4408"/>
                </a:lnTo>
                <a:lnTo>
                  <a:pt x="452" y="4408"/>
                </a:lnTo>
                <a:lnTo>
                  <a:pt x="452" y="2905"/>
                </a:lnTo>
                <a:close/>
                <a:moveTo>
                  <a:pt x="5933" y="1272"/>
                </a:moveTo>
                <a:cubicBezTo>
                  <a:pt x="5808" y="1272"/>
                  <a:pt x="5705" y="1374"/>
                  <a:pt x="5705" y="1498"/>
                </a:cubicBezTo>
                <a:lnTo>
                  <a:pt x="5705" y="1691"/>
                </a:lnTo>
                <a:cubicBezTo>
                  <a:pt x="5211" y="1771"/>
                  <a:pt x="4890" y="2109"/>
                  <a:pt x="4890" y="2586"/>
                </a:cubicBezTo>
                <a:cubicBezTo>
                  <a:pt x="4890" y="3137"/>
                  <a:pt x="5230" y="3306"/>
                  <a:pt x="5703" y="3538"/>
                </a:cubicBezTo>
                <a:lnTo>
                  <a:pt x="5964" y="3669"/>
                </a:lnTo>
                <a:cubicBezTo>
                  <a:pt x="6445" y="3906"/>
                  <a:pt x="6522" y="3963"/>
                  <a:pt x="6522" y="4215"/>
                </a:cubicBezTo>
                <a:cubicBezTo>
                  <a:pt x="6522" y="4635"/>
                  <a:pt x="6072" y="4668"/>
                  <a:pt x="5934" y="4668"/>
                </a:cubicBezTo>
                <a:cubicBezTo>
                  <a:pt x="5796" y="4668"/>
                  <a:pt x="5346" y="4635"/>
                  <a:pt x="5346" y="4215"/>
                </a:cubicBezTo>
                <a:cubicBezTo>
                  <a:pt x="5346" y="4092"/>
                  <a:pt x="5244" y="3989"/>
                  <a:pt x="5119" y="3989"/>
                </a:cubicBezTo>
                <a:cubicBezTo>
                  <a:pt x="4994" y="3989"/>
                  <a:pt x="4893" y="4092"/>
                  <a:pt x="4893" y="4215"/>
                </a:cubicBezTo>
                <a:cubicBezTo>
                  <a:pt x="4893" y="4689"/>
                  <a:pt x="5212" y="5027"/>
                  <a:pt x="5707" y="5104"/>
                </a:cubicBezTo>
                <a:lnTo>
                  <a:pt x="5707" y="5303"/>
                </a:lnTo>
                <a:cubicBezTo>
                  <a:pt x="5707" y="5428"/>
                  <a:pt x="5809" y="5529"/>
                  <a:pt x="5934" y="5529"/>
                </a:cubicBezTo>
                <a:cubicBezTo>
                  <a:pt x="6059" y="5529"/>
                  <a:pt x="6160" y="5428"/>
                  <a:pt x="6160" y="5303"/>
                </a:cubicBezTo>
                <a:lnTo>
                  <a:pt x="6160" y="5104"/>
                </a:lnTo>
                <a:cubicBezTo>
                  <a:pt x="6656" y="5027"/>
                  <a:pt x="6975" y="4689"/>
                  <a:pt x="6975" y="4215"/>
                </a:cubicBezTo>
                <a:cubicBezTo>
                  <a:pt x="6975" y="3663"/>
                  <a:pt x="6634" y="3495"/>
                  <a:pt x="6164" y="3263"/>
                </a:cubicBezTo>
                <a:lnTo>
                  <a:pt x="5903" y="3134"/>
                </a:lnTo>
                <a:cubicBezTo>
                  <a:pt x="5422" y="2896"/>
                  <a:pt x="5343" y="2838"/>
                  <a:pt x="5343" y="2586"/>
                </a:cubicBezTo>
                <a:cubicBezTo>
                  <a:pt x="5343" y="2161"/>
                  <a:pt x="5795" y="2127"/>
                  <a:pt x="5933" y="2127"/>
                </a:cubicBezTo>
                <a:cubicBezTo>
                  <a:pt x="6105" y="2127"/>
                  <a:pt x="6509" y="2172"/>
                  <a:pt x="6509" y="2586"/>
                </a:cubicBezTo>
                <a:cubicBezTo>
                  <a:pt x="6509" y="2711"/>
                  <a:pt x="6611" y="2812"/>
                  <a:pt x="6736" y="2812"/>
                </a:cubicBezTo>
                <a:cubicBezTo>
                  <a:pt x="6861" y="2812"/>
                  <a:pt x="6963" y="2711"/>
                  <a:pt x="6963" y="2586"/>
                </a:cubicBezTo>
                <a:cubicBezTo>
                  <a:pt x="6963" y="2111"/>
                  <a:pt x="6648" y="1772"/>
                  <a:pt x="6158" y="1694"/>
                </a:cubicBezTo>
                <a:lnTo>
                  <a:pt x="6158" y="1498"/>
                </a:lnTo>
                <a:cubicBezTo>
                  <a:pt x="6158" y="1374"/>
                  <a:pt x="6057" y="1272"/>
                  <a:pt x="5933" y="1272"/>
                </a:cubicBezTo>
                <a:close/>
                <a:moveTo>
                  <a:pt x="1463" y="5257"/>
                </a:moveTo>
                <a:cubicBezTo>
                  <a:pt x="1286" y="5257"/>
                  <a:pt x="1144" y="5400"/>
                  <a:pt x="1144" y="5577"/>
                </a:cubicBezTo>
                <a:cubicBezTo>
                  <a:pt x="1144" y="5752"/>
                  <a:pt x="1286" y="5896"/>
                  <a:pt x="1463" y="5896"/>
                </a:cubicBezTo>
                <a:cubicBezTo>
                  <a:pt x="1640" y="5896"/>
                  <a:pt x="1782" y="5752"/>
                  <a:pt x="1782" y="5577"/>
                </a:cubicBezTo>
                <a:cubicBezTo>
                  <a:pt x="1782" y="5401"/>
                  <a:pt x="1640" y="5259"/>
                  <a:pt x="1463" y="5257"/>
                </a:cubicBezTo>
                <a:close/>
                <a:moveTo>
                  <a:pt x="2785" y="4864"/>
                </a:moveTo>
                <a:lnTo>
                  <a:pt x="2785" y="6361"/>
                </a:lnTo>
                <a:lnTo>
                  <a:pt x="452" y="6361"/>
                </a:lnTo>
                <a:lnTo>
                  <a:pt x="452" y="4864"/>
                </a:lnTo>
                <a:close/>
                <a:moveTo>
                  <a:pt x="3493" y="709"/>
                </a:moveTo>
                <a:lnTo>
                  <a:pt x="8377" y="730"/>
                </a:lnTo>
                <a:lnTo>
                  <a:pt x="8377" y="6019"/>
                </a:lnTo>
                <a:lnTo>
                  <a:pt x="4613" y="6019"/>
                </a:lnTo>
                <a:cubicBezTo>
                  <a:pt x="4506" y="6019"/>
                  <a:pt x="4403" y="6070"/>
                  <a:pt x="4336" y="6153"/>
                </a:cubicBezTo>
                <a:lnTo>
                  <a:pt x="3493" y="7215"/>
                </a:lnTo>
                <a:lnTo>
                  <a:pt x="3493" y="709"/>
                </a:lnTo>
                <a:close/>
                <a:moveTo>
                  <a:pt x="6467" y="7293"/>
                </a:moveTo>
                <a:cubicBezTo>
                  <a:pt x="6592" y="7293"/>
                  <a:pt x="6693" y="7396"/>
                  <a:pt x="6693" y="7519"/>
                </a:cubicBezTo>
                <a:cubicBezTo>
                  <a:pt x="6693" y="7644"/>
                  <a:pt x="6592" y="7746"/>
                  <a:pt x="6467" y="7746"/>
                </a:cubicBezTo>
                <a:lnTo>
                  <a:pt x="4684" y="7746"/>
                </a:lnTo>
                <a:cubicBezTo>
                  <a:pt x="4559" y="7746"/>
                  <a:pt x="4457" y="7644"/>
                  <a:pt x="4457" y="7519"/>
                </a:cubicBezTo>
                <a:cubicBezTo>
                  <a:pt x="4457" y="7396"/>
                  <a:pt x="4559" y="7293"/>
                  <a:pt x="4684" y="7293"/>
                </a:cubicBezTo>
                <a:close/>
                <a:moveTo>
                  <a:pt x="1465" y="7198"/>
                </a:moveTo>
                <a:cubicBezTo>
                  <a:pt x="1641" y="7198"/>
                  <a:pt x="1784" y="7341"/>
                  <a:pt x="1784" y="7518"/>
                </a:cubicBezTo>
                <a:cubicBezTo>
                  <a:pt x="1782" y="7696"/>
                  <a:pt x="1640" y="7837"/>
                  <a:pt x="1465" y="7837"/>
                </a:cubicBezTo>
                <a:cubicBezTo>
                  <a:pt x="1288" y="7837"/>
                  <a:pt x="1145" y="7694"/>
                  <a:pt x="1145" y="7518"/>
                </a:cubicBezTo>
                <a:cubicBezTo>
                  <a:pt x="1145" y="7341"/>
                  <a:pt x="1288" y="7198"/>
                  <a:pt x="1465" y="7198"/>
                </a:cubicBezTo>
                <a:close/>
                <a:moveTo>
                  <a:pt x="3140" y="1"/>
                </a:moveTo>
                <a:cubicBezTo>
                  <a:pt x="3046" y="13"/>
                  <a:pt x="2955" y="38"/>
                  <a:pt x="2889" y="105"/>
                </a:cubicBezTo>
                <a:cubicBezTo>
                  <a:pt x="2822" y="171"/>
                  <a:pt x="2785" y="261"/>
                  <a:pt x="2785" y="354"/>
                </a:cubicBezTo>
                <a:lnTo>
                  <a:pt x="2785" y="924"/>
                </a:lnTo>
                <a:lnTo>
                  <a:pt x="1465" y="924"/>
                </a:lnTo>
                <a:cubicBezTo>
                  <a:pt x="1396" y="924"/>
                  <a:pt x="1331" y="956"/>
                  <a:pt x="1288" y="1008"/>
                </a:cubicBezTo>
                <a:lnTo>
                  <a:pt x="51" y="2537"/>
                </a:lnTo>
                <a:cubicBezTo>
                  <a:pt x="37" y="2555"/>
                  <a:pt x="26" y="2571"/>
                  <a:pt x="18" y="2589"/>
                </a:cubicBezTo>
                <a:cubicBezTo>
                  <a:pt x="18" y="2592"/>
                  <a:pt x="17" y="2592"/>
                  <a:pt x="17" y="2592"/>
                </a:cubicBezTo>
                <a:cubicBezTo>
                  <a:pt x="6" y="2616"/>
                  <a:pt x="2" y="2644"/>
                  <a:pt x="2" y="2669"/>
                </a:cubicBezTo>
                <a:cubicBezTo>
                  <a:pt x="2" y="2674"/>
                  <a:pt x="0" y="2675"/>
                  <a:pt x="0" y="2678"/>
                </a:cubicBezTo>
                <a:lnTo>
                  <a:pt x="0" y="7774"/>
                </a:lnTo>
                <a:cubicBezTo>
                  <a:pt x="0" y="8275"/>
                  <a:pt x="63" y="8765"/>
                  <a:pt x="827" y="8765"/>
                </a:cubicBezTo>
                <a:lnTo>
                  <a:pt x="6879" y="8765"/>
                </a:lnTo>
                <a:cubicBezTo>
                  <a:pt x="7517" y="8765"/>
                  <a:pt x="7841" y="8431"/>
                  <a:pt x="7841" y="7774"/>
                </a:cubicBezTo>
                <a:lnTo>
                  <a:pt x="7841" y="6728"/>
                </a:lnTo>
                <a:lnTo>
                  <a:pt x="8729" y="6728"/>
                </a:lnTo>
                <a:cubicBezTo>
                  <a:pt x="8925" y="6728"/>
                  <a:pt x="9084" y="6569"/>
                  <a:pt x="9084" y="6373"/>
                </a:cubicBezTo>
                <a:lnTo>
                  <a:pt x="9084" y="376"/>
                </a:lnTo>
                <a:cubicBezTo>
                  <a:pt x="9082" y="182"/>
                  <a:pt x="8925" y="24"/>
                  <a:pt x="8730" y="24"/>
                </a:cubicBezTo>
                <a:lnTo>
                  <a:pt x="3140" y="1"/>
                </a:ln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70" name="Google Shape;3270;p97"/>
          <p:cNvSpPr txBox="1"/>
          <p:nvPr/>
        </p:nvSpPr>
        <p:spPr>
          <a:xfrm>
            <a:off x="4287674" y="4483949"/>
            <a:ext cx="547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Scale / Expand / Share</a:t>
            </a:r>
            <a:endParaRPr sz="1800">
              <a:solidFill>
                <a:srgbClr val="252525"/>
              </a:solidFill>
              <a:latin typeface="Arial"/>
              <a:ea typeface="Arial"/>
              <a:cs typeface="Arial"/>
              <a:sym typeface="Arial"/>
            </a:endParaRPr>
          </a:p>
        </p:txBody>
      </p:sp>
      <p:sp>
        <p:nvSpPr>
          <p:cNvPr id="3271" name="Google Shape;3271;p97"/>
          <p:cNvSpPr txBox="1"/>
          <p:nvPr/>
        </p:nvSpPr>
        <p:spPr>
          <a:xfrm>
            <a:off x="326689" y="4483949"/>
            <a:ext cx="547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Simplify Data Pipelines</a:t>
            </a:r>
            <a:endParaRPr sz="1800">
              <a:solidFill>
                <a:srgbClr val="252525"/>
              </a:solidFill>
              <a:latin typeface="Arial"/>
              <a:ea typeface="Arial"/>
              <a:cs typeface="Arial"/>
              <a:sym typeface="Arial"/>
            </a:endParaRPr>
          </a:p>
        </p:txBody>
      </p:sp>
      <p:sp>
        <p:nvSpPr>
          <p:cNvPr id="3272" name="Google Shape;3272;p97"/>
          <p:cNvSpPr txBox="1"/>
          <p:nvPr/>
        </p:nvSpPr>
        <p:spPr>
          <a:xfrm>
            <a:off x="5136005" y="4483949"/>
            <a:ext cx="4353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Faster Insights</a:t>
            </a:r>
            <a:endParaRPr sz="1800">
              <a:solidFill>
                <a:srgbClr val="252525"/>
              </a:solidFill>
              <a:latin typeface="Arial"/>
              <a:ea typeface="Arial"/>
              <a:cs typeface="Arial"/>
              <a:sym typeface="Arial"/>
            </a:endParaRPr>
          </a:p>
        </p:txBody>
      </p:sp>
      <p:sp>
        <p:nvSpPr>
          <p:cNvPr id="3273" name="Google Shape;3273;p97"/>
          <p:cNvSpPr txBox="1"/>
          <p:nvPr/>
        </p:nvSpPr>
        <p:spPr>
          <a:xfrm>
            <a:off x="1896825" y="4483949"/>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Pay Only for What You Use</a:t>
            </a:r>
            <a:endParaRPr sz="1800">
              <a:solidFill>
                <a:srgbClr val="252525"/>
              </a:solidFill>
              <a:latin typeface="Arial"/>
              <a:ea typeface="Arial"/>
              <a:cs typeface="Arial"/>
              <a:sym typeface="Arial"/>
            </a:endParaRPr>
          </a:p>
        </p:txBody>
      </p:sp>
      <p:sp>
        <p:nvSpPr>
          <p:cNvPr id="3274" name="Google Shape;3274;p97"/>
          <p:cNvSpPr txBox="1"/>
          <p:nvPr/>
        </p:nvSpPr>
        <p:spPr>
          <a:xfrm>
            <a:off x="2755472" y="4483949"/>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Economies of Scale </a:t>
            </a:r>
            <a:endParaRPr sz="1800">
              <a:solidFill>
                <a:srgbClr val="252525"/>
              </a:solidFill>
              <a:latin typeface="Arial"/>
              <a:ea typeface="Arial"/>
              <a:cs typeface="Arial"/>
              <a:sym typeface="Arial"/>
            </a:endParaRPr>
          </a:p>
        </p:txBody>
      </p:sp>
      <p:sp>
        <p:nvSpPr>
          <p:cNvPr id="3275" name="Google Shape;3275;p97"/>
          <p:cNvSpPr txBox="1"/>
          <p:nvPr/>
        </p:nvSpPr>
        <p:spPr>
          <a:xfrm>
            <a:off x="3536858" y="4483949"/>
            <a:ext cx="4647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Embedded Analytics</a:t>
            </a:r>
            <a:endParaRPr sz="600">
              <a:solidFill>
                <a:srgbClr val="11567F"/>
              </a:solidFill>
              <a:latin typeface="Arial"/>
              <a:ea typeface="Arial"/>
              <a:cs typeface="Arial"/>
              <a:sym typeface="Arial"/>
            </a:endParaRPr>
          </a:p>
        </p:txBody>
      </p:sp>
      <p:sp>
        <p:nvSpPr>
          <p:cNvPr id="3276" name="Google Shape;3276;p97"/>
          <p:cNvSpPr/>
          <p:nvPr/>
        </p:nvSpPr>
        <p:spPr>
          <a:xfrm>
            <a:off x="473002" y="4119932"/>
            <a:ext cx="254867" cy="226662"/>
          </a:xfrm>
          <a:custGeom>
            <a:rect b="b" l="l" r="r" t="t"/>
            <a:pathLst>
              <a:path extrusionOk="0" h="7506" w="8440">
                <a:moveTo>
                  <a:pt x="5771" y="1"/>
                </a:moveTo>
                <a:cubicBezTo>
                  <a:pt x="5765" y="1"/>
                  <a:pt x="5763" y="2"/>
                  <a:pt x="5760" y="2"/>
                </a:cubicBezTo>
                <a:cubicBezTo>
                  <a:pt x="5741" y="2"/>
                  <a:pt x="5725" y="8"/>
                  <a:pt x="5705" y="11"/>
                </a:cubicBezTo>
                <a:cubicBezTo>
                  <a:pt x="5686" y="16"/>
                  <a:pt x="5665" y="17"/>
                  <a:pt x="5646" y="24"/>
                </a:cubicBezTo>
                <a:cubicBezTo>
                  <a:pt x="5641" y="26"/>
                  <a:pt x="5634" y="29"/>
                  <a:pt x="5627" y="32"/>
                </a:cubicBezTo>
                <a:cubicBezTo>
                  <a:pt x="5609" y="39"/>
                  <a:pt x="5594" y="53"/>
                  <a:pt x="5579" y="63"/>
                </a:cubicBezTo>
                <a:cubicBezTo>
                  <a:pt x="5564" y="73"/>
                  <a:pt x="5549" y="76"/>
                  <a:pt x="5537" y="88"/>
                </a:cubicBezTo>
                <a:lnTo>
                  <a:pt x="4492" y="1003"/>
                </a:lnTo>
                <a:cubicBezTo>
                  <a:pt x="4345" y="1131"/>
                  <a:pt x="4330" y="1355"/>
                  <a:pt x="4458" y="1502"/>
                </a:cubicBezTo>
                <a:cubicBezTo>
                  <a:pt x="4528" y="1582"/>
                  <a:pt x="4626" y="1622"/>
                  <a:pt x="4724" y="1622"/>
                </a:cubicBezTo>
                <a:cubicBezTo>
                  <a:pt x="4807" y="1622"/>
                  <a:pt x="4891" y="1596"/>
                  <a:pt x="4958" y="1536"/>
                </a:cubicBezTo>
                <a:lnTo>
                  <a:pt x="5414" y="1134"/>
                </a:lnTo>
                <a:lnTo>
                  <a:pt x="5414" y="6016"/>
                </a:lnTo>
                <a:cubicBezTo>
                  <a:pt x="5414" y="6214"/>
                  <a:pt x="5572" y="6371"/>
                  <a:pt x="5769" y="6371"/>
                </a:cubicBezTo>
                <a:cubicBezTo>
                  <a:pt x="5967" y="6371"/>
                  <a:pt x="6124" y="6211"/>
                  <a:pt x="6124" y="6016"/>
                </a:cubicBezTo>
                <a:lnTo>
                  <a:pt x="6124" y="1144"/>
                </a:lnTo>
                <a:lnTo>
                  <a:pt x="6719" y="1673"/>
                </a:lnTo>
                <a:cubicBezTo>
                  <a:pt x="6788" y="1732"/>
                  <a:pt x="6872" y="1762"/>
                  <a:pt x="6956" y="1762"/>
                </a:cubicBezTo>
                <a:cubicBezTo>
                  <a:pt x="7052" y="1762"/>
                  <a:pt x="7149" y="1722"/>
                  <a:pt x="7218" y="1643"/>
                </a:cubicBezTo>
                <a:cubicBezTo>
                  <a:pt x="7349" y="1496"/>
                  <a:pt x="7336" y="1273"/>
                  <a:pt x="7189" y="1144"/>
                </a:cubicBezTo>
                <a:lnTo>
                  <a:pt x="6007" y="90"/>
                </a:lnTo>
                <a:cubicBezTo>
                  <a:pt x="5996" y="78"/>
                  <a:pt x="5978" y="75"/>
                  <a:pt x="5967" y="66"/>
                </a:cubicBezTo>
                <a:cubicBezTo>
                  <a:pt x="5949" y="56"/>
                  <a:pt x="5934" y="41"/>
                  <a:pt x="5918" y="33"/>
                </a:cubicBezTo>
                <a:cubicBezTo>
                  <a:pt x="5910" y="32"/>
                  <a:pt x="5904" y="29"/>
                  <a:pt x="5897" y="26"/>
                </a:cubicBezTo>
                <a:cubicBezTo>
                  <a:pt x="5879" y="19"/>
                  <a:pt x="5858" y="17"/>
                  <a:pt x="5839" y="14"/>
                </a:cubicBezTo>
                <a:cubicBezTo>
                  <a:pt x="5820" y="10"/>
                  <a:pt x="5800" y="2"/>
                  <a:pt x="5782" y="2"/>
                </a:cubicBezTo>
                <a:cubicBezTo>
                  <a:pt x="5778" y="2"/>
                  <a:pt x="5775" y="1"/>
                  <a:pt x="5771" y="1"/>
                </a:cubicBezTo>
                <a:close/>
                <a:moveTo>
                  <a:pt x="2666" y="2"/>
                </a:moveTo>
                <a:cubicBezTo>
                  <a:pt x="2663" y="2"/>
                  <a:pt x="2658" y="4"/>
                  <a:pt x="2654" y="4"/>
                </a:cubicBezTo>
                <a:cubicBezTo>
                  <a:pt x="2634" y="4"/>
                  <a:pt x="2617" y="11"/>
                  <a:pt x="2597" y="16"/>
                </a:cubicBezTo>
                <a:cubicBezTo>
                  <a:pt x="2578" y="19"/>
                  <a:pt x="2560" y="22"/>
                  <a:pt x="2539" y="29"/>
                </a:cubicBezTo>
                <a:cubicBezTo>
                  <a:pt x="2532" y="30"/>
                  <a:pt x="2526" y="32"/>
                  <a:pt x="2519" y="36"/>
                </a:cubicBezTo>
                <a:cubicBezTo>
                  <a:pt x="2502" y="44"/>
                  <a:pt x="2487" y="59"/>
                  <a:pt x="2471" y="68"/>
                </a:cubicBezTo>
                <a:cubicBezTo>
                  <a:pt x="2458" y="76"/>
                  <a:pt x="2441" y="81"/>
                  <a:pt x="2428" y="91"/>
                </a:cubicBezTo>
                <a:lnTo>
                  <a:pt x="1246" y="1146"/>
                </a:lnTo>
                <a:cubicBezTo>
                  <a:pt x="1099" y="1276"/>
                  <a:pt x="1086" y="1499"/>
                  <a:pt x="1216" y="1645"/>
                </a:cubicBezTo>
                <a:cubicBezTo>
                  <a:pt x="1286" y="1723"/>
                  <a:pt x="1383" y="1763"/>
                  <a:pt x="1479" y="1763"/>
                </a:cubicBezTo>
                <a:cubicBezTo>
                  <a:pt x="1562" y="1763"/>
                  <a:pt x="1647" y="1734"/>
                  <a:pt x="1715" y="1674"/>
                </a:cubicBezTo>
                <a:lnTo>
                  <a:pt x="2309" y="1146"/>
                </a:lnTo>
                <a:lnTo>
                  <a:pt x="2309" y="6018"/>
                </a:lnTo>
                <a:cubicBezTo>
                  <a:pt x="2309" y="6214"/>
                  <a:pt x="2467" y="6373"/>
                  <a:pt x="2664" y="6373"/>
                </a:cubicBezTo>
                <a:cubicBezTo>
                  <a:pt x="2859" y="6373"/>
                  <a:pt x="3018" y="6215"/>
                  <a:pt x="3018" y="6018"/>
                </a:cubicBezTo>
                <a:lnTo>
                  <a:pt x="3018" y="1140"/>
                </a:lnTo>
                <a:lnTo>
                  <a:pt x="3508" y="1573"/>
                </a:lnTo>
                <a:cubicBezTo>
                  <a:pt x="3574" y="1633"/>
                  <a:pt x="3659" y="1662"/>
                  <a:pt x="3742" y="1662"/>
                </a:cubicBezTo>
                <a:cubicBezTo>
                  <a:pt x="3840" y="1662"/>
                  <a:pt x="3938" y="1621"/>
                  <a:pt x="4008" y="1541"/>
                </a:cubicBezTo>
                <a:cubicBezTo>
                  <a:pt x="4137" y="1395"/>
                  <a:pt x="4122" y="1172"/>
                  <a:pt x="3975" y="1042"/>
                </a:cubicBezTo>
                <a:lnTo>
                  <a:pt x="2900" y="90"/>
                </a:lnTo>
                <a:cubicBezTo>
                  <a:pt x="2887" y="78"/>
                  <a:pt x="2872" y="75"/>
                  <a:pt x="2857" y="66"/>
                </a:cubicBezTo>
                <a:cubicBezTo>
                  <a:pt x="2842" y="54"/>
                  <a:pt x="2827" y="41"/>
                  <a:pt x="2811" y="33"/>
                </a:cubicBezTo>
                <a:cubicBezTo>
                  <a:pt x="2804" y="30"/>
                  <a:pt x="2798" y="29"/>
                  <a:pt x="2790" y="26"/>
                </a:cubicBezTo>
                <a:cubicBezTo>
                  <a:pt x="2771" y="19"/>
                  <a:pt x="2750" y="17"/>
                  <a:pt x="2731" y="14"/>
                </a:cubicBezTo>
                <a:cubicBezTo>
                  <a:pt x="2712" y="10"/>
                  <a:pt x="2695" y="4"/>
                  <a:pt x="2677" y="4"/>
                </a:cubicBezTo>
                <a:cubicBezTo>
                  <a:pt x="2673" y="4"/>
                  <a:pt x="2670" y="2"/>
                  <a:pt x="2666" y="2"/>
                </a:cubicBezTo>
                <a:close/>
                <a:moveTo>
                  <a:pt x="6973" y="3256"/>
                </a:moveTo>
                <a:cubicBezTo>
                  <a:pt x="6779" y="3256"/>
                  <a:pt x="6618" y="3415"/>
                  <a:pt x="6618" y="3611"/>
                </a:cubicBezTo>
                <a:lnTo>
                  <a:pt x="6618" y="7149"/>
                </a:lnTo>
                <a:cubicBezTo>
                  <a:pt x="6618" y="7344"/>
                  <a:pt x="6777" y="7503"/>
                  <a:pt x="6973" y="7503"/>
                </a:cubicBezTo>
                <a:cubicBezTo>
                  <a:pt x="7171" y="7503"/>
                  <a:pt x="7328" y="7345"/>
                  <a:pt x="7328" y="7149"/>
                </a:cubicBezTo>
                <a:lnTo>
                  <a:pt x="7328" y="3964"/>
                </a:lnTo>
                <a:lnTo>
                  <a:pt x="8084" y="3964"/>
                </a:lnTo>
                <a:cubicBezTo>
                  <a:pt x="8279" y="3964"/>
                  <a:pt x="8439" y="3805"/>
                  <a:pt x="8439" y="3609"/>
                </a:cubicBezTo>
                <a:cubicBezTo>
                  <a:pt x="8435" y="3415"/>
                  <a:pt x="8277" y="3256"/>
                  <a:pt x="8083" y="3256"/>
                </a:cubicBezTo>
                <a:close/>
                <a:moveTo>
                  <a:pt x="355" y="3256"/>
                </a:moveTo>
                <a:cubicBezTo>
                  <a:pt x="160" y="3256"/>
                  <a:pt x="0" y="3415"/>
                  <a:pt x="0" y="3611"/>
                </a:cubicBezTo>
                <a:cubicBezTo>
                  <a:pt x="0" y="3805"/>
                  <a:pt x="158" y="3966"/>
                  <a:pt x="355" y="3966"/>
                </a:cubicBezTo>
                <a:lnTo>
                  <a:pt x="1111" y="3966"/>
                </a:lnTo>
                <a:lnTo>
                  <a:pt x="1111" y="7151"/>
                </a:lnTo>
                <a:cubicBezTo>
                  <a:pt x="1111" y="7345"/>
                  <a:pt x="1268" y="7506"/>
                  <a:pt x="1464" y="7506"/>
                </a:cubicBezTo>
                <a:cubicBezTo>
                  <a:pt x="1660" y="7506"/>
                  <a:pt x="1819" y="7347"/>
                  <a:pt x="1819" y="7151"/>
                </a:cubicBezTo>
                <a:lnTo>
                  <a:pt x="1819" y="3612"/>
                </a:lnTo>
                <a:cubicBezTo>
                  <a:pt x="1816" y="3415"/>
                  <a:pt x="1657" y="3256"/>
                  <a:pt x="1463" y="3256"/>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77" name="Google Shape;3277;p97"/>
          <p:cNvSpPr/>
          <p:nvPr/>
        </p:nvSpPr>
        <p:spPr>
          <a:xfrm>
            <a:off x="6801111" y="4095593"/>
            <a:ext cx="273801" cy="275341"/>
          </a:xfrm>
          <a:custGeom>
            <a:rect b="b" l="l" r="r" t="t"/>
            <a:pathLst>
              <a:path extrusionOk="0" h="9118" w="9067">
                <a:moveTo>
                  <a:pt x="4564" y="0"/>
                </a:moveTo>
                <a:cubicBezTo>
                  <a:pt x="4485" y="0"/>
                  <a:pt x="4423" y="64"/>
                  <a:pt x="4423" y="143"/>
                </a:cubicBezTo>
                <a:lnTo>
                  <a:pt x="4423" y="1289"/>
                </a:lnTo>
                <a:cubicBezTo>
                  <a:pt x="4423" y="1368"/>
                  <a:pt x="4485" y="1430"/>
                  <a:pt x="4564" y="1430"/>
                </a:cubicBezTo>
                <a:cubicBezTo>
                  <a:pt x="4641" y="1430"/>
                  <a:pt x="4705" y="1368"/>
                  <a:pt x="4705" y="1289"/>
                </a:cubicBezTo>
                <a:lnTo>
                  <a:pt x="4705" y="143"/>
                </a:lnTo>
                <a:cubicBezTo>
                  <a:pt x="4705" y="64"/>
                  <a:pt x="4641" y="2"/>
                  <a:pt x="4564" y="0"/>
                </a:cubicBezTo>
                <a:close/>
                <a:moveTo>
                  <a:pt x="6577" y="508"/>
                </a:moveTo>
                <a:cubicBezTo>
                  <a:pt x="6526" y="508"/>
                  <a:pt x="6477" y="536"/>
                  <a:pt x="6451" y="584"/>
                </a:cubicBezTo>
                <a:lnTo>
                  <a:pt x="5918" y="1599"/>
                </a:lnTo>
                <a:cubicBezTo>
                  <a:pt x="5881" y="1668"/>
                  <a:pt x="5909" y="1754"/>
                  <a:pt x="5977" y="1791"/>
                </a:cubicBezTo>
                <a:cubicBezTo>
                  <a:pt x="5998" y="1801"/>
                  <a:pt x="6021" y="1807"/>
                  <a:pt x="6043" y="1807"/>
                </a:cubicBezTo>
                <a:cubicBezTo>
                  <a:pt x="6092" y="1807"/>
                  <a:pt x="6142" y="1779"/>
                  <a:pt x="6169" y="1730"/>
                </a:cubicBezTo>
                <a:lnTo>
                  <a:pt x="6701" y="716"/>
                </a:lnTo>
                <a:cubicBezTo>
                  <a:pt x="6739" y="646"/>
                  <a:pt x="6711" y="561"/>
                  <a:pt x="6643" y="524"/>
                </a:cubicBezTo>
                <a:cubicBezTo>
                  <a:pt x="6622" y="514"/>
                  <a:pt x="6599" y="508"/>
                  <a:pt x="6577" y="508"/>
                </a:cubicBezTo>
                <a:close/>
                <a:moveTo>
                  <a:pt x="2547" y="401"/>
                </a:moveTo>
                <a:cubicBezTo>
                  <a:pt x="2511" y="401"/>
                  <a:pt x="2474" y="410"/>
                  <a:pt x="2440" y="428"/>
                </a:cubicBezTo>
                <a:cubicBezTo>
                  <a:pt x="2329" y="486"/>
                  <a:pt x="2286" y="622"/>
                  <a:pt x="2345" y="734"/>
                </a:cubicBezTo>
                <a:lnTo>
                  <a:pt x="2878" y="1749"/>
                </a:lnTo>
                <a:cubicBezTo>
                  <a:pt x="2919" y="1827"/>
                  <a:pt x="2997" y="1870"/>
                  <a:pt x="3079" y="1870"/>
                </a:cubicBezTo>
                <a:cubicBezTo>
                  <a:pt x="3113" y="1870"/>
                  <a:pt x="3149" y="1861"/>
                  <a:pt x="3184" y="1844"/>
                </a:cubicBezTo>
                <a:cubicBezTo>
                  <a:pt x="3294" y="1785"/>
                  <a:pt x="3336" y="1648"/>
                  <a:pt x="3279" y="1537"/>
                </a:cubicBezTo>
                <a:lnTo>
                  <a:pt x="2746" y="523"/>
                </a:lnTo>
                <a:cubicBezTo>
                  <a:pt x="2706" y="445"/>
                  <a:pt x="2628" y="401"/>
                  <a:pt x="2547" y="401"/>
                </a:cubicBezTo>
                <a:close/>
                <a:moveTo>
                  <a:pt x="8122" y="1892"/>
                </a:moveTo>
                <a:cubicBezTo>
                  <a:pt x="8094" y="1892"/>
                  <a:pt x="8066" y="1900"/>
                  <a:pt x="8042" y="1916"/>
                </a:cubicBezTo>
                <a:lnTo>
                  <a:pt x="7099" y="2568"/>
                </a:lnTo>
                <a:cubicBezTo>
                  <a:pt x="7033" y="2612"/>
                  <a:pt x="7018" y="2700"/>
                  <a:pt x="7061" y="2765"/>
                </a:cubicBezTo>
                <a:cubicBezTo>
                  <a:pt x="7090" y="2804"/>
                  <a:pt x="7134" y="2826"/>
                  <a:pt x="7179" y="2826"/>
                </a:cubicBezTo>
                <a:cubicBezTo>
                  <a:pt x="7207" y="2826"/>
                  <a:pt x="7234" y="2819"/>
                  <a:pt x="7259" y="2802"/>
                </a:cubicBezTo>
                <a:lnTo>
                  <a:pt x="8202" y="2150"/>
                </a:lnTo>
                <a:cubicBezTo>
                  <a:pt x="8266" y="2106"/>
                  <a:pt x="8281" y="2018"/>
                  <a:pt x="8239" y="1953"/>
                </a:cubicBezTo>
                <a:cubicBezTo>
                  <a:pt x="8211" y="1913"/>
                  <a:pt x="8167" y="1892"/>
                  <a:pt x="8122" y="1892"/>
                </a:cubicBezTo>
                <a:close/>
                <a:moveTo>
                  <a:pt x="986" y="1769"/>
                </a:moveTo>
                <a:cubicBezTo>
                  <a:pt x="914" y="1769"/>
                  <a:pt x="844" y="1803"/>
                  <a:pt x="800" y="1867"/>
                </a:cubicBezTo>
                <a:cubicBezTo>
                  <a:pt x="727" y="1968"/>
                  <a:pt x="755" y="2110"/>
                  <a:pt x="856" y="2181"/>
                </a:cubicBezTo>
                <a:lnTo>
                  <a:pt x="1799" y="2833"/>
                </a:lnTo>
                <a:cubicBezTo>
                  <a:pt x="1839" y="2862"/>
                  <a:pt x="1884" y="2873"/>
                  <a:pt x="1928" y="2873"/>
                </a:cubicBezTo>
                <a:cubicBezTo>
                  <a:pt x="1999" y="2873"/>
                  <a:pt x="2071" y="2841"/>
                  <a:pt x="2115" y="2775"/>
                </a:cubicBezTo>
                <a:cubicBezTo>
                  <a:pt x="2185" y="2673"/>
                  <a:pt x="2160" y="2532"/>
                  <a:pt x="2057" y="2461"/>
                </a:cubicBezTo>
                <a:lnTo>
                  <a:pt x="1114" y="1809"/>
                </a:lnTo>
                <a:cubicBezTo>
                  <a:pt x="1075" y="1782"/>
                  <a:pt x="1030" y="1769"/>
                  <a:pt x="986" y="1769"/>
                </a:cubicBezTo>
                <a:close/>
                <a:moveTo>
                  <a:pt x="238" y="3706"/>
                </a:moveTo>
                <a:cubicBezTo>
                  <a:pt x="125" y="3706"/>
                  <a:pt x="29" y="3791"/>
                  <a:pt x="15" y="3904"/>
                </a:cubicBezTo>
                <a:cubicBezTo>
                  <a:pt x="1" y="4029"/>
                  <a:pt x="90" y="4142"/>
                  <a:pt x="211" y="4156"/>
                </a:cubicBezTo>
                <a:lnTo>
                  <a:pt x="1350" y="4296"/>
                </a:lnTo>
                <a:cubicBezTo>
                  <a:pt x="1359" y="4298"/>
                  <a:pt x="1368" y="4298"/>
                  <a:pt x="1379" y="4298"/>
                </a:cubicBezTo>
                <a:cubicBezTo>
                  <a:pt x="1491" y="4298"/>
                  <a:pt x="1588" y="4214"/>
                  <a:pt x="1603" y="4100"/>
                </a:cubicBezTo>
                <a:cubicBezTo>
                  <a:pt x="1618" y="3975"/>
                  <a:pt x="1529" y="3862"/>
                  <a:pt x="1405" y="3848"/>
                </a:cubicBezTo>
                <a:lnTo>
                  <a:pt x="268" y="3708"/>
                </a:lnTo>
                <a:cubicBezTo>
                  <a:pt x="258" y="3707"/>
                  <a:pt x="248" y="3706"/>
                  <a:pt x="238" y="3706"/>
                </a:cubicBezTo>
                <a:close/>
                <a:moveTo>
                  <a:pt x="1551" y="5233"/>
                </a:moveTo>
                <a:cubicBezTo>
                  <a:pt x="1510" y="5233"/>
                  <a:pt x="1467" y="5240"/>
                  <a:pt x="1426" y="5255"/>
                </a:cubicBezTo>
                <a:lnTo>
                  <a:pt x="354" y="5662"/>
                </a:lnTo>
                <a:cubicBezTo>
                  <a:pt x="171" y="5730"/>
                  <a:pt x="79" y="5935"/>
                  <a:pt x="148" y="6120"/>
                </a:cubicBezTo>
                <a:cubicBezTo>
                  <a:pt x="201" y="6261"/>
                  <a:pt x="335" y="6347"/>
                  <a:pt x="477" y="6347"/>
                </a:cubicBezTo>
                <a:cubicBezTo>
                  <a:pt x="519" y="6347"/>
                  <a:pt x="562" y="6339"/>
                  <a:pt x="604" y="6324"/>
                </a:cubicBezTo>
                <a:lnTo>
                  <a:pt x="1676" y="5919"/>
                </a:lnTo>
                <a:cubicBezTo>
                  <a:pt x="1858" y="5848"/>
                  <a:pt x="1952" y="5644"/>
                  <a:pt x="1884" y="5462"/>
                </a:cubicBezTo>
                <a:cubicBezTo>
                  <a:pt x="1829" y="5319"/>
                  <a:pt x="1694" y="5233"/>
                  <a:pt x="1551" y="5233"/>
                </a:cubicBezTo>
                <a:close/>
                <a:moveTo>
                  <a:pt x="7515" y="5204"/>
                </a:moveTo>
                <a:cubicBezTo>
                  <a:pt x="7344" y="5204"/>
                  <a:pt x="7182" y="5309"/>
                  <a:pt x="7118" y="5478"/>
                </a:cubicBezTo>
                <a:cubicBezTo>
                  <a:pt x="7033" y="5698"/>
                  <a:pt x="7145" y="5943"/>
                  <a:pt x="7364" y="6026"/>
                </a:cubicBezTo>
                <a:lnTo>
                  <a:pt x="8435" y="6433"/>
                </a:lnTo>
                <a:cubicBezTo>
                  <a:pt x="8486" y="6451"/>
                  <a:pt x="8536" y="6461"/>
                  <a:pt x="8585" y="6461"/>
                </a:cubicBezTo>
                <a:cubicBezTo>
                  <a:pt x="8756" y="6461"/>
                  <a:pt x="8918" y="6357"/>
                  <a:pt x="8983" y="6186"/>
                </a:cubicBezTo>
                <a:cubicBezTo>
                  <a:pt x="9066" y="5967"/>
                  <a:pt x="8955" y="5722"/>
                  <a:pt x="8737" y="5638"/>
                </a:cubicBezTo>
                <a:lnTo>
                  <a:pt x="7664" y="5232"/>
                </a:lnTo>
                <a:cubicBezTo>
                  <a:pt x="7615" y="5213"/>
                  <a:pt x="7565" y="5204"/>
                  <a:pt x="7515" y="5204"/>
                </a:cubicBezTo>
                <a:close/>
                <a:moveTo>
                  <a:pt x="2409" y="6496"/>
                </a:moveTo>
                <a:cubicBezTo>
                  <a:pt x="2311" y="6496"/>
                  <a:pt x="2215" y="6536"/>
                  <a:pt x="2145" y="6614"/>
                </a:cubicBezTo>
                <a:lnTo>
                  <a:pt x="1383" y="7472"/>
                </a:lnTo>
                <a:cubicBezTo>
                  <a:pt x="1254" y="7618"/>
                  <a:pt x="1267" y="7841"/>
                  <a:pt x="1413" y="7971"/>
                </a:cubicBezTo>
                <a:cubicBezTo>
                  <a:pt x="1480" y="8031"/>
                  <a:pt x="1564" y="8060"/>
                  <a:pt x="1647" y="8060"/>
                </a:cubicBezTo>
                <a:cubicBezTo>
                  <a:pt x="1745" y="8060"/>
                  <a:pt x="1842" y="8019"/>
                  <a:pt x="1913" y="7942"/>
                </a:cubicBezTo>
                <a:lnTo>
                  <a:pt x="2674" y="7085"/>
                </a:lnTo>
                <a:cubicBezTo>
                  <a:pt x="2804" y="6938"/>
                  <a:pt x="2791" y="6715"/>
                  <a:pt x="2644" y="6584"/>
                </a:cubicBezTo>
                <a:cubicBezTo>
                  <a:pt x="2576" y="6525"/>
                  <a:pt x="2492" y="6496"/>
                  <a:pt x="2409" y="6496"/>
                </a:cubicBezTo>
                <a:close/>
                <a:moveTo>
                  <a:pt x="6638" y="6454"/>
                </a:moveTo>
                <a:cubicBezTo>
                  <a:pt x="6538" y="6454"/>
                  <a:pt x="6437" y="6489"/>
                  <a:pt x="6356" y="6561"/>
                </a:cubicBezTo>
                <a:cubicBezTo>
                  <a:pt x="6179" y="6716"/>
                  <a:pt x="6165" y="6984"/>
                  <a:pt x="6319" y="7160"/>
                </a:cubicBezTo>
                <a:lnTo>
                  <a:pt x="7078" y="8017"/>
                </a:lnTo>
                <a:cubicBezTo>
                  <a:pt x="7162" y="8112"/>
                  <a:pt x="7278" y="8161"/>
                  <a:pt x="7396" y="8161"/>
                </a:cubicBezTo>
                <a:cubicBezTo>
                  <a:pt x="7497" y="8161"/>
                  <a:pt x="7596" y="8126"/>
                  <a:pt x="7678" y="8054"/>
                </a:cubicBezTo>
                <a:cubicBezTo>
                  <a:pt x="7854" y="7899"/>
                  <a:pt x="7869" y="7631"/>
                  <a:pt x="7715" y="7456"/>
                </a:cubicBezTo>
                <a:lnTo>
                  <a:pt x="6956" y="6598"/>
                </a:lnTo>
                <a:cubicBezTo>
                  <a:pt x="6872" y="6502"/>
                  <a:pt x="6755" y="6454"/>
                  <a:pt x="6638" y="6454"/>
                </a:cubicBezTo>
                <a:close/>
                <a:moveTo>
                  <a:pt x="3755" y="7215"/>
                </a:moveTo>
                <a:cubicBezTo>
                  <a:pt x="3597" y="7215"/>
                  <a:pt x="3452" y="7323"/>
                  <a:pt x="3413" y="7483"/>
                </a:cubicBezTo>
                <a:lnTo>
                  <a:pt x="3138" y="8596"/>
                </a:lnTo>
                <a:cubicBezTo>
                  <a:pt x="3091" y="8787"/>
                  <a:pt x="3207" y="8980"/>
                  <a:pt x="3395" y="9026"/>
                </a:cubicBezTo>
                <a:cubicBezTo>
                  <a:pt x="3423" y="9033"/>
                  <a:pt x="3453" y="9037"/>
                  <a:pt x="3481" y="9037"/>
                </a:cubicBezTo>
                <a:cubicBezTo>
                  <a:pt x="3640" y="9037"/>
                  <a:pt x="3786" y="8929"/>
                  <a:pt x="3824" y="8767"/>
                </a:cubicBezTo>
                <a:lnTo>
                  <a:pt x="4099" y="7653"/>
                </a:lnTo>
                <a:cubicBezTo>
                  <a:pt x="4145" y="7463"/>
                  <a:pt x="4031" y="7272"/>
                  <a:pt x="3841" y="7226"/>
                </a:cubicBezTo>
                <a:cubicBezTo>
                  <a:pt x="3812" y="7219"/>
                  <a:pt x="3783" y="7215"/>
                  <a:pt x="3755" y="7215"/>
                </a:cubicBezTo>
                <a:close/>
                <a:moveTo>
                  <a:pt x="5284" y="7155"/>
                </a:moveTo>
                <a:cubicBezTo>
                  <a:pt x="5250" y="7155"/>
                  <a:pt x="5215" y="7159"/>
                  <a:pt x="5180" y="7168"/>
                </a:cubicBezTo>
                <a:cubicBezTo>
                  <a:pt x="4951" y="7223"/>
                  <a:pt x="4812" y="7453"/>
                  <a:pt x="4870" y="7682"/>
                </a:cubicBezTo>
                <a:lnTo>
                  <a:pt x="5144" y="8795"/>
                </a:lnTo>
                <a:cubicBezTo>
                  <a:pt x="5192" y="8988"/>
                  <a:pt x="5366" y="9118"/>
                  <a:pt x="5556" y="9118"/>
                </a:cubicBezTo>
                <a:cubicBezTo>
                  <a:pt x="5590" y="9118"/>
                  <a:pt x="5626" y="9115"/>
                  <a:pt x="5658" y="9106"/>
                </a:cubicBezTo>
                <a:cubicBezTo>
                  <a:pt x="5887" y="9049"/>
                  <a:pt x="6026" y="8819"/>
                  <a:pt x="5969" y="8592"/>
                </a:cubicBezTo>
                <a:lnTo>
                  <a:pt x="5694" y="7477"/>
                </a:lnTo>
                <a:cubicBezTo>
                  <a:pt x="5646" y="7284"/>
                  <a:pt x="5474" y="7155"/>
                  <a:pt x="5284" y="715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78" name="Google Shape;3278;p97"/>
          <p:cNvSpPr txBox="1"/>
          <p:nvPr/>
        </p:nvSpPr>
        <p:spPr>
          <a:xfrm>
            <a:off x="6721629" y="4483949"/>
            <a:ext cx="4329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Process</a:t>
            </a:r>
            <a:endParaRPr sz="1800">
              <a:solidFill>
                <a:srgbClr val="252525"/>
              </a:solidFill>
              <a:latin typeface="Arial"/>
              <a:ea typeface="Arial"/>
              <a:cs typeface="Arial"/>
              <a:sym typeface="Arial"/>
            </a:endParaRPr>
          </a:p>
        </p:txBody>
      </p:sp>
      <p:sp>
        <p:nvSpPr>
          <p:cNvPr id="3279" name="Google Shape;3279;p97"/>
          <p:cNvSpPr/>
          <p:nvPr/>
        </p:nvSpPr>
        <p:spPr>
          <a:xfrm>
            <a:off x="8353839" y="964673"/>
            <a:ext cx="337135" cy="363541"/>
          </a:xfrm>
          <a:custGeom>
            <a:rect b="b" l="l" r="r" t="t"/>
            <a:pathLst>
              <a:path extrusionOk="0" h="9045" w="8388">
                <a:moveTo>
                  <a:pt x="4194" y="0"/>
                </a:moveTo>
                <a:cubicBezTo>
                  <a:pt x="4166" y="0"/>
                  <a:pt x="4138" y="7"/>
                  <a:pt x="4112" y="20"/>
                </a:cubicBezTo>
                <a:lnTo>
                  <a:pt x="4030" y="60"/>
                </a:lnTo>
                <a:cubicBezTo>
                  <a:pt x="3941" y="105"/>
                  <a:pt x="3906" y="215"/>
                  <a:pt x="3950" y="304"/>
                </a:cubicBezTo>
                <a:cubicBezTo>
                  <a:pt x="3983" y="366"/>
                  <a:pt x="4045" y="403"/>
                  <a:pt x="4112" y="403"/>
                </a:cubicBezTo>
                <a:cubicBezTo>
                  <a:pt x="4140" y="403"/>
                  <a:pt x="4167" y="399"/>
                  <a:pt x="4194" y="385"/>
                </a:cubicBezTo>
                <a:cubicBezTo>
                  <a:pt x="4219" y="398"/>
                  <a:pt x="4246" y="404"/>
                  <a:pt x="4273" y="404"/>
                </a:cubicBezTo>
                <a:cubicBezTo>
                  <a:pt x="4339" y="404"/>
                  <a:pt x="4403" y="367"/>
                  <a:pt x="4434" y="304"/>
                </a:cubicBezTo>
                <a:cubicBezTo>
                  <a:pt x="4482" y="215"/>
                  <a:pt x="4445" y="105"/>
                  <a:pt x="4356" y="60"/>
                </a:cubicBezTo>
                <a:lnTo>
                  <a:pt x="4275" y="20"/>
                </a:lnTo>
                <a:cubicBezTo>
                  <a:pt x="4250" y="7"/>
                  <a:pt x="4222" y="0"/>
                  <a:pt x="4194" y="0"/>
                </a:cubicBezTo>
                <a:close/>
                <a:moveTo>
                  <a:pt x="4781" y="297"/>
                </a:moveTo>
                <a:cubicBezTo>
                  <a:pt x="4714" y="297"/>
                  <a:pt x="4649" y="332"/>
                  <a:pt x="4617" y="396"/>
                </a:cubicBezTo>
                <a:cubicBezTo>
                  <a:pt x="4572" y="485"/>
                  <a:pt x="4608" y="595"/>
                  <a:pt x="4697" y="638"/>
                </a:cubicBezTo>
                <a:lnTo>
                  <a:pt x="4857" y="719"/>
                </a:lnTo>
                <a:cubicBezTo>
                  <a:pt x="4884" y="733"/>
                  <a:pt x="4912" y="737"/>
                  <a:pt x="4938" y="737"/>
                </a:cubicBezTo>
                <a:cubicBezTo>
                  <a:pt x="5003" y="737"/>
                  <a:pt x="5065" y="700"/>
                  <a:pt x="5098" y="638"/>
                </a:cubicBezTo>
                <a:cubicBezTo>
                  <a:pt x="5144" y="549"/>
                  <a:pt x="5103" y="437"/>
                  <a:pt x="5013" y="393"/>
                </a:cubicBezTo>
                <a:lnTo>
                  <a:pt x="4860" y="314"/>
                </a:lnTo>
                <a:cubicBezTo>
                  <a:pt x="4835" y="302"/>
                  <a:pt x="4808" y="297"/>
                  <a:pt x="4781" y="297"/>
                </a:cubicBezTo>
                <a:close/>
                <a:moveTo>
                  <a:pt x="3606" y="298"/>
                </a:moveTo>
                <a:cubicBezTo>
                  <a:pt x="3579" y="298"/>
                  <a:pt x="3550" y="304"/>
                  <a:pt x="3524" y="317"/>
                </a:cubicBezTo>
                <a:lnTo>
                  <a:pt x="3362" y="399"/>
                </a:lnTo>
                <a:cubicBezTo>
                  <a:pt x="3273" y="443"/>
                  <a:pt x="3237" y="552"/>
                  <a:pt x="3282" y="641"/>
                </a:cubicBezTo>
                <a:cubicBezTo>
                  <a:pt x="3314" y="703"/>
                  <a:pt x="3375" y="740"/>
                  <a:pt x="3440" y="740"/>
                </a:cubicBezTo>
                <a:cubicBezTo>
                  <a:pt x="3441" y="740"/>
                  <a:pt x="3443" y="740"/>
                  <a:pt x="3444" y="740"/>
                </a:cubicBezTo>
                <a:cubicBezTo>
                  <a:pt x="3472" y="740"/>
                  <a:pt x="3500" y="734"/>
                  <a:pt x="3526" y="721"/>
                </a:cubicBezTo>
                <a:lnTo>
                  <a:pt x="3687" y="639"/>
                </a:lnTo>
                <a:cubicBezTo>
                  <a:pt x="3776" y="595"/>
                  <a:pt x="3812" y="485"/>
                  <a:pt x="3768" y="396"/>
                </a:cubicBezTo>
                <a:cubicBezTo>
                  <a:pt x="3736" y="333"/>
                  <a:pt x="3672" y="298"/>
                  <a:pt x="3606" y="298"/>
                </a:cubicBezTo>
                <a:close/>
                <a:moveTo>
                  <a:pt x="2937" y="635"/>
                </a:moveTo>
                <a:cubicBezTo>
                  <a:pt x="2910" y="635"/>
                  <a:pt x="2882" y="641"/>
                  <a:pt x="2856" y="654"/>
                </a:cubicBezTo>
                <a:lnTo>
                  <a:pt x="2694" y="736"/>
                </a:lnTo>
                <a:cubicBezTo>
                  <a:pt x="2605" y="780"/>
                  <a:pt x="2569" y="890"/>
                  <a:pt x="2614" y="979"/>
                </a:cubicBezTo>
                <a:cubicBezTo>
                  <a:pt x="2646" y="1041"/>
                  <a:pt x="2706" y="1077"/>
                  <a:pt x="2772" y="1077"/>
                </a:cubicBezTo>
                <a:cubicBezTo>
                  <a:pt x="2773" y="1077"/>
                  <a:pt x="2774" y="1077"/>
                  <a:pt x="2776" y="1077"/>
                </a:cubicBezTo>
                <a:cubicBezTo>
                  <a:pt x="2804" y="1077"/>
                  <a:pt x="2832" y="1071"/>
                  <a:pt x="2857" y="1060"/>
                </a:cubicBezTo>
                <a:lnTo>
                  <a:pt x="3019" y="978"/>
                </a:lnTo>
                <a:cubicBezTo>
                  <a:pt x="3108" y="933"/>
                  <a:pt x="3144" y="823"/>
                  <a:pt x="3099" y="734"/>
                </a:cubicBezTo>
                <a:cubicBezTo>
                  <a:pt x="3068" y="671"/>
                  <a:pt x="3003" y="635"/>
                  <a:pt x="2937" y="635"/>
                </a:cubicBezTo>
                <a:close/>
                <a:moveTo>
                  <a:pt x="5447" y="635"/>
                </a:moveTo>
                <a:cubicBezTo>
                  <a:pt x="5381" y="635"/>
                  <a:pt x="5317" y="671"/>
                  <a:pt x="5285" y="734"/>
                </a:cubicBezTo>
                <a:cubicBezTo>
                  <a:pt x="5241" y="823"/>
                  <a:pt x="5276" y="930"/>
                  <a:pt x="5365" y="979"/>
                </a:cubicBezTo>
                <a:lnTo>
                  <a:pt x="5526" y="1061"/>
                </a:lnTo>
                <a:cubicBezTo>
                  <a:pt x="5552" y="1073"/>
                  <a:pt x="5581" y="1079"/>
                  <a:pt x="5607" y="1079"/>
                </a:cubicBezTo>
                <a:cubicBezTo>
                  <a:pt x="5673" y="1079"/>
                  <a:pt x="5738" y="1042"/>
                  <a:pt x="5769" y="979"/>
                </a:cubicBezTo>
                <a:cubicBezTo>
                  <a:pt x="5814" y="890"/>
                  <a:pt x="5780" y="780"/>
                  <a:pt x="5691" y="736"/>
                </a:cubicBezTo>
                <a:lnTo>
                  <a:pt x="5529" y="654"/>
                </a:lnTo>
                <a:cubicBezTo>
                  <a:pt x="5503" y="641"/>
                  <a:pt x="5475" y="635"/>
                  <a:pt x="5447" y="635"/>
                </a:cubicBezTo>
                <a:close/>
                <a:moveTo>
                  <a:pt x="2270" y="973"/>
                </a:moveTo>
                <a:cubicBezTo>
                  <a:pt x="2242" y="973"/>
                  <a:pt x="2214" y="980"/>
                  <a:pt x="2188" y="993"/>
                </a:cubicBezTo>
                <a:lnTo>
                  <a:pt x="2026" y="1074"/>
                </a:lnTo>
                <a:cubicBezTo>
                  <a:pt x="1937" y="1119"/>
                  <a:pt x="1901" y="1227"/>
                  <a:pt x="1946" y="1316"/>
                </a:cubicBezTo>
                <a:cubicBezTo>
                  <a:pt x="1978" y="1379"/>
                  <a:pt x="2038" y="1416"/>
                  <a:pt x="2104" y="1416"/>
                </a:cubicBezTo>
                <a:cubicBezTo>
                  <a:pt x="2105" y="1416"/>
                  <a:pt x="2106" y="1416"/>
                  <a:pt x="2107" y="1416"/>
                </a:cubicBezTo>
                <a:cubicBezTo>
                  <a:pt x="2136" y="1416"/>
                  <a:pt x="2164" y="1410"/>
                  <a:pt x="2189" y="1397"/>
                </a:cubicBezTo>
                <a:lnTo>
                  <a:pt x="2351" y="1315"/>
                </a:lnTo>
                <a:cubicBezTo>
                  <a:pt x="2440" y="1270"/>
                  <a:pt x="2476" y="1161"/>
                  <a:pt x="2431" y="1071"/>
                </a:cubicBezTo>
                <a:cubicBezTo>
                  <a:pt x="2400" y="1009"/>
                  <a:pt x="2336" y="973"/>
                  <a:pt x="2270" y="973"/>
                </a:cubicBezTo>
                <a:close/>
                <a:moveTo>
                  <a:pt x="6116" y="973"/>
                </a:moveTo>
                <a:cubicBezTo>
                  <a:pt x="6050" y="973"/>
                  <a:pt x="5986" y="1009"/>
                  <a:pt x="5955" y="1071"/>
                </a:cubicBezTo>
                <a:cubicBezTo>
                  <a:pt x="5909" y="1161"/>
                  <a:pt x="5946" y="1269"/>
                  <a:pt x="6034" y="1316"/>
                </a:cubicBezTo>
                <a:lnTo>
                  <a:pt x="6197" y="1398"/>
                </a:lnTo>
                <a:cubicBezTo>
                  <a:pt x="6222" y="1411"/>
                  <a:pt x="6250" y="1417"/>
                  <a:pt x="6279" y="1417"/>
                </a:cubicBezTo>
                <a:cubicBezTo>
                  <a:pt x="6342" y="1417"/>
                  <a:pt x="6408" y="1380"/>
                  <a:pt x="6440" y="1316"/>
                </a:cubicBezTo>
                <a:cubicBezTo>
                  <a:pt x="6486" y="1227"/>
                  <a:pt x="6449" y="1117"/>
                  <a:pt x="6360" y="1073"/>
                </a:cubicBezTo>
                <a:lnTo>
                  <a:pt x="6198" y="993"/>
                </a:lnTo>
                <a:cubicBezTo>
                  <a:pt x="6172" y="980"/>
                  <a:pt x="6144" y="973"/>
                  <a:pt x="6116" y="973"/>
                </a:cubicBezTo>
                <a:close/>
                <a:moveTo>
                  <a:pt x="1601" y="1311"/>
                </a:moveTo>
                <a:cubicBezTo>
                  <a:pt x="1573" y="1311"/>
                  <a:pt x="1545" y="1317"/>
                  <a:pt x="1519" y="1330"/>
                </a:cubicBezTo>
                <a:lnTo>
                  <a:pt x="1357" y="1411"/>
                </a:lnTo>
                <a:cubicBezTo>
                  <a:pt x="1268" y="1456"/>
                  <a:pt x="1233" y="1566"/>
                  <a:pt x="1277" y="1655"/>
                </a:cubicBezTo>
                <a:cubicBezTo>
                  <a:pt x="1309" y="1716"/>
                  <a:pt x="1370" y="1753"/>
                  <a:pt x="1435" y="1753"/>
                </a:cubicBezTo>
                <a:cubicBezTo>
                  <a:pt x="1437" y="1753"/>
                  <a:pt x="1438" y="1753"/>
                  <a:pt x="1439" y="1753"/>
                </a:cubicBezTo>
                <a:cubicBezTo>
                  <a:pt x="1467" y="1753"/>
                  <a:pt x="1496" y="1747"/>
                  <a:pt x="1521" y="1735"/>
                </a:cubicBezTo>
                <a:lnTo>
                  <a:pt x="1683" y="1654"/>
                </a:lnTo>
                <a:cubicBezTo>
                  <a:pt x="1772" y="1609"/>
                  <a:pt x="1807" y="1499"/>
                  <a:pt x="1763" y="1410"/>
                </a:cubicBezTo>
                <a:cubicBezTo>
                  <a:pt x="1731" y="1347"/>
                  <a:pt x="1667" y="1311"/>
                  <a:pt x="1601" y="1311"/>
                </a:cubicBezTo>
                <a:close/>
                <a:moveTo>
                  <a:pt x="6785" y="1311"/>
                </a:moveTo>
                <a:cubicBezTo>
                  <a:pt x="6719" y="1311"/>
                  <a:pt x="6655" y="1347"/>
                  <a:pt x="6623" y="1410"/>
                </a:cubicBezTo>
                <a:cubicBezTo>
                  <a:pt x="6579" y="1499"/>
                  <a:pt x="6614" y="1609"/>
                  <a:pt x="6703" y="1655"/>
                </a:cubicBezTo>
                <a:lnTo>
                  <a:pt x="6865" y="1737"/>
                </a:lnTo>
                <a:cubicBezTo>
                  <a:pt x="6890" y="1750"/>
                  <a:pt x="6919" y="1754"/>
                  <a:pt x="6947" y="1754"/>
                </a:cubicBezTo>
                <a:cubicBezTo>
                  <a:pt x="7012" y="1754"/>
                  <a:pt x="7076" y="1717"/>
                  <a:pt x="7109" y="1655"/>
                </a:cubicBezTo>
                <a:cubicBezTo>
                  <a:pt x="7153" y="1566"/>
                  <a:pt x="7118" y="1456"/>
                  <a:pt x="7028" y="1411"/>
                </a:cubicBezTo>
                <a:lnTo>
                  <a:pt x="6867" y="1330"/>
                </a:lnTo>
                <a:cubicBezTo>
                  <a:pt x="6841" y="1317"/>
                  <a:pt x="6813" y="1311"/>
                  <a:pt x="6785" y="1311"/>
                </a:cubicBezTo>
                <a:close/>
                <a:moveTo>
                  <a:pt x="932" y="1649"/>
                </a:moveTo>
                <a:cubicBezTo>
                  <a:pt x="904" y="1649"/>
                  <a:pt x="876" y="1655"/>
                  <a:pt x="850" y="1668"/>
                </a:cubicBezTo>
                <a:lnTo>
                  <a:pt x="688" y="1750"/>
                </a:lnTo>
                <a:cubicBezTo>
                  <a:pt x="599" y="1795"/>
                  <a:pt x="563" y="1903"/>
                  <a:pt x="608" y="1992"/>
                </a:cubicBezTo>
                <a:cubicBezTo>
                  <a:pt x="642" y="2056"/>
                  <a:pt x="704" y="2092"/>
                  <a:pt x="769" y="2092"/>
                </a:cubicBezTo>
                <a:cubicBezTo>
                  <a:pt x="798" y="2092"/>
                  <a:pt x="824" y="2086"/>
                  <a:pt x="851" y="2072"/>
                </a:cubicBezTo>
                <a:lnTo>
                  <a:pt x="1013" y="1991"/>
                </a:lnTo>
                <a:cubicBezTo>
                  <a:pt x="1102" y="1946"/>
                  <a:pt x="1136" y="1836"/>
                  <a:pt x="1092" y="1747"/>
                </a:cubicBezTo>
                <a:cubicBezTo>
                  <a:pt x="1060" y="1684"/>
                  <a:pt x="997" y="1649"/>
                  <a:pt x="932" y="1649"/>
                </a:cubicBezTo>
                <a:close/>
                <a:moveTo>
                  <a:pt x="7454" y="1649"/>
                </a:moveTo>
                <a:cubicBezTo>
                  <a:pt x="7389" y="1649"/>
                  <a:pt x="7326" y="1684"/>
                  <a:pt x="7294" y="1747"/>
                </a:cubicBezTo>
                <a:cubicBezTo>
                  <a:pt x="7247" y="1836"/>
                  <a:pt x="7282" y="1946"/>
                  <a:pt x="7373" y="1992"/>
                </a:cubicBezTo>
                <a:lnTo>
                  <a:pt x="7535" y="2074"/>
                </a:lnTo>
                <a:cubicBezTo>
                  <a:pt x="7562" y="2087"/>
                  <a:pt x="7588" y="2093"/>
                  <a:pt x="7617" y="2093"/>
                </a:cubicBezTo>
                <a:cubicBezTo>
                  <a:pt x="7682" y="2093"/>
                  <a:pt x="7747" y="2056"/>
                  <a:pt x="7778" y="1992"/>
                </a:cubicBezTo>
                <a:cubicBezTo>
                  <a:pt x="7823" y="1903"/>
                  <a:pt x="7787" y="1793"/>
                  <a:pt x="7698" y="1750"/>
                </a:cubicBezTo>
                <a:lnTo>
                  <a:pt x="7536" y="1668"/>
                </a:lnTo>
                <a:cubicBezTo>
                  <a:pt x="7510" y="1655"/>
                  <a:pt x="7482" y="1649"/>
                  <a:pt x="7454" y="1649"/>
                </a:cubicBezTo>
                <a:close/>
                <a:moveTo>
                  <a:pt x="8122" y="1986"/>
                </a:moveTo>
                <a:cubicBezTo>
                  <a:pt x="8055" y="1986"/>
                  <a:pt x="7991" y="2023"/>
                  <a:pt x="7960" y="2086"/>
                </a:cubicBezTo>
                <a:cubicBezTo>
                  <a:pt x="7942" y="2124"/>
                  <a:pt x="7936" y="2167"/>
                  <a:pt x="7945" y="2206"/>
                </a:cubicBezTo>
                <a:cubicBezTo>
                  <a:pt x="7936" y="2247"/>
                  <a:pt x="7940" y="2289"/>
                  <a:pt x="7958" y="2332"/>
                </a:cubicBezTo>
                <a:cubicBezTo>
                  <a:pt x="7985" y="2384"/>
                  <a:pt x="8031" y="2415"/>
                  <a:pt x="8083" y="2427"/>
                </a:cubicBezTo>
                <a:cubicBezTo>
                  <a:pt x="8114" y="2457"/>
                  <a:pt x="8157" y="2475"/>
                  <a:pt x="8203" y="2475"/>
                </a:cubicBezTo>
                <a:cubicBezTo>
                  <a:pt x="8304" y="2475"/>
                  <a:pt x="8386" y="2393"/>
                  <a:pt x="8386" y="2294"/>
                </a:cubicBezTo>
                <a:lnTo>
                  <a:pt x="8386" y="2203"/>
                </a:lnTo>
                <a:cubicBezTo>
                  <a:pt x="8386" y="2118"/>
                  <a:pt x="8328" y="2050"/>
                  <a:pt x="8249" y="2029"/>
                </a:cubicBezTo>
                <a:lnTo>
                  <a:pt x="8203" y="2005"/>
                </a:lnTo>
                <a:cubicBezTo>
                  <a:pt x="8177" y="1992"/>
                  <a:pt x="8149" y="1986"/>
                  <a:pt x="8122" y="1986"/>
                </a:cubicBezTo>
                <a:close/>
                <a:moveTo>
                  <a:pt x="267" y="1983"/>
                </a:moveTo>
                <a:cubicBezTo>
                  <a:pt x="239" y="1983"/>
                  <a:pt x="211" y="1989"/>
                  <a:pt x="184" y="2002"/>
                </a:cubicBezTo>
                <a:lnTo>
                  <a:pt x="103" y="2043"/>
                </a:lnTo>
                <a:cubicBezTo>
                  <a:pt x="98" y="2044"/>
                  <a:pt x="97" y="2047"/>
                  <a:pt x="95" y="2048"/>
                </a:cubicBezTo>
                <a:cubicBezTo>
                  <a:pt x="95" y="2049"/>
                  <a:pt x="94" y="2049"/>
                  <a:pt x="93" y="2049"/>
                </a:cubicBezTo>
                <a:cubicBezTo>
                  <a:pt x="92" y="2049"/>
                  <a:pt x="91" y="2049"/>
                  <a:pt x="89" y="2050"/>
                </a:cubicBezTo>
                <a:cubicBezTo>
                  <a:pt x="86" y="2054"/>
                  <a:pt x="82" y="2059"/>
                  <a:pt x="79" y="2063"/>
                </a:cubicBezTo>
                <a:cubicBezTo>
                  <a:pt x="61" y="2077"/>
                  <a:pt x="46" y="2092"/>
                  <a:pt x="36" y="2108"/>
                </a:cubicBezTo>
                <a:cubicBezTo>
                  <a:pt x="30" y="2115"/>
                  <a:pt x="27" y="2123"/>
                  <a:pt x="23" y="2130"/>
                </a:cubicBezTo>
                <a:cubicBezTo>
                  <a:pt x="14" y="2148"/>
                  <a:pt x="8" y="2169"/>
                  <a:pt x="6" y="2191"/>
                </a:cubicBezTo>
                <a:cubicBezTo>
                  <a:pt x="6" y="2197"/>
                  <a:pt x="3" y="2200"/>
                  <a:pt x="3" y="2206"/>
                </a:cubicBezTo>
                <a:lnTo>
                  <a:pt x="3" y="2296"/>
                </a:lnTo>
                <a:cubicBezTo>
                  <a:pt x="3" y="2397"/>
                  <a:pt x="81" y="2478"/>
                  <a:pt x="182" y="2478"/>
                </a:cubicBezTo>
                <a:cubicBezTo>
                  <a:pt x="183" y="2478"/>
                  <a:pt x="183" y="2478"/>
                  <a:pt x="184" y="2478"/>
                </a:cubicBezTo>
                <a:cubicBezTo>
                  <a:pt x="236" y="2478"/>
                  <a:pt x="282" y="2455"/>
                  <a:pt x="317" y="2420"/>
                </a:cubicBezTo>
                <a:cubicBezTo>
                  <a:pt x="363" y="2405"/>
                  <a:pt x="403" y="2374"/>
                  <a:pt x="428" y="2326"/>
                </a:cubicBezTo>
                <a:cubicBezTo>
                  <a:pt x="447" y="2288"/>
                  <a:pt x="450" y="2245"/>
                  <a:pt x="440" y="2204"/>
                </a:cubicBezTo>
                <a:cubicBezTo>
                  <a:pt x="450" y="2166"/>
                  <a:pt x="449" y="2121"/>
                  <a:pt x="428" y="2081"/>
                </a:cubicBezTo>
                <a:cubicBezTo>
                  <a:pt x="397" y="2018"/>
                  <a:pt x="333" y="1983"/>
                  <a:pt x="267" y="1983"/>
                </a:cubicBezTo>
                <a:close/>
                <a:moveTo>
                  <a:pt x="770" y="2322"/>
                </a:moveTo>
                <a:cubicBezTo>
                  <a:pt x="703" y="2322"/>
                  <a:pt x="639" y="2358"/>
                  <a:pt x="608" y="2421"/>
                </a:cubicBezTo>
                <a:cubicBezTo>
                  <a:pt x="563" y="2512"/>
                  <a:pt x="599" y="2620"/>
                  <a:pt x="688" y="2666"/>
                </a:cubicBezTo>
                <a:lnTo>
                  <a:pt x="850" y="2748"/>
                </a:lnTo>
                <a:cubicBezTo>
                  <a:pt x="875" y="2761"/>
                  <a:pt x="903" y="2767"/>
                  <a:pt x="931" y="2767"/>
                </a:cubicBezTo>
                <a:cubicBezTo>
                  <a:pt x="995" y="2767"/>
                  <a:pt x="1061" y="2730"/>
                  <a:pt x="1092" y="2666"/>
                </a:cubicBezTo>
                <a:cubicBezTo>
                  <a:pt x="1136" y="2577"/>
                  <a:pt x="1102" y="2467"/>
                  <a:pt x="1013" y="2423"/>
                </a:cubicBezTo>
                <a:lnTo>
                  <a:pt x="851" y="2341"/>
                </a:lnTo>
                <a:cubicBezTo>
                  <a:pt x="825" y="2328"/>
                  <a:pt x="797" y="2322"/>
                  <a:pt x="770" y="2322"/>
                </a:cubicBezTo>
                <a:close/>
                <a:moveTo>
                  <a:pt x="7616" y="2325"/>
                </a:moveTo>
                <a:cubicBezTo>
                  <a:pt x="7588" y="2325"/>
                  <a:pt x="7560" y="2331"/>
                  <a:pt x="7533" y="2344"/>
                </a:cubicBezTo>
                <a:lnTo>
                  <a:pt x="7371" y="2424"/>
                </a:lnTo>
                <a:cubicBezTo>
                  <a:pt x="7282" y="2470"/>
                  <a:pt x="7247" y="2579"/>
                  <a:pt x="7291" y="2668"/>
                </a:cubicBezTo>
                <a:cubicBezTo>
                  <a:pt x="7324" y="2732"/>
                  <a:pt x="7388" y="2767"/>
                  <a:pt x="7453" y="2767"/>
                </a:cubicBezTo>
                <a:cubicBezTo>
                  <a:pt x="7481" y="2767"/>
                  <a:pt x="7510" y="2761"/>
                  <a:pt x="7535" y="2748"/>
                </a:cubicBezTo>
                <a:lnTo>
                  <a:pt x="7697" y="2666"/>
                </a:lnTo>
                <a:cubicBezTo>
                  <a:pt x="7786" y="2622"/>
                  <a:pt x="7821" y="2512"/>
                  <a:pt x="7777" y="2423"/>
                </a:cubicBezTo>
                <a:cubicBezTo>
                  <a:pt x="7746" y="2360"/>
                  <a:pt x="7682" y="2325"/>
                  <a:pt x="7616" y="2325"/>
                </a:cubicBezTo>
                <a:close/>
                <a:moveTo>
                  <a:pt x="4195" y="2617"/>
                </a:moveTo>
                <a:cubicBezTo>
                  <a:pt x="4177" y="2617"/>
                  <a:pt x="4160" y="2621"/>
                  <a:pt x="4143" y="2629"/>
                </a:cubicBezTo>
                <a:lnTo>
                  <a:pt x="4073" y="2665"/>
                </a:lnTo>
                <a:cubicBezTo>
                  <a:pt x="4017" y="2693"/>
                  <a:pt x="3995" y="2761"/>
                  <a:pt x="4023" y="2816"/>
                </a:cubicBezTo>
                <a:cubicBezTo>
                  <a:pt x="4042" y="2856"/>
                  <a:pt x="4082" y="2879"/>
                  <a:pt x="4124" y="2879"/>
                </a:cubicBezTo>
                <a:cubicBezTo>
                  <a:pt x="4142" y="2879"/>
                  <a:pt x="4158" y="2873"/>
                  <a:pt x="4176" y="2865"/>
                </a:cubicBezTo>
                <a:lnTo>
                  <a:pt x="4194" y="2856"/>
                </a:lnTo>
                <a:lnTo>
                  <a:pt x="4213" y="2865"/>
                </a:lnTo>
                <a:cubicBezTo>
                  <a:pt x="4229" y="2873"/>
                  <a:pt x="4246" y="2877"/>
                  <a:pt x="4263" y="2877"/>
                </a:cubicBezTo>
                <a:cubicBezTo>
                  <a:pt x="4305" y="2877"/>
                  <a:pt x="4345" y="2855"/>
                  <a:pt x="4364" y="2815"/>
                </a:cubicBezTo>
                <a:cubicBezTo>
                  <a:pt x="4393" y="2760"/>
                  <a:pt x="4370" y="2690"/>
                  <a:pt x="4315" y="2665"/>
                </a:cubicBezTo>
                <a:lnTo>
                  <a:pt x="4246" y="2629"/>
                </a:lnTo>
                <a:cubicBezTo>
                  <a:pt x="4230" y="2621"/>
                  <a:pt x="4213" y="2617"/>
                  <a:pt x="4195" y="2617"/>
                </a:cubicBezTo>
                <a:close/>
                <a:moveTo>
                  <a:pt x="3742" y="2845"/>
                </a:moveTo>
                <a:cubicBezTo>
                  <a:pt x="3724" y="2845"/>
                  <a:pt x="3706" y="2849"/>
                  <a:pt x="3689" y="2858"/>
                </a:cubicBezTo>
                <a:lnTo>
                  <a:pt x="3540" y="2934"/>
                </a:lnTo>
                <a:cubicBezTo>
                  <a:pt x="3485" y="2962"/>
                  <a:pt x="3463" y="3030"/>
                  <a:pt x="3490" y="3086"/>
                </a:cubicBezTo>
                <a:cubicBezTo>
                  <a:pt x="3511" y="3125"/>
                  <a:pt x="3552" y="3147"/>
                  <a:pt x="3592" y="3147"/>
                </a:cubicBezTo>
                <a:cubicBezTo>
                  <a:pt x="3609" y="3147"/>
                  <a:pt x="3626" y="3141"/>
                  <a:pt x="3643" y="3134"/>
                </a:cubicBezTo>
                <a:lnTo>
                  <a:pt x="3791" y="3058"/>
                </a:lnTo>
                <a:cubicBezTo>
                  <a:pt x="3846" y="3030"/>
                  <a:pt x="3869" y="2962"/>
                  <a:pt x="3842" y="2905"/>
                </a:cubicBezTo>
                <a:cubicBezTo>
                  <a:pt x="3822" y="2867"/>
                  <a:pt x="3783" y="2845"/>
                  <a:pt x="3742" y="2845"/>
                </a:cubicBezTo>
                <a:close/>
                <a:moveTo>
                  <a:pt x="4648" y="2845"/>
                </a:moveTo>
                <a:cubicBezTo>
                  <a:pt x="4606" y="2845"/>
                  <a:pt x="4566" y="2868"/>
                  <a:pt x="4547" y="2908"/>
                </a:cubicBezTo>
                <a:cubicBezTo>
                  <a:pt x="4519" y="2963"/>
                  <a:pt x="4541" y="3030"/>
                  <a:pt x="4596" y="3060"/>
                </a:cubicBezTo>
                <a:lnTo>
                  <a:pt x="4745" y="3134"/>
                </a:lnTo>
                <a:cubicBezTo>
                  <a:pt x="4762" y="3143"/>
                  <a:pt x="4780" y="3147"/>
                  <a:pt x="4797" y="3147"/>
                </a:cubicBezTo>
                <a:cubicBezTo>
                  <a:pt x="4838" y="3147"/>
                  <a:pt x="4877" y="3125"/>
                  <a:pt x="4898" y="3086"/>
                </a:cubicBezTo>
                <a:cubicBezTo>
                  <a:pt x="4926" y="3030"/>
                  <a:pt x="4904" y="2962"/>
                  <a:pt x="4847" y="2934"/>
                </a:cubicBezTo>
                <a:lnTo>
                  <a:pt x="4699" y="2858"/>
                </a:lnTo>
                <a:cubicBezTo>
                  <a:pt x="4682" y="2849"/>
                  <a:pt x="4665" y="2845"/>
                  <a:pt x="4648" y="2845"/>
                </a:cubicBezTo>
                <a:close/>
                <a:moveTo>
                  <a:pt x="8205" y="2694"/>
                </a:moveTo>
                <a:cubicBezTo>
                  <a:pt x="8105" y="2694"/>
                  <a:pt x="8023" y="2776"/>
                  <a:pt x="8023" y="2876"/>
                </a:cubicBezTo>
                <a:lnTo>
                  <a:pt x="8023" y="3064"/>
                </a:lnTo>
                <a:cubicBezTo>
                  <a:pt x="8023" y="3164"/>
                  <a:pt x="8105" y="3245"/>
                  <a:pt x="8205" y="3245"/>
                </a:cubicBezTo>
                <a:cubicBezTo>
                  <a:pt x="8306" y="3245"/>
                  <a:pt x="8387" y="3164"/>
                  <a:pt x="8387" y="3064"/>
                </a:cubicBezTo>
                <a:lnTo>
                  <a:pt x="8387" y="2876"/>
                </a:lnTo>
                <a:cubicBezTo>
                  <a:pt x="8387" y="2776"/>
                  <a:pt x="8306" y="2694"/>
                  <a:pt x="8205" y="2694"/>
                </a:cubicBezTo>
                <a:close/>
                <a:moveTo>
                  <a:pt x="184" y="2702"/>
                </a:moveTo>
                <a:cubicBezTo>
                  <a:pt x="83" y="2702"/>
                  <a:pt x="3" y="2784"/>
                  <a:pt x="3" y="2883"/>
                </a:cubicBezTo>
                <a:lnTo>
                  <a:pt x="3" y="3072"/>
                </a:lnTo>
                <a:cubicBezTo>
                  <a:pt x="3" y="3171"/>
                  <a:pt x="83" y="3253"/>
                  <a:pt x="184" y="3253"/>
                </a:cubicBezTo>
                <a:cubicBezTo>
                  <a:pt x="285" y="3253"/>
                  <a:pt x="367" y="3171"/>
                  <a:pt x="367" y="3072"/>
                </a:cubicBezTo>
                <a:lnTo>
                  <a:pt x="367" y="2883"/>
                </a:lnTo>
                <a:cubicBezTo>
                  <a:pt x="367" y="2784"/>
                  <a:pt x="285" y="2702"/>
                  <a:pt x="184" y="2702"/>
                </a:cubicBezTo>
                <a:close/>
                <a:moveTo>
                  <a:pt x="3932" y="1866"/>
                </a:moveTo>
                <a:lnTo>
                  <a:pt x="3932" y="2133"/>
                </a:lnTo>
                <a:cubicBezTo>
                  <a:pt x="3932" y="2289"/>
                  <a:pt x="4059" y="2418"/>
                  <a:pt x="4216" y="2418"/>
                </a:cubicBezTo>
                <a:cubicBezTo>
                  <a:pt x="4373" y="2418"/>
                  <a:pt x="4500" y="2292"/>
                  <a:pt x="4500" y="2133"/>
                </a:cubicBezTo>
                <a:lnTo>
                  <a:pt x="4500" y="1891"/>
                </a:lnTo>
                <a:lnTo>
                  <a:pt x="6353" y="2827"/>
                </a:lnTo>
                <a:lnTo>
                  <a:pt x="5438" y="3287"/>
                </a:lnTo>
                <a:cubicBezTo>
                  <a:pt x="5432" y="3251"/>
                  <a:pt x="5413" y="3217"/>
                  <a:pt x="5377" y="3199"/>
                </a:cubicBezTo>
                <a:lnTo>
                  <a:pt x="5229" y="3124"/>
                </a:lnTo>
                <a:cubicBezTo>
                  <a:pt x="5213" y="3115"/>
                  <a:pt x="5195" y="3111"/>
                  <a:pt x="5178" y="3111"/>
                </a:cubicBezTo>
                <a:cubicBezTo>
                  <a:pt x="5137" y="3111"/>
                  <a:pt x="5097" y="3134"/>
                  <a:pt x="5077" y="3173"/>
                </a:cubicBezTo>
                <a:cubicBezTo>
                  <a:pt x="5049" y="3229"/>
                  <a:pt x="5071" y="3297"/>
                  <a:pt x="5128" y="3326"/>
                </a:cubicBezTo>
                <a:lnTo>
                  <a:pt x="5242" y="3383"/>
                </a:lnTo>
                <a:lnTo>
                  <a:pt x="4194" y="3914"/>
                </a:lnTo>
                <a:lnTo>
                  <a:pt x="3145" y="3383"/>
                </a:lnTo>
                <a:lnTo>
                  <a:pt x="3263" y="3324"/>
                </a:lnTo>
                <a:cubicBezTo>
                  <a:pt x="3318" y="3296"/>
                  <a:pt x="3340" y="3228"/>
                  <a:pt x="3312" y="3171"/>
                </a:cubicBezTo>
                <a:cubicBezTo>
                  <a:pt x="3293" y="3132"/>
                  <a:pt x="3252" y="3109"/>
                  <a:pt x="3210" y="3109"/>
                </a:cubicBezTo>
                <a:cubicBezTo>
                  <a:pt x="3193" y="3109"/>
                  <a:pt x="3176" y="3113"/>
                  <a:pt x="3160" y="3121"/>
                </a:cubicBezTo>
                <a:lnTo>
                  <a:pt x="3012" y="3195"/>
                </a:lnTo>
                <a:cubicBezTo>
                  <a:pt x="2976" y="3214"/>
                  <a:pt x="2955" y="3247"/>
                  <a:pt x="2952" y="3282"/>
                </a:cubicBezTo>
                <a:lnTo>
                  <a:pt x="2041" y="2822"/>
                </a:lnTo>
                <a:lnTo>
                  <a:pt x="3932" y="1866"/>
                </a:lnTo>
                <a:close/>
                <a:moveTo>
                  <a:pt x="8205" y="3468"/>
                </a:moveTo>
                <a:cubicBezTo>
                  <a:pt x="8105" y="3468"/>
                  <a:pt x="8023" y="3550"/>
                  <a:pt x="8023" y="3649"/>
                </a:cubicBezTo>
                <a:lnTo>
                  <a:pt x="8023" y="3838"/>
                </a:lnTo>
                <a:cubicBezTo>
                  <a:pt x="8023" y="3937"/>
                  <a:pt x="8105" y="4019"/>
                  <a:pt x="8205" y="4019"/>
                </a:cubicBezTo>
                <a:cubicBezTo>
                  <a:pt x="8306" y="4019"/>
                  <a:pt x="8387" y="3937"/>
                  <a:pt x="8387" y="3838"/>
                </a:cubicBezTo>
                <a:lnTo>
                  <a:pt x="8387" y="3649"/>
                </a:lnTo>
                <a:cubicBezTo>
                  <a:pt x="8387" y="3550"/>
                  <a:pt x="8306" y="3468"/>
                  <a:pt x="8205" y="3468"/>
                </a:cubicBezTo>
                <a:close/>
                <a:moveTo>
                  <a:pt x="184" y="3474"/>
                </a:moveTo>
                <a:cubicBezTo>
                  <a:pt x="83" y="3474"/>
                  <a:pt x="3" y="3556"/>
                  <a:pt x="3" y="3655"/>
                </a:cubicBezTo>
                <a:lnTo>
                  <a:pt x="3" y="3844"/>
                </a:lnTo>
                <a:cubicBezTo>
                  <a:pt x="3" y="3943"/>
                  <a:pt x="83" y="4025"/>
                  <a:pt x="184" y="4025"/>
                </a:cubicBezTo>
                <a:cubicBezTo>
                  <a:pt x="285" y="4025"/>
                  <a:pt x="367" y="3943"/>
                  <a:pt x="367" y="3844"/>
                </a:cubicBezTo>
                <a:lnTo>
                  <a:pt x="367" y="3655"/>
                </a:lnTo>
                <a:cubicBezTo>
                  <a:pt x="367" y="3556"/>
                  <a:pt x="285" y="3474"/>
                  <a:pt x="184" y="3474"/>
                </a:cubicBezTo>
                <a:close/>
                <a:moveTo>
                  <a:pt x="2611" y="3937"/>
                </a:moveTo>
                <a:cubicBezTo>
                  <a:pt x="2547" y="3937"/>
                  <a:pt x="2498" y="3988"/>
                  <a:pt x="2498" y="4052"/>
                </a:cubicBezTo>
                <a:lnTo>
                  <a:pt x="2498" y="4224"/>
                </a:lnTo>
                <a:cubicBezTo>
                  <a:pt x="2498" y="4286"/>
                  <a:pt x="2547" y="4337"/>
                  <a:pt x="2611" y="4337"/>
                </a:cubicBezTo>
                <a:cubicBezTo>
                  <a:pt x="2673" y="4337"/>
                  <a:pt x="2724" y="4286"/>
                  <a:pt x="2724" y="4224"/>
                </a:cubicBezTo>
                <a:lnTo>
                  <a:pt x="2724" y="4052"/>
                </a:lnTo>
                <a:cubicBezTo>
                  <a:pt x="2724" y="3988"/>
                  <a:pt x="2673" y="3937"/>
                  <a:pt x="2611" y="3937"/>
                </a:cubicBezTo>
                <a:close/>
                <a:moveTo>
                  <a:pt x="5783" y="3937"/>
                </a:moveTo>
                <a:cubicBezTo>
                  <a:pt x="5720" y="3937"/>
                  <a:pt x="5670" y="3988"/>
                  <a:pt x="5670" y="4052"/>
                </a:cubicBezTo>
                <a:lnTo>
                  <a:pt x="5670" y="4224"/>
                </a:lnTo>
                <a:cubicBezTo>
                  <a:pt x="5670" y="4286"/>
                  <a:pt x="5720" y="4337"/>
                  <a:pt x="5783" y="4337"/>
                </a:cubicBezTo>
                <a:cubicBezTo>
                  <a:pt x="5846" y="4337"/>
                  <a:pt x="5895" y="4286"/>
                  <a:pt x="5895" y="4224"/>
                </a:cubicBezTo>
                <a:lnTo>
                  <a:pt x="5895" y="4052"/>
                </a:lnTo>
                <a:cubicBezTo>
                  <a:pt x="5895" y="3989"/>
                  <a:pt x="5846" y="3937"/>
                  <a:pt x="5783" y="3937"/>
                </a:cubicBezTo>
                <a:close/>
                <a:moveTo>
                  <a:pt x="8205" y="4240"/>
                </a:moveTo>
                <a:cubicBezTo>
                  <a:pt x="8105" y="4240"/>
                  <a:pt x="8023" y="4322"/>
                  <a:pt x="8023" y="4423"/>
                </a:cubicBezTo>
                <a:lnTo>
                  <a:pt x="8023" y="4610"/>
                </a:lnTo>
                <a:cubicBezTo>
                  <a:pt x="8023" y="4710"/>
                  <a:pt x="8105" y="4791"/>
                  <a:pt x="8205" y="4791"/>
                </a:cubicBezTo>
                <a:cubicBezTo>
                  <a:pt x="8306" y="4791"/>
                  <a:pt x="8387" y="4710"/>
                  <a:pt x="8387" y="4610"/>
                </a:cubicBezTo>
                <a:lnTo>
                  <a:pt x="8387" y="4423"/>
                </a:lnTo>
                <a:cubicBezTo>
                  <a:pt x="8387" y="4322"/>
                  <a:pt x="8306" y="4240"/>
                  <a:pt x="8205" y="4240"/>
                </a:cubicBezTo>
                <a:close/>
                <a:moveTo>
                  <a:pt x="184" y="4246"/>
                </a:moveTo>
                <a:cubicBezTo>
                  <a:pt x="83" y="4246"/>
                  <a:pt x="3" y="4328"/>
                  <a:pt x="3" y="4427"/>
                </a:cubicBezTo>
                <a:lnTo>
                  <a:pt x="3" y="4616"/>
                </a:lnTo>
                <a:cubicBezTo>
                  <a:pt x="3" y="4715"/>
                  <a:pt x="83" y="4797"/>
                  <a:pt x="184" y="4797"/>
                </a:cubicBezTo>
                <a:cubicBezTo>
                  <a:pt x="285" y="4797"/>
                  <a:pt x="367" y="4715"/>
                  <a:pt x="367" y="4616"/>
                </a:cubicBezTo>
                <a:lnTo>
                  <a:pt x="367" y="4427"/>
                </a:lnTo>
                <a:cubicBezTo>
                  <a:pt x="367" y="4328"/>
                  <a:pt x="285" y="4246"/>
                  <a:pt x="184" y="4246"/>
                </a:cubicBezTo>
                <a:close/>
                <a:moveTo>
                  <a:pt x="2611" y="4554"/>
                </a:moveTo>
                <a:cubicBezTo>
                  <a:pt x="2547" y="4554"/>
                  <a:pt x="2498" y="4604"/>
                  <a:pt x="2498" y="4668"/>
                </a:cubicBezTo>
                <a:lnTo>
                  <a:pt x="2498" y="4840"/>
                </a:lnTo>
                <a:cubicBezTo>
                  <a:pt x="2498" y="4901"/>
                  <a:pt x="2547" y="4953"/>
                  <a:pt x="2611" y="4953"/>
                </a:cubicBezTo>
                <a:cubicBezTo>
                  <a:pt x="2673" y="4953"/>
                  <a:pt x="2724" y="4903"/>
                  <a:pt x="2724" y="4840"/>
                </a:cubicBezTo>
                <a:lnTo>
                  <a:pt x="2724" y="4668"/>
                </a:lnTo>
                <a:cubicBezTo>
                  <a:pt x="2724" y="4604"/>
                  <a:pt x="2673" y="4554"/>
                  <a:pt x="2611" y="4554"/>
                </a:cubicBezTo>
                <a:close/>
                <a:moveTo>
                  <a:pt x="5783" y="4554"/>
                </a:moveTo>
                <a:cubicBezTo>
                  <a:pt x="5720" y="4554"/>
                  <a:pt x="5670" y="4604"/>
                  <a:pt x="5670" y="4668"/>
                </a:cubicBezTo>
                <a:lnTo>
                  <a:pt x="5670" y="4840"/>
                </a:lnTo>
                <a:cubicBezTo>
                  <a:pt x="5670" y="4903"/>
                  <a:pt x="5720" y="4953"/>
                  <a:pt x="5783" y="4953"/>
                </a:cubicBezTo>
                <a:cubicBezTo>
                  <a:pt x="5846" y="4953"/>
                  <a:pt x="5895" y="4903"/>
                  <a:pt x="5895" y="4840"/>
                </a:cubicBezTo>
                <a:lnTo>
                  <a:pt x="5895" y="4668"/>
                </a:lnTo>
                <a:cubicBezTo>
                  <a:pt x="5895" y="4604"/>
                  <a:pt x="5846" y="4554"/>
                  <a:pt x="5783" y="4554"/>
                </a:cubicBezTo>
                <a:close/>
                <a:moveTo>
                  <a:pt x="2612" y="5168"/>
                </a:moveTo>
                <a:cubicBezTo>
                  <a:pt x="2550" y="5168"/>
                  <a:pt x="2499" y="5219"/>
                  <a:pt x="2499" y="5281"/>
                </a:cubicBezTo>
                <a:lnTo>
                  <a:pt x="2499" y="5361"/>
                </a:lnTo>
                <a:cubicBezTo>
                  <a:pt x="2499" y="5404"/>
                  <a:pt x="2522" y="5443"/>
                  <a:pt x="2560" y="5462"/>
                </a:cubicBezTo>
                <a:lnTo>
                  <a:pt x="2632" y="5497"/>
                </a:lnTo>
                <a:cubicBezTo>
                  <a:pt x="2646" y="5507"/>
                  <a:pt x="2664" y="5510"/>
                  <a:pt x="2681" y="5510"/>
                </a:cubicBezTo>
                <a:cubicBezTo>
                  <a:pt x="2724" y="5510"/>
                  <a:pt x="2762" y="5488"/>
                  <a:pt x="2783" y="5449"/>
                </a:cubicBezTo>
                <a:cubicBezTo>
                  <a:pt x="2811" y="5393"/>
                  <a:pt x="2789" y="5324"/>
                  <a:pt x="2736" y="5296"/>
                </a:cubicBezTo>
                <a:lnTo>
                  <a:pt x="2725" y="5281"/>
                </a:lnTo>
                <a:cubicBezTo>
                  <a:pt x="2725" y="5219"/>
                  <a:pt x="2676" y="5168"/>
                  <a:pt x="2612" y="5168"/>
                </a:cubicBezTo>
                <a:close/>
                <a:moveTo>
                  <a:pt x="5784" y="5168"/>
                </a:moveTo>
                <a:cubicBezTo>
                  <a:pt x="5722" y="5168"/>
                  <a:pt x="5671" y="5219"/>
                  <a:pt x="5671" y="5281"/>
                </a:cubicBezTo>
                <a:lnTo>
                  <a:pt x="5662" y="5296"/>
                </a:lnTo>
                <a:cubicBezTo>
                  <a:pt x="5606" y="5324"/>
                  <a:pt x="5584" y="5393"/>
                  <a:pt x="5612" y="5449"/>
                </a:cubicBezTo>
                <a:cubicBezTo>
                  <a:pt x="5633" y="5488"/>
                  <a:pt x="5673" y="5510"/>
                  <a:pt x="5714" y="5510"/>
                </a:cubicBezTo>
                <a:cubicBezTo>
                  <a:pt x="5731" y="5510"/>
                  <a:pt x="5747" y="5504"/>
                  <a:pt x="5765" y="5497"/>
                </a:cubicBezTo>
                <a:lnTo>
                  <a:pt x="5835" y="5462"/>
                </a:lnTo>
                <a:cubicBezTo>
                  <a:pt x="5872" y="5443"/>
                  <a:pt x="5895" y="5404"/>
                  <a:pt x="5895" y="5361"/>
                </a:cubicBezTo>
                <a:lnTo>
                  <a:pt x="5895" y="5281"/>
                </a:lnTo>
                <a:cubicBezTo>
                  <a:pt x="5895" y="5219"/>
                  <a:pt x="5846" y="5168"/>
                  <a:pt x="5784" y="5168"/>
                </a:cubicBezTo>
                <a:close/>
                <a:moveTo>
                  <a:pt x="8205" y="5012"/>
                </a:moveTo>
                <a:cubicBezTo>
                  <a:pt x="8105" y="5012"/>
                  <a:pt x="8023" y="5094"/>
                  <a:pt x="8023" y="5195"/>
                </a:cubicBezTo>
                <a:lnTo>
                  <a:pt x="8023" y="5382"/>
                </a:lnTo>
                <a:cubicBezTo>
                  <a:pt x="8023" y="5482"/>
                  <a:pt x="8105" y="5563"/>
                  <a:pt x="8205" y="5563"/>
                </a:cubicBezTo>
                <a:cubicBezTo>
                  <a:pt x="8306" y="5563"/>
                  <a:pt x="8387" y="5482"/>
                  <a:pt x="8387" y="5382"/>
                </a:cubicBezTo>
                <a:lnTo>
                  <a:pt x="8387" y="5195"/>
                </a:lnTo>
                <a:cubicBezTo>
                  <a:pt x="8387" y="5094"/>
                  <a:pt x="8306" y="5012"/>
                  <a:pt x="8205" y="5012"/>
                </a:cubicBezTo>
                <a:close/>
                <a:moveTo>
                  <a:pt x="184" y="5020"/>
                </a:moveTo>
                <a:cubicBezTo>
                  <a:pt x="83" y="5020"/>
                  <a:pt x="3" y="5102"/>
                  <a:pt x="3" y="5203"/>
                </a:cubicBezTo>
                <a:lnTo>
                  <a:pt x="3" y="5390"/>
                </a:lnTo>
                <a:cubicBezTo>
                  <a:pt x="3" y="5488"/>
                  <a:pt x="83" y="5571"/>
                  <a:pt x="184" y="5571"/>
                </a:cubicBezTo>
                <a:cubicBezTo>
                  <a:pt x="285" y="5571"/>
                  <a:pt x="367" y="5489"/>
                  <a:pt x="367" y="5390"/>
                </a:cubicBezTo>
                <a:lnTo>
                  <a:pt x="367" y="5203"/>
                </a:lnTo>
                <a:cubicBezTo>
                  <a:pt x="367" y="5102"/>
                  <a:pt x="285" y="5020"/>
                  <a:pt x="184" y="5020"/>
                </a:cubicBezTo>
                <a:close/>
                <a:moveTo>
                  <a:pt x="3064" y="5474"/>
                </a:moveTo>
                <a:cubicBezTo>
                  <a:pt x="3023" y="5474"/>
                  <a:pt x="2983" y="5497"/>
                  <a:pt x="2963" y="5537"/>
                </a:cubicBezTo>
                <a:cubicBezTo>
                  <a:pt x="2936" y="5592"/>
                  <a:pt x="2958" y="5660"/>
                  <a:pt x="3013" y="5688"/>
                </a:cubicBezTo>
                <a:lnTo>
                  <a:pt x="3162" y="5764"/>
                </a:lnTo>
                <a:cubicBezTo>
                  <a:pt x="3177" y="5774"/>
                  <a:pt x="3196" y="5777"/>
                  <a:pt x="3212" y="5777"/>
                </a:cubicBezTo>
                <a:cubicBezTo>
                  <a:pt x="3255" y="5777"/>
                  <a:pt x="3294" y="5755"/>
                  <a:pt x="3315" y="5716"/>
                </a:cubicBezTo>
                <a:cubicBezTo>
                  <a:pt x="3341" y="5660"/>
                  <a:pt x="3319" y="5592"/>
                  <a:pt x="3264" y="5562"/>
                </a:cubicBezTo>
                <a:lnTo>
                  <a:pt x="3116" y="5486"/>
                </a:lnTo>
                <a:cubicBezTo>
                  <a:pt x="3099" y="5478"/>
                  <a:pt x="3082" y="5474"/>
                  <a:pt x="3064" y="5474"/>
                </a:cubicBezTo>
                <a:close/>
                <a:moveTo>
                  <a:pt x="5331" y="5478"/>
                </a:moveTo>
                <a:cubicBezTo>
                  <a:pt x="5313" y="5478"/>
                  <a:pt x="5295" y="5482"/>
                  <a:pt x="5278" y="5492"/>
                </a:cubicBezTo>
                <a:lnTo>
                  <a:pt x="5129" y="5568"/>
                </a:lnTo>
                <a:cubicBezTo>
                  <a:pt x="5074" y="5596"/>
                  <a:pt x="5051" y="5664"/>
                  <a:pt x="5079" y="5719"/>
                </a:cubicBezTo>
                <a:cubicBezTo>
                  <a:pt x="5100" y="5759"/>
                  <a:pt x="5140" y="5782"/>
                  <a:pt x="5181" y="5782"/>
                </a:cubicBezTo>
                <a:cubicBezTo>
                  <a:pt x="5198" y="5782"/>
                  <a:pt x="5215" y="5776"/>
                  <a:pt x="5232" y="5768"/>
                </a:cubicBezTo>
                <a:lnTo>
                  <a:pt x="5380" y="5693"/>
                </a:lnTo>
                <a:cubicBezTo>
                  <a:pt x="5435" y="5664"/>
                  <a:pt x="5457" y="5596"/>
                  <a:pt x="5431" y="5540"/>
                </a:cubicBezTo>
                <a:cubicBezTo>
                  <a:pt x="5411" y="5501"/>
                  <a:pt x="5372" y="5478"/>
                  <a:pt x="5331" y="5478"/>
                </a:cubicBezTo>
                <a:close/>
                <a:moveTo>
                  <a:pt x="4796" y="5745"/>
                </a:moveTo>
                <a:cubicBezTo>
                  <a:pt x="4779" y="5745"/>
                  <a:pt x="4762" y="5749"/>
                  <a:pt x="4746" y="5756"/>
                </a:cubicBezTo>
                <a:lnTo>
                  <a:pt x="4598" y="5831"/>
                </a:lnTo>
                <a:cubicBezTo>
                  <a:pt x="4543" y="5859"/>
                  <a:pt x="4520" y="5927"/>
                  <a:pt x="4549" y="5984"/>
                </a:cubicBezTo>
                <a:cubicBezTo>
                  <a:pt x="4568" y="6024"/>
                  <a:pt x="4610" y="6046"/>
                  <a:pt x="4650" y="6046"/>
                </a:cubicBezTo>
                <a:cubicBezTo>
                  <a:pt x="4667" y="6046"/>
                  <a:pt x="4684" y="6042"/>
                  <a:pt x="4700" y="6034"/>
                </a:cubicBezTo>
                <a:lnTo>
                  <a:pt x="4849" y="5960"/>
                </a:lnTo>
                <a:cubicBezTo>
                  <a:pt x="4905" y="5932"/>
                  <a:pt x="4927" y="5863"/>
                  <a:pt x="4899" y="5807"/>
                </a:cubicBezTo>
                <a:cubicBezTo>
                  <a:pt x="4879" y="5768"/>
                  <a:pt x="4838" y="5745"/>
                  <a:pt x="4796" y="5745"/>
                </a:cubicBezTo>
                <a:close/>
                <a:moveTo>
                  <a:pt x="3595" y="5747"/>
                </a:moveTo>
                <a:cubicBezTo>
                  <a:pt x="3554" y="5747"/>
                  <a:pt x="3514" y="5770"/>
                  <a:pt x="3494" y="5808"/>
                </a:cubicBezTo>
                <a:cubicBezTo>
                  <a:pt x="3466" y="5865"/>
                  <a:pt x="3488" y="5933"/>
                  <a:pt x="3545" y="5961"/>
                </a:cubicBezTo>
                <a:lnTo>
                  <a:pt x="3693" y="6036"/>
                </a:lnTo>
                <a:cubicBezTo>
                  <a:pt x="3708" y="6044"/>
                  <a:pt x="3726" y="6049"/>
                  <a:pt x="3742" y="6049"/>
                </a:cubicBezTo>
                <a:cubicBezTo>
                  <a:pt x="3785" y="6049"/>
                  <a:pt x="3824" y="6024"/>
                  <a:pt x="3845" y="5985"/>
                </a:cubicBezTo>
                <a:cubicBezTo>
                  <a:pt x="3873" y="5927"/>
                  <a:pt x="3851" y="5860"/>
                  <a:pt x="3794" y="5834"/>
                </a:cubicBezTo>
                <a:lnTo>
                  <a:pt x="3646" y="5759"/>
                </a:lnTo>
                <a:cubicBezTo>
                  <a:pt x="3630" y="5751"/>
                  <a:pt x="3612" y="5747"/>
                  <a:pt x="3595" y="5747"/>
                </a:cubicBezTo>
                <a:close/>
                <a:moveTo>
                  <a:pt x="8205" y="5785"/>
                </a:moveTo>
                <a:cubicBezTo>
                  <a:pt x="8105" y="5785"/>
                  <a:pt x="8023" y="5866"/>
                  <a:pt x="8023" y="5967"/>
                </a:cubicBezTo>
                <a:lnTo>
                  <a:pt x="8023" y="6154"/>
                </a:lnTo>
                <a:cubicBezTo>
                  <a:pt x="8023" y="6254"/>
                  <a:pt x="8105" y="6336"/>
                  <a:pt x="8205" y="6336"/>
                </a:cubicBezTo>
                <a:cubicBezTo>
                  <a:pt x="8306" y="6336"/>
                  <a:pt x="8387" y="6254"/>
                  <a:pt x="8387" y="6154"/>
                </a:cubicBezTo>
                <a:lnTo>
                  <a:pt x="8387" y="5967"/>
                </a:lnTo>
                <a:cubicBezTo>
                  <a:pt x="8387" y="5866"/>
                  <a:pt x="8306" y="5785"/>
                  <a:pt x="8205" y="5785"/>
                </a:cubicBezTo>
                <a:close/>
                <a:moveTo>
                  <a:pt x="184" y="5792"/>
                </a:moveTo>
                <a:cubicBezTo>
                  <a:pt x="83" y="5792"/>
                  <a:pt x="3" y="5874"/>
                  <a:pt x="3" y="5975"/>
                </a:cubicBezTo>
                <a:lnTo>
                  <a:pt x="3" y="6162"/>
                </a:lnTo>
                <a:cubicBezTo>
                  <a:pt x="3" y="6261"/>
                  <a:pt x="83" y="6343"/>
                  <a:pt x="184" y="6343"/>
                </a:cubicBezTo>
                <a:cubicBezTo>
                  <a:pt x="285" y="6343"/>
                  <a:pt x="367" y="6261"/>
                  <a:pt x="367" y="6162"/>
                </a:cubicBezTo>
                <a:lnTo>
                  <a:pt x="367" y="5975"/>
                </a:lnTo>
                <a:cubicBezTo>
                  <a:pt x="367" y="5874"/>
                  <a:pt x="285" y="5792"/>
                  <a:pt x="184" y="5792"/>
                </a:cubicBezTo>
                <a:close/>
                <a:moveTo>
                  <a:pt x="1696" y="3285"/>
                </a:moveTo>
                <a:lnTo>
                  <a:pt x="1733" y="3305"/>
                </a:lnTo>
                <a:lnTo>
                  <a:pt x="3912" y="4405"/>
                </a:lnTo>
                <a:lnTo>
                  <a:pt x="3912" y="6984"/>
                </a:lnTo>
                <a:lnTo>
                  <a:pt x="2000" y="6021"/>
                </a:lnTo>
                <a:lnTo>
                  <a:pt x="2225" y="5890"/>
                </a:lnTo>
                <a:cubicBezTo>
                  <a:pt x="2360" y="5813"/>
                  <a:pt x="2406" y="5641"/>
                  <a:pt x="2329" y="5504"/>
                </a:cubicBezTo>
                <a:cubicBezTo>
                  <a:pt x="2276" y="5413"/>
                  <a:pt x="2181" y="5363"/>
                  <a:pt x="2083" y="5363"/>
                </a:cubicBezTo>
                <a:cubicBezTo>
                  <a:pt x="2035" y="5363"/>
                  <a:pt x="1987" y="5375"/>
                  <a:pt x="1943" y="5400"/>
                </a:cubicBezTo>
                <a:lnTo>
                  <a:pt x="1696" y="5543"/>
                </a:lnTo>
                <a:lnTo>
                  <a:pt x="1696" y="3285"/>
                </a:lnTo>
                <a:close/>
                <a:moveTo>
                  <a:pt x="6696" y="3288"/>
                </a:moveTo>
                <a:lnTo>
                  <a:pt x="6696" y="5590"/>
                </a:lnTo>
                <a:lnTo>
                  <a:pt x="6427" y="5434"/>
                </a:lnTo>
                <a:cubicBezTo>
                  <a:pt x="6383" y="5408"/>
                  <a:pt x="6334" y="5396"/>
                  <a:pt x="6286" y="5396"/>
                </a:cubicBezTo>
                <a:cubicBezTo>
                  <a:pt x="6188" y="5396"/>
                  <a:pt x="6093" y="5447"/>
                  <a:pt x="6041" y="5538"/>
                </a:cubicBezTo>
                <a:cubicBezTo>
                  <a:pt x="5962" y="5673"/>
                  <a:pt x="6008" y="5846"/>
                  <a:pt x="6145" y="5924"/>
                </a:cubicBezTo>
                <a:lnTo>
                  <a:pt x="6348" y="6043"/>
                </a:lnTo>
                <a:lnTo>
                  <a:pt x="4482" y="6986"/>
                </a:lnTo>
                <a:lnTo>
                  <a:pt x="4482" y="4408"/>
                </a:lnTo>
                <a:lnTo>
                  <a:pt x="4480" y="4408"/>
                </a:lnTo>
                <a:lnTo>
                  <a:pt x="6696" y="3288"/>
                </a:lnTo>
                <a:close/>
                <a:moveTo>
                  <a:pt x="8205" y="6557"/>
                </a:moveTo>
                <a:cubicBezTo>
                  <a:pt x="8112" y="6557"/>
                  <a:pt x="8034" y="6628"/>
                  <a:pt x="8025" y="6719"/>
                </a:cubicBezTo>
                <a:cubicBezTo>
                  <a:pt x="7949" y="6769"/>
                  <a:pt x="7919" y="6869"/>
                  <a:pt x="7962" y="6952"/>
                </a:cubicBezTo>
                <a:cubicBezTo>
                  <a:pt x="7994" y="7016"/>
                  <a:pt x="8056" y="7053"/>
                  <a:pt x="8123" y="7053"/>
                </a:cubicBezTo>
                <a:cubicBezTo>
                  <a:pt x="8151" y="7053"/>
                  <a:pt x="8179" y="7047"/>
                  <a:pt x="8205" y="7033"/>
                </a:cubicBezTo>
                <a:lnTo>
                  <a:pt x="8286" y="6993"/>
                </a:lnTo>
                <a:cubicBezTo>
                  <a:pt x="8349" y="6964"/>
                  <a:pt x="8387" y="6900"/>
                  <a:pt x="8387" y="6832"/>
                </a:cubicBezTo>
                <a:lnTo>
                  <a:pt x="8387" y="6741"/>
                </a:lnTo>
                <a:cubicBezTo>
                  <a:pt x="8387" y="6640"/>
                  <a:pt x="8306" y="6558"/>
                  <a:pt x="8205" y="6557"/>
                </a:cubicBezTo>
                <a:close/>
                <a:moveTo>
                  <a:pt x="183" y="6564"/>
                </a:moveTo>
                <a:cubicBezTo>
                  <a:pt x="82" y="6564"/>
                  <a:pt x="0" y="6646"/>
                  <a:pt x="0" y="6747"/>
                </a:cubicBezTo>
                <a:lnTo>
                  <a:pt x="0" y="6837"/>
                </a:lnTo>
                <a:cubicBezTo>
                  <a:pt x="0" y="6906"/>
                  <a:pt x="40" y="6967"/>
                  <a:pt x="101" y="6999"/>
                </a:cubicBezTo>
                <a:lnTo>
                  <a:pt x="183" y="7041"/>
                </a:lnTo>
                <a:cubicBezTo>
                  <a:pt x="208" y="7054"/>
                  <a:pt x="236" y="7060"/>
                  <a:pt x="265" y="7060"/>
                </a:cubicBezTo>
                <a:cubicBezTo>
                  <a:pt x="330" y="7060"/>
                  <a:pt x="394" y="7023"/>
                  <a:pt x="426" y="6959"/>
                </a:cubicBezTo>
                <a:cubicBezTo>
                  <a:pt x="467" y="6876"/>
                  <a:pt x="438" y="6777"/>
                  <a:pt x="363" y="6726"/>
                </a:cubicBezTo>
                <a:cubicBezTo>
                  <a:pt x="354" y="6636"/>
                  <a:pt x="275" y="6564"/>
                  <a:pt x="183" y="6564"/>
                </a:cubicBezTo>
                <a:close/>
                <a:moveTo>
                  <a:pt x="7616" y="6945"/>
                </a:moveTo>
                <a:cubicBezTo>
                  <a:pt x="7589" y="6945"/>
                  <a:pt x="7562" y="6951"/>
                  <a:pt x="7536" y="6964"/>
                </a:cubicBezTo>
                <a:lnTo>
                  <a:pt x="7376" y="7045"/>
                </a:lnTo>
                <a:cubicBezTo>
                  <a:pt x="7287" y="7090"/>
                  <a:pt x="7251" y="7200"/>
                  <a:pt x="7296" y="7289"/>
                </a:cubicBezTo>
                <a:cubicBezTo>
                  <a:pt x="7327" y="7351"/>
                  <a:pt x="7391" y="7388"/>
                  <a:pt x="7458" y="7388"/>
                </a:cubicBezTo>
                <a:cubicBezTo>
                  <a:pt x="7484" y="7388"/>
                  <a:pt x="7513" y="7382"/>
                  <a:pt x="7539" y="7371"/>
                </a:cubicBezTo>
                <a:lnTo>
                  <a:pt x="7700" y="7289"/>
                </a:lnTo>
                <a:cubicBezTo>
                  <a:pt x="7789" y="7244"/>
                  <a:pt x="7824" y="7134"/>
                  <a:pt x="7780" y="7045"/>
                </a:cubicBezTo>
                <a:cubicBezTo>
                  <a:pt x="7748" y="6982"/>
                  <a:pt x="7683" y="6945"/>
                  <a:pt x="7616" y="6945"/>
                </a:cubicBezTo>
                <a:close/>
                <a:moveTo>
                  <a:pt x="771" y="6953"/>
                </a:moveTo>
                <a:cubicBezTo>
                  <a:pt x="705" y="6953"/>
                  <a:pt x="641" y="6990"/>
                  <a:pt x="609" y="7053"/>
                </a:cubicBezTo>
                <a:cubicBezTo>
                  <a:pt x="565" y="7142"/>
                  <a:pt x="600" y="7252"/>
                  <a:pt x="689" y="7296"/>
                </a:cubicBezTo>
                <a:lnTo>
                  <a:pt x="851" y="7378"/>
                </a:lnTo>
                <a:cubicBezTo>
                  <a:pt x="876" y="7390"/>
                  <a:pt x="905" y="7396"/>
                  <a:pt x="933" y="7397"/>
                </a:cubicBezTo>
                <a:cubicBezTo>
                  <a:pt x="998" y="7397"/>
                  <a:pt x="1062" y="7360"/>
                  <a:pt x="1095" y="7298"/>
                </a:cubicBezTo>
                <a:cubicBezTo>
                  <a:pt x="1139" y="7209"/>
                  <a:pt x="1104" y="7099"/>
                  <a:pt x="1014" y="7054"/>
                </a:cubicBezTo>
                <a:lnTo>
                  <a:pt x="853" y="6973"/>
                </a:lnTo>
                <a:cubicBezTo>
                  <a:pt x="827" y="6960"/>
                  <a:pt x="799" y="6953"/>
                  <a:pt x="771" y="6953"/>
                </a:cubicBezTo>
                <a:close/>
                <a:moveTo>
                  <a:pt x="6951" y="7284"/>
                </a:moveTo>
                <a:cubicBezTo>
                  <a:pt x="6923" y="7284"/>
                  <a:pt x="6894" y="7291"/>
                  <a:pt x="6868" y="7304"/>
                </a:cubicBezTo>
                <a:lnTo>
                  <a:pt x="6708" y="7385"/>
                </a:lnTo>
                <a:cubicBezTo>
                  <a:pt x="6619" y="7430"/>
                  <a:pt x="6583" y="7538"/>
                  <a:pt x="6628" y="7627"/>
                </a:cubicBezTo>
                <a:cubicBezTo>
                  <a:pt x="6659" y="7691"/>
                  <a:pt x="6723" y="7728"/>
                  <a:pt x="6789" y="7728"/>
                </a:cubicBezTo>
                <a:cubicBezTo>
                  <a:pt x="6816" y="7728"/>
                  <a:pt x="6844" y="7722"/>
                  <a:pt x="6871" y="7709"/>
                </a:cubicBezTo>
                <a:lnTo>
                  <a:pt x="7031" y="7626"/>
                </a:lnTo>
                <a:cubicBezTo>
                  <a:pt x="7121" y="7581"/>
                  <a:pt x="7156" y="7472"/>
                  <a:pt x="7112" y="7382"/>
                </a:cubicBezTo>
                <a:cubicBezTo>
                  <a:pt x="7080" y="7320"/>
                  <a:pt x="7017" y="7284"/>
                  <a:pt x="6951" y="7284"/>
                </a:cubicBezTo>
                <a:close/>
                <a:moveTo>
                  <a:pt x="4210" y="1138"/>
                </a:moveTo>
                <a:cubicBezTo>
                  <a:pt x="4209" y="1138"/>
                  <a:pt x="4207" y="1140"/>
                  <a:pt x="4203" y="1140"/>
                </a:cubicBezTo>
                <a:cubicBezTo>
                  <a:pt x="4199" y="1140"/>
                  <a:pt x="4196" y="1140"/>
                  <a:pt x="4193" y="1140"/>
                </a:cubicBezTo>
                <a:cubicBezTo>
                  <a:pt x="4148" y="1140"/>
                  <a:pt x="4103" y="1149"/>
                  <a:pt x="4065" y="1169"/>
                </a:cubicBezTo>
                <a:lnTo>
                  <a:pt x="1282" y="2576"/>
                </a:lnTo>
                <a:cubicBezTo>
                  <a:pt x="1277" y="2577"/>
                  <a:pt x="1276" y="2579"/>
                  <a:pt x="1273" y="2580"/>
                </a:cubicBezTo>
                <a:lnTo>
                  <a:pt x="1261" y="2586"/>
                </a:lnTo>
                <a:cubicBezTo>
                  <a:pt x="1252" y="2592"/>
                  <a:pt x="1245" y="2599"/>
                  <a:pt x="1237" y="2607"/>
                </a:cubicBezTo>
                <a:cubicBezTo>
                  <a:pt x="1228" y="2614"/>
                  <a:pt x="1221" y="2620"/>
                  <a:pt x="1213" y="2628"/>
                </a:cubicBezTo>
                <a:cubicBezTo>
                  <a:pt x="1202" y="2638"/>
                  <a:pt x="1193" y="2650"/>
                  <a:pt x="1185" y="2663"/>
                </a:cubicBezTo>
                <a:cubicBezTo>
                  <a:pt x="1179" y="2669"/>
                  <a:pt x="1172" y="2678"/>
                  <a:pt x="1169" y="2687"/>
                </a:cubicBezTo>
                <a:cubicBezTo>
                  <a:pt x="1159" y="2702"/>
                  <a:pt x="1154" y="2717"/>
                  <a:pt x="1148" y="2733"/>
                </a:cubicBezTo>
                <a:cubicBezTo>
                  <a:pt x="1144" y="2740"/>
                  <a:pt x="1141" y="2748"/>
                  <a:pt x="1139" y="2755"/>
                </a:cubicBezTo>
                <a:cubicBezTo>
                  <a:pt x="1132" y="2779"/>
                  <a:pt x="1127" y="2806"/>
                  <a:pt x="1127" y="2830"/>
                </a:cubicBezTo>
                <a:lnTo>
                  <a:pt x="1127" y="6043"/>
                </a:lnTo>
                <a:cubicBezTo>
                  <a:pt x="1127" y="6147"/>
                  <a:pt x="1187" y="6245"/>
                  <a:pt x="1283" y="6294"/>
                </a:cubicBezTo>
                <a:lnTo>
                  <a:pt x="4066" y="7699"/>
                </a:lnTo>
                <a:cubicBezTo>
                  <a:pt x="4082" y="7706"/>
                  <a:pt x="4099" y="7712"/>
                  <a:pt x="4117" y="7717"/>
                </a:cubicBezTo>
                <a:cubicBezTo>
                  <a:pt x="4118" y="7717"/>
                  <a:pt x="4118" y="7720"/>
                  <a:pt x="4119" y="7720"/>
                </a:cubicBezTo>
                <a:cubicBezTo>
                  <a:pt x="4143" y="7724"/>
                  <a:pt x="4168" y="7730"/>
                  <a:pt x="4192" y="7730"/>
                </a:cubicBezTo>
                <a:lnTo>
                  <a:pt x="4195" y="7730"/>
                </a:lnTo>
                <a:cubicBezTo>
                  <a:pt x="4220" y="7730"/>
                  <a:pt x="4244" y="7727"/>
                  <a:pt x="4268" y="7720"/>
                </a:cubicBezTo>
                <a:cubicBezTo>
                  <a:pt x="4269" y="7720"/>
                  <a:pt x="4269" y="7717"/>
                  <a:pt x="4272" y="7717"/>
                </a:cubicBezTo>
                <a:cubicBezTo>
                  <a:pt x="4289" y="7712"/>
                  <a:pt x="4307" y="7706"/>
                  <a:pt x="4321" y="7699"/>
                </a:cubicBezTo>
                <a:lnTo>
                  <a:pt x="7104" y="6294"/>
                </a:lnTo>
                <a:cubicBezTo>
                  <a:pt x="7199" y="6245"/>
                  <a:pt x="7260" y="6147"/>
                  <a:pt x="7260" y="6042"/>
                </a:cubicBezTo>
                <a:lnTo>
                  <a:pt x="7260" y="2828"/>
                </a:lnTo>
                <a:cubicBezTo>
                  <a:pt x="7260" y="2729"/>
                  <a:pt x="7210" y="2638"/>
                  <a:pt x="7125" y="2586"/>
                </a:cubicBezTo>
                <a:cubicBezTo>
                  <a:pt x="7119" y="2583"/>
                  <a:pt x="7112" y="2580"/>
                  <a:pt x="7104" y="2577"/>
                </a:cubicBezTo>
                <a:cubicBezTo>
                  <a:pt x="7103" y="2577"/>
                  <a:pt x="7103" y="2576"/>
                  <a:pt x="7101" y="2576"/>
                </a:cubicBezTo>
                <a:lnTo>
                  <a:pt x="4373" y="1198"/>
                </a:lnTo>
                <a:cubicBezTo>
                  <a:pt x="4342" y="1174"/>
                  <a:pt x="4305" y="1159"/>
                  <a:pt x="4266" y="1150"/>
                </a:cubicBezTo>
                <a:cubicBezTo>
                  <a:pt x="4258" y="1147"/>
                  <a:pt x="4246" y="1146"/>
                  <a:pt x="4237" y="1144"/>
                </a:cubicBezTo>
                <a:cubicBezTo>
                  <a:pt x="4228" y="1144"/>
                  <a:pt x="4220" y="1138"/>
                  <a:pt x="4210" y="1138"/>
                </a:cubicBezTo>
                <a:close/>
                <a:moveTo>
                  <a:pt x="1439" y="7293"/>
                </a:moveTo>
                <a:cubicBezTo>
                  <a:pt x="1373" y="7293"/>
                  <a:pt x="1309" y="7330"/>
                  <a:pt x="1277" y="7393"/>
                </a:cubicBezTo>
                <a:cubicBezTo>
                  <a:pt x="1233" y="7482"/>
                  <a:pt x="1268" y="7590"/>
                  <a:pt x="1357" y="7635"/>
                </a:cubicBezTo>
                <a:lnTo>
                  <a:pt x="1519" y="7717"/>
                </a:lnTo>
                <a:cubicBezTo>
                  <a:pt x="1545" y="7730"/>
                  <a:pt x="1573" y="7736"/>
                  <a:pt x="1601" y="7736"/>
                </a:cubicBezTo>
                <a:cubicBezTo>
                  <a:pt x="1666" y="7736"/>
                  <a:pt x="1730" y="7699"/>
                  <a:pt x="1763" y="7635"/>
                </a:cubicBezTo>
                <a:cubicBezTo>
                  <a:pt x="1807" y="7546"/>
                  <a:pt x="1772" y="7436"/>
                  <a:pt x="1683" y="7393"/>
                </a:cubicBezTo>
                <a:lnTo>
                  <a:pt x="1521" y="7313"/>
                </a:lnTo>
                <a:cubicBezTo>
                  <a:pt x="1495" y="7299"/>
                  <a:pt x="1467" y="7293"/>
                  <a:pt x="1439" y="7293"/>
                </a:cubicBezTo>
                <a:close/>
                <a:moveTo>
                  <a:pt x="6281" y="7620"/>
                </a:moveTo>
                <a:cubicBezTo>
                  <a:pt x="6254" y="7620"/>
                  <a:pt x="6226" y="7626"/>
                  <a:pt x="6200" y="7639"/>
                </a:cubicBezTo>
                <a:lnTo>
                  <a:pt x="6038" y="7721"/>
                </a:lnTo>
                <a:cubicBezTo>
                  <a:pt x="5949" y="7766"/>
                  <a:pt x="5915" y="7875"/>
                  <a:pt x="5959" y="7965"/>
                </a:cubicBezTo>
                <a:cubicBezTo>
                  <a:pt x="5991" y="8027"/>
                  <a:pt x="6053" y="8064"/>
                  <a:pt x="6120" y="8064"/>
                </a:cubicBezTo>
                <a:cubicBezTo>
                  <a:pt x="6148" y="8064"/>
                  <a:pt x="6176" y="8058"/>
                  <a:pt x="6201" y="8046"/>
                </a:cubicBezTo>
                <a:lnTo>
                  <a:pt x="6363" y="7965"/>
                </a:lnTo>
                <a:cubicBezTo>
                  <a:pt x="6452" y="7919"/>
                  <a:pt x="6488" y="7810"/>
                  <a:pt x="6443" y="7720"/>
                </a:cubicBezTo>
                <a:cubicBezTo>
                  <a:pt x="6412" y="7656"/>
                  <a:pt x="6348" y="7620"/>
                  <a:pt x="6281" y="7620"/>
                </a:cubicBezTo>
                <a:close/>
                <a:moveTo>
                  <a:pt x="2108" y="7629"/>
                </a:moveTo>
                <a:cubicBezTo>
                  <a:pt x="2041" y="7629"/>
                  <a:pt x="1977" y="7665"/>
                  <a:pt x="1946" y="7728"/>
                </a:cubicBezTo>
                <a:cubicBezTo>
                  <a:pt x="1901" y="7818"/>
                  <a:pt x="1937" y="7927"/>
                  <a:pt x="2026" y="7972"/>
                </a:cubicBezTo>
                <a:lnTo>
                  <a:pt x="2188" y="8054"/>
                </a:lnTo>
                <a:cubicBezTo>
                  <a:pt x="2213" y="8066"/>
                  <a:pt x="2241" y="8071"/>
                  <a:pt x="2269" y="8071"/>
                </a:cubicBezTo>
                <a:cubicBezTo>
                  <a:pt x="2336" y="8071"/>
                  <a:pt x="2398" y="8036"/>
                  <a:pt x="2431" y="7973"/>
                </a:cubicBezTo>
                <a:cubicBezTo>
                  <a:pt x="2476" y="7884"/>
                  <a:pt x="2440" y="7774"/>
                  <a:pt x="2351" y="7730"/>
                </a:cubicBezTo>
                <a:lnTo>
                  <a:pt x="2189" y="7648"/>
                </a:lnTo>
                <a:cubicBezTo>
                  <a:pt x="2163" y="7635"/>
                  <a:pt x="2135" y="7629"/>
                  <a:pt x="2108" y="7629"/>
                </a:cubicBezTo>
                <a:close/>
                <a:moveTo>
                  <a:pt x="4195" y="7812"/>
                </a:moveTo>
                <a:cubicBezTo>
                  <a:pt x="4119" y="7812"/>
                  <a:pt x="4054" y="7861"/>
                  <a:pt x="4029" y="7924"/>
                </a:cubicBezTo>
                <a:cubicBezTo>
                  <a:pt x="4017" y="7950"/>
                  <a:pt x="4013" y="7973"/>
                  <a:pt x="4013" y="7999"/>
                </a:cubicBezTo>
                <a:lnTo>
                  <a:pt x="4013" y="8187"/>
                </a:lnTo>
                <a:cubicBezTo>
                  <a:pt x="4013" y="8287"/>
                  <a:pt x="4094" y="8368"/>
                  <a:pt x="4194" y="8368"/>
                </a:cubicBezTo>
                <a:cubicBezTo>
                  <a:pt x="4269" y="8368"/>
                  <a:pt x="4335" y="8322"/>
                  <a:pt x="4362" y="8256"/>
                </a:cubicBezTo>
                <a:cubicBezTo>
                  <a:pt x="4372" y="8232"/>
                  <a:pt x="4378" y="8207"/>
                  <a:pt x="4378" y="8181"/>
                </a:cubicBezTo>
                <a:lnTo>
                  <a:pt x="4378" y="7993"/>
                </a:lnTo>
                <a:cubicBezTo>
                  <a:pt x="4378" y="7893"/>
                  <a:pt x="4296" y="7812"/>
                  <a:pt x="4195" y="7812"/>
                </a:cubicBezTo>
                <a:close/>
                <a:moveTo>
                  <a:pt x="5611" y="7958"/>
                </a:moveTo>
                <a:cubicBezTo>
                  <a:pt x="5585" y="7958"/>
                  <a:pt x="5557" y="7964"/>
                  <a:pt x="5532" y="7976"/>
                </a:cubicBezTo>
                <a:lnTo>
                  <a:pt x="5371" y="8058"/>
                </a:lnTo>
                <a:cubicBezTo>
                  <a:pt x="5282" y="8103"/>
                  <a:pt x="5247" y="8213"/>
                  <a:pt x="5291" y="8302"/>
                </a:cubicBezTo>
                <a:cubicBezTo>
                  <a:pt x="5322" y="8364"/>
                  <a:pt x="5386" y="8401"/>
                  <a:pt x="5453" y="8401"/>
                </a:cubicBezTo>
                <a:cubicBezTo>
                  <a:pt x="5480" y="8401"/>
                  <a:pt x="5508" y="8397"/>
                  <a:pt x="5535" y="8383"/>
                </a:cubicBezTo>
                <a:lnTo>
                  <a:pt x="5695" y="8302"/>
                </a:lnTo>
                <a:cubicBezTo>
                  <a:pt x="5784" y="8257"/>
                  <a:pt x="5820" y="8147"/>
                  <a:pt x="5775" y="8058"/>
                </a:cubicBezTo>
                <a:cubicBezTo>
                  <a:pt x="5742" y="7995"/>
                  <a:pt x="5678" y="7958"/>
                  <a:pt x="5611" y="7958"/>
                </a:cubicBezTo>
                <a:close/>
                <a:moveTo>
                  <a:pt x="2775" y="7967"/>
                </a:moveTo>
                <a:cubicBezTo>
                  <a:pt x="2709" y="7967"/>
                  <a:pt x="2645" y="8003"/>
                  <a:pt x="2614" y="8066"/>
                </a:cubicBezTo>
                <a:cubicBezTo>
                  <a:pt x="2569" y="8155"/>
                  <a:pt x="2605" y="8264"/>
                  <a:pt x="2694" y="8309"/>
                </a:cubicBezTo>
                <a:lnTo>
                  <a:pt x="2856" y="8391"/>
                </a:lnTo>
                <a:cubicBezTo>
                  <a:pt x="2881" y="8404"/>
                  <a:pt x="2909" y="8410"/>
                  <a:pt x="2937" y="8410"/>
                </a:cubicBezTo>
                <a:cubicBezTo>
                  <a:pt x="3004" y="8410"/>
                  <a:pt x="3067" y="8374"/>
                  <a:pt x="3099" y="8311"/>
                </a:cubicBezTo>
                <a:cubicBezTo>
                  <a:pt x="3144" y="8221"/>
                  <a:pt x="3108" y="8113"/>
                  <a:pt x="3019" y="8068"/>
                </a:cubicBezTo>
                <a:lnTo>
                  <a:pt x="2857" y="7987"/>
                </a:lnTo>
                <a:cubicBezTo>
                  <a:pt x="2831" y="7974"/>
                  <a:pt x="2803" y="7967"/>
                  <a:pt x="2775" y="7967"/>
                </a:cubicBezTo>
                <a:close/>
                <a:moveTo>
                  <a:pt x="4943" y="8296"/>
                </a:moveTo>
                <a:cubicBezTo>
                  <a:pt x="4916" y="8296"/>
                  <a:pt x="4888" y="8302"/>
                  <a:pt x="4862" y="8315"/>
                </a:cubicBezTo>
                <a:lnTo>
                  <a:pt x="4700" y="8397"/>
                </a:lnTo>
                <a:cubicBezTo>
                  <a:pt x="4611" y="8441"/>
                  <a:pt x="4577" y="8551"/>
                  <a:pt x="4621" y="8640"/>
                </a:cubicBezTo>
                <a:cubicBezTo>
                  <a:pt x="4653" y="8703"/>
                  <a:pt x="4715" y="8740"/>
                  <a:pt x="4782" y="8740"/>
                </a:cubicBezTo>
                <a:cubicBezTo>
                  <a:pt x="4810" y="8740"/>
                  <a:pt x="4838" y="8734"/>
                  <a:pt x="4863" y="8722"/>
                </a:cubicBezTo>
                <a:lnTo>
                  <a:pt x="5025" y="8637"/>
                </a:lnTo>
                <a:cubicBezTo>
                  <a:pt x="5114" y="8593"/>
                  <a:pt x="5150" y="8483"/>
                  <a:pt x="5105" y="8395"/>
                </a:cubicBezTo>
                <a:cubicBezTo>
                  <a:pt x="5074" y="8332"/>
                  <a:pt x="5010" y="8296"/>
                  <a:pt x="4943" y="8296"/>
                </a:cubicBezTo>
                <a:close/>
                <a:moveTo>
                  <a:pt x="3444" y="8304"/>
                </a:moveTo>
                <a:cubicBezTo>
                  <a:pt x="3378" y="8304"/>
                  <a:pt x="3313" y="8341"/>
                  <a:pt x="3282" y="8404"/>
                </a:cubicBezTo>
                <a:cubicBezTo>
                  <a:pt x="3237" y="8493"/>
                  <a:pt x="3273" y="8603"/>
                  <a:pt x="3362" y="8648"/>
                </a:cubicBezTo>
                <a:lnTo>
                  <a:pt x="3524" y="8729"/>
                </a:lnTo>
                <a:cubicBezTo>
                  <a:pt x="3549" y="8741"/>
                  <a:pt x="3577" y="8747"/>
                  <a:pt x="3606" y="8747"/>
                </a:cubicBezTo>
                <a:cubicBezTo>
                  <a:pt x="3671" y="8747"/>
                  <a:pt x="3735" y="8710"/>
                  <a:pt x="3768" y="8648"/>
                </a:cubicBezTo>
                <a:cubicBezTo>
                  <a:pt x="3814" y="8559"/>
                  <a:pt x="3776" y="8450"/>
                  <a:pt x="3687" y="8406"/>
                </a:cubicBezTo>
                <a:lnTo>
                  <a:pt x="3526" y="8324"/>
                </a:lnTo>
                <a:cubicBezTo>
                  <a:pt x="3499" y="8310"/>
                  <a:pt x="3472" y="8304"/>
                  <a:pt x="3444" y="8304"/>
                </a:cubicBezTo>
                <a:close/>
                <a:moveTo>
                  <a:pt x="4195" y="8585"/>
                </a:moveTo>
                <a:cubicBezTo>
                  <a:pt x="4140" y="8585"/>
                  <a:pt x="4094" y="8609"/>
                  <a:pt x="4060" y="8649"/>
                </a:cubicBezTo>
                <a:cubicBezTo>
                  <a:pt x="4014" y="8661"/>
                  <a:pt x="3975" y="8694"/>
                  <a:pt x="3950" y="8740"/>
                </a:cubicBezTo>
                <a:cubicBezTo>
                  <a:pt x="3906" y="8829"/>
                  <a:pt x="3941" y="8939"/>
                  <a:pt x="4030" y="8983"/>
                </a:cubicBezTo>
                <a:lnTo>
                  <a:pt x="4112" y="9023"/>
                </a:lnTo>
                <a:cubicBezTo>
                  <a:pt x="4136" y="9037"/>
                  <a:pt x="4164" y="9044"/>
                  <a:pt x="4195" y="9044"/>
                </a:cubicBezTo>
                <a:cubicBezTo>
                  <a:pt x="4229" y="9044"/>
                  <a:pt x="4261" y="9037"/>
                  <a:pt x="4290" y="9019"/>
                </a:cubicBezTo>
                <a:cubicBezTo>
                  <a:pt x="4295" y="9016"/>
                  <a:pt x="4295" y="9013"/>
                  <a:pt x="4298" y="9011"/>
                </a:cubicBezTo>
                <a:lnTo>
                  <a:pt x="4359" y="8979"/>
                </a:lnTo>
                <a:cubicBezTo>
                  <a:pt x="4448" y="8934"/>
                  <a:pt x="4483" y="8824"/>
                  <a:pt x="4439" y="8735"/>
                </a:cubicBezTo>
                <a:cubicBezTo>
                  <a:pt x="4415" y="8689"/>
                  <a:pt x="4373" y="8657"/>
                  <a:pt x="4327" y="8643"/>
                </a:cubicBezTo>
                <a:cubicBezTo>
                  <a:pt x="4295" y="8608"/>
                  <a:pt x="4247" y="8585"/>
                  <a:pt x="4195" y="858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80" name="Google Shape;3280;p97"/>
          <p:cNvSpPr txBox="1"/>
          <p:nvPr/>
        </p:nvSpPr>
        <p:spPr>
          <a:xfrm>
            <a:off x="8221286" y="1382115"/>
            <a:ext cx="602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Instant Elasticity</a:t>
            </a:r>
            <a:endParaRPr sz="1800">
              <a:solidFill>
                <a:srgbClr val="252525"/>
              </a:solidFill>
              <a:latin typeface="Arial"/>
              <a:ea typeface="Arial"/>
              <a:cs typeface="Arial"/>
              <a:sym typeface="Arial"/>
            </a:endParaRPr>
          </a:p>
        </p:txBody>
      </p:sp>
      <p:sp>
        <p:nvSpPr>
          <p:cNvPr id="3281" name="Google Shape;3281;p97"/>
          <p:cNvSpPr/>
          <p:nvPr/>
        </p:nvSpPr>
        <p:spPr>
          <a:xfrm>
            <a:off x="7592462" y="4096514"/>
            <a:ext cx="275492" cy="273499"/>
          </a:xfrm>
          <a:custGeom>
            <a:rect b="b" l="l" r="r" t="t"/>
            <a:pathLst>
              <a:path extrusionOk="0" h="9057" w="9123">
                <a:moveTo>
                  <a:pt x="6043" y="2533"/>
                </a:moveTo>
                <a:cubicBezTo>
                  <a:pt x="6317" y="2533"/>
                  <a:pt x="6542" y="2757"/>
                  <a:pt x="6542" y="3032"/>
                </a:cubicBezTo>
                <a:cubicBezTo>
                  <a:pt x="6542" y="3103"/>
                  <a:pt x="6527" y="3172"/>
                  <a:pt x="6499" y="3233"/>
                </a:cubicBezTo>
                <a:cubicBezTo>
                  <a:pt x="6381" y="3195"/>
                  <a:pt x="6276" y="3139"/>
                  <a:pt x="6185" y="3057"/>
                </a:cubicBezTo>
                <a:cubicBezTo>
                  <a:pt x="6165" y="3038"/>
                  <a:pt x="6138" y="3029"/>
                  <a:pt x="6111" y="3029"/>
                </a:cubicBezTo>
                <a:cubicBezTo>
                  <a:pt x="6080" y="3029"/>
                  <a:pt x="6049" y="3041"/>
                  <a:pt x="6028" y="3066"/>
                </a:cubicBezTo>
                <a:cubicBezTo>
                  <a:pt x="5986" y="3111"/>
                  <a:pt x="5991" y="3184"/>
                  <a:pt x="6037" y="3224"/>
                </a:cubicBezTo>
                <a:cubicBezTo>
                  <a:pt x="6132" y="3310"/>
                  <a:pt x="6242" y="3372"/>
                  <a:pt x="6360" y="3417"/>
                </a:cubicBezTo>
                <a:cubicBezTo>
                  <a:pt x="6274" y="3488"/>
                  <a:pt x="6164" y="3533"/>
                  <a:pt x="6043" y="3533"/>
                </a:cubicBezTo>
                <a:cubicBezTo>
                  <a:pt x="5768" y="3533"/>
                  <a:pt x="5544" y="3310"/>
                  <a:pt x="5544" y="3032"/>
                </a:cubicBezTo>
                <a:cubicBezTo>
                  <a:pt x="5544" y="2757"/>
                  <a:pt x="5768" y="2533"/>
                  <a:pt x="6043" y="2533"/>
                </a:cubicBezTo>
                <a:close/>
                <a:moveTo>
                  <a:pt x="7963" y="0"/>
                </a:moveTo>
                <a:cubicBezTo>
                  <a:pt x="7431" y="0"/>
                  <a:pt x="6816" y="286"/>
                  <a:pt x="6338" y="809"/>
                </a:cubicBezTo>
                <a:cubicBezTo>
                  <a:pt x="6297" y="854"/>
                  <a:pt x="6298" y="923"/>
                  <a:pt x="6346" y="967"/>
                </a:cubicBezTo>
                <a:cubicBezTo>
                  <a:pt x="6367" y="987"/>
                  <a:pt x="6394" y="996"/>
                  <a:pt x="6420" y="996"/>
                </a:cubicBezTo>
                <a:cubicBezTo>
                  <a:pt x="6451" y="996"/>
                  <a:pt x="6482" y="984"/>
                  <a:pt x="6505" y="959"/>
                </a:cubicBezTo>
                <a:cubicBezTo>
                  <a:pt x="6940" y="483"/>
                  <a:pt x="7493" y="219"/>
                  <a:pt x="7960" y="219"/>
                </a:cubicBezTo>
                <a:cubicBezTo>
                  <a:pt x="8202" y="219"/>
                  <a:pt x="8421" y="290"/>
                  <a:pt x="8588" y="439"/>
                </a:cubicBezTo>
                <a:cubicBezTo>
                  <a:pt x="8760" y="595"/>
                  <a:pt x="8860" y="823"/>
                  <a:pt x="8873" y="1097"/>
                </a:cubicBezTo>
                <a:cubicBezTo>
                  <a:pt x="8895" y="1562"/>
                  <a:pt x="8671" y="2101"/>
                  <a:pt x="8272" y="2539"/>
                </a:cubicBezTo>
                <a:cubicBezTo>
                  <a:pt x="7853" y="2998"/>
                  <a:pt x="7321" y="3258"/>
                  <a:pt x="6867" y="3276"/>
                </a:cubicBezTo>
                <a:cubicBezTo>
                  <a:pt x="6889" y="3197"/>
                  <a:pt x="6905" y="3118"/>
                  <a:pt x="6905" y="3032"/>
                </a:cubicBezTo>
                <a:cubicBezTo>
                  <a:pt x="6905" y="2560"/>
                  <a:pt x="6519" y="2174"/>
                  <a:pt x="6046" y="2174"/>
                </a:cubicBezTo>
                <a:cubicBezTo>
                  <a:pt x="5573" y="2174"/>
                  <a:pt x="5186" y="2560"/>
                  <a:pt x="5186" y="3032"/>
                </a:cubicBezTo>
                <a:cubicBezTo>
                  <a:pt x="5186" y="3506"/>
                  <a:pt x="5573" y="3892"/>
                  <a:pt x="6046" y="3892"/>
                </a:cubicBezTo>
                <a:cubicBezTo>
                  <a:pt x="6349" y="3892"/>
                  <a:pt x="6616" y="3733"/>
                  <a:pt x="6769" y="3495"/>
                </a:cubicBezTo>
                <a:cubicBezTo>
                  <a:pt x="6784" y="3495"/>
                  <a:pt x="6799" y="3498"/>
                  <a:pt x="6813" y="3498"/>
                </a:cubicBezTo>
                <a:cubicBezTo>
                  <a:pt x="7344" y="3498"/>
                  <a:pt x="7960" y="3213"/>
                  <a:pt x="8436" y="2689"/>
                </a:cubicBezTo>
                <a:cubicBezTo>
                  <a:pt x="8874" y="2208"/>
                  <a:pt x="9122" y="1610"/>
                  <a:pt x="9096" y="1084"/>
                </a:cubicBezTo>
                <a:cubicBezTo>
                  <a:pt x="9079" y="748"/>
                  <a:pt x="8953" y="468"/>
                  <a:pt x="8736" y="275"/>
                </a:cubicBezTo>
                <a:cubicBezTo>
                  <a:pt x="8529" y="89"/>
                  <a:pt x="8259" y="0"/>
                  <a:pt x="7963" y="0"/>
                </a:cubicBezTo>
                <a:close/>
                <a:moveTo>
                  <a:pt x="1651" y="5499"/>
                </a:moveTo>
                <a:cubicBezTo>
                  <a:pt x="1604" y="5499"/>
                  <a:pt x="1558" y="5516"/>
                  <a:pt x="1524" y="5552"/>
                </a:cubicBezTo>
                <a:cubicBezTo>
                  <a:pt x="1454" y="5622"/>
                  <a:pt x="1454" y="5735"/>
                  <a:pt x="1524" y="5806"/>
                </a:cubicBezTo>
                <a:lnTo>
                  <a:pt x="3291" y="7573"/>
                </a:lnTo>
                <a:cubicBezTo>
                  <a:pt x="3327" y="7609"/>
                  <a:pt x="3373" y="7625"/>
                  <a:pt x="3420" y="7625"/>
                </a:cubicBezTo>
                <a:cubicBezTo>
                  <a:pt x="3466" y="7625"/>
                  <a:pt x="3512" y="7609"/>
                  <a:pt x="3548" y="7573"/>
                </a:cubicBezTo>
                <a:cubicBezTo>
                  <a:pt x="3618" y="7502"/>
                  <a:pt x="3618" y="7389"/>
                  <a:pt x="3548" y="7319"/>
                </a:cubicBezTo>
                <a:lnTo>
                  <a:pt x="1781" y="5552"/>
                </a:lnTo>
                <a:cubicBezTo>
                  <a:pt x="1745" y="5516"/>
                  <a:pt x="1697" y="5499"/>
                  <a:pt x="1651" y="5499"/>
                </a:cubicBezTo>
                <a:close/>
                <a:moveTo>
                  <a:pt x="4957" y="1158"/>
                </a:moveTo>
                <a:cubicBezTo>
                  <a:pt x="4613" y="1158"/>
                  <a:pt x="4279" y="1295"/>
                  <a:pt x="4037" y="1538"/>
                </a:cubicBezTo>
                <a:lnTo>
                  <a:pt x="312" y="5263"/>
                </a:lnTo>
                <a:cubicBezTo>
                  <a:pt x="0" y="5574"/>
                  <a:pt x="0" y="6082"/>
                  <a:pt x="312" y="6394"/>
                </a:cubicBezTo>
                <a:lnTo>
                  <a:pt x="2740" y="8822"/>
                </a:lnTo>
                <a:cubicBezTo>
                  <a:pt x="2892" y="8972"/>
                  <a:pt x="3094" y="9057"/>
                  <a:pt x="3306" y="9057"/>
                </a:cubicBezTo>
                <a:cubicBezTo>
                  <a:pt x="3520" y="9057"/>
                  <a:pt x="3720" y="8972"/>
                  <a:pt x="3873" y="8822"/>
                </a:cubicBezTo>
                <a:lnTo>
                  <a:pt x="7597" y="5099"/>
                </a:lnTo>
                <a:cubicBezTo>
                  <a:pt x="7847" y="4850"/>
                  <a:pt x="7984" y="4507"/>
                  <a:pt x="7979" y="4153"/>
                </a:cubicBezTo>
                <a:lnTo>
                  <a:pt x="7972" y="3819"/>
                </a:lnTo>
                <a:cubicBezTo>
                  <a:pt x="7967" y="3668"/>
                  <a:pt x="7848" y="3544"/>
                  <a:pt x="7697" y="3544"/>
                </a:cubicBezTo>
                <a:cubicBezTo>
                  <a:pt x="7692" y="3544"/>
                  <a:pt x="7688" y="3544"/>
                  <a:pt x="7684" y="3544"/>
                </a:cubicBezTo>
                <a:cubicBezTo>
                  <a:pt x="7528" y="3549"/>
                  <a:pt x="7404" y="3677"/>
                  <a:pt x="7409" y="3833"/>
                </a:cubicBezTo>
                <a:lnTo>
                  <a:pt x="7416" y="4165"/>
                </a:lnTo>
                <a:cubicBezTo>
                  <a:pt x="7419" y="4366"/>
                  <a:pt x="7339" y="4560"/>
                  <a:pt x="7198" y="4701"/>
                </a:cubicBezTo>
                <a:lnTo>
                  <a:pt x="3475" y="8425"/>
                </a:lnTo>
                <a:cubicBezTo>
                  <a:pt x="3429" y="8471"/>
                  <a:pt x="3368" y="8493"/>
                  <a:pt x="3306" y="8493"/>
                </a:cubicBezTo>
                <a:cubicBezTo>
                  <a:pt x="3245" y="8493"/>
                  <a:pt x="3183" y="8471"/>
                  <a:pt x="3138" y="8425"/>
                </a:cubicBezTo>
                <a:lnTo>
                  <a:pt x="710" y="5998"/>
                </a:lnTo>
                <a:cubicBezTo>
                  <a:pt x="617" y="5903"/>
                  <a:pt x="617" y="5753"/>
                  <a:pt x="710" y="5659"/>
                </a:cubicBezTo>
                <a:lnTo>
                  <a:pt x="4433" y="1936"/>
                </a:lnTo>
                <a:cubicBezTo>
                  <a:pt x="4571" y="1798"/>
                  <a:pt x="4761" y="1718"/>
                  <a:pt x="4969" y="1718"/>
                </a:cubicBezTo>
                <a:lnTo>
                  <a:pt x="7011" y="1755"/>
                </a:lnTo>
                <a:cubicBezTo>
                  <a:pt x="7170" y="1770"/>
                  <a:pt x="7366" y="1966"/>
                  <a:pt x="7379" y="2117"/>
                </a:cubicBezTo>
                <a:lnTo>
                  <a:pt x="7388" y="2413"/>
                </a:lnTo>
                <a:cubicBezTo>
                  <a:pt x="7394" y="2562"/>
                  <a:pt x="7512" y="2687"/>
                  <a:pt x="7658" y="2687"/>
                </a:cubicBezTo>
                <a:cubicBezTo>
                  <a:pt x="7664" y="2687"/>
                  <a:pt x="7671" y="2687"/>
                  <a:pt x="7678" y="2686"/>
                </a:cubicBezTo>
                <a:cubicBezTo>
                  <a:pt x="7834" y="2680"/>
                  <a:pt x="7954" y="2551"/>
                  <a:pt x="7951" y="2397"/>
                </a:cubicBezTo>
                <a:lnTo>
                  <a:pt x="7940" y="2104"/>
                </a:lnTo>
                <a:cubicBezTo>
                  <a:pt x="7940" y="2100"/>
                  <a:pt x="7939" y="2082"/>
                  <a:pt x="7939" y="2074"/>
                </a:cubicBezTo>
                <a:cubicBezTo>
                  <a:pt x="7902" y="1644"/>
                  <a:pt x="7492" y="1234"/>
                  <a:pt x="7073" y="1198"/>
                </a:cubicBezTo>
                <a:cubicBezTo>
                  <a:pt x="7063" y="1197"/>
                  <a:pt x="7044" y="1195"/>
                  <a:pt x="7032" y="1195"/>
                </a:cubicBezTo>
                <a:lnTo>
                  <a:pt x="4981" y="1158"/>
                </a:ln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282" name="Google Shape;3282;p97"/>
          <p:cNvSpPr txBox="1"/>
          <p:nvPr/>
        </p:nvSpPr>
        <p:spPr>
          <a:xfrm>
            <a:off x="7508654" y="448394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Free Trial</a:t>
            </a:r>
            <a:endParaRPr sz="1800">
              <a:solidFill>
                <a:srgbClr val="252525"/>
              </a:solidFill>
              <a:latin typeface="Arial"/>
              <a:ea typeface="Arial"/>
              <a:cs typeface="Arial"/>
              <a:sym typeface="Arial"/>
            </a:endParaRPr>
          </a:p>
        </p:txBody>
      </p:sp>
      <p:sp>
        <p:nvSpPr>
          <p:cNvPr id="3283" name="Google Shape;3283;p97"/>
          <p:cNvSpPr txBox="1"/>
          <p:nvPr/>
        </p:nvSpPr>
        <p:spPr>
          <a:xfrm>
            <a:off x="1179778"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No</a:t>
            </a:r>
            <a:endParaRPr sz="1800">
              <a:solidFill>
                <a:srgbClr val="252525"/>
              </a:solidFill>
              <a:latin typeface="Arial"/>
              <a:ea typeface="Arial"/>
              <a:cs typeface="Arial"/>
              <a:sym typeface="Arial"/>
            </a:endParaRPr>
          </a:p>
        </p:txBody>
      </p:sp>
      <p:sp>
        <p:nvSpPr>
          <p:cNvPr id="3284" name="Google Shape;3284;p97"/>
          <p:cNvSpPr txBox="1"/>
          <p:nvPr/>
        </p:nvSpPr>
        <p:spPr>
          <a:xfrm>
            <a:off x="1971975"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Back Up</a:t>
            </a:r>
            <a:endParaRPr sz="1800">
              <a:solidFill>
                <a:srgbClr val="252525"/>
              </a:solidFill>
              <a:latin typeface="Arial"/>
              <a:ea typeface="Arial"/>
              <a:cs typeface="Arial"/>
              <a:sym typeface="Arial"/>
            </a:endParaRPr>
          </a:p>
        </p:txBody>
      </p:sp>
      <p:sp>
        <p:nvSpPr>
          <p:cNvPr id="3285" name="Google Shape;3285;p97"/>
          <p:cNvSpPr txBox="1"/>
          <p:nvPr/>
        </p:nvSpPr>
        <p:spPr>
          <a:xfrm>
            <a:off x="3556369"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Alert</a:t>
            </a:r>
            <a:endParaRPr sz="1800">
              <a:solidFill>
                <a:srgbClr val="252525"/>
              </a:solidFill>
              <a:latin typeface="Arial"/>
              <a:ea typeface="Arial"/>
              <a:cs typeface="Arial"/>
              <a:sym typeface="Arial"/>
            </a:endParaRPr>
          </a:p>
        </p:txBody>
      </p:sp>
      <p:sp>
        <p:nvSpPr>
          <p:cNvPr id="3286" name="Google Shape;3286;p97"/>
          <p:cNvSpPr txBox="1"/>
          <p:nvPr/>
        </p:nvSpPr>
        <p:spPr>
          <a:xfrm>
            <a:off x="4348566"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Tag</a:t>
            </a:r>
            <a:endParaRPr sz="1800">
              <a:solidFill>
                <a:srgbClr val="252525"/>
              </a:solidFill>
              <a:latin typeface="Arial"/>
              <a:ea typeface="Arial"/>
              <a:cs typeface="Arial"/>
              <a:sym typeface="Arial"/>
            </a:endParaRPr>
          </a:p>
        </p:txBody>
      </p:sp>
      <p:sp>
        <p:nvSpPr>
          <p:cNvPr id="3287" name="Google Shape;3287;p97"/>
          <p:cNvSpPr txBox="1"/>
          <p:nvPr/>
        </p:nvSpPr>
        <p:spPr>
          <a:xfrm>
            <a:off x="2764172"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Cloud</a:t>
            </a:r>
            <a:endParaRPr sz="1800">
              <a:solidFill>
                <a:srgbClr val="252525"/>
              </a:solidFill>
              <a:latin typeface="Arial"/>
              <a:ea typeface="Arial"/>
              <a:cs typeface="Arial"/>
              <a:sym typeface="Arial"/>
            </a:endParaRPr>
          </a:p>
        </p:txBody>
      </p:sp>
      <p:sp>
        <p:nvSpPr>
          <p:cNvPr id="3288" name="Google Shape;3288;p97"/>
          <p:cNvSpPr txBox="1"/>
          <p:nvPr/>
        </p:nvSpPr>
        <p:spPr>
          <a:xfrm>
            <a:off x="5140763"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Tools</a:t>
            </a:r>
            <a:endParaRPr sz="1800">
              <a:solidFill>
                <a:srgbClr val="252525"/>
              </a:solidFill>
              <a:latin typeface="Arial"/>
              <a:ea typeface="Arial"/>
              <a:cs typeface="Arial"/>
              <a:sym typeface="Arial"/>
            </a:endParaRPr>
          </a:p>
        </p:txBody>
      </p:sp>
      <p:sp>
        <p:nvSpPr>
          <p:cNvPr id="3289" name="Google Shape;3289;p97"/>
          <p:cNvSpPr txBox="1"/>
          <p:nvPr/>
        </p:nvSpPr>
        <p:spPr>
          <a:xfrm>
            <a:off x="387581"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Refresh</a:t>
            </a:r>
            <a:endParaRPr sz="1800">
              <a:solidFill>
                <a:srgbClr val="252525"/>
              </a:solidFill>
              <a:latin typeface="Arial"/>
              <a:ea typeface="Arial"/>
              <a:cs typeface="Arial"/>
              <a:sym typeface="Arial"/>
            </a:endParaRPr>
          </a:p>
        </p:txBody>
      </p:sp>
      <p:sp>
        <p:nvSpPr>
          <p:cNvPr id="3290" name="Google Shape;3290;p97"/>
          <p:cNvSpPr txBox="1"/>
          <p:nvPr/>
        </p:nvSpPr>
        <p:spPr>
          <a:xfrm>
            <a:off x="5932960"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Services</a:t>
            </a:r>
            <a:endParaRPr sz="1800">
              <a:solidFill>
                <a:srgbClr val="252525"/>
              </a:solidFill>
              <a:latin typeface="Arial"/>
              <a:ea typeface="Arial"/>
              <a:cs typeface="Arial"/>
              <a:sym typeface="Arial"/>
            </a:endParaRPr>
          </a:p>
        </p:txBody>
      </p:sp>
      <p:sp>
        <p:nvSpPr>
          <p:cNvPr id="3291" name="Google Shape;3291;p97"/>
          <p:cNvSpPr/>
          <p:nvPr/>
        </p:nvSpPr>
        <p:spPr>
          <a:xfrm>
            <a:off x="1275924" y="1842271"/>
            <a:ext cx="233391" cy="233391"/>
          </a:xfrm>
          <a:custGeom>
            <a:rect b="b" l="l" r="r" t="t"/>
            <a:pathLst>
              <a:path extrusionOk="0" h="300181" w="300181">
                <a:moveTo>
                  <a:pt x="150091" y="0"/>
                </a:moveTo>
                <a:cubicBezTo>
                  <a:pt x="67198" y="0"/>
                  <a:pt x="0" y="67198"/>
                  <a:pt x="0" y="150091"/>
                </a:cubicBezTo>
                <a:cubicBezTo>
                  <a:pt x="0" y="232984"/>
                  <a:pt x="67198" y="300182"/>
                  <a:pt x="150091" y="300182"/>
                </a:cubicBezTo>
                <a:cubicBezTo>
                  <a:pt x="232984" y="300182"/>
                  <a:pt x="300182" y="232984"/>
                  <a:pt x="300182" y="150091"/>
                </a:cubicBezTo>
                <a:cubicBezTo>
                  <a:pt x="300080" y="67240"/>
                  <a:pt x="232942" y="102"/>
                  <a:pt x="150091" y="0"/>
                </a:cubicBezTo>
                <a:close/>
                <a:moveTo>
                  <a:pt x="23091" y="150091"/>
                </a:moveTo>
                <a:cubicBezTo>
                  <a:pt x="23051" y="80002"/>
                  <a:pt x="79837" y="23151"/>
                  <a:pt x="149926" y="23111"/>
                </a:cubicBezTo>
                <a:cubicBezTo>
                  <a:pt x="179656" y="23094"/>
                  <a:pt x="208447" y="33514"/>
                  <a:pt x="231279" y="52555"/>
                </a:cubicBezTo>
                <a:lnTo>
                  <a:pt x="52555" y="231279"/>
                </a:lnTo>
                <a:cubicBezTo>
                  <a:pt x="33495" y="208521"/>
                  <a:pt x="23063" y="179776"/>
                  <a:pt x="23091" y="150091"/>
                </a:cubicBezTo>
                <a:close/>
                <a:moveTo>
                  <a:pt x="150091" y="277091"/>
                </a:moveTo>
                <a:cubicBezTo>
                  <a:pt x="120406" y="277119"/>
                  <a:pt x="91661" y="266687"/>
                  <a:pt x="68903" y="247627"/>
                </a:cubicBezTo>
                <a:lnTo>
                  <a:pt x="247627" y="68903"/>
                </a:lnTo>
                <a:cubicBezTo>
                  <a:pt x="292517" y="122731"/>
                  <a:pt x="285272" y="202757"/>
                  <a:pt x="231444" y="247646"/>
                </a:cubicBezTo>
                <a:cubicBezTo>
                  <a:pt x="208612" y="266687"/>
                  <a:pt x="179820" y="277108"/>
                  <a:pt x="150091" y="27709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nvGrpSpPr>
          <p:cNvPr id="3292" name="Google Shape;3292;p97"/>
          <p:cNvGrpSpPr/>
          <p:nvPr/>
        </p:nvGrpSpPr>
        <p:grpSpPr>
          <a:xfrm>
            <a:off x="2068303" y="1845469"/>
            <a:ext cx="233092" cy="226465"/>
            <a:chOff x="934639" y="333073"/>
            <a:chExt cx="300221" cy="291686"/>
          </a:xfrm>
        </p:grpSpPr>
        <p:sp>
          <p:nvSpPr>
            <p:cNvPr id="3293" name="Google Shape;3293;p97"/>
            <p:cNvSpPr/>
            <p:nvPr/>
          </p:nvSpPr>
          <p:spPr>
            <a:xfrm>
              <a:off x="934639" y="333073"/>
              <a:ext cx="300221" cy="291686"/>
            </a:xfrm>
            <a:custGeom>
              <a:rect b="b" l="l" r="r" t="t"/>
              <a:pathLst>
                <a:path extrusionOk="0" h="291686" w="300221">
                  <a:moveTo>
                    <a:pt x="153545" y="2"/>
                  </a:moveTo>
                  <a:cubicBezTo>
                    <a:pt x="147169" y="2"/>
                    <a:pt x="142000" y="5171"/>
                    <a:pt x="142000" y="11548"/>
                  </a:cubicBezTo>
                  <a:cubicBezTo>
                    <a:pt x="142000" y="17924"/>
                    <a:pt x="147169" y="23093"/>
                    <a:pt x="153545" y="23093"/>
                  </a:cubicBezTo>
                  <a:cubicBezTo>
                    <a:pt x="220616" y="24103"/>
                    <a:pt x="274457" y="78766"/>
                    <a:pt x="274449" y="145845"/>
                  </a:cubicBezTo>
                  <a:cubicBezTo>
                    <a:pt x="275222" y="212590"/>
                    <a:pt x="221948" y="267432"/>
                    <a:pt x="155208" y="268596"/>
                  </a:cubicBezTo>
                  <a:cubicBezTo>
                    <a:pt x="93555" y="267808"/>
                    <a:pt x="42356" y="220786"/>
                    <a:pt x="36336" y="159422"/>
                  </a:cubicBezTo>
                  <a:cubicBezTo>
                    <a:pt x="39822" y="161543"/>
                    <a:pt x="44368" y="160436"/>
                    <a:pt x="46489" y="156950"/>
                  </a:cubicBezTo>
                  <a:cubicBezTo>
                    <a:pt x="48213" y="154117"/>
                    <a:pt x="47838" y="150483"/>
                    <a:pt x="45572" y="148061"/>
                  </a:cubicBezTo>
                  <a:lnTo>
                    <a:pt x="27100" y="132175"/>
                  </a:lnTo>
                  <a:cubicBezTo>
                    <a:pt x="25665" y="130813"/>
                    <a:pt x="23711" y="130139"/>
                    <a:pt x="21743" y="130327"/>
                  </a:cubicBezTo>
                  <a:cubicBezTo>
                    <a:pt x="19727" y="130406"/>
                    <a:pt x="17843" y="131348"/>
                    <a:pt x="16570" y="132914"/>
                  </a:cubicBezTo>
                  <a:lnTo>
                    <a:pt x="1700" y="151294"/>
                  </a:lnTo>
                  <a:cubicBezTo>
                    <a:pt x="-887" y="154444"/>
                    <a:pt x="-476" y="159085"/>
                    <a:pt x="2623" y="161731"/>
                  </a:cubicBezTo>
                  <a:cubicBezTo>
                    <a:pt x="3928" y="162870"/>
                    <a:pt x="5602" y="163494"/>
                    <a:pt x="7334" y="163486"/>
                  </a:cubicBezTo>
                  <a:cubicBezTo>
                    <a:pt x="9572" y="163443"/>
                    <a:pt x="11660" y="162347"/>
                    <a:pt x="12968" y="160530"/>
                  </a:cubicBezTo>
                  <a:lnTo>
                    <a:pt x="12968" y="160530"/>
                  </a:lnTo>
                  <a:cubicBezTo>
                    <a:pt x="19614" y="234315"/>
                    <a:pt x="81128" y="291036"/>
                    <a:pt x="155208" y="291687"/>
                  </a:cubicBezTo>
                  <a:cubicBezTo>
                    <a:pt x="235755" y="291228"/>
                    <a:pt x="300678" y="225560"/>
                    <a:pt x="300219" y="145013"/>
                  </a:cubicBezTo>
                  <a:cubicBezTo>
                    <a:pt x="299760" y="64467"/>
                    <a:pt x="234092" y="-457"/>
                    <a:pt x="153545" y="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94" name="Google Shape;3294;p97"/>
            <p:cNvSpPr/>
            <p:nvPr/>
          </p:nvSpPr>
          <p:spPr>
            <a:xfrm>
              <a:off x="1076731" y="418315"/>
              <a:ext cx="60879" cy="134222"/>
            </a:xfrm>
            <a:custGeom>
              <a:rect b="b" l="l" r="r" t="t"/>
              <a:pathLst>
                <a:path extrusionOk="0" h="134222" w="60879">
                  <a:moveTo>
                    <a:pt x="10252" y="134216"/>
                  </a:moveTo>
                  <a:cubicBezTo>
                    <a:pt x="16268" y="134420"/>
                    <a:pt x="21310" y="129709"/>
                    <a:pt x="21514" y="123693"/>
                  </a:cubicBezTo>
                  <a:cubicBezTo>
                    <a:pt x="21519" y="123567"/>
                    <a:pt x="21521" y="123443"/>
                    <a:pt x="21521" y="123317"/>
                  </a:cubicBezTo>
                  <a:lnTo>
                    <a:pt x="21521" y="55430"/>
                  </a:lnTo>
                  <a:lnTo>
                    <a:pt x="57727" y="18484"/>
                  </a:lnTo>
                  <a:cubicBezTo>
                    <a:pt x="61930" y="14237"/>
                    <a:pt x="61930" y="7399"/>
                    <a:pt x="57727" y="3152"/>
                  </a:cubicBezTo>
                  <a:cubicBezTo>
                    <a:pt x="53480" y="-1051"/>
                    <a:pt x="46642" y="-1051"/>
                    <a:pt x="42395" y="3152"/>
                  </a:cubicBezTo>
                  <a:lnTo>
                    <a:pt x="3048" y="43238"/>
                  </a:lnTo>
                  <a:cubicBezTo>
                    <a:pt x="1108" y="45210"/>
                    <a:pt x="15" y="47861"/>
                    <a:pt x="0" y="50627"/>
                  </a:cubicBezTo>
                  <a:lnTo>
                    <a:pt x="0" y="123317"/>
                  </a:lnTo>
                  <a:cubicBezTo>
                    <a:pt x="-10" y="129093"/>
                    <a:pt x="4487" y="133873"/>
                    <a:pt x="10252" y="13421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95" name="Google Shape;3295;p97"/>
          <p:cNvGrpSpPr/>
          <p:nvPr/>
        </p:nvGrpSpPr>
        <p:grpSpPr>
          <a:xfrm>
            <a:off x="3628216" y="1832947"/>
            <a:ext cx="282037" cy="251501"/>
            <a:chOff x="793185" y="298688"/>
            <a:chExt cx="300263" cy="267754"/>
          </a:xfrm>
        </p:grpSpPr>
        <p:sp>
          <p:nvSpPr>
            <p:cNvPr id="3296" name="Google Shape;3296;p97"/>
            <p:cNvSpPr/>
            <p:nvPr/>
          </p:nvSpPr>
          <p:spPr>
            <a:xfrm>
              <a:off x="793185" y="298688"/>
              <a:ext cx="300263" cy="267754"/>
            </a:xfrm>
            <a:custGeom>
              <a:rect b="b" l="l" r="r" t="t"/>
              <a:pathLst>
                <a:path extrusionOk="0" h="267754" w="300263">
                  <a:moveTo>
                    <a:pt x="175410" y="14493"/>
                  </a:moveTo>
                  <a:cubicBezTo>
                    <a:pt x="167292" y="566"/>
                    <a:pt x="149422" y="-4142"/>
                    <a:pt x="135496" y="3976"/>
                  </a:cubicBezTo>
                  <a:cubicBezTo>
                    <a:pt x="131141" y="6515"/>
                    <a:pt x="127518" y="10138"/>
                    <a:pt x="124980" y="14493"/>
                  </a:cubicBezTo>
                  <a:lnTo>
                    <a:pt x="3983" y="223973"/>
                  </a:lnTo>
                  <a:cubicBezTo>
                    <a:pt x="-1328" y="232978"/>
                    <a:pt x="-1328" y="244156"/>
                    <a:pt x="3983" y="253160"/>
                  </a:cubicBezTo>
                  <a:cubicBezTo>
                    <a:pt x="9160" y="262242"/>
                    <a:pt x="18837" y="267823"/>
                    <a:pt x="29291" y="267754"/>
                  </a:cubicBezTo>
                  <a:lnTo>
                    <a:pt x="271099" y="267754"/>
                  </a:lnTo>
                  <a:cubicBezTo>
                    <a:pt x="287218" y="267742"/>
                    <a:pt x="300276" y="254664"/>
                    <a:pt x="300264" y="238545"/>
                  </a:cubicBezTo>
                  <a:cubicBezTo>
                    <a:pt x="300260" y="233465"/>
                    <a:pt x="298930" y="228474"/>
                    <a:pt x="296406" y="224066"/>
                  </a:cubicBezTo>
                  <a:close/>
                  <a:moveTo>
                    <a:pt x="276364" y="241615"/>
                  </a:moveTo>
                  <a:cubicBezTo>
                    <a:pt x="275241" y="243447"/>
                    <a:pt x="273248" y="244566"/>
                    <a:pt x="271099" y="244570"/>
                  </a:cubicBezTo>
                  <a:lnTo>
                    <a:pt x="29291" y="244570"/>
                  </a:lnTo>
                  <a:cubicBezTo>
                    <a:pt x="27142" y="244566"/>
                    <a:pt x="25149" y="243447"/>
                    <a:pt x="24026" y="241615"/>
                  </a:cubicBezTo>
                  <a:cubicBezTo>
                    <a:pt x="22918" y="239734"/>
                    <a:pt x="22918" y="237399"/>
                    <a:pt x="24026" y="235519"/>
                  </a:cubicBezTo>
                  <a:lnTo>
                    <a:pt x="144930" y="26038"/>
                  </a:lnTo>
                  <a:cubicBezTo>
                    <a:pt x="146727" y="23130"/>
                    <a:pt x="150539" y="22229"/>
                    <a:pt x="153447" y="24026"/>
                  </a:cubicBezTo>
                  <a:cubicBezTo>
                    <a:pt x="154265" y="24531"/>
                    <a:pt x="154954" y="25220"/>
                    <a:pt x="155460" y="26038"/>
                  </a:cubicBezTo>
                  <a:lnTo>
                    <a:pt x="276364" y="235519"/>
                  </a:lnTo>
                  <a:cubicBezTo>
                    <a:pt x="277472" y="237399"/>
                    <a:pt x="277472" y="239734"/>
                    <a:pt x="276364" y="24161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97" name="Google Shape;3297;p97"/>
            <p:cNvSpPr/>
            <p:nvPr/>
          </p:nvSpPr>
          <p:spPr>
            <a:xfrm>
              <a:off x="932110" y="495784"/>
              <a:ext cx="23369" cy="23737"/>
            </a:xfrm>
            <a:custGeom>
              <a:rect b="b" l="l" r="r" t="t"/>
              <a:pathLst>
                <a:path extrusionOk="0" h="23737" w="23369">
                  <a:moveTo>
                    <a:pt x="11547" y="0"/>
                  </a:moveTo>
                  <a:cubicBezTo>
                    <a:pt x="5119" y="51"/>
                    <a:pt x="-49" y="5303"/>
                    <a:pt x="2" y="11729"/>
                  </a:cubicBezTo>
                  <a:cubicBezTo>
                    <a:pt x="2" y="11729"/>
                    <a:pt x="2" y="11730"/>
                    <a:pt x="2" y="11730"/>
                  </a:cubicBezTo>
                  <a:cubicBezTo>
                    <a:pt x="-102" y="18224"/>
                    <a:pt x="5054" y="23586"/>
                    <a:pt x="11547" y="23737"/>
                  </a:cubicBezTo>
                  <a:cubicBezTo>
                    <a:pt x="18106" y="23637"/>
                    <a:pt x="23370" y="18290"/>
                    <a:pt x="23370" y="11730"/>
                  </a:cubicBezTo>
                  <a:cubicBezTo>
                    <a:pt x="23319" y="5237"/>
                    <a:pt x="18040" y="0"/>
                    <a:pt x="11547"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298" name="Google Shape;3298;p97"/>
            <p:cNvSpPr/>
            <p:nvPr/>
          </p:nvSpPr>
          <p:spPr>
            <a:xfrm>
              <a:off x="932111" y="384116"/>
              <a:ext cx="22536" cy="99475"/>
            </a:xfrm>
            <a:custGeom>
              <a:rect b="b" l="l" r="r" t="t"/>
              <a:pathLst>
                <a:path extrusionOk="0" h="99475" w="22536">
                  <a:moveTo>
                    <a:pt x="18565" y="99476"/>
                  </a:moveTo>
                  <a:lnTo>
                    <a:pt x="22537" y="0"/>
                  </a:lnTo>
                  <a:lnTo>
                    <a:pt x="0" y="0"/>
                  </a:lnTo>
                  <a:lnTo>
                    <a:pt x="3972" y="99476"/>
                  </a:lnTo>
                  <a:lnTo>
                    <a:pt x="18565" y="99476"/>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299" name="Google Shape;3299;p97"/>
          <p:cNvGrpSpPr/>
          <p:nvPr/>
        </p:nvGrpSpPr>
        <p:grpSpPr>
          <a:xfrm>
            <a:off x="4427939" y="1825208"/>
            <a:ext cx="267027" cy="267022"/>
            <a:chOff x="1251207" y="241459"/>
            <a:chExt cx="295318" cy="295313"/>
          </a:xfrm>
        </p:grpSpPr>
        <p:sp>
          <p:nvSpPr>
            <p:cNvPr id="3300" name="Google Shape;3300;p97"/>
            <p:cNvSpPr/>
            <p:nvPr/>
          </p:nvSpPr>
          <p:spPr>
            <a:xfrm>
              <a:off x="1251207" y="241459"/>
              <a:ext cx="295318" cy="295313"/>
            </a:xfrm>
            <a:custGeom>
              <a:rect b="b" l="l" r="r" t="t"/>
              <a:pathLst>
                <a:path extrusionOk="0" h="295313" w="295318">
                  <a:moveTo>
                    <a:pt x="146192" y="7733"/>
                  </a:moveTo>
                  <a:cubicBezTo>
                    <a:pt x="140759" y="2318"/>
                    <a:pt x="133246" y="-478"/>
                    <a:pt x="125595" y="67"/>
                  </a:cubicBezTo>
                  <a:lnTo>
                    <a:pt x="31384" y="6902"/>
                  </a:lnTo>
                  <a:cubicBezTo>
                    <a:pt x="18307" y="7911"/>
                    <a:pt x="7916" y="18301"/>
                    <a:pt x="6908" y="31378"/>
                  </a:cubicBezTo>
                  <a:lnTo>
                    <a:pt x="73" y="125589"/>
                  </a:lnTo>
                  <a:cubicBezTo>
                    <a:pt x="-497" y="133244"/>
                    <a:pt x="2303" y="140766"/>
                    <a:pt x="7739" y="146186"/>
                  </a:cubicBezTo>
                  <a:lnTo>
                    <a:pt x="149332" y="287780"/>
                  </a:lnTo>
                  <a:cubicBezTo>
                    <a:pt x="159600" y="297824"/>
                    <a:pt x="176011" y="297824"/>
                    <a:pt x="186278" y="287780"/>
                  </a:cubicBezTo>
                  <a:lnTo>
                    <a:pt x="287786" y="186734"/>
                  </a:lnTo>
                  <a:cubicBezTo>
                    <a:pt x="297830" y="176467"/>
                    <a:pt x="297830" y="160056"/>
                    <a:pt x="287786" y="149789"/>
                  </a:cubicBezTo>
                  <a:close/>
                  <a:moveTo>
                    <a:pt x="271807" y="170847"/>
                  </a:moveTo>
                  <a:lnTo>
                    <a:pt x="170853" y="271801"/>
                  </a:lnTo>
                  <a:cubicBezTo>
                    <a:pt x="169006" y="273741"/>
                    <a:pt x="167528" y="273741"/>
                    <a:pt x="165588" y="271801"/>
                  </a:cubicBezTo>
                  <a:lnTo>
                    <a:pt x="23718" y="130115"/>
                  </a:lnTo>
                  <a:cubicBezTo>
                    <a:pt x="23101" y="129263"/>
                    <a:pt x="22867" y="128192"/>
                    <a:pt x="23071" y="127159"/>
                  </a:cubicBezTo>
                  <a:lnTo>
                    <a:pt x="29537" y="33041"/>
                  </a:lnTo>
                  <a:cubicBezTo>
                    <a:pt x="29585" y="31123"/>
                    <a:pt x="31129" y="29580"/>
                    <a:pt x="33047" y="29531"/>
                  </a:cubicBezTo>
                  <a:lnTo>
                    <a:pt x="127165" y="23066"/>
                  </a:lnTo>
                  <a:lnTo>
                    <a:pt x="127165" y="23066"/>
                  </a:lnTo>
                  <a:cubicBezTo>
                    <a:pt x="128176" y="23032"/>
                    <a:pt x="129152" y="23436"/>
                    <a:pt x="129844" y="24174"/>
                  </a:cubicBezTo>
                  <a:lnTo>
                    <a:pt x="271807" y="165398"/>
                  </a:lnTo>
                  <a:cubicBezTo>
                    <a:pt x="272517" y="166108"/>
                    <a:pt x="272915" y="167072"/>
                    <a:pt x="272915" y="168077"/>
                  </a:cubicBezTo>
                  <a:cubicBezTo>
                    <a:pt x="272910" y="169107"/>
                    <a:pt x="272514" y="170097"/>
                    <a:pt x="271807" y="1708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01" name="Google Shape;3301;p97"/>
            <p:cNvSpPr/>
            <p:nvPr/>
          </p:nvSpPr>
          <p:spPr>
            <a:xfrm>
              <a:off x="1306886" y="297217"/>
              <a:ext cx="44705" cy="44704"/>
            </a:xfrm>
            <a:custGeom>
              <a:rect b="b" l="l" r="r" t="t"/>
              <a:pathLst>
                <a:path extrusionOk="0" h="44704" w="44705">
                  <a:moveTo>
                    <a:pt x="22811" y="5"/>
                  </a:moveTo>
                  <a:cubicBezTo>
                    <a:pt x="10469" y="-249"/>
                    <a:pt x="258" y="9551"/>
                    <a:pt x="5" y="21893"/>
                  </a:cubicBezTo>
                  <a:cubicBezTo>
                    <a:pt x="-249" y="34236"/>
                    <a:pt x="9551" y="44446"/>
                    <a:pt x="21893" y="44700"/>
                  </a:cubicBezTo>
                  <a:cubicBezTo>
                    <a:pt x="34235" y="44953"/>
                    <a:pt x="44446" y="35153"/>
                    <a:pt x="44699" y="22811"/>
                  </a:cubicBezTo>
                  <a:cubicBezTo>
                    <a:pt x="44700" y="22783"/>
                    <a:pt x="44700" y="22754"/>
                    <a:pt x="44701" y="22726"/>
                  </a:cubicBezTo>
                  <a:cubicBezTo>
                    <a:pt x="44958" y="10435"/>
                    <a:pt x="35202" y="263"/>
                    <a:pt x="22911" y="7"/>
                  </a:cubicBezTo>
                  <a:cubicBezTo>
                    <a:pt x="22878" y="6"/>
                    <a:pt x="22844" y="5"/>
                    <a:pt x="22811" y="5"/>
                  </a:cubicBezTo>
                  <a:close/>
                  <a:moveTo>
                    <a:pt x="22811" y="30115"/>
                  </a:moveTo>
                  <a:cubicBezTo>
                    <a:pt x="18482" y="30363"/>
                    <a:pt x="14772" y="27055"/>
                    <a:pt x="14524" y="22726"/>
                  </a:cubicBezTo>
                  <a:cubicBezTo>
                    <a:pt x="14276" y="18397"/>
                    <a:pt x="17584" y="14687"/>
                    <a:pt x="21913" y="14439"/>
                  </a:cubicBezTo>
                  <a:cubicBezTo>
                    <a:pt x="26242" y="14191"/>
                    <a:pt x="29952" y="17499"/>
                    <a:pt x="30200" y="21828"/>
                  </a:cubicBezTo>
                  <a:cubicBezTo>
                    <a:pt x="30217" y="22127"/>
                    <a:pt x="30217" y="22427"/>
                    <a:pt x="30200" y="22726"/>
                  </a:cubicBezTo>
                  <a:cubicBezTo>
                    <a:pt x="29972" y="26709"/>
                    <a:pt x="26793" y="29887"/>
                    <a:pt x="22811" y="3011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02" name="Google Shape;3302;p97"/>
          <p:cNvSpPr/>
          <p:nvPr/>
        </p:nvSpPr>
        <p:spPr>
          <a:xfrm>
            <a:off x="2836085" y="1821198"/>
            <a:ext cx="281679" cy="201244"/>
          </a:xfrm>
          <a:custGeom>
            <a:rect b="b" l="l" r="r" t="t"/>
            <a:pathLst>
              <a:path extrusionOk="0" h="208004" w="291141">
                <a:moveTo>
                  <a:pt x="63715" y="70737"/>
                </a:moveTo>
                <a:cubicBezTo>
                  <a:pt x="25863" y="73502"/>
                  <a:pt x="-2580" y="106428"/>
                  <a:pt x="186" y="144279"/>
                </a:cubicBezTo>
                <a:cubicBezTo>
                  <a:pt x="2824" y="180399"/>
                  <a:pt x="33042" y="208271"/>
                  <a:pt x="69257" y="207989"/>
                </a:cubicBezTo>
                <a:lnTo>
                  <a:pt x="232925" y="207989"/>
                </a:lnTo>
                <a:cubicBezTo>
                  <a:pt x="264340" y="208718"/>
                  <a:pt x="290396" y="183843"/>
                  <a:pt x="291126" y="152429"/>
                </a:cubicBezTo>
                <a:cubicBezTo>
                  <a:pt x="291557" y="133821"/>
                  <a:pt x="282860" y="116178"/>
                  <a:pt x="267838" y="105188"/>
                </a:cubicBezTo>
                <a:cubicBezTo>
                  <a:pt x="267983" y="47240"/>
                  <a:pt x="221125" y="146"/>
                  <a:pt x="163177" y="0"/>
                </a:cubicBezTo>
                <a:cubicBezTo>
                  <a:pt x="118309" y="-112"/>
                  <a:pt x="78334" y="28317"/>
                  <a:pt x="63715" y="70737"/>
                </a:cubicBezTo>
                <a:close/>
                <a:moveTo>
                  <a:pt x="244655" y="105188"/>
                </a:moveTo>
                <a:cubicBezTo>
                  <a:pt x="244655" y="106574"/>
                  <a:pt x="244655" y="107774"/>
                  <a:pt x="244655" y="109067"/>
                </a:cubicBezTo>
                <a:lnTo>
                  <a:pt x="244655" y="110361"/>
                </a:lnTo>
                <a:cubicBezTo>
                  <a:pt x="244338" y="114786"/>
                  <a:pt x="246605" y="118996"/>
                  <a:pt x="250474" y="121167"/>
                </a:cubicBezTo>
                <a:cubicBezTo>
                  <a:pt x="266969" y="130020"/>
                  <a:pt x="273164" y="150569"/>
                  <a:pt x="264311" y="167064"/>
                </a:cubicBezTo>
                <a:cubicBezTo>
                  <a:pt x="258148" y="178549"/>
                  <a:pt x="245945" y="185482"/>
                  <a:pt x="232925" y="184898"/>
                </a:cubicBezTo>
                <a:lnTo>
                  <a:pt x="69257" y="184898"/>
                </a:lnTo>
                <a:cubicBezTo>
                  <a:pt x="44057" y="184898"/>
                  <a:pt x="23629" y="164470"/>
                  <a:pt x="23629" y="139270"/>
                </a:cubicBezTo>
                <a:cubicBezTo>
                  <a:pt x="23629" y="114071"/>
                  <a:pt x="44057" y="93643"/>
                  <a:pt x="69257" y="93643"/>
                </a:cubicBezTo>
                <a:lnTo>
                  <a:pt x="69257" y="93643"/>
                </a:lnTo>
                <a:lnTo>
                  <a:pt x="71473" y="93643"/>
                </a:lnTo>
                <a:cubicBezTo>
                  <a:pt x="76915" y="93855"/>
                  <a:pt x="81765" y="90237"/>
                  <a:pt x="83111" y="84961"/>
                </a:cubicBezTo>
                <a:cubicBezTo>
                  <a:pt x="94388" y="41142"/>
                  <a:pt x="139052" y="14761"/>
                  <a:pt x="182871" y="26038"/>
                </a:cubicBezTo>
                <a:cubicBezTo>
                  <a:pt x="218938" y="35320"/>
                  <a:pt x="244207" y="67762"/>
                  <a:pt x="244378" y="10500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03" name="Google Shape;3303;p97"/>
          <p:cNvSpPr/>
          <p:nvPr/>
        </p:nvSpPr>
        <p:spPr>
          <a:xfrm flipH="1">
            <a:off x="5233536" y="1829394"/>
            <a:ext cx="240239" cy="240030"/>
          </a:xfrm>
          <a:custGeom>
            <a:rect b="b" l="l" r="r" t="t"/>
            <a:pathLst>
              <a:path extrusionOk="0" h="295422" w="295679">
                <a:moveTo>
                  <a:pt x="157640" y="111664"/>
                </a:moveTo>
                <a:cubicBezTo>
                  <a:pt x="174217" y="69727"/>
                  <a:pt x="153658" y="22293"/>
                  <a:pt x="111722" y="5717"/>
                </a:cubicBezTo>
                <a:cubicBezTo>
                  <a:pt x="91959" y="-2095"/>
                  <a:pt x="69930" y="-1894"/>
                  <a:pt x="50314" y="6277"/>
                </a:cubicBezTo>
                <a:cubicBezTo>
                  <a:pt x="46784" y="7724"/>
                  <a:pt x="44217" y="10847"/>
                  <a:pt x="43479" y="14589"/>
                </a:cubicBezTo>
                <a:cubicBezTo>
                  <a:pt x="42811" y="18313"/>
                  <a:pt x="43980" y="22131"/>
                  <a:pt x="46619" y="24842"/>
                </a:cubicBezTo>
                <a:lnTo>
                  <a:pt x="81163" y="59293"/>
                </a:lnTo>
                <a:cubicBezTo>
                  <a:pt x="84018" y="62164"/>
                  <a:pt x="85613" y="66052"/>
                  <a:pt x="85597" y="70100"/>
                </a:cubicBezTo>
                <a:cubicBezTo>
                  <a:pt x="85630" y="78517"/>
                  <a:pt x="78834" y="85367"/>
                  <a:pt x="70417" y="85400"/>
                </a:cubicBezTo>
                <a:cubicBezTo>
                  <a:pt x="66340" y="85417"/>
                  <a:pt x="62425" y="83798"/>
                  <a:pt x="59550" y="80906"/>
                </a:cubicBezTo>
                <a:lnTo>
                  <a:pt x="25006" y="46362"/>
                </a:lnTo>
                <a:cubicBezTo>
                  <a:pt x="20546" y="41949"/>
                  <a:pt x="13353" y="41987"/>
                  <a:pt x="8940" y="46447"/>
                </a:cubicBezTo>
                <a:cubicBezTo>
                  <a:pt x="7913" y="47485"/>
                  <a:pt x="7096" y="48710"/>
                  <a:pt x="6533" y="50057"/>
                </a:cubicBezTo>
                <a:cubicBezTo>
                  <a:pt x="-11083" y="91401"/>
                  <a:pt x="8152" y="139198"/>
                  <a:pt x="49496" y="156815"/>
                </a:cubicBezTo>
                <a:cubicBezTo>
                  <a:pt x="69401" y="165295"/>
                  <a:pt x="91864" y="165500"/>
                  <a:pt x="111920" y="157384"/>
                </a:cubicBezTo>
                <a:lnTo>
                  <a:pt x="240490" y="285954"/>
                </a:lnTo>
                <a:cubicBezTo>
                  <a:pt x="253116" y="298579"/>
                  <a:pt x="273585" y="298579"/>
                  <a:pt x="286210" y="285954"/>
                </a:cubicBezTo>
                <a:cubicBezTo>
                  <a:pt x="298836" y="273329"/>
                  <a:pt x="298836" y="252859"/>
                  <a:pt x="286210" y="240234"/>
                </a:cubicBezTo>
                <a:close/>
                <a:moveTo>
                  <a:pt x="109149" y="133831"/>
                </a:moveTo>
                <a:cubicBezTo>
                  <a:pt x="80183" y="148780"/>
                  <a:pt x="44583" y="137416"/>
                  <a:pt x="29634" y="108450"/>
                </a:cubicBezTo>
                <a:cubicBezTo>
                  <a:pt x="24580" y="98657"/>
                  <a:pt x="22369" y="87643"/>
                  <a:pt x="23251" y="76658"/>
                </a:cubicBezTo>
                <a:lnTo>
                  <a:pt x="43479" y="96885"/>
                </a:lnTo>
                <a:cubicBezTo>
                  <a:pt x="58343" y="111594"/>
                  <a:pt x="82278" y="111594"/>
                  <a:pt x="97142" y="96885"/>
                </a:cubicBezTo>
                <a:cubicBezTo>
                  <a:pt x="111986" y="82152"/>
                  <a:pt x="112076" y="58175"/>
                  <a:pt x="97343" y="43331"/>
                </a:cubicBezTo>
                <a:cubicBezTo>
                  <a:pt x="97276" y="43263"/>
                  <a:pt x="97209" y="43196"/>
                  <a:pt x="97142" y="43130"/>
                </a:cubicBezTo>
                <a:lnTo>
                  <a:pt x="76914" y="22994"/>
                </a:lnTo>
                <a:cubicBezTo>
                  <a:pt x="94069" y="21512"/>
                  <a:pt x="110995" y="27740"/>
                  <a:pt x="123096" y="39989"/>
                </a:cubicBezTo>
                <a:cubicBezTo>
                  <a:pt x="141522" y="57999"/>
                  <a:pt x="145986" y="85947"/>
                  <a:pt x="134087" y="108800"/>
                </a:cubicBezTo>
                <a:cubicBezTo>
                  <a:pt x="131318" y="114099"/>
                  <a:pt x="127734" y="118930"/>
                  <a:pt x="123466" y="123117"/>
                </a:cubicBezTo>
                <a:cubicBezTo>
                  <a:pt x="119248" y="127375"/>
                  <a:pt x="114423" y="130985"/>
                  <a:pt x="109149" y="133831"/>
                </a:cubicBezTo>
                <a:close/>
                <a:moveTo>
                  <a:pt x="270139" y="269882"/>
                </a:moveTo>
                <a:cubicBezTo>
                  <a:pt x="266329" y="273484"/>
                  <a:pt x="260372" y="273484"/>
                  <a:pt x="256562" y="269882"/>
                </a:cubicBezTo>
                <a:lnTo>
                  <a:pt x="132333" y="145653"/>
                </a:lnTo>
                <a:cubicBezTo>
                  <a:pt x="134810" y="143651"/>
                  <a:pt x="137184" y="141524"/>
                  <a:pt x="139445" y="139280"/>
                </a:cubicBezTo>
                <a:cubicBezTo>
                  <a:pt x="141721" y="136991"/>
                  <a:pt x="143879" y="134585"/>
                  <a:pt x="145910" y="132076"/>
                </a:cubicBezTo>
                <a:lnTo>
                  <a:pt x="270139" y="256305"/>
                </a:lnTo>
                <a:cubicBezTo>
                  <a:pt x="273836" y="260076"/>
                  <a:pt x="273836" y="266111"/>
                  <a:pt x="270139" y="26988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nvGrpSpPr>
          <p:cNvPr id="3304" name="Google Shape;3304;p97"/>
          <p:cNvGrpSpPr/>
          <p:nvPr/>
        </p:nvGrpSpPr>
        <p:grpSpPr>
          <a:xfrm>
            <a:off x="6009135" y="1826386"/>
            <a:ext cx="273275" cy="270465"/>
            <a:chOff x="1228750" y="3855919"/>
            <a:chExt cx="407205" cy="401522"/>
          </a:xfrm>
        </p:grpSpPr>
        <p:sp>
          <p:nvSpPr>
            <p:cNvPr id="3305" name="Google Shape;3305;p97"/>
            <p:cNvSpPr/>
            <p:nvPr/>
          </p:nvSpPr>
          <p:spPr>
            <a:xfrm>
              <a:off x="1228750" y="3855919"/>
              <a:ext cx="397072" cy="398404"/>
            </a:xfrm>
            <a:custGeom>
              <a:rect b="b" l="l" r="r" t="t"/>
              <a:pathLst>
                <a:path extrusionOk="0" h="1517728" w="1512655">
                  <a:moveTo>
                    <a:pt x="98757" y="912439"/>
                  </a:moveTo>
                  <a:cubicBezTo>
                    <a:pt x="126132" y="881895"/>
                    <a:pt x="181740" y="859319"/>
                    <a:pt x="252556" y="849359"/>
                  </a:cubicBezTo>
                  <a:lnTo>
                    <a:pt x="252556" y="755544"/>
                  </a:lnTo>
                  <a:cubicBezTo>
                    <a:pt x="251605" y="738166"/>
                    <a:pt x="251605" y="720750"/>
                    <a:pt x="252556" y="703372"/>
                  </a:cubicBezTo>
                  <a:cubicBezTo>
                    <a:pt x="256008" y="681087"/>
                    <a:pt x="257755" y="658573"/>
                    <a:pt x="257784" y="636023"/>
                  </a:cubicBezTo>
                  <a:cubicBezTo>
                    <a:pt x="257869" y="614863"/>
                    <a:pt x="246539" y="595294"/>
                    <a:pt x="228127" y="584800"/>
                  </a:cubicBezTo>
                  <a:lnTo>
                    <a:pt x="141151" y="534525"/>
                  </a:lnTo>
                  <a:lnTo>
                    <a:pt x="256643" y="338643"/>
                  </a:lnTo>
                  <a:lnTo>
                    <a:pt x="337915" y="386072"/>
                  </a:lnTo>
                  <a:cubicBezTo>
                    <a:pt x="359334" y="398698"/>
                    <a:pt x="386414" y="396415"/>
                    <a:pt x="405405" y="380381"/>
                  </a:cubicBezTo>
                  <a:lnTo>
                    <a:pt x="410157" y="376586"/>
                  </a:lnTo>
                  <a:cubicBezTo>
                    <a:pt x="459791" y="328176"/>
                    <a:pt x="519601" y="291398"/>
                    <a:pt x="585249" y="268923"/>
                  </a:cubicBezTo>
                  <a:cubicBezTo>
                    <a:pt x="609835" y="261460"/>
                    <a:pt x="626826" y="239070"/>
                    <a:pt x="627359" y="213431"/>
                  </a:cubicBezTo>
                  <a:lnTo>
                    <a:pt x="627359" y="118573"/>
                  </a:lnTo>
                  <a:lnTo>
                    <a:pt x="864997" y="118573"/>
                  </a:lnTo>
                  <a:lnTo>
                    <a:pt x="864997" y="213431"/>
                  </a:lnTo>
                  <a:cubicBezTo>
                    <a:pt x="864997" y="213431"/>
                    <a:pt x="918228" y="141149"/>
                    <a:pt x="981915" y="108043"/>
                  </a:cubicBezTo>
                  <a:lnTo>
                    <a:pt x="981915" y="90400"/>
                  </a:lnTo>
                  <a:cubicBezTo>
                    <a:pt x="981915" y="26465"/>
                    <a:pt x="955394" y="285"/>
                    <a:pt x="922980" y="0"/>
                  </a:cubicBezTo>
                  <a:lnTo>
                    <a:pt x="568139" y="0"/>
                  </a:lnTo>
                  <a:cubicBezTo>
                    <a:pt x="535612" y="52"/>
                    <a:pt x="509257" y="26353"/>
                    <a:pt x="509205" y="58812"/>
                  </a:cubicBezTo>
                  <a:lnTo>
                    <a:pt x="509205" y="171219"/>
                  </a:lnTo>
                  <a:cubicBezTo>
                    <a:pt x="455287" y="194054"/>
                    <a:pt x="405333" y="225270"/>
                    <a:pt x="361204" y="263705"/>
                  </a:cubicBezTo>
                  <a:lnTo>
                    <a:pt x="266149" y="207739"/>
                  </a:lnTo>
                  <a:cubicBezTo>
                    <a:pt x="257045" y="202487"/>
                    <a:pt x="246721" y="199707"/>
                    <a:pt x="236206" y="199676"/>
                  </a:cubicBezTo>
                  <a:cubicBezTo>
                    <a:pt x="215294" y="199565"/>
                    <a:pt x="195910" y="210593"/>
                    <a:pt x="185352" y="228608"/>
                  </a:cubicBezTo>
                  <a:lnTo>
                    <a:pt x="8739" y="526462"/>
                  </a:lnTo>
                  <a:cubicBezTo>
                    <a:pt x="-114" y="540630"/>
                    <a:pt x="-2368" y="557935"/>
                    <a:pt x="2561" y="573891"/>
                  </a:cubicBezTo>
                  <a:cubicBezTo>
                    <a:pt x="6960" y="589174"/>
                    <a:pt x="17202" y="602120"/>
                    <a:pt x="31077" y="609937"/>
                  </a:cubicBezTo>
                  <a:lnTo>
                    <a:pt x="140391" y="671595"/>
                  </a:lnTo>
                  <a:cubicBezTo>
                    <a:pt x="137167" y="699943"/>
                    <a:pt x="135423" y="728439"/>
                    <a:pt x="135163" y="756967"/>
                  </a:cubicBezTo>
                  <a:lnTo>
                    <a:pt x="135163" y="846134"/>
                  </a:lnTo>
                  <a:close/>
                  <a:moveTo>
                    <a:pt x="1262993" y="765789"/>
                  </a:moveTo>
                  <a:cubicBezTo>
                    <a:pt x="1263772" y="800480"/>
                    <a:pt x="1261225" y="835167"/>
                    <a:pt x="1255389" y="869374"/>
                  </a:cubicBezTo>
                  <a:cubicBezTo>
                    <a:pt x="1249314" y="895065"/>
                    <a:pt x="1261443" y="921600"/>
                    <a:pt x="1284856" y="933877"/>
                  </a:cubicBezTo>
                  <a:lnTo>
                    <a:pt x="1372782" y="981306"/>
                  </a:lnTo>
                  <a:lnTo>
                    <a:pt x="1255864" y="1182880"/>
                  </a:lnTo>
                  <a:lnTo>
                    <a:pt x="1165086" y="1135451"/>
                  </a:lnTo>
                  <a:cubicBezTo>
                    <a:pt x="1156474" y="1130784"/>
                    <a:pt x="1146835" y="1128346"/>
                    <a:pt x="1137045" y="1128336"/>
                  </a:cubicBezTo>
                  <a:cubicBezTo>
                    <a:pt x="1123823" y="1128317"/>
                    <a:pt x="1110952" y="1132652"/>
                    <a:pt x="1100448" y="1140668"/>
                  </a:cubicBezTo>
                  <a:cubicBezTo>
                    <a:pt x="1044518" y="1190260"/>
                    <a:pt x="978778" y="1227586"/>
                    <a:pt x="907486" y="1250229"/>
                  </a:cubicBezTo>
                  <a:cubicBezTo>
                    <a:pt x="882288" y="1257533"/>
                    <a:pt x="864890" y="1280489"/>
                    <a:pt x="864712" y="1306669"/>
                  </a:cubicBezTo>
                  <a:lnTo>
                    <a:pt x="864712" y="1399156"/>
                  </a:lnTo>
                  <a:lnTo>
                    <a:pt x="681350" y="1399156"/>
                  </a:lnTo>
                  <a:cubicBezTo>
                    <a:pt x="663480" y="1465557"/>
                    <a:pt x="605306" y="1517728"/>
                    <a:pt x="593994" y="1517728"/>
                  </a:cubicBezTo>
                  <a:lnTo>
                    <a:pt x="922695" y="1517728"/>
                  </a:lnTo>
                  <a:cubicBezTo>
                    <a:pt x="955119" y="1517415"/>
                    <a:pt x="981316" y="1491273"/>
                    <a:pt x="981629" y="1458917"/>
                  </a:cubicBezTo>
                  <a:lnTo>
                    <a:pt x="981629" y="1345087"/>
                  </a:lnTo>
                  <a:cubicBezTo>
                    <a:pt x="1039071" y="1321856"/>
                    <a:pt x="1092987" y="1290724"/>
                    <a:pt x="1141798" y="1252600"/>
                  </a:cubicBezTo>
                  <a:lnTo>
                    <a:pt x="1250636" y="1310938"/>
                  </a:lnTo>
                  <a:cubicBezTo>
                    <a:pt x="1259381" y="1315757"/>
                    <a:pt x="1269172" y="1318356"/>
                    <a:pt x="1279152" y="1318527"/>
                  </a:cubicBezTo>
                  <a:cubicBezTo>
                    <a:pt x="1300264" y="1318460"/>
                    <a:pt x="1319703" y="1307039"/>
                    <a:pt x="1330007" y="1288646"/>
                  </a:cubicBezTo>
                  <a:lnTo>
                    <a:pt x="1505859" y="985101"/>
                  </a:lnTo>
                  <a:cubicBezTo>
                    <a:pt x="1513083" y="971033"/>
                    <a:pt x="1514614" y="954737"/>
                    <a:pt x="1510136" y="939569"/>
                  </a:cubicBezTo>
                  <a:cubicBezTo>
                    <a:pt x="1505593" y="924218"/>
                    <a:pt x="1495184" y="911269"/>
                    <a:pt x="1481145" y="903523"/>
                  </a:cubicBezTo>
                  <a:lnTo>
                    <a:pt x="1376584" y="846608"/>
                  </a:lnTo>
                  <a:cubicBezTo>
                    <a:pt x="1379407" y="816340"/>
                    <a:pt x="1380510" y="785937"/>
                    <a:pt x="1379911" y="755544"/>
                  </a:cubicBezTo>
                  <a:cubicBezTo>
                    <a:pt x="1379911" y="741316"/>
                    <a:pt x="1379911" y="735814"/>
                    <a:pt x="1379911" y="722154"/>
                  </a:cubicBezTo>
                  <a:cubicBezTo>
                    <a:pt x="1390557" y="716368"/>
                    <a:pt x="1337801" y="751560"/>
                    <a:pt x="1262993" y="76578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06" name="Google Shape;3306;p97"/>
            <p:cNvSpPr/>
            <p:nvPr/>
          </p:nvSpPr>
          <p:spPr>
            <a:xfrm>
              <a:off x="1350425" y="3872603"/>
              <a:ext cx="285530" cy="270206"/>
            </a:xfrm>
            <a:custGeom>
              <a:rect b="b" l="l" r="r" t="t"/>
              <a:pathLst>
                <a:path extrusionOk="0" h="1029356" w="1087732">
                  <a:moveTo>
                    <a:pt x="179940" y="1029357"/>
                  </a:moveTo>
                  <a:lnTo>
                    <a:pt x="621471" y="629815"/>
                  </a:lnTo>
                  <a:cubicBezTo>
                    <a:pt x="787571" y="704845"/>
                    <a:pt x="983175" y="631297"/>
                    <a:pt x="1058354" y="465542"/>
                  </a:cubicBezTo>
                  <a:cubicBezTo>
                    <a:pt x="1093762" y="387490"/>
                    <a:pt x="1097299" y="298745"/>
                    <a:pt x="1068231" y="218131"/>
                  </a:cubicBezTo>
                  <a:cubicBezTo>
                    <a:pt x="1063107" y="203596"/>
                    <a:pt x="1050997" y="192613"/>
                    <a:pt x="1036007" y="188915"/>
                  </a:cubicBezTo>
                  <a:cubicBezTo>
                    <a:pt x="1021102" y="185506"/>
                    <a:pt x="1005466" y="189460"/>
                    <a:pt x="993992" y="199539"/>
                  </a:cubicBezTo>
                  <a:lnTo>
                    <a:pt x="848083" y="332340"/>
                  </a:lnTo>
                  <a:cubicBezTo>
                    <a:pt x="823197" y="355643"/>
                    <a:pt x="784101" y="354403"/>
                    <a:pt x="760746" y="329572"/>
                  </a:cubicBezTo>
                  <a:cubicBezTo>
                    <a:pt x="737400" y="304741"/>
                    <a:pt x="738636" y="265721"/>
                    <a:pt x="763522" y="242419"/>
                  </a:cubicBezTo>
                  <a:cubicBezTo>
                    <a:pt x="764035" y="241934"/>
                    <a:pt x="764567" y="241458"/>
                    <a:pt x="765099" y="240992"/>
                  </a:cubicBezTo>
                  <a:lnTo>
                    <a:pt x="911390" y="108190"/>
                  </a:lnTo>
                  <a:cubicBezTo>
                    <a:pt x="930077" y="91164"/>
                    <a:pt x="931399" y="62245"/>
                    <a:pt x="914336" y="43597"/>
                  </a:cubicBezTo>
                  <a:cubicBezTo>
                    <a:pt x="914298" y="43564"/>
                    <a:pt x="914270" y="43530"/>
                    <a:pt x="914241" y="43497"/>
                  </a:cubicBezTo>
                  <a:cubicBezTo>
                    <a:pt x="910230" y="39151"/>
                    <a:pt x="905420" y="35609"/>
                    <a:pt x="900078" y="33063"/>
                  </a:cubicBezTo>
                  <a:cubicBezTo>
                    <a:pt x="736697" y="-46139"/>
                    <a:pt x="539904" y="21830"/>
                    <a:pt x="460538" y="184875"/>
                  </a:cubicBezTo>
                  <a:cubicBezTo>
                    <a:pt x="422270" y="263489"/>
                    <a:pt x="417003" y="354087"/>
                    <a:pt x="445904" y="436589"/>
                  </a:cubicBezTo>
                  <a:lnTo>
                    <a:pt x="0" y="840305"/>
                  </a:lnTo>
                  <a:moveTo>
                    <a:pt x="541815" y="430044"/>
                  </a:moveTo>
                  <a:cubicBezTo>
                    <a:pt x="487177" y="310384"/>
                    <a:pt x="540094" y="169182"/>
                    <a:pt x="659997" y="114660"/>
                  </a:cubicBezTo>
                  <a:cubicBezTo>
                    <a:pt x="700509" y="96239"/>
                    <a:pt x="745376" y="89497"/>
                    <a:pt x="789529" y="95195"/>
                  </a:cubicBezTo>
                  <a:lnTo>
                    <a:pt x="703979" y="172694"/>
                  </a:lnTo>
                  <a:cubicBezTo>
                    <a:pt x="640986" y="229353"/>
                    <a:pt x="635938" y="326246"/>
                    <a:pt x="692715" y="389112"/>
                  </a:cubicBezTo>
                  <a:cubicBezTo>
                    <a:pt x="749491" y="451979"/>
                    <a:pt x="846590" y="457012"/>
                    <a:pt x="909583" y="400353"/>
                  </a:cubicBezTo>
                  <a:lnTo>
                    <a:pt x="910439" y="399594"/>
                  </a:lnTo>
                  <a:lnTo>
                    <a:pt x="995989" y="322095"/>
                  </a:lnTo>
                  <a:cubicBezTo>
                    <a:pt x="999819" y="453745"/>
                    <a:pt x="895981" y="563568"/>
                    <a:pt x="764063" y="567392"/>
                  </a:cubicBezTo>
                  <a:cubicBezTo>
                    <a:pt x="719701" y="568679"/>
                    <a:pt x="675852" y="557612"/>
                    <a:pt x="637440" y="535431"/>
                  </a:cubicBezTo>
                  <a:cubicBezTo>
                    <a:pt x="616585" y="523237"/>
                    <a:pt x="597783" y="507839"/>
                    <a:pt x="581738" y="489804"/>
                  </a:cubicBezTo>
                  <a:cubicBezTo>
                    <a:pt x="565465" y="471966"/>
                    <a:pt x="551910" y="451829"/>
                    <a:pt x="541530" y="430044"/>
                  </a:cubicBezTo>
                  <a:close/>
                  <a:moveTo>
                    <a:pt x="81557" y="890010"/>
                  </a:moveTo>
                  <a:lnTo>
                    <a:pt x="489249" y="521107"/>
                  </a:lnTo>
                  <a:cubicBezTo>
                    <a:pt x="496920" y="531525"/>
                    <a:pt x="505142" y="541530"/>
                    <a:pt x="513869" y="551083"/>
                  </a:cubicBezTo>
                  <a:cubicBezTo>
                    <a:pt x="522709" y="560568"/>
                    <a:pt x="532024" y="570054"/>
                    <a:pt x="541720" y="578496"/>
                  </a:cubicBezTo>
                  <a:lnTo>
                    <a:pt x="133648" y="947779"/>
                  </a:lnTo>
                  <a:cubicBezTo>
                    <a:pt x="118794" y="926407"/>
                    <a:pt x="101293" y="906999"/>
                    <a:pt x="81557" y="89001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07" name="Google Shape;3307;p97"/>
            <p:cNvSpPr/>
            <p:nvPr/>
          </p:nvSpPr>
          <p:spPr>
            <a:xfrm>
              <a:off x="1230335" y="4084405"/>
              <a:ext cx="173386" cy="173036"/>
            </a:xfrm>
            <a:custGeom>
              <a:rect b="b" l="l" r="r" t="t"/>
              <a:pathLst>
                <a:path extrusionOk="0" h="659185" w="660520">
                  <a:moveTo>
                    <a:pt x="466263" y="29397"/>
                  </a:moveTo>
                  <a:cubicBezTo>
                    <a:pt x="300164" y="-45633"/>
                    <a:pt x="104563" y="27914"/>
                    <a:pt x="29377" y="193672"/>
                  </a:cubicBezTo>
                  <a:cubicBezTo>
                    <a:pt x="-6027" y="271721"/>
                    <a:pt x="-9569" y="360470"/>
                    <a:pt x="19504" y="441080"/>
                  </a:cubicBezTo>
                  <a:cubicBezTo>
                    <a:pt x="24655" y="455594"/>
                    <a:pt x="36756" y="466569"/>
                    <a:pt x="51727" y="470297"/>
                  </a:cubicBezTo>
                  <a:cubicBezTo>
                    <a:pt x="66629" y="473702"/>
                    <a:pt x="82264" y="469756"/>
                    <a:pt x="93742" y="459673"/>
                  </a:cubicBezTo>
                  <a:lnTo>
                    <a:pt x="239652" y="326871"/>
                  </a:lnTo>
                  <a:cubicBezTo>
                    <a:pt x="264534" y="303565"/>
                    <a:pt x="303635" y="304807"/>
                    <a:pt x="326986" y="329641"/>
                  </a:cubicBezTo>
                  <a:cubicBezTo>
                    <a:pt x="350337" y="354466"/>
                    <a:pt x="349095" y="393490"/>
                    <a:pt x="324213" y="416797"/>
                  </a:cubicBezTo>
                  <a:cubicBezTo>
                    <a:pt x="323695" y="417280"/>
                    <a:pt x="323169" y="417755"/>
                    <a:pt x="322635" y="418220"/>
                  </a:cubicBezTo>
                  <a:lnTo>
                    <a:pt x="176345" y="551021"/>
                  </a:lnTo>
                  <a:cubicBezTo>
                    <a:pt x="157676" y="568219"/>
                    <a:pt x="156515" y="597264"/>
                    <a:pt x="173752" y="615894"/>
                  </a:cubicBezTo>
                  <a:cubicBezTo>
                    <a:pt x="177696" y="620163"/>
                    <a:pt x="182414" y="623635"/>
                    <a:pt x="187656" y="626148"/>
                  </a:cubicBezTo>
                  <a:cubicBezTo>
                    <a:pt x="351033" y="705298"/>
                    <a:pt x="547773" y="637361"/>
                    <a:pt x="627192" y="474376"/>
                  </a:cubicBezTo>
                  <a:cubicBezTo>
                    <a:pt x="665573" y="393756"/>
                    <a:pt x="671027" y="301402"/>
                    <a:pt x="642401" y="216836"/>
                  </a:cubicBezTo>
                  <a:moveTo>
                    <a:pt x="546205" y="229168"/>
                  </a:moveTo>
                  <a:cubicBezTo>
                    <a:pt x="600870" y="348812"/>
                    <a:pt x="547990" y="490027"/>
                    <a:pt x="428096" y="544580"/>
                  </a:cubicBezTo>
                  <a:cubicBezTo>
                    <a:pt x="387445" y="563077"/>
                    <a:pt x="342408" y="569812"/>
                    <a:pt x="298111" y="564016"/>
                  </a:cubicBezTo>
                  <a:lnTo>
                    <a:pt x="383660" y="486517"/>
                  </a:lnTo>
                  <a:cubicBezTo>
                    <a:pt x="446657" y="429859"/>
                    <a:pt x="451701" y="332961"/>
                    <a:pt x="394924" y="270099"/>
                  </a:cubicBezTo>
                  <a:cubicBezTo>
                    <a:pt x="338148" y="207236"/>
                    <a:pt x="241053" y="202199"/>
                    <a:pt x="178056" y="258858"/>
                  </a:cubicBezTo>
                  <a:lnTo>
                    <a:pt x="177200" y="259617"/>
                  </a:lnTo>
                  <a:lnTo>
                    <a:pt x="91651" y="337116"/>
                  </a:lnTo>
                  <a:cubicBezTo>
                    <a:pt x="88992" y="267718"/>
                    <a:pt x="117460" y="200748"/>
                    <a:pt x="169311" y="154419"/>
                  </a:cubicBezTo>
                  <a:cubicBezTo>
                    <a:pt x="245850" y="83352"/>
                    <a:pt x="360081" y="70887"/>
                    <a:pt x="450199" y="123780"/>
                  </a:cubicBezTo>
                  <a:cubicBezTo>
                    <a:pt x="471020" y="136131"/>
                    <a:pt x="489755" y="151697"/>
                    <a:pt x="505711" y="169881"/>
                  </a:cubicBezTo>
                  <a:cubicBezTo>
                    <a:pt x="522045" y="187553"/>
                    <a:pt x="535689" y="207530"/>
                    <a:pt x="546205" y="22916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308" name="Google Shape;3308;p97"/>
          <p:cNvGrpSpPr/>
          <p:nvPr/>
        </p:nvGrpSpPr>
        <p:grpSpPr>
          <a:xfrm>
            <a:off x="483877" y="1843078"/>
            <a:ext cx="233072" cy="231155"/>
            <a:chOff x="285724" y="790497"/>
            <a:chExt cx="300351" cy="297880"/>
          </a:xfrm>
        </p:grpSpPr>
        <p:sp>
          <p:nvSpPr>
            <p:cNvPr id="3309" name="Google Shape;3309;p97"/>
            <p:cNvSpPr/>
            <p:nvPr/>
          </p:nvSpPr>
          <p:spPr>
            <a:xfrm>
              <a:off x="309367" y="884022"/>
              <a:ext cx="276708" cy="204355"/>
            </a:xfrm>
            <a:custGeom>
              <a:rect b="b" l="l" r="r" t="t"/>
              <a:pathLst>
                <a:path extrusionOk="0" h="204355" w="276708">
                  <a:moveTo>
                    <a:pt x="254369" y="569"/>
                  </a:moveTo>
                  <a:cubicBezTo>
                    <a:pt x="248317" y="2574"/>
                    <a:pt x="245035" y="9107"/>
                    <a:pt x="247040" y="15160"/>
                  </a:cubicBezTo>
                  <a:cubicBezTo>
                    <a:pt x="247052" y="15191"/>
                    <a:pt x="247062" y="15223"/>
                    <a:pt x="247073" y="15255"/>
                  </a:cubicBezTo>
                  <a:cubicBezTo>
                    <a:pt x="253017" y="32926"/>
                    <a:pt x="254912" y="51709"/>
                    <a:pt x="252615" y="70211"/>
                  </a:cubicBezTo>
                  <a:cubicBezTo>
                    <a:pt x="244492" y="139263"/>
                    <a:pt x="181930" y="188656"/>
                    <a:pt x="112878" y="180533"/>
                  </a:cubicBezTo>
                  <a:cubicBezTo>
                    <a:pt x="84872" y="177239"/>
                    <a:pt x="58783" y="164637"/>
                    <a:pt x="38793" y="144749"/>
                  </a:cubicBezTo>
                  <a:lnTo>
                    <a:pt x="57265" y="144749"/>
                  </a:lnTo>
                  <a:cubicBezTo>
                    <a:pt x="63642" y="144749"/>
                    <a:pt x="68811" y="139580"/>
                    <a:pt x="68811" y="133203"/>
                  </a:cubicBezTo>
                  <a:cubicBezTo>
                    <a:pt x="68811" y="126826"/>
                    <a:pt x="63642" y="121658"/>
                    <a:pt x="57265" y="121658"/>
                  </a:cubicBezTo>
                  <a:lnTo>
                    <a:pt x="11545" y="121658"/>
                  </a:lnTo>
                  <a:cubicBezTo>
                    <a:pt x="5169" y="121658"/>
                    <a:pt x="0" y="126826"/>
                    <a:pt x="0" y="133203"/>
                  </a:cubicBezTo>
                  <a:lnTo>
                    <a:pt x="0" y="178277"/>
                  </a:lnTo>
                  <a:cubicBezTo>
                    <a:pt x="0" y="184653"/>
                    <a:pt x="5169" y="189822"/>
                    <a:pt x="11545" y="189822"/>
                  </a:cubicBezTo>
                  <a:cubicBezTo>
                    <a:pt x="17922" y="189822"/>
                    <a:pt x="23091" y="184653"/>
                    <a:pt x="23091" y="178277"/>
                  </a:cubicBezTo>
                  <a:lnTo>
                    <a:pt x="23091" y="161559"/>
                  </a:lnTo>
                  <a:cubicBezTo>
                    <a:pt x="81787" y="219293"/>
                    <a:pt x="176173" y="218515"/>
                    <a:pt x="233907" y="159820"/>
                  </a:cubicBezTo>
                  <a:cubicBezTo>
                    <a:pt x="273266" y="119806"/>
                    <a:pt x="286815" y="61077"/>
                    <a:pt x="268963" y="7866"/>
                  </a:cubicBezTo>
                  <a:cubicBezTo>
                    <a:pt x="266903" y="1860"/>
                    <a:pt x="260410" y="-1387"/>
                    <a:pt x="254369" y="56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10" name="Google Shape;3310;p97"/>
            <p:cNvSpPr/>
            <p:nvPr/>
          </p:nvSpPr>
          <p:spPr>
            <a:xfrm>
              <a:off x="285724" y="790497"/>
              <a:ext cx="270346" cy="204190"/>
            </a:xfrm>
            <a:custGeom>
              <a:rect b="b" l="l" r="r" t="t"/>
              <a:pathLst>
                <a:path extrusionOk="0" h="204190" w="270346">
                  <a:moveTo>
                    <a:pt x="18748" y="204190"/>
                  </a:moveTo>
                  <a:cubicBezTo>
                    <a:pt x="19969" y="204188"/>
                    <a:pt x="21184" y="204000"/>
                    <a:pt x="22350" y="203636"/>
                  </a:cubicBezTo>
                  <a:cubicBezTo>
                    <a:pt x="28403" y="201631"/>
                    <a:pt x="31684" y="195098"/>
                    <a:pt x="29679" y="189046"/>
                  </a:cubicBezTo>
                  <a:cubicBezTo>
                    <a:pt x="29668" y="189014"/>
                    <a:pt x="29657" y="188982"/>
                    <a:pt x="29646" y="188950"/>
                  </a:cubicBezTo>
                  <a:cubicBezTo>
                    <a:pt x="7739" y="122910"/>
                    <a:pt x="43516" y="51615"/>
                    <a:pt x="109557" y="29707"/>
                  </a:cubicBezTo>
                  <a:cubicBezTo>
                    <a:pt x="127091" y="23891"/>
                    <a:pt x="145689" y="22002"/>
                    <a:pt x="164036" y="24174"/>
                  </a:cubicBezTo>
                  <a:cubicBezTo>
                    <a:pt x="189089" y="27176"/>
                    <a:pt x="212654" y="37670"/>
                    <a:pt x="231646" y="54284"/>
                  </a:cubicBezTo>
                  <a:lnTo>
                    <a:pt x="213173" y="54284"/>
                  </a:lnTo>
                  <a:cubicBezTo>
                    <a:pt x="206796" y="54284"/>
                    <a:pt x="201628" y="59453"/>
                    <a:pt x="201628" y="65830"/>
                  </a:cubicBezTo>
                  <a:cubicBezTo>
                    <a:pt x="201628" y="72206"/>
                    <a:pt x="206796" y="77375"/>
                    <a:pt x="213173" y="77375"/>
                  </a:cubicBezTo>
                  <a:lnTo>
                    <a:pt x="258801" y="77375"/>
                  </a:lnTo>
                  <a:cubicBezTo>
                    <a:pt x="265177" y="77375"/>
                    <a:pt x="270346" y="72206"/>
                    <a:pt x="270346" y="65830"/>
                  </a:cubicBezTo>
                  <a:lnTo>
                    <a:pt x="270346" y="20571"/>
                  </a:lnTo>
                  <a:cubicBezTo>
                    <a:pt x="270346" y="14195"/>
                    <a:pt x="265177" y="9026"/>
                    <a:pt x="258801" y="9026"/>
                  </a:cubicBezTo>
                  <a:cubicBezTo>
                    <a:pt x="252424" y="9026"/>
                    <a:pt x="247255" y="14195"/>
                    <a:pt x="247255" y="20571"/>
                  </a:cubicBezTo>
                  <a:lnTo>
                    <a:pt x="247255" y="37382"/>
                  </a:lnTo>
                  <a:cubicBezTo>
                    <a:pt x="193431" y="-10286"/>
                    <a:pt x="113212" y="-12619"/>
                    <a:pt x="56709" y="31840"/>
                  </a:cubicBezTo>
                  <a:cubicBezTo>
                    <a:pt x="7322" y="70855"/>
                    <a:pt x="-12264" y="136670"/>
                    <a:pt x="7756" y="196339"/>
                  </a:cubicBezTo>
                  <a:cubicBezTo>
                    <a:pt x="9347" y="201050"/>
                    <a:pt x="13776" y="204213"/>
                    <a:pt x="18748" y="20419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11" name="Google Shape;3311;p97"/>
          <p:cNvSpPr txBox="1"/>
          <p:nvPr/>
        </p:nvSpPr>
        <p:spPr>
          <a:xfrm>
            <a:off x="6725157"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World</a:t>
            </a:r>
            <a:endParaRPr sz="1800">
              <a:solidFill>
                <a:srgbClr val="252525"/>
              </a:solidFill>
              <a:latin typeface="Arial"/>
              <a:ea typeface="Arial"/>
              <a:cs typeface="Arial"/>
              <a:sym typeface="Arial"/>
            </a:endParaRPr>
          </a:p>
        </p:txBody>
      </p:sp>
      <p:sp>
        <p:nvSpPr>
          <p:cNvPr id="3312" name="Google Shape;3312;p97"/>
          <p:cNvSpPr txBox="1"/>
          <p:nvPr/>
        </p:nvSpPr>
        <p:spPr>
          <a:xfrm>
            <a:off x="7517354"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Web App</a:t>
            </a:r>
            <a:endParaRPr sz="1800">
              <a:solidFill>
                <a:srgbClr val="252525"/>
              </a:solidFill>
              <a:latin typeface="Arial"/>
              <a:ea typeface="Arial"/>
              <a:cs typeface="Arial"/>
              <a:sym typeface="Arial"/>
            </a:endParaRPr>
          </a:p>
        </p:txBody>
      </p:sp>
      <p:sp>
        <p:nvSpPr>
          <p:cNvPr id="3313" name="Google Shape;3313;p97"/>
          <p:cNvSpPr/>
          <p:nvPr/>
        </p:nvSpPr>
        <p:spPr>
          <a:xfrm>
            <a:off x="6809084" y="1862790"/>
            <a:ext cx="257879" cy="257879"/>
          </a:xfrm>
          <a:custGeom>
            <a:rect b="b" l="l" r="r" t="t"/>
            <a:pathLst>
              <a:path extrusionOk="0" h="295563" w="295563">
                <a:moveTo>
                  <a:pt x="147782" y="0"/>
                </a:moveTo>
                <a:cubicBezTo>
                  <a:pt x="66164" y="0"/>
                  <a:pt x="0" y="66164"/>
                  <a:pt x="0" y="147782"/>
                </a:cubicBezTo>
                <a:cubicBezTo>
                  <a:pt x="0" y="229400"/>
                  <a:pt x="66164" y="295564"/>
                  <a:pt x="147782" y="295564"/>
                </a:cubicBezTo>
                <a:cubicBezTo>
                  <a:pt x="229400" y="295564"/>
                  <a:pt x="295564" y="229400"/>
                  <a:pt x="295564" y="147782"/>
                </a:cubicBezTo>
                <a:cubicBezTo>
                  <a:pt x="295564" y="66164"/>
                  <a:pt x="229400" y="0"/>
                  <a:pt x="147782" y="0"/>
                </a:cubicBezTo>
                <a:close/>
                <a:moveTo>
                  <a:pt x="101600" y="31773"/>
                </a:moveTo>
                <a:cubicBezTo>
                  <a:pt x="84605" y="56434"/>
                  <a:pt x="73337" y="94580"/>
                  <a:pt x="72044" y="138730"/>
                </a:cubicBezTo>
                <a:lnTo>
                  <a:pt x="23091" y="138730"/>
                </a:lnTo>
                <a:cubicBezTo>
                  <a:pt x="26627" y="91072"/>
                  <a:pt x="56976" y="49581"/>
                  <a:pt x="101323" y="31773"/>
                </a:cubicBezTo>
                <a:close/>
                <a:moveTo>
                  <a:pt x="23091" y="156833"/>
                </a:moveTo>
                <a:lnTo>
                  <a:pt x="71767" y="156833"/>
                </a:lnTo>
                <a:cubicBezTo>
                  <a:pt x="73060" y="200983"/>
                  <a:pt x="84328" y="239129"/>
                  <a:pt x="101323" y="263791"/>
                </a:cubicBezTo>
                <a:cubicBezTo>
                  <a:pt x="56976" y="245983"/>
                  <a:pt x="26627" y="204491"/>
                  <a:pt x="23091" y="156833"/>
                </a:cubicBezTo>
                <a:close/>
                <a:moveTo>
                  <a:pt x="138730" y="272473"/>
                </a:moveTo>
                <a:lnTo>
                  <a:pt x="136329" y="272473"/>
                </a:lnTo>
                <a:cubicBezTo>
                  <a:pt x="113238" y="261389"/>
                  <a:pt x="91902" y="218071"/>
                  <a:pt x="90147" y="157018"/>
                </a:cubicBezTo>
                <a:lnTo>
                  <a:pt x="139007" y="157018"/>
                </a:lnTo>
                <a:close/>
                <a:moveTo>
                  <a:pt x="138730" y="138823"/>
                </a:moveTo>
                <a:lnTo>
                  <a:pt x="89870" y="138823"/>
                </a:lnTo>
                <a:cubicBezTo>
                  <a:pt x="91902" y="77770"/>
                  <a:pt x="113238" y="34452"/>
                  <a:pt x="136052" y="23368"/>
                </a:cubicBezTo>
                <a:lnTo>
                  <a:pt x="138453" y="23368"/>
                </a:lnTo>
                <a:close/>
                <a:moveTo>
                  <a:pt x="156833" y="23091"/>
                </a:moveTo>
                <a:lnTo>
                  <a:pt x="159235" y="23091"/>
                </a:lnTo>
                <a:cubicBezTo>
                  <a:pt x="182326" y="34175"/>
                  <a:pt x="203662" y="77493"/>
                  <a:pt x="205417" y="138545"/>
                </a:cubicBezTo>
                <a:lnTo>
                  <a:pt x="156833" y="138545"/>
                </a:lnTo>
                <a:close/>
                <a:moveTo>
                  <a:pt x="159235" y="272473"/>
                </a:moveTo>
                <a:lnTo>
                  <a:pt x="156833" y="272473"/>
                </a:lnTo>
                <a:lnTo>
                  <a:pt x="156833" y="156833"/>
                </a:lnTo>
                <a:lnTo>
                  <a:pt x="205694" y="156833"/>
                </a:lnTo>
                <a:cubicBezTo>
                  <a:pt x="203662" y="217886"/>
                  <a:pt x="182326" y="261204"/>
                  <a:pt x="159235" y="272473"/>
                </a:cubicBezTo>
                <a:close/>
                <a:moveTo>
                  <a:pt x="194241" y="263975"/>
                </a:moveTo>
                <a:cubicBezTo>
                  <a:pt x="211236" y="239314"/>
                  <a:pt x="222504" y="201168"/>
                  <a:pt x="223797" y="157018"/>
                </a:cubicBezTo>
                <a:lnTo>
                  <a:pt x="272473" y="157018"/>
                </a:lnTo>
                <a:cubicBezTo>
                  <a:pt x="268869" y="204608"/>
                  <a:pt x="238531" y="246012"/>
                  <a:pt x="194241" y="263791"/>
                </a:cubicBezTo>
                <a:close/>
                <a:moveTo>
                  <a:pt x="223797" y="138915"/>
                </a:moveTo>
                <a:cubicBezTo>
                  <a:pt x="222504" y="94765"/>
                  <a:pt x="211236" y="56619"/>
                  <a:pt x="194241" y="31958"/>
                </a:cubicBezTo>
                <a:cubicBezTo>
                  <a:pt x="238531" y="49736"/>
                  <a:pt x="268869" y="91141"/>
                  <a:pt x="272473" y="13873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14" name="Google Shape;3314;p97"/>
          <p:cNvSpPr/>
          <p:nvPr/>
        </p:nvSpPr>
        <p:spPr>
          <a:xfrm>
            <a:off x="7602197" y="1848740"/>
            <a:ext cx="255664" cy="256062"/>
          </a:xfrm>
          <a:custGeom>
            <a:rect b="b" l="l" r="r" t="t"/>
            <a:pathLst>
              <a:path extrusionOk="0" h="296025" w="295565">
                <a:moveTo>
                  <a:pt x="147413" y="0"/>
                </a:moveTo>
                <a:cubicBezTo>
                  <a:pt x="65908" y="558"/>
                  <a:pt x="101" y="66736"/>
                  <a:pt x="1" y="148244"/>
                </a:cubicBezTo>
                <a:cubicBezTo>
                  <a:pt x="-305" y="229555"/>
                  <a:pt x="65362" y="295719"/>
                  <a:pt x="146674" y="296025"/>
                </a:cubicBezTo>
                <a:cubicBezTo>
                  <a:pt x="146828" y="296025"/>
                  <a:pt x="146982" y="296025"/>
                  <a:pt x="147136" y="296025"/>
                </a:cubicBezTo>
                <a:cubicBezTo>
                  <a:pt x="195774" y="296095"/>
                  <a:pt x="241332" y="272228"/>
                  <a:pt x="268964" y="232202"/>
                </a:cubicBezTo>
                <a:cubicBezTo>
                  <a:pt x="286331" y="207551"/>
                  <a:pt x="295625" y="178121"/>
                  <a:pt x="295565" y="147967"/>
                </a:cubicBezTo>
                <a:cubicBezTo>
                  <a:pt x="295565" y="66349"/>
                  <a:pt x="229401" y="185"/>
                  <a:pt x="147783" y="185"/>
                </a:cubicBezTo>
                <a:close/>
                <a:moveTo>
                  <a:pt x="88208" y="36945"/>
                </a:moveTo>
                <a:cubicBezTo>
                  <a:pt x="89008" y="47411"/>
                  <a:pt x="90960" y="57757"/>
                  <a:pt x="94027" y="67795"/>
                </a:cubicBezTo>
                <a:cubicBezTo>
                  <a:pt x="93276" y="68760"/>
                  <a:pt x="92597" y="69779"/>
                  <a:pt x="91995" y="70843"/>
                </a:cubicBezTo>
                <a:cubicBezTo>
                  <a:pt x="90219" y="73696"/>
                  <a:pt x="88909" y="76814"/>
                  <a:pt x="88116" y="80079"/>
                </a:cubicBezTo>
                <a:cubicBezTo>
                  <a:pt x="76284" y="76041"/>
                  <a:pt x="65041" y="70450"/>
                  <a:pt x="54680" y="63454"/>
                </a:cubicBezTo>
                <a:cubicBezTo>
                  <a:pt x="64242" y="52649"/>
                  <a:pt x="75582" y="43558"/>
                  <a:pt x="88208" y="36576"/>
                </a:cubicBezTo>
                <a:close/>
                <a:moveTo>
                  <a:pt x="89779" y="102893"/>
                </a:moveTo>
                <a:cubicBezTo>
                  <a:pt x="90381" y="104314"/>
                  <a:pt x="91060" y="105702"/>
                  <a:pt x="91811" y="107049"/>
                </a:cubicBezTo>
                <a:cubicBezTo>
                  <a:pt x="95004" y="112475"/>
                  <a:pt x="99598" y="116941"/>
                  <a:pt x="105111" y="119980"/>
                </a:cubicBezTo>
                <a:cubicBezTo>
                  <a:pt x="110308" y="123071"/>
                  <a:pt x="116244" y="124698"/>
                  <a:pt x="122291" y="124691"/>
                </a:cubicBezTo>
                <a:lnTo>
                  <a:pt x="122937" y="124691"/>
                </a:lnTo>
                <a:cubicBezTo>
                  <a:pt x="126250" y="124704"/>
                  <a:pt x="129548" y="124236"/>
                  <a:pt x="132728" y="123305"/>
                </a:cubicBezTo>
                <a:cubicBezTo>
                  <a:pt x="146323" y="135099"/>
                  <a:pt x="162585" y="143405"/>
                  <a:pt x="180110" y="147505"/>
                </a:cubicBezTo>
                <a:cubicBezTo>
                  <a:pt x="180875" y="149709"/>
                  <a:pt x="181833" y="151842"/>
                  <a:pt x="182973" y="153878"/>
                </a:cubicBezTo>
                <a:cubicBezTo>
                  <a:pt x="184213" y="156209"/>
                  <a:pt x="185733" y="158381"/>
                  <a:pt x="187499" y="160343"/>
                </a:cubicBezTo>
                <a:cubicBezTo>
                  <a:pt x="177756" y="169498"/>
                  <a:pt x="166121" y="176403"/>
                  <a:pt x="153417" y="180571"/>
                </a:cubicBezTo>
                <a:lnTo>
                  <a:pt x="152309" y="178447"/>
                </a:lnTo>
                <a:cubicBezTo>
                  <a:pt x="147898" y="170760"/>
                  <a:pt x="141522" y="164384"/>
                  <a:pt x="133836" y="159974"/>
                </a:cubicBezTo>
                <a:lnTo>
                  <a:pt x="132820" y="159420"/>
                </a:lnTo>
                <a:lnTo>
                  <a:pt x="132820" y="159420"/>
                </a:lnTo>
                <a:cubicBezTo>
                  <a:pt x="125340" y="155332"/>
                  <a:pt x="116959" y="153173"/>
                  <a:pt x="108436" y="153139"/>
                </a:cubicBezTo>
                <a:cubicBezTo>
                  <a:pt x="99475" y="153146"/>
                  <a:pt x="90676" y="155537"/>
                  <a:pt x="82944" y="160066"/>
                </a:cubicBezTo>
                <a:lnTo>
                  <a:pt x="80173" y="161636"/>
                </a:lnTo>
                <a:cubicBezTo>
                  <a:pt x="63002" y="138796"/>
                  <a:pt x="51596" y="112149"/>
                  <a:pt x="46922" y="83959"/>
                </a:cubicBezTo>
                <a:cubicBezTo>
                  <a:pt x="60246" y="92164"/>
                  <a:pt x="74679" y="98416"/>
                  <a:pt x="89779" y="102524"/>
                </a:cubicBezTo>
                <a:close/>
                <a:moveTo>
                  <a:pt x="108251" y="89131"/>
                </a:moveTo>
                <a:cubicBezTo>
                  <a:pt x="108076" y="86717"/>
                  <a:pt x="108623" y="84306"/>
                  <a:pt x="109821" y="82204"/>
                </a:cubicBezTo>
                <a:lnTo>
                  <a:pt x="110560" y="81095"/>
                </a:lnTo>
                <a:lnTo>
                  <a:pt x="110560" y="81095"/>
                </a:lnTo>
                <a:cubicBezTo>
                  <a:pt x="111776" y="79070"/>
                  <a:pt x="113453" y="77360"/>
                  <a:pt x="115456" y="76108"/>
                </a:cubicBezTo>
                <a:cubicBezTo>
                  <a:pt x="117408" y="74939"/>
                  <a:pt x="119645" y="74332"/>
                  <a:pt x="121921" y="74353"/>
                </a:cubicBezTo>
                <a:lnTo>
                  <a:pt x="122568" y="74353"/>
                </a:lnTo>
                <a:cubicBezTo>
                  <a:pt x="124965" y="74283"/>
                  <a:pt x="127335" y="74891"/>
                  <a:pt x="129403" y="76108"/>
                </a:cubicBezTo>
                <a:cubicBezTo>
                  <a:pt x="131717" y="77378"/>
                  <a:pt x="133635" y="79264"/>
                  <a:pt x="134944" y="81557"/>
                </a:cubicBezTo>
                <a:cubicBezTo>
                  <a:pt x="136196" y="83709"/>
                  <a:pt x="136775" y="86186"/>
                  <a:pt x="136607" y="88669"/>
                </a:cubicBezTo>
                <a:cubicBezTo>
                  <a:pt x="136830" y="91156"/>
                  <a:pt x="136248" y="93650"/>
                  <a:pt x="134944" y="95781"/>
                </a:cubicBezTo>
                <a:cubicBezTo>
                  <a:pt x="133808" y="97671"/>
                  <a:pt x="132262" y="99281"/>
                  <a:pt x="130419" y="100492"/>
                </a:cubicBezTo>
                <a:lnTo>
                  <a:pt x="129403" y="100492"/>
                </a:lnTo>
                <a:cubicBezTo>
                  <a:pt x="125111" y="102948"/>
                  <a:pt x="119839" y="102948"/>
                  <a:pt x="115548" y="100492"/>
                </a:cubicBezTo>
                <a:lnTo>
                  <a:pt x="114532" y="99937"/>
                </a:lnTo>
                <a:cubicBezTo>
                  <a:pt x="112710" y="98702"/>
                  <a:pt x="111168" y="97097"/>
                  <a:pt x="110006" y="95227"/>
                </a:cubicBezTo>
                <a:cubicBezTo>
                  <a:pt x="108960" y="93236"/>
                  <a:pt x="108451" y="91009"/>
                  <a:pt x="108528" y="88761"/>
                </a:cubicBezTo>
                <a:close/>
                <a:moveTo>
                  <a:pt x="107420" y="172258"/>
                </a:moveTo>
                <a:lnTo>
                  <a:pt x="107420" y="172258"/>
                </a:lnTo>
                <a:lnTo>
                  <a:pt x="107420" y="174567"/>
                </a:lnTo>
                <a:cubicBezTo>
                  <a:pt x="112580" y="174570"/>
                  <a:pt x="117647" y="175940"/>
                  <a:pt x="122106" y="178539"/>
                </a:cubicBezTo>
                <a:cubicBezTo>
                  <a:pt x="126752" y="181015"/>
                  <a:pt x="130597" y="184763"/>
                  <a:pt x="133189" y="189345"/>
                </a:cubicBezTo>
                <a:cubicBezTo>
                  <a:pt x="135826" y="193784"/>
                  <a:pt x="137168" y="198870"/>
                  <a:pt x="137069" y="204031"/>
                </a:cubicBezTo>
                <a:cubicBezTo>
                  <a:pt x="137197" y="209125"/>
                  <a:pt x="135884" y="214152"/>
                  <a:pt x="133282" y="218532"/>
                </a:cubicBezTo>
                <a:cubicBezTo>
                  <a:pt x="130800" y="223018"/>
                  <a:pt x="127123" y="226726"/>
                  <a:pt x="122660" y="229247"/>
                </a:cubicBezTo>
                <a:cubicBezTo>
                  <a:pt x="118197" y="231833"/>
                  <a:pt x="113133" y="233202"/>
                  <a:pt x="107974" y="233218"/>
                </a:cubicBezTo>
                <a:lnTo>
                  <a:pt x="107420" y="233218"/>
                </a:lnTo>
                <a:cubicBezTo>
                  <a:pt x="102357" y="233235"/>
                  <a:pt x="97382" y="231896"/>
                  <a:pt x="93011" y="229339"/>
                </a:cubicBezTo>
                <a:cubicBezTo>
                  <a:pt x="83963" y="224049"/>
                  <a:pt x="78433" y="214327"/>
                  <a:pt x="78510" y="203847"/>
                </a:cubicBezTo>
                <a:cubicBezTo>
                  <a:pt x="78440" y="198759"/>
                  <a:pt x="79749" y="193748"/>
                  <a:pt x="82297" y="189345"/>
                </a:cubicBezTo>
                <a:cubicBezTo>
                  <a:pt x="84779" y="184860"/>
                  <a:pt x="88456" y="181152"/>
                  <a:pt x="92919" y="178631"/>
                </a:cubicBezTo>
                <a:cubicBezTo>
                  <a:pt x="97382" y="176044"/>
                  <a:pt x="102446" y="174675"/>
                  <a:pt x="107605" y="174660"/>
                </a:cubicBezTo>
                <a:lnTo>
                  <a:pt x="107605" y="174660"/>
                </a:lnTo>
                <a:close/>
                <a:moveTo>
                  <a:pt x="27895" y="188237"/>
                </a:moveTo>
                <a:cubicBezTo>
                  <a:pt x="18918" y="160889"/>
                  <a:pt x="19406" y="131315"/>
                  <a:pt x="29280" y="104279"/>
                </a:cubicBezTo>
                <a:cubicBezTo>
                  <a:pt x="36020" y="130541"/>
                  <a:pt x="48162" y="155110"/>
                  <a:pt x="64933" y="176415"/>
                </a:cubicBezTo>
                <a:cubicBezTo>
                  <a:pt x="64499" y="177071"/>
                  <a:pt x="64098" y="177749"/>
                  <a:pt x="63732" y="178447"/>
                </a:cubicBezTo>
                <a:cubicBezTo>
                  <a:pt x="59209" y="186072"/>
                  <a:pt x="56876" y="194797"/>
                  <a:pt x="56989" y="203662"/>
                </a:cubicBezTo>
                <a:cubicBezTo>
                  <a:pt x="46183" y="200957"/>
                  <a:pt x="36197" y="195664"/>
                  <a:pt x="27895" y="188237"/>
                </a:cubicBezTo>
                <a:close/>
                <a:moveTo>
                  <a:pt x="147413" y="274135"/>
                </a:moveTo>
                <a:cubicBezTo>
                  <a:pt x="107340" y="273925"/>
                  <a:pt x="69701" y="254866"/>
                  <a:pt x="45813" y="222689"/>
                </a:cubicBezTo>
                <a:cubicBezTo>
                  <a:pt x="51297" y="224410"/>
                  <a:pt x="56880" y="225799"/>
                  <a:pt x="62531" y="226845"/>
                </a:cubicBezTo>
                <a:lnTo>
                  <a:pt x="63640" y="228969"/>
                </a:lnTo>
                <a:cubicBezTo>
                  <a:pt x="68014" y="236684"/>
                  <a:pt x="74398" y="243068"/>
                  <a:pt x="82112" y="247442"/>
                </a:cubicBezTo>
                <a:cubicBezTo>
                  <a:pt x="89836" y="251799"/>
                  <a:pt x="98552" y="254090"/>
                  <a:pt x="107420" y="254092"/>
                </a:cubicBezTo>
                <a:cubicBezTo>
                  <a:pt x="116330" y="254103"/>
                  <a:pt x="125088" y="251779"/>
                  <a:pt x="132820" y="247350"/>
                </a:cubicBezTo>
                <a:cubicBezTo>
                  <a:pt x="136864" y="245084"/>
                  <a:pt x="140565" y="242253"/>
                  <a:pt x="143811" y="238945"/>
                </a:cubicBezTo>
                <a:cubicBezTo>
                  <a:pt x="165919" y="248962"/>
                  <a:pt x="190024" y="253795"/>
                  <a:pt x="214285" y="253076"/>
                </a:cubicBezTo>
                <a:lnTo>
                  <a:pt x="217056" y="253076"/>
                </a:lnTo>
                <a:cubicBezTo>
                  <a:pt x="196427" y="266813"/>
                  <a:pt x="172196" y="274139"/>
                  <a:pt x="147413" y="274135"/>
                </a:cubicBezTo>
                <a:close/>
                <a:moveTo>
                  <a:pt x="257234" y="84236"/>
                </a:moveTo>
                <a:cubicBezTo>
                  <a:pt x="263293" y="94697"/>
                  <a:pt x="267774" y="105994"/>
                  <a:pt x="270534" y="117764"/>
                </a:cubicBezTo>
                <a:cubicBezTo>
                  <a:pt x="266993" y="121743"/>
                  <a:pt x="262770" y="125058"/>
                  <a:pt x="258065" y="127554"/>
                </a:cubicBezTo>
                <a:cubicBezTo>
                  <a:pt x="257342" y="122563"/>
                  <a:pt x="255647" y="117762"/>
                  <a:pt x="253077" y="113423"/>
                </a:cubicBezTo>
                <a:cubicBezTo>
                  <a:pt x="251978" y="111389"/>
                  <a:pt x="250679" y="109470"/>
                  <a:pt x="249198" y="107696"/>
                </a:cubicBezTo>
                <a:cubicBezTo>
                  <a:pt x="253222" y="100403"/>
                  <a:pt x="255941" y="92463"/>
                  <a:pt x="257234" y="84236"/>
                </a:cubicBezTo>
                <a:close/>
                <a:moveTo>
                  <a:pt x="253170" y="153878"/>
                </a:moveTo>
                <a:lnTo>
                  <a:pt x="254001" y="152400"/>
                </a:lnTo>
                <a:cubicBezTo>
                  <a:pt x="261086" y="150210"/>
                  <a:pt x="267855" y="147105"/>
                  <a:pt x="274136" y="143164"/>
                </a:cubicBezTo>
                <a:cubicBezTo>
                  <a:pt x="274136" y="144734"/>
                  <a:pt x="274136" y="146212"/>
                  <a:pt x="274136" y="147689"/>
                </a:cubicBezTo>
                <a:cubicBezTo>
                  <a:pt x="274194" y="173447"/>
                  <a:pt x="266254" y="198587"/>
                  <a:pt x="251415" y="219641"/>
                </a:cubicBezTo>
                <a:cubicBezTo>
                  <a:pt x="248850" y="223420"/>
                  <a:pt x="246042" y="227031"/>
                  <a:pt x="243010" y="230447"/>
                </a:cubicBezTo>
                <a:cubicBezTo>
                  <a:pt x="232850" y="231463"/>
                  <a:pt x="223244" y="232017"/>
                  <a:pt x="214377" y="232017"/>
                </a:cubicBezTo>
                <a:cubicBezTo>
                  <a:pt x="194234" y="232621"/>
                  <a:pt x="174197" y="228872"/>
                  <a:pt x="155634" y="221026"/>
                </a:cubicBezTo>
                <a:cubicBezTo>
                  <a:pt x="157598" y="215546"/>
                  <a:pt x="158568" y="209760"/>
                  <a:pt x="158497" y="203939"/>
                </a:cubicBezTo>
                <a:cubicBezTo>
                  <a:pt x="158543" y="203170"/>
                  <a:pt x="158543" y="202399"/>
                  <a:pt x="158497" y="201630"/>
                </a:cubicBezTo>
                <a:cubicBezTo>
                  <a:pt x="176332" y="196071"/>
                  <a:pt x="192471" y="186094"/>
                  <a:pt x="205418" y="172628"/>
                </a:cubicBezTo>
                <a:cubicBezTo>
                  <a:pt x="209386" y="173915"/>
                  <a:pt x="213531" y="174570"/>
                  <a:pt x="217702" y="174567"/>
                </a:cubicBezTo>
                <a:lnTo>
                  <a:pt x="218349" y="174567"/>
                </a:lnTo>
                <a:cubicBezTo>
                  <a:pt x="232795" y="174392"/>
                  <a:pt x="246073" y="166594"/>
                  <a:pt x="253262" y="154063"/>
                </a:cubicBezTo>
                <a:close/>
                <a:moveTo>
                  <a:pt x="234697" y="143533"/>
                </a:moveTo>
                <a:cubicBezTo>
                  <a:pt x="233132" y="146404"/>
                  <a:pt x="230754" y="148749"/>
                  <a:pt x="227862" y="150276"/>
                </a:cubicBezTo>
                <a:cubicBezTo>
                  <a:pt x="225101" y="152030"/>
                  <a:pt x="221896" y="152959"/>
                  <a:pt x="218626" y="152954"/>
                </a:cubicBezTo>
                <a:lnTo>
                  <a:pt x="217979" y="152954"/>
                </a:lnTo>
                <a:lnTo>
                  <a:pt x="217979" y="155171"/>
                </a:lnTo>
                <a:lnTo>
                  <a:pt x="217979" y="155171"/>
                </a:lnTo>
                <a:lnTo>
                  <a:pt x="217979" y="152954"/>
                </a:lnTo>
                <a:cubicBezTo>
                  <a:pt x="214722" y="152957"/>
                  <a:pt x="211526" y="152062"/>
                  <a:pt x="208743" y="150368"/>
                </a:cubicBezTo>
                <a:cubicBezTo>
                  <a:pt x="205592" y="148790"/>
                  <a:pt x="203011" y="146273"/>
                  <a:pt x="201354" y="143164"/>
                </a:cubicBezTo>
                <a:cubicBezTo>
                  <a:pt x="197572" y="137152"/>
                  <a:pt x="197572" y="129502"/>
                  <a:pt x="201354" y="123490"/>
                </a:cubicBezTo>
                <a:cubicBezTo>
                  <a:pt x="202880" y="120520"/>
                  <a:pt x="205261" y="118075"/>
                  <a:pt x="208189" y="116471"/>
                </a:cubicBezTo>
                <a:cubicBezTo>
                  <a:pt x="210972" y="114786"/>
                  <a:pt x="214173" y="113921"/>
                  <a:pt x="217425" y="113977"/>
                </a:cubicBezTo>
                <a:lnTo>
                  <a:pt x="218626" y="113977"/>
                </a:lnTo>
                <a:cubicBezTo>
                  <a:pt x="221871" y="113982"/>
                  <a:pt x="225056" y="114842"/>
                  <a:pt x="227862" y="116471"/>
                </a:cubicBezTo>
                <a:cubicBezTo>
                  <a:pt x="230771" y="118102"/>
                  <a:pt x="233144" y="120540"/>
                  <a:pt x="234697" y="123490"/>
                </a:cubicBezTo>
                <a:cubicBezTo>
                  <a:pt x="236483" y="126479"/>
                  <a:pt x="237439" y="129891"/>
                  <a:pt x="237468" y="133373"/>
                </a:cubicBezTo>
                <a:cubicBezTo>
                  <a:pt x="237369" y="136868"/>
                  <a:pt x="236280" y="140263"/>
                  <a:pt x="234328" y="143164"/>
                </a:cubicBezTo>
                <a:close/>
                <a:moveTo>
                  <a:pt x="234235" y="55141"/>
                </a:moveTo>
                <a:lnTo>
                  <a:pt x="237376" y="58189"/>
                </a:lnTo>
                <a:cubicBezTo>
                  <a:pt x="238575" y="70764"/>
                  <a:pt x="236706" y="83442"/>
                  <a:pt x="231926" y="95135"/>
                </a:cubicBezTo>
                <a:cubicBezTo>
                  <a:pt x="227694" y="93593"/>
                  <a:pt x="223223" y="92812"/>
                  <a:pt x="218718" y="92825"/>
                </a:cubicBezTo>
                <a:lnTo>
                  <a:pt x="217056" y="92825"/>
                </a:lnTo>
                <a:cubicBezTo>
                  <a:pt x="210078" y="92814"/>
                  <a:pt x="203223" y="94663"/>
                  <a:pt x="197197" y="98183"/>
                </a:cubicBezTo>
                <a:cubicBezTo>
                  <a:pt x="190913" y="101772"/>
                  <a:pt x="185761" y="107052"/>
                  <a:pt x="182327" y="113423"/>
                </a:cubicBezTo>
                <a:cubicBezTo>
                  <a:pt x="180345" y="116884"/>
                  <a:pt x="178883" y="120619"/>
                  <a:pt x="177986" y="124506"/>
                </a:cubicBezTo>
                <a:cubicBezTo>
                  <a:pt x="168233" y="121421"/>
                  <a:pt x="159103" y="116637"/>
                  <a:pt x="151016" y="110375"/>
                </a:cubicBezTo>
                <a:cubicBezTo>
                  <a:pt x="151983" y="109154"/>
                  <a:pt x="152848" y="107857"/>
                  <a:pt x="153602" y="106495"/>
                </a:cubicBezTo>
                <a:cubicBezTo>
                  <a:pt x="154261" y="105428"/>
                  <a:pt x="154848" y="104317"/>
                  <a:pt x="155357" y="103170"/>
                </a:cubicBezTo>
                <a:cubicBezTo>
                  <a:pt x="171875" y="100003"/>
                  <a:pt x="187583" y="93531"/>
                  <a:pt x="201539" y="84143"/>
                </a:cubicBezTo>
                <a:cubicBezTo>
                  <a:pt x="213780" y="76247"/>
                  <a:pt x="224692" y="66457"/>
                  <a:pt x="233866" y="55141"/>
                </a:cubicBezTo>
                <a:close/>
                <a:moveTo>
                  <a:pt x="157666" y="80818"/>
                </a:moveTo>
                <a:cubicBezTo>
                  <a:pt x="156927" y="77216"/>
                  <a:pt x="155617" y="73755"/>
                  <a:pt x="153787" y="70566"/>
                </a:cubicBezTo>
                <a:cubicBezTo>
                  <a:pt x="150545" y="65179"/>
                  <a:pt x="145962" y="60724"/>
                  <a:pt x="140486" y="57635"/>
                </a:cubicBezTo>
                <a:cubicBezTo>
                  <a:pt x="135212" y="54567"/>
                  <a:pt x="129223" y="52942"/>
                  <a:pt x="123122" y="52924"/>
                </a:cubicBezTo>
                <a:lnTo>
                  <a:pt x="122475" y="52924"/>
                </a:lnTo>
                <a:cubicBezTo>
                  <a:pt x="119133" y="52924"/>
                  <a:pt x="115807" y="53391"/>
                  <a:pt x="112592" y="54310"/>
                </a:cubicBezTo>
                <a:cubicBezTo>
                  <a:pt x="110554" y="45519"/>
                  <a:pt x="109409" y="36545"/>
                  <a:pt x="109175" y="27524"/>
                </a:cubicBezTo>
                <a:cubicBezTo>
                  <a:pt x="121557" y="23510"/>
                  <a:pt x="134490" y="21453"/>
                  <a:pt x="147506" y="21428"/>
                </a:cubicBezTo>
                <a:lnTo>
                  <a:pt x="148060" y="21428"/>
                </a:lnTo>
                <a:cubicBezTo>
                  <a:pt x="172528" y="21282"/>
                  <a:pt x="196507" y="28280"/>
                  <a:pt x="217056" y="41564"/>
                </a:cubicBezTo>
                <a:cubicBezTo>
                  <a:pt x="201863" y="60549"/>
                  <a:pt x="181087" y="74281"/>
                  <a:pt x="157666" y="8081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15" name="Google Shape;3315;p97"/>
          <p:cNvSpPr txBox="1"/>
          <p:nvPr/>
        </p:nvSpPr>
        <p:spPr>
          <a:xfrm>
            <a:off x="1179778"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IoT</a:t>
            </a:r>
            <a:endParaRPr sz="1800">
              <a:solidFill>
                <a:srgbClr val="252525"/>
              </a:solidFill>
              <a:latin typeface="Arial"/>
              <a:ea typeface="Arial"/>
              <a:cs typeface="Arial"/>
              <a:sym typeface="Arial"/>
            </a:endParaRPr>
          </a:p>
        </p:txBody>
      </p:sp>
      <p:grpSp>
        <p:nvGrpSpPr>
          <p:cNvPr id="3316" name="Google Shape;3316;p97"/>
          <p:cNvGrpSpPr/>
          <p:nvPr/>
        </p:nvGrpSpPr>
        <p:grpSpPr>
          <a:xfrm>
            <a:off x="1260541" y="2547216"/>
            <a:ext cx="264015" cy="284263"/>
            <a:chOff x="2142232" y="201699"/>
            <a:chExt cx="273733" cy="294726"/>
          </a:xfrm>
        </p:grpSpPr>
        <p:sp>
          <p:nvSpPr>
            <p:cNvPr id="3317" name="Google Shape;3317;p97"/>
            <p:cNvSpPr/>
            <p:nvPr/>
          </p:nvSpPr>
          <p:spPr>
            <a:xfrm>
              <a:off x="2142232" y="201699"/>
              <a:ext cx="273733" cy="184355"/>
            </a:xfrm>
            <a:custGeom>
              <a:rect b="b" l="l" r="r" t="t"/>
              <a:pathLst>
                <a:path extrusionOk="0" h="184355" w="273733">
                  <a:moveTo>
                    <a:pt x="248002" y="91253"/>
                  </a:moveTo>
                  <a:cubicBezTo>
                    <a:pt x="246666" y="71378"/>
                    <a:pt x="239394" y="52361"/>
                    <a:pt x="227127" y="36666"/>
                  </a:cubicBezTo>
                  <a:cubicBezTo>
                    <a:pt x="213901" y="19638"/>
                    <a:pt x="195321" y="7566"/>
                    <a:pt x="174388" y="2399"/>
                  </a:cubicBezTo>
                  <a:cubicBezTo>
                    <a:pt x="150134" y="-3071"/>
                    <a:pt x="124707" y="892"/>
                    <a:pt x="103268" y="13483"/>
                  </a:cubicBezTo>
                  <a:cubicBezTo>
                    <a:pt x="83761" y="24551"/>
                    <a:pt x="68465" y="41763"/>
                    <a:pt x="59764" y="62435"/>
                  </a:cubicBezTo>
                  <a:cubicBezTo>
                    <a:pt x="47754" y="63128"/>
                    <a:pt x="36174" y="67159"/>
                    <a:pt x="26329" y="74073"/>
                  </a:cubicBezTo>
                  <a:cubicBezTo>
                    <a:pt x="14186" y="82479"/>
                    <a:pt x="5467" y="94968"/>
                    <a:pt x="1760" y="109264"/>
                  </a:cubicBezTo>
                  <a:cubicBezTo>
                    <a:pt x="-1924" y="124239"/>
                    <a:pt x="222" y="140054"/>
                    <a:pt x="7764" y="153506"/>
                  </a:cubicBezTo>
                  <a:cubicBezTo>
                    <a:pt x="15440" y="167178"/>
                    <a:pt x="27861" y="177561"/>
                    <a:pt x="42677" y="182693"/>
                  </a:cubicBezTo>
                  <a:lnTo>
                    <a:pt x="43416" y="182693"/>
                  </a:lnTo>
                  <a:cubicBezTo>
                    <a:pt x="44954" y="183509"/>
                    <a:pt x="46663" y="183953"/>
                    <a:pt x="48404" y="183986"/>
                  </a:cubicBezTo>
                  <a:lnTo>
                    <a:pt x="68262" y="183986"/>
                  </a:lnTo>
                  <a:cubicBezTo>
                    <a:pt x="74638" y="183986"/>
                    <a:pt x="79807" y="178817"/>
                    <a:pt x="79807" y="172440"/>
                  </a:cubicBezTo>
                  <a:cubicBezTo>
                    <a:pt x="79807" y="166064"/>
                    <a:pt x="74638" y="160895"/>
                    <a:pt x="68262" y="160895"/>
                  </a:cubicBezTo>
                  <a:lnTo>
                    <a:pt x="49143" y="160895"/>
                  </a:lnTo>
                  <a:cubicBezTo>
                    <a:pt x="30304" y="154043"/>
                    <a:pt x="19473" y="134279"/>
                    <a:pt x="23835" y="114713"/>
                  </a:cubicBezTo>
                  <a:cubicBezTo>
                    <a:pt x="29238" y="95792"/>
                    <a:pt x="47267" y="83334"/>
                    <a:pt x="66876" y="84972"/>
                  </a:cubicBezTo>
                  <a:cubicBezTo>
                    <a:pt x="72150" y="85372"/>
                    <a:pt x="77022" y="82137"/>
                    <a:pt x="78699" y="77121"/>
                  </a:cubicBezTo>
                  <a:cubicBezTo>
                    <a:pt x="84648" y="58262"/>
                    <a:pt x="97518" y="42356"/>
                    <a:pt x="114721" y="32602"/>
                  </a:cubicBezTo>
                  <a:cubicBezTo>
                    <a:pt x="146142" y="13682"/>
                    <a:pt x="186759" y="21352"/>
                    <a:pt x="209116" y="50428"/>
                  </a:cubicBezTo>
                  <a:cubicBezTo>
                    <a:pt x="219662" y="64154"/>
                    <a:pt x="225406" y="80964"/>
                    <a:pt x="225465" y="98272"/>
                  </a:cubicBezTo>
                  <a:cubicBezTo>
                    <a:pt x="225522" y="102515"/>
                    <a:pt x="227997" y="106352"/>
                    <a:pt x="231838" y="108155"/>
                  </a:cubicBezTo>
                  <a:cubicBezTo>
                    <a:pt x="243295" y="112592"/>
                    <a:pt x="250876" y="123579"/>
                    <a:pt x="250957" y="135864"/>
                  </a:cubicBezTo>
                  <a:cubicBezTo>
                    <a:pt x="249305" y="147602"/>
                    <a:pt x="241203" y="157418"/>
                    <a:pt x="229991" y="161264"/>
                  </a:cubicBezTo>
                  <a:lnTo>
                    <a:pt x="205052" y="161264"/>
                  </a:lnTo>
                  <a:cubicBezTo>
                    <a:pt x="198676" y="161264"/>
                    <a:pt x="193507" y="166433"/>
                    <a:pt x="193507" y="172810"/>
                  </a:cubicBezTo>
                  <a:cubicBezTo>
                    <a:pt x="193507" y="179187"/>
                    <a:pt x="198676" y="184355"/>
                    <a:pt x="205052" y="184355"/>
                  </a:cubicBezTo>
                  <a:lnTo>
                    <a:pt x="231099" y="184355"/>
                  </a:lnTo>
                  <a:cubicBezTo>
                    <a:pt x="233013" y="184261"/>
                    <a:pt x="234878" y="183724"/>
                    <a:pt x="236548" y="182785"/>
                  </a:cubicBezTo>
                  <a:lnTo>
                    <a:pt x="237472" y="182785"/>
                  </a:lnTo>
                  <a:cubicBezTo>
                    <a:pt x="257379" y="176007"/>
                    <a:pt x="271518" y="158260"/>
                    <a:pt x="273679" y="137342"/>
                  </a:cubicBezTo>
                  <a:cubicBezTo>
                    <a:pt x="274566" y="118350"/>
                    <a:pt x="264619" y="100493"/>
                    <a:pt x="248002" y="9125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18" name="Google Shape;3318;p97"/>
            <p:cNvSpPr/>
            <p:nvPr/>
          </p:nvSpPr>
          <p:spPr>
            <a:xfrm>
              <a:off x="2165534" y="320290"/>
              <a:ext cx="226734" cy="176135"/>
            </a:xfrm>
            <a:custGeom>
              <a:rect b="b" l="l" r="r" t="t"/>
              <a:pathLst>
                <a:path extrusionOk="0" h="176135" w="226734">
                  <a:moveTo>
                    <a:pt x="199023" y="76940"/>
                  </a:moveTo>
                  <a:cubicBezTo>
                    <a:pt x="187241" y="76895"/>
                    <a:pt x="176719" y="84305"/>
                    <a:pt x="172791" y="95413"/>
                  </a:cubicBezTo>
                  <a:lnTo>
                    <a:pt x="156535" y="95413"/>
                  </a:lnTo>
                  <a:lnTo>
                    <a:pt x="157644" y="11362"/>
                  </a:lnTo>
                  <a:lnTo>
                    <a:pt x="157644" y="11362"/>
                  </a:lnTo>
                  <a:cubicBezTo>
                    <a:pt x="157542" y="4986"/>
                    <a:pt x="152292" y="-100"/>
                    <a:pt x="145916" y="1"/>
                  </a:cubicBezTo>
                  <a:cubicBezTo>
                    <a:pt x="145915" y="1"/>
                    <a:pt x="145914" y="1"/>
                    <a:pt x="145914" y="1"/>
                  </a:cubicBezTo>
                  <a:lnTo>
                    <a:pt x="83476" y="1"/>
                  </a:lnTo>
                  <a:cubicBezTo>
                    <a:pt x="77136" y="52"/>
                    <a:pt x="72023" y="5206"/>
                    <a:pt x="72023" y="11547"/>
                  </a:cubicBezTo>
                  <a:lnTo>
                    <a:pt x="71007" y="95228"/>
                  </a:lnTo>
                  <a:lnTo>
                    <a:pt x="53550" y="95228"/>
                  </a:lnTo>
                  <a:cubicBezTo>
                    <a:pt x="48015" y="80961"/>
                    <a:pt x="31962" y="73881"/>
                    <a:pt x="17695" y="79417"/>
                  </a:cubicBezTo>
                  <a:cubicBezTo>
                    <a:pt x="3428" y="84951"/>
                    <a:pt x="-3652" y="101004"/>
                    <a:pt x="1883" y="115271"/>
                  </a:cubicBezTo>
                  <a:cubicBezTo>
                    <a:pt x="7418" y="129539"/>
                    <a:pt x="23471" y="136618"/>
                    <a:pt x="37738" y="131083"/>
                  </a:cubicBezTo>
                  <a:cubicBezTo>
                    <a:pt x="44996" y="128268"/>
                    <a:pt x="50734" y="122529"/>
                    <a:pt x="53550" y="115271"/>
                  </a:cubicBezTo>
                  <a:lnTo>
                    <a:pt x="81259" y="115271"/>
                  </a:lnTo>
                  <a:cubicBezTo>
                    <a:pt x="86203" y="114835"/>
                    <a:pt x="90108" y="110891"/>
                    <a:pt x="90495" y="105943"/>
                  </a:cubicBezTo>
                  <a:lnTo>
                    <a:pt x="91419" y="22815"/>
                  </a:lnTo>
                  <a:lnTo>
                    <a:pt x="104442" y="22815"/>
                  </a:lnTo>
                  <a:lnTo>
                    <a:pt x="104442" y="122568"/>
                  </a:lnTo>
                  <a:cubicBezTo>
                    <a:pt x="90165" y="128078"/>
                    <a:pt x="83057" y="144117"/>
                    <a:pt x="88566" y="158395"/>
                  </a:cubicBezTo>
                  <a:cubicBezTo>
                    <a:pt x="94075" y="172672"/>
                    <a:pt x="110115" y="179780"/>
                    <a:pt x="124393" y="174270"/>
                  </a:cubicBezTo>
                  <a:cubicBezTo>
                    <a:pt x="138670" y="168761"/>
                    <a:pt x="145778" y="152721"/>
                    <a:pt x="140269" y="138444"/>
                  </a:cubicBezTo>
                  <a:cubicBezTo>
                    <a:pt x="137454" y="131149"/>
                    <a:pt x="131688" y="125383"/>
                    <a:pt x="124393" y="122568"/>
                  </a:cubicBezTo>
                  <a:lnTo>
                    <a:pt x="124393" y="23092"/>
                  </a:lnTo>
                  <a:lnTo>
                    <a:pt x="136954" y="23092"/>
                  </a:lnTo>
                  <a:lnTo>
                    <a:pt x="136677" y="105481"/>
                  </a:lnTo>
                  <a:cubicBezTo>
                    <a:pt x="136652" y="108165"/>
                    <a:pt x="137680" y="110751"/>
                    <a:pt x="139540" y="112685"/>
                  </a:cubicBezTo>
                  <a:cubicBezTo>
                    <a:pt x="141433" y="114630"/>
                    <a:pt x="144030" y="115729"/>
                    <a:pt x="146745" y="115733"/>
                  </a:cubicBezTo>
                  <a:lnTo>
                    <a:pt x="173623" y="115733"/>
                  </a:lnTo>
                  <a:cubicBezTo>
                    <a:pt x="179744" y="129759"/>
                    <a:pt x="196076" y="136167"/>
                    <a:pt x="210102" y="130045"/>
                  </a:cubicBezTo>
                  <a:cubicBezTo>
                    <a:pt x="224128" y="123924"/>
                    <a:pt x="230535" y="107591"/>
                    <a:pt x="224414" y="93566"/>
                  </a:cubicBezTo>
                  <a:cubicBezTo>
                    <a:pt x="220008" y="83470"/>
                    <a:pt x="210039" y="76942"/>
                    <a:pt x="199023" y="76940"/>
                  </a:cubicBezTo>
                  <a:close/>
                  <a:moveTo>
                    <a:pt x="28150" y="113424"/>
                  </a:moveTo>
                  <a:cubicBezTo>
                    <a:pt x="23865" y="113424"/>
                    <a:pt x="20391" y="109950"/>
                    <a:pt x="20391" y="105665"/>
                  </a:cubicBezTo>
                  <a:cubicBezTo>
                    <a:pt x="20391" y="101381"/>
                    <a:pt x="23865" y="97907"/>
                    <a:pt x="28150" y="97907"/>
                  </a:cubicBezTo>
                  <a:cubicBezTo>
                    <a:pt x="32435" y="97907"/>
                    <a:pt x="35908" y="101381"/>
                    <a:pt x="35908" y="105665"/>
                  </a:cubicBezTo>
                  <a:cubicBezTo>
                    <a:pt x="35908" y="109950"/>
                    <a:pt x="32435" y="113424"/>
                    <a:pt x="28150" y="113424"/>
                  </a:cubicBezTo>
                  <a:close/>
                  <a:moveTo>
                    <a:pt x="114787" y="156373"/>
                  </a:moveTo>
                  <a:cubicBezTo>
                    <a:pt x="110502" y="156373"/>
                    <a:pt x="107028" y="152899"/>
                    <a:pt x="107028" y="148615"/>
                  </a:cubicBezTo>
                  <a:cubicBezTo>
                    <a:pt x="107028" y="144330"/>
                    <a:pt x="110502" y="140856"/>
                    <a:pt x="114787" y="140856"/>
                  </a:cubicBezTo>
                  <a:cubicBezTo>
                    <a:pt x="119072" y="140856"/>
                    <a:pt x="122546" y="144330"/>
                    <a:pt x="122546" y="148615"/>
                  </a:cubicBezTo>
                  <a:cubicBezTo>
                    <a:pt x="122496" y="152879"/>
                    <a:pt x="119051" y="156323"/>
                    <a:pt x="114787" y="156373"/>
                  </a:cubicBezTo>
                  <a:close/>
                  <a:moveTo>
                    <a:pt x="199023" y="112408"/>
                  </a:moveTo>
                  <a:cubicBezTo>
                    <a:pt x="194738" y="112408"/>
                    <a:pt x="191264" y="108934"/>
                    <a:pt x="191264" y="104649"/>
                  </a:cubicBezTo>
                  <a:cubicBezTo>
                    <a:pt x="191264" y="100365"/>
                    <a:pt x="194738" y="96891"/>
                    <a:pt x="199023" y="96891"/>
                  </a:cubicBezTo>
                  <a:cubicBezTo>
                    <a:pt x="203307" y="96891"/>
                    <a:pt x="206781" y="100365"/>
                    <a:pt x="206781" y="104649"/>
                  </a:cubicBezTo>
                  <a:cubicBezTo>
                    <a:pt x="206781" y="108934"/>
                    <a:pt x="203307" y="112408"/>
                    <a:pt x="199023" y="11240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19" name="Google Shape;3319;p97"/>
          <p:cNvSpPr txBox="1"/>
          <p:nvPr/>
        </p:nvSpPr>
        <p:spPr>
          <a:xfrm>
            <a:off x="1971975"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Access</a:t>
            </a:r>
            <a:endParaRPr sz="1800">
              <a:solidFill>
                <a:srgbClr val="252525"/>
              </a:solidFill>
              <a:latin typeface="Arial"/>
              <a:ea typeface="Arial"/>
              <a:cs typeface="Arial"/>
              <a:sym typeface="Arial"/>
            </a:endParaRPr>
          </a:p>
        </p:txBody>
      </p:sp>
      <p:grpSp>
        <p:nvGrpSpPr>
          <p:cNvPr id="3320" name="Google Shape;3320;p97"/>
          <p:cNvGrpSpPr/>
          <p:nvPr/>
        </p:nvGrpSpPr>
        <p:grpSpPr>
          <a:xfrm>
            <a:off x="2052879" y="2557331"/>
            <a:ext cx="264040" cy="264086"/>
            <a:chOff x="1830357" y="199489"/>
            <a:chExt cx="295512" cy="295563"/>
          </a:xfrm>
        </p:grpSpPr>
        <p:sp>
          <p:nvSpPr>
            <p:cNvPr id="3321" name="Google Shape;3321;p97"/>
            <p:cNvSpPr/>
            <p:nvPr/>
          </p:nvSpPr>
          <p:spPr>
            <a:xfrm>
              <a:off x="1880086" y="393730"/>
              <a:ext cx="51724" cy="51724"/>
            </a:xfrm>
            <a:custGeom>
              <a:rect b="b" l="l" r="r" t="t"/>
              <a:pathLst>
                <a:path extrusionOk="0" h="51724" w="51724">
                  <a:moveTo>
                    <a:pt x="25676" y="1"/>
                  </a:moveTo>
                  <a:cubicBezTo>
                    <a:pt x="11393" y="103"/>
                    <a:pt x="-102" y="11765"/>
                    <a:pt x="1" y="26048"/>
                  </a:cubicBezTo>
                  <a:cubicBezTo>
                    <a:pt x="103" y="40330"/>
                    <a:pt x="11765" y="51826"/>
                    <a:pt x="26048" y="51723"/>
                  </a:cubicBezTo>
                  <a:cubicBezTo>
                    <a:pt x="40330" y="51620"/>
                    <a:pt x="51826" y="39959"/>
                    <a:pt x="51723" y="25676"/>
                  </a:cubicBezTo>
                  <a:cubicBezTo>
                    <a:pt x="51674" y="18882"/>
                    <a:pt x="48953" y="12379"/>
                    <a:pt x="44149" y="7574"/>
                  </a:cubicBezTo>
                  <a:cubicBezTo>
                    <a:pt x="39253" y="2679"/>
                    <a:pt x="32599" y="-49"/>
                    <a:pt x="25676" y="1"/>
                  </a:cubicBezTo>
                  <a:close/>
                  <a:moveTo>
                    <a:pt x="33712" y="33806"/>
                  </a:moveTo>
                  <a:cubicBezTo>
                    <a:pt x="29276" y="38244"/>
                    <a:pt x="22083" y="38246"/>
                    <a:pt x="17645" y="33810"/>
                  </a:cubicBezTo>
                  <a:cubicBezTo>
                    <a:pt x="17643" y="33809"/>
                    <a:pt x="17642" y="33808"/>
                    <a:pt x="17640" y="33806"/>
                  </a:cubicBezTo>
                  <a:cubicBezTo>
                    <a:pt x="13205" y="29368"/>
                    <a:pt x="13207" y="22174"/>
                    <a:pt x="17645" y="17739"/>
                  </a:cubicBezTo>
                  <a:cubicBezTo>
                    <a:pt x="22083" y="13304"/>
                    <a:pt x="29276" y="13306"/>
                    <a:pt x="33712" y="17744"/>
                  </a:cubicBezTo>
                  <a:cubicBezTo>
                    <a:pt x="38145" y="22180"/>
                    <a:pt x="38145" y="29370"/>
                    <a:pt x="33712" y="3380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22" name="Google Shape;3322;p97"/>
            <p:cNvSpPr/>
            <p:nvPr/>
          </p:nvSpPr>
          <p:spPr>
            <a:xfrm>
              <a:off x="1830357" y="199489"/>
              <a:ext cx="295512" cy="295563"/>
            </a:xfrm>
            <a:custGeom>
              <a:rect b="b" l="l" r="r" t="t"/>
              <a:pathLst>
                <a:path extrusionOk="0" h="295563" w="295512">
                  <a:moveTo>
                    <a:pt x="283962" y="0"/>
                  </a:moveTo>
                  <a:lnTo>
                    <a:pt x="249418" y="924"/>
                  </a:lnTo>
                  <a:cubicBezTo>
                    <a:pt x="247430" y="995"/>
                    <a:pt x="245493" y="1567"/>
                    <a:pt x="243784" y="2586"/>
                  </a:cubicBezTo>
                  <a:cubicBezTo>
                    <a:pt x="242207" y="3550"/>
                    <a:pt x="240750" y="4697"/>
                    <a:pt x="239443" y="6004"/>
                  </a:cubicBezTo>
                  <a:lnTo>
                    <a:pt x="134333" y="111114"/>
                  </a:lnTo>
                  <a:cubicBezTo>
                    <a:pt x="98115" y="95557"/>
                    <a:pt x="56079" y="103562"/>
                    <a:pt x="28115" y="131341"/>
                  </a:cubicBezTo>
                  <a:cubicBezTo>
                    <a:pt x="-9429" y="168968"/>
                    <a:pt x="-9363" y="229905"/>
                    <a:pt x="28263" y="267449"/>
                  </a:cubicBezTo>
                  <a:cubicBezTo>
                    <a:pt x="46270" y="285417"/>
                    <a:pt x="70657" y="295525"/>
                    <a:pt x="96094" y="295564"/>
                  </a:cubicBezTo>
                  <a:cubicBezTo>
                    <a:pt x="105314" y="295557"/>
                    <a:pt x="114487" y="294251"/>
                    <a:pt x="123342" y="291685"/>
                  </a:cubicBezTo>
                  <a:cubicBezTo>
                    <a:pt x="174319" y="276452"/>
                    <a:pt x="203296" y="222779"/>
                    <a:pt x="188064" y="171801"/>
                  </a:cubicBezTo>
                  <a:cubicBezTo>
                    <a:pt x="187032" y="168347"/>
                    <a:pt x="185806" y="164953"/>
                    <a:pt x="184394" y="161637"/>
                  </a:cubicBezTo>
                  <a:lnTo>
                    <a:pt x="212103" y="133928"/>
                  </a:lnTo>
                  <a:lnTo>
                    <a:pt x="231130" y="136144"/>
                  </a:lnTo>
                  <a:cubicBezTo>
                    <a:pt x="234513" y="136440"/>
                    <a:pt x="237865" y="135300"/>
                    <a:pt x="240366" y="133004"/>
                  </a:cubicBezTo>
                  <a:cubicBezTo>
                    <a:pt x="242794" y="130573"/>
                    <a:pt x="244012" y="127188"/>
                    <a:pt x="243691" y="123768"/>
                  </a:cubicBezTo>
                  <a:lnTo>
                    <a:pt x="242675" y="112592"/>
                  </a:lnTo>
                  <a:lnTo>
                    <a:pt x="253482" y="113700"/>
                  </a:lnTo>
                  <a:cubicBezTo>
                    <a:pt x="259668" y="114387"/>
                    <a:pt x="265239" y="109931"/>
                    <a:pt x="265926" y="103745"/>
                  </a:cubicBezTo>
                  <a:cubicBezTo>
                    <a:pt x="266008" y="103002"/>
                    <a:pt x="266017" y="102252"/>
                    <a:pt x="265951" y="101508"/>
                  </a:cubicBezTo>
                  <a:lnTo>
                    <a:pt x="264935" y="90240"/>
                  </a:lnTo>
                  <a:lnTo>
                    <a:pt x="275834" y="91440"/>
                  </a:lnTo>
                  <a:cubicBezTo>
                    <a:pt x="279261" y="91816"/>
                    <a:pt x="282669" y="90589"/>
                    <a:pt x="285070" y="88115"/>
                  </a:cubicBezTo>
                  <a:cubicBezTo>
                    <a:pt x="287501" y="85695"/>
                    <a:pt x="288662" y="82279"/>
                    <a:pt x="288211" y="78879"/>
                  </a:cubicBezTo>
                  <a:lnTo>
                    <a:pt x="285532" y="60037"/>
                  </a:lnTo>
                  <a:lnTo>
                    <a:pt x="291628" y="53571"/>
                  </a:lnTo>
                  <a:cubicBezTo>
                    <a:pt x="293565" y="51560"/>
                    <a:pt x="294656" y="48882"/>
                    <a:pt x="294676" y="46090"/>
                  </a:cubicBezTo>
                  <a:lnTo>
                    <a:pt x="295507" y="11823"/>
                  </a:lnTo>
                  <a:cubicBezTo>
                    <a:pt x="295603" y="8737"/>
                    <a:pt x="294396" y="5754"/>
                    <a:pt x="292182" y="3602"/>
                  </a:cubicBezTo>
                  <a:cubicBezTo>
                    <a:pt x="290079" y="1287"/>
                    <a:pt x="287089" y="-23"/>
                    <a:pt x="283962" y="0"/>
                  </a:cubicBezTo>
                  <a:close/>
                  <a:moveTo>
                    <a:pt x="272417" y="41010"/>
                  </a:moveTo>
                  <a:lnTo>
                    <a:pt x="265674" y="48122"/>
                  </a:lnTo>
                  <a:cubicBezTo>
                    <a:pt x="263392" y="50624"/>
                    <a:pt x="262313" y="53996"/>
                    <a:pt x="262718" y="57358"/>
                  </a:cubicBezTo>
                  <a:lnTo>
                    <a:pt x="263919" y="67888"/>
                  </a:lnTo>
                  <a:lnTo>
                    <a:pt x="253205" y="66502"/>
                  </a:lnTo>
                  <a:cubicBezTo>
                    <a:pt x="247018" y="65823"/>
                    <a:pt x="241453" y="70287"/>
                    <a:pt x="240775" y="76474"/>
                  </a:cubicBezTo>
                  <a:cubicBezTo>
                    <a:pt x="240700" y="77150"/>
                    <a:pt x="240687" y="77831"/>
                    <a:pt x="240736" y="78509"/>
                  </a:cubicBezTo>
                  <a:lnTo>
                    <a:pt x="241752" y="89685"/>
                  </a:lnTo>
                  <a:lnTo>
                    <a:pt x="230945" y="88577"/>
                  </a:lnTo>
                  <a:cubicBezTo>
                    <a:pt x="227546" y="88140"/>
                    <a:pt x="224137" y="89299"/>
                    <a:pt x="221709" y="91717"/>
                  </a:cubicBezTo>
                  <a:cubicBezTo>
                    <a:pt x="219271" y="94141"/>
                    <a:pt x="218049" y="97532"/>
                    <a:pt x="218384" y="100954"/>
                  </a:cubicBezTo>
                  <a:lnTo>
                    <a:pt x="219400" y="112130"/>
                  </a:lnTo>
                  <a:lnTo>
                    <a:pt x="208686" y="110929"/>
                  </a:lnTo>
                  <a:cubicBezTo>
                    <a:pt x="205272" y="110515"/>
                    <a:pt x="201860" y="111710"/>
                    <a:pt x="199449" y="114162"/>
                  </a:cubicBezTo>
                  <a:lnTo>
                    <a:pt x="162504" y="151107"/>
                  </a:lnTo>
                  <a:cubicBezTo>
                    <a:pt x="159035" y="154685"/>
                    <a:pt x="158252" y="160085"/>
                    <a:pt x="160564" y="164500"/>
                  </a:cubicBezTo>
                  <a:cubicBezTo>
                    <a:pt x="175983" y="193152"/>
                    <a:pt x="170845" y="228519"/>
                    <a:pt x="147910" y="251599"/>
                  </a:cubicBezTo>
                  <a:cubicBezTo>
                    <a:pt x="118662" y="280057"/>
                    <a:pt x="71881" y="279417"/>
                    <a:pt x="43423" y="250168"/>
                  </a:cubicBezTo>
                  <a:cubicBezTo>
                    <a:pt x="25037" y="231271"/>
                    <a:pt x="18113" y="204011"/>
                    <a:pt x="25251" y="178632"/>
                  </a:cubicBezTo>
                  <a:cubicBezTo>
                    <a:pt x="34629" y="147390"/>
                    <a:pt x="63383" y="125994"/>
                    <a:pt x="96002" y="125984"/>
                  </a:cubicBezTo>
                  <a:cubicBezTo>
                    <a:pt x="108235" y="126053"/>
                    <a:pt x="120249" y="129232"/>
                    <a:pt x="130915" y="135221"/>
                  </a:cubicBezTo>
                  <a:cubicBezTo>
                    <a:pt x="135319" y="137594"/>
                    <a:pt x="140758" y="136806"/>
                    <a:pt x="144308" y="133281"/>
                  </a:cubicBezTo>
                  <a:lnTo>
                    <a:pt x="253944" y="23091"/>
                  </a:lnTo>
                  <a:lnTo>
                    <a:pt x="272417" y="23091"/>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23" name="Google Shape;3323;p97"/>
          <p:cNvSpPr/>
          <p:nvPr/>
        </p:nvSpPr>
        <p:spPr>
          <a:xfrm>
            <a:off x="2840851" y="2553220"/>
            <a:ext cx="272351" cy="272291"/>
          </a:xfrm>
          <a:custGeom>
            <a:rect b="b" l="l" r="r" t="t"/>
            <a:pathLst>
              <a:path extrusionOk="0" h="9017" w="9019">
                <a:moveTo>
                  <a:pt x="3719" y="3291"/>
                </a:moveTo>
                <a:lnTo>
                  <a:pt x="5739" y="4451"/>
                </a:lnTo>
                <a:lnTo>
                  <a:pt x="3707" y="5636"/>
                </a:lnTo>
                <a:lnTo>
                  <a:pt x="3719" y="3291"/>
                </a:lnTo>
                <a:close/>
                <a:moveTo>
                  <a:pt x="3368" y="2327"/>
                </a:moveTo>
                <a:cubicBezTo>
                  <a:pt x="3307" y="2327"/>
                  <a:pt x="3247" y="2342"/>
                  <a:pt x="3192" y="2373"/>
                </a:cubicBezTo>
                <a:cubicBezTo>
                  <a:pt x="3082" y="2437"/>
                  <a:pt x="3015" y="2551"/>
                  <a:pt x="3014" y="2678"/>
                </a:cubicBezTo>
                <a:lnTo>
                  <a:pt x="2997" y="6249"/>
                </a:lnTo>
                <a:cubicBezTo>
                  <a:pt x="2997" y="6375"/>
                  <a:pt x="3063" y="6494"/>
                  <a:pt x="3173" y="6558"/>
                </a:cubicBezTo>
                <a:cubicBezTo>
                  <a:pt x="3228" y="6589"/>
                  <a:pt x="3289" y="6605"/>
                  <a:pt x="3349" y="6605"/>
                </a:cubicBezTo>
                <a:cubicBezTo>
                  <a:pt x="3410" y="6605"/>
                  <a:pt x="3471" y="6589"/>
                  <a:pt x="3528" y="6558"/>
                </a:cubicBezTo>
                <a:lnTo>
                  <a:pt x="6622" y="4755"/>
                </a:lnTo>
                <a:cubicBezTo>
                  <a:pt x="6731" y="4691"/>
                  <a:pt x="6797" y="4575"/>
                  <a:pt x="6797" y="4449"/>
                </a:cubicBezTo>
                <a:cubicBezTo>
                  <a:pt x="6799" y="4323"/>
                  <a:pt x="6732" y="4206"/>
                  <a:pt x="6622" y="4143"/>
                </a:cubicBezTo>
                <a:lnTo>
                  <a:pt x="3544" y="2373"/>
                </a:lnTo>
                <a:cubicBezTo>
                  <a:pt x="3489" y="2342"/>
                  <a:pt x="3428" y="2327"/>
                  <a:pt x="3368" y="2327"/>
                </a:cubicBezTo>
                <a:close/>
                <a:moveTo>
                  <a:pt x="4509" y="706"/>
                </a:moveTo>
                <a:cubicBezTo>
                  <a:pt x="6606" y="706"/>
                  <a:pt x="8311" y="2410"/>
                  <a:pt x="8311" y="4507"/>
                </a:cubicBezTo>
                <a:cubicBezTo>
                  <a:pt x="8311" y="6602"/>
                  <a:pt x="6606" y="8309"/>
                  <a:pt x="4509" y="8309"/>
                </a:cubicBezTo>
                <a:cubicBezTo>
                  <a:pt x="2414" y="8309"/>
                  <a:pt x="708" y="6602"/>
                  <a:pt x="708" y="4507"/>
                </a:cubicBezTo>
                <a:cubicBezTo>
                  <a:pt x="708" y="2410"/>
                  <a:pt x="2414" y="706"/>
                  <a:pt x="4509" y="706"/>
                </a:cubicBezTo>
                <a:close/>
                <a:moveTo>
                  <a:pt x="4509" y="0"/>
                </a:moveTo>
                <a:cubicBezTo>
                  <a:pt x="2025" y="0"/>
                  <a:pt x="1" y="2023"/>
                  <a:pt x="1" y="4509"/>
                </a:cubicBezTo>
                <a:cubicBezTo>
                  <a:pt x="1" y="6993"/>
                  <a:pt x="2025" y="9017"/>
                  <a:pt x="4509" y="9017"/>
                </a:cubicBezTo>
                <a:cubicBezTo>
                  <a:pt x="6995" y="9017"/>
                  <a:pt x="9019" y="6993"/>
                  <a:pt x="9019" y="4509"/>
                </a:cubicBezTo>
                <a:cubicBezTo>
                  <a:pt x="9019" y="2021"/>
                  <a:pt x="6996" y="0"/>
                  <a:pt x="450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24" name="Google Shape;3324;p97"/>
          <p:cNvSpPr txBox="1"/>
          <p:nvPr/>
        </p:nvSpPr>
        <p:spPr>
          <a:xfrm>
            <a:off x="2755472"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Play</a:t>
            </a:r>
            <a:endParaRPr sz="1800">
              <a:solidFill>
                <a:srgbClr val="252525"/>
              </a:solidFill>
              <a:latin typeface="Arial"/>
              <a:ea typeface="Arial"/>
              <a:cs typeface="Arial"/>
              <a:sym typeface="Arial"/>
            </a:endParaRPr>
          </a:p>
        </p:txBody>
      </p:sp>
      <p:sp>
        <p:nvSpPr>
          <p:cNvPr id="3325" name="Google Shape;3325;p97"/>
          <p:cNvSpPr/>
          <p:nvPr/>
        </p:nvSpPr>
        <p:spPr>
          <a:xfrm>
            <a:off x="3632399" y="2552511"/>
            <a:ext cx="273650" cy="273710"/>
          </a:xfrm>
          <a:custGeom>
            <a:rect b="b" l="l" r="r" t="t"/>
            <a:pathLst>
              <a:path extrusionOk="0" h="9064" w="9062">
                <a:moveTo>
                  <a:pt x="6527" y="2380"/>
                </a:moveTo>
                <a:cubicBezTo>
                  <a:pt x="6407" y="2380"/>
                  <a:pt x="6289" y="2437"/>
                  <a:pt x="6215" y="2540"/>
                </a:cubicBezTo>
                <a:lnTo>
                  <a:pt x="4087" y="5638"/>
                </a:lnTo>
                <a:lnTo>
                  <a:pt x="2782" y="4383"/>
                </a:lnTo>
                <a:cubicBezTo>
                  <a:pt x="2710" y="4314"/>
                  <a:pt x="2616" y="4279"/>
                  <a:pt x="2523" y="4279"/>
                </a:cubicBezTo>
                <a:cubicBezTo>
                  <a:pt x="2424" y="4279"/>
                  <a:pt x="2325" y="4318"/>
                  <a:pt x="2252" y="4395"/>
                </a:cubicBezTo>
                <a:cubicBezTo>
                  <a:pt x="2109" y="4543"/>
                  <a:pt x="2114" y="4782"/>
                  <a:pt x="2262" y="4925"/>
                </a:cubicBezTo>
                <a:lnTo>
                  <a:pt x="3887" y="6489"/>
                </a:lnTo>
                <a:cubicBezTo>
                  <a:pt x="3958" y="6557"/>
                  <a:pt x="4050" y="6594"/>
                  <a:pt x="4147" y="6594"/>
                </a:cubicBezTo>
                <a:cubicBezTo>
                  <a:pt x="4159" y="6594"/>
                  <a:pt x="4170" y="6594"/>
                  <a:pt x="4184" y="6592"/>
                </a:cubicBezTo>
                <a:cubicBezTo>
                  <a:pt x="4294" y="6581"/>
                  <a:pt x="4392" y="6521"/>
                  <a:pt x="4456" y="6431"/>
                </a:cubicBezTo>
                <a:lnTo>
                  <a:pt x="6834" y="2968"/>
                </a:lnTo>
                <a:cubicBezTo>
                  <a:pt x="6952" y="2797"/>
                  <a:pt x="6909" y="2562"/>
                  <a:pt x="6738" y="2445"/>
                </a:cubicBezTo>
                <a:cubicBezTo>
                  <a:pt x="6673" y="2401"/>
                  <a:pt x="6600" y="2380"/>
                  <a:pt x="6527" y="2380"/>
                </a:cubicBezTo>
                <a:close/>
                <a:moveTo>
                  <a:pt x="4531" y="752"/>
                </a:moveTo>
                <a:cubicBezTo>
                  <a:pt x="6616" y="752"/>
                  <a:pt x="8310" y="2448"/>
                  <a:pt x="8310" y="4531"/>
                </a:cubicBezTo>
                <a:cubicBezTo>
                  <a:pt x="8310" y="6616"/>
                  <a:pt x="6613" y="8311"/>
                  <a:pt x="4531" y="8311"/>
                </a:cubicBezTo>
                <a:cubicBezTo>
                  <a:pt x="2446" y="8311"/>
                  <a:pt x="752" y="6616"/>
                  <a:pt x="752" y="4531"/>
                </a:cubicBezTo>
                <a:cubicBezTo>
                  <a:pt x="752" y="2448"/>
                  <a:pt x="2446" y="752"/>
                  <a:pt x="4531" y="752"/>
                </a:cubicBezTo>
                <a:close/>
                <a:moveTo>
                  <a:pt x="4531" y="1"/>
                </a:moveTo>
                <a:cubicBezTo>
                  <a:pt x="2032" y="1"/>
                  <a:pt x="1" y="2034"/>
                  <a:pt x="1" y="4531"/>
                </a:cubicBezTo>
                <a:cubicBezTo>
                  <a:pt x="1" y="7031"/>
                  <a:pt x="2032" y="9063"/>
                  <a:pt x="4531" y="9063"/>
                </a:cubicBezTo>
                <a:cubicBezTo>
                  <a:pt x="7029" y="9063"/>
                  <a:pt x="9062" y="7031"/>
                  <a:pt x="9062" y="4531"/>
                </a:cubicBezTo>
                <a:cubicBezTo>
                  <a:pt x="9062" y="2034"/>
                  <a:pt x="7029" y="1"/>
                  <a:pt x="453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26" name="Google Shape;3326;p97"/>
          <p:cNvSpPr txBox="1"/>
          <p:nvPr/>
        </p:nvSpPr>
        <p:spPr>
          <a:xfrm>
            <a:off x="3488062" y="2933031"/>
            <a:ext cx="562200" cy="70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Checkmark</a:t>
            </a:r>
            <a:endParaRPr sz="1800">
              <a:solidFill>
                <a:srgbClr val="252525"/>
              </a:solidFill>
              <a:latin typeface="Arial"/>
              <a:ea typeface="Arial"/>
              <a:cs typeface="Arial"/>
              <a:sym typeface="Arial"/>
            </a:endParaRPr>
          </a:p>
        </p:txBody>
      </p:sp>
      <p:sp>
        <p:nvSpPr>
          <p:cNvPr id="3327" name="Google Shape;3327;p97"/>
          <p:cNvSpPr txBox="1"/>
          <p:nvPr/>
        </p:nvSpPr>
        <p:spPr>
          <a:xfrm>
            <a:off x="387581"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Proxy</a:t>
            </a:r>
            <a:endParaRPr sz="1800">
              <a:solidFill>
                <a:srgbClr val="252525"/>
              </a:solidFill>
              <a:latin typeface="Arial"/>
              <a:ea typeface="Arial"/>
              <a:cs typeface="Arial"/>
              <a:sym typeface="Arial"/>
            </a:endParaRPr>
          </a:p>
        </p:txBody>
      </p:sp>
      <p:grpSp>
        <p:nvGrpSpPr>
          <p:cNvPr id="3328" name="Google Shape;3328;p97"/>
          <p:cNvGrpSpPr/>
          <p:nvPr/>
        </p:nvGrpSpPr>
        <p:grpSpPr>
          <a:xfrm>
            <a:off x="4426697" y="2554450"/>
            <a:ext cx="270036" cy="270036"/>
            <a:chOff x="5724816" y="856375"/>
            <a:chExt cx="3668968" cy="3668968"/>
          </a:xfrm>
        </p:grpSpPr>
        <p:sp>
          <p:nvSpPr>
            <p:cNvPr id="3329" name="Google Shape;3329;p97"/>
            <p:cNvSpPr/>
            <p:nvPr/>
          </p:nvSpPr>
          <p:spPr>
            <a:xfrm>
              <a:off x="5724816" y="856375"/>
              <a:ext cx="3668968" cy="3668968"/>
            </a:xfrm>
            <a:custGeom>
              <a:rect b="b" l="l" r="r" t="t"/>
              <a:pathLst>
                <a:path extrusionOk="0" h="3668968" w="3668968">
                  <a:moveTo>
                    <a:pt x="1834484" y="0"/>
                  </a:moveTo>
                  <a:cubicBezTo>
                    <a:pt x="822965" y="0"/>
                    <a:pt x="0" y="822965"/>
                    <a:pt x="0" y="1834484"/>
                  </a:cubicBezTo>
                  <a:cubicBezTo>
                    <a:pt x="0" y="2846004"/>
                    <a:pt x="822965" y="3668969"/>
                    <a:pt x="1834484" y="3668969"/>
                  </a:cubicBezTo>
                  <a:cubicBezTo>
                    <a:pt x="2846004" y="3668969"/>
                    <a:pt x="3668969" y="2846099"/>
                    <a:pt x="3668969" y="1834484"/>
                  </a:cubicBezTo>
                  <a:cubicBezTo>
                    <a:pt x="3668969" y="822870"/>
                    <a:pt x="2846099" y="0"/>
                    <a:pt x="1834484" y="0"/>
                  </a:cubicBezTo>
                  <a:close/>
                  <a:moveTo>
                    <a:pt x="1834484" y="3359751"/>
                  </a:moveTo>
                  <a:cubicBezTo>
                    <a:pt x="993453" y="3359751"/>
                    <a:pt x="309218" y="2675135"/>
                    <a:pt x="309218" y="1834484"/>
                  </a:cubicBezTo>
                  <a:cubicBezTo>
                    <a:pt x="309218" y="993834"/>
                    <a:pt x="993834" y="309218"/>
                    <a:pt x="1834484" y="309218"/>
                  </a:cubicBezTo>
                  <a:cubicBezTo>
                    <a:pt x="2675135" y="309218"/>
                    <a:pt x="3359751" y="993834"/>
                    <a:pt x="3359751" y="1834484"/>
                  </a:cubicBezTo>
                  <a:cubicBezTo>
                    <a:pt x="3359751" y="2675135"/>
                    <a:pt x="2675516" y="3359751"/>
                    <a:pt x="1834484" y="335975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30" name="Google Shape;3330;p97"/>
            <p:cNvSpPr/>
            <p:nvPr/>
          </p:nvSpPr>
          <p:spPr>
            <a:xfrm>
              <a:off x="7044896" y="2208205"/>
              <a:ext cx="1145401" cy="1603001"/>
            </a:xfrm>
            <a:custGeom>
              <a:rect b="b" l="l" r="r" t="t"/>
              <a:pathLst>
                <a:path extrusionOk="0" h="1603001" w="1145401">
                  <a:moveTo>
                    <a:pt x="1033190" y="1371513"/>
                  </a:moveTo>
                  <a:lnTo>
                    <a:pt x="691453" y="1371513"/>
                  </a:lnTo>
                  <a:lnTo>
                    <a:pt x="691453" y="115529"/>
                  </a:lnTo>
                  <a:cubicBezTo>
                    <a:pt x="691396" y="51784"/>
                    <a:pt x="639764" y="105"/>
                    <a:pt x="576019" y="0"/>
                  </a:cubicBezTo>
                  <a:lnTo>
                    <a:pt x="271175" y="0"/>
                  </a:lnTo>
                  <a:cubicBezTo>
                    <a:pt x="207401" y="1826"/>
                    <a:pt x="157177" y="55016"/>
                    <a:pt x="159012" y="118800"/>
                  </a:cubicBezTo>
                  <a:cubicBezTo>
                    <a:pt x="160762" y="179997"/>
                    <a:pt x="209968" y="229204"/>
                    <a:pt x="271175" y="230963"/>
                  </a:cubicBezTo>
                  <a:lnTo>
                    <a:pt x="460490" y="230963"/>
                  </a:lnTo>
                  <a:lnTo>
                    <a:pt x="460490" y="1371989"/>
                  </a:lnTo>
                  <a:lnTo>
                    <a:pt x="118848" y="1371989"/>
                  </a:lnTo>
                  <a:cubicBezTo>
                    <a:pt x="55065" y="1370163"/>
                    <a:pt x="1883" y="1420378"/>
                    <a:pt x="48" y="1484152"/>
                  </a:cubicBezTo>
                  <a:cubicBezTo>
                    <a:pt x="-1777" y="1547935"/>
                    <a:pt x="48437" y="1601126"/>
                    <a:pt x="112221" y="1602951"/>
                  </a:cubicBezTo>
                  <a:cubicBezTo>
                    <a:pt x="114427" y="1603018"/>
                    <a:pt x="116642" y="1603018"/>
                    <a:pt x="118848" y="1602951"/>
                  </a:cubicBezTo>
                  <a:lnTo>
                    <a:pt x="1033190" y="1602951"/>
                  </a:lnTo>
                  <a:cubicBezTo>
                    <a:pt x="1096974" y="1601126"/>
                    <a:pt x="1147188" y="1547935"/>
                    <a:pt x="1145353" y="1484152"/>
                  </a:cubicBezTo>
                  <a:cubicBezTo>
                    <a:pt x="1143603" y="1422955"/>
                    <a:pt x="1094397" y="1373748"/>
                    <a:pt x="1033190" y="137198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31" name="Google Shape;3331;p97"/>
            <p:cNvSpPr/>
            <p:nvPr/>
          </p:nvSpPr>
          <p:spPr>
            <a:xfrm>
              <a:off x="7353060" y="1571037"/>
              <a:ext cx="383384" cy="383384"/>
            </a:xfrm>
            <a:custGeom>
              <a:rect b="b" l="l" r="r" t="t"/>
              <a:pathLst>
                <a:path extrusionOk="0" h="383384" w="383384">
                  <a:moveTo>
                    <a:pt x="191597" y="383385"/>
                  </a:moveTo>
                  <a:cubicBezTo>
                    <a:pt x="297465" y="383442"/>
                    <a:pt x="383328" y="297656"/>
                    <a:pt x="383385" y="191787"/>
                  </a:cubicBezTo>
                  <a:cubicBezTo>
                    <a:pt x="383442" y="85919"/>
                    <a:pt x="297656" y="52"/>
                    <a:pt x="191787" y="0"/>
                  </a:cubicBezTo>
                  <a:cubicBezTo>
                    <a:pt x="85919" y="-52"/>
                    <a:pt x="57" y="85728"/>
                    <a:pt x="0" y="191597"/>
                  </a:cubicBezTo>
                  <a:cubicBezTo>
                    <a:pt x="0" y="191629"/>
                    <a:pt x="0" y="191661"/>
                    <a:pt x="0" y="191692"/>
                  </a:cubicBezTo>
                  <a:cubicBezTo>
                    <a:pt x="105" y="297484"/>
                    <a:pt x="85805" y="383223"/>
                    <a:pt x="191597" y="38338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32" name="Google Shape;3332;p97"/>
          <p:cNvSpPr/>
          <p:nvPr/>
        </p:nvSpPr>
        <p:spPr>
          <a:xfrm>
            <a:off x="468543" y="2560164"/>
            <a:ext cx="263866" cy="258658"/>
          </a:xfrm>
          <a:custGeom>
            <a:rect b="b" l="l" r="r" t="t"/>
            <a:pathLst>
              <a:path extrusionOk="0" h="286602" w="293184">
                <a:moveTo>
                  <a:pt x="256597" y="192623"/>
                </a:moveTo>
                <a:lnTo>
                  <a:pt x="256597" y="139976"/>
                </a:lnTo>
                <a:cubicBezTo>
                  <a:pt x="256597" y="133753"/>
                  <a:pt x="251552" y="128708"/>
                  <a:pt x="245329" y="128708"/>
                </a:cubicBezTo>
                <a:lnTo>
                  <a:pt x="157768" y="128708"/>
                </a:lnTo>
                <a:lnTo>
                  <a:pt x="157768" y="93979"/>
                </a:lnTo>
                <a:cubicBezTo>
                  <a:pt x="183344" y="87756"/>
                  <a:pt x="199032" y="61978"/>
                  <a:pt x="192808" y="36402"/>
                </a:cubicBezTo>
                <a:cubicBezTo>
                  <a:pt x="186585" y="10827"/>
                  <a:pt x="160807" y="-4861"/>
                  <a:pt x="135231" y="1362"/>
                </a:cubicBezTo>
                <a:cubicBezTo>
                  <a:pt x="109656" y="7586"/>
                  <a:pt x="93968" y="33364"/>
                  <a:pt x="100191" y="58939"/>
                </a:cubicBezTo>
                <a:cubicBezTo>
                  <a:pt x="104404" y="76250"/>
                  <a:pt x="117920" y="89766"/>
                  <a:pt x="135231" y="93979"/>
                </a:cubicBezTo>
                <a:lnTo>
                  <a:pt x="135231" y="128708"/>
                </a:lnTo>
                <a:lnTo>
                  <a:pt x="47671" y="128708"/>
                </a:lnTo>
                <a:cubicBezTo>
                  <a:pt x="41447" y="128708"/>
                  <a:pt x="36402" y="133753"/>
                  <a:pt x="36402" y="139976"/>
                </a:cubicBezTo>
                <a:lnTo>
                  <a:pt x="36402" y="192623"/>
                </a:lnTo>
                <a:cubicBezTo>
                  <a:pt x="10827" y="198847"/>
                  <a:pt x="-4861" y="224625"/>
                  <a:pt x="1362" y="250200"/>
                </a:cubicBezTo>
                <a:cubicBezTo>
                  <a:pt x="7586" y="275776"/>
                  <a:pt x="33364" y="291464"/>
                  <a:pt x="58939" y="285240"/>
                </a:cubicBezTo>
                <a:cubicBezTo>
                  <a:pt x="84514" y="279017"/>
                  <a:pt x="100203" y="253239"/>
                  <a:pt x="93979" y="227663"/>
                </a:cubicBezTo>
                <a:cubicBezTo>
                  <a:pt x="89766" y="210352"/>
                  <a:pt x="76250" y="196836"/>
                  <a:pt x="58939" y="192623"/>
                </a:cubicBezTo>
                <a:lnTo>
                  <a:pt x="58939" y="151244"/>
                </a:lnTo>
                <a:lnTo>
                  <a:pt x="234245" y="151244"/>
                </a:lnTo>
                <a:lnTo>
                  <a:pt x="234245" y="192623"/>
                </a:lnTo>
                <a:cubicBezTo>
                  <a:pt x="208670" y="198847"/>
                  <a:pt x="192982" y="224625"/>
                  <a:pt x="199205" y="250200"/>
                </a:cubicBezTo>
                <a:cubicBezTo>
                  <a:pt x="205429" y="275776"/>
                  <a:pt x="231206" y="291464"/>
                  <a:pt x="256782" y="285240"/>
                </a:cubicBezTo>
                <a:cubicBezTo>
                  <a:pt x="282357" y="279017"/>
                  <a:pt x="298045" y="253239"/>
                  <a:pt x="291822" y="227663"/>
                </a:cubicBezTo>
                <a:cubicBezTo>
                  <a:pt x="287609" y="210352"/>
                  <a:pt x="274094" y="196836"/>
                  <a:pt x="256782" y="192623"/>
                </a:cubicBezTo>
                <a:close/>
                <a:moveTo>
                  <a:pt x="72794" y="238805"/>
                </a:moveTo>
                <a:cubicBezTo>
                  <a:pt x="72794" y="252680"/>
                  <a:pt x="61546" y="263928"/>
                  <a:pt x="47671" y="263928"/>
                </a:cubicBezTo>
                <a:cubicBezTo>
                  <a:pt x="33796" y="263928"/>
                  <a:pt x="22548" y="252680"/>
                  <a:pt x="22548" y="238805"/>
                </a:cubicBezTo>
                <a:cubicBezTo>
                  <a:pt x="22548" y="224930"/>
                  <a:pt x="33796" y="213682"/>
                  <a:pt x="47671" y="213682"/>
                </a:cubicBezTo>
                <a:cubicBezTo>
                  <a:pt x="61546" y="213682"/>
                  <a:pt x="72794" y="224930"/>
                  <a:pt x="72794" y="238805"/>
                </a:cubicBezTo>
                <a:close/>
                <a:moveTo>
                  <a:pt x="121377" y="47797"/>
                </a:moveTo>
                <a:cubicBezTo>
                  <a:pt x="121377" y="33922"/>
                  <a:pt x="132625" y="22674"/>
                  <a:pt x="146500" y="22674"/>
                </a:cubicBezTo>
                <a:cubicBezTo>
                  <a:pt x="160375" y="22674"/>
                  <a:pt x="171623" y="33922"/>
                  <a:pt x="171623" y="47797"/>
                </a:cubicBezTo>
                <a:cubicBezTo>
                  <a:pt x="171623" y="61672"/>
                  <a:pt x="160375" y="72920"/>
                  <a:pt x="146500" y="72920"/>
                </a:cubicBezTo>
                <a:cubicBezTo>
                  <a:pt x="132625" y="72920"/>
                  <a:pt x="121377" y="61672"/>
                  <a:pt x="121377" y="47797"/>
                </a:cubicBezTo>
                <a:close/>
                <a:moveTo>
                  <a:pt x="245329" y="263928"/>
                </a:moveTo>
                <a:cubicBezTo>
                  <a:pt x="231454" y="263928"/>
                  <a:pt x="220206" y="252680"/>
                  <a:pt x="220206" y="238805"/>
                </a:cubicBezTo>
                <a:cubicBezTo>
                  <a:pt x="220206" y="224930"/>
                  <a:pt x="231454" y="213682"/>
                  <a:pt x="245329" y="213682"/>
                </a:cubicBezTo>
                <a:cubicBezTo>
                  <a:pt x="259204" y="213682"/>
                  <a:pt x="270452" y="224930"/>
                  <a:pt x="270452" y="238805"/>
                </a:cubicBezTo>
                <a:cubicBezTo>
                  <a:pt x="270452" y="252680"/>
                  <a:pt x="259204" y="263928"/>
                  <a:pt x="245329" y="26392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33" name="Google Shape;3333;p97"/>
          <p:cNvSpPr txBox="1"/>
          <p:nvPr/>
        </p:nvSpPr>
        <p:spPr>
          <a:xfrm>
            <a:off x="4348566"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Information</a:t>
            </a:r>
            <a:endParaRPr sz="1800">
              <a:solidFill>
                <a:srgbClr val="252525"/>
              </a:solidFill>
              <a:latin typeface="Arial"/>
              <a:ea typeface="Arial"/>
              <a:cs typeface="Arial"/>
              <a:sym typeface="Arial"/>
            </a:endParaRPr>
          </a:p>
        </p:txBody>
      </p:sp>
      <p:sp>
        <p:nvSpPr>
          <p:cNvPr id="3334" name="Google Shape;3334;p97"/>
          <p:cNvSpPr/>
          <p:nvPr/>
        </p:nvSpPr>
        <p:spPr>
          <a:xfrm>
            <a:off x="8382502" y="1883545"/>
            <a:ext cx="279810" cy="267942"/>
          </a:xfrm>
          <a:custGeom>
            <a:rect b="b" l="l" r="r" t="t"/>
            <a:pathLst>
              <a:path extrusionOk="0" h="8873" w="9266">
                <a:moveTo>
                  <a:pt x="3596" y="707"/>
                </a:moveTo>
                <a:cubicBezTo>
                  <a:pt x="4283" y="707"/>
                  <a:pt x="4926" y="976"/>
                  <a:pt x="5413" y="1463"/>
                </a:cubicBezTo>
                <a:cubicBezTo>
                  <a:pt x="6416" y="2468"/>
                  <a:pt x="6416" y="4108"/>
                  <a:pt x="5413" y="5113"/>
                </a:cubicBezTo>
                <a:cubicBezTo>
                  <a:pt x="4926" y="5602"/>
                  <a:pt x="4280" y="5869"/>
                  <a:pt x="3596" y="5869"/>
                </a:cubicBezTo>
                <a:cubicBezTo>
                  <a:pt x="2910" y="5869"/>
                  <a:pt x="2265" y="5600"/>
                  <a:pt x="1778" y="5113"/>
                </a:cubicBezTo>
                <a:cubicBezTo>
                  <a:pt x="776" y="4108"/>
                  <a:pt x="776" y="2468"/>
                  <a:pt x="1778" y="1463"/>
                </a:cubicBezTo>
                <a:cubicBezTo>
                  <a:pt x="2265" y="975"/>
                  <a:pt x="2910" y="707"/>
                  <a:pt x="3596" y="707"/>
                </a:cubicBezTo>
                <a:close/>
                <a:moveTo>
                  <a:pt x="6195" y="5309"/>
                </a:moveTo>
                <a:lnTo>
                  <a:pt x="8333" y="7456"/>
                </a:lnTo>
                <a:cubicBezTo>
                  <a:pt x="8489" y="7612"/>
                  <a:pt x="8489" y="7865"/>
                  <a:pt x="8333" y="8021"/>
                </a:cubicBezTo>
                <a:lnTo>
                  <a:pt x="8305" y="8049"/>
                </a:lnTo>
                <a:cubicBezTo>
                  <a:pt x="8227" y="8126"/>
                  <a:pt x="8125" y="8165"/>
                  <a:pt x="8022" y="8165"/>
                </a:cubicBezTo>
                <a:cubicBezTo>
                  <a:pt x="7922" y="8165"/>
                  <a:pt x="7819" y="8126"/>
                  <a:pt x="7740" y="8049"/>
                </a:cubicBezTo>
                <a:lnTo>
                  <a:pt x="5602" y="5900"/>
                </a:lnTo>
                <a:cubicBezTo>
                  <a:pt x="5602" y="5900"/>
                  <a:pt x="5825" y="5700"/>
                  <a:pt x="5917" y="5621"/>
                </a:cubicBezTo>
                <a:cubicBezTo>
                  <a:pt x="6007" y="5541"/>
                  <a:pt x="6195" y="5309"/>
                  <a:pt x="6195" y="5309"/>
                </a:cubicBezTo>
                <a:close/>
                <a:moveTo>
                  <a:pt x="3596" y="0"/>
                </a:moveTo>
                <a:cubicBezTo>
                  <a:pt x="2720" y="0"/>
                  <a:pt x="1897" y="343"/>
                  <a:pt x="1278" y="963"/>
                </a:cubicBezTo>
                <a:cubicBezTo>
                  <a:pt x="1" y="2244"/>
                  <a:pt x="1" y="4331"/>
                  <a:pt x="1278" y="5614"/>
                </a:cubicBezTo>
                <a:cubicBezTo>
                  <a:pt x="1897" y="6234"/>
                  <a:pt x="2720" y="6576"/>
                  <a:pt x="3596" y="6576"/>
                </a:cubicBezTo>
                <a:cubicBezTo>
                  <a:pt x="4080" y="6576"/>
                  <a:pt x="4546" y="6469"/>
                  <a:pt x="4974" y="6270"/>
                </a:cubicBezTo>
                <a:lnTo>
                  <a:pt x="5102" y="6401"/>
                </a:lnTo>
                <a:lnTo>
                  <a:pt x="7240" y="8548"/>
                </a:lnTo>
                <a:cubicBezTo>
                  <a:pt x="7449" y="8757"/>
                  <a:pt x="7726" y="8873"/>
                  <a:pt x="8022" y="8873"/>
                </a:cubicBezTo>
                <a:cubicBezTo>
                  <a:pt x="8318" y="8873"/>
                  <a:pt x="8597" y="8757"/>
                  <a:pt x="8805" y="8548"/>
                </a:cubicBezTo>
                <a:lnTo>
                  <a:pt x="8832" y="8520"/>
                </a:lnTo>
                <a:cubicBezTo>
                  <a:pt x="9265" y="8089"/>
                  <a:pt x="9265" y="7388"/>
                  <a:pt x="8835" y="6954"/>
                </a:cubicBezTo>
                <a:lnTo>
                  <a:pt x="6696" y="4809"/>
                </a:lnTo>
                <a:lnTo>
                  <a:pt x="6564" y="4675"/>
                </a:lnTo>
                <a:cubicBezTo>
                  <a:pt x="7129" y="3457"/>
                  <a:pt x="6913" y="1965"/>
                  <a:pt x="5914" y="963"/>
                </a:cubicBezTo>
                <a:cubicBezTo>
                  <a:pt x="5295" y="342"/>
                  <a:pt x="4472" y="0"/>
                  <a:pt x="359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35" name="Google Shape;3335;p97"/>
          <p:cNvSpPr txBox="1"/>
          <p:nvPr/>
        </p:nvSpPr>
        <p:spPr>
          <a:xfrm>
            <a:off x="8371081" y="2157573"/>
            <a:ext cx="302700" cy="58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Search</a:t>
            </a:r>
            <a:endParaRPr sz="1800">
              <a:solidFill>
                <a:srgbClr val="252525"/>
              </a:solidFill>
              <a:latin typeface="Arial"/>
              <a:ea typeface="Arial"/>
              <a:cs typeface="Arial"/>
              <a:sym typeface="Arial"/>
            </a:endParaRPr>
          </a:p>
        </p:txBody>
      </p:sp>
      <p:grpSp>
        <p:nvGrpSpPr>
          <p:cNvPr id="3336" name="Google Shape;3336;p97"/>
          <p:cNvGrpSpPr/>
          <p:nvPr/>
        </p:nvGrpSpPr>
        <p:grpSpPr>
          <a:xfrm>
            <a:off x="5190492" y="2526104"/>
            <a:ext cx="326396" cy="326558"/>
            <a:chOff x="5835411" y="328866"/>
            <a:chExt cx="3743077" cy="3744932"/>
          </a:xfrm>
        </p:grpSpPr>
        <p:sp>
          <p:nvSpPr>
            <p:cNvPr id="3337" name="Google Shape;3337;p97"/>
            <p:cNvSpPr/>
            <p:nvPr/>
          </p:nvSpPr>
          <p:spPr>
            <a:xfrm>
              <a:off x="6059041" y="2134412"/>
              <a:ext cx="3519447" cy="1939386"/>
            </a:xfrm>
            <a:custGeom>
              <a:rect b="b" l="l" r="r" t="t"/>
              <a:pathLst>
                <a:path extrusionOk="0" h="1939386" w="3519447">
                  <a:moveTo>
                    <a:pt x="3517735" y="124757"/>
                  </a:moveTo>
                  <a:cubicBezTo>
                    <a:pt x="3517640" y="123473"/>
                    <a:pt x="3517450" y="122208"/>
                    <a:pt x="3517165" y="120953"/>
                  </a:cubicBezTo>
                  <a:cubicBezTo>
                    <a:pt x="3515834" y="112899"/>
                    <a:pt x="3513799" y="104978"/>
                    <a:pt x="3511079" y="97276"/>
                  </a:cubicBezTo>
                  <a:cubicBezTo>
                    <a:pt x="3510727" y="96116"/>
                    <a:pt x="3510309" y="94975"/>
                    <a:pt x="3509843" y="93853"/>
                  </a:cubicBezTo>
                  <a:cubicBezTo>
                    <a:pt x="3506924" y="86046"/>
                    <a:pt x="3503320" y="78505"/>
                    <a:pt x="3499098" y="71317"/>
                  </a:cubicBezTo>
                  <a:lnTo>
                    <a:pt x="3497196" y="68274"/>
                  </a:lnTo>
                  <a:cubicBezTo>
                    <a:pt x="3492565" y="60933"/>
                    <a:pt x="3487316" y="53991"/>
                    <a:pt x="3481507" y="47544"/>
                  </a:cubicBezTo>
                  <a:cubicBezTo>
                    <a:pt x="3481507" y="47544"/>
                    <a:pt x="3480841" y="46593"/>
                    <a:pt x="3480461" y="46118"/>
                  </a:cubicBezTo>
                  <a:cubicBezTo>
                    <a:pt x="3480071" y="45852"/>
                    <a:pt x="3479719" y="45528"/>
                    <a:pt x="3479415" y="45167"/>
                  </a:cubicBezTo>
                  <a:cubicBezTo>
                    <a:pt x="3473358" y="38882"/>
                    <a:pt x="3466768" y="33119"/>
                    <a:pt x="3459731" y="27956"/>
                  </a:cubicBezTo>
                  <a:lnTo>
                    <a:pt x="3457164" y="26054"/>
                  </a:lnTo>
                  <a:cubicBezTo>
                    <a:pt x="3450184" y="21129"/>
                    <a:pt x="3442767" y="16869"/>
                    <a:pt x="3435008" y="13312"/>
                  </a:cubicBezTo>
                  <a:lnTo>
                    <a:pt x="3432441" y="12076"/>
                  </a:lnTo>
                  <a:cubicBezTo>
                    <a:pt x="3424691" y="8644"/>
                    <a:pt x="3416637" y="5943"/>
                    <a:pt x="3408383" y="3994"/>
                  </a:cubicBezTo>
                  <a:lnTo>
                    <a:pt x="3405721" y="3233"/>
                  </a:lnTo>
                  <a:cubicBezTo>
                    <a:pt x="3397638" y="1521"/>
                    <a:pt x="3389441" y="437"/>
                    <a:pt x="3381188" y="0"/>
                  </a:cubicBezTo>
                  <a:lnTo>
                    <a:pt x="3377384" y="0"/>
                  </a:lnTo>
                  <a:lnTo>
                    <a:pt x="3373676" y="0"/>
                  </a:lnTo>
                  <a:lnTo>
                    <a:pt x="2782794" y="0"/>
                  </a:lnTo>
                  <a:cubicBezTo>
                    <a:pt x="2702339" y="0"/>
                    <a:pt x="2637118" y="65221"/>
                    <a:pt x="2637118" y="145676"/>
                  </a:cubicBezTo>
                  <a:cubicBezTo>
                    <a:pt x="2637118" y="226131"/>
                    <a:pt x="2702339" y="291352"/>
                    <a:pt x="2782794" y="291352"/>
                  </a:cubicBezTo>
                  <a:lnTo>
                    <a:pt x="3002925" y="291352"/>
                  </a:lnTo>
                  <a:lnTo>
                    <a:pt x="2241073" y="999574"/>
                  </a:lnTo>
                  <a:lnTo>
                    <a:pt x="1588763" y="477726"/>
                  </a:lnTo>
                  <a:cubicBezTo>
                    <a:pt x="1533346" y="433415"/>
                    <a:pt x="1454061" y="435497"/>
                    <a:pt x="1401058" y="482671"/>
                  </a:cubicBezTo>
                  <a:lnTo>
                    <a:pt x="50797" y="1683168"/>
                  </a:lnTo>
                  <a:cubicBezTo>
                    <a:pt x="-10252" y="1735571"/>
                    <a:pt x="-17262" y="1827541"/>
                    <a:pt x="35139" y="1888588"/>
                  </a:cubicBezTo>
                  <a:cubicBezTo>
                    <a:pt x="87542" y="1949635"/>
                    <a:pt x="179512" y="1956652"/>
                    <a:pt x="240561" y="1904249"/>
                  </a:cubicBezTo>
                  <a:cubicBezTo>
                    <a:pt x="241827" y="1903155"/>
                    <a:pt x="243074" y="1902052"/>
                    <a:pt x="244302" y="1900921"/>
                  </a:cubicBezTo>
                  <a:lnTo>
                    <a:pt x="1502803" y="781725"/>
                  </a:lnTo>
                  <a:lnTo>
                    <a:pt x="2157204" y="1305284"/>
                  </a:lnTo>
                  <a:cubicBezTo>
                    <a:pt x="2213564" y="1350433"/>
                    <a:pt x="2294513" y="1347437"/>
                    <a:pt x="2347382" y="1298248"/>
                  </a:cubicBezTo>
                  <a:lnTo>
                    <a:pt x="3228095" y="479913"/>
                  </a:lnTo>
                  <a:lnTo>
                    <a:pt x="3228095" y="742834"/>
                  </a:lnTo>
                  <a:cubicBezTo>
                    <a:pt x="3228095" y="823289"/>
                    <a:pt x="3293316" y="888510"/>
                    <a:pt x="3373771" y="888510"/>
                  </a:cubicBezTo>
                  <a:cubicBezTo>
                    <a:pt x="3454226" y="888510"/>
                    <a:pt x="3519447" y="823289"/>
                    <a:pt x="3519447" y="742834"/>
                  </a:cubicBezTo>
                  <a:lnTo>
                    <a:pt x="3519447" y="145676"/>
                  </a:lnTo>
                  <a:cubicBezTo>
                    <a:pt x="3519380" y="138668"/>
                    <a:pt x="3518810" y="131679"/>
                    <a:pt x="3517735" y="12475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38" name="Google Shape;3338;p97"/>
            <p:cNvSpPr/>
            <p:nvPr/>
          </p:nvSpPr>
          <p:spPr>
            <a:xfrm>
              <a:off x="5835411" y="328866"/>
              <a:ext cx="2842590" cy="2697580"/>
            </a:xfrm>
            <a:custGeom>
              <a:rect b="b" l="l" r="r" t="t"/>
              <a:pathLst>
                <a:path extrusionOk="0" h="2697580" w="2842590">
                  <a:moveTo>
                    <a:pt x="754150" y="2676751"/>
                  </a:moveTo>
                  <a:cubicBezTo>
                    <a:pt x="823113" y="2718190"/>
                    <a:pt x="912610" y="2695873"/>
                    <a:pt x="954046" y="2626915"/>
                  </a:cubicBezTo>
                  <a:cubicBezTo>
                    <a:pt x="995486" y="2557947"/>
                    <a:pt x="973168" y="2468449"/>
                    <a:pt x="904210" y="2427019"/>
                  </a:cubicBezTo>
                  <a:cubicBezTo>
                    <a:pt x="899955" y="2424461"/>
                    <a:pt x="895572" y="2422122"/>
                    <a:pt x="891078" y="2420011"/>
                  </a:cubicBezTo>
                  <a:cubicBezTo>
                    <a:pt x="339710" y="2127499"/>
                    <a:pt x="129864" y="1443401"/>
                    <a:pt x="422375" y="892036"/>
                  </a:cubicBezTo>
                  <a:cubicBezTo>
                    <a:pt x="714884" y="340668"/>
                    <a:pt x="1398985" y="130822"/>
                    <a:pt x="1950349" y="423332"/>
                  </a:cubicBezTo>
                  <a:cubicBezTo>
                    <a:pt x="2501721" y="715842"/>
                    <a:pt x="2711563" y="1399936"/>
                    <a:pt x="2419051" y="1951308"/>
                  </a:cubicBezTo>
                  <a:cubicBezTo>
                    <a:pt x="2396734" y="1993385"/>
                    <a:pt x="2371773" y="2034007"/>
                    <a:pt x="2344321" y="2072937"/>
                  </a:cubicBezTo>
                  <a:cubicBezTo>
                    <a:pt x="2296947" y="2137968"/>
                    <a:pt x="2311258" y="2229082"/>
                    <a:pt x="2376280" y="2276455"/>
                  </a:cubicBezTo>
                  <a:cubicBezTo>
                    <a:pt x="2441311" y="2323838"/>
                    <a:pt x="2532435" y="2309527"/>
                    <a:pt x="2579808" y="2244496"/>
                  </a:cubicBezTo>
                  <a:cubicBezTo>
                    <a:pt x="2580569" y="2243450"/>
                    <a:pt x="2581311" y="2242404"/>
                    <a:pt x="2582043" y="2241339"/>
                  </a:cubicBezTo>
                  <a:cubicBezTo>
                    <a:pt x="2752223" y="2001677"/>
                    <a:pt x="2843309" y="1714851"/>
                    <a:pt x="2842586" y="1420912"/>
                  </a:cubicBezTo>
                  <a:cubicBezTo>
                    <a:pt x="2842586" y="637571"/>
                    <a:pt x="2205016" y="0"/>
                    <a:pt x="1421293" y="0"/>
                  </a:cubicBezTo>
                  <a:cubicBezTo>
                    <a:pt x="637571" y="0"/>
                    <a:pt x="1" y="637571"/>
                    <a:pt x="1" y="1421293"/>
                  </a:cubicBezTo>
                  <a:cubicBezTo>
                    <a:pt x="-449" y="1947134"/>
                    <a:pt x="289711" y="2430166"/>
                    <a:pt x="754150" y="267675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39" name="Google Shape;3339;p97"/>
            <p:cNvSpPr/>
            <p:nvPr/>
          </p:nvSpPr>
          <p:spPr>
            <a:xfrm>
              <a:off x="6903893" y="969672"/>
              <a:ext cx="707086" cy="1554795"/>
            </a:xfrm>
            <a:custGeom>
              <a:rect b="b" l="l" r="r" t="t"/>
              <a:pathLst>
                <a:path extrusionOk="0" h="1554795" w="707086">
                  <a:moveTo>
                    <a:pt x="352811" y="367611"/>
                  </a:moveTo>
                  <a:cubicBezTo>
                    <a:pt x="439998" y="367668"/>
                    <a:pt x="510687" y="438271"/>
                    <a:pt x="510849" y="525458"/>
                  </a:cubicBezTo>
                  <a:cubicBezTo>
                    <a:pt x="509165" y="579107"/>
                    <a:pt x="551299" y="623951"/>
                    <a:pt x="604939" y="625634"/>
                  </a:cubicBezTo>
                  <a:cubicBezTo>
                    <a:pt x="658588" y="627308"/>
                    <a:pt x="703432" y="585183"/>
                    <a:pt x="705115" y="531534"/>
                  </a:cubicBezTo>
                  <a:cubicBezTo>
                    <a:pt x="705182" y="529509"/>
                    <a:pt x="705182" y="527483"/>
                    <a:pt x="705115" y="525458"/>
                  </a:cubicBezTo>
                  <a:cubicBezTo>
                    <a:pt x="704830" y="368523"/>
                    <a:pt x="600822" y="230673"/>
                    <a:pt x="449992" y="187322"/>
                  </a:cubicBezTo>
                  <a:lnTo>
                    <a:pt x="449992" y="100221"/>
                  </a:lnTo>
                  <a:cubicBezTo>
                    <a:pt x="451675" y="46575"/>
                    <a:pt x="409541" y="1727"/>
                    <a:pt x="355901" y="49"/>
                  </a:cubicBezTo>
                  <a:cubicBezTo>
                    <a:pt x="302252" y="-1631"/>
                    <a:pt x="257408" y="40496"/>
                    <a:pt x="255725" y="94142"/>
                  </a:cubicBezTo>
                  <a:cubicBezTo>
                    <a:pt x="255659" y="96168"/>
                    <a:pt x="255659" y="98195"/>
                    <a:pt x="255725" y="100221"/>
                  </a:cubicBezTo>
                  <a:lnTo>
                    <a:pt x="255725" y="187322"/>
                  </a:lnTo>
                  <a:cubicBezTo>
                    <a:pt x="68819" y="240450"/>
                    <a:pt x="-39630" y="435038"/>
                    <a:pt x="13496" y="621945"/>
                  </a:cubicBezTo>
                  <a:cubicBezTo>
                    <a:pt x="56590" y="773526"/>
                    <a:pt x="195220" y="877971"/>
                    <a:pt x="352811" y="877572"/>
                  </a:cubicBezTo>
                  <a:cubicBezTo>
                    <a:pt x="440093" y="877467"/>
                    <a:pt x="510934" y="948137"/>
                    <a:pt x="511039" y="1035419"/>
                  </a:cubicBezTo>
                  <a:cubicBezTo>
                    <a:pt x="511143" y="1122702"/>
                    <a:pt x="440473" y="1193543"/>
                    <a:pt x="353191" y="1193647"/>
                  </a:cubicBezTo>
                  <a:cubicBezTo>
                    <a:pt x="265909" y="1193752"/>
                    <a:pt x="195068" y="1123082"/>
                    <a:pt x="194963" y="1035800"/>
                  </a:cubicBezTo>
                  <a:cubicBezTo>
                    <a:pt x="193280" y="982151"/>
                    <a:pt x="148436" y="940026"/>
                    <a:pt x="94787" y="941709"/>
                  </a:cubicBezTo>
                  <a:cubicBezTo>
                    <a:pt x="43506" y="943307"/>
                    <a:pt x="2304" y="984509"/>
                    <a:pt x="697" y="1035800"/>
                  </a:cubicBezTo>
                  <a:cubicBezTo>
                    <a:pt x="992" y="1192725"/>
                    <a:pt x="104933" y="1330575"/>
                    <a:pt x="255725" y="1374031"/>
                  </a:cubicBezTo>
                  <a:lnTo>
                    <a:pt x="255725" y="1460657"/>
                  </a:lnTo>
                  <a:cubicBezTo>
                    <a:pt x="257408" y="1514306"/>
                    <a:pt x="302252" y="1556430"/>
                    <a:pt x="355901" y="1554747"/>
                  </a:cubicBezTo>
                  <a:cubicBezTo>
                    <a:pt x="407183" y="1553150"/>
                    <a:pt x="448385" y="1511948"/>
                    <a:pt x="449992" y="1460657"/>
                  </a:cubicBezTo>
                  <a:lnTo>
                    <a:pt x="449992" y="1373841"/>
                  </a:lnTo>
                  <a:cubicBezTo>
                    <a:pt x="637107" y="1321475"/>
                    <a:pt x="746346" y="1127323"/>
                    <a:pt x="693980" y="940207"/>
                  </a:cubicBezTo>
                  <a:cubicBezTo>
                    <a:pt x="651219" y="787409"/>
                    <a:pt x="511476" y="682146"/>
                    <a:pt x="352811" y="683210"/>
                  </a:cubicBezTo>
                  <a:cubicBezTo>
                    <a:pt x="265605" y="681071"/>
                    <a:pt x="196646" y="608642"/>
                    <a:pt x="198795" y="521436"/>
                  </a:cubicBezTo>
                  <a:cubicBezTo>
                    <a:pt x="200859" y="437244"/>
                    <a:pt x="268619" y="369484"/>
                    <a:pt x="352811" y="36742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340" name="Google Shape;3340;p97"/>
          <p:cNvSpPr txBox="1"/>
          <p:nvPr/>
        </p:nvSpPr>
        <p:spPr>
          <a:xfrm>
            <a:off x="5140763"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Profit</a:t>
            </a:r>
            <a:endParaRPr sz="1800">
              <a:solidFill>
                <a:srgbClr val="252525"/>
              </a:solidFill>
              <a:latin typeface="Arial"/>
              <a:ea typeface="Arial"/>
              <a:cs typeface="Arial"/>
              <a:sym typeface="Arial"/>
            </a:endParaRPr>
          </a:p>
        </p:txBody>
      </p:sp>
      <p:sp>
        <p:nvSpPr>
          <p:cNvPr id="3341" name="Google Shape;3341;p97"/>
          <p:cNvSpPr/>
          <p:nvPr/>
        </p:nvSpPr>
        <p:spPr>
          <a:xfrm>
            <a:off x="6008310" y="2565631"/>
            <a:ext cx="275009" cy="247469"/>
          </a:xfrm>
          <a:custGeom>
            <a:rect b="b" l="l" r="r" t="t"/>
            <a:pathLst>
              <a:path extrusionOk="0" h="8195" w="9107">
                <a:moveTo>
                  <a:pt x="3165" y="1"/>
                </a:moveTo>
                <a:cubicBezTo>
                  <a:pt x="2209" y="1"/>
                  <a:pt x="1432" y="780"/>
                  <a:pt x="1432" y="1740"/>
                </a:cubicBezTo>
                <a:lnTo>
                  <a:pt x="1432" y="3683"/>
                </a:lnTo>
                <a:lnTo>
                  <a:pt x="613" y="3073"/>
                </a:lnTo>
                <a:cubicBezTo>
                  <a:pt x="549" y="3025"/>
                  <a:pt x="474" y="3002"/>
                  <a:pt x="400" y="3002"/>
                </a:cubicBezTo>
                <a:cubicBezTo>
                  <a:pt x="293" y="3002"/>
                  <a:pt x="187" y="3052"/>
                  <a:pt x="118" y="3146"/>
                </a:cubicBezTo>
                <a:cubicBezTo>
                  <a:pt x="1" y="3303"/>
                  <a:pt x="34" y="3524"/>
                  <a:pt x="189" y="3640"/>
                </a:cubicBezTo>
                <a:lnTo>
                  <a:pt x="1578" y="4677"/>
                </a:lnTo>
                <a:cubicBezTo>
                  <a:pt x="1642" y="4723"/>
                  <a:pt x="1716" y="4747"/>
                  <a:pt x="1790" y="4747"/>
                </a:cubicBezTo>
                <a:cubicBezTo>
                  <a:pt x="1864" y="4747"/>
                  <a:pt x="1939" y="4723"/>
                  <a:pt x="2001" y="4677"/>
                </a:cubicBezTo>
                <a:lnTo>
                  <a:pt x="3390" y="3640"/>
                </a:lnTo>
                <a:cubicBezTo>
                  <a:pt x="3548" y="3524"/>
                  <a:pt x="3580" y="3302"/>
                  <a:pt x="3462" y="3146"/>
                </a:cubicBezTo>
                <a:cubicBezTo>
                  <a:pt x="3393" y="3052"/>
                  <a:pt x="3286" y="3002"/>
                  <a:pt x="3178" y="3002"/>
                </a:cubicBezTo>
                <a:cubicBezTo>
                  <a:pt x="3104" y="3002"/>
                  <a:pt x="3030" y="3025"/>
                  <a:pt x="2966" y="3073"/>
                </a:cubicBezTo>
                <a:lnTo>
                  <a:pt x="2138" y="3691"/>
                </a:lnTo>
                <a:lnTo>
                  <a:pt x="2138" y="1738"/>
                </a:lnTo>
                <a:cubicBezTo>
                  <a:pt x="2138" y="1168"/>
                  <a:pt x="2598" y="706"/>
                  <a:pt x="3164" y="706"/>
                </a:cubicBezTo>
                <a:cubicBezTo>
                  <a:pt x="3730" y="706"/>
                  <a:pt x="4190" y="1165"/>
                  <a:pt x="4190" y="1728"/>
                </a:cubicBezTo>
                <a:lnTo>
                  <a:pt x="4190" y="3804"/>
                </a:lnTo>
                <a:lnTo>
                  <a:pt x="4190" y="4356"/>
                </a:lnTo>
                <a:lnTo>
                  <a:pt x="4190" y="6454"/>
                </a:lnTo>
                <a:cubicBezTo>
                  <a:pt x="4190" y="7415"/>
                  <a:pt x="4968" y="8195"/>
                  <a:pt x="5924" y="8195"/>
                </a:cubicBezTo>
                <a:cubicBezTo>
                  <a:pt x="6879" y="8195"/>
                  <a:pt x="7657" y="7420"/>
                  <a:pt x="7657" y="6466"/>
                </a:cubicBezTo>
                <a:lnTo>
                  <a:pt x="7657" y="4396"/>
                </a:lnTo>
                <a:lnTo>
                  <a:pt x="8495" y="5018"/>
                </a:lnTo>
                <a:cubicBezTo>
                  <a:pt x="8560" y="5066"/>
                  <a:pt x="8631" y="5088"/>
                  <a:pt x="8706" y="5088"/>
                </a:cubicBezTo>
                <a:cubicBezTo>
                  <a:pt x="8814" y="5088"/>
                  <a:pt x="8921" y="5039"/>
                  <a:pt x="8991" y="4946"/>
                </a:cubicBezTo>
                <a:cubicBezTo>
                  <a:pt x="9107" y="4790"/>
                  <a:pt x="9075" y="4567"/>
                  <a:pt x="8919" y="4453"/>
                </a:cubicBezTo>
                <a:lnTo>
                  <a:pt x="7528" y="3416"/>
                </a:lnTo>
                <a:cubicBezTo>
                  <a:pt x="7465" y="3370"/>
                  <a:pt x="7391" y="3347"/>
                  <a:pt x="7316" y="3347"/>
                </a:cubicBezTo>
                <a:cubicBezTo>
                  <a:pt x="7242" y="3347"/>
                  <a:pt x="7168" y="3370"/>
                  <a:pt x="7105" y="3416"/>
                </a:cubicBezTo>
                <a:lnTo>
                  <a:pt x="5712" y="4453"/>
                </a:lnTo>
                <a:cubicBezTo>
                  <a:pt x="5556" y="4568"/>
                  <a:pt x="5523" y="4790"/>
                  <a:pt x="5639" y="4947"/>
                </a:cubicBezTo>
                <a:cubicBezTo>
                  <a:pt x="5709" y="5040"/>
                  <a:pt x="5816" y="5090"/>
                  <a:pt x="5925" y="5090"/>
                </a:cubicBezTo>
                <a:cubicBezTo>
                  <a:pt x="5998" y="5090"/>
                  <a:pt x="6072" y="5067"/>
                  <a:pt x="6135" y="5020"/>
                </a:cubicBezTo>
                <a:lnTo>
                  <a:pt x="6952" y="4411"/>
                </a:lnTo>
                <a:lnTo>
                  <a:pt x="6952" y="6468"/>
                </a:lnTo>
                <a:cubicBezTo>
                  <a:pt x="6952" y="7030"/>
                  <a:pt x="6492" y="7489"/>
                  <a:pt x="5926" y="7489"/>
                </a:cubicBezTo>
                <a:cubicBezTo>
                  <a:pt x="5360" y="7489"/>
                  <a:pt x="4900" y="7026"/>
                  <a:pt x="4900" y="6457"/>
                </a:cubicBezTo>
                <a:lnTo>
                  <a:pt x="4900" y="4358"/>
                </a:lnTo>
                <a:lnTo>
                  <a:pt x="4900" y="3807"/>
                </a:lnTo>
                <a:lnTo>
                  <a:pt x="4900" y="1729"/>
                </a:lnTo>
                <a:cubicBezTo>
                  <a:pt x="4900" y="777"/>
                  <a:pt x="4122" y="1"/>
                  <a:pt x="3165"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42" name="Google Shape;3342;p97"/>
          <p:cNvSpPr txBox="1"/>
          <p:nvPr/>
        </p:nvSpPr>
        <p:spPr>
          <a:xfrm>
            <a:off x="5924260"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Flexibility</a:t>
            </a:r>
            <a:endParaRPr sz="600">
              <a:solidFill>
                <a:srgbClr val="11567F"/>
              </a:solidFill>
              <a:latin typeface="Arial"/>
              <a:ea typeface="Arial"/>
              <a:cs typeface="Arial"/>
              <a:sym typeface="Arial"/>
            </a:endParaRPr>
          </a:p>
        </p:txBody>
      </p:sp>
      <p:sp>
        <p:nvSpPr>
          <p:cNvPr id="3343" name="Google Shape;3343;p97"/>
          <p:cNvSpPr/>
          <p:nvPr/>
        </p:nvSpPr>
        <p:spPr>
          <a:xfrm>
            <a:off x="6821117" y="2572500"/>
            <a:ext cx="233789" cy="233729"/>
          </a:xfrm>
          <a:custGeom>
            <a:rect b="b" l="l" r="r" t="t"/>
            <a:pathLst>
              <a:path extrusionOk="0" h="7740" w="7742">
                <a:moveTo>
                  <a:pt x="4394" y="4278"/>
                </a:moveTo>
                <a:lnTo>
                  <a:pt x="4394" y="5541"/>
                </a:lnTo>
                <a:cubicBezTo>
                  <a:pt x="4394" y="5860"/>
                  <a:pt x="4284" y="5995"/>
                  <a:pt x="4056" y="5995"/>
                </a:cubicBezTo>
                <a:cubicBezTo>
                  <a:pt x="3884" y="5995"/>
                  <a:pt x="3762" y="5882"/>
                  <a:pt x="3762" y="5882"/>
                </a:cubicBezTo>
                <a:lnTo>
                  <a:pt x="3601" y="6140"/>
                </a:lnTo>
                <a:cubicBezTo>
                  <a:pt x="3607" y="6143"/>
                  <a:pt x="3759" y="6313"/>
                  <a:pt x="4071" y="6313"/>
                </a:cubicBezTo>
                <a:cubicBezTo>
                  <a:pt x="4519" y="6313"/>
                  <a:pt x="4717" y="6025"/>
                  <a:pt x="4721" y="5607"/>
                </a:cubicBezTo>
                <a:lnTo>
                  <a:pt x="4721" y="4278"/>
                </a:lnTo>
                <a:close/>
                <a:moveTo>
                  <a:pt x="5709" y="4238"/>
                </a:moveTo>
                <a:cubicBezTo>
                  <a:pt x="5269" y="4238"/>
                  <a:pt x="5033" y="4462"/>
                  <a:pt x="5033" y="4804"/>
                </a:cubicBezTo>
                <a:cubicBezTo>
                  <a:pt x="5033" y="5114"/>
                  <a:pt x="5221" y="5264"/>
                  <a:pt x="5636" y="5396"/>
                </a:cubicBezTo>
                <a:cubicBezTo>
                  <a:pt x="5962" y="5505"/>
                  <a:pt x="6029" y="5582"/>
                  <a:pt x="6029" y="5734"/>
                </a:cubicBezTo>
                <a:cubicBezTo>
                  <a:pt x="6029" y="5895"/>
                  <a:pt x="5933" y="6008"/>
                  <a:pt x="5704" y="6008"/>
                </a:cubicBezTo>
                <a:cubicBezTo>
                  <a:pt x="5410" y="6008"/>
                  <a:pt x="5195" y="5815"/>
                  <a:pt x="5195" y="5815"/>
                </a:cubicBezTo>
                <a:lnTo>
                  <a:pt x="5017" y="6065"/>
                </a:lnTo>
                <a:cubicBezTo>
                  <a:pt x="5017" y="6065"/>
                  <a:pt x="5242" y="6313"/>
                  <a:pt x="5716" y="6313"/>
                </a:cubicBezTo>
                <a:cubicBezTo>
                  <a:pt x="6175" y="6313"/>
                  <a:pt x="6399" y="6048"/>
                  <a:pt x="6399" y="5710"/>
                </a:cubicBezTo>
                <a:cubicBezTo>
                  <a:pt x="6399" y="5401"/>
                  <a:pt x="6230" y="5227"/>
                  <a:pt x="5780" y="5094"/>
                </a:cubicBezTo>
                <a:cubicBezTo>
                  <a:pt x="5480" y="4996"/>
                  <a:pt x="5397" y="4929"/>
                  <a:pt x="5397" y="4794"/>
                </a:cubicBezTo>
                <a:cubicBezTo>
                  <a:pt x="5397" y="4633"/>
                  <a:pt x="5510" y="4544"/>
                  <a:pt x="5709" y="4544"/>
                </a:cubicBezTo>
                <a:cubicBezTo>
                  <a:pt x="5995" y="4544"/>
                  <a:pt x="6169" y="4709"/>
                  <a:pt x="6169" y="4709"/>
                </a:cubicBezTo>
                <a:lnTo>
                  <a:pt x="6347" y="4440"/>
                </a:lnTo>
                <a:cubicBezTo>
                  <a:pt x="6347" y="4440"/>
                  <a:pt x="6164" y="4238"/>
                  <a:pt x="5709" y="4238"/>
                </a:cubicBezTo>
                <a:close/>
                <a:moveTo>
                  <a:pt x="6472" y="706"/>
                </a:moveTo>
                <a:cubicBezTo>
                  <a:pt x="6781" y="706"/>
                  <a:pt x="7033" y="958"/>
                  <a:pt x="7033" y="1270"/>
                </a:cubicBezTo>
                <a:lnTo>
                  <a:pt x="7033" y="6467"/>
                </a:lnTo>
                <a:cubicBezTo>
                  <a:pt x="7033" y="6777"/>
                  <a:pt x="6781" y="7030"/>
                  <a:pt x="6472" y="7030"/>
                </a:cubicBezTo>
                <a:lnTo>
                  <a:pt x="1274" y="7030"/>
                </a:lnTo>
                <a:cubicBezTo>
                  <a:pt x="964" y="7030"/>
                  <a:pt x="710" y="6777"/>
                  <a:pt x="710" y="6467"/>
                </a:cubicBezTo>
                <a:lnTo>
                  <a:pt x="710" y="1270"/>
                </a:lnTo>
                <a:cubicBezTo>
                  <a:pt x="710" y="959"/>
                  <a:pt x="963" y="706"/>
                  <a:pt x="1274" y="706"/>
                </a:cubicBezTo>
                <a:close/>
                <a:moveTo>
                  <a:pt x="1272" y="0"/>
                </a:moveTo>
                <a:cubicBezTo>
                  <a:pt x="571" y="0"/>
                  <a:pt x="0" y="570"/>
                  <a:pt x="0" y="1271"/>
                </a:cubicBezTo>
                <a:lnTo>
                  <a:pt x="0" y="6469"/>
                </a:lnTo>
                <a:cubicBezTo>
                  <a:pt x="0" y="7171"/>
                  <a:pt x="571" y="7740"/>
                  <a:pt x="1272" y="7740"/>
                </a:cubicBezTo>
                <a:lnTo>
                  <a:pt x="6469" y="7740"/>
                </a:lnTo>
                <a:cubicBezTo>
                  <a:pt x="7171" y="7740"/>
                  <a:pt x="7741" y="7171"/>
                  <a:pt x="7741" y="6469"/>
                </a:cubicBezTo>
                <a:lnTo>
                  <a:pt x="7741" y="1271"/>
                </a:lnTo>
                <a:cubicBezTo>
                  <a:pt x="7741" y="570"/>
                  <a:pt x="7171" y="0"/>
                  <a:pt x="646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44" name="Google Shape;3344;p97"/>
          <p:cNvSpPr txBox="1"/>
          <p:nvPr/>
        </p:nvSpPr>
        <p:spPr>
          <a:xfrm>
            <a:off x="6716457"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Javascript</a:t>
            </a:r>
            <a:endParaRPr sz="1800">
              <a:solidFill>
                <a:srgbClr val="252525"/>
              </a:solidFill>
              <a:latin typeface="Arial"/>
              <a:ea typeface="Arial"/>
              <a:cs typeface="Arial"/>
              <a:sym typeface="Arial"/>
            </a:endParaRPr>
          </a:p>
        </p:txBody>
      </p:sp>
      <p:sp>
        <p:nvSpPr>
          <p:cNvPr id="3345" name="Google Shape;3345;p97"/>
          <p:cNvSpPr/>
          <p:nvPr/>
        </p:nvSpPr>
        <p:spPr>
          <a:xfrm>
            <a:off x="7597173" y="2619690"/>
            <a:ext cx="266683" cy="139666"/>
          </a:xfrm>
          <a:custGeom>
            <a:rect b="b" l="l" r="r" t="t"/>
            <a:pathLst>
              <a:path extrusionOk="0" h="1299223" w="2480776">
                <a:moveTo>
                  <a:pt x="838315" y="1065671"/>
                </a:moveTo>
                <a:cubicBezTo>
                  <a:pt x="818863" y="1100913"/>
                  <a:pt x="782617" y="1120630"/>
                  <a:pt x="745138" y="1120630"/>
                </a:cubicBezTo>
                <a:cubicBezTo>
                  <a:pt x="727584" y="1120630"/>
                  <a:pt x="709935" y="1116344"/>
                  <a:pt x="693520" y="1107104"/>
                </a:cubicBezTo>
                <a:lnTo>
                  <a:pt x="54754" y="750869"/>
                </a:lnTo>
                <a:cubicBezTo>
                  <a:pt x="21259" y="732200"/>
                  <a:pt x="385" y="696863"/>
                  <a:pt x="5" y="658477"/>
                </a:cubicBezTo>
                <a:cubicBezTo>
                  <a:pt x="-374" y="620091"/>
                  <a:pt x="19931" y="584277"/>
                  <a:pt x="53046" y="565132"/>
                </a:cubicBezTo>
                <a:lnTo>
                  <a:pt x="691812" y="193276"/>
                </a:lnTo>
                <a:cubicBezTo>
                  <a:pt x="742671" y="163367"/>
                  <a:pt x="807857" y="180893"/>
                  <a:pt x="837366" y="232138"/>
                </a:cubicBezTo>
                <a:cubicBezTo>
                  <a:pt x="866875" y="283192"/>
                  <a:pt x="849606" y="348629"/>
                  <a:pt x="798653" y="378156"/>
                </a:cubicBezTo>
                <a:lnTo>
                  <a:pt x="322045" y="655619"/>
                </a:lnTo>
                <a:lnTo>
                  <a:pt x="796850" y="920414"/>
                </a:lnTo>
                <a:cubicBezTo>
                  <a:pt x="848183" y="949085"/>
                  <a:pt x="866780" y="1014045"/>
                  <a:pt x="838220" y="1065671"/>
                </a:cubicBezTo>
                <a:close/>
                <a:moveTo>
                  <a:pt x="2426026" y="548558"/>
                </a:moveTo>
                <a:lnTo>
                  <a:pt x="1787165" y="192323"/>
                </a:lnTo>
                <a:cubicBezTo>
                  <a:pt x="1735738" y="163367"/>
                  <a:pt x="1670931" y="182132"/>
                  <a:pt x="1642371" y="233757"/>
                </a:cubicBezTo>
                <a:cubicBezTo>
                  <a:pt x="1613810" y="285383"/>
                  <a:pt x="1632313" y="350343"/>
                  <a:pt x="1683741" y="379013"/>
                </a:cubicBezTo>
                <a:lnTo>
                  <a:pt x="2158546" y="643808"/>
                </a:lnTo>
                <a:lnTo>
                  <a:pt x="1682033" y="921272"/>
                </a:lnTo>
                <a:cubicBezTo>
                  <a:pt x="1631174" y="950799"/>
                  <a:pt x="1613810" y="1016141"/>
                  <a:pt x="1643320" y="1067290"/>
                </a:cubicBezTo>
                <a:cubicBezTo>
                  <a:pt x="1663151" y="1101485"/>
                  <a:pt x="1698827" y="1120630"/>
                  <a:pt x="1735548" y="1120630"/>
                </a:cubicBezTo>
                <a:cubicBezTo>
                  <a:pt x="1753671" y="1120630"/>
                  <a:pt x="1772079" y="1116058"/>
                  <a:pt x="1788873" y="1106152"/>
                </a:cubicBezTo>
                <a:lnTo>
                  <a:pt x="2427640" y="734296"/>
                </a:lnTo>
                <a:cubicBezTo>
                  <a:pt x="2460754" y="715055"/>
                  <a:pt x="2480965" y="679337"/>
                  <a:pt x="2480775" y="640951"/>
                </a:cubicBezTo>
                <a:cubicBezTo>
                  <a:pt x="2480396" y="602565"/>
                  <a:pt x="2459426" y="567227"/>
                  <a:pt x="2426026" y="548558"/>
                </a:cubicBezTo>
                <a:close/>
                <a:moveTo>
                  <a:pt x="1389882" y="2871"/>
                </a:moveTo>
                <a:cubicBezTo>
                  <a:pt x="1332666" y="-10750"/>
                  <a:pt x="1275355" y="25445"/>
                  <a:pt x="1262071" y="82786"/>
                </a:cubicBezTo>
                <a:lnTo>
                  <a:pt x="1011195" y="1168160"/>
                </a:lnTo>
                <a:cubicBezTo>
                  <a:pt x="997911" y="1225786"/>
                  <a:pt x="1033493" y="1283126"/>
                  <a:pt x="1090804" y="1296461"/>
                </a:cubicBezTo>
                <a:cubicBezTo>
                  <a:pt x="1098964" y="1298366"/>
                  <a:pt x="1107029" y="1299224"/>
                  <a:pt x="1115094" y="1299224"/>
                </a:cubicBezTo>
                <a:cubicBezTo>
                  <a:pt x="1163486" y="1299224"/>
                  <a:pt x="1207323" y="1265791"/>
                  <a:pt x="1218614" y="1216547"/>
                </a:cubicBezTo>
                <a:lnTo>
                  <a:pt x="1469490" y="131173"/>
                </a:lnTo>
                <a:cubicBezTo>
                  <a:pt x="1482774" y="73547"/>
                  <a:pt x="1447192" y="16206"/>
                  <a:pt x="1389882" y="2871"/>
                </a:cubicBezTo>
                <a:close/>
              </a:path>
            </a:pathLst>
          </a:custGeom>
          <a:solidFill>
            <a:srgbClr val="28B5E8"/>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52525"/>
              </a:buClr>
              <a:buSzPts val="1400"/>
              <a:buFont typeface="Arial"/>
              <a:buNone/>
            </a:pPr>
            <a:r>
              <a:t/>
            </a:r>
            <a:endParaRPr sz="1400">
              <a:solidFill>
                <a:srgbClr val="000000"/>
              </a:solidFill>
              <a:latin typeface="Calibri"/>
              <a:ea typeface="Calibri"/>
              <a:cs typeface="Calibri"/>
              <a:sym typeface="Calibri"/>
            </a:endParaRPr>
          </a:p>
        </p:txBody>
      </p:sp>
      <p:sp>
        <p:nvSpPr>
          <p:cNvPr id="3346" name="Google Shape;3346;p97"/>
          <p:cNvSpPr txBox="1"/>
          <p:nvPr/>
        </p:nvSpPr>
        <p:spPr>
          <a:xfrm>
            <a:off x="7508654"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Code</a:t>
            </a:r>
            <a:endParaRPr sz="1800">
              <a:solidFill>
                <a:srgbClr val="252525"/>
              </a:solidFill>
              <a:latin typeface="Arial"/>
              <a:ea typeface="Arial"/>
              <a:cs typeface="Arial"/>
              <a:sym typeface="Arial"/>
            </a:endParaRPr>
          </a:p>
        </p:txBody>
      </p:sp>
      <p:sp>
        <p:nvSpPr>
          <p:cNvPr id="3347" name="Google Shape;3347;p97"/>
          <p:cNvSpPr/>
          <p:nvPr/>
        </p:nvSpPr>
        <p:spPr>
          <a:xfrm>
            <a:off x="4464060" y="3346210"/>
            <a:ext cx="194721" cy="250422"/>
          </a:xfrm>
          <a:custGeom>
            <a:rect b="b" l="l" r="r" t="t"/>
            <a:pathLst>
              <a:path extrusionOk="0" h="9122" w="7093">
                <a:moveTo>
                  <a:pt x="2099" y="1048"/>
                </a:moveTo>
                <a:lnTo>
                  <a:pt x="2099" y="2101"/>
                </a:lnTo>
                <a:lnTo>
                  <a:pt x="1101" y="2101"/>
                </a:lnTo>
                <a:lnTo>
                  <a:pt x="2099" y="1048"/>
                </a:lnTo>
                <a:close/>
                <a:moveTo>
                  <a:pt x="2668" y="4273"/>
                </a:moveTo>
                <a:cubicBezTo>
                  <a:pt x="2589" y="4273"/>
                  <a:pt x="2526" y="4337"/>
                  <a:pt x="2526" y="4414"/>
                </a:cubicBezTo>
                <a:cubicBezTo>
                  <a:pt x="2526" y="4493"/>
                  <a:pt x="2586" y="4555"/>
                  <a:pt x="2662" y="4555"/>
                </a:cubicBezTo>
                <a:cubicBezTo>
                  <a:pt x="2664" y="4555"/>
                  <a:pt x="2666" y="4555"/>
                  <a:pt x="2668" y="4555"/>
                </a:cubicBezTo>
                <a:lnTo>
                  <a:pt x="4420" y="4555"/>
                </a:lnTo>
                <a:cubicBezTo>
                  <a:pt x="4497" y="4555"/>
                  <a:pt x="4561" y="4493"/>
                  <a:pt x="4561" y="4414"/>
                </a:cubicBezTo>
                <a:cubicBezTo>
                  <a:pt x="4561" y="4337"/>
                  <a:pt x="4497" y="4273"/>
                  <a:pt x="4420" y="4273"/>
                </a:cubicBezTo>
                <a:close/>
                <a:moveTo>
                  <a:pt x="2668" y="4855"/>
                </a:moveTo>
                <a:cubicBezTo>
                  <a:pt x="2589" y="4855"/>
                  <a:pt x="2526" y="4918"/>
                  <a:pt x="2526" y="4996"/>
                </a:cubicBezTo>
                <a:cubicBezTo>
                  <a:pt x="2526" y="5074"/>
                  <a:pt x="2589" y="5137"/>
                  <a:pt x="2668" y="5137"/>
                </a:cubicBezTo>
                <a:lnTo>
                  <a:pt x="4420" y="5137"/>
                </a:lnTo>
                <a:cubicBezTo>
                  <a:pt x="4497" y="5137"/>
                  <a:pt x="4561" y="5074"/>
                  <a:pt x="4561" y="4996"/>
                </a:cubicBezTo>
                <a:cubicBezTo>
                  <a:pt x="4561" y="4918"/>
                  <a:pt x="4497" y="4855"/>
                  <a:pt x="4420" y="4855"/>
                </a:cubicBezTo>
                <a:close/>
                <a:moveTo>
                  <a:pt x="2668" y="5436"/>
                </a:moveTo>
                <a:cubicBezTo>
                  <a:pt x="2589" y="5436"/>
                  <a:pt x="2526" y="5498"/>
                  <a:pt x="2526" y="5577"/>
                </a:cubicBezTo>
                <a:cubicBezTo>
                  <a:pt x="2526" y="5654"/>
                  <a:pt x="2589" y="5718"/>
                  <a:pt x="2668" y="5718"/>
                </a:cubicBezTo>
                <a:lnTo>
                  <a:pt x="4420" y="5718"/>
                </a:lnTo>
                <a:cubicBezTo>
                  <a:pt x="4497" y="5718"/>
                  <a:pt x="4561" y="5654"/>
                  <a:pt x="4561" y="5577"/>
                </a:cubicBezTo>
                <a:cubicBezTo>
                  <a:pt x="4561" y="5498"/>
                  <a:pt x="4497" y="5436"/>
                  <a:pt x="4420" y="5436"/>
                </a:cubicBezTo>
                <a:close/>
                <a:moveTo>
                  <a:pt x="5058" y="3771"/>
                </a:moveTo>
                <a:lnTo>
                  <a:pt x="5058" y="6218"/>
                </a:lnTo>
                <a:lnTo>
                  <a:pt x="2029" y="6218"/>
                </a:lnTo>
                <a:lnTo>
                  <a:pt x="2029" y="3771"/>
                </a:lnTo>
                <a:close/>
                <a:moveTo>
                  <a:pt x="5058" y="6674"/>
                </a:moveTo>
                <a:lnTo>
                  <a:pt x="5058" y="7381"/>
                </a:lnTo>
                <a:lnTo>
                  <a:pt x="2029" y="7381"/>
                </a:lnTo>
                <a:lnTo>
                  <a:pt x="2029" y="6674"/>
                </a:lnTo>
                <a:close/>
                <a:moveTo>
                  <a:pt x="1802" y="3318"/>
                </a:moveTo>
                <a:cubicBezTo>
                  <a:pt x="1679" y="3318"/>
                  <a:pt x="1576" y="3419"/>
                  <a:pt x="1576" y="3544"/>
                </a:cubicBezTo>
                <a:lnTo>
                  <a:pt x="1576" y="7605"/>
                </a:lnTo>
                <a:cubicBezTo>
                  <a:pt x="1576" y="7730"/>
                  <a:pt x="1679" y="7833"/>
                  <a:pt x="1802" y="7833"/>
                </a:cubicBezTo>
                <a:lnTo>
                  <a:pt x="5284" y="7833"/>
                </a:lnTo>
                <a:cubicBezTo>
                  <a:pt x="5409" y="7833"/>
                  <a:pt x="5511" y="7730"/>
                  <a:pt x="5511" y="7605"/>
                </a:cubicBezTo>
                <a:lnTo>
                  <a:pt x="5511" y="3544"/>
                </a:lnTo>
                <a:cubicBezTo>
                  <a:pt x="5511" y="3419"/>
                  <a:pt x="5409" y="3318"/>
                  <a:pt x="5284" y="3318"/>
                </a:cubicBezTo>
                <a:close/>
                <a:moveTo>
                  <a:pt x="6380" y="709"/>
                </a:moveTo>
                <a:lnTo>
                  <a:pt x="6380" y="8413"/>
                </a:lnTo>
                <a:lnTo>
                  <a:pt x="707" y="8413"/>
                </a:lnTo>
                <a:lnTo>
                  <a:pt x="707" y="2668"/>
                </a:lnTo>
                <a:lnTo>
                  <a:pt x="2384" y="2668"/>
                </a:lnTo>
                <a:cubicBezTo>
                  <a:pt x="2540" y="2668"/>
                  <a:pt x="2666" y="2542"/>
                  <a:pt x="2666" y="2386"/>
                </a:cubicBezTo>
                <a:lnTo>
                  <a:pt x="2666" y="709"/>
                </a:lnTo>
                <a:close/>
                <a:moveTo>
                  <a:pt x="2270" y="1"/>
                </a:moveTo>
                <a:cubicBezTo>
                  <a:pt x="2173" y="1"/>
                  <a:pt x="2081" y="41"/>
                  <a:pt x="2014" y="111"/>
                </a:cubicBezTo>
                <a:lnTo>
                  <a:pt x="97" y="2135"/>
                </a:lnTo>
                <a:cubicBezTo>
                  <a:pt x="33" y="2200"/>
                  <a:pt x="1" y="2288"/>
                  <a:pt x="1" y="2378"/>
                </a:cubicBezTo>
                <a:lnTo>
                  <a:pt x="1" y="8768"/>
                </a:lnTo>
                <a:cubicBezTo>
                  <a:pt x="1" y="8963"/>
                  <a:pt x="158" y="9122"/>
                  <a:pt x="354" y="9122"/>
                </a:cubicBezTo>
                <a:lnTo>
                  <a:pt x="6738" y="9122"/>
                </a:lnTo>
                <a:cubicBezTo>
                  <a:pt x="6932" y="9122"/>
                  <a:pt x="7093" y="8964"/>
                  <a:pt x="7093" y="8768"/>
                </a:cubicBezTo>
                <a:lnTo>
                  <a:pt x="7093" y="353"/>
                </a:lnTo>
                <a:cubicBezTo>
                  <a:pt x="7088" y="158"/>
                  <a:pt x="6931" y="1"/>
                  <a:pt x="6735"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48" name="Google Shape;3348;p97"/>
          <p:cNvSpPr/>
          <p:nvPr/>
        </p:nvSpPr>
        <p:spPr>
          <a:xfrm>
            <a:off x="5262296" y="3349050"/>
            <a:ext cx="182641" cy="244739"/>
          </a:xfrm>
          <a:custGeom>
            <a:rect b="b" l="l" r="r" t="t"/>
            <a:pathLst>
              <a:path extrusionOk="0" h="8915" w="6653">
                <a:moveTo>
                  <a:pt x="1699" y="1380"/>
                </a:moveTo>
                <a:lnTo>
                  <a:pt x="1699" y="1981"/>
                </a:lnTo>
                <a:lnTo>
                  <a:pt x="1150" y="1981"/>
                </a:lnTo>
                <a:lnTo>
                  <a:pt x="1699" y="1380"/>
                </a:lnTo>
                <a:close/>
                <a:moveTo>
                  <a:pt x="3185" y="4468"/>
                </a:moveTo>
                <a:lnTo>
                  <a:pt x="3185" y="5148"/>
                </a:lnTo>
                <a:lnTo>
                  <a:pt x="1841" y="5148"/>
                </a:lnTo>
                <a:lnTo>
                  <a:pt x="1841" y="4468"/>
                </a:lnTo>
                <a:close/>
                <a:moveTo>
                  <a:pt x="4813" y="4467"/>
                </a:moveTo>
                <a:lnTo>
                  <a:pt x="4813" y="5148"/>
                </a:lnTo>
                <a:lnTo>
                  <a:pt x="3469" y="5148"/>
                </a:lnTo>
                <a:lnTo>
                  <a:pt x="3469" y="4467"/>
                </a:lnTo>
                <a:close/>
                <a:moveTo>
                  <a:pt x="3185" y="5431"/>
                </a:moveTo>
                <a:lnTo>
                  <a:pt x="3185" y="6114"/>
                </a:lnTo>
                <a:lnTo>
                  <a:pt x="1841" y="6114"/>
                </a:lnTo>
                <a:lnTo>
                  <a:pt x="1841" y="5431"/>
                </a:lnTo>
                <a:close/>
                <a:moveTo>
                  <a:pt x="4811" y="5431"/>
                </a:moveTo>
                <a:lnTo>
                  <a:pt x="4811" y="6114"/>
                </a:lnTo>
                <a:lnTo>
                  <a:pt x="3467" y="6114"/>
                </a:lnTo>
                <a:lnTo>
                  <a:pt x="3467" y="5431"/>
                </a:lnTo>
                <a:close/>
                <a:moveTo>
                  <a:pt x="3185" y="6396"/>
                </a:moveTo>
                <a:lnTo>
                  <a:pt x="3185" y="7031"/>
                </a:lnTo>
                <a:lnTo>
                  <a:pt x="1841" y="7031"/>
                </a:lnTo>
                <a:lnTo>
                  <a:pt x="1841" y="6396"/>
                </a:lnTo>
                <a:close/>
                <a:moveTo>
                  <a:pt x="4811" y="6396"/>
                </a:moveTo>
                <a:lnTo>
                  <a:pt x="4811" y="7031"/>
                </a:lnTo>
                <a:lnTo>
                  <a:pt x="3467" y="7031"/>
                </a:lnTo>
                <a:lnTo>
                  <a:pt x="3467" y="6396"/>
                </a:lnTo>
                <a:close/>
                <a:moveTo>
                  <a:pt x="1614" y="3488"/>
                </a:moveTo>
                <a:cubicBezTo>
                  <a:pt x="1491" y="3488"/>
                  <a:pt x="1389" y="3589"/>
                  <a:pt x="1389" y="3714"/>
                </a:cubicBezTo>
                <a:lnTo>
                  <a:pt x="1389" y="7257"/>
                </a:lnTo>
                <a:cubicBezTo>
                  <a:pt x="1389" y="7382"/>
                  <a:pt x="1491" y="7484"/>
                  <a:pt x="1614" y="7484"/>
                </a:cubicBezTo>
                <a:lnTo>
                  <a:pt x="5040" y="7484"/>
                </a:lnTo>
                <a:cubicBezTo>
                  <a:pt x="5163" y="7484"/>
                  <a:pt x="5266" y="7382"/>
                  <a:pt x="5266" y="7257"/>
                </a:cubicBezTo>
                <a:lnTo>
                  <a:pt x="5266" y="3714"/>
                </a:lnTo>
                <a:cubicBezTo>
                  <a:pt x="5266" y="3589"/>
                  <a:pt x="5163" y="3488"/>
                  <a:pt x="5040" y="3488"/>
                </a:cubicBezTo>
                <a:close/>
                <a:moveTo>
                  <a:pt x="5946" y="707"/>
                </a:moveTo>
                <a:lnTo>
                  <a:pt x="5946" y="8207"/>
                </a:lnTo>
                <a:lnTo>
                  <a:pt x="708" y="8207"/>
                </a:lnTo>
                <a:lnTo>
                  <a:pt x="708" y="2688"/>
                </a:lnTo>
                <a:lnTo>
                  <a:pt x="2052" y="2688"/>
                </a:lnTo>
                <a:cubicBezTo>
                  <a:pt x="2248" y="2688"/>
                  <a:pt x="2407" y="2531"/>
                  <a:pt x="2407" y="2333"/>
                </a:cubicBezTo>
                <a:lnTo>
                  <a:pt x="2407" y="707"/>
                </a:lnTo>
                <a:close/>
                <a:moveTo>
                  <a:pt x="2155" y="0"/>
                </a:moveTo>
                <a:cubicBezTo>
                  <a:pt x="2055" y="0"/>
                  <a:pt x="1960" y="43"/>
                  <a:pt x="1893" y="115"/>
                </a:cubicBezTo>
                <a:lnTo>
                  <a:pt x="92" y="2089"/>
                </a:lnTo>
                <a:cubicBezTo>
                  <a:pt x="33" y="2155"/>
                  <a:pt x="0" y="2241"/>
                  <a:pt x="0" y="2327"/>
                </a:cubicBezTo>
                <a:lnTo>
                  <a:pt x="0" y="8561"/>
                </a:lnTo>
                <a:cubicBezTo>
                  <a:pt x="0" y="8755"/>
                  <a:pt x="158" y="8914"/>
                  <a:pt x="355" y="8914"/>
                </a:cubicBezTo>
                <a:lnTo>
                  <a:pt x="6298" y="8914"/>
                </a:lnTo>
                <a:cubicBezTo>
                  <a:pt x="6492" y="8914"/>
                  <a:pt x="6653" y="8757"/>
                  <a:pt x="6653" y="8561"/>
                </a:cubicBezTo>
                <a:lnTo>
                  <a:pt x="6653" y="352"/>
                </a:lnTo>
                <a:cubicBezTo>
                  <a:pt x="6653" y="158"/>
                  <a:pt x="6495" y="0"/>
                  <a:pt x="6298"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49" name="Google Shape;3349;p97"/>
          <p:cNvSpPr/>
          <p:nvPr/>
        </p:nvSpPr>
        <p:spPr>
          <a:xfrm>
            <a:off x="6021689" y="3367416"/>
            <a:ext cx="248253" cy="208008"/>
          </a:xfrm>
          <a:custGeom>
            <a:rect b="b" l="l" r="r" t="t"/>
            <a:pathLst>
              <a:path extrusionOk="0" h="7577" w="9043">
                <a:moveTo>
                  <a:pt x="1304" y="972"/>
                </a:moveTo>
                <a:cubicBezTo>
                  <a:pt x="1189" y="972"/>
                  <a:pt x="1097" y="1064"/>
                  <a:pt x="1097" y="1180"/>
                </a:cubicBezTo>
                <a:cubicBezTo>
                  <a:pt x="1097" y="1294"/>
                  <a:pt x="1189" y="1388"/>
                  <a:pt x="1304" y="1388"/>
                </a:cubicBezTo>
                <a:cubicBezTo>
                  <a:pt x="1419" y="1388"/>
                  <a:pt x="1512" y="1294"/>
                  <a:pt x="1512" y="1180"/>
                </a:cubicBezTo>
                <a:cubicBezTo>
                  <a:pt x="1512" y="1064"/>
                  <a:pt x="1419" y="972"/>
                  <a:pt x="1304" y="972"/>
                </a:cubicBezTo>
                <a:close/>
                <a:moveTo>
                  <a:pt x="2133" y="972"/>
                </a:moveTo>
                <a:cubicBezTo>
                  <a:pt x="2019" y="972"/>
                  <a:pt x="1925" y="1064"/>
                  <a:pt x="1925" y="1180"/>
                </a:cubicBezTo>
                <a:cubicBezTo>
                  <a:pt x="1925" y="1294"/>
                  <a:pt x="2019" y="1388"/>
                  <a:pt x="2133" y="1388"/>
                </a:cubicBezTo>
                <a:cubicBezTo>
                  <a:pt x="2249" y="1388"/>
                  <a:pt x="2341" y="1294"/>
                  <a:pt x="2341" y="1180"/>
                </a:cubicBezTo>
                <a:cubicBezTo>
                  <a:pt x="2341" y="1064"/>
                  <a:pt x="2249" y="972"/>
                  <a:pt x="2133" y="972"/>
                </a:cubicBezTo>
                <a:close/>
                <a:moveTo>
                  <a:pt x="2962" y="972"/>
                </a:moveTo>
                <a:cubicBezTo>
                  <a:pt x="2847" y="972"/>
                  <a:pt x="2754" y="1064"/>
                  <a:pt x="2754" y="1180"/>
                </a:cubicBezTo>
                <a:cubicBezTo>
                  <a:pt x="2754" y="1294"/>
                  <a:pt x="2847" y="1388"/>
                  <a:pt x="2962" y="1388"/>
                </a:cubicBezTo>
                <a:cubicBezTo>
                  <a:pt x="3076" y="1388"/>
                  <a:pt x="3170" y="1294"/>
                  <a:pt x="3170" y="1180"/>
                </a:cubicBezTo>
                <a:cubicBezTo>
                  <a:pt x="3170" y="1064"/>
                  <a:pt x="3076" y="972"/>
                  <a:pt x="2962" y="972"/>
                </a:cubicBezTo>
                <a:close/>
                <a:moveTo>
                  <a:pt x="8334" y="710"/>
                </a:moveTo>
                <a:lnTo>
                  <a:pt x="8334" y="1670"/>
                </a:lnTo>
                <a:lnTo>
                  <a:pt x="709" y="1670"/>
                </a:lnTo>
                <a:lnTo>
                  <a:pt x="709" y="710"/>
                </a:lnTo>
                <a:close/>
                <a:moveTo>
                  <a:pt x="3369" y="3480"/>
                </a:moveTo>
                <a:lnTo>
                  <a:pt x="3369" y="4138"/>
                </a:lnTo>
                <a:lnTo>
                  <a:pt x="1741" y="4138"/>
                </a:lnTo>
                <a:lnTo>
                  <a:pt x="1741" y="3480"/>
                </a:lnTo>
                <a:close/>
                <a:moveTo>
                  <a:pt x="5376" y="3480"/>
                </a:moveTo>
                <a:lnTo>
                  <a:pt x="5376" y="4138"/>
                </a:lnTo>
                <a:lnTo>
                  <a:pt x="3652" y="4138"/>
                </a:lnTo>
                <a:lnTo>
                  <a:pt x="3652" y="3480"/>
                </a:lnTo>
                <a:close/>
                <a:moveTo>
                  <a:pt x="7287" y="3480"/>
                </a:moveTo>
                <a:lnTo>
                  <a:pt x="7287" y="4138"/>
                </a:lnTo>
                <a:lnTo>
                  <a:pt x="5658" y="4138"/>
                </a:lnTo>
                <a:lnTo>
                  <a:pt x="5658" y="3480"/>
                </a:lnTo>
                <a:close/>
                <a:moveTo>
                  <a:pt x="3369" y="4420"/>
                </a:moveTo>
                <a:lnTo>
                  <a:pt x="3369" y="5066"/>
                </a:lnTo>
                <a:lnTo>
                  <a:pt x="1740" y="5066"/>
                </a:lnTo>
                <a:lnTo>
                  <a:pt x="1740" y="4420"/>
                </a:lnTo>
                <a:close/>
                <a:moveTo>
                  <a:pt x="7287" y="4420"/>
                </a:moveTo>
                <a:lnTo>
                  <a:pt x="7287" y="5066"/>
                </a:lnTo>
                <a:lnTo>
                  <a:pt x="5658" y="5066"/>
                </a:lnTo>
                <a:lnTo>
                  <a:pt x="5658" y="4420"/>
                </a:lnTo>
                <a:close/>
                <a:moveTo>
                  <a:pt x="5375" y="4423"/>
                </a:moveTo>
                <a:lnTo>
                  <a:pt x="5375" y="5069"/>
                </a:lnTo>
                <a:lnTo>
                  <a:pt x="3651" y="5069"/>
                </a:lnTo>
                <a:lnTo>
                  <a:pt x="3651" y="4423"/>
                </a:lnTo>
                <a:close/>
                <a:moveTo>
                  <a:pt x="3369" y="5349"/>
                </a:moveTo>
                <a:lnTo>
                  <a:pt x="3369" y="5972"/>
                </a:lnTo>
                <a:lnTo>
                  <a:pt x="1740" y="5972"/>
                </a:lnTo>
                <a:lnTo>
                  <a:pt x="1740" y="5349"/>
                </a:lnTo>
                <a:close/>
                <a:moveTo>
                  <a:pt x="5376" y="5349"/>
                </a:moveTo>
                <a:lnTo>
                  <a:pt x="5376" y="5972"/>
                </a:lnTo>
                <a:lnTo>
                  <a:pt x="3652" y="5972"/>
                </a:lnTo>
                <a:lnTo>
                  <a:pt x="3652" y="5349"/>
                </a:lnTo>
                <a:close/>
                <a:moveTo>
                  <a:pt x="7287" y="5349"/>
                </a:moveTo>
                <a:lnTo>
                  <a:pt x="7287" y="5972"/>
                </a:lnTo>
                <a:lnTo>
                  <a:pt x="5658" y="5972"/>
                </a:lnTo>
                <a:lnTo>
                  <a:pt x="5658" y="5349"/>
                </a:lnTo>
                <a:close/>
                <a:moveTo>
                  <a:pt x="1514" y="2619"/>
                </a:moveTo>
                <a:cubicBezTo>
                  <a:pt x="1389" y="2619"/>
                  <a:pt x="1288" y="2720"/>
                  <a:pt x="1288" y="2844"/>
                </a:cubicBezTo>
                <a:lnTo>
                  <a:pt x="1288" y="6199"/>
                </a:lnTo>
                <a:cubicBezTo>
                  <a:pt x="1288" y="6323"/>
                  <a:pt x="1389" y="6424"/>
                  <a:pt x="1514" y="6424"/>
                </a:cubicBezTo>
                <a:lnTo>
                  <a:pt x="7513" y="6424"/>
                </a:lnTo>
                <a:cubicBezTo>
                  <a:pt x="7638" y="6424"/>
                  <a:pt x="7739" y="6323"/>
                  <a:pt x="7739" y="6199"/>
                </a:cubicBezTo>
                <a:lnTo>
                  <a:pt x="7739" y="2844"/>
                </a:lnTo>
                <a:cubicBezTo>
                  <a:pt x="7740" y="2718"/>
                  <a:pt x="7638" y="2619"/>
                  <a:pt x="7513" y="2619"/>
                </a:cubicBezTo>
                <a:close/>
                <a:moveTo>
                  <a:pt x="8334" y="2121"/>
                </a:moveTo>
                <a:lnTo>
                  <a:pt x="8334" y="6868"/>
                </a:lnTo>
                <a:lnTo>
                  <a:pt x="709" y="6868"/>
                </a:lnTo>
                <a:lnTo>
                  <a:pt x="709" y="2121"/>
                </a:lnTo>
                <a:close/>
                <a:moveTo>
                  <a:pt x="356" y="1"/>
                </a:moveTo>
                <a:cubicBezTo>
                  <a:pt x="161" y="1"/>
                  <a:pt x="1" y="158"/>
                  <a:pt x="1" y="355"/>
                </a:cubicBezTo>
                <a:lnTo>
                  <a:pt x="1" y="7223"/>
                </a:lnTo>
                <a:cubicBezTo>
                  <a:pt x="1" y="7418"/>
                  <a:pt x="160" y="7577"/>
                  <a:pt x="356" y="7577"/>
                </a:cubicBezTo>
                <a:lnTo>
                  <a:pt x="8688" y="7577"/>
                </a:lnTo>
                <a:cubicBezTo>
                  <a:pt x="8884" y="7577"/>
                  <a:pt x="9043" y="7419"/>
                  <a:pt x="9043" y="7223"/>
                </a:cubicBezTo>
                <a:lnTo>
                  <a:pt x="9043" y="355"/>
                </a:lnTo>
                <a:cubicBezTo>
                  <a:pt x="9041" y="161"/>
                  <a:pt x="8884" y="1"/>
                  <a:pt x="868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50" name="Google Shape;3350;p97"/>
          <p:cNvSpPr/>
          <p:nvPr/>
        </p:nvSpPr>
        <p:spPr>
          <a:xfrm>
            <a:off x="1298992" y="3348158"/>
            <a:ext cx="187281" cy="246523"/>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51" name="Google Shape;3351;p97"/>
          <p:cNvSpPr/>
          <p:nvPr/>
        </p:nvSpPr>
        <p:spPr>
          <a:xfrm>
            <a:off x="2091203" y="3348172"/>
            <a:ext cx="187254" cy="24649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52" name="Google Shape;3352;p97"/>
          <p:cNvSpPr txBox="1"/>
          <p:nvPr/>
        </p:nvSpPr>
        <p:spPr>
          <a:xfrm>
            <a:off x="5132063"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Spreadsheet</a:t>
            </a:r>
            <a:endParaRPr sz="600">
              <a:solidFill>
                <a:srgbClr val="11567F"/>
              </a:solidFill>
              <a:latin typeface="Arial"/>
              <a:ea typeface="Arial"/>
              <a:cs typeface="Arial"/>
              <a:sym typeface="Arial"/>
            </a:endParaRPr>
          </a:p>
        </p:txBody>
      </p:sp>
      <p:sp>
        <p:nvSpPr>
          <p:cNvPr id="3353" name="Google Shape;3353;p97"/>
          <p:cNvSpPr txBox="1"/>
          <p:nvPr/>
        </p:nvSpPr>
        <p:spPr>
          <a:xfrm>
            <a:off x="5894560" y="3708489"/>
            <a:ext cx="502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Spreadsheet 2</a:t>
            </a:r>
            <a:endParaRPr sz="1800">
              <a:solidFill>
                <a:srgbClr val="252525"/>
              </a:solidFill>
              <a:latin typeface="Arial"/>
              <a:ea typeface="Arial"/>
              <a:cs typeface="Arial"/>
              <a:sym typeface="Arial"/>
            </a:endParaRPr>
          </a:p>
        </p:txBody>
      </p:sp>
      <p:sp>
        <p:nvSpPr>
          <p:cNvPr id="3354" name="Google Shape;3354;p97"/>
          <p:cNvSpPr txBox="1"/>
          <p:nvPr/>
        </p:nvSpPr>
        <p:spPr>
          <a:xfrm>
            <a:off x="1171078"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Document</a:t>
            </a:r>
            <a:endParaRPr sz="600">
              <a:solidFill>
                <a:srgbClr val="11567F"/>
              </a:solidFill>
              <a:latin typeface="Arial"/>
              <a:ea typeface="Arial"/>
              <a:cs typeface="Arial"/>
              <a:sym typeface="Arial"/>
            </a:endParaRPr>
          </a:p>
        </p:txBody>
      </p:sp>
      <p:sp>
        <p:nvSpPr>
          <p:cNvPr id="3355" name="Google Shape;3355;p97"/>
          <p:cNvSpPr txBox="1"/>
          <p:nvPr/>
        </p:nvSpPr>
        <p:spPr>
          <a:xfrm>
            <a:off x="8309552" y="2933031"/>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Cube</a:t>
            </a:r>
            <a:endParaRPr sz="1800">
              <a:solidFill>
                <a:srgbClr val="252525"/>
              </a:solidFill>
              <a:latin typeface="Arial"/>
              <a:ea typeface="Arial"/>
              <a:cs typeface="Arial"/>
              <a:sym typeface="Arial"/>
            </a:endParaRPr>
          </a:p>
        </p:txBody>
      </p:sp>
      <p:sp>
        <p:nvSpPr>
          <p:cNvPr id="3356" name="Google Shape;3356;p97"/>
          <p:cNvSpPr/>
          <p:nvPr/>
        </p:nvSpPr>
        <p:spPr>
          <a:xfrm>
            <a:off x="8371922" y="2543063"/>
            <a:ext cx="301511" cy="293132"/>
          </a:xfrm>
          <a:custGeom>
            <a:rect b="b" l="l" r="r" t="t"/>
            <a:pathLst>
              <a:path extrusionOk="0" h="1522762" w="1566291">
                <a:moveTo>
                  <a:pt x="1544574" y="390525"/>
                </a:moveTo>
                <a:lnTo>
                  <a:pt x="1542860" y="389096"/>
                </a:lnTo>
                <a:lnTo>
                  <a:pt x="1105757" y="14954"/>
                </a:lnTo>
                <a:cubicBezTo>
                  <a:pt x="1094537" y="5326"/>
                  <a:pt x="1080249" y="22"/>
                  <a:pt x="1065467" y="0"/>
                </a:cubicBezTo>
                <a:lnTo>
                  <a:pt x="61913" y="0"/>
                </a:lnTo>
                <a:cubicBezTo>
                  <a:pt x="27651" y="105"/>
                  <a:pt x="-53" y="27937"/>
                  <a:pt x="0" y="62198"/>
                </a:cubicBezTo>
                <a:lnTo>
                  <a:pt x="4096" y="1052798"/>
                </a:lnTo>
                <a:cubicBezTo>
                  <a:pt x="4188" y="1069277"/>
                  <a:pt x="10837" y="1085040"/>
                  <a:pt x="22574" y="1096613"/>
                </a:cubicBezTo>
                <a:lnTo>
                  <a:pt x="438150" y="1504950"/>
                </a:lnTo>
                <a:cubicBezTo>
                  <a:pt x="449675" y="1516437"/>
                  <a:pt x="465311" y="1522848"/>
                  <a:pt x="481584" y="1522762"/>
                </a:cubicBezTo>
                <a:lnTo>
                  <a:pt x="1504379" y="1522762"/>
                </a:lnTo>
                <a:cubicBezTo>
                  <a:pt x="1538573" y="1522762"/>
                  <a:pt x="1566291" y="1495044"/>
                  <a:pt x="1566291" y="1460849"/>
                </a:cubicBezTo>
                <a:lnTo>
                  <a:pt x="1566291" y="437579"/>
                </a:lnTo>
                <a:cubicBezTo>
                  <a:pt x="1566291" y="419471"/>
                  <a:pt x="1558357" y="402271"/>
                  <a:pt x="1544574" y="390525"/>
                </a:cubicBezTo>
                <a:close/>
                <a:moveTo>
                  <a:pt x="127826" y="1026224"/>
                </a:moveTo>
                <a:lnTo>
                  <a:pt x="124397" y="201073"/>
                </a:lnTo>
                <a:lnTo>
                  <a:pt x="419100" y="465201"/>
                </a:lnTo>
                <a:lnTo>
                  <a:pt x="419100" y="1311497"/>
                </a:lnTo>
                <a:close/>
                <a:moveTo>
                  <a:pt x="212122" y="123825"/>
                </a:moveTo>
                <a:lnTo>
                  <a:pt x="1042607" y="123825"/>
                </a:lnTo>
                <a:lnTo>
                  <a:pt x="1353407" y="375666"/>
                </a:lnTo>
                <a:lnTo>
                  <a:pt x="504158" y="375666"/>
                </a:lnTo>
                <a:close/>
                <a:moveTo>
                  <a:pt x="1442466" y="1398746"/>
                </a:moveTo>
                <a:lnTo>
                  <a:pt x="542925" y="1398746"/>
                </a:lnTo>
                <a:lnTo>
                  <a:pt x="542925" y="499491"/>
                </a:lnTo>
                <a:lnTo>
                  <a:pt x="1442276" y="499491"/>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357" name="Google Shape;3357;p97"/>
          <p:cNvSpPr txBox="1"/>
          <p:nvPr/>
        </p:nvSpPr>
        <p:spPr>
          <a:xfrm>
            <a:off x="1963275"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Generic File</a:t>
            </a:r>
            <a:endParaRPr sz="1800">
              <a:solidFill>
                <a:srgbClr val="252525"/>
              </a:solidFill>
              <a:latin typeface="Arial"/>
              <a:ea typeface="Arial"/>
              <a:cs typeface="Arial"/>
              <a:sym typeface="Arial"/>
            </a:endParaRPr>
          </a:p>
        </p:txBody>
      </p:sp>
      <p:sp>
        <p:nvSpPr>
          <p:cNvPr id="3358" name="Google Shape;3358;p97"/>
          <p:cNvSpPr/>
          <p:nvPr/>
        </p:nvSpPr>
        <p:spPr>
          <a:xfrm>
            <a:off x="8429245" y="3349050"/>
            <a:ext cx="186320" cy="244739"/>
          </a:xfrm>
          <a:custGeom>
            <a:rect b="b" l="l" r="r" t="t"/>
            <a:pathLst>
              <a:path extrusionOk="0" h="8915" w="6787">
                <a:moveTo>
                  <a:pt x="1698" y="1380"/>
                </a:moveTo>
                <a:lnTo>
                  <a:pt x="1698" y="1981"/>
                </a:lnTo>
                <a:lnTo>
                  <a:pt x="1148" y="1981"/>
                </a:lnTo>
                <a:lnTo>
                  <a:pt x="1698" y="1380"/>
                </a:lnTo>
                <a:close/>
                <a:moveTo>
                  <a:pt x="4368" y="5829"/>
                </a:moveTo>
                <a:cubicBezTo>
                  <a:pt x="4555" y="5829"/>
                  <a:pt x="4733" y="5903"/>
                  <a:pt x="4865" y="6035"/>
                </a:cubicBezTo>
                <a:cubicBezTo>
                  <a:pt x="4999" y="6169"/>
                  <a:pt x="5072" y="6344"/>
                  <a:pt x="5072" y="6533"/>
                </a:cubicBezTo>
                <a:cubicBezTo>
                  <a:pt x="5072" y="6720"/>
                  <a:pt x="4997" y="6898"/>
                  <a:pt x="4865" y="7030"/>
                </a:cubicBezTo>
                <a:cubicBezTo>
                  <a:pt x="4728" y="7167"/>
                  <a:pt x="4547" y="7235"/>
                  <a:pt x="4367" y="7235"/>
                </a:cubicBezTo>
                <a:cubicBezTo>
                  <a:pt x="4186" y="7235"/>
                  <a:pt x="4005" y="7167"/>
                  <a:pt x="3867" y="7030"/>
                </a:cubicBezTo>
                <a:cubicBezTo>
                  <a:pt x="3735" y="6895"/>
                  <a:pt x="3662" y="6720"/>
                  <a:pt x="3662" y="6533"/>
                </a:cubicBezTo>
                <a:cubicBezTo>
                  <a:pt x="3662" y="6344"/>
                  <a:pt x="3735" y="6166"/>
                  <a:pt x="3867" y="6035"/>
                </a:cubicBezTo>
                <a:cubicBezTo>
                  <a:pt x="4001" y="5902"/>
                  <a:pt x="4178" y="5829"/>
                  <a:pt x="4368" y="5829"/>
                </a:cubicBezTo>
                <a:close/>
                <a:moveTo>
                  <a:pt x="2155" y="0"/>
                </a:moveTo>
                <a:cubicBezTo>
                  <a:pt x="2054" y="0"/>
                  <a:pt x="1961" y="44"/>
                  <a:pt x="1894" y="115"/>
                </a:cubicBezTo>
                <a:lnTo>
                  <a:pt x="93" y="2090"/>
                </a:lnTo>
                <a:cubicBezTo>
                  <a:pt x="33" y="2155"/>
                  <a:pt x="1" y="2241"/>
                  <a:pt x="1" y="2327"/>
                </a:cubicBezTo>
                <a:lnTo>
                  <a:pt x="1" y="8561"/>
                </a:lnTo>
                <a:cubicBezTo>
                  <a:pt x="1" y="8756"/>
                  <a:pt x="158" y="8915"/>
                  <a:pt x="354" y="8915"/>
                </a:cubicBezTo>
                <a:lnTo>
                  <a:pt x="3610" y="8915"/>
                </a:lnTo>
                <a:cubicBezTo>
                  <a:pt x="3805" y="8915"/>
                  <a:pt x="3965" y="8757"/>
                  <a:pt x="3965" y="8561"/>
                </a:cubicBezTo>
                <a:cubicBezTo>
                  <a:pt x="3965" y="8364"/>
                  <a:pt x="3804" y="8208"/>
                  <a:pt x="3608" y="8208"/>
                </a:cubicBezTo>
                <a:lnTo>
                  <a:pt x="707" y="8208"/>
                </a:lnTo>
                <a:lnTo>
                  <a:pt x="707" y="2690"/>
                </a:lnTo>
                <a:lnTo>
                  <a:pt x="2051" y="2690"/>
                </a:lnTo>
                <a:cubicBezTo>
                  <a:pt x="2246" y="2690"/>
                  <a:pt x="2405" y="2532"/>
                  <a:pt x="2405" y="2335"/>
                </a:cubicBezTo>
                <a:lnTo>
                  <a:pt x="2405" y="707"/>
                </a:lnTo>
                <a:lnTo>
                  <a:pt x="5943" y="707"/>
                </a:lnTo>
                <a:lnTo>
                  <a:pt x="5943" y="5591"/>
                </a:lnTo>
                <a:cubicBezTo>
                  <a:pt x="5943" y="5786"/>
                  <a:pt x="6101" y="5945"/>
                  <a:pt x="6298" y="5945"/>
                </a:cubicBezTo>
                <a:cubicBezTo>
                  <a:pt x="6494" y="5945"/>
                  <a:pt x="6652" y="5787"/>
                  <a:pt x="6652" y="5591"/>
                </a:cubicBezTo>
                <a:lnTo>
                  <a:pt x="6652" y="355"/>
                </a:lnTo>
                <a:cubicBezTo>
                  <a:pt x="6652" y="159"/>
                  <a:pt x="6494" y="0"/>
                  <a:pt x="6298" y="0"/>
                </a:cubicBezTo>
                <a:close/>
                <a:moveTo>
                  <a:pt x="4365" y="5118"/>
                </a:moveTo>
                <a:cubicBezTo>
                  <a:pt x="3989" y="5118"/>
                  <a:pt x="3634" y="5265"/>
                  <a:pt x="3367" y="5532"/>
                </a:cubicBezTo>
                <a:cubicBezTo>
                  <a:pt x="3100" y="5799"/>
                  <a:pt x="2953" y="6154"/>
                  <a:pt x="2953" y="6530"/>
                </a:cubicBezTo>
                <a:cubicBezTo>
                  <a:pt x="2953" y="6907"/>
                  <a:pt x="3100" y="7262"/>
                  <a:pt x="3367" y="7529"/>
                </a:cubicBezTo>
                <a:cubicBezTo>
                  <a:pt x="3642" y="7804"/>
                  <a:pt x="4004" y="7940"/>
                  <a:pt x="4365" y="7940"/>
                </a:cubicBezTo>
                <a:cubicBezTo>
                  <a:pt x="4613" y="7940"/>
                  <a:pt x="4859" y="7872"/>
                  <a:pt x="5078" y="7743"/>
                </a:cubicBezTo>
                <a:lnTo>
                  <a:pt x="6147" y="8812"/>
                </a:lnTo>
                <a:cubicBezTo>
                  <a:pt x="6217" y="8880"/>
                  <a:pt x="6307" y="8915"/>
                  <a:pt x="6398" y="8915"/>
                </a:cubicBezTo>
                <a:cubicBezTo>
                  <a:pt x="6488" y="8915"/>
                  <a:pt x="6580" y="8880"/>
                  <a:pt x="6649" y="8812"/>
                </a:cubicBezTo>
                <a:cubicBezTo>
                  <a:pt x="6787" y="8676"/>
                  <a:pt x="6787" y="8451"/>
                  <a:pt x="6649" y="8312"/>
                </a:cubicBezTo>
                <a:lnTo>
                  <a:pt x="5580" y="7243"/>
                </a:lnTo>
                <a:cubicBezTo>
                  <a:pt x="5706" y="7027"/>
                  <a:pt x="5778" y="6787"/>
                  <a:pt x="5778" y="6530"/>
                </a:cubicBezTo>
                <a:cubicBezTo>
                  <a:pt x="5778" y="6154"/>
                  <a:pt x="5631" y="5799"/>
                  <a:pt x="5364" y="5532"/>
                </a:cubicBezTo>
                <a:cubicBezTo>
                  <a:pt x="5097" y="5265"/>
                  <a:pt x="4742" y="5118"/>
                  <a:pt x="4365" y="5118"/>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59" name="Google Shape;3359;p97"/>
          <p:cNvSpPr/>
          <p:nvPr/>
        </p:nvSpPr>
        <p:spPr>
          <a:xfrm>
            <a:off x="3645098" y="3367416"/>
            <a:ext cx="248253" cy="208008"/>
          </a:xfrm>
          <a:custGeom>
            <a:rect b="b" l="l" r="r" t="t"/>
            <a:pathLst>
              <a:path extrusionOk="0" h="7577" w="9043">
                <a:moveTo>
                  <a:pt x="1303" y="972"/>
                </a:moveTo>
                <a:cubicBezTo>
                  <a:pt x="1190" y="972"/>
                  <a:pt x="1095" y="1064"/>
                  <a:pt x="1095" y="1180"/>
                </a:cubicBezTo>
                <a:cubicBezTo>
                  <a:pt x="1095" y="1294"/>
                  <a:pt x="1189" y="1388"/>
                  <a:pt x="1303" y="1388"/>
                </a:cubicBezTo>
                <a:cubicBezTo>
                  <a:pt x="1419" y="1388"/>
                  <a:pt x="1511" y="1294"/>
                  <a:pt x="1511" y="1180"/>
                </a:cubicBezTo>
                <a:cubicBezTo>
                  <a:pt x="1511" y="1064"/>
                  <a:pt x="1419" y="972"/>
                  <a:pt x="1303" y="972"/>
                </a:cubicBezTo>
                <a:close/>
                <a:moveTo>
                  <a:pt x="2132" y="972"/>
                </a:moveTo>
                <a:cubicBezTo>
                  <a:pt x="2019" y="972"/>
                  <a:pt x="1924" y="1064"/>
                  <a:pt x="1924" y="1180"/>
                </a:cubicBezTo>
                <a:cubicBezTo>
                  <a:pt x="1925" y="1294"/>
                  <a:pt x="2019" y="1388"/>
                  <a:pt x="2132" y="1388"/>
                </a:cubicBezTo>
                <a:cubicBezTo>
                  <a:pt x="2246" y="1388"/>
                  <a:pt x="2339" y="1294"/>
                  <a:pt x="2339" y="1180"/>
                </a:cubicBezTo>
                <a:cubicBezTo>
                  <a:pt x="2339" y="1064"/>
                  <a:pt x="2246" y="972"/>
                  <a:pt x="2132" y="972"/>
                </a:cubicBezTo>
                <a:close/>
                <a:moveTo>
                  <a:pt x="2962" y="972"/>
                </a:moveTo>
                <a:cubicBezTo>
                  <a:pt x="2847" y="972"/>
                  <a:pt x="2754" y="1064"/>
                  <a:pt x="2754" y="1180"/>
                </a:cubicBezTo>
                <a:cubicBezTo>
                  <a:pt x="2754" y="1294"/>
                  <a:pt x="2847" y="1388"/>
                  <a:pt x="2962" y="1388"/>
                </a:cubicBezTo>
                <a:cubicBezTo>
                  <a:pt x="3076" y="1388"/>
                  <a:pt x="3168" y="1294"/>
                  <a:pt x="3168" y="1180"/>
                </a:cubicBezTo>
                <a:cubicBezTo>
                  <a:pt x="3168" y="1064"/>
                  <a:pt x="3076" y="972"/>
                  <a:pt x="2962" y="972"/>
                </a:cubicBezTo>
                <a:close/>
                <a:moveTo>
                  <a:pt x="8334" y="709"/>
                </a:moveTo>
                <a:lnTo>
                  <a:pt x="8334" y="1670"/>
                </a:lnTo>
                <a:lnTo>
                  <a:pt x="709" y="1670"/>
                </a:lnTo>
                <a:lnTo>
                  <a:pt x="709" y="709"/>
                </a:lnTo>
                <a:close/>
                <a:moveTo>
                  <a:pt x="4013" y="2911"/>
                </a:moveTo>
                <a:lnTo>
                  <a:pt x="4013" y="3808"/>
                </a:lnTo>
                <a:lnTo>
                  <a:pt x="1671" y="3808"/>
                </a:lnTo>
                <a:lnTo>
                  <a:pt x="1671" y="2911"/>
                </a:lnTo>
                <a:close/>
                <a:moveTo>
                  <a:pt x="4807" y="3737"/>
                </a:moveTo>
                <a:cubicBezTo>
                  <a:pt x="4730" y="3737"/>
                  <a:pt x="4666" y="3801"/>
                  <a:pt x="4666" y="3878"/>
                </a:cubicBezTo>
                <a:cubicBezTo>
                  <a:pt x="4666" y="3956"/>
                  <a:pt x="4730" y="4019"/>
                  <a:pt x="4807" y="4019"/>
                </a:cubicBezTo>
                <a:lnTo>
                  <a:pt x="7476" y="4019"/>
                </a:lnTo>
                <a:cubicBezTo>
                  <a:pt x="7553" y="4019"/>
                  <a:pt x="7617" y="3956"/>
                  <a:pt x="7617" y="3878"/>
                </a:cubicBezTo>
                <a:cubicBezTo>
                  <a:pt x="7618" y="3801"/>
                  <a:pt x="7553" y="3737"/>
                  <a:pt x="7476" y="3737"/>
                </a:cubicBezTo>
                <a:close/>
                <a:moveTo>
                  <a:pt x="1530" y="2629"/>
                </a:moveTo>
                <a:cubicBezTo>
                  <a:pt x="1451" y="2629"/>
                  <a:pt x="1389" y="2691"/>
                  <a:pt x="1389" y="2770"/>
                </a:cubicBezTo>
                <a:lnTo>
                  <a:pt x="1389" y="3949"/>
                </a:lnTo>
                <a:cubicBezTo>
                  <a:pt x="1389" y="4026"/>
                  <a:pt x="1451" y="4090"/>
                  <a:pt x="1530" y="4090"/>
                </a:cubicBezTo>
                <a:lnTo>
                  <a:pt x="4154" y="4090"/>
                </a:lnTo>
                <a:cubicBezTo>
                  <a:pt x="4233" y="4090"/>
                  <a:pt x="4295" y="4026"/>
                  <a:pt x="4295" y="3949"/>
                </a:cubicBezTo>
                <a:lnTo>
                  <a:pt x="4295" y="2770"/>
                </a:lnTo>
                <a:cubicBezTo>
                  <a:pt x="4295" y="2691"/>
                  <a:pt x="4233" y="2629"/>
                  <a:pt x="4154" y="2629"/>
                </a:cubicBezTo>
                <a:close/>
                <a:moveTo>
                  <a:pt x="1566" y="4417"/>
                </a:moveTo>
                <a:cubicBezTo>
                  <a:pt x="1487" y="4417"/>
                  <a:pt x="1425" y="4479"/>
                  <a:pt x="1425" y="4558"/>
                </a:cubicBezTo>
                <a:cubicBezTo>
                  <a:pt x="1425" y="4635"/>
                  <a:pt x="1487" y="4699"/>
                  <a:pt x="1566" y="4699"/>
                </a:cubicBezTo>
                <a:lnTo>
                  <a:pt x="7477" y="4699"/>
                </a:lnTo>
                <a:cubicBezTo>
                  <a:pt x="7555" y="4699"/>
                  <a:pt x="7618" y="4635"/>
                  <a:pt x="7618" y="4558"/>
                </a:cubicBezTo>
                <a:cubicBezTo>
                  <a:pt x="7618" y="4479"/>
                  <a:pt x="7553" y="4417"/>
                  <a:pt x="7476" y="4417"/>
                </a:cubicBezTo>
                <a:close/>
                <a:moveTo>
                  <a:pt x="1566" y="5095"/>
                </a:moveTo>
                <a:cubicBezTo>
                  <a:pt x="1487" y="5095"/>
                  <a:pt x="1425" y="5159"/>
                  <a:pt x="1425" y="5237"/>
                </a:cubicBezTo>
                <a:cubicBezTo>
                  <a:pt x="1425" y="5315"/>
                  <a:pt x="1487" y="5378"/>
                  <a:pt x="1566" y="5378"/>
                </a:cubicBezTo>
                <a:lnTo>
                  <a:pt x="7476" y="5378"/>
                </a:lnTo>
                <a:cubicBezTo>
                  <a:pt x="7553" y="5378"/>
                  <a:pt x="7617" y="5315"/>
                  <a:pt x="7617" y="5237"/>
                </a:cubicBezTo>
                <a:cubicBezTo>
                  <a:pt x="7618" y="5159"/>
                  <a:pt x="7553" y="5095"/>
                  <a:pt x="7476" y="5095"/>
                </a:cubicBezTo>
                <a:close/>
                <a:moveTo>
                  <a:pt x="1566" y="5776"/>
                </a:moveTo>
                <a:cubicBezTo>
                  <a:pt x="1487" y="5776"/>
                  <a:pt x="1425" y="5838"/>
                  <a:pt x="1425" y="5917"/>
                </a:cubicBezTo>
                <a:cubicBezTo>
                  <a:pt x="1425" y="5994"/>
                  <a:pt x="1487" y="6058"/>
                  <a:pt x="1566" y="6058"/>
                </a:cubicBezTo>
                <a:lnTo>
                  <a:pt x="7476" y="6058"/>
                </a:lnTo>
                <a:cubicBezTo>
                  <a:pt x="7553" y="6058"/>
                  <a:pt x="7617" y="5994"/>
                  <a:pt x="7617" y="5917"/>
                </a:cubicBezTo>
                <a:cubicBezTo>
                  <a:pt x="7618" y="5838"/>
                  <a:pt x="7553" y="5776"/>
                  <a:pt x="7476" y="5776"/>
                </a:cubicBezTo>
                <a:close/>
                <a:moveTo>
                  <a:pt x="8334" y="2120"/>
                </a:moveTo>
                <a:lnTo>
                  <a:pt x="8334" y="6868"/>
                </a:lnTo>
                <a:lnTo>
                  <a:pt x="709" y="6868"/>
                </a:lnTo>
                <a:lnTo>
                  <a:pt x="709" y="2120"/>
                </a:lnTo>
                <a:close/>
                <a:moveTo>
                  <a:pt x="356" y="1"/>
                </a:moveTo>
                <a:cubicBezTo>
                  <a:pt x="158" y="1"/>
                  <a:pt x="1" y="159"/>
                  <a:pt x="1" y="355"/>
                </a:cubicBezTo>
                <a:lnTo>
                  <a:pt x="1" y="7223"/>
                </a:lnTo>
                <a:cubicBezTo>
                  <a:pt x="1" y="7419"/>
                  <a:pt x="160" y="7577"/>
                  <a:pt x="356" y="7577"/>
                </a:cubicBezTo>
                <a:lnTo>
                  <a:pt x="8688" y="7577"/>
                </a:lnTo>
                <a:cubicBezTo>
                  <a:pt x="8884" y="7577"/>
                  <a:pt x="9042" y="7418"/>
                  <a:pt x="9042" y="7223"/>
                </a:cubicBezTo>
                <a:lnTo>
                  <a:pt x="9042" y="355"/>
                </a:lnTo>
                <a:cubicBezTo>
                  <a:pt x="9042" y="159"/>
                  <a:pt x="8882" y="2"/>
                  <a:pt x="868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60" name="Google Shape;3360;p97"/>
          <p:cNvSpPr txBox="1"/>
          <p:nvPr/>
        </p:nvSpPr>
        <p:spPr>
          <a:xfrm>
            <a:off x="3614699" y="3708489"/>
            <a:ext cx="309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Blog</a:t>
            </a:r>
            <a:endParaRPr sz="1800">
              <a:solidFill>
                <a:srgbClr val="252525"/>
              </a:solidFill>
              <a:latin typeface="Arial"/>
              <a:ea typeface="Arial"/>
              <a:cs typeface="Arial"/>
              <a:sym typeface="Arial"/>
            </a:endParaRPr>
          </a:p>
        </p:txBody>
      </p:sp>
      <p:sp>
        <p:nvSpPr>
          <p:cNvPr id="3361" name="Google Shape;3361;p97"/>
          <p:cNvSpPr/>
          <p:nvPr/>
        </p:nvSpPr>
        <p:spPr>
          <a:xfrm>
            <a:off x="6813900" y="3367402"/>
            <a:ext cx="248226" cy="208035"/>
          </a:xfrm>
          <a:custGeom>
            <a:rect b="b" l="l" r="r" t="t"/>
            <a:pathLst>
              <a:path extrusionOk="0" h="7578" w="9042">
                <a:moveTo>
                  <a:pt x="1304" y="970"/>
                </a:moveTo>
                <a:cubicBezTo>
                  <a:pt x="1190" y="970"/>
                  <a:pt x="1096" y="1062"/>
                  <a:pt x="1096" y="1178"/>
                </a:cubicBezTo>
                <a:cubicBezTo>
                  <a:pt x="1096" y="1292"/>
                  <a:pt x="1190" y="1386"/>
                  <a:pt x="1304" y="1386"/>
                </a:cubicBezTo>
                <a:cubicBezTo>
                  <a:pt x="1418" y="1386"/>
                  <a:pt x="1512" y="1292"/>
                  <a:pt x="1512" y="1178"/>
                </a:cubicBezTo>
                <a:cubicBezTo>
                  <a:pt x="1512" y="1062"/>
                  <a:pt x="1418" y="970"/>
                  <a:pt x="1304" y="970"/>
                </a:cubicBezTo>
                <a:close/>
                <a:moveTo>
                  <a:pt x="2134" y="970"/>
                </a:moveTo>
                <a:cubicBezTo>
                  <a:pt x="2018" y="970"/>
                  <a:pt x="1926" y="1062"/>
                  <a:pt x="1926" y="1178"/>
                </a:cubicBezTo>
                <a:cubicBezTo>
                  <a:pt x="1926" y="1292"/>
                  <a:pt x="2018" y="1386"/>
                  <a:pt x="2134" y="1386"/>
                </a:cubicBezTo>
                <a:cubicBezTo>
                  <a:pt x="2248" y="1386"/>
                  <a:pt x="2342" y="1292"/>
                  <a:pt x="2342" y="1178"/>
                </a:cubicBezTo>
                <a:cubicBezTo>
                  <a:pt x="2342" y="1062"/>
                  <a:pt x="2248" y="970"/>
                  <a:pt x="2134" y="970"/>
                </a:cubicBezTo>
                <a:close/>
                <a:moveTo>
                  <a:pt x="2961" y="970"/>
                </a:moveTo>
                <a:cubicBezTo>
                  <a:pt x="2847" y="970"/>
                  <a:pt x="2753" y="1062"/>
                  <a:pt x="2753" y="1178"/>
                </a:cubicBezTo>
                <a:cubicBezTo>
                  <a:pt x="2753" y="1292"/>
                  <a:pt x="2847" y="1386"/>
                  <a:pt x="2961" y="1386"/>
                </a:cubicBezTo>
                <a:cubicBezTo>
                  <a:pt x="3077" y="1386"/>
                  <a:pt x="3169" y="1292"/>
                  <a:pt x="3169" y="1178"/>
                </a:cubicBezTo>
                <a:cubicBezTo>
                  <a:pt x="3169" y="1062"/>
                  <a:pt x="3077" y="970"/>
                  <a:pt x="2961" y="970"/>
                </a:cubicBezTo>
                <a:close/>
                <a:moveTo>
                  <a:pt x="8334" y="709"/>
                </a:moveTo>
                <a:lnTo>
                  <a:pt x="8334" y="1668"/>
                </a:lnTo>
                <a:lnTo>
                  <a:pt x="708" y="1668"/>
                </a:lnTo>
                <a:lnTo>
                  <a:pt x="708" y="709"/>
                </a:lnTo>
                <a:close/>
                <a:moveTo>
                  <a:pt x="4216" y="4314"/>
                </a:moveTo>
                <a:lnTo>
                  <a:pt x="4805" y="4641"/>
                </a:lnTo>
                <a:lnTo>
                  <a:pt x="4216" y="4982"/>
                </a:lnTo>
                <a:lnTo>
                  <a:pt x="4216" y="4314"/>
                </a:lnTo>
                <a:close/>
                <a:moveTo>
                  <a:pt x="3987" y="3703"/>
                </a:moveTo>
                <a:cubicBezTo>
                  <a:pt x="3948" y="3703"/>
                  <a:pt x="3909" y="3713"/>
                  <a:pt x="3874" y="3733"/>
                </a:cubicBezTo>
                <a:cubicBezTo>
                  <a:pt x="3806" y="3775"/>
                  <a:pt x="3763" y="3849"/>
                  <a:pt x="3763" y="3928"/>
                </a:cubicBezTo>
                <a:lnTo>
                  <a:pt x="3763" y="5374"/>
                </a:lnTo>
                <a:cubicBezTo>
                  <a:pt x="3763" y="5456"/>
                  <a:pt x="3806" y="5530"/>
                  <a:pt x="3876" y="5572"/>
                </a:cubicBezTo>
                <a:cubicBezTo>
                  <a:pt x="3911" y="5591"/>
                  <a:pt x="3950" y="5601"/>
                  <a:pt x="3990" y="5601"/>
                </a:cubicBezTo>
                <a:cubicBezTo>
                  <a:pt x="4029" y="5601"/>
                  <a:pt x="4067" y="5590"/>
                  <a:pt x="4103" y="5572"/>
                </a:cubicBezTo>
                <a:lnTo>
                  <a:pt x="5377" y="4832"/>
                </a:lnTo>
                <a:cubicBezTo>
                  <a:pt x="5447" y="4792"/>
                  <a:pt x="5490" y="4715"/>
                  <a:pt x="5490" y="4633"/>
                </a:cubicBezTo>
                <a:cubicBezTo>
                  <a:pt x="5490" y="4555"/>
                  <a:pt x="5445" y="4480"/>
                  <a:pt x="5373" y="4439"/>
                </a:cubicBezTo>
                <a:lnTo>
                  <a:pt x="4099" y="3732"/>
                </a:lnTo>
                <a:cubicBezTo>
                  <a:pt x="4064" y="3713"/>
                  <a:pt x="4025" y="3703"/>
                  <a:pt x="3987" y="3703"/>
                </a:cubicBezTo>
                <a:close/>
                <a:moveTo>
                  <a:pt x="7287" y="3367"/>
                </a:moveTo>
                <a:lnTo>
                  <a:pt x="7287" y="5970"/>
                </a:lnTo>
                <a:lnTo>
                  <a:pt x="1740" y="5970"/>
                </a:lnTo>
                <a:lnTo>
                  <a:pt x="1740" y="3367"/>
                </a:lnTo>
                <a:close/>
                <a:moveTo>
                  <a:pt x="1513" y="2617"/>
                </a:moveTo>
                <a:cubicBezTo>
                  <a:pt x="1390" y="2617"/>
                  <a:pt x="1288" y="2718"/>
                  <a:pt x="1288" y="2842"/>
                </a:cubicBezTo>
                <a:lnTo>
                  <a:pt x="1288" y="6197"/>
                </a:lnTo>
                <a:cubicBezTo>
                  <a:pt x="1288" y="6322"/>
                  <a:pt x="1390" y="6423"/>
                  <a:pt x="1513" y="6423"/>
                </a:cubicBezTo>
                <a:lnTo>
                  <a:pt x="7512" y="6423"/>
                </a:lnTo>
                <a:cubicBezTo>
                  <a:pt x="7637" y="6423"/>
                  <a:pt x="7740" y="6322"/>
                  <a:pt x="7740" y="6197"/>
                </a:cubicBezTo>
                <a:lnTo>
                  <a:pt x="7740" y="2842"/>
                </a:lnTo>
                <a:cubicBezTo>
                  <a:pt x="7740" y="2718"/>
                  <a:pt x="7637" y="2617"/>
                  <a:pt x="7512" y="2617"/>
                </a:cubicBezTo>
                <a:close/>
                <a:moveTo>
                  <a:pt x="8334" y="2119"/>
                </a:moveTo>
                <a:lnTo>
                  <a:pt x="8334" y="6867"/>
                </a:lnTo>
                <a:lnTo>
                  <a:pt x="708" y="6867"/>
                </a:lnTo>
                <a:lnTo>
                  <a:pt x="708" y="2119"/>
                </a:lnTo>
                <a:close/>
                <a:moveTo>
                  <a:pt x="355" y="0"/>
                </a:moveTo>
                <a:cubicBezTo>
                  <a:pt x="160" y="0"/>
                  <a:pt x="0" y="159"/>
                  <a:pt x="0" y="355"/>
                </a:cubicBezTo>
                <a:lnTo>
                  <a:pt x="0" y="7223"/>
                </a:lnTo>
                <a:cubicBezTo>
                  <a:pt x="0" y="7418"/>
                  <a:pt x="159" y="7578"/>
                  <a:pt x="355" y="7578"/>
                </a:cubicBezTo>
                <a:lnTo>
                  <a:pt x="8688" y="7578"/>
                </a:lnTo>
                <a:cubicBezTo>
                  <a:pt x="8883" y="7578"/>
                  <a:pt x="9042" y="7421"/>
                  <a:pt x="9042" y="7223"/>
                </a:cubicBezTo>
                <a:lnTo>
                  <a:pt x="9042" y="355"/>
                </a:lnTo>
                <a:cubicBezTo>
                  <a:pt x="9040" y="159"/>
                  <a:pt x="8883" y="0"/>
                  <a:pt x="8688"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62" name="Google Shape;3362;p97"/>
          <p:cNvSpPr/>
          <p:nvPr/>
        </p:nvSpPr>
        <p:spPr>
          <a:xfrm>
            <a:off x="7607469" y="3352963"/>
            <a:ext cx="245480" cy="236915"/>
          </a:xfrm>
          <a:custGeom>
            <a:rect b="b" l="l" r="r" t="t"/>
            <a:pathLst>
              <a:path extrusionOk="0" h="8630" w="8942">
                <a:moveTo>
                  <a:pt x="3499" y="2464"/>
                </a:moveTo>
                <a:lnTo>
                  <a:pt x="5616" y="3640"/>
                </a:lnTo>
                <a:lnTo>
                  <a:pt x="3499" y="4867"/>
                </a:lnTo>
                <a:lnTo>
                  <a:pt x="3499" y="2464"/>
                </a:lnTo>
                <a:close/>
                <a:moveTo>
                  <a:pt x="3271" y="1853"/>
                </a:moveTo>
                <a:cubicBezTo>
                  <a:pt x="3232" y="1853"/>
                  <a:pt x="3193" y="1863"/>
                  <a:pt x="3159" y="1883"/>
                </a:cubicBezTo>
                <a:cubicBezTo>
                  <a:pt x="3091" y="1925"/>
                  <a:pt x="3047" y="1999"/>
                  <a:pt x="3047" y="2079"/>
                </a:cubicBezTo>
                <a:lnTo>
                  <a:pt x="3047" y="5260"/>
                </a:lnTo>
                <a:cubicBezTo>
                  <a:pt x="3046" y="5342"/>
                  <a:pt x="3091" y="5416"/>
                  <a:pt x="3160" y="5458"/>
                </a:cubicBezTo>
                <a:cubicBezTo>
                  <a:pt x="3196" y="5479"/>
                  <a:pt x="3235" y="5487"/>
                  <a:pt x="3273" y="5487"/>
                </a:cubicBezTo>
                <a:cubicBezTo>
                  <a:pt x="3313" y="5487"/>
                  <a:pt x="3352" y="5476"/>
                  <a:pt x="3388" y="5458"/>
                </a:cubicBezTo>
                <a:lnTo>
                  <a:pt x="6190" y="3833"/>
                </a:lnTo>
                <a:cubicBezTo>
                  <a:pt x="6261" y="3793"/>
                  <a:pt x="6302" y="3716"/>
                  <a:pt x="6302" y="3634"/>
                </a:cubicBezTo>
                <a:cubicBezTo>
                  <a:pt x="6302" y="3553"/>
                  <a:pt x="6258" y="3478"/>
                  <a:pt x="6187" y="3440"/>
                </a:cubicBezTo>
                <a:lnTo>
                  <a:pt x="3383" y="1882"/>
                </a:lnTo>
                <a:cubicBezTo>
                  <a:pt x="3348" y="1863"/>
                  <a:pt x="3310" y="1853"/>
                  <a:pt x="3271" y="1853"/>
                </a:cubicBezTo>
                <a:close/>
                <a:moveTo>
                  <a:pt x="8231" y="707"/>
                </a:moveTo>
                <a:lnTo>
                  <a:pt x="8231" y="6355"/>
                </a:lnTo>
                <a:lnTo>
                  <a:pt x="707" y="6355"/>
                </a:lnTo>
                <a:lnTo>
                  <a:pt x="707" y="707"/>
                </a:lnTo>
                <a:close/>
                <a:moveTo>
                  <a:pt x="8231" y="6808"/>
                </a:moveTo>
                <a:lnTo>
                  <a:pt x="8231" y="7921"/>
                </a:lnTo>
                <a:lnTo>
                  <a:pt x="707" y="7921"/>
                </a:lnTo>
                <a:lnTo>
                  <a:pt x="707" y="6808"/>
                </a:lnTo>
                <a:close/>
                <a:moveTo>
                  <a:pt x="354" y="1"/>
                </a:moveTo>
                <a:cubicBezTo>
                  <a:pt x="159" y="1"/>
                  <a:pt x="0" y="158"/>
                  <a:pt x="0" y="355"/>
                </a:cubicBezTo>
                <a:lnTo>
                  <a:pt x="0" y="8275"/>
                </a:lnTo>
                <a:cubicBezTo>
                  <a:pt x="0" y="8471"/>
                  <a:pt x="158" y="8630"/>
                  <a:pt x="354" y="8630"/>
                </a:cubicBezTo>
                <a:lnTo>
                  <a:pt x="8586" y="8630"/>
                </a:lnTo>
                <a:cubicBezTo>
                  <a:pt x="8781" y="8630"/>
                  <a:pt x="8941" y="8472"/>
                  <a:pt x="8941" y="8275"/>
                </a:cubicBezTo>
                <a:lnTo>
                  <a:pt x="8941" y="355"/>
                </a:lnTo>
                <a:cubicBezTo>
                  <a:pt x="8940" y="158"/>
                  <a:pt x="8781" y="1"/>
                  <a:pt x="858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63" name="Google Shape;3363;p97"/>
          <p:cNvSpPr txBox="1"/>
          <p:nvPr/>
        </p:nvSpPr>
        <p:spPr>
          <a:xfrm>
            <a:off x="8300852"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Case Study</a:t>
            </a:r>
            <a:endParaRPr sz="1800">
              <a:solidFill>
                <a:srgbClr val="252525"/>
              </a:solidFill>
              <a:latin typeface="Arial"/>
              <a:ea typeface="Arial"/>
              <a:cs typeface="Arial"/>
              <a:sym typeface="Arial"/>
            </a:endParaRPr>
          </a:p>
        </p:txBody>
      </p:sp>
      <p:sp>
        <p:nvSpPr>
          <p:cNvPr id="3364" name="Google Shape;3364;p97"/>
          <p:cNvSpPr txBox="1"/>
          <p:nvPr/>
        </p:nvSpPr>
        <p:spPr>
          <a:xfrm>
            <a:off x="6716457"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Webinar</a:t>
            </a:r>
            <a:endParaRPr sz="1800">
              <a:solidFill>
                <a:srgbClr val="252525"/>
              </a:solidFill>
              <a:latin typeface="Arial"/>
              <a:ea typeface="Arial"/>
              <a:cs typeface="Arial"/>
              <a:sym typeface="Arial"/>
            </a:endParaRPr>
          </a:p>
        </p:txBody>
      </p:sp>
      <p:sp>
        <p:nvSpPr>
          <p:cNvPr id="3365" name="Google Shape;3365;p97"/>
          <p:cNvSpPr txBox="1"/>
          <p:nvPr/>
        </p:nvSpPr>
        <p:spPr>
          <a:xfrm>
            <a:off x="7508654" y="3708489"/>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Video</a:t>
            </a:r>
            <a:endParaRPr sz="1800">
              <a:solidFill>
                <a:srgbClr val="252525"/>
              </a:solidFill>
              <a:latin typeface="Arial"/>
              <a:ea typeface="Arial"/>
              <a:cs typeface="Arial"/>
              <a:sym typeface="Arial"/>
            </a:endParaRPr>
          </a:p>
        </p:txBody>
      </p:sp>
      <p:sp>
        <p:nvSpPr>
          <p:cNvPr id="3366" name="Google Shape;3366;p97"/>
          <p:cNvSpPr/>
          <p:nvPr/>
        </p:nvSpPr>
        <p:spPr>
          <a:xfrm>
            <a:off x="2887874" y="3346964"/>
            <a:ext cx="178304" cy="248912"/>
          </a:xfrm>
          <a:custGeom>
            <a:rect b="b" l="l" r="r" t="t"/>
            <a:pathLst>
              <a:path extrusionOk="0" h="9067" w="6495">
                <a:moveTo>
                  <a:pt x="1728" y="1057"/>
                </a:moveTo>
                <a:lnTo>
                  <a:pt x="1728" y="2071"/>
                </a:lnTo>
                <a:lnTo>
                  <a:pt x="869" y="2071"/>
                </a:lnTo>
                <a:lnTo>
                  <a:pt x="1728" y="1057"/>
                </a:lnTo>
                <a:close/>
                <a:moveTo>
                  <a:pt x="2244" y="3593"/>
                </a:moveTo>
                <a:cubicBezTo>
                  <a:pt x="2133" y="3593"/>
                  <a:pt x="2044" y="3682"/>
                  <a:pt x="2044" y="3793"/>
                </a:cubicBezTo>
                <a:cubicBezTo>
                  <a:pt x="2044" y="3905"/>
                  <a:pt x="2133" y="3994"/>
                  <a:pt x="2244" y="3994"/>
                </a:cubicBezTo>
                <a:lnTo>
                  <a:pt x="5101" y="3994"/>
                </a:lnTo>
                <a:cubicBezTo>
                  <a:pt x="5213" y="3994"/>
                  <a:pt x="5302" y="3905"/>
                  <a:pt x="5302" y="3793"/>
                </a:cubicBezTo>
                <a:cubicBezTo>
                  <a:pt x="5302" y="3682"/>
                  <a:pt x="5213" y="3593"/>
                  <a:pt x="5101" y="3593"/>
                </a:cubicBezTo>
                <a:close/>
                <a:moveTo>
                  <a:pt x="1470" y="3578"/>
                </a:moveTo>
                <a:cubicBezTo>
                  <a:pt x="1470" y="3578"/>
                  <a:pt x="1469" y="3578"/>
                  <a:pt x="1468" y="3578"/>
                </a:cubicBezTo>
                <a:cubicBezTo>
                  <a:pt x="1350" y="3578"/>
                  <a:pt x="1254" y="3675"/>
                  <a:pt x="1254" y="3792"/>
                </a:cubicBezTo>
                <a:cubicBezTo>
                  <a:pt x="1254" y="3908"/>
                  <a:pt x="1349" y="4004"/>
                  <a:pt x="1468" y="4004"/>
                </a:cubicBezTo>
                <a:cubicBezTo>
                  <a:pt x="1584" y="4004"/>
                  <a:pt x="1680" y="3909"/>
                  <a:pt x="1680" y="3792"/>
                </a:cubicBezTo>
                <a:cubicBezTo>
                  <a:pt x="1680" y="3674"/>
                  <a:pt x="1588" y="3578"/>
                  <a:pt x="1470" y="3578"/>
                </a:cubicBezTo>
                <a:close/>
                <a:moveTo>
                  <a:pt x="2244" y="4536"/>
                </a:moveTo>
                <a:cubicBezTo>
                  <a:pt x="2133" y="4536"/>
                  <a:pt x="2044" y="4625"/>
                  <a:pt x="2044" y="4736"/>
                </a:cubicBezTo>
                <a:cubicBezTo>
                  <a:pt x="2044" y="4848"/>
                  <a:pt x="2133" y="4937"/>
                  <a:pt x="2244" y="4937"/>
                </a:cubicBezTo>
                <a:lnTo>
                  <a:pt x="5101" y="4937"/>
                </a:lnTo>
                <a:cubicBezTo>
                  <a:pt x="5213" y="4937"/>
                  <a:pt x="5302" y="4848"/>
                  <a:pt x="5302" y="4736"/>
                </a:cubicBezTo>
                <a:cubicBezTo>
                  <a:pt x="5302" y="4627"/>
                  <a:pt x="5213" y="4536"/>
                  <a:pt x="5101" y="4536"/>
                </a:cubicBezTo>
                <a:close/>
                <a:moveTo>
                  <a:pt x="1468" y="4520"/>
                </a:moveTo>
                <a:cubicBezTo>
                  <a:pt x="1350" y="4520"/>
                  <a:pt x="1254" y="4613"/>
                  <a:pt x="1254" y="4732"/>
                </a:cubicBezTo>
                <a:cubicBezTo>
                  <a:pt x="1254" y="4849"/>
                  <a:pt x="1349" y="4946"/>
                  <a:pt x="1468" y="4946"/>
                </a:cubicBezTo>
                <a:cubicBezTo>
                  <a:pt x="1584" y="4946"/>
                  <a:pt x="1680" y="4851"/>
                  <a:pt x="1680" y="4732"/>
                </a:cubicBezTo>
                <a:cubicBezTo>
                  <a:pt x="1680" y="4616"/>
                  <a:pt x="1587" y="4520"/>
                  <a:pt x="1468" y="4520"/>
                </a:cubicBezTo>
                <a:close/>
                <a:moveTo>
                  <a:pt x="2244" y="5479"/>
                </a:moveTo>
                <a:cubicBezTo>
                  <a:pt x="2133" y="5479"/>
                  <a:pt x="2044" y="5568"/>
                  <a:pt x="2044" y="5679"/>
                </a:cubicBezTo>
                <a:cubicBezTo>
                  <a:pt x="2044" y="5791"/>
                  <a:pt x="2133" y="5880"/>
                  <a:pt x="2244" y="5880"/>
                </a:cubicBezTo>
                <a:lnTo>
                  <a:pt x="5101" y="5880"/>
                </a:lnTo>
                <a:cubicBezTo>
                  <a:pt x="5213" y="5880"/>
                  <a:pt x="5302" y="5791"/>
                  <a:pt x="5302" y="5679"/>
                </a:cubicBezTo>
                <a:cubicBezTo>
                  <a:pt x="5302" y="5568"/>
                  <a:pt x="5213" y="5479"/>
                  <a:pt x="5101" y="5479"/>
                </a:cubicBezTo>
                <a:close/>
                <a:moveTo>
                  <a:pt x="1468" y="5463"/>
                </a:moveTo>
                <a:cubicBezTo>
                  <a:pt x="1350" y="5463"/>
                  <a:pt x="1254" y="5556"/>
                  <a:pt x="1254" y="5675"/>
                </a:cubicBezTo>
                <a:cubicBezTo>
                  <a:pt x="1254" y="5792"/>
                  <a:pt x="1349" y="5889"/>
                  <a:pt x="1468" y="5889"/>
                </a:cubicBezTo>
                <a:cubicBezTo>
                  <a:pt x="1584" y="5889"/>
                  <a:pt x="1680" y="5794"/>
                  <a:pt x="1680" y="5675"/>
                </a:cubicBezTo>
                <a:cubicBezTo>
                  <a:pt x="1680" y="5556"/>
                  <a:pt x="1587" y="5463"/>
                  <a:pt x="1468" y="5463"/>
                </a:cubicBezTo>
                <a:close/>
                <a:moveTo>
                  <a:pt x="5104" y="6422"/>
                </a:moveTo>
                <a:cubicBezTo>
                  <a:pt x="5103" y="6422"/>
                  <a:pt x="5102" y="6422"/>
                  <a:pt x="5101" y="6422"/>
                </a:cubicBezTo>
                <a:lnTo>
                  <a:pt x="2244" y="6422"/>
                </a:lnTo>
                <a:cubicBezTo>
                  <a:pt x="2133" y="6422"/>
                  <a:pt x="2044" y="6511"/>
                  <a:pt x="2044" y="6622"/>
                </a:cubicBezTo>
                <a:cubicBezTo>
                  <a:pt x="2044" y="6734"/>
                  <a:pt x="2133" y="6823"/>
                  <a:pt x="2244" y="6823"/>
                </a:cubicBezTo>
                <a:lnTo>
                  <a:pt x="5101" y="6823"/>
                </a:lnTo>
                <a:cubicBezTo>
                  <a:pt x="5213" y="6823"/>
                  <a:pt x="5302" y="6734"/>
                  <a:pt x="5302" y="6622"/>
                </a:cubicBezTo>
                <a:cubicBezTo>
                  <a:pt x="5302" y="6512"/>
                  <a:pt x="5214" y="6422"/>
                  <a:pt x="5104" y="6422"/>
                </a:cubicBezTo>
                <a:close/>
                <a:moveTo>
                  <a:pt x="1473" y="6405"/>
                </a:moveTo>
                <a:cubicBezTo>
                  <a:pt x="1471" y="6405"/>
                  <a:pt x="1469" y="6405"/>
                  <a:pt x="1468" y="6406"/>
                </a:cubicBezTo>
                <a:cubicBezTo>
                  <a:pt x="1350" y="6406"/>
                  <a:pt x="1254" y="6499"/>
                  <a:pt x="1254" y="6618"/>
                </a:cubicBezTo>
                <a:cubicBezTo>
                  <a:pt x="1254" y="6735"/>
                  <a:pt x="1349" y="6832"/>
                  <a:pt x="1468" y="6832"/>
                </a:cubicBezTo>
                <a:cubicBezTo>
                  <a:pt x="1584" y="6832"/>
                  <a:pt x="1680" y="6737"/>
                  <a:pt x="1680" y="6618"/>
                </a:cubicBezTo>
                <a:cubicBezTo>
                  <a:pt x="1680" y="6501"/>
                  <a:pt x="1589" y="6405"/>
                  <a:pt x="1473" y="6405"/>
                </a:cubicBezTo>
                <a:close/>
                <a:moveTo>
                  <a:pt x="2244" y="7363"/>
                </a:moveTo>
                <a:cubicBezTo>
                  <a:pt x="2133" y="7363"/>
                  <a:pt x="2044" y="7452"/>
                  <a:pt x="2044" y="7564"/>
                </a:cubicBezTo>
                <a:cubicBezTo>
                  <a:pt x="2044" y="7675"/>
                  <a:pt x="2133" y="7764"/>
                  <a:pt x="2244" y="7764"/>
                </a:cubicBezTo>
                <a:lnTo>
                  <a:pt x="5101" y="7764"/>
                </a:lnTo>
                <a:cubicBezTo>
                  <a:pt x="5213" y="7764"/>
                  <a:pt x="5302" y="7675"/>
                  <a:pt x="5302" y="7564"/>
                </a:cubicBezTo>
                <a:cubicBezTo>
                  <a:pt x="5302" y="7454"/>
                  <a:pt x="5213" y="7363"/>
                  <a:pt x="5101" y="7363"/>
                </a:cubicBezTo>
                <a:close/>
                <a:moveTo>
                  <a:pt x="1468" y="7345"/>
                </a:moveTo>
                <a:cubicBezTo>
                  <a:pt x="1350" y="7345"/>
                  <a:pt x="1254" y="7441"/>
                  <a:pt x="1254" y="7559"/>
                </a:cubicBezTo>
                <a:cubicBezTo>
                  <a:pt x="1254" y="7677"/>
                  <a:pt x="1349" y="7773"/>
                  <a:pt x="1468" y="7773"/>
                </a:cubicBezTo>
                <a:cubicBezTo>
                  <a:pt x="1584" y="7773"/>
                  <a:pt x="1680" y="7678"/>
                  <a:pt x="1680" y="7559"/>
                </a:cubicBezTo>
                <a:cubicBezTo>
                  <a:pt x="1680" y="7441"/>
                  <a:pt x="1587" y="7345"/>
                  <a:pt x="1468" y="7345"/>
                </a:cubicBezTo>
                <a:close/>
                <a:moveTo>
                  <a:pt x="5865" y="629"/>
                </a:moveTo>
                <a:lnTo>
                  <a:pt x="5865" y="8437"/>
                </a:lnTo>
                <a:lnTo>
                  <a:pt x="629" y="8437"/>
                </a:lnTo>
                <a:lnTo>
                  <a:pt x="629" y="2698"/>
                </a:lnTo>
                <a:lnTo>
                  <a:pt x="2039" y="2698"/>
                </a:lnTo>
                <a:cubicBezTo>
                  <a:pt x="2212" y="2698"/>
                  <a:pt x="2353" y="2557"/>
                  <a:pt x="2353" y="2384"/>
                </a:cubicBezTo>
                <a:lnTo>
                  <a:pt x="2353" y="629"/>
                </a:lnTo>
                <a:close/>
                <a:moveTo>
                  <a:pt x="1944" y="1"/>
                </a:moveTo>
                <a:cubicBezTo>
                  <a:pt x="1851" y="1"/>
                  <a:pt x="1765" y="42"/>
                  <a:pt x="1705" y="112"/>
                </a:cubicBezTo>
                <a:lnTo>
                  <a:pt x="75" y="2040"/>
                </a:lnTo>
                <a:cubicBezTo>
                  <a:pt x="27" y="2096"/>
                  <a:pt x="1" y="2167"/>
                  <a:pt x="1" y="2242"/>
                </a:cubicBezTo>
                <a:lnTo>
                  <a:pt x="1" y="8753"/>
                </a:lnTo>
                <a:cubicBezTo>
                  <a:pt x="1" y="8925"/>
                  <a:pt x="142" y="9067"/>
                  <a:pt x="314" y="9067"/>
                </a:cubicBezTo>
                <a:lnTo>
                  <a:pt x="6179" y="9067"/>
                </a:lnTo>
                <a:cubicBezTo>
                  <a:pt x="6353" y="9067"/>
                  <a:pt x="6494" y="8925"/>
                  <a:pt x="6494" y="8753"/>
                </a:cubicBezTo>
                <a:lnTo>
                  <a:pt x="6494" y="317"/>
                </a:lnTo>
                <a:cubicBezTo>
                  <a:pt x="6494" y="141"/>
                  <a:pt x="6353" y="1"/>
                  <a:pt x="6179"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67" name="Google Shape;3367;p97"/>
          <p:cNvSpPr txBox="1"/>
          <p:nvPr/>
        </p:nvSpPr>
        <p:spPr>
          <a:xfrm>
            <a:off x="2755472"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 Sheet</a:t>
            </a:r>
            <a:endParaRPr sz="1800">
              <a:solidFill>
                <a:srgbClr val="252525"/>
              </a:solidFill>
              <a:latin typeface="Arial"/>
              <a:ea typeface="Arial"/>
              <a:cs typeface="Arial"/>
              <a:sym typeface="Arial"/>
            </a:endParaRPr>
          </a:p>
        </p:txBody>
      </p:sp>
      <p:sp>
        <p:nvSpPr>
          <p:cNvPr id="3368" name="Google Shape;3368;p97"/>
          <p:cNvSpPr txBox="1"/>
          <p:nvPr/>
        </p:nvSpPr>
        <p:spPr>
          <a:xfrm>
            <a:off x="4406896" y="3708489"/>
            <a:ext cx="309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Blog 2</a:t>
            </a:r>
            <a:endParaRPr sz="1800">
              <a:solidFill>
                <a:srgbClr val="252525"/>
              </a:solidFill>
              <a:latin typeface="Arial"/>
              <a:ea typeface="Arial"/>
              <a:cs typeface="Arial"/>
              <a:sym typeface="Arial"/>
            </a:endParaRPr>
          </a:p>
        </p:txBody>
      </p:sp>
      <p:sp>
        <p:nvSpPr>
          <p:cNvPr id="3369" name="Google Shape;3369;p97"/>
          <p:cNvSpPr txBox="1"/>
          <p:nvPr/>
        </p:nvSpPr>
        <p:spPr>
          <a:xfrm>
            <a:off x="5924260" y="448394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Storage and Compute</a:t>
            </a:r>
            <a:endParaRPr sz="1800">
              <a:solidFill>
                <a:srgbClr val="252525"/>
              </a:solidFill>
              <a:latin typeface="Arial"/>
              <a:ea typeface="Arial"/>
              <a:cs typeface="Arial"/>
              <a:sym typeface="Arial"/>
            </a:endParaRPr>
          </a:p>
        </p:txBody>
      </p:sp>
      <p:grpSp>
        <p:nvGrpSpPr>
          <p:cNvPr id="3370" name="Google Shape;3370;p97"/>
          <p:cNvGrpSpPr/>
          <p:nvPr/>
        </p:nvGrpSpPr>
        <p:grpSpPr>
          <a:xfrm>
            <a:off x="6022907" y="4097780"/>
            <a:ext cx="246239" cy="271115"/>
            <a:chOff x="7742187" y="3115690"/>
            <a:chExt cx="436207" cy="480275"/>
          </a:xfrm>
        </p:grpSpPr>
        <p:sp>
          <p:nvSpPr>
            <p:cNvPr id="3371" name="Google Shape;3371;p97"/>
            <p:cNvSpPr/>
            <p:nvPr/>
          </p:nvSpPr>
          <p:spPr>
            <a:xfrm>
              <a:off x="7742187" y="3115690"/>
              <a:ext cx="436207" cy="480275"/>
            </a:xfrm>
            <a:custGeom>
              <a:rect b="b" l="l" r="r" t="t"/>
              <a:pathLst>
                <a:path extrusionOk="0" h="9159" w="8319">
                  <a:moveTo>
                    <a:pt x="3386" y="1239"/>
                  </a:moveTo>
                  <a:lnTo>
                    <a:pt x="3386" y="2105"/>
                  </a:lnTo>
                  <a:lnTo>
                    <a:pt x="958" y="2105"/>
                  </a:lnTo>
                  <a:lnTo>
                    <a:pt x="1662" y="1239"/>
                  </a:lnTo>
                  <a:close/>
                  <a:moveTo>
                    <a:pt x="3386" y="2725"/>
                  </a:moveTo>
                  <a:lnTo>
                    <a:pt x="3386" y="4121"/>
                  </a:lnTo>
                  <a:lnTo>
                    <a:pt x="620" y="4121"/>
                  </a:lnTo>
                  <a:lnTo>
                    <a:pt x="620" y="2725"/>
                  </a:lnTo>
                  <a:close/>
                  <a:moveTo>
                    <a:pt x="3386" y="4518"/>
                  </a:moveTo>
                  <a:lnTo>
                    <a:pt x="3386" y="6020"/>
                  </a:lnTo>
                  <a:lnTo>
                    <a:pt x="620" y="6020"/>
                  </a:lnTo>
                  <a:lnTo>
                    <a:pt x="620" y="4518"/>
                  </a:lnTo>
                  <a:close/>
                  <a:moveTo>
                    <a:pt x="7049" y="2029"/>
                  </a:moveTo>
                  <a:lnTo>
                    <a:pt x="7049" y="6319"/>
                  </a:lnTo>
                  <a:lnTo>
                    <a:pt x="3661" y="6319"/>
                  </a:lnTo>
                  <a:lnTo>
                    <a:pt x="3661" y="2029"/>
                  </a:lnTo>
                  <a:close/>
                  <a:moveTo>
                    <a:pt x="7355" y="1272"/>
                  </a:moveTo>
                  <a:cubicBezTo>
                    <a:pt x="7645" y="1272"/>
                    <a:pt x="7878" y="1508"/>
                    <a:pt x="7878" y="1796"/>
                  </a:cubicBezTo>
                  <a:lnTo>
                    <a:pt x="7878" y="6528"/>
                  </a:lnTo>
                  <a:cubicBezTo>
                    <a:pt x="7878" y="6818"/>
                    <a:pt x="7643" y="7053"/>
                    <a:pt x="7355" y="7053"/>
                  </a:cubicBezTo>
                  <a:lnTo>
                    <a:pt x="3661" y="7053"/>
                  </a:lnTo>
                  <a:lnTo>
                    <a:pt x="3661" y="6591"/>
                  </a:lnTo>
                  <a:lnTo>
                    <a:pt x="7324" y="6591"/>
                  </a:lnTo>
                  <a:lnTo>
                    <a:pt x="7324" y="1753"/>
                  </a:lnTo>
                  <a:lnTo>
                    <a:pt x="3661" y="1753"/>
                  </a:lnTo>
                  <a:lnTo>
                    <a:pt x="3661" y="1272"/>
                  </a:lnTo>
                  <a:close/>
                  <a:moveTo>
                    <a:pt x="3386" y="6415"/>
                  </a:moveTo>
                  <a:lnTo>
                    <a:pt x="3386" y="7805"/>
                  </a:lnTo>
                  <a:lnTo>
                    <a:pt x="896" y="7805"/>
                  </a:lnTo>
                  <a:cubicBezTo>
                    <a:pt x="882" y="7805"/>
                    <a:pt x="868" y="7806"/>
                    <a:pt x="855" y="7806"/>
                  </a:cubicBezTo>
                  <a:cubicBezTo>
                    <a:pt x="637" y="7806"/>
                    <a:pt x="620" y="7783"/>
                    <a:pt x="620" y="7373"/>
                  </a:cubicBezTo>
                  <a:lnTo>
                    <a:pt x="620" y="6415"/>
                  </a:lnTo>
                  <a:close/>
                  <a:moveTo>
                    <a:pt x="3524" y="1"/>
                  </a:moveTo>
                  <a:cubicBezTo>
                    <a:pt x="3448" y="1"/>
                    <a:pt x="3386" y="61"/>
                    <a:pt x="3386" y="137"/>
                  </a:cubicBezTo>
                  <a:lnTo>
                    <a:pt x="3386" y="618"/>
                  </a:lnTo>
                  <a:lnTo>
                    <a:pt x="1515" y="618"/>
                  </a:lnTo>
                  <a:cubicBezTo>
                    <a:pt x="1423" y="618"/>
                    <a:pt x="1334" y="661"/>
                    <a:pt x="1274" y="733"/>
                  </a:cubicBezTo>
                  <a:lnTo>
                    <a:pt x="69" y="2221"/>
                  </a:lnTo>
                  <a:cubicBezTo>
                    <a:pt x="51" y="2243"/>
                    <a:pt x="37" y="2267"/>
                    <a:pt x="27" y="2292"/>
                  </a:cubicBezTo>
                  <a:cubicBezTo>
                    <a:pt x="27" y="2295"/>
                    <a:pt x="24" y="2295"/>
                    <a:pt x="24" y="2296"/>
                  </a:cubicBezTo>
                  <a:cubicBezTo>
                    <a:pt x="9" y="2329"/>
                    <a:pt x="5" y="2366"/>
                    <a:pt x="2" y="2403"/>
                  </a:cubicBezTo>
                  <a:cubicBezTo>
                    <a:pt x="2" y="2408"/>
                    <a:pt x="0" y="2414"/>
                    <a:pt x="0" y="2417"/>
                  </a:cubicBezTo>
                  <a:lnTo>
                    <a:pt x="0" y="7375"/>
                  </a:lnTo>
                  <a:cubicBezTo>
                    <a:pt x="0" y="7742"/>
                    <a:pt x="0" y="8429"/>
                    <a:pt x="896" y="8429"/>
                  </a:cubicBezTo>
                  <a:lnTo>
                    <a:pt x="3386" y="8429"/>
                  </a:lnTo>
                  <a:lnTo>
                    <a:pt x="3386" y="9022"/>
                  </a:lnTo>
                  <a:cubicBezTo>
                    <a:pt x="3386" y="9097"/>
                    <a:pt x="3447" y="9158"/>
                    <a:pt x="3524" y="9158"/>
                  </a:cubicBezTo>
                  <a:cubicBezTo>
                    <a:pt x="3600" y="9158"/>
                    <a:pt x="3661" y="9097"/>
                    <a:pt x="3661" y="9022"/>
                  </a:cubicBezTo>
                  <a:lnTo>
                    <a:pt x="3661" y="8336"/>
                  </a:lnTo>
                  <a:lnTo>
                    <a:pt x="6261" y="8336"/>
                  </a:lnTo>
                  <a:cubicBezTo>
                    <a:pt x="6383" y="8336"/>
                    <a:pt x="6481" y="8238"/>
                    <a:pt x="6481" y="8117"/>
                  </a:cubicBezTo>
                  <a:cubicBezTo>
                    <a:pt x="6481" y="7997"/>
                    <a:pt x="6383" y="7897"/>
                    <a:pt x="6261" y="7897"/>
                  </a:cubicBezTo>
                  <a:lnTo>
                    <a:pt x="3661" y="7897"/>
                  </a:lnTo>
                  <a:lnTo>
                    <a:pt x="3661" y="7495"/>
                  </a:lnTo>
                  <a:lnTo>
                    <a:pt x="7355" y="7495"/>
                  </a:lnTo>
                  <a:cubicBezTo>
                    <a:pt x="7885" y="7495"/>
                    <a:pt x="8319" y="7063"/>
                    <a:pt x="8319" y="6533"/>
                  </a:cubicBezTo>
                  <a:lnTo>
                    <a:pt x="8319" y="1802"/>
                  </a:lnTo>
                  <a:cubicBezTo>
                    <a:pt x="8319" y="1269"/>
                    <a:pt x="7885" y="835"/>
                    <a:pt x="7355" y="835"/>
                  </a:cubicBezTo>
                  <a:lnTo>
                    <a:pt x="3661" y="835"/>
                  </a:lnTo>
                  <a:lnTo>
                    <a:pt x="3661" y="137"/>
                  </a:lnTo>
                  <a:cubicBezTo>
                    <a:pt x="3661" y="61"/>
                    <a:pt x="3600" y="1"/>
                    <a:pt x="352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72" name="Google Shape;3372;p97"/>
            <p:cNvSpPr/>
            <p:nvPr/>
          </p:nvSpPr>
          <p:spPr>
            <a:xfrm>
              <a:off x="7805318" y="3276464"/>
              <a:ext cx="32615" cy="32564"/>
            </a:xfrm>
            <a:custGeom>
              <a:rect b="b" l="l" r="r" t="t"/>
              <a:pathLst>
                <a:path extrusionOk="0" h="621" w="622">
                  <a:moveTo>
                    <a:pt x="311" y="1"/>
                  </a:moveTo>
                  <a:cubicBezTo>
                    <a:pt x="140" y="1"/>
                    <a:pt x="1" y="139"/>
                    <a:pt x="1" y="311"/>
                  </a:cubicBezTo>
                  <a:cubicBezTo>
                    <a:pt x="1" y="482"/>
                    <a:pt x="140" y="620"/>
                    <a:pt x="311" y="620"/>
                  </a:cubicBezTo>
                  <a:cubicBezTo>
                    <a:pt x="483" y="620"/>
                    <a:pt x="621" y="482"/>
                    <a:pt x="621" y="311"/>
                  </a:cubicBezTo>
                  <a:cubicBezTo>
                    <a:pt x="621" y="139"/>
                    <a:pt x="483" y="1"/>
                    <a:pt x="31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73" name="Google Shape;3373;p97"/>
            <p:cNvSpPr/>
            <p:nvPr/>
          </p:nvSpPr>
          <p:spPr>
            <a:xfrm>
              <a:off x="7805423" y="3473105"/>
              <a:ext cx="32510" cy="32511"/>
            </a:xfrm>
            <a:custGeom>
              <a:rect b="b" l="l" r="r" t="t"/>
              <a:pathLst>
                <a:path extrusionOk="0" h="620" w="620">
                  <a:moveTo>
                    <a:pt x="309" y="0"/>
                  </a:moveTo>
                  <a:cubicBezTo>
                    <a:pt x="138" y="0"/>
                    <a:pt x="0" y="140"/>
                    <a:pt x="0" y="311"/>
                  </a:cubicBezTo>
                  <a:cubicBezTo>
                    <a:pt x="0" y="480"/>
                    <a:pt x="138" y="620"/>
                    <a:pt x="309" y="620"/>
                  </a:cubicBezTo>
                  <a:cubicBezTo>
                    <a:pt x="480" y="620"/>
                    <a:pt x="619" y="480"/>
                    <a:pt x="619" y="311"/>
                  </a:cubicBezTo>
                  <a:cubicBezTo>
                    <a:pt x="618" y="137"/>
                    <a:pt x="480" y="0"/>
                    <a:pt x="30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74" name="Google Shape;3374;p97"/>
            <p:cNvSpPr/>
            <p:nvPr/>
          </p:nvSpPr>
          <p:spPr>
            <a:xfrm>
              <a:off x="7805318" y="3373893"/>
              <a:ext cx="32615" cy="32616"/>
            </a:xfrm>
            <a:custGeom>
              <a:rect b="b" l="l" r="r" t="t"/>
              <a:pathLst>
                <a:path extrusionOk="0" h="622" w="622">
                  <a:moveTo>
                    <a:pt x="311" y="1"/>
                  </a:moveTo>
                  <a:cubicBezTo>
                    <a:pt x="140" y="1"/>
                    <a:pt x="1" y="139"/>
                    <a:pt x="1" y="311"/>
                  </a:cubicBezTo>
                  <a:cubicBezTo>
                    <a:pt x="1" y="482"/>
                    <a:pt x="140" y="621"/>
                    <a:pt x="311" y="621"/>
                  </a:cubicBezTo>
                  <a:cubicBezTo>
                    <a:pt x="483" y="621"/>
                    <a:pt x="621" y="482"/>
                    <a:pt x="621" y="311"/>
                  </a:cubicBezTo>
                  <a:cubicBezTo>
                    <a:pt x="621" y="139"/>
                    <a:pt x="483" y="1"/>
                    <a:pt x="31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3375" name="Google Shape;3375;p97"/>
          <p:cNvSpPr/>
          <p:nvPr/>
        </p:nvSpPr>
        <p:spPr>
          <a:xfrm>
            <a:off x="514344" y="3346512"/>
            <a:ext cx="172182" cy="249818"/>
          </a:xfrm>
          <a:custGeom>
            <a:rect b="b" l="l" r="r" t="t"/>
            <a:pathLst>
              <a:path extrusionOk="0" h="9100" w="6272">
                <a:moveTo>
                  <a:pt x="3349" y="462"/>
                </a:moveTo>
                <a:cubicBezTo>
                  <a:pt x="3349" y="477"/>
                  <a:pt x="3350" y="498"/>
                  <a:pt x="3350" y="520"/>
                </a:cubicBezTo>
                <a:cubicBezTo>
                  <a:pt x="3350" y="648"/>
                  <a:pt x="3454" y="753"/>
                  <a:pt x="3585" y="753"/>
                </a:cubicBezTo>
                <a:lnTo>
                  <a:pt x="4414" y="753"/>
                </a:lnTo>
                <a:cubicBezTo>
                  <a:pt x="4436" y="753"/>
                  <a:pt x="4507" y="839"/>
                  <a:pt x="4507" y="936"/>
                </a:cubicBezTo>
                <a:lnTo>
                  <a:pt x="4507" y="1077"/>
                </a:lnTo>
                <a:lnTo>
                  <a:pt x="1766" y="1077"/>
                </a:lnTo>
                <a:lnTo>
                  <a:pt x="1766" y="937"/>
                </a:lnTo>
                <a:cubicBezTo>
                  <a:pt x="1766" y="861"/>
                  <a:pt x="1864" y="756"/>
                  <a:pt x="1907" y="756"/>
                </a:cubicBezTo>
                <a:lnTo>
                  <a:pt x="2700" y="756"/>
                </a:lnTo>
                <a:cubicBezTo>
                  <a:pt x="2828" y="756"/>
                  <a:pt x="2933" y="652"/>
                  <a:pt x="2933" y="521"/>
                </a:cubicBezTo>
                <a:cubicBezTo>
                  <a:pt x="2933" y="498"/>
                  <a:pt x="2935" y="478"/>
                  <a:pt x="2935" y="463"/>
                </a:cubicBezTo>
                <a:cubicBezTo>
                  <a:pt x="2961" y="462"/>
                  <a:pt x="2993" y="462"/>
                  <a:pt x="3018" y="462"/>
                </a:cubicBezTo>
                <a:close/>
                <a:moveTo>
                  <a:pt x="2553" y="3631"/>
                </a:moveTo>
                <a:cubicBezTo>
                  <a:pt x="2471" y="3631"/>
                  <a:pt x="2406" y="3698"/>
                  <a:pt x="2406" y="3778"/>
                </a:cubicBezTo>
                <a:cubicBezTo>
                  <a:pt x="2406" y="3858"/>
                  <a:pt x="2471" y="3922"/>
                  <a:pt x="2553" y="3925"/>
                </a:cubicBezTo>
                <a:lnTo>
                  <a:pt x="3719" y="3925"/>
                </a:lnTo>
                <a:cubicBezTo>
                  <a:pt x="3800" y="3925"/>
                  <a:pt x="3866" y="3860"/>
                  <a:pt x="3866" y="3778"/>
                </a:cubicBezTo>
                <a:cubicBezTo>
                  <a:pt x="3866" y="3696"/>
                  <a:pt x="3799" y="3631"/>
                  <a:pt x="3719" y="3631"/>
                </a:cubicBezTo>
                <a:close/>
                <a:moveTo>
                  <a:pt x="2553" y="4506"/>
                </a:moveTo>
                <a:cubicBezTo>
                  <a:pt x="2471" y="4506"/>
                  <a:pt x="2406" y="4572"/>
                  <a:pt x="2406" y="4653"/>
                </a:cubicBezTo>
                <a:cubicBezTo>
                  <a:pt x="2406" y="4734"/>
                  <a:pt x="2471" y="4798"/>
                  <a:pt x="2553" y="4798"/>
                </a:cubicBezTo>
                <a:lnTo>
                  <a:pt x="3719" y="4798"/>
                </a:lnTo>
                <a:cubicBezTo>
                  <a:pt x="3800" y="4798"/>
                  <a:pt x="3866" y="4734"/>
                  <a:pt x="3866" y="4653"/>
                </a:cubicBezTo>
                <a:cubicBezTo>
                  <a:pt x="3866" y="4571"/>
                  <a:pt x="3799" y="4506"/>
                  <a:pt x="3719" y="4506"/>
                </a:cubicBezTo>
                <a:close/>
                <a:moveTo>
                  <a:pt x="4507" y="3135"/>
                </a:moveTo>
                <a:lnTo>
                  <a:pt x="4507" y="5382"/>
                </a:lnTo>
                <a:lnTo>
                  <a:pt x="1766" y="5382"/>
                </a:lnTo>
                <a:lnTo>
                  <a:pt x="1766" y="3135"/>
                </a:lnTo>
                <a:close/>
                <a:moveTo>
                  <a:pt x="4507" y="5673"/>
                </a:moveTo>
                <a:lnTo>
                  <a:pt x="4507" y="6460"/>
                </a:lnTo>
                <a:lnTo>
                  <a:pt x="1766" y="6460"/>
                </a:lnTo>
                <a:lnTo>
                  <a:pt x="1766" y="5673"/>
                </a:lnTo>
                <a:close/>
                <a:moveTo>
                  <a:pt x="1531" y="2667"/>
                </a:moveTo>
                <a:cubicBezTo>
                  <a:pt x="1404" y="2667"/>
                  <a:pt x="1298" y="2771"/>
                  <a:pt x="1298" y="2902"/>
                </a:cubicBezTo>
                <a:lnTo>
                  <a:pt x="1298" y="6693"/>
                </a:lnTo>
                <a:cubicBezTo>
                  <a:pt x="1298" y="6824"/>
                  <a:pt x="1404" y="6927"/>
                  <a:pt x="1531" y="6927"/>
                </a:cubicBezTo>
                <a:lnTo>
                  <a:pt x="4739" y="6927"/>
                </a:lnTo>
                <a:cubicBezTo>
                  <a:pt x="4868" y="6927"/>
                  <a:pt x="4973" y="6824"/>
                  <a:pt x="4973" y="6693"/>
                </a:cubicBezTo>
                <a:lnTo>
                  <a:pt x="4973" y="2902"/>
                </a:lnTo>
                <a:cubicBezTo>
                  <a:pt x="4973" y="2774"/>
                  <a:pt x="4869" y="2667"/>
                  <a:pt x="4739" y="2667"/>
                </a:cubicBezTo>
                <a:close/>
                <a:moveTo>
                  <a:pt x="5541" y="1810"/>
                </a:moveTo>
                <a:lnTo>
                  <a:pt x="5541" y="8372"/>
                </a:lnTo>
                <a:lnTo>
                  <a:pt x="729" y="8372"/>
                </a:lnTo>
                <a:lnTo>
                  <a:pt x="729" y="1810"/>
                </a:lnTo>
                <a:close/>
                <a:moveTo>
                  <a:pt x="3019" y="0"/>
                </a:moveTo>
                <a:cubicBezTo>
                  <a:pt x="2860" y="0"/>
                  <a:pt x="2589" y="0"/>
                  <a:pt x="2497" y="291"/>
                </a:cubicBezTo>
                <a:lnTo>
                  <a:pt x="1907" y="291"/>
                </a:lnTo>
                <a:cubicBezTo>
                  <a:pt x="1568" y="291"/>
                  <a:pt x="1298" y="646"/>
                  <a:pt x="1298" y="939"/>
                </a:cubicBezTo>
                <a:lnTo>
                  <a:pt x="1298" y="1081"/>
                </a:lnTo>
                <a:lnTo>
                  <a:pt x="364" y="1081"/>
                </a:lnTo>
                <a:cubicBezTo>
                  <a:pt x="164" y="1081"/>
                  <a:pt x="0" y="1245"/>
                  <a:pt x="0" y="1445"/>
                </a:cubicBezTo>
                <a:lnTo>
                  <a:pt x="0" y="8736"/>
                </a:lnTo>
                <a:cubicBezTo>
                  <a:pt x="0" y="8937"/>
                  <a:pt x="164" y="9100"/>
                  <a:pt x="364" y="9100"/>
                </a:cubicBezTo>
                <a:lnTo>
                  <a:pt x="5907" y="9100"/>
                </a:lnTo>
                <a:cubicBezTo>
                  <a:pt x="6108" y="9100"/>
                  <a:pt x="6271" y="8937"/>
                  <a:pt x="6271" y="8736"/>
                </a:cubicBezTo>
                <a:lnTo>
                  <a:pt x="6271" y="1445"/>
                </a:lnTo>
                <a:cubicBezTo>
                  <a:pt x="6271" y="1242"/>
                  <a:pt x="6108" y="1081"/>
                  <a:pt x="5907" y="1081"/>
                </a:cubicBezTo>
                <a:lnTo>
                  <a:pt x="4973" y="1081"/>
                </a:lnTo>
                <a:lnTo>
                  <a:pt x="4973" y="939"/>
                </a:lnTo>
                <a:cubicBezTo>
                  <a:pt x="4973" y="633"/>
                  <a:pt x="4743" y="291"/>
                  <a:pt x="4412" y="291"/>
                </a:cubicBezTo>
                <a:lnTo>
                  <a:pt x="3791" y="291"/>
                </a:lnTo>
                <a:cubicBezTo>
                  <a:pt x="3720" y="27"/>
                  <a:pt x="3518" y="0"/>
                  <a:pt x="331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76" name="Google Shape;3376;p97"/>
          <p:cNvSpPr txBox="1"/>
          <p:nvPr/>
        </p:nvSpPr>
        <p:spPr>
          <a:xfrm>
            <a:off x="312431" y="3708489"/>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Documentation</a:t>
            </a:r>
            <a:endParaRPr sz="600">
              <a:solidFill>
                <a:srgbClr val="11567F"/>
              </a:solidFill>
              <a:latin typeface="Arial"/>
              <a:ea typeface="Arial"/>
              <a:cs typeface="Arial"/>
              <a:sym typeface="Arial"/>
            </a:endParaRPr>
          </a:p>
        </p:txBody>
      </p:sp>
      <p:sp>
        <p:nvSpPr>
          <p:cNvPr id="3377" name="Google Shape;3377;p97"/>
          <p:cNvSpPr/>
          <p:nvPr/>
        </p:nvSpPr>
        <p:spPr>
          <a:xfrm>
            <a:off x="8402070" y="4112953"/>
            <a:ext cx="240654" cy="240621"/>
          </a:xfrm>
          <a:custGeom>
            <a:rect b="b" l="l" r="r" t="t"/>
            <a:pathLst>
              <a:path extrusionOk="0" h="8765" w="8767">
                <a:moveTo>
                  <a:pt x="5426" y="863"/>
                </a:moveTo>
                <a:cubicBezTo>
                  <a:pt x="6387" y="1147"/>
                  <a:pt x="7185" y="1818"/>
                  <a:pt x="7640" y="2691"/>
                </a:cubicBezTo>
                <a:lnTo>
                  <a:pt x="5328" y="2838"/>
                </a:lnTo>
                <a:cubicBezTo>
                  <a:pt x="5051" y="2669"/>
                  <a:pt x="4729" y="2570"/>
                  <a:pt x="4381" y="2570"/>
                </a:cubicBezTo>
                <a:cubicBezTo>
                  <a:pt x="4350" y="2570"/>
                  <a:pt x="4319" y="2573"/>
                  <a:pt x="4286" y="2575"/>
                </a:cubicBezTo>
                <a:lnTo>
                  <a:pt x="5426" y="863"/>
                </a:lnTo>
                <a:close/>
                <a:moveTo>
                  <a:pt x="4383" y="707"/>
                </a:moveTo>
                <a:cubicBezTo>
                  <a:pt x="4576" y="707"/>
                  <a:pt x="4766" y="728"/>
                  <a:pt x="4951" y="758"/>
                </a:cubicBezTo>
                <a:lnTo>
                  <a:pt x="3639" y="2728"/>
                </a:lnTo>
                <a:cubicBezTo>
                  <a:pt x="3368" y="2852"/>
                  <a:pt x="3134" y="3037"/>
                  <a:pt x="2953" y="3269"/>
                </a:cubicBezTo>
                <a:lnTo>
                  <a:pt x="2393" y="1298"/>
                </a:lnTo>
                <a:cubicBezTo>
                  <a:pt x="2966" y="927"/>
                  <a:pt x="3650" y="707"/>
                  <a:pt x="4383" y="707"/>
                </a:cubicBezTo>
                <a:close/>
                <a:moveTo>
                  <a:pt x="2004" y="1588"/>
                </a:moveTo>
                <a:lnTo>
                  <a:pt x="2648" y="3853"/>
                </a:lnTo>
                <a:cubicBezTo>
                  <a:pt x="2595" y="4020"/>
                  <a:pt x="2568" y="4199"/>
                  <a:pt x="2568" y="4383"/>
                </a:cubicBezTo>
                <a:cubicBezTo>
                  <a:pt x="2568" y="4550"/>
                  <a:pt x="2592" y="4709"/>
                  <a:pt x="2635" y="4864"/>
                </a:cubicBezTo>
                <a:lnTo>
                  <a:pt x="722" y="4115"/>
                </a:lnTo>
                <a:cubicBezTo>
                  <a:pt x="795" y="3106"/>
                  <a:pt x="1276" y="2207"/>
                  <a:pt x="2004" y="1588"/>
                </a:cubicBezTo>
                <a:close/>
                <a:moveTo>
                  <a:pt x="4381" y="3276"/>
                </a:moveTo>
                <a:cubicBezTo>
                  <a:pt x="4991" y="3276"/>
                  <a:pt x="5487" y="3772"/>
                  <a:pt x="5487" y="4383"/>
                </a:cubicBezTo>
                <a:cubicBezTo>
                  <a:pt x="5487" y="4993"/>
                  <a:pt x="4991" y="5489"/>
                  <a:pt x="4381" y="5489"/>
                </a:cubicBezTo>
                <a:cubicBezTo>
                  <a:pt x="3771" y="5489"/>
                  <a:pt x="3275" y="4993"/>
                  <a:pt x="3275" y="4383"/>
                </a:cubicBezTo>
                <a:cubicBezTo>
                  <a:pt x="3275" y="3772"/>
                  <a:pt x="3771" y="3276"/>
                  <a:pt x="4381" y="3276"/>
                </a:cubicBezTo>
                <a:close/>
                <a:moveTo>
                  <a:pt x="7832" y="3134"/>
                </a:moveTo>
                <a:cubicBezTo>
                  <a:pt x="7973" y="3523"/>
                  <a:pt x="8055" y="3943"/>
                  <a:pt x="8055" y="4383"/>
                </a:cubicBezTo>
                <a:cubicBezTo>
                  <a:pt x="8056" y="4953"/>
                  <a:pt x="7921" y="5493"/>
                  <a:pt x="7687" y="5973"/>
                </a:cubicBezTo>
                <a:lnTo>
                  <a:pt x="6187" y="4216"/>
                </a:lnTo>
                <a:cubicBezTo>
                  <a:pt x="6154" y="3857"/>
                  <a:pt x="6016" y="3529"/>
                  <a:pt x="5805" y="3262"/>
                </a:cubicBezTo>
                <a:lnTo>
                  <a:pt x="7832" y="3134"/>
                </a:lnTo>
                <a:close/>
                <a:moveTo>
                  <a:pt x="719" y="4602"/>
                </a:moveTo>
                <a:lnTo>
                  <a:pt x="2929" y="5465"/>
                </a:lnTo>
                <a:cubicBezTo>
                  <a:pt x="3104" y="5697"/>
                  <a:pt x="3331" y="5887"/>
                  <a:pt x="3594" y="6015"/>
                </a:cubicBezTo>
                <a:lnTo>
                  <a:pt x="1726" y="6914"/>
                </a:lnTo>
                <a:cubicBezTo>
                  <a:pt x="1144" y="6304"/>
                  <a:pt x="773" y="5495"/>
                  <a:pt x="719" y="4602"/>
                </a:cubicBezTo>
                <a:close/>
                <a:moveTo>
                  <a:pt x="6132" y="4849"/>
                </a:moveTo>
                <a:lnTo>
                  <a:pt x="7449" y="6395"/>
                </a:lnTo>
                <a:cubicBezTo>
                  <a:pt x="6935" y="7180"/>
                  <a:pt x="6126" y="7755"/>
                  <a:pt x="5181" y="7966"/>
                </a:cubicBezTo>
                <a:lnTo>
                  <a:pt x="5666" y="5661"/>
                </a:lnTo>
                <a:cubicBezTo>
                  <a:pt x="5887" y="5438"/>
                  <a:pt x="6050" y="5161"/>
                  <a:pt x="6132" y="4849"/>
                </a:cubicBezTo>
                <a:close/>
                <a:moveTo>
                  <a:pt x="5124" y="6037"/>
                </a:moveTo>
                <a:lnTo>
                  <a:pt x="4702" y="8042"/>
                </a:lnTo>
                <a:cubicBezTo>
                  <a:pt x="4596" y="8050"/>
                  <a:pt x="4488" y="8058"/>
                  <a:pt x="4381" y="8058"/>
                </a:cubicBezTo>
                <a:cubicBezTo>
                  <a:pt x="3512" y="8056"/>
                  <a:pt x="2712" y="7752"/>
                  <a:pt x="2084" y="7246"/>
                </a:cubicBezTo>
                <a:lnTo>
                  <a:pt x="4270" y="6193"/>
                </a:lnTo>
                <a:cubicBezTo>
                  <a:pt x="4307" y="6194"/>
                  <a:pt x="4344" y="6199"/>
                  <a:pt x="4381" y="6199"/>
                </a:cubicBezTo>
                <a:cubicBezTo>
                  <a:pt x="4647" y="6199"/>
                  <a:pt x="4896" y="6141"/>
                  <a:pt x="5124" y="6037"/>
                </a:cubicBezTo>
                <a:close/>
                <a:moveTo>
                  <a:pt x="4381" y="1"/>
                </a:moveTo>
                <a:cubicBezTo>
                  <a:pt x="1962" y="1"/>
                  <a:pt x="0" y="1962"/>
                  <a:pt x="0" y="4383"/>
                </a:cubicBezTo>
                <a:cubicBezTo>
                  <a:pt x="0" y="6803"/>
                  <a:pt x="1962" y="8765"/>
                  <a:pt x="4383" y="8765"/>
                </a:cubicBezTo>
                <a:cubicBezTo>
                  <a:pt x="6803" y="8765"/>
                  <a:pt x="8766" y="6803"/>
                  <a:pt x="8766" y="4383"/>
                </a:cubicBezTo>
                <a:cubicBezTo>
                  <a:pt x="8763" y="1962"/>
                  <a:pt x="6802" y="1"/>
                  <a:pt x="438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78" name="Google Shape;3378;p97"/>
          <p:cNvSpPr txBox="1"/>
          <p:nvPr/>
        </p:nvSpPr>
        <p:spPr>
          <a:xfrm>
            <a:off x="8248660" y="4483949"/>
            <a:ext cx="547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Multimedia</a:t>
            </a:r>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Assets</a:t>
            </a:r>
            <a:endParaRPr sz="1800">
              <a:solidFill>
                <a:srgbClr val="252525"/>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2" name="Shape 3382"/>
        <p:cNvGrpSpPr/>
        <p:nvPr/>
      </p:nvGrpSpPr>
      <p:grpSpPr>
        <a:xfrm>
          <a:off x="0" y="0"/>
          <a:ext cx="0" cy="0"/>
          <a:chOff x="0" y="0"/>
          <a:chExt cx="0" cy="0"/>
        </a:xfrm>
      </p:grpSpPr>
      <p:sp>
        <p:nvSpPr>
          <p:cNvPr id="3383" name="Google Shape;3383;p98"/>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General</a:t>
            </a:r>
            <a:endParaRPr/>
          </a:p>
        </p:txBody>
      </p:sp>
      <p:sp>
        <p:nvSpPr>
          <p:cNvPr id="3384" name="Google Shape;3384;p98"/>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385" name="Google Shape;3385;p98"/>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sp>
        <p:nvSpPr>
          <p:cNvPr id="3386" name="Google Shape;3386;p98"/>
          <p:cNvSpPr txBox="1"/>
          <p:nvPr/>
        </p:nvSpPr>
        <p:spPr>
          <a:xfrm>
            <a:off x="326689" y="1382115"/>
            <a:ext cx="547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Performance</a:t>
            </a:r>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 / Scale</a:t>
            </a:r>
            <a:endParaRPr sz="1800">
              <a:solidFill>
                <a:srgbClr val="252525"/>
              </a:solidFill>
              <a:latin typeface="Arial"/>
              <a:ea typeface="Arial"/>
              <a:cs typeface="Arial"/>
              <a:sym typeface="Arial"/>
            </a:endParaRPr>
          </a:p>
        </p:txBody>
      </p:sp>
      <p:sp>
        <p:nvSpPr>
          <p:cNvPr id="3387" name="Google Shape;3387;p98"/>
          <p:cNvSpPr txBox="1"/>
          <p:nvPr/>
        </p:nvSpPr>
        <p:spPr>
          <a:xfrm>
            <a:off x="1171078" y="1382115"/>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Concurrency</a:t>
            </a:r>
            <a:endParaRPr sz="1800">
              <a:solidFill>
                <a:srgbClr val="252525"/>
              </a:solidFill>
              <a:latin typeface="Arial"/>
              <a:ea typeface="Arial"/>
              <a:cs typeface="Arial"/>
              <a:sym typeface="Arial"/>
            </a:endParaRPr>
          </a:p>
        </p:txBody>
      </p:sp>
      <p:sp>
        <p:nvSpPr>
          <p:cNvPr id="3388" name="Google Shape;3388;p98"/>
          <p:cNvSpPr txBox="1"/>
          <p:nvPr/>
        </p:nvSpPr>
        <p:spPr>
          <a:xfrm>
            <a:off x="1963275"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Speed</a:t>
            </a:r>
            <a:endParaRPr sz="1800">
              <a:solidFill>
                <a:srgbClr val="252525"/>
              </a:solidFill>
              <a:latin typeface="Arial"/>
              <a:ea typeface="Arial"/>
              <a:cs typeface="Arial"/>
              <a:sym typeface="Arial"/>
            </a:endParaRPr>
          </a:p>
        </p:txBody>
      </p:sp>
      <p:sp>
        <p:nvSpPr>
          <p:cNvPr id="3389" name="Google Shape;3389;p98"/>
          <p:cNvSpPr/>
          <p:nvPr/>
        </p:nvSpPr>
        <p:spPr>
          <a:xfrm>
            <a:off x="435409" y="1051173"/>
            <a:ext cx="330043" cy="178157"/>
          </a:xfrm>
          <a:custGeom>
            <a:rect b="b" l="l" r="r" t="t"/>
            <a:pathLst>
              <a:path extrusionOk="0" h="4876" w="9033">
                <a:moveTo>
                  <a:pt x="4516" y="818"/>
                </a:moveTo>
                <a:cubicBezTo>
                  <a:pt x="4409" y="818"/>
                  <a:pt x="4323" y="904"/>
                  <a:pt x="4323" y="1011"/>
                </a:cubicBezTo>
                <a:lnTo>
                  <a:pt x="4323" y="1346"/>
                </a:lnTo>
                <a:cubicBezTo>
                  <a:pt x="4323" y="1453"/>
                  <a:pt x="4409" y="1539"/>
                  <a:pt x="4516" y="1539"/>
                </a:cubicBezTo>
                <a:cubicBezTo>
                  <a:pt x="4624" y="1539"/>
                  <a:pt x="4709" y="1452"/>
                  <a:pt x="4709" y="1346"/>
                </a:cubicBezTo>
                <a:lnTo>
                  <a:pt x="4709" y="1011"/>
                </a:lnTo>
                <a:cubicBezTo>
                  <a:pt x="4709" y="904"/>
                  <a:pt x="4624" y="818"/>
                  <a:pt x="4516" y="818"/>
                </a:cubicBezTo>
                <a:close/>
                <a:moveTo>
                  <a:pt x="3028" y="1141"/>
                </a:moveTo>
                <a:cubicBezTo>
                  <a:pt x="3001" y="1141"/>
                  <a:pt x="2973" y="1147"/>
                  <a:pt x="2946" y="1159"/>
                </a:cubicBezTo>
                <a:cubicBezTo>
                  <a:pt x="2850" y="1204"/>
                  <a:pt x="2808" y="1318"/>
                  <a:pt x="2853" y="1414"/>
                </a:cubicBezTo>
                <a:lnTo>
                  <a:pt x="2997" y="1719"/>
                </a:lnTo>
                <a:cubicBezTo>
                  <a:pt x="3029" y="1790"/>
                  <a:pt x="3098" y="1830"/>
                  <a:pt x="3170" y="1830"/>
                </a:cubicBezTo>
                <a:cubicBezTo>
                  <a:pt x="3199" y="1830"/>
                  <a:pt x="3227" y="1824"/>
                  <a:pt x="3252" y="1812"/>
                </a:cubicBezTo>
                <a:cubicBezTo>
                  <a:pt x="3349" y="1768"/>
                  <a:pt x="3390" y="1652"/>
                  <a:pt x="3346" y="1556"/>
                </a:cubicBezTo>
                <a:lnTo>
                  <a:pt x="3202" y="1251"/>
                </a:lnTo>
                <a:cubicBezTo>
                  <a:pt x="3169" y="1181"/>
                  <a:pt x="3100" y="1141"/>
                  <a:pt x="3028" y="1141"/>
                </a:cubicBezTo>
                <a:close/>
                <a:moveTo>
                  <a:pt x="5999" y="1165"/>
                </a:moveTo>
                <a:cubicBezTo>
                  <a:pt x="5927" y="1165"/>
                  <a:pt x="5858" y="1205"/>
                  <a:pt x="5825" y="1275"/>
                </a:cubicBezTo>
                <a:lnTo>
                  <a:pt x="5681" y="1579"/>
                </a:lnTo>
                <a:cubicBezTo>
                  <a:pt x="5637" y="1676"/>
                  <a:pt x="5678" y="1792"/>
                  <a:pt x="5775" y="1836"/>
                </a:cubicBezTo>
                <a:cubicBezTo>
                  <a:pt x="5800" y="1848"/>
                  <a:pt x="5828" y="1854"/>
                  <a:pt x="5857" y="1854"/>
                </a:cubicBezTo>
                <a:cubicBezTo>
                  <a:pt x="5929" y="1854"/>
                  <a:pt x="5998" y="1814"/>
                  <a:pt x="6030" y="1743"/>
                </a:cubicBezTo>
                <a:lnTo>
                  <a:pt x="6174" y="1438"/>
                </a:lnTo>
                <a:cubicBezTo>
                  <a:pt x="6220" y="1342"/>
                  <a:pt x="6177" y="1227"/>
                  <a:pt x="6081" y="1183"/>
                </a:cubicBezTo>
                <a:cubicBezTo>
                  <a:pt x="6054" y="1171"/>
                  <a:pt x="6026" y="1165"/>
                  <a:pt x="5999" y="1165"/>
                </a:cubicBezTo>
                <a:close/>
                <a:moveTo>
                  <a:pt x="1819" y="2066"/>
                </a:moveTo>
                <a:cubicBezTo>
                  <a:pt x="1763" y="2066"/>
                  <a:pt x="1708" y="2089"/>
                  <a:pt x="1671" y="2135"/>
                </a:cubicBezTo>
                <a:cubicBezTo>
                  <a:pt x="1604" y="2216"/>
                  <a:pt x="1616" y="2337"/>
                  <a:pt x="1697" y="2406"/>
                </a:cubicBezTo>
                <a:lnTo>
                  <a:pt x="1954" y="2622"/>
                </a:lnTo>
                <a:cubicBezTo>
                  <a:pt x="1990" y="2651"/>
                  <a:pt x="2034" y="2666"/>
                  <a:pt x="2077" y="2666"/>
                </a:cubicBezTo>
                <a:cubicBezTo>
                  <a:pt x="2132" y="2666"/>
                  <a:pt x="2189" y="2641"/>
                  <a:pt x="2226" y="2595"/>
                </a:cubicBezTo>
                <a:cubicBezTo>
                  <a:pt x="2293" y="2513"/>
                  <a:pt x="2281" y="2393"/>
                  <a:pt x="2199" y="2325"/>
                </a:cubicBezTo>
                <a:lnTo>
                  <a:pt x="1942" y="2109"/>
                </a:lnTo>
                <a:cubicBezTo>
                  <a:pt x="1906" y="2080"/>
                  <a:pt x="1862" y="2066"/>
                  <a:pt x="1819" y="2066"/>
                </a:cubicBezTo>
                <a:close/>
                <a:moveTo>
                  <a:pt x="7194" y="2107"/>
                </a:moveTo>
                <a:cubicBezTo>
                  <a:pt x="7151" y="2107"/>
                  <a:pt x="7108" y="2121"/>
                  <a:pt x="7073" y="2151"/>
                </a:cubicBezTo>
                <a:lnTo>
                  <a:pt x="6814" y="2365"/>
                </a:lnTo>
                <a:cubicBezTo>
                  <a:pt x="6733" y="2432"/>
                  <a:pt x="6719" y="2555"/>
                  <a:pt x="6788" y="2637"/>
                </a:cubicBezTo>
                <a:cubicBezTo>
                  <a:pt x="6828" y="2683"/>
                  <a:pt x="6881" y="2706"/>
                  <a:pt x="6936" y="2706"/>
                </a:cubicBezTo>
                <a:cubicBezTo>
                  <a:pt x="6979" y="2706"/>
                  <a:pt x="7024" y="2692"/>
                  <a:pt x="7059" y="2662"/>
                </a:cubicBezTo>
                <a:lnTo>
                  <a:pt x="7318" y="2448"/>
                </a:lnTo>
                <a:cubicBezTo>
                  <a:pt x="7399" y="2381"/>
                  <a:pt x="7411" y="2259"/>
                  <a:pt x="7343" y="2178"/>
                </a:cubicBezTo>
                <a:cubicBezTo>
                  <a:pt x="7305" y="2131"/>
                  <a:pt x="7250" y="2107"/>
                  <a:pt x="7194" y="2107"/>
                </a:cubicBezTo>
                <a:close/>
                <a:moveTo>
                  <a:pt x="1116" y="3420"/>
                </a:moveTo>
                <a:cubicBezTo>
                  <a:pt x="1031" y="3420"/>
                  <a:pt x="954" y="3479"/>
                  <a:pt x="933" y="3565"/>
                </a:cubicBezTo>
                <a:cubicBezTo>
                  <a:pt x="904" y="3666"/>
                  <a:pt x="967" y="3773"/>
                  <a:pt x="1069" y="3798"/>
                </a:cubicBezTo>
                <a:lnTo>
                  <a:pt x="1394" y="3881"/>
                </a:lnTo>
                <a:cubicBezTo>
                  <a:pt x="1411" y="3885"/>
                  <a:pt x="1426" y="3887"/>
                  <a:pt x="1442" y="3887"/>
                </a:cubicBezTo>
                <a:cubicBezTo>
                  <a:pt x="1528" y="3887"/>
                  <a:pt x="1605" y="3829"/>
                  <a:pt x="1627" y="3743"/>
                </a:cubicBezTo>
                <a:cubicBezTo>
                  <a:pt x="1656" y="3639"/>
                  <a:pt x="1593" y="3535"/>
                  <a:pt x="1491" y="3510"/>
                </a:cubicBezTo>
                <a:lnTo>
                  <a:pt x="1166" y="3427"/>
                </a:lnTo>
                <a:cubicBezTo>
                  <a:pt x="1149" y="3422"/>
                  <a:pt x="1133" y="3420"/>
                  <a:pt x="1116" y="3420"/>
                </a:cubicBezTo>
                <a:close/>
                <a:moveTo>
                  <a:pt x="7875" y="3471"/>
                </a:moveTo>
                <a:cubicBezTo>
                  <a:pt x="7859" y="3471"/>
                  <a:pt x="7843" y="3473"/>
                  <a:pt x="7827" y="3477"/>
                </a:cubicBezTo>
                <a:lnTo>
                  <a:pt x="7503" y="3560"/>
                </a:lnTo>
                <a:cubicBezTo>
                  <a:pt x="7401" y="3587"/>
                  <a:pt x="7337" y="3691"/>
                  <a:pt x="7365" y="3792"/>
                </a:cubicBezTo>
                <a:cubicBezTo>
                  <a:pt x="7388" y="3880"/>
                  <a:pt x="7466" y="3937"/>
                  <a:pt x="7551" y="3937"/>
                </a:cubicBezTo>
                <a:cubicBezTo>
                  <a:pt x="7567" y="3937"/>
                  <a:pt x="7582" y="3936"/>
                  <a:pt x="7600" y="3931"/>
                </a:cubicBezTo>
                <a:lnTo>
                  <a:pt x="7924" y="3848"/>
                </a:lnTo>
                <a:cubicBezTo>
                  <a:pt x="8026" y="3822"/>
                  <a:pt x="8087" y="3716"/>
                  <a:pt x="8062" y="3614"/>
                </a:cubicBezTo>
                <a:cubicBezTo>
                  <a:pt x="8039" y="3529"/>
                  <a:pt x="7961" y="3471"/>
                  <a:pt x="7875" y="3471"/>
                </a:cubicBezTo>
                <a:close/>
                <a:moveTo>
                  <a:pt x="4516" y="3492"/>
                </a:moveTo>
                <a:cubicBezTo>
                  <a:pt x="4946" y="3492"/>
                  <a:pt x="5310" y="3770"/>
                  <a:pt x="5448" y="4154"/>
                </a:cubicBezTo>
                <a:lnTo>
                  <a:pt x="3586" y="4154"/>
                </a:lnTo>
                <a:cubicBezTo>
                  <a:pt x="3721" y="3770"/>
                  <a:pt x="4085" y="3492"/>
                  <a:pt x="4516" y="3492"/>
                </a:cubicBezTo>
                <a:close/>
                <a:moveTo>
                  <a:pt x="4519" y="724"/>
                </a:moveTo>
                <a:cubicBezTo>
                  <a:pt x="6489" y="724"/>
                  <a:pt x="8112" y="2231"/>
                  <a:pt x="8293" y="4154"/>
                </a:cubicBezTo>
                <a:lnTo>
                  <a:pt x="5919" y="4154"/>
                </a:lnTo>
                <a:cubicBezTo>
                  <a:pt x="5886" y="4010"/>
                  <a:pt x="5828" y="3874"/>
                  <a:pt x="5754" y="3750"/>
                </a:cubicBezTo>
                <a:lnTo>
                  <a:pt x="6557" y="3107"/>
                </a:lnTo>
                <a:cubicBezTo>
                  <a:pt x="6655" y="3030"/>
                  <a:pt x="6672" y="2886"/>
                  <a:pt x="6593" y="2790"/>
                </a:cubicBezTo>
                <a:cubicBezTo>
                  <a:pt x="6548" y="2734"/>
                  <a:pt x="6482" y="2705"/>
                  <a:pt x="6415" y="2705"/>
                </a:cubicBezTo>
                <a:cubicBezTo>
                  <a:pt x="6366" y="2705"/>
                  <a:pt x="6316" y="2721"/>
                  <a:pt x="6275" y="2754"/>
                </a:cubicBezTo>
                <a:lnTo>
                  <a:pt x="5465" y="3403"/>
                </a:lnTo>
                <a:cubicBezTo>
                  <a:pt x="5211" y="3180"/>
                  <a:pt x="4881" y="3041"/>
                  <a:pt x="4517" y="3041"/>
                </a:cubicBezTo>
                <a:cubicBezTo>
                  <a:pt x="3834" y="3041"/>
                  <a:pt x="3265" y="3517"/>
                  <a:pt x="3117" y="4156"/>
                </a:cubicBezTo>
                <a:lnTo>
                  <a:pt x="741" y="4156"/>
                </a:lnTo>
                <a:cubicBezTo>
                  <a:pt x="922" y="2233"/>
                  <a:pt x="2547" y="724"/>
                  <a:pt x="4519" y="724"/>
                </a:cubicBezTo>
                <a:close/>
                <a:moveTo>
                  <a:pt x="4516" y="1"/>
                </a:moveTo>
                <a:cubicBezTo>
                  <a:pt x="2027" y="1"/>
                  <a:pt x="0" y="2025"/>
                  <a:pt x="0" y="4517"/>
                </a:cubicBezTo>
                <a:cubicBezTo>
                  <a:pt x="0" y="4716"/>
                  <a:pt x="162" y="4876"/>
                  <a:pt x="359" y="4876"/>
                </a:cubicBezTo>
                <a:lnTo>
                  <a:pt x="8669" y="4876"/>
                </a:lnTo>
                <a:cubicBezTo>
                  <a:pt x="8867" y="4876"/>
                  <a:pt x="9028" y="4716"/>
                  <a:pt x="9028" y="4517"/>
                </a:cubicBezTo>
                <a:cubicBezTo>
                  <a:pt x="9033" y="2025"/>
                  <a:pt x="7007" y="1"/>
                  <a:pt x="451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0" name="Google Shape;3390;p98"/>
          <p:cNvSpPr/>
          <p:nvPr/>
        </p:nvSpPr>
        <p:spPr>
          <a:xfrm>
            <a:off x="1224135" y="1010107"/>
            <a:ext cx="336985" cy="27172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1" name="Google Shape;3391;p98"/>
          <p:cNvSpPr/>
          <p:nvPr/>
        </p:nvSpPr>
        <p:spPr>
          <a:xfrm>
            <a:off x="2047673" y="1039938"/>
            <a:ext cx="274314" cy="212077"/>
          </a:xfrm>
          <a:custGeom>
            <a:rect b="b" l="l" r="r" t="t"/>
            <a:pathLst>
              <a:path extrusionOk="0" h="7023" w="9084">
                <a:moveTo>
                  <a:pt x="5618" y="1718"/>
                </a:moveTo>
                <a:lnTo>
                  <a:pt x="1862" y="3913"/>
                </a:lnTo>
                <a:lnTo>
                  <a:pt x="1064" y="3185"/>
                </a:lnTo>
                <a:lnTo>
                  <a:pt x="5618" y="1718"/>
                </a:lnTo>
                <a:close/>
                <a:moveTo>
                  <a:pt x="6968" y="1457"/>
                </a:moveTo>
                <a:lnTo>
                  <a:pt x="2719" y="4675"/>
                </a:lnTo>
                <a:cubicBezTo>
                  <a:pt x="2658" y="4691"/>
                  <a:pt x="2602" y="4716"/>
                  <a:pt x="2556" y="4765"/>
                </a:cubicBezTo>
                <a:cubicBezTo>
                  <a:pt x="2410" y="4921"/>
                  <a:pt x="2254" y="5083"/>
                  <a:pt x="2110" y="5233"/>
                </a:cubicBezTo>
                <a:cubicBezTo>
                  <a:pt x="2121" y="4960"/>
                  <a:pt x="2136" y="4649"/>
                  <a:pt x="2152" y="4357"/>
                </a:cubicBezTo>
                <a:cubicBezTo>
                  <a:pt x="2154" y="4329"/>
                  <a:pt x="2152" y="4300"/>
                  <a:pt x="2148" y="4275"/>
                </a:cubicBezTo>
                <a:lnTo>
                  <a:pt x="6968" y="1457"/>
                </a:lnTo>
                <a:close/>
                <a:moveTo>
                  <a:pt x="7431" y="1672"/>
                </a:moveTo>
                <a:lnTo>
                  <a:pt x="4550" y="6125"/>
                </a:lnTo>
                <a:lnTo>
                  <a:pt x="3197" y="4879"/>
                </a:lnTo>
                <a:lnTo>
                  <a:pt x="7431" y="1672"/>
                </a:lnTo>
                <a:close/>
                <a:moveTo>
                  <a:pt x="8704" y="0"/>
                </a:moveTo>
                <a:cubicBezTo>
                  <a:pt x="8668" y="0"/>
                  <a:pt x="8632" y="5"/>
                  <a:pt x="8597" y="16"/>
                </a:cubicBezTo>
                <a:lnTo>
                  <a:pt x="265" y="2697"/>
                </a:lnTo>
                <a:cubicBezTo>
                  <a:pt x="144" y="2737"/>
                  <a:pt x="55" y="2836"/>
                  <a:pt x="27" y="2959"/>
                </a:cubicBezTo>
                <a:cubicBezTo>
                  <a:pt x="0" y="3081"/>
                  <a:pt x="42" y="3212"/>
                  <a:pt x="134" y="3295"/>
                </a:cubicBezTo>
                <a:lnTo>
                  <a:pt x="1436" y="4482"/>
                </a:lnTo>
                <a:cubicBezTo>
                  <a:pt x="1340" y="6216"/>
                  <a:pt x="1365" y="6235"/>
                  <a:pt x="1534" y="6364"/>
                </a:cubicBezTo>
                <a:cubicBezTo>
                  <a:pt x="1597" y="6413"/>
                  <a:pt x="1674" y="6439"/>
                  <a:pt x="1752" y="6439"/>
                </a:cubicBezTo>
                <a:cubicBezTo>
                  <a:pt x="1789" y="6439"/>
                  <a:pt x="1827" y="6433"/>
                  <a:pt x="1862" y="6421"/>
                </a:cubicBezTo>
                <a:cubicBezTo>
                  <a:pt x="1953" y="6391"/>
                  <a:pt x="1993" y="6378"/>
                  <a:pt x="2828" y="5502"/>
                </a:cubicBezTo>
                <a:lnTo>
                  <a:pt x="4376" y="6929"/>
                </a:lnTo>
                <a:cubicBezTo>
                  <a:pt x="4440" y="6991"/>
                  <a:pt x="4528" y="7022"/>
                  <a:pt x="4616" y="7022"/>
                </a:cubicBezTo>
                <a:cubicBezTo>
                  <a:pt x="4630" y="7022"/>
                  <a:pt x="4645" y="7021"/>
                  <a:pt x="4660" y="7018"/>
                </a:cubicBezTo>
                <a:cubicBezTo>
                  <a:pt x="4764" y="7004"/>
                  <a:pt x="4858" y="6948"/>
                  <a:pt x="4913" y="6859"/>
                </a:cubicBezTo>
                <a:lnTo>
                  <a:pt x="9004" y="548"/>
                </a:lnTo>
                <a:cubicBezTo>
                  <a:pt x="9084" y="422"/>
                  <a:pt x="9078" y="258"/>
                  <a:pt x="8987" y="140"/>
                </a:cubicBezTo>
                <a:cubicBezTo>
                  <a:pt x="8918" y="50"/>
                  <a:pt x="8813" y="0"/>
                  <a:pt x="870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2" name="Google Shape;3392;p98"/>
          <p:cNvSpPr/>
          <p:nvPr/>
        </p:nvSpPr>
        <p:spPr>
          <a:xfrm>
            <a:off x="2885312" y="996666"/>
            <a:ext cx="183413" cy="298603"/>
          </a:xfrm>
          <a:custGeom>
            <a:rect b="b" l="l" r="r" t="t"/>
            <a:pathLst>
              <a:path extrusionOk="0" h="8990" w="5522">
                <a:moveTo>
                  <a:pt x="3039" y="708"/>
                </a:moveTo>
                <a:lnTo>
                  <a:pt x="2294" y="2449"/>
                </a:lnTo>
                <a:cubicBezTo>
                  <a:pt x="2246" y="2557"/>
                  <a:pt x="2258" y="2683"/>
                  <a:pt x="2323" y="2783"/>
                </a:cubicBezTo>
                <a:cubicBezTo>
                  <a:pt x="2387" y="2882"/>
                  <a:pt x="2499" y="2942"/>
                  <a:pt x="2617" y="2942"/>
                </a:cubicBezTo>
                <a:lnTo>
                  <a:pt x="4583" y="2942"/>
                </a:lnTo>
                <a:lnTo>
                  <a:pt x="2747" y="6694"/>
                </a:lnTo>
                <a:lnTo>
                  <a:pt x="2972" y="4538"/>
                </a:lnTo>
                <a:cubicBezTo>
                  <a:pt x="2984" y="4439"/>
                  <a:pt x="2950" y="4341"/>
                  <a:pt x="2883" y="4266"/>
                </a:cubicBezTo>
                <a:cubicBezTo>
                  <a:pt x="2816" y="4192"/>
                  <a:pt x="2720" y="4149"/>
                  <a:pt x="2620" y="4149"/>
                </a:cubicBezTo>
                <a:lnTo>
                  <a:pt x="784" y="4149"/>
                </a:lnTo>
                <a:lnTo>
                  <a:pt x="1354" y="708"/>
                </a:lnTo>
                <a:close/>
                <a:moveTo>
                  <a:pt x="1055" y="0"/>
                </a:moveTo>
                <a:cubicBezTo>
                  <a:pt x="883" y="0"/>
                  <a:pt x="735" y="125"/>
                  <a:pt x="706" y="296"/>
                </a:cubicBezTo>
                <a:lnTo>
                  <a:pt x="17" y="4442"/>
                </a:lnTo>
                <a:cubicBezTo>
                  <a:pt x="1" y="4544"/>
                  <a:pt x="29" y="4649"/>
                  <a:pt x="97" y="4730"/>
                </a:cubicBezTo>
                <a:cubicBezTo>
                  <a:pt x="164" y="4810"/>
                  <a:pt x="262" y="4854"/>
                  <a:pt x="366" y="4854"/>
                </a:cubicBezTo>
                <a:lnTo>
                  <a:pt x="2227" y="4854"/>
                </a:lnTo>
                <a:lnTo>
                  <a:pt x="1833" y="8599"/>
                </a:lnTo>
                <a:cubicBezTo>
                  <a:pt x="1814" y="8770"/>
                  <a:pt x="1922" y="8931"/>
                  <a:pt x="2087" y="8977"/>
                </a:cubicBezTo>
                <a:cubicBezTo>
                  <a:pt x="2120" y="8985"/>
                  <a:pt x="2153" y="8990"/>
                  <a:pt x="2185" y="8990"/>
                </a:cubicBezTo>
                <a:cubicBezTo>
                  <a:pt x="2317" y="8990"/>
                  <a:pt x="2444" y="8916"/>
                  <a:pt x="2503" y="8791"/>
                </a:cubicBezTo>
                <a:lnTo>
                  <a:pt x="5469" y="2740"/>
                </a:lnTo>
                <a:cubicBezTo>
                  <a:pt x="5522" y="2634"/>
                  <a:pt x="5518" y="2504"/>
                  <a:pt x="5452" y="2400"/>
                </a:cubicBezTo>
                <a:cubicBezTo>
                  <a:pt x="5387" y="2296"/>
                  <a:pt x="5274" y="2233"/>
                  <a:pt x="5152" y="2233"/>
                </a:cubicBezTo>
                <a:lnTo>
                  <a:pt x="3156" y="2233"/>
                </a:lnTo>
                <a:lnTo>
                  <a:pt x="3902" y="495"/>
                </a:lnTo>
                <a:cubicBezTo>
                  <a:pt x="3949" y="385"/>
                  <a:pt x="3938" y="258"/>
                  <a:pt x="3872" y="160"/>
                </a:cubicBezTo>
                <a:cubicBezTo>
                  <a:pt x="3808" y="61"/>
                  <a:pt x="3697" y="0"/>
                  <a:pt x="3578"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3" name="Google Shape;3393;p98"/>
          <p:cNvSpPr txBox="1"/>
          <p:nvPr/>
        </p:nvSpPr>
        <p:spPr>
          <a:xfrm>
            <a:off x="2755472"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Speed</a:t>
            </a:r>
            <a:endParaRPr sz="1800">
              <a:solidFill>
                <a:srgbClr val="252525"/>
              </a:solidFill>
              <a:latin typeface="Arial"/>
              <a:ea typeface="Arial"/>
              <a:cs typeface="Arial"/>
              <a:sym typeface="Arial"/>
            </a:endParaRPr>
          </a:p>
        </p:txBody>
      </p:sp>
      <p:sp>
        <p:nvSpPr>
          <p:cNvPr id="3394" name="Google Shape;3394;p98"/>
          <p:cNvSpPr/>
          <p:nvPr/>
        </p:nvSpPr>
        <p:spPr>
          <a:xfrm>
            <a:off x="2869587" y="1841218"/>
            <a:ext cx="214863" cy="151851"/>
          </a:xfrm>
          <a:custGeom>
            <a:rect b="b" l="l" r="r" t="t"/>
            <a:pathLst>
              <a:path extrusionOk="0" h="6085" w="8610">
                <a:moveTo>
                  <a:pt x="1650" y="650"/>
                </a:moveTo>
                <a:cubicBezTo>
                  <a:pt x="1528" y="1140"/>
                  <a:pt x="1142" y="1526"/>
                  <a:pt x="652" y="1648"/>
                </a:cubicBezTo>
                <a:lnTo>
                  <a:pt x="652" y="650"/>
                </a:lnTo>
                <a:close/>
                <a:moveTo>
                  <a:pt x="7959" y="650"/>
                </a:moveTo>
                <a:lnTo>
                  <a:pt x="7959" y="1648"/>
                </a:lnTo>
                <a:cubicBezTo>
                  <a:pt x="7471" y="1526"/>
                  <a:pt x="7085" y="1140"/>
                  <a:pt x="6963" y="650"/>
                </a:cubicBezTo>
                <a:close/>
                <a:moveTo>
                  <a:pt x="2147" y="2053"/>
                </a:moveTo>
                <a:cubicBezTo>
                  <a:pt x="1971" y="2053"/>
                  <a:pt x="1828" y="2194"/>
                  <a:pt x="1828" y="2371"/>
                </a:cubicBezTo>
                <a:cubicBezTo>
                  <a:pt x="1828" y="2547"/>
                  <a:pt x="1971" y="2690"/>
                  <a:pt x="2147" y="2690"/>
                </a:cubicBezTo>
                <a:cubicBezTo>
                  <a:pt x="2321" y="2690"/>
                  <a:pt x="2464" y="2546"/>
                  <a:pt x="2464" y="2371"/>
                </a:cubicBezTo>
                <a:cubicBezTo>
                  <a:pt x="2464" y="2197"/>
                  <a:pt x="2323" y="2053"/>
                  <a:pt x="2147" y="2053"/>
                </a:cubicBezTo>
                <a:close/>
                <a:moveTo>
                  <a:pt x="6443" y="2053"/>
                </a:moveTo>
                <a:cubicBezTo>
                  <a:pt x="6270" y="2053"/>
                  <a:pt x="6127" y="2194"/>
                  <a:pt x="6127" y="2371"/>
                </a:cubicBezTo>
                <a:cubicBezTo>
                  <a:pt x="6127" y="2547"/>
                  <a:pt x="6270" y="2690"/>
                  <a:pt x="6443" y="2690"/>
                </a:cubicBezTo>
                <a:cubicBezTo>
                  <a:pt x="6619" y="2690"/>
                  <a:pt x="6761" y="2546"/>
                  <a:pt x="6761" y="2371"/>
                </a:cubicBezTo>
                <a:cubicBezTo>
                  <a:pt x="6761" y="2197"/>
                  <a:pt x="6619" y="2053"/>
                  <a:pt x="6443" y="2053"/>
                </a:cubicBezTo>
                <a:close/>
                <a:moveTo>
                  <a:pt x="4308" y="1284"/>
                </a:moveTo>
                <a:cubicBezTo>
                  <a:pt x="4920" y="1284"/>
                  <a:pt x="5417" y="1781"/>
                  <a:pt x="5417" y="2393"/>
                </a:cubicBezTo>
                <a:cubicBezTo>
                  <a:pt x="5417" y="3006"/>
                  <a:pt x="4920" y="3502"/>
                  <a:pt x="4306" y="3502"/>
                </a:cubicBezTo>
                <a:cubicBezTo>
                  <a:pt x="3695" y="3502"/>
                  <a:pt x="3196" y="3006"/>
                  <a:pt x="3196" y="2393"/>
                </a:cubicBezTo>
                <a:cubicBezTo>
                  <a:pt x="3196" y="1781"/>
                  <a:pt x="3695" y="1284"/>
                  <a:pt x="4308" y="1284"/>
                </a:cubicBezTo>
                <a:close/>
                <a:moveTo>
                  <a:pt x="4306" y="869"/>
                </a:moveTo>
                <a:cubicBezTo>
                  <a:pt x="3465" y="869"/>
                  <a:pt x="2780" y="1554"/>
                  <a:pt x="2780" y="2394"/>
                </a:cubicBezTo>
                <a:cubicBezTo>
                  <a:pt x="2780" y="3236"/>
                  <a:pt x="3465" y="3921"/>
                  <a:pt x="4308" y="3921"/>
                </a:cubicBezTo>
                <a:cubicBezTo>
                  <a:pt x="5150" y="3921"/>
                  <a:pt x="5834" y="3236"/>
                  <a:pt x="5834" y="2394"/>
                </a:cubicBezTo>
                <a:cubicBezTo>
                  <a:pt x="5834" y="1554"/>
                  <a:pt x="5150" y="869"/>
                  <a:pt x="4306" y="869"/>
                </a:cubicBezTo>
                <a:close/>
                <a:moveTo>
                  <a:pt x="652" y="3141"/>
                </a:moveTo>
                <a:cubicBezTo>
                  <a:pt x="1142" y="3262"/>
                  <a:pt x="1528" y="3648"/>
                  <a:pt x="1648" y="4138"/>
                </a:cubicBezTo>
                <a:lnTo>
                  <a:pt x="652" y="4138"/>
                </a:lnTo>
                <a:lnTo>
                  <a:pt x="652" y="3141"/>
                </a:lnTo>
                <a:close/>
                <a:moveTo>
                  <a:pt x="6538" y="650"/>
                </a:moveTo>
                <a:cubicBezTo>
                  <a:pt x="6672" y="1370"/>
                  <a:pt x="7239" y="1939"/>
                  <a:pt x="7959" y="2072"/>
                </a:cubicBezTo>
                <a:lnTo>
                  <a:pt x="7959" y="2717"/>
                </a:lnTo>
                <a:cubicBezTo>
                  <a:pt x="7239" y="2850"/>
                  <a:pt x="6672" y="3418"/>
                  <a:pt x="6538" y="4138"/>
                </a:cubicBezTo>
                <a:lnTo>
                  <a:pt x="2075" y="4138"/>
                </a:lnTo>
                <a:cubicBezTo>
                  <a:pt x="1941" y="3418"/>
                  <a:pt x="1372" y="2850"/>
                  <a:pt x="652" y="2717"/>
                </a:cubicBezTo>
                <a:lnTo>
                  <a:pt x="652" y="2072"/>
                </a:lnTo>
                <a:cubicBezTo>
                  <a:pt x="1372" y="1939"/>
                  <a:pt x="1941" y="1370"/>
                  <a:pt x="2075" y="650"/>
                </a:cubicBezTo>
                <a:close/>
                <a:moveTo>
                  <a:pt x="7959" y="3141"/>
                </a:moveTo>
                <a:lnTo>
                  <a:pt x="7959" y="4138"/>
                </a:lnTo>
                <a:lnTo>
                  <a:pt x="6963" y="4138"/>
                </a:lnTo>
                <a:cubicBezTo>
                  <a:pt x="7085" y="3648"/>
                  <a:pt x="7471" y="3262"/>
                  <a:pt x="7959" y="3141"/>
                </a:cubicBezTo>
                <a:close/>
                <a:moveTo>
                  <a:pt x="325" y="1"/>
                </a:moveTo>
                <a:cubicBezTo>
                  <a:pt x="146" y="1"/>
                  <a:pt x="0" y="145"/>
                  <a:pt x="0" y="326"/>
                </a:cubicBezTo>
                <a:lnTo>
                  <a:pt x="0" y="4464"/>
                </a:lnTo>
                <a:cubicBezTo>
                  <a:pt x="0" y="4644"/>
                  <a:pt x="146" y="4790"/>
                  <a:pt x="325" y="4790"/>
                </a:cubicBezTo>
                <a:lnTo>
                  <a:pt x="8285" y="4790"/>
                </a:lnTo>
                <a:cubicBezTo>
                  <a:pt x="8464" y="4790"/>
                  <a:pt x="8610" y="4644"/>
                  <a:pt x="8610" y="4464"/>
                </a:cubicBezTo>
                <a:lnTo>
                  <a:pt x="8610" y="326"/>
                </a:lnTo>
                <a:cubicBezTo>
                  <a:pt x="8610" y="145"/>
                  <a:pt x="8466" y="1"/>
                  <a:pt x="8285" y="1"/>
                </a:cubicBezTo>
                <a:close/>
                <a:moveTo>
                  <a:pt x="689" y="5088"/>
                </a:moveTo>
                <a:cubicBezTo>
                  <a:pt x="575" y="5088"/>
                  <a:pt x="481" y="5182"/>
                  <a:pt x="481" y="5296"/>
                </a:cubicBezTo>
                <a:cubicBezTo>
                  <a:pt x="481" y="5412"/>
                  <a:pt x="575" y="5504"/>
                  <a:pt x="689" y="5504"/>
                </a:cubicBezTo>
                <a:lnTo>
                  <a:pt x="7921" y="5504"/>
                </a:lnTo>
                <a:cubicBezTo>
                  <a:pt x="8037" y="5504"/>
                  <a:pt x="8129" y="5412"/>
                  <a:pt x="8129" y="5296"/>
                </a:cubicBezTo>
                <a:cubicBezTo>
                  <a:pt x="8129" y="5182"/>
                  <a:pt x="8037" y="5088"/>
                  <a:pt x="7921" y="5088"/>
                </a:cubicBezTo>
                <a:close/>
                <a:moveTo>
                  <a:pt x="1289" y="5825"/>
                </a:moveTo>
                <a:cubicBezTo>
                  <a:pt x="1216" y="5825"/>
                  <a:pt x="1160" y="5883"/>
                  <a:pt x="1160" y="5955"/>
                </a:cubicBezTo>
                <a:cubicBezTo>
                  <a:pt x="1160" y="6028"/>
                  <a:pt x="1216" y="6085"/>
                  <a:pt x="1289" y="6085"/>
                </a:cubicBezTo>
                <a:lnTo>
                  <a:pt x="7324" y="6085"/>
                </a:lnTo>
                <a:cubicBezTo>
                  <a:pt x="7397" y="6085"/>
                  <a:pt x="7453" y="6028"/>
                  <a:pt x="7453" y="5955"/>
                </a:cubicBezTo>
                <a:cubicBezTo>
                  <a:pt x="7453" y="5883"/>
                  <a:pt x="7397" y="5825"/>
                  <a:pt x="7324" y="582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5" name="Google Shape;3395;p98"/>
          <p:cNvSpPr txBox="1"/>
          <p:nvPr/>
        </p:nvSpPr>
        <p:spPr>
          <a:xfrm>
            <a:off x="2771356" y="2157573"/>
            <a:ext cx="4113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Finance Option</a:t>
            </a:r>
            <a:endParaRPr sz="1800">
              <a:solidFill>
                <a:srgbClr val="252525"/>
              </a:solidFill>
              <a:latin typeface="Arial"/>
              <a:ea typeface="Arial"/>
              <a:cs typeface="Arial"/>
              <a:sym typeface="Arial"/>
            </a:endParaRPr>
          </a:p>
        </p:txBody>
      </p:sp>
      <p:sp>
        <p:nvSpPr>
          <p:cNvPr id="3396" name="Google Shape;3396;p98"/>
          <p:cNvSpPr/>
          <p:nvPr/>
        </p:nvSpPr>
        <p:spPr>
          <a:xfrm>
            <a:off x="5208101" y="985791"/>
            <a:ext cx="291021" cy="320361"/>
          </a:xfrm>
          <a:custGeom>
            <a:rect b="b" l="l" r="r" t="t"/>
            <a:pathLst>
              <a:path extrusionOk="0" h="8768" w="7965">
                <a:moveTo>
                  <a:pt x="5417" y="4184"/>
                </a:moveTo>
                <a:lnTo>
                  <a:pt x="5057" y="4392"/>
                </a:lnTo>
                <a:lnTo>
                  <a:pt x="5417" y="4598"/>
                </a:lnTo>
                <a:cubicBezTo>
                  <a:pt x="5507" y="4650"/>
                  <a:pt x="5540" y="4766"/>
                  <a:pt x="5485" y="4857"/>
                </a:cubicBezTo>
                <a:cubicBezTo>
                  <a:pt x="5433" y="4947"/>
                  <a:pt x="5317" y="4977"/>
                  <a:pt x="5225" y="4925"/>
                </a:cubicBezTo>
                <a:lnTo>
                  <a:pt x="4579" y="4554"/>
                </a:lnTo>
                <a:cubicBezTo>
                  <a:pt x="4536" y="4530"/>
                  <a:pt x="4506" y="4491"/>
                  <a:pt x="4494" y="4447"/>
                </a:cubicBezTo>
                <a:cubicBezTo>
                  <a:pt x="4488" y="4426"/>
                  <a:pt x="4485" y="4405"/>
                  <a:pt x="4485" y="4384"/>
                </a:cubicBezTo>
                <a:cubicBezTo>
                  <a:pt x="4485" y="4370"/>
                  <a:pt x="4487" y="4355"/>
                  <a:pt x="4493" y="4340"/>
                </a:cubicBezTo>
                <a:cubicBezTo>
                  <a:pt x="4505" y="4294"/>
                  <a:pt x="4534" y="4254"/>
                  <a:pt x="4579" y="4227"/>
                </a:cubicBezTo>
                <a:lnTo>
                  <a:pt x="5225" y="3856"/>
                </a:lnTo>
                <a:cubicBezTo>
                  <a:pt x="5317" y="3804"/>
                  <a:pt x="5431" y="3835"/>
                  <a:pt x="5485" y="3924"/>
                </a:cubicBezTo>
                <a:cubicBezTo>
                  <a:pt x="5540" y="4016"/>
                  <a:pt x="5507" y="4132"/>
                  <a:pt x="5417" y="4184"/>
                </a:cubicBezTo>
                <a:close/>
                <a:moveTo>
                  <a:pt x="5075" y="5189"/>
                </a:moveTo>
                <a:lnTo>
                  <a:pt x="4429" y="4818"/>
                </a:lnTo>
                <a:cubicBezTo>
                  <a:pt x="4393" y="4797"/>
                  <a:pt x="4356" y="4790"/>
                  <a:pt x="4319" y="4793"/>
                </a:cubicBezTo>
                <a:cubicBezTo>
                  <a:pt x="4221" y="4800"/>
                  <a:pt x="4142" y="4882"/>
                  <a:pt x="4142" y="4981"/>
                </a:cubicBezTo>
                <a:lnTo>
                  <a:pt x="4142" y="5724"/>
                </a:lnTo>
                <a:cubicBezTo>
                  <a:pt x="4142" y="5828"/>
                  <a:pt x="4229" y="5912"/>
                  <a:pt x="4332" y="5912"/>
                </a:cubicBezTo>
                <a:cubicBezTo>
                  <a:pt x="4438" y="5912"/>
                  <a:pt x="4521" y="5828"/>
                  <a:pt x="4521" y="5724"/>
                </a:cubicBezTo>
                <a:lnTo>
                  <a:pt x="4521" y="5308"/>
                </a:lnTo>
                <a:lnTo>
                  <a:pt x="4883" y="5516"/>
                </a:lnTo>
                <a:cubicBezTo>
                  <a:pt x="4974" y="5568"/>
                  <a:pt x="5090" y="5538"/>
                  <a:pt x="5143" y="5446"/>
                </a:cubicBezTo>
                <a:cubicBezTo>
                  <a:pt x="5198" y="5357"/>
                  <a:pt x="5166" y="5243"/>
                  <a:pt x="5075" y="5189"/>
                </a:cubicBezTo>
                <a:close/>
                <a:moveTo>
                  <a:pt x="4331" y="4318"/>
                </a:moveTo>
                <a:lnTo>
                  <a:pt x="4062" y="4050"/>
                </a:lnTo>
                <a:cubicBezTo>
                  <a:pt x="4055" y="4043"/>
                  <a:pt x="4040" y="4035"/>
                  <a:pt x="4028" y="4035"/>
                </a:cubicBezTo>
                <a:lnTo>
                  <a:pt x="4010" y="4035"/>
                </a:lnTo>
                <a:lnTo>
                  <a:pt x="3970" y="4035"/>
                </a:lnTo>
                <a:lnTo>
                  <a:pt x="3951" y="4035"/>
                </a:lnTo>
                <a:cubicBezTo>
                  <a:pt x="3939" y="4035"/>
                  <a:pt x="3924" y="4041"/>
                  <a:pt x="3917" y="4050"/>
                </a:cubicBezTo>
                <a:lnTo>
                  <a:pt x="3649" y="4318"/>
                </a:lnTo>
                <a:cubicBezTo>
                  <a:pt x="3642" y="4325"/>
                  <a:pt x="3636" y="4340"/>
                  <a:pt x="3636" y="4352"/>
                </a:cubicBezTo>
                <a:lnTo>
                  <a:pt x="3636" y="4370"/>
                </a:lnTo>
                <a:lnTo>
                  <a:pt x="3636" y="4410"/>
                </a:lnTo>
                <a:lnTo>
                  <a:pt x="3636" y="4429"/>
                </a:lnTo>
                <a:cubicBezTo>
                  <a:pt x="3636" y="4441"/>
                  <a:pt x="3642" y="4456"/>
                  <a:pt x="3649" y="4463"/>
                </a:cubicBezTo>
                <a:lnTo>
                  <a:pt x="3917" y="4730"/>
                </a:lnTo>
                <a:cubicBezTo>
                  <a:pt x="3924" y="4738"/>
                  <a:pt x="3939" y="4745"/>
                  <a:pt x="3951" y="4745"/>
                </a:cubicBezTo>
                <a:lnTo>
                  <a:pt x="3970" y="4745"/>
                </a:lnTo>
                <a:lnTo>
                  <a:pt x="4010" y="4745"/>
                </a:lnTo>
                <a:lnTo>
                  <a:pt x="4028" y="4745"/>
                </a:lnTo>
                <a:cubicBezTo>
                  <a:pt x="4040" y="4745"/>
                  <a:pt x="4055" y="4739"/>
                  <a:pt x="4062" y="4730"/>
                </a:cubicBezTo>
                <a:lnTo>
                  <a:pt x="4331" y="4463"/>
                </a:lnTo>
                <a:cubicBezTo>
                  <a:pt x="4338" y="4456"/>
                  <a:pt x="4344" y="4441"/>
                  <a:pt x="4344" y="4429"/>
                </a:cubicBezTo>
                <a:lnTo>
                  <a:pt x="4344" y="4410"/>
                </a:lnTo>
                <a:lnTo>
                  <a:pt x="4344" y="4370"/>
                </a:lnTo>
                <a:lnTo>
                  <a:pt x="4344" y="4352"/>
                </a:lnTo>
                <a:cubicBezTo>
                  <a:pt x="4344" y="4340"/>
                  <a:pt x="4338" y="4325"/>
                  <a:pt x="4331" y="4318"/>
                </a:cubicBezTo>
                <a:close/>
                <a:moveTo>
                  <a:pt x="4116" y="4392"/>
                </a:moveTo>
                <a:cubicBezTo>
                  <a:pt x="4116" y="4404"/>
                  <a:pt x="4108" y="4419"/>
                  <a:pt x="4101" y="4426"/>
                </a:cubicBezTo>
                <a:lnTo>
                  <a:pt x="4022" y="4503"/>
                </a:lnTo>
                <a:cubicBezTo>
                  <a:pt x="4015" y="4511"/>
                  <a:pt x="4000" y="4518"/>
                  <a:pt x="3989" y="4518"/>
                </a:cubicBezTo>
                <a:lnTo>
                  <a:pt x="3985" y="4518"/>
                </a:lnTo>
                <a:cubicBezTo>
                  <a:pt x="3975" y="4518"/>
                  <a:pt x="3960" y="4514"/>
                  <a:pt x="3952" y="4503"/>
                </a:cubicBezTo>
                <a:lnTo>
                  <a:pt x="3874" y="4426"/>
                </a:lnTo>
                <a:cubicBezTo>
                  <a:pt x="3866" y="4419"/>
                  <a:pt x="3862" y="4404"/>
                  <a:pt x="3862" y="4392"/>
                </a:cubicBezTo>
                <a:lnTo>
                  <a:pt x="3862" y="4389"/>
                </a:lnTo>
                <a:cubicBezTo>
                  <a:pt x="3862" y="4377"/>
                  <a:pt x="3866" y="4362"/>
                  <a:pt x="3874" y="4355"/>
                </a:cubicBezTo>
                <a:lnTo>
                  <a:pt x="3952" y="4279"/>
                </a:lnTo>
                <a:cubicBezTo>
                  <a:pt x="3960" y="4272"/>
                  <a:pt x="3975" y="4264"/>
                  <a:pt x="3985" y="4264"/>
                </a:cubicBezTo>
                <a:lnTo>
                  <a:pt x="3989" y="4264"/>
                </a:lnTo>
                <a:cubicBezTo>
                  <a:pt x="4000" y="4264"/>
                  <a:pt x="4015" y="4270"/>
                  <a:pt x="4022" y="4279"/>
                </a:cubicBezTo>
                <a:lnTo>
                  <a:pt x="4101" y="4355"/>
                </a:lnTo>
                <a:cubicBezTo>
                  <a:pt x="4108" y="4362"/>
                  <a:pt x="4116" y="4377"/>
                  <a:pt x="4116" y="4389"/>
                </a:cubicBezTo>
                <a:close/>
                <a:moveTo>
                  <a:pt x="2904" y="3593"/>
                </a:moveTo>
                <a:lnTo>
                  <a:pt x="3550" y="3964"/>
                </a:lnTo>
                <a:cubicBezTo>
                  <a:pt x="3584" y="3983"/>
                  <a:pt x="3621" y="3991"/>
                  <a:pt x="3658" y="3988"/>
                </a:cubicBezTo>
                <a:cubicBezTo>
                  <a:pt x="3758" y="3981"/>
                  <a:pt x="3835" y="3899"/>
                  <a:pt x="3835" y="3798"/>
                </a:cubicBezTo>
                <a:lnTo>
                  <a:pt x="3835" y="3055"/>
                </a:lnTo>
                <a:cubicBezTo>
                  <a:pt x="3835" y="2951"/>
                  <a:pt x="3750" y="2867"/>
                  <a:pt x="3646" y="2867"/>
                </a:cubicBezTo>
                <a:cubicBezTo>
                  <a:pt x="3540" y="2867"/>
                  <a:pt x="3456" y="2951"/>
                  <a:pt x="3456" y="3055"/>
                </a:cubicBezTo>
                <a:lnTo>
                  <a:pt x="3456" y="3471"/>
                </a:lnTo>
                <a:lnTo>
                  <a:pt x="3094" y="3263"/>
                </a:lnTo>
                <a:cubicBezTo>
                  <a:pt x="3003" y="3211"/>
                  <a:pt x="2889" y="3242"/>
                  <a:pt x="2834" y="3332"/>
                </a:cubicBezTo>
                <a:cubicBezTo>
                  <a:pt x="2781" y="3425"/>
                  <a:pt x="2812" y="3541"/>
                  <a:pt x="2904" y="3593"/>
                </a:cubicBezTo>
                <a:close/>
                <a:moveTo>
                  <a:pt x="4319" y="3988"/>
                </a:moveTo>
                <a:cubicBezTo>
                  <a:pt x="4356" y="3991"/>
                  <a:pt x="4395" y="3982"/>
                  <a:pt x="4429" y="3964"/>
                </a:cubicBezTo>
                <a:lnTo>
                  <a:pt x="5075" y="3593"/>
                </a:lnTo>
                <a:cubicBezTo>
                  <a:pt x="5166" y="3541"/>
                  <a:pt x="5198" y="3425"/>
                  <a:pt x="5143" y="3335"/>
                </a:cubicBezTo>
                <a:cubicBezTo>
                  <a:pt x="5091" y="3244"/>
                  <a:pt x="4975" y="3214"/>
                  <a:pt x="4883" y="3266"/>
                </a:cubicBezTo>
                <a:lnTo>
                  <a:pt x="4523" y="3474"/>
                </a:lnTo>
                <a:lnTo>
                  <a:pt x="4523" y="3058"/>
                </a:lnTo>
                <a:cubicBezTo>
                  <a:pt x="4523" y="2954"/>
                  <a:pt x="4436" y="2868"/>
                  <a:pt x="4332" y="2868"/>
                </a:cubicBezTo>
                <a:cubicBezTo>
                  <a:pt x="4227" y="2868"/>
                  <a:pt x="4144" y="2954"/>
                  <a:pt x="4144" y="3058"/>
                </a:cubicBezTo>
                <a:lnTo>
                  <a:pt x="4144" y="3801"/>
                </a:lnTo>
                <a:cubicBezTo>
                  <a:pt x="4142" y="3899"/>
                  <a:pt x="4221" y="3981"/>
                  <a:pt x="4319" y="3988"/>
                </a:cubicBezTo>
                <a:close/>
                <a:moveTo>
                  <a:pt x="3658" y="4796"/>
                </a:moveTo>
                <a:cubicBezTo>
                  <a:pt x="3621" y="4791"/>
                  <a:pt x="3583" y="4799"/>
                  <a:pt x="3548" y="4820"/>
                </a:cubicBezTo>
                <a:lnTo>
                  <a:pt x="2903" y="5191"/>
                </a:lnTo>
                <a:cubicBezTo>
                  <a:pt x="2812" y="5243"/>
                  <a:pt x="2781" y="5360"/>
                  <a:pt x="2834" y="5449"/>
                </a:cubicBezTo>
                <a:cubicBezTo>
                  <a:pt x="2886" y="5540"/>
                  <a:pt x="3003" y="5569"/>
                  <a:pt x="3094" y="5517"/>
                </a:cubicBezTo>
                <a:lnTo>
                  <a:pt x="3456" y="5310"/>
                </a:lnTo>
                <a:lnTo>
                  <a:pt x="3456" y="5725"/>
                </a:lnTo>
                <a:cubicBezTo>
                  <a:pt x="3456" y="5829"/>
                  <a:pt x="3541" y="5914"/>
                  <a:pt x="3645" y="5914"/>
                </a:cubicBezTo>
                <a:cubicBezTo>
                  <a:pt x="3749" y="5914"/>
                  <a:pt x="3835" y="5829"/>
                  <a:pt x="3835" y="5725"/>
                </a:cubicBezTo>
                <a:lnTo>
                  <a:pt x="3835" y="4983"/>
                </a:lnTo>
                <a:cubicBezTo>
                  <a:pt x="3835" y="4882"/>
                  <a:pt x="3758" y="4800"/>
                  <a:pt x="3658" y="4796"/>
                </a:cubicBezTo>
                <a:close/>
                <a:moveTo>
                  <a:pt x="3485" y="4447"/>
                </a:moveTo>
                <a:cubicBezTo>
                  <a:pt x="3491" y="4426"/>
                  <a:pt x="3494" y="4405"/>
                  <a:pt x="3494" y="4384"/>
                </a:cubicBezTo>
                <a:cubicBezTo>
                  <a:pt x="3494" y="4370"/>
                  <a:pt x="3492" y="4355"/>
                  <a:pt x="3486" y="4340"/>
                </a:cubicBezTo>
                <a:cubicBezTo>
                  <a:pt x="3473" y="4294"/>
                  <a:pt x="3443" y="4254"/>
                  <a:pt x="3397" y="4227"/>
                </a:cubicBezTo>
                <a:lnTo>
                  <a:pt x="2751" y="3856"/>
                </a:lnTo>
                <a:cubicBezTo>
                  <a:pt x="2660" y="3804"/>
                  <a:pt x="2543" y="3835"/>
                  <a:pt x="2491" y="3924"/>
                </a:cubicBezTo>
                <a:cubicBezTo>
                  <a:pt x="2439" y="4016"/>
                  <a:pt x="2469" y="4130"/>
                  <a:pt x="2559" y="4182"/>
                </a:cubicBezTo>
                <a:lnTo>
                  <a:pt x="2920" y="4390"/>
                </a:lnTo>
                <a:lnTo>
                  <a:pt x="2559" y="4597"/>
                </a:lnTo>
                <a:cubicBezTo>
                  <a:pt x="2469" y="4649"/>
                  <a:pt x="2438" y="4763"/>
                  <a:pt x="2491" y="4855"/>
                </a:cubicBezTo>
                <a:cubicBezTo>
                  <a:pt x="2543" y="4946"/>
                  <a:pt x="2660" y="4975"/>
                  <a:pt x="2751" y="4923"/>
                </a:cubicBezTo>
                <a:lnTo>
                  <a:pt x="3397" y="4552"/>
                </a:lnTo>
                <a:cubicBezTo>
                  <a:pt x="3440" y="4530"/>
                  <a:pt x="3470" y="4491"/>
                  <a:pt x="3485" y="4447"/>
                </a:cubicBezTo>
                <a:close/>
                <a:moveTo>
                  <a:pt x="991" y="5155"/>
                </a:moveTo>
                <a:lnTo>
                  <a:pt x="991" y="3617"/>
                </a:lnTo>
                <a:cubicBezTo>
                  <a:pt x="991" y="3498"/>
                  <a:pt x="895" y="3401"/>
                  <a:pt x="776" y="3401"/>
                </a:cubicBezTo>
                <a:cubicBezTo>
                  <a:pt x="657" y="3401"/>
                  <a:pt x="561" y="3498"/>
                  <a:pt x="561" y="3617"/>
                </a:cubicBezTo>
                <a:lnTo>
                  <a:pt x="561" y="5155"/>
                </a:lnTo>
                <a:cubicBezTo>
                  <a:pt x="561" y="5274"/>
                  <a:pt x="657" y="5370"/>
                  <a:pt x="776" y="5370"/>
                </a:cubicBezTo>
                <a:cubicBezTo>
                  <a:pt x="895" y="5370"/>
                  <a:pt x="991" y="5274"/>
                  <a:pt x="991" y="5155"/>
                </a:cubicBezTo>
                <a:close/>
                <a:moveTo>
                  <a:pt x="7406" y="5154"/>
                </a:moveTo>
                <a:lnTo>
                  <a:pt x="7406" y="3630"/>
                </a:lnTo>
                <a:cubicBezTo>
                  <a:pt x="7406" y="3511"/>
                  <a:pt x="7310" y="3415"/>
                  <a:pt x="7191" y="3415"/>
                </a:cubicBezTo>
                <a:cubicBezTo>
                  <a:pt x="7072" y="3415"/>
                  <a:pt x="6976" y="3511"/>
                  <a:pt x="6976" y="3630"/>
                </a:cubicBezTo>
                <a:lnTo>
                  <a:pt x="6976" y="5154"/>
                </a:lnTo>
                <a:cubicBezTo>
                  <a:pt x="6976" y="5272"/>
                  <a:pt x="7072" y="5369"/>
                  <a:pt x="7191" y="5369"/>
                </a:cubicBezTo>
                <a:cubicBezTo>
                  <a:pt x="7310" y="5369"/>
                  <a:pt x="7406" y="5272"/>
                  <a:pt x="7406" y="5154"/>
                </a:cubicBezTo>
                <a:close/>
                <a:moveTo>
                  <a:pt x="3225" y="7650"/>
                </a:moveTo>
                <a:cubicBezTo>
                  <a:pt x="3284" y="7547"/>
                  <a:pt x="3248" y="7417"/>
                  <a:pt x="3146" y="7357"/>
                </a:cubicBezTo>
                <a:lnTo>
                  <a:pt x="1824" y="6594"/>
                </a:lnTo>
                <a:cubicBezTo>
                  <a:pt x="1723" y="6535"/>
                  <a:pt x="1591" y="6570"/>
                  <a:pt x="1532" y="6671"/>
                </a:cubicBezTo>
                <a:cubicBezTo>
                  <a:pt x="1473" y="6774"/>
                  <a:pt x="1507" y="6906"/>
                  <a:pt x="1609" y="6965"/>
                </a:cubicBezTo>
                <a:lnTo>
                  <a:pt x="2931" y="7729"/>
                </a:lnTo>
                <a:cubicBezTo>
                  <a:pt x="2965" y="7748"/>
                  <a:pt x="3002" y="7755"/>
                  <a:pt x="3039" y="7755"/>
                </a:cubicBezTo>
                <a:cubicBezTo>
                  <a:pt x="3113" y="7758"/>
                  <a:pt x="3186" y="7718"/>
                  <a:pt x="3225" y="7650"/>
                </a:cubicBezTo>
                <a:close/>
                <a:moveTo>
                  <a:pt x="6441" y="2102"/>
                </a:moveTo>
                <a:cubicBezTo>
                  <a:pt x="6501" y="2000"/>
                  <a:pt x="6465" y="1867"/>
                  <a:pt x="6364" y="1808"/>
                </a:cubicBezTo>
                <a:lnTo>
                  <a:pt x="5044" y="1048"/>
                </a:lnTo>
                <a:cubicBezTo>
                  <a:pt x="4941" y="988"/>
                  <a:pt x="4809" y="1024"/>
                  <a:pt x="4750" y="1125"/>
                </a:cubicBezTo>
                <a:cubicBezTo>
                  <a:pt x="4690" y="1227"/>
                  <a:pt x="4726" y="1360"/>
                  <a:pt x="4828" y="1419"/>
                </a:cubicBezTo>
                <a:lnTo>
                  <a:pt x="6147" y="2179"/>
                </a:lnTo>
                <a:cubicBezTo>
                  <a:pt x="6181" y="2200"/>
                  <a:pt x="6218" y="2209"/>
                  <a:pt x="6255" y="2209"/>
                </a:cubicBezTo>
                <a:cubicBezTo>
                  <a:pt x="6330" y="2209"/>
                  <a:pt x="6403" y="2170"/>
                  <a:pt x="6441" y="2102"/>
                </a:cubicBezTo>
                <a:close/>
                <a:moveTo>
                  <a:pt x="5038" y="7730"/>
                </a:moveTo>
                <a:lnTo>
                  <a:pt x="6356" y="6968"/>
                </a:lnTo>
                <a:cubicBezTo>
                  <a:pt x="6457" y="6909"/>
                  <a:pt x="6493" y="6778"/>
                  <a:pt x="6434" y="6676"/>
                </a:cubicBezTo>
                <a:cubicBezTo>
                  <a:pt x="6374" y="6573"/>
                  <a:pt x="6242" y="6538"/>
                  <a:pt x="6140" y="6597"/>
                </a:cubicBezTo>
                <a:lnTo>
                  <a:pt x="4823" y="7359"/>
                </a:lnTo>
                <a:cubicBezTo>
                  <a:pt x="4720" y="7418"/>
                  <a:pt x="4684" y="7549"/>
                  <a:pt x="4745" y="7651"/>
                </a:cubicBezTo>
                <a:cubicBezTo>
                  <a:pt x="4784" y="7721"/>
                  <a:pt x="4857" y="7760"/>
                  <a:pt x="4931" y="7760"/>
                </a:cubicBezTo>
                <a:cubicBezTo>
                  <a:pt x="4965" y="7758"/>
                  <a:pt x="5002" y="7748"/>
                  <a:pt x="5038" y="7730"/>
                </a:cubicBezTo>
                <a:close/>
                <a:moveTo>
                  <a:pt x="1824" y="2178"/>
                </a:moveTo>
                <a:lnTo>
                  <a:pt x="3142" y="1419"/>
                </a:lnTo>
                <a:cubicBezTo>
                  <a:pt x="3243" y="1360"/>
                  <a:pt x="3278" y="1227"/>
                  <a:pt x="3219" y="1125"/>
                </a:cubicBezTo>
                <a:cubicBezTo>
                  <a:pt x="3159" y="1024"/>
                  <a:pt x="3027" y="988"/>
                  <a:pt x="2926" y="1048"/>
                </a:cubicBezTo>
                <a:lnTo>
                  <a:pt x="1609" y="1807"/>
                </a:lnTo>
                <a:cubicBezTo>
                  <a:pt x="1507" y="1866"/>
                  <a:pt x="1473" y="1998"/>
                  <a:pt x="1532" y="2101"/>
                </a:cubicBezTo>
                <a:cubicBezTo>
                  <a:pt x="1571" y="2169"/>
                  <a:pt x="1643" y="2207"/>
                  <a:pt x="1718" y="2207"/>
                </a:cubicBezTo>
                <a:cubicBezTo>
                  <a:pt x="1753" y="2207"/>
                  <a:pt x="1790" y="2199"/>
                  <a:pt x="1824" y="2178"/>
                </a:cubicBezTo>
                <a:close/>
                <a:moveTo>
                  <a:pt x="7531" y="5651"/>
                </a:moveTo>
                <a:lnTo>
                  <a:pt x="7531" y="5651"/>
                </a:lnTo>
                <a:cubicBezTo>
                  <a:pt x="7274" y="5503"/>
                  <a:pt x="6961" y="5541"/>
                  <a:pt x="6750" y="5725"/>
                </a:cubicBezTo>
                <a:lnTo>
                  <a:pt x="6411" y="5531"/>
                </a:lnTo>
                <a:cubicBezTo>
                  <a:pt x="6576" y="5183"/>
                  <a:pt x="6668" y="4796"/>
                  <a:pt x="6668" y="4384"/>
                </a:cubicBezTo>
                <a:cubicBezTo>
                  <a:pt x="6668" y="3975"/>
                  <a:pt x="6575" y="3588"/>
                  <a:pt x="6411" y="3240"/>
                </a:cubicBezTo>
                <a:lnTo>
                  <a:pt x="6750" y="3045"/>
                </a:lnTo>
                <a:cubicBezTo>
                  <a:pt x="6873" y="3152"/>
                  <a:pt x="7031" y="3210"/>
                  <a:pt x="7192" y="3210"/>
                </a:cubicBezTo>
                <a:cubicBezTo>
                  <a:pt x="7308" y="3210"/>
                  <a:pt x="7426" y="3180"/>
                  <a:pt x="7531" y="3119"/>
                </a:cubicBezTo>
                <a:cubicBezTo>
                  <a:pt x="7853" y="2931"/>
                  <a:pt x="7965" y="2518"/>
                  <a:pt x="7779" y="2193"/>
                </a:cubicBezTo>
                <a:cubicBezTo>
                  <a:pt x="7592" y="1869"/>
                  <a:pt x="7178" y="1758"/>
                  <a:pt x="6852" y="1943"/>
                </a:cubicBezTo>
                <a:lnTo>
                  <a:pt x="6852" y="1943"/>
                </a:lnTo>
                <a:cubicBezTo>
                  <a:pt x="6597" y="2092"/>
                  <a:pt x="6474" y="2383"/>
                  <a:pt x="6527" y="2659"/>
                </a:cubicBezTo>
                <a:lnTo>
                  <a:pt x="6189" y="2853"/>
                </a:lnTo>
                <a:cubicBezTo>
                  <a:pt x="5743" y="2213"/>
                  <a:pt x="5027" y="1777"/>
                  <a:pt x="4206" y="1709"/>
                </a:cubicBezTo>
                <a:lnTo>
                  <a:pt x="4206" y="1318"/>
                </a:lnTo>
                <a:cubicBezTo>
                  <a:pt x="4472" y="1226"/>
                  <a:pt x="4661" y="975"/>
                  <a:pt x="4661" y="678"/>
                </a:cubicBezTo>
                <a:cubicBezTo>
                  <a:pt x="4661" y="305"/>
                  <a:pt x="4356" y="1"/>
                  <a:pt x="3984" y="1"/>
                </a:cubicBezTo>
                <a:cubicBezTo>
                  <a:pt x="3611" y="1"/>
                  <a:pt x="3306" y="305"/>
                  <a:pt x="3306" y="678"/>
                </a:cubicBezTo>
                <a:cubicBezTo>
                  <a:pt x="3306" y="973"/>
                  <a:pt x="3498" y="1226"/>
                  <a:pt x="3761" y="1318"/>
                </a:cubicBezTo>
                <a:lnTo>
                  <a:pt x="3761" y="1709"/>
                </a:lnTo>
                <a:cubicBezTo>
                  <a:pt x="2941" y="1775"/>
                  <a:pt x="2224" y="2213"/>
                  <a:pt x="1778" y="2853"/>
                </a:cubicBezTo>
                <a:lnTo>
                  <a:pt x="1441" y="2659"/>
                </a:lnTo>
                <a:cubicBezTo>
                  <a:pt x="1493" y="2384"/>
                  <a:pt x="1370" y="2092"/>
                  <a:pt x="1115" y="1943"/>
                </a:cubicBezTo>
                <a:lnTo>
                  <a:pt x="1115" y="1943"/>
                </a:lnTo>
                <a:cubicBezTo>
                  <a:pt x="791" y="1756"/>
                  <a:pt x="375" y="1867"/>
                  <a:pt x="188" y="2193"/>
                </a:cubicBezTo>
                <a:cubicBezTo>
                  <a:pt x="1" y="2515"/>
                  <a:pt x="112" y="2931"/>
                  <a:pt x="436" y="3119"/>
                </a:cubicBezTo>
                <a:cubicBezTo>
                  <a:pt x="541" y="3180"/>
                  <a:pt x="659" y="3210"/>
                  <a:pt x="775" y="3210"/>
                </a:cubicBezTo>
                <a:cubicBezTo>
                  <a:pt x="935" y="3210"/>
                  <a:pt x="1095" y="3152"/>
                  <a:pt x="1219" y="3045"/>
                </a:cubicBezTo>
                <a:lnTo>
                  <a:pt x="1556" y="3240"/>
                </a:lnTo>
                <a:cubicBezTo>
                  <a:pt x="1391" y="3587"/>
                  <a:pt x="1299" y="3975"/>
                  <a:pt x="1299" y="4384"/>
                </a:cubicBezTo>
                <a:cubicBezTo>
                  <a:pt x="1299" y="4796"/>
                  <a:pt x="1392" y="5180"/>
                  <a:pt x="1556" y="5531"/>
                </a:cubicBezTo>
                <a:lnTo>
                  <a:pt x="1219" y="5725"/>
                </a:lnTo>
                <a:cubicBezTo>
                  <a:pt x="1006" y="5541"/>
                  <a:pt x="693" y="5503"/>
                  <a:pt x="436" y="5651"/>
                </a:cubicBezTo>
                <a:lnTo>
                  <a:pt x="436" y="5651"/>
                </a:lnTo>
                <a:cubicBezTo>
                  <a:pt x="114" y="5838"/>
                  <a:pt x="2" y="6252"/>
                  <a:pt x="188" y="6578"/>
                </a:cubicBezTo>
                <a:cubicBezTo>
                  <a:pt x="314" y="6794"/>
                  <a:pt x="540" y="6915"/>
                  <a:pt x="776" y="6915"/>
                </a:cubicBezTo>
                <a:cubicBezTo>
                  <a:pt x="890" y="6915"/>
                  <a:pt x="1008" y="6885"/>
                  <a:pt x="1113" y="6824"/>
                </a:cubicBezTo>
                <a:cubicBezTo>
                  <a:pt x="1370" y="6676"/>
                  <a:pt x="1492" y="6386"/>
                  <a:pt x="1440" y="6110"/>
                </a:cubicBezTo>
                <a:lnTo>
                  <a:pt x="1778" y="5914"/>
                </a:lnTo>
                <a:cubicBezTo>
                  <a:pt x="2224" y="6555"/>
                  <a:pt x="2940" y="6991"/>
                  <a:pt x="3761" y="7060"/>
                </a:cubicBezTo>
                <a:lnTo>
                  <a:pt x="3761" y="7449"/>
                </a:lnTo>
                <a:cubicBezTo>
                  <a:pt x="3495" y="7543"/>
                  <a:pt x="3306" y="7792"/>
                  <a:pt x="3306" y="8089"/>
                </a:cubicBezTo>
                <a:cubicBezTo>
                  <a:pt x="3306" y="8464"/>
                  <a:pt x="3611" y="8768"/>
                  <a:pt x="3984" y="8768"/>
                </a:cubicBezTo>
                <a:cubicBezTo>
                  <a:pt x="4356" y="8768"/>
                  <a:pt x="4661" y="8464"/>
                  <a:pt x="4661" y="8089"/>
                </a:cubicBezTo>
                <a:cubicBezTo>
                  <a:pt x="4661" y="7795"/>
                  <a:pt x="4469" y="7543"/>
                  <a:pt x="4206" y="7449"/>
                </a:cubicBezTo>
                <a:lnTo>
                  <a:pt x="4206" y="7060"/>
                </a:lnTo>
                <a:cubicBezTo>
                  <a:pt x="5026" y="6993"/>
                  <a:pt x="5743" y="6555"/>
                  <a:pt x="6189" y="5914"/>
                </a:cubicBezTo>
                <a:lnTo>
                  <a:pt x="6526" y="6110"/>
                </a:lnTo>
                <a:cubicBezTo>
                  <a:pt x="6474" y="6385"/>
                  <a:pt x="6597" y="6676"/>
                  <a:pt x="6852" y="6824"/>
                </a:cubicBezTo>
                <a:cubicBezTo>
                  <a:pt x="6959" y="6885"/>
                  <a:pt x="7075" y="6915"/>
                  <a:pt x="7191" y="6915"/>
                </a:cubicBezTo>
                <a:cubicBezTo>
                  <a:pt x="7424" y="6915"/>
                  <a:pt x="7653" y="6794"/>
                  <a:pt x="7779" y="6578"/>
                </a:cubicBezTo>
                <a:cubicBezTo>
                  <a:pt x="7965" y="6252"/>
                  <a:pt x="7853" y="5838"/>
                  <a:pt x="7531" y="5651"/>
                </a:cubicBezTo>
                <a:close/>
                <a:moveTo>
                  <a:pt x="7066" y="2319"/>
                </a:moveTo>
                <a:cubicBezTo>
                  <a:pt x="7185" y="2251"/>
                  <a:pt x="7338" y="2291"/>
                  <a:pt x="7406" y="2409"/>
                </a:cubicBezTo>
                <a:cubicBezTo>
                  <a:pt x="7475" y="2528"/>
                  <a:pt x="7435" y="2681"/>
                  <a:pt x="7316" y="2749"/>
                </a:cubicBezTo>
                <a:cubicBezTo>
                  <a:pt x="7197" y="2818"/>
                  <a:pt x="7044" y="2778"/>
                  <a:pt x="6976" y="2659"/>
                </a:cubicBezTo>
                <a:cubicBezTo>
                  <a:pt x="6909" y="2540"/>
                  <a:pt x="6950" y="2387"/>
                  <a:pt x="7066" y="2319"/>
                </a:cubicBezTo>
                <a:close/>
                <a:moveTo>
                  <a:pt x="993" y="2659"/>
                </a:moveTo>
                <a:cubicBezTo>
                  <a:pt x="925" y="2778"/>
                  <a:pt x="773" y="2818"/>
                  <a:pt x="653" y="2749"/>
                </a:cubicBezTo>
                <a:cubicBezTo>
                  <a:pt x="534" y="2681"/>
                  <a:pt x="494" y="2528"/>
                  <a:pt x="562" y="2409"/>
                </a:cubicBezTo>
                <a:cubicBezTo>
                  <a:pt x="608" y="2331"/>
                  <a:pt x="693" y="2286"/>
                  <a:pt x="778" y="2286"/>
                </a:cubicBezTo>
                <a:cubicBezTo>
                  <a:pt x="821" y="2286"/>
                  <a:pt x="864" y="2297"/>
                  <a:pt x="902" y="2319"/>
                </a:cubicBezTo>
                <a:cubicBezTo>
                  <a:pt x="1021" y="2387"/>
                  <a:pt x="1061" y="2540"/>
                  <a:pt x="993" y="2659"/>
                </a:cubicBezTo>
                <a:close/>
                <a:moveTo>
                  <a:pt x="902" y="6453"/>
                </a:moveTo>
                <a:cubicBezTo>
                  <a:pt x="783" y="6521"/>
                  <a:pt x="632" y="6481"/>
                  <a:pt x="562" y="6362"/>
                </a:cubicBezTo>
                <a:cubicBezTo>
                  <a:pt x="494" y="6244"/>
                  <a:pt x="534" y="6091"/>
                  <a:pt x="653" y="6022"/>
                </a:cubicBezTo>
                <a:cubicBezTo>
                  <a:pt x="773" y="5954"/>
                  <a:pt x="925" y="5994"/>
                  <a:pt x="993" y="6113"/>
                </a:cubicBezTo>
                <a:cubicBezTo>
                  <a:pt x="1061" y="6232"/>
                  <a:pt x="1021" y="6385"/>
                  <a:pt x="902" y="6453"/>
                </a:cubicBezTo>
                <a:close/>
                <a:moveTo>
                  <a:pt x="3737" y="684"/>
                </a:moveTo>
                <a:cubicBezTo>
                  <a:pt x="3737" y="546"/>
                  <a:pt x="3848" y="434"/>
                  <a:pt x="3985" y="434"/>
                </a:cubicBezTo>
                <a:cubicBezTo>
                  <a:pt x="4123" y="434"/>
                  <a:pt x="4234" y="546"/>
                  <a:pt x="4234" y="684"/>
                </a:cubicBezTo>
                <a:cubicBezTo>
                  <a:pt x="4234" y="821"/>
                  <a:pt x="4123" y="932"/>
                  <a:pt x="3985" y="932"/>
                </a:cubicBezTo>
                <a:cubicBezTo>
                  <a:pt x="3848" y="930"/>
                  <a:pt x="3737" y="819"/>
                  <a:pt x="3737" y="684"/>
                </a:cubicBezTo>
                <a:close/>
                <a:moveTo>
                  <a:pt x="4233" y="8089"/>
                </a:moveTo>
                <a:cubicBezTo>
                  <a:pt x="4233" y="8227"/>
                  <a:pt x="4122" y="8339"/>
                  <a:pt x="3984" y="8339"/>
                </a:cubicBezTo>
                <a:cubicBezTo>
                  <a:pt x="3845" y="8339"/>
                  <a:pt x="3734" y="8227"/>
                  <a:pt x="3734" y="8089"/>
                </a:cubicBezTo>
                <a:cubicBezTo>
                  <a:pt x="3734" y="7953"/>
                  <a:pt x="3845" y="7841"/>
                  <a:pt x="3984" y="7841"/>
                </a:cubicBezTo>
                <a:cubicBezTo>
                  <a:pt x="4122" y="7841"/>
                  <a:pt x="4233" y="7953"/>
                  <a:pt x="4233" y="8089"/>
                </a:cubicBezTo>
                <a:close/>
                <a:moveTo>
                  <a:pt x="5961" y="5467"/>
                </a:moveTo>
                <a:cubicBezTo>
                  <a:pt x="5950" y="5482"/>
                  <a:pt x="5936" y="5497"/>
                  <a:pt x="5927" y="5516"/>
                </a:cubicBezTo>
                <a:cubicBezTo>
                  <a:pt x="5920" y="5531"/>
                  <a:pt x="5914" y="5543"/>
                  <a:pt x="5908" y="5558"/>
                </a:cubicBezTo>
                <a:cubicBezTo>
                  <a:pt x="5520" y="6193"/>
                  <a:pt x="4830" y="6621"/>
                  <a:pt x="4037" y="6640"/>
                </a:cubicBezTo>
                <a:cubicBezTo>
                  <a:pt x="4021" y="6636"/>
                  <a:pt x="4001" y="6633"/>
                  <a:pt x="3984" y="6633"/>
                </a:cubicBezTo>
                <a:cubicBezTo>
                  <a:pt x="3964" y="6633"/>
                  <a:pt x="3946" y="6634"/>
                  <a:pt x="3930" y="6640"/>
                </a:cubicBezTo>
                <a:cubicBezTo>
                  <a:pt x="3139" y="6621"/>
                  <a:pt x="2447" y="6193"/>
                  <a:pt x="2059" y="5558"/>
                </a:cubicBezTo>
                <a:cubicBezTo>
                  <a:pt x="2055" y="5541"/>
                  <a:pt x="2047" y="5526"/>
                  <a:pt x="2040" y="5511"/>
                </a:cubicBezTo>
                <a:cubicBezTo>
                  <a:pt x="2040" y="5510"/>
                  <a:pt x="2038" y="5510"/>
                  <a:pt x="2038" y="5507"/>
                </a:cubicBezTo>
                <a:cubicBezTo>
                  <a:pt x="2029" y="5494"/>
                  <a:pt x="2017" y="5480"/>
                  <a:pt x="2007" y="5467"/>
                </a:cubicBezTo>
                <a:cubicBezTo>
                  <a:pt x="1830" y="5146"/>
                  <a:pt x="1729" y="4778"/>
                  <a:pt x="1729" y="4386"/>
                </a:cubicBezTo>
                <a:cubicBezTo>
                  <a:pt x="1729" y="3995"/>
                  <a:pt x="1830" y="3627"/>
                  <a:pt x="2007" y="3305"/>
                </a:cubicBezTo>
                <a:cubicBezTo>
                  <a:pt x="2017" y="3293"/>
                  <a:pt x="2029" y="3280"/>
                  <a:pt x="2037" y="3265"/>
                </a:cubicBezTo>
                <a:cubicBezTo>
                  <a:pt x="2037" y="3263"/>
                  <a:pt x="2038" y="3262"/>
                  <a:pt x="2038" y="3262"/>
                </a:cubicBezTo>
                <a:cubicBezTo>
                  <a:pt x="2047" y="3247"/>
                  <a:pt x="2053" y="3231"/>
                  <a:pt x="2056" y="3216"/>
                </a:cubicBezTo>
                <a:cubicBezTo>
                  <a:pt x="2445" y="2580"/>
                  <a:pt x="3136" y="2151"/>
                  <a:pt x="3927" y="2133"/>
                </a:cubicBezTo>
                <a:cubicBezTo>
                  <a:pt x="3945" y="2136"/>
                  <a:pt x="3963" y="2141"/>
                  <a:pt x="3982" y="2141"/>
                </a:cubicBezTo>
                <a:cubicBezTo>
                  <a:pt x="4000" y="2141"/>
                  <a:pt x="4019" y="2139"/>
                  <a:pt x="4036" y="2133"/>
                </a:cubicBezTo>
                <a:cubicBezTo>
                  <a:pt x="4825" y="2151"/>
                  <a:pt x="5519" y="2580"/>
                  <a:pt x="5907" y="3216"/>
                </a:cubicBezTo>
                <a:cubicBezTo>
                  <a:pt x="5910" y="3232"/>
                  <a:pt x="5917" y="3247"/>
                  <a:pt x="5924" y="3262"/>
                </a:cubicBezTo>
                <a:cubicBezTo>
                  <a:pt x="5935" y="3278"/>
                  <a:pt x="5945" y="3293"/>
                  <a:pt x="5959" y="3306"/>
                </a:cubicBezTo>
                <a:cubicBezTo>
                  <a:pt x="6135" y="3627"/>
                  <a:pt x="6235" y="3995"/>
                  <a:pt x="6235" y="4386"/>
                </a:cubicBezTo>
                <a:cubicBezTo>
                  <a:pt x="6239" y="4778"/>
                  <a:pt x="6138" y="5146"/>
                  <a:pt x="5961" y="5467"/>
                </a:cubicBezTo>
                <a:close/>
                <a:moveTo>
                  <a:pt x="7406" y="6362"/>
                </a:moveTo>
                <a:cubicBezTo>
                  <a:pt x="7338" y="6481"/>
                  <a:pt x="7185" y="6521"/>
                  <a:pt x="7066" y="6453"/>
                </a:cubicBezTo>
                <a:cubicBezTo>
                  <a:pt x="6947" y="6385"/>
                  <a:pt x="6907" y="6232"/>
                  <a:pt x="6976" y="6113"/>
                </a:cubicBezTo>
                <a:cubicBezTo>
                  <a:pt x="7022" y="6033"/>
                  <a:pt x="7105" y="5988"/>
                  <a:pt x="7191" y="5988"/>
                </a:cubicBezTo>
                <a:cubicBezTo>
                  <a:pt x="7234" y="5988"/>
                  <a:pt x="7276" y="6000"/>
                  <a:pt x="7316" y="6022"/>
                </a:cubicBezTo>
                <a:cubicBezTo>
                  <a:pt x="7435" y="6091"/>
                  <a:pt x="7475" y="6244"/>
                  <a:pt x="7406" y="636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7" name="Google Shape;3397;p98"/>
          <p:cNvSpPr/>
          <p:nvPr/>
        </p:nvSpPr>
        <p:spPr>
          <a:xfrm>
            <a:off x="5975745" y="984166"/>
            <a:ext cx="340128" cy="323613"/>
          </a:xfrm>
          <a:custGeom>
            <a:rect b="b" l="l" r="r" t="t"/>
            <a:pathLst>
              <a:path extrusionOk="0" h="8857" w="9309">
                <a:moveTo>
                  <a:pt x="3985" y="437"/>
                </a:moveTo>
                <a:cubicBezTo>
                  <a:pt x="4121" y="437"/>
                  <a:pt x="4233" y="548"/>
                  <a:pt x="4233" y="686"/>
                </a:cubicBezTo>
                <a:cubicBezTo>
                  <a:pt x="4233" y="823"/>
                  <a:pt x="4121" y="934"/>
                  <a:pt x="3985" y="934"/>
                </a:cubicBezTo>
                <a:cubicBezTo>
                  <a:pt x="3847" y="934"/>
                  <a:pt x="3735" y="823"/>
                  <a:pt x="3735" y="686"/>
                </a:cubicBezTo>
                <a:cubicBezTo>
                  <a:pt x="3735" y="548"/>
                  <a:pt x="3847" y="437"/>
                  <a:pt x="3985" y="437"/>
                </a:cubicBezTo>
                <a:close/>
                <a:moveTo>
                  <a:pt x="3031" y="1023"/>
                </a:moveTo>
                <a:cubicBezTo>
                  <a:pt x="2995" y="1023"/>
                  <a:pt x="2958" y="1032"/>
                  <a:pt x="2924" y="1052"/>
                </a:cubicBezTo>
                <a:lnTo>
                  <a:pt x="1609" y="1810"/>
                </a:lnTo>
                <a:cubicBezTo>
                  <a:pt x="1506" y="1870"/>
                  <a:pt x="1471" y="2002"/>
                  <a:pt x="1530" y="2105"/>
                </a:cubicBezTo>
                <a:cubicBezTo>
                  <a:pt x="1572" y="2171"/>
                  <a:pt x="1641" y="2210"/>
                  <a:pt x="1716" y="2210"/>
                </a:cubicBezTo>
                <a:cubicBezTo>
                  <a:pt x="1753" y="2210"/>
                  <a:pt x="1788" y="2201"/>
                  <a:pt x="1824" y="2182"/>
                </a:cubicBezTo>
                <a:lnTo>
                  <a:pt x="3140" y="1423"/>
                </a:lnTo>
                <a:cubicBezTo>
                  <a:pt x="3242" y="1364"/>
                  <a:pt x="3276" y="1231"/>
                  <a:pt x="3217" y="1130"/>
                </a:cubicBezTo>
                <a:cubicBezTo>
                  <a:pt x="3177" y="1062"/>
                  <a:pt x="3105" y="1023"/>
                  <a:pt x="3031" y="1023"/>
                </a:cubicBezTo>
                <a:close/>
                <a:moveTo>
                  <a:pt x="4936" y="1020"/>
                </a:moveTo>
                <a:cubicBezTo>
                  <a:pt x="4863" y="1020"/>
                  <a:pt x="4791" y="1058"/>
                  <a:pt x="4751" y="1126"/>
                </a:cubicBezTo>
                <a:cubicBezTo>
                  <a:pt x="4692" y="1230"/>
                  <a:pt x="4727" y="1362"/>
                  <a:pt x="4828" y="1421"/>
                </a:cubicBezTo>
                <a:lnTo>
                  <a:pt x="6148" y="2182"/>
                </a:lnTo>
                <a:cubicBezTo>
                  <a:pt x="6182" y="2203"/>
                  <a:pt x="6220" y="2210"/>
                  <a:pt x="6257" y="2210"/>
                </a:cubicBezTo>
                <a:cubicBezTo>
                  <a:pt x="6331" y="2210"/>
                  <a:pt x="6402" y="2171"/>
                  <a:pt x="6442" y="2103"/>
                </a:cubicBezTo>
                <a:cubicBezTo>
                  <a:pt x="6502" y="2001"/>
                  <a:pt x="6466" y="1868"/>
                  <a:pt x="6364" y="1809"/>
                </a:cubicBezTo>
                <a:lnTo>
                  <a:pt x="5043" y="1049"/>
                </a:lnTo>
                <a:cubicBezTo>
                  <a:pt x="5010" y="1029"/>
                  <a:pt x="4973" y="1020"/>
                  <a:pt x="4936" y="1020"/>
                </a:cubicBezTo>
                <a:close/>
                <a:moveTo>
                  <a:pt x="777" y="2289"/>
                </a:moveTo>
                <a:cubicBezTo>
                  <a:pt x="819" y="2289"/>
                  <a:pt x="862" y="2299"/>
                  <a:pt x="900" y="2321"/>
                </a:cubicBezTo>
                <a:cubicBezTo>
                  <a:pt x="1019" y="2390"/>
                  <a:pt x="1061" y="2543"/>
                  <a:pt x="993" y="2661"/>
                </a:cubicBezTo>
                <a:cubicBezTo>
                  <a:pt x="946" y="2741"/>
                  <a:pt x="862" y="2785"/>
                  <a:pt x="777" y="2785"/>
                </a:cubicBezTo>
                <a:cubicBezTo>
                  <a:pt x="734" y="2785"/>
                  <a:pt x="692" y="2774"/>
                  <a:pt x="653" y="2752"/>
                </a:cubicBezTo>
                <a:cubicBezTo>
                  <a:pt x="534" y="2684"/>
                  <a:pt x="492" y="2531"/>
                  <a:pt x="562" y="2412"/>
                </a:cubicBezTo>
                <a:cubicBezTo>
                  <a:pt x="608" y="2333"/>
                  <a:pt x="691" y="2289"/>
                  <a:pt x="777" y="2289"/>
                </a:cubicBezTo>
                <a:close/>
                <a:moveTo>
                  <a:pt x="7192" y="2288"/>
                </a:moveTo>
                <a:cubicBezTo>
                  <a:pt x="7277" y="2288"/>
                  <a:pt x="7361" y="2332"/>
                  <a:pt x="7407" y="2412"/>
                </a:cubicBezTo>
                <a:cubicBezTo>
                  <a:pt x="7476" y="2531"/>
                  <a:pt x="7434" y="2684"/>
                  <a:pt x="7315" y="2752"/>
                </a:cubicBezTo>
                <a:cubicBezTo>
                  <a:pt x="7276" y="2774"/>
                  <a:pt x="7233" y="2785"/>
                  <a:pt x="7191" y="2785"/>
                </a:cubicBezTo>
                <a:cubicBezTo>
                  <a:pt x="7106" y="2785"/>
                  <a:pt x="7023" y="2741"/>
                  <a:pt x="6977" y="2661"/>
                </a:cubicBezTo>
                <a:cubicBezTo>
                  <a:pt x="6907" y="2543"/>
                  <a:pt x="6949" y="2390"/>
                  <a:pt x="7067" y="2321"/>
                </a:cubicBezTo>
                <a:cubicBezTo>
                  <a:pt x="7107" y="2299"/>
                  <a:pt x="7149" y="2288"/>
                  <a:pt x="7192" y="2288"/>
                </a:cubicBezTo>
                <a:close/>
                <a:moveTo>
                  <a:pt x="5318" y="3137"/>
                </a:moveTo>
                <a:lnTo>
                  <a:pt x="5318" y="3172"/>
                </a:lnTo>
                <a:lnTo>
                  <a:pt x="5395" y="3172"/>
                </a:lnTo>
                <a:lnTo>
                  <a:pt x="5395" y="3380"/>
                </a:lnTo>
                <a:lnTo>
                  <a:pt x="5435" y="3380"/>
                </a:lnTo>
                <a:lnTo>
                  <a:pt x="5435" y="3172"/>
                </a:lnTo>
                <a:lnTo>
                  <a:pt x="5511" y="3172"/>
                </a:lnTo>
                <a:lnTo>
                  <a:pt x="5511" y="3137"/>
                </a:lnTo>
                <a:close/>
                <a:moveTo>
                  <a:pt x="5548" y="3137"/>
                </a:moveTo>
                <a:lnTo>
                  <a:pt x="5548" y="3380"/>
                </a:lnTo>
                <a:lnTo>
                  <a:pt x="5590" y="3380"/>
                </a:lnTo>
                <a:lnTo>
                  <a:pt x="5590" y="3211"/>
                </a:lnTo>
                <a:lnTo>
                  <a:pt x="5660" y="3301"/>
                </a:lnTo>
                <a:lnTo>
                  <a:pt x="5675" y="3301"/>
                </a:lnTo>
                <a:lnTo>
                  <a:pt x="5746" y="3211"/>
                </a:lnTo>
                <a:lnTo>
                  <a:pt x="5746" y="3380"/>
                </a:lnTo>
                <a:lnTo>
                  <a:pt x="5784" y="3380"/>
                </a:lnTo>
                <a:lnTo>
                  <a:pt x="5784" y="3137"/>
                </a:lnTo>
                <a:lnTo>
                  <a:pt x="5755" y="3137"/>
                </a:lnTo>
                <a:lnTo>
                  <a:pt x="5667" y="3249"/>
                </a:lnTo>
                <a:lnTo>
                  <a:pt x="5581" y="3137"/>
                </a:lnTo>
                <a:close/>
                <a:moveTo>
                  <a:pt x="3645" y="2869"/>
                </a:moveTo>
                <a:cubicBezTo>
                  <a:pt x="3539" y="2869"/>
                  <a:pt x="3455" y="2954"/>
                  <a:pt x="3455" y="3058"/>
                </a:cubicBezTo>
                <a:lnTo>
                  <a:pt x="3455" y="3474"/>
                </a:lnTo>
                <a:lnTo>
                  <a:pt x="3094" y="3266"/>
                </a:lnTo>
                <a:cubicBezTo>
                  <a:pt x="3063" y="3249"/>
                  <a:pt x="3031" y="3241"/>
                  <a:pt x="2999" y="3241"/>
                </a:cubicBezTo>
                <a:cubicBezTo>
                  <a:pt x="2933" y="3241"/>
                  <a:pt x="2870" y="3274"/>
                  <a:pt x="2834" y="3334"/>
                </a:cubicBezTo>
                <a:cubicBezTo>
                  <a:pt x="2782" y="3428"/>
                  <a:pt x="2812" y="3543"/>
                  <a:pt x="2902" y="3595"/>
                </a:cubicBezTo>
                <a:lnTo>
                  <a:pt x="3548" y="3967"/>
                </a:lnTo>
                <a:cubicBezTo>
                  <a:pt x="3579" y="3983"/>
                  <a:pt x="3610" y="3991"/>
                  <a:pt x="3642" y="3991"/>
                </a:cubicBezTo>
                <a:cubicBezTo>
                  <a:pt x="3648" y="3991"/>
                  <a:pt x="3653" y="3991"/>
                  <a:pt x="3658" y="3990"/>
                </a:cubicBezTo>
                <a:cubicBezTo>
                  <a:pt x="3756" y="3983"/>
                  <a:pt x="3833" y="3901"/>
                  <a:pt x="3833" y="3800"/>
                </a:cubicBezTo>
                <a:lnTo>
                  <a:pt x="3833" y="3058"/>
                </a:lnTo>
                <a:cubicBezTo>
                  <a:pt x="3833" y="2954"/>
                  <a:pt x="3749" y="2869"/>
                  <a:pt x="3645" y="2869"/>
                </a:cubicBezTo>
                <a:close/>
                <a:moveTo>
                  <a:pt x="4334" y="2871"/>
                </a:moveTo>
                <a:cubicBezTo>
                  <a:pt x="4230" y="2871"/>
                  <a:pt x="4144" y="2957"/>
                  <a:pt x="4144" y="3061"/>
                </a:cubicBezTo>
                <a:lnTo>
                  <a:pt x="4144" y="3803"/>
                </a:lnTo>
                <a:cubicBezTo>
                  <a:pt x="4144" y="3901"/>
                  <a:pt x="4222" y="3983"/>
                  <a:pt x="4320" y="3990"/>
                </a:cubicBezTo>
                <a:cubicBezTo>
                  <a:pt x="4326" y="3991"/>
                  <a:pt x="4331" y="3991"/>
                  <a:pt x="4336" y="3991"/>
                </a:cubicBezTo>
                <a:cubicBezTo>
                  <a:pt x="4368" y="3991"/>
                  <a:pt x="4400" y="3983"/>
                  <a:pt x="4430" y="3967"/>
                </a:cubicBezTo>
                <a:lnTo>
                  <a:pt x="5076" y="3595"/>
                </a:lnTo>
                <a:cubicBezTo>
                  <a:pt x="5167" y="3543"/>
                  <a:pt x="5196" y="3428"/>
                  <a:pt x="5144" y="3337"/>
                </a:cubicBezTo>
                <a:cubicBezTo>
                  <a:pt x="5108" y="3277"/>
                  <a:pt x="5044" y="3244"/>
                  <a:pt x="4979" y="3244"/>
                </a:cubicBezTo>
                <a:cubicBezTo>
                  <a:pt x="4947" y="3244"/>
                  <a:pt x="4914" y="3252"/>
                  <a:pt x="4885" y="3269"/>
                </a:cubicBezTo>
                <a:lnTo>
                  <a:pt x="4522" y="3477"/>
                </a:lnTo>
                <a:lnTo>
                  <a:pt x="4522" y="3061"/>
                </a:lnTo>
                <a:cubicBezTo>
                  <a:pt x="4522" y="2957"/>
                  <a:pt x="4439" y="2871"/>
                  <a:pt x="4334" y="2871"/>
                </a:cubicBezTo>
                <a:close/>
                <a:moveTo>
                  <a:pt x="3989" y="4268"/>
                </a:moveTo>
                <a:cubicBezTo>
                  <a:pt x="4001" y="4268"/>
                  <a:pt x="4016" y="4274"/>
                  <a:pt x="4023" y="4281"/>
                </a:cubicBezTo>
                <a:lnTo>
                  <a:pt x="4101" y="4357"/>
                </a:lnTo>
                <a:cubicBezTo>
                  <a:pt x="4108" y="4365"/>
                  <a:pt x="4115" y="4379"/>
                  <a:pt x="4115" y="4391"/>
                </a:cubicBezTo>
                <a:lnTo>
                  <a:pt x="4115" y="4394"/>
                </a:lnTo>
                <a:cubicBezTo>
                  <a:pt x="4115" y="4406"/>
                  <a:pt x="4108" y="4421"/>
                  <a:pt x="4101" y="4428"/>
                </a:cubicBezTo>
                <a:lnTo>
                  <a:pt x="4023" y="4506"/>
                </a:lnTo>
                <a:cubicBezTo>
                  <a:pt x="4016" y="4513"/>
                  <a:pt x="4001" y="4519"/>
                  <a:pt x="3989" y="4519"/>
                </a:cubicBezTo>
                <a:lnTo>
                  <a:pt x="3986" y="4519"/>
                </a:lnTo>
                <a:cubicBezTo>
                  <a:pt x="3974" y="4519"/>
                  <a:pt x="3959" y="4513"/>
                  <a:pt x="3952" y="4506"/>
                </a:cubicBezTo>
                <a:lnTo>
                  <a:pt x="3875" y="4428"/>
                </a:lnTo>
                <a:cubicBezTo>
                  <a:pt x="3867" y="4421"/>
                  <a:pt x="3861" y="4406"/>
                  <a:pt x="3861" y="4394"/>
                </a:cubicBezTo>
                <a:lnTo>
                  <a:pt x="3861" y="4391"/>
                </a:lnTo>
                <a:cubicBezTo>
                  <a:pt x="3861" y="4379"/>
                  <a:pt x="3867" y="4365"/>
                  <a:pt x="3875" y="4357"/>
                </a:cubicBezTo>
                <a:lnTo>
                  <a:pt x="3952" y="4281"/>
                </a:lnTo>
                <a:cubicBezTo>
                  <a:pt x="3959" y="4274"/>
                  <a:pt x="3974" y="4268"/>
                  <a:pt x="3986" y="4268"/>
                </a:cubicBezTo>
                <a:close/>
                <a:moveTo>
                  <a:pt x="3949" y="4038"/>
                </a:moveTo>
                <a:cubicBezTo>
                  <a:pt x="3937" y="4038"/>
                  <a:pt x="3922" y="4045"/>
                  <a:pt x="3915" y="4053"/>
                </a:cubicBezTo>
                <a:lnTo>
                  <a:pt x="3648" y="4320"/>
                </a:lnTo>
                <a:cubicBezTo>
                  <a:pt x="3639" y="4327"/>
                  <a:pt x="3633" y="4342"/>
                  <a:pt x="3636" y="4354"/>
                </a:cubicBezTo>
                <a:lnTo>
                  <a:pt x="3636" y="4372"/>
                </a:lnTo>
                <a:lnTo>
                  <a:pt x="3636" y="4412"/>
                </a:lnTo>
                <a:lnTo>
                  <a:pt x="3636" y="4431"/>
                </a:lnTo>
                <a:cubicBezTo>
                  <a:pt x="3636" y="4443"/>
                  <a:pt x="3640" y="4458"/>
                  <a:pt x="3648" y="4466"/>
                </a:cubicBezTo>
                <a:lnTo>
                  <a:pt x="3915" y="4733"/>
                </a:lnTo>
                <a:cubicBezTo>
                  <a:pt x="3922" y="4742"/>
                  <a:pt x="3937" y="4748"/>
                  <a:pt x="3949" y="4748"/>
                </a:cubicBezTo>
                <a:lnTo>
                  <a:pt x="4026" y="4748"/>
                </a:lnTo>
                <a:cubicBezTo>
                  <a:pt x="4038" y="4748"/>
                  <a:pt x="4053" y="4740"/>
                  <a:pt x="4060" y="4733"/>
                </a:cubicBezTo>
                <a:lnTo>
                  <a:pt x="4329" y="4466"/>
                </a:lnTo>
                <a:cubicBezTo>
                  <a:pt x="4337" y="4458"/>
                  <a:pt x="4343" y="4443"/>
                  <a:pt x="4343" y="4431"/>
                </a:cubicBezTo>
                <a:lnTo>
                  <a:pt x="4343" y="4412"/>
                </a:lnTo>
                <a:lnTo>
                  <a:pt x="4343" y="4372"/>
                </a:lnTo>
                <a:lnTo>
                  <a:pt x="4343" y="4354"/>
                </a:lnTo>
                <a:cubicBezTo>
                  <a:pt x="4343" y="4342"/>
                  <a:pt x="4337" y="4327"/>
                  <a:pt x="4329" y="4320"/>
                </a:cubicBezTo>
                <a:lnTo>
                  <a:pt x="4060" y="4053"/>
                </a:lnTo>
                <a:cubicBezTo>
                  <a:pt x="4053" y="4044"/>
                  <a:pt x="4038" y="4038"/>
                  <a:pt x="4026" y="4038"/>
                </a:cubicBezTo>
                <a:close/>
                <a:moveTo>
                  <a:pt x="2654" y="3833"/>
                </a:moveTo>
                <a:cubicBezTo>
                  <a:pt x="2589" y="3833"/>
                  <a:pt x="2524" y="3867"/>
                  <a:pt x="2489" y="3927"/>
                </a:cubicBezTo>
                <a:cubicBezTo>
                  <a:pt x="2437" y="4019"/>
                  <a:pt x="2467" y="4133"/>
                  <a:pt x="2558" y="4185"/>
                </a:cubicBezTo>
                <a:lnTo>
                  <a:pt x="2919" y="4393"/>
                </a:lnTo>
                <a:lnTo>
                  <a:pt x="2558" y="4599"/>
                </a:lnTo>
                <a:cubicBezTo>
                  <a:pt x="2467" y="4651"/>
                  <a:pt x="2436" y="4766"/>
                  <a:pt x="2489" y="4858"/>
                </a:cubicBezTo>
                <a:cubicBezTo>
                  <a:pt x="2524" y="4918"/>
                  <a:pt x="2588" y="4951"/>
                  <a:pt x="2653" y="4951"/>
                </a:cubicBezTo>
                <a:cubicBezTo>
                  <a:pt x="2686" y="4951"/>
                  <a:pt x="2719" y="4943"/>
                  <a:pt x="2749" y="4926"/>
                </a:cubicBezTo>
                <a:lnTo>
                  <a:pt x="3395" y="4555"/>
                </a:lnTo>
                <a:cubicBezTo>
                  <a:pt x="3440" y="4532"/>
                  <a:pt x="3469" y="4494"/>
                  <a:pt x="3483" y="4449"/>
                </a:cubicBezTo>
                <a:cubicBezTo>
                  <a:pt x="3489" y="4428"/>
                  <a:pt x="3492" y="4408"/>
                  <a:pt x="3492" y="4387"/>
                </a:cubicBezTo>
                <a:cubicBezTo>
                  <a:pt x="3492" y="4372"/>
                  <a:pt x="3490" y="4357"/>
                  <a:pt x="3484" y="4342"/>
                </a:cubicBezTo>
                <a:cubicBezTo>
                  <a:pt x="3472" y="4296"/>
                  <a:pt x="3443" y="4256"/>
                  <a:pt x="3395" y="4229"/>
                </a:cubicBezTo>
                <a:lnTo>
                  <a:pt x="2749" y="3858"/>
                </a:lnTo>
                <a:cubicBezTo>
                  <a:pt x="2719" y="3841"/>
                  <a:pt x="2687" y="3833"/>
                  <a:pt x="2654" y="3833"/>
                </a:cubicBezTo>
                <a:close/>
                <a:moveTo>
                  <a:pt x="5322" y="3834"/>
                </a:moveTo>
                <a:cubicBezTo>
                  <a:pt x="5289" y="3834"/>
                  <a:pt x="5256" y="3842"/>
                  <a:pt x="5226" y="3860"/>
                </a:cubicBezTo>
                <a:lnTo>
                  <a:pt x="4580" y="4231"/>
                </a:lnTo>
                <a:cubicBezTo>
                  <a:pt x="4536" y="4256"/>
                  <a:pt x="4506" y="4296"/>
                  <a:pt x="4493" y="4342"/>
                </a:cubicBezTo>
                <a:cubicBezTo>
                  <a:pt x="4490" y="4357"/>
                  <a:pt x="4487" y="4372"/>
                  <a:pt x="4485" y="4387"/>
                </a:cubicBezTo>
                <a:cubicBezTo>
                  <a:pt x="4485" y="4408"/>
                  <a:pt x="4487" y="4428"/>
                  <a:pt x="4494" y="4448"/>
                </a:cubicBezTo>
                <a:cubicBezTo>
                  <a:pt x="4507" y="4492"/>
                  <a:pt x="4537" y="4532"/>
                  <a:pt x="4580" y="4556"/>
                </a:cubicBezTo>
                <a:lnTo>
                  <a:pt x="5226" y="4927"/>
                </a:lnTo>
                <a:cubicBezTo>
                  <a:pt x="5256" y="4944"/>
                  <a:pt x="5288" y="4953"/>
                  <a:pt x="5321" y="4953"/>
                </a:cubicBezTo>
                <a:cubicBezTo>
                  <a:pt x="5386" y="4953"/>
                  <a:pt x="5450" y="4919"/>
                  <a:pt x="5486" y="4859"/>
                </a:cubicBezTo>
                <a:cubicBezTo>
                  <a:pt x="5538" y="4767"/>
                  <a:pt x="5508" y="4653"/>
                  <a:pt x="5418" y="4601"/>
                </a:cubicBezTo>
                <a:lnTo>
                  <a:pt x="5057" y="4394"/>
                </a:lnTo>
                <a:lnTo>
                  <a:pt x="5418" y="4186"/>
                </a:lnTo>
                <a:cubicBezTo>
                  <a:pt x="5508" y="4134"/>
                  <a:pt x="5539" y="4020"/>
                  <a:pt x="5486" y="3928"/>
                </a:cubicBezTo>
                <a:cubicBezTo>
                  <a:pt x="5451" y="3868"/>
                  <a:pt x="5387" y="3834"/>
                  <a:pt x="5322" y="3834"/>
                </a:cubicBezTo>
                <a:close/>
                <a:moveTo>
                  <a:pt x="7192" y="3417"/>
                </a:moveTo>
                <a:cubicBezTo>
                  <a:pt x="7073" y="3417"/>
                  <a:pt x="6977" y="3514"/>
                  <a:pt x="6977" y="3633"/>
                </a:cubicBezTo>
                <a:lnTo>
                  <a:pt x="6977" y="4795"/>
                </a:lnTo>
                <a:cubicBezTo>
                  <a:pt x="6977" y="4914"/>
                  <a:pt x="7073" y="5011"/>
                  <a:pt x="7192" y="5011"/>
                </a:cubicBezTo>
                <a:cubicBezTo>
                  <a:pt x="7311" y="5011"/>
                  <a:pt x="7407" y="4914"/>
                  <a:pt x="7407" y="4795"/>
                </a:cubicBezTo>
                <a:lnTo>
                  <a:pt x="7407" y="3633"/>
                </a:lnTo>
                <a:cubicBezTo>
                  <a:pt x="7407" y="3514"/>
                  <a:pt x="7311" y="3417"/>
                  <a:pt x="7192" y="3417"/>
                </a:cubicBezTo>
                <a:close/>
                <a:moveTo>
                  <a:pt x="777" y="3404"/>
                </a:moveTo>
                <a:cubicBezTo>
                  <a:pt x="658" y="3404"/>
                  <a:pt x="562" y="3500"/>
                  <a:pt x="562" y="3619"/>
                </a:cubicBezTo>
                <a:lnTo>
                  <a:pt x="562" y="5158"/>
                </a:lnTo>
                <a:cubicBezTo>
                  <a:pt x="562" y="5276"/>
                  <a:pt x="658" y="5373"/>
                  <a:pt x="777" y="5373"/>
                </a:cubicBezTo>
                <a:cubicBezTo>
                  <a:pt x="896" y="5371"/>
                  <a:pt x="993" y="5276"/>
                  <a:pt x="993" y="5158"/>
                </a:cubicBezTo>
                <a:lnTo>
                  <a:pt x="993" y="3619"/>
                </a:lnTo>
                <a:cubicBezTo>
                  <a:pt x="993" y="3500"/>
                  <a:pt x="896" y="3404"/>
                  <a:pt x="777" y="3404"/>
                </a:cubicBezTo>
                <a:close/>
                <a:moveTo>
                  <a:pt x="4336" y="4795"/>
                </a:moveTo>
                <a:cubicBezTo>
                  <a:pt x="4331" y="4795"/>
                  <a:pt x="4325" y="4795"/>
                  <a:pt x="4320" y="4795"/>
                </a:cubicBezTo>
                <a:cubicBezTo>
                  <a:pt x="4221" y="4803"/>
                  <a:pt x="4144" y="4884"/>
                  <a:pt x="4144" y="4984"/>
                </a:cubicBezTo>
                <a:lnTo>
                  <a:pt x="4144" y="5726"/>
                </a:lnTo>
                <a:cubicBezTo>
                  <a:pt x="4144" y="5830"/>
                  <a:pt x="4228" y="5915"/>
                  <a:pt x="4332" y="5915"/>
                </a:cubicBezTo>
                <a:cubicBezTo>
                  <a:pt x="4439" y="5915"/>
                  <a:pt x="4522" y="5830"/>
                  <a:pt x="4522" y="5726"/>
                </a:cubicBezTo>
                <a:lnTo>
                  <a:pt x="4522" y="5311"/>
                </a:lnTo>
                <a:lnTo>
                  <a:pt x="4885" y="5518"/>
                </a:lnTo>
                <a:cubicBezTo>
                  <a:pt x="4915" y="5536"/>
                  <a:pt x="4947" y="5544"/>
                  <a:pt x="4979" y="5544"/>
                </a:cubicBezTo>
                <a:cubicBezTo>
                  <a:pt x="5044" y="5544"/>
                  <a:pt x="5108" y="5510"/>
                  <a:pt x="5144" y="5449"/>
                </a:cubicBezTo>
                <a:cubicBezTo>
                  <a:pt x="5196" y="5360"/>
                  <a:pt x="5167" y="5245"/>
                  <a:pt x="5076" y="5192"/>
                </a:cubicBezTo>
                <a:lnTo>
                  <a:pt x="4430" y="4820"/>
                </a:lnTo>
                <a:cubicBezTo>
                  <a:pt x="4400" y="4803"/>
                  <a:pt x="4368" y="4795"/>
                  <a:pt x="4336" y="4795"/>
                </a:cubicBezTo>
                <a:close/>
                <a:moveTo>
                  <a:pt x="3637" y="4797"/>
                </a:moveTo>
                <a:cubicBezTo>
                  <a:pt x="3606" y="4797"/>
                  <a:pt x="3575" y="4805"/>
                  <a:pt x="3548" y="4822"/>
                </a:cubicBezTo>
                <a:lnTo>
                  <a:pt x="2902" y="5193"/>
                </a:lnTo>
                <a:cubicBezTo>
                  <a:pt x="2810" y="5245"/>
                  <a:pt x="2779" y="5362"/>
                  <a:pt x="2834" y="5450"/>
                </a:cubicBezTo>
                <a:cubicBezTo>
                  <a:pt x="2869" y="5512"/>
                  <a:pt x="2932" y="5545"/>
                  <a:pt x="2998" y="5545"/>
                </a:cubicBezTo>
                <a:cubicBezTo>
                  <a:pt x="3030" y="5545"/>
                  <a:pt x="3063" y="5537"/>
                  <a:pt x="3094" y="5520"/>
                </a:cubicBezTo>
                <a:lnTo>
                  <a:pt x="3455" y="5312"/>
                </a:lnTo>
                <a:lnTo>
                  <a:pt x="3455" y="5728"/>
                </a:lnTo>
                <a:cubicBezTo>
                  <a:pt x="3455" y="5832"/>
                  <a:pt x="3541" y="5916"/>
                  <a:pt x="3645" y="5916"/>
                </a:cubicBezTo>
                <a:cubicBezTo>
                  <a:pt x="3749" y="5916"/>
                  <a:pt x="3833" y="5832"/>
                  <a:pt x="3833" y="5728"/>
                </a:cubicBezTo>
                <a:lnTo>
                  <a:pt x="3833" y="4985"/>
                </a:lnTo>
                <a:cubicBezTo>
                  <a:pt x="3833" y="4884"/>
                  <a:pt x="3756" y="4803"/>
                  <a:pt x="3658" y="4798"/>
                </a:cubicBezTo>
                <a:cubicBezTo>
                  <a:pt x="3651" y="4797"/>
                  <a:pt x="3644" y="4797"/>
                  <a:pt x="3637" y="4797"/>
                </a:cubicBezTo>
                <a:close/>
                <a:moveTo>
                  <a:pt x="777" y="5991"/>
                </a:moveTo>
                <a:cubicBezTo>
                  <a:pt x="862" y="5991"/>
                  <a:pt x="946" y="6036"/>
                  <a:pt x="993" y="6115"/>
                </a:cubicBezTo>
                <a:cubicBezTo>
                  <a:pt x="1061" y="6234"/>
                  <a:pt x="1019" y="6387"/>
                  <a:pt x="900" y="6455"/>
                </a:cubicBezTo>
                <a:cubicBezTo>
                  <a:pt x="862" y="6476"/>
                  <a:pt x="819" y="6487"/>
                  <a:pt x="776" y="6487"/>
                </a:cubicBezTo>
                <a:cubicBezTo>
                  <a:pt x="754" y="6487"/>
                  <a:pt x="733" y="6485"/>
                  <a:pt x="712" y="6479"/>
                </a:cubicBezTo>
                <a:cubicBezTo>
                  <a:pt x="648" y="6463"/>
                  <a:pt x="595" y="6421"/>
                  <a:pt x="560" y="6365"/>
                </a:cubicBezTo>
                <a:cubicBezTo>
                  <a:pt x="492" y="6246"/>
                  <a:pt x="534" y="6093"/>
                  <a:pt x="653" y="6025"/>
                </a:cubicBezTo>
                <a:cubicBezTo>
                  <a:pt x="692" y="6002"/>
                  <a:pt x="734" y="5991"/>
                  <a:pt x="777" y="5991"/>
                </a:cubicBezTo>
                <a:close/>
                <a:moveTo>
                  <a:pt x="4038" y="2136"/>
                </a:moveTo>
                <a:cubicBezTo>
                  <a:pt x="4831" y="2155"/>
                  <a:pt x="5522" y="2583"/>
                  <a:pt x="5909" y="3218"/>
                </a:cubicBezTo>
                <a:cubicBezTo>
                  <a:pt x="5912" y="3235"/>
                  <a:pt x="5918" y="3249"/>
                  <a:pt x="5927" y="3264"/>
                </a:cubicBezTo>
                <a:cubicBezTo>
                  <a:pt x="5937" y="3281"/>
                  <a:pt x="5948" y="3295"/>
                  <a:pt x="5961" y="3309"/>
                </a:cubicBezTo>
                <a:cubicBezTo>
                  <a:pt x="6138" y="3630"/>
                  <a:pt x="6237" y="3998"/>
                  <a:pt x="6237" y="4390"/>
                </a:cubicBezTo>
                <a:cubicBezTo>
                  <a:pt x="6237" y="5615"/>
                  <a:pt x="5256" y="6613"/>
                  <a:pt x="4038" y="6643"/>
                </a:cubicBezTo>
                <a:cubicBezTo>
                  <a:pt x="4022" y="6637"/>
                  <a:pt x="4003" y="6635"/>
                  <a:pt x="3985" y="6635"/>
                </a:cubicBezTo>
                <a:cubicBezTo>
                  <a:pt x="3965" y="6635"/>
                  <a:pt x="3948" y="6640"/>
                  <a:pt x="3930" y="6643"/>
                </a:cubicBezTo>
                <a:cubicBezTo>
                  <a:pt x="3138" y="6625"/>
                  <a:pt x="2448" y="6196"/>
                  <a:pt x="2060" y="5560"/>
                </a:cubicBezTo>
                <a:cubicBezTo>
                  <a:pt x="2057" y="5544"/>
                  <a:pt x="2051" y="5529"/>
                  <a:pt x="2042" y="5514"/>
                </a:cubicBezTo>
                <a:cubicBezTo>
                  <a:pt x="2042" y="5512"/>
                  <a:pt x="2041" y="5512"/>
                  <a:pt x="2041" y="5511"/>
                </a:cubicBezTo>
                <a:cubicBezTo>
                  <a:pt x="2031" y="5496"/>
                  <a:pt x="2020" y="5483"/>
                  <a:pt x="2008" y="5469"/>
                </a:cubicBezTo>
                <a:cubicBezTo>
                  <a:pt x="1833" y="5149"/>
                  <a:pt x="1732" y="4780"/>
                  <a:pt x="1732" y="4390"/>
                </a:cubicBezTo>
                <a:cubicBezTo>
                  <a:pt x="1732" y="3998"/>
                  <a:pt x="1833" y="3628"/>
                  <a:pt x="2008" y="3307"/>
                </a:cubicBezTo>
                <a:cubicBezTo>
                  <a:pt x="2020" y="3295"/>
                  <a:pt x="2029" y="3284"/>
                  <a:pt x="2038" y="3269"/>
                </a:cubicBezTo>
                <a:cubicBezTo>
                  <a:pt x="2038" y="3269"/>
                  <a:pt x="2041" y="3266"/>
                  <a:pt x="2041" y="3264"/>
                </a:cubicBezTo>
                <a:cubicBezTo>
                  <a:pt x="2048" y="3249"/>
                  <a:pt x="2056" y="3235"/>
                  <a:pt x="2059" y="3218"/>
                </a:cubicBezTo>
                <a:cubicBezTo>
                  <a:pt x="2446" y="2583"/>
                  <a:pt x="3140" y="2155"/>
                  <a:pt x="3930" y="2136"/>
                </a:cubicBezTo>
                <a:cubicBezTo>
                  <a:pt x="3948" y="2142"/>
                  <a:pt x="3965" y="2143"/>
                  <a:pt x="3985" y="2143"/>
                </a:cubicBezTo>
                <a:cubicBezTo>
                  <a:pt x="4003" y="2143"/>
                  <a:pt x="4022" y="2140"/>
                  <a:pt x="4038" y="2136"/>
                </a:cubicBezTo>
                <a:close/>
                <a:moveTo>
                  <a:pt x="7997" y="5750"/>
                </a:moveTo>
                <a:cubicBezTo>
                  <a:pt x="8388" y="5750"/>
                  <a:pt x="8658" y="6001"/>
                  <a:pt x="8658" y="6359"/>
                </a:cubicBezTo>
                <a:lnTo>
                  <a:pt x="8658" y="6741"/>
                </a:lnTo>
                <a:lnTo>
                  <a:pt x="7162" y="6741"/>
                </a:lnTo>
                <a:lnTo>
                  <a:pt x="7162" y="6359"/>
                </a:lnTo>
                <a:cubicBezTo>
                  <a:pt x="7162" y="5979"/>
                  <a:pt x="7522" y="5750"/>
                  <a:pt x="7871" y="5750"/>
                </a:cubicBezTo>
                <a:close/>
                <a:moveTo>
                  <a:pt x="1717" y="6568"/>
                </a:moveTo>
                <a:cubicBezTo>
                  <a:pt x="1642" y="6568"/>
                  <a:pt x="1570" y="6606"/>
                  <a:pt x="1530" y="6674"/>
                </a:cubicBezTo>
                <a:cubicBezTo>
                  <a:pt x="1471" y="6776"/>
                  <a:pt x="1506" y="6908"/>
                  <a:pt x="1609" y="6968"/>
                </a:cubicBezTo>
                <a:lnTo>
                  <a:pt x="2929" y="7731"/>
                </a:lnTo>
                <a:cubicBezTo>
                  <a:pt x="2963" y="7750"/>
                  <a:pt x="3000" y="7758"/>
                  <a:pt x="3037" y="7758"/>
                </a:cubicBezTo>
                <a:cubicBezTo>
                  <a:pt x="3112" y="7758"/>
                  <a:pt x="3184" y="7719"/>
                  <a:pt x="3223" y="7651"/>
                </a:cubicBezTo>
                <a:cubicBezTo>
                  <a:pt x="3284" y="7550"/>
                  <a:pt x="3250" y="7419"/>
                  <a:pt x="3146" y="7360"/>
                </a:cubicBezTo>
                <a:lnTo>
                  <a:pt x="1824" y="6596"/>
                </a:lnTo>
                <a:cubicBezTo>
                  <a:pt x="1790" y="6577"/>
                  <a:pt x="1753" y="6568"/>
                  <a:pt x="1717" y="6568"/>
                </a:cubicBezTo>
                <a:close/>
                <a:moveTo>
                  <a:pt x="6091" y="6662"/>
                </a:moveTo>
                <a:cubicBezTo>
                  <a:pt x="6055" y="6662"/>
                  <a:pt x="6017" y="6672"/>
                  <a:pt x="5983" y="6692"/>
                </a:cubicBezTo>
                <a:lnTo>
                  <a:pt x="4824" y="7361"/>
                </a:lnTo>
                <a:cubicBezTo>
                  <a:pt x="4721" y="7421"/>
                  <a:pt x="4686" y="7553"/>
                  <a:pt x="4745" y="7654"/>
                </a:cubicBezTo>
                <a:cubicBezTo>
                  <a:pt x="4784" y="7724"/>
                  <a:pt x="4856" y="7762"/>
                  <a:pt x="4931" y="7762"/>
                </a:cubicBezTo>
                <a:cubicBezTo>
                  <a:pt x="4968" y="7762"/>
                  <a:pt x="5003" y="7752"/>
                  <a:pt x="5039" y="7732"/>
                </a:cubicBezTo>
                <a:lnTo>
                  <a:pt x="6199" y="7061"/>
                </a:lnTo>
                <a:cubicBezTo>
                  <a:pt x="6301" y="7002"/>
                  <a:pt x="6335" y="6871"/>
                  <a:pt x="6276" y="6769"/>
                </a:cubicBezTo>
                <a:cubicBezTo>
                  <a:pt x="6236" y="6700"/>
                  <a:pt x="6165" y="6662"/>
                  <a:pt x="6091" y="6662"/>
                </a:cubicBezTo>
                <a:close/>
                <a:moveTo>
                  <a:pt x="7911" y="7456"/>
                </a:moveTo>
                <a:cubicBezTo>
                  <a:pt x="7991" y="7456"/>
                  <a:pt x="8058" y="7520"/>
                  <a:pt x="8058" y="7602"/>
                </a:cubicBezTo>
                <a:cubicBezTo>
                  <a:pt x="8058" y="7649"/>
                  <a:pt x="8036" y="7691"/>
                  <a:pt x="7998" y="7719"/>
                </a:cubicBezTo>
                <a:cubicBezTo>
                  <a:pt x="7966" y="7744"/>
                  <a:pt x="7945" y="7784"/>
                  <a:pt x="7945" y="7826"/>
                </a:cubicBezTo>
                <a:lnTo>
                  <a:pt x="7945" y="8089"/>
                </a:lnTo>
                <a:lnTo>
                  <a:pt x="7877" y="8089"/>
                </a:lnTo>
                <a:lnTo>
                  <a:pt x="7877" y="7826"/>
                </a:lnTo>
                <a:cubicBezTo>
                  <a:pt x="7877" y="7784"/>
                  <a:pt x="7856" y="7744"/>
                  <a:pt x="7823" y="7719"/>
                </a:cubicBezTo>
                <a:cubicBezTo>
                  <a:pt x="7786" y="7691"/>
                  <a:pt x="7764" y="7649"/>
                  <a:pt x="7764" y="7602"/>
                </a:cubicBezTo>
                <a:cubicBezTo>
                  <a:pt x="7764" y="7520"/>
                  <a:pt x="7832" y="7456"/>
                  <a:pt x="7911" y="7456"/>
                </a:cubicBezTo>
                <a:close/>
                <a:moveTo>
                  <a:pt x="3985" y="7844"/>
                </a:moveTo>
                <a:cubicBezTo>
                  <a:pt x="4121" y="7844"/>
                  <a:pt x="4233" y="7955"/>
                  <a:pt x="4233" y="8092"/>
                </a:cubicBezTo>
                <a:cubicBezTo>
                  <a:pt x="4233" y="8230"/>
                  <a:pt x="4121" y="8341"/>
                  <a:pt x="3985" y="8341"/>
                </a:cubicBezTo>
                <a:cubicBezTo>
                  <a:pt x="3847" y="8341"/>
                  <a:pt x="3735" y="8230"/>
                  <a:pt x="3735" y="8092"/>
                </a:cubicBezTo>
                <a:cubicBezTo>
                  <a:pt x="3735" y="7955"/>
                  <a:pt x="3847" y="7844"/>
                  <a:pt x="3985" y="7844"/>
                </a:cubicBezTo>
                <a:close/>
                <a:moveTo>
                  <a:pt x="7909" y="7186"/>
                </a:moveTo>
                <a:cubicBezTo>
                  <a:pt x="7679" y="7186"/>
                  <a:pt x="7494" y="7375"/>
                  <a:pt x="7494" y="7602"/>
                </a:cubicBezTo>
                <a:cubicBezTo>
                  <a:pt x="7494" y="7710"/>
                  <a:pt x="7535" y="7810"/>
                  <a:pt x="7608" y="7887"/>
                </a:cubicBezTo>
                <a:lnTo>
                  <a:pt x="7605" y="7887"/>
                </a:lnTo>
                <a:lnTo>
                  <a:pt x="7605" y="8110"/>
                </a:lnTo>
                <a:cubicBezTo>
                  <a:pt x="7605" y="8245"/>
                  <a:pt x="7716" y="8356"/>
                  <a:pt x="7853" y="8356"/>
                </a:cubicBezTo>
                <a:lnTo>
                  <a:pt x="7966" y="8356"/>
                </a:lnTo>
                <a:cubicBezTo>
                  <a:pt x="8101" y="8356"/>
                  <a:pt x="8212" y="8245"/>
                  <a:pt x="8212" y="8110"/>
                </a:cubicBezTo>
                <a:lnTo>
                  <a:pt x="8212" y="7887"/>
                </a:lnTo>
                <a:cubicBezTo>
                  <a:pt x="8285" y="7808"/>
                  <a:pt x="8325" y="7709"/>
                  <a:pt x="8325" y="7602"/>
                </a:cubicBezTo>
                <a:cubicBezTo>
                  <a:pt x="8325" y="7372"/>
                  <a:pt x="8140" y="7186"/>
                  <a:pt x="7909" y="7186"/>
                </a:cubicBezTo>
                <a:close/>
                <a:moveTo>
                  <a:pt x="8875" y="7170"/>
                </a:moveTo>
                <a:lnTo>
                  <a:pt x="8875" y="7983"/>
                </a:lnTo>
                <a:cubicBezTo>
                  <a:pt x="8875" y="8203"/>
                  <a:pt x="8734" y="8430"/>
                  <a:pt x="8499" y="8430"/>
                </a:cubicBezTo>
                <a:lnTo>
                  <a:pt x="7373" y="8430"/>
                </a:lnTo>
                <a:cubicBezTo>
                  <a:pt x="7149" y="8430"/>
                  <a:pt x="6943" y="8217"/>
                  <a:pt x="6943" y="7983"/>
                </a:cubicBezTo>
                <a:lnTo>
                  <a:pt x="6943" y="7170"/>
                </a:lnTo>
                <a:close/>
                <a:moveTo>
                  <a:pt x="3985" y="0"/>
                </a:moveTo>
                <a:cubicBezTo>
                  <a:pt x="3610" y="0"/>
                  <a:pt x="3306" y="305"/>
                  <a:pt x="3306" y="679"/>
                </a:cubicBezTo>
                <a:cubicBezTo>
                  <a:pt x="3306" y="976"/>
                  <a:pt x="3496" y="1225"/>
                  <a:pt x="3762" y="1319"/>
                </a:cubicBezTo>
                <a:lnTo>
                  <a:pt x="3762" y="1708"/>
                </a:lnTo>
                <a:cubicBezTo>
                  <a:pt x="2941" y="1778"/>
                  <a:pt x="2225" y="2213"/>
                  <a:pt x="1780" y="2854"/>
                </a:cubicBezTo>
                <a:lnTo>
                  <a:pt x="1441" y="2658"/>
                </a:lnTo>
                <a:cubicBezTo>
                  <a:pt x="1493" y="2382"/>
                  <a:pt x="1371" y="2093"/>
                  <a:pt x="1114" y="1944"/>
                </a:cubicBezTo>
                <a:cubicBezTo>
                  <a:pt x="1008" y="1883"/>
                  <a:pt x="892" y="1854"/>
                  <a:pt x="777" y="1854"/>
                </a:cubicBezTo>
                <a:cubicBezTo>
                  <a:pt x="543" y="1854"/>
                  <a:pt x="314" y="1976"/>
                  <a:pt x="188" y="2194"/>
                </a:cubicBezTo>
                <a:cubicBezTo>
                  <a:pt x="2" y="2517"/>
                  <a:pt x="113" y="2932"/>
                  <a:pt x="437" y="3119"/>
                </a:cubicBezTo>
                <a:cubicBezTo>
                  <a:pt x="543" y="3181"/>
                  <a:pt x="660" y="3211"/>
                  <a:pt x="774" y="3211"/>
                </a:cubicBezTo>
                <a:cubicBezTo>
                  <a:pt x="936" y="3211"/>
                  <a:pt x="1094" y="3153"/>
                  <a:pt x="1218" y="3044"/>
                </a:cubicBezTo>
                <a:lnTo>
                  <a:pt x="1557" y="3240"/>
                </a:lnTo>
                <a:cubicBezTo>
                  <a:pt x="1393" y="3589"/>
                  <a:pt x="1300" y="3976"/>
                  <a:pt x="1300" y="4385"/>
                </a:cubicBezTo>
                <a:cubicBezTo>
                  <a:pt x="1300" y="4795"/>
                  <a:pt x="1391" y="5183"/>
                  <a:pt x="1557" y="5530"/>
                </a:cubicBezTo>
                <a:lnTo>
                  <a:pt x="1218" y="5726"/>
                </a:lnTo>
                <a:cubicBezTo>
                  <a:pt x="1095" y="5619"/>
                  <a:pt x="937" y="5561"/>
                  <a:pt x="775" y="5561"/>
                </a:cubicBezTo>
                <a:cubicBezTo>
                  <a:pt x="660" y="5561"/>
                  <a:pt x="543" y="5590"/>
                  <a:pt x="437" y="5652"/>
                </a:cubicBezTo>
                <a:cubicBezTo>
                  <a:pt x="112" y="5839"/>
                  <a:pt x="1" y="6255"/>
                  <a:pt x="188" y="6577"/>
                </a:cubicBezTo>
                <a:cubicBezTo>
                  <a:pt x="280" y="6733"/>
                  <a:pt x="425" y="6847"/>
                  <a:pt x="601" y="6893"/>
                </a:cubicBezTo>
                <a:cubicBezTo>
                  <a:pt x="658" y="6910"/>
                  <a:pt x="718" y="6917"/>
                  <a:pt x="777" y="6917"/>
                </a:cubicBezTo>
                <a:cubicBezTo>
                  <a:pt x="893" y="6917"/>
                  <a:pt x="1010" y="6886"/>
                  <a:pt x="1114" y="6827"/>
                </a:cubicBezTo>
                <a:cubicBezTo>
                  <a:pt x="1371" y="6678"/>
                  <a:pt x="1493" y="6386"/>
                  <a:pt x="1441" y="6111"/>
                </a:cubicBezTo>
                <a:lnTo>
                  <a:pt x="1780" y="5916"/>
                </a:lnTo>
                <a:cubicBezTo>
                  <a:pt x="2225" y="6556"/>
                  <a:pt x="2941" y="6996"/>
                  <a:pt x="3762" y="7063"/>
                </a:cubicBezTo>
                <a:lnTo>
                  <a:pt x="3762" y="7452"/>
                </a:lnTo>
                <a:cubicBezTo>
                  <a:pt x="3498" y="7545"/>
                  <a:pt x="3306" y="7798"/>
                  <a:pt x="3306" y="8092"/>
                </a:cubicBezTo>
                <a:cubicBezTo>
                  <a:pt x="3306" y="8466"/>
                  <a:pt x="3610" y="8770"/>
                  <a:pt x="3985" y="8770"/>
                </a:cubicBezTo>
                <a:cubicBezTo>
                  <a:pt x="4357" y="8770"/>
                  <a:pt x="4662" y="8466"/>
                  <a:pt x="4662" y="8092"/>
                </a:cubicBezTo>
                <a:cubicBezTo>
                  <a:pt x="4662" y="7795"/>
                  <a:pt x="4470" y="7545"/>
                  <a:pt x="4207" y="7450"/>
                </a:cubicBezTo>
                <a:lnTo>
                  <a:pt x="4207" y="7060"/>
                </a:lnTo>
                <a:cubicBezTo>
                  <a:pt x="5582" y="6947"/>
                  <a:pt x="6668" y="5790"/>
                  <a:pt x="6668" y="4385"/>
                </a:cubicBezTo>
                <a:cubicBezTo>
                  <a:pt x="6668" y="3976"/>
                  <a:pt x="6577" y="3586"/>
                  <a:pt x="6413" y="3240"/>
                </a:cubicBezTo>
                <a:lnTo>
                  <a:pt x="6750" y="3044"/>
                </a:lnTo>
                <a:cubicBezTo>
                  <a:pt x="6873" y="3153"/>
                  <a:pt x="7032" y="3211"/>
                  <a:pt x="7194" y="3211"/>
                </a:cubicBezTo>
                <a:cubicBezTo>
                  <a:pt x="7308" y="3211"/>
                  <a:pt x="7425" y="3181"/>
                  <a:pt x="7531" y="3119"/>
                </a:cubicBezTo>
                <a:cubicBezTo>
                  <a:pt x="7856" y="2932"/>
                  <a:pt x="7967" y="2516"/>
                  <a:pt x="7780" y="2194"/>
                </a:cubicBezTo>
                <a:cubicBezTo>
                  <a:pt x="7655" y="1975"/>
                  <a:pt x="7426" y="1853"/>
                  <a:pt x="7191" y="1853"/>
                </a:cubicBezTo>
                <a:cubicBezTo>
                  <a:pt x="7076" y="1853"/>
                  <a:pt x="6960" y="1883"/>
                  <a:pt x="6854" y="1944"/>
                </a:cubicBezTo>
                <a:cubicBezTo>
                  <a:pt x="6598" y="2093"/>
                  <a:pt x="6475" y="2385"/>
                  <a:pt x="6527" y="2658"/>
                </a:cubicBezTo>
                <a:lnTo>
                  <a:pt x="6190" y="2854"/>
                </a:lnTo>
                <a:cubicBezTo>
                  <a:pt x="5744" y="2213"/>
                  <a:pt x="5027" y="1775"/>
                  <a:pt x="4207" y="1708"/>
                </a:cubicBezTo>
                <a:lnTo>
                  <a:pt x="4207" y="1319"/>
                </a:lnTo>
                <a:cubicBezTo>
                  <a:pt x="4470" y="1225"/>
                  <a:pt x="4662" y="973"/>
                  <a:pt x="4662" y="679"/>
                </a:cubicBezTo>
                <a:cubicBezTo>
                  <a:pt x="4662" y="305"/>
                  <a:pt x="4357" y="0"/>
                  <a:pt x="3985" y="0"/>
                </a:cubicBezTo>
                <a:close/>
                <a:moveTo>
                  <a:pt x="7872" y="5319"/>
                </a:moveTo>
                <a:cubicBezTo>
                  <a:pt x="7234" y="5319"/>
                  <a:pt x="6735" y="5775"/>
                  <a:pt x="6735" y="6357"/>
                </a:cubicBezTo>
                <a:lnTo>
                  <a:pt x="6735" y="6739"/>
                </a:lnTo>
                <a:lnTo>
                  <a:pt x="6729" y="6739"/>
                </a:lnTo>
                <a:cubicBezTo>
                  <a:pt x="6610" y="6739"/>
                  <a:pt x="6514" y="6836"/>
                  <a:pt x="6514" y="6954"/>
                </a:cubicBezTo>
                <a:lnTo>
                  <a:pt x="6514" y="7980"/>
                </a:lnTo>
                <a:cubicBezTo>
                  <a:pt x="6514" y="8456"/>
                  <a:pt x="6910" y="8857"/>
                  <a:pt x="7375" y="8857"/>
                </a:cubicBezTo>
                <a:lnTo>
                  <a:pt x="8500" y="8857"/>
                </a:lnTo>
                <a:cubicBezTo>
                  <a:pt x="8953" y="8857"/>
                  <a:pt x="9308" y="8473"/>
                  <a:pt x="9308" y="7980"/>
                </a:cubicBezTo>
                <a:lnTo>
                  <a:pt x="9308" y="6954"/>
                </a:lnTo>
                <a:cubicBezTo>
                  <a:pt x="9308" y="6837"/>
                  <a:pt x="9212" y="6741"/>
                  <a:pt x="9094" y="6739"/>
                </a:cubicBezTo>
                <a:lnTo>
                  <a:pt x="9088" y="6739"/>
                </a:lnTo>
                <a:lnTo>
                  <a:pt x="9088" y="6357"/>
                </a:lnTo>
                <a:cubicBezTo>
                  <a:pt x="9088" y="5765"/>
                  <a:pt x="8621" y="5319"/>
                  <a:pt x="7998" y="5319"/>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8" name="Google Shape;3398;p98"/>
          <p:cNvSpPr/>
          <p:nvPr/>
        </p:nvSpPr>
        <p:spPr>
          <a:xfrm>
            <a:off x="4394530" y="977954"/>
            <a:ext cx="333770" cy="336035"/>
          </a:xfrm>
          <a:custGeom>
            <a:rect b="b" l="l" r="r" t="t"/>
            <a:pathLst>
              <a:path extrusionOk="0" h="9197" w="9135">
                <a:moveTo>
                  <a:pt x="5860" y="2"/>
                </a:moveTo>
                <a:cubicBezTo>
                  <a:pt x="5789" y="2"/>
                  <a:pt x="5729" y="61"/>
                  <a:pt x="5729" y="134"/>
                </a:cubicBezTo>
                <a:cubicBezTo>
                  <a:pt x="5729" y="206"/>
                  <a:pt x="5789" y="266"/>
                  <a:pt x="5860" y="266"/>
                </a:cubicBezTo>
                <a:lnTo>
                  <a:pt x="6393" y="266"/>
                </a:lnTo>
                <a:cubicBezTo>
                  <a:pt x="6466" y="266"/>
                  <a:pt x="6525" y="206"/>
                  <a:pt x="6525" y="134"/>
                </a:cubicBezTo>
                <a:cubicBezTo>
                  <a:pt x="6525" y="61"/>
                  <a:pt x="6466" y="2"/>
                  <a:pt x="6393" y="2"/>
                </a:cubicBezTo>
                <a:close/>
                <a:moveTo>
                  <a:pt x="6928" y="2"/>
                </a:moveTo>
                <a:cubicBezTo>
                  <a:pt x="6855" y="2"/>
                  <a:pt x="6796" y="61"/>
                  <a:pt x="6796" y="134"/>
                </a:cubicBezTo>
                <a:cubicBezTo>
                  <a:pt x="6794" y="206"/>
                  <a:pt x="6854" y="266"/>
                  <a:pt x="6928" y="266"/>
                </a:cubicBezTo>
                <a:lnTo>
                  <a:pt x="7461" y="266"/>
                </a:lnTo>
                <a:cubicBezTo>
                  <a:pt x="7534" y="266"/>
                  <a:pt x="7593" y="206"/>
                  <a:pt x="7593" y="134"/>
                </a:cubicBezTo>
                <a:cubicBezTo>
                  <a:pt x="7593" y="61"/>
                  <a:pt x="7534" y="2"/>
                  <a:pt x="7461" y="2"/>
                </a:cubicBezTo>
                <a:close/>
                <a:moveTo>
                  <a:pt x="7994" y="0"/>
                </a:moveTo>
                <a:cubicBezTo>
                  <a:pt x="7921" y="0"/>
                  <a:pt x="7862" y="59"/>
                  <a:pt x="7862" y="132"/>
                </a:cubicBezTo>
                <a:cubicBezTo>
                  <a:pt x="7862" y="206"/>
                  <a:pt x="7921" y="266"/>
                  <a:pt x="7994" y="266"/>
                </a:cubicBezTo>
                <a:lnTo>
                  <a:pt x="8425" y="266"/>
                </a:lnTo>
                <a:cubicBezTo>
                  <a:pt x="8451" y="266"/>
                  <a:pt x="8478" y="267"/>
                  <a:pt x="8506" y="272"/>
                </a:cubicBezTo>
                <a:cubicBezTo>
                  <a:pt x="8514" y="273"/>
                  <a:pt x="8521" y="273"/>
                  <a:pt x="8526" y="273"/>
                </a:cubicBezTo>
                <a:cubicBezTo>
                  <a:pt x="8589" y="273"/>
                  <a:pt x="8647" y="227"/>
                  <a:pt x="8656" y="162"/>
                </a:cubicBezTo>
                <a:cubicBezTo>
                  <a:pt x="8667" y="89"/>
                  <a:pt x="8619" y="22"/>
                  <a:pt x="8546" y="9"/>
                </a:cubicBezTo>
                <a:cubicBezTo>
                  <a:pt x="8508" y="4"/>
                  <a:pt x="8465" y="0"/>
                  <a:pt x="8425" y="0"/>
                </a:cubicBezTo>
                <a:close/>
                <a:moveTo>
                  <a:pt x="5125" y="2"/>
                </a:moveTo>
                <a:cubicBezTo>
                  <a:pt x="4988" y="2"/>
                  <a:pt x="4856" y="37"/>
                  <a:pt x="4742" y="105"/>
                </a:cubicBezTo>
                <a:cubicBezTo>
                  <a:pt x="4678" y="143"/>
                  <a:pt x="4657" y="224"/>
                  <a:pt x="4694" y="288"/>
                </a:cubicBezTo>
                <a:cubicBezTo>
                  <a:pt x="4721" y="328"/>
                  <a:pt x="4766" y="350"/>
                  <a:pt x="4810" y="350"/>
                </a:cubicBezTo>
                <a:cubicBezTo>
                  <a:pt x="4833" y="350"/>
                  <a:pt x="4856" y="346"/>
                  <a:pt x="4877" y="333"/>
                </a:cubicBezTo>
                <a:cubicBezTo>
                  <a:pt x="4951" y="290"/>
                  <a:pt x="5036" y="266"/>
                  <a:pt x="5125" y="266"/>
                </a:cubicBezTo>
                <a:lnTo>
                  <a:pt x="5328" y="266"/>
                </a:lnTo>
                <a:cubicBezTo>
                  <a:pt x="5400" y="266"/>
                  <a:pt x="5459" y="206"/>
                  <a:pt x="5459" y="134"/>
                </a:cubicBezTo>
                <a:cubicBezTo>
                  <a:pt x="5459" y="61"/>
                  <a:pt x="5400" y="2"/>
                  <a:pt x="5328" y="2"/>
                </a:cubicBezTo>
                <a:close/>
                <a:moveTo>
                  <a:pt x="8948" y="303"/>
                </a:moveTo>
                <a:cubicBezTo>
                  <a:pt x="8928" y="303"/>
                  <a:pt x="8907" y="308"/>
                  <a:pt x="8888" y="318"/>
                </a:cubicBezTo>
                <a:cubicBezTo>
                  <a:pt x="8823" y="350"/>
                  <a:pt x="8797" y="431"/>
                  <a:pt x="8830" y="496"/>
                </a:cubicBezTo>
                <a:cubicBezTo>
                  <a:pt x="8857" y="546"/>
                  <a:pt x="8870" y="598"/>
                  <a:pt x="8867" y="653"/>
                </a:cubicBezTo>
                <a:lnTo>
                  <a:pt x="8867" y="962"/>
                </a:lnTo>
                <a:cubicBezTo>
                  <a:pt x="8867" y="1034"/>
                  <a:pt x="8926" y="1093"/>
                  <a:pt x="8999" y="1093"/>
                </a:cubicBezTo>
                <a:cubicBezTo>
                  <a:pt x="9072" y="1093"/>
                  <a:pt x="9131" y="1034"/>
                  <a:pt x="9131" y="962"/>
                </a:cubicBezTo>
                <a:lnTo>
                  <a:pt x="9131" y="655"/>
                </a:lnTo>
                <a:cubicBezTo>
                  <a:pt x="9133" y="557"/>
                  <a:pt x="9111" y="462"/>
                  <a:pt x="9066" y="376"/>
                </a:cubicBezTo>
                <a:cubicBezTo>
                  <a:pt x="9043" y="330"/>
                  <a:pt x="8997" y="303"/>
                  <a:pt x="8948" y="303"/>
                </a:cubicBezTo>
                <a:close/>
                <a:moveTo>
                  <a:pt x="4550" y="526"/>
                </a:moveTo>
                <a:cubicBezTo>
                  <a:pt x="4478" y="526"/>
                  <a:pt x="4418" y="585"/>
                  <a:pt x="4418" y="658"/>
                </a:cubicBezTo>
                <a:lnTo>
                  <a:pt x="4418" y="1189"/>
                </a:lnTo>
                <a:cubicBezTo>
                  <a:pt x="4418" y="1262"/>
                  <a:pt x="4476" y="1322"/>
                  <a:pt x="4550" y="1322"/>
                </a:cubicBezTo>
                <a:cubicBezTo>
                  <a:pt x="4623" y="1322"/>
                  <a:pt x="4683" y="1262"/>
                  <a:pt x="4683" y="1189"/>
                </a:cubicBezTo>
                <a:lnTo>
                  <a:pt x="4683" y="658"/>
                </a:lnTo>
                <a:cubicBezTo>
                  <a:pt x="4683" y="585"/>
                  <a:pt x="4623" y="526"/>
                  <a:pt x="4550" y="526"/>
                </a:cubicBezTo>
                <a:close/>
                <a:moveTo>
                  <a:pt x="8999" y="1360"/>
                </a:moveTo>
                <a:cubicBezTo>
                  <a:pt x="8926" y="1360"/>
                  <a:pt x="8867" y="1420"/>
                  <a:pt x="8867" y="1492"/>
                </a:cubicBezTo>
                <a:lnTo>
                  <a:pt x="8867" y="2025"/>
                </a:lnTo>
                <a:cubicBezTo>
                  <a:pt x="8867" y="2098"/>
                  <a:pt x="8926" y="2158"/>
                  <a:pt x="8999" y="2158"/>
                </a:cubicBezTo>
                <a:cubicBezTo>
                  <a:pt x="9072" y="2158"/>
                  <a:pt x="9131" y="2098"/>
                  <a:pt x="9131" y="2025"/>
                </a:cubicBezTo>
                <a:lnTo>
                  <a:pt x="9131" y="1492"/>
                </a:lnTo>
                <a:cubicBezTo>
                  <a:pt x="9133" y="1420"/>
                  <a:pt x="9073" y="1360"/>
                  <a:pt x="8999" y="1360"/>
                </a:cubicBezTo>
                <a:close/>
                <a:moveTo>
                  <a:pt x="4550" y="1593"/>
                </a:moveTo>
                <a:cubicBezTo>
                  <a:pt x="4478" y="1593"/>
                  <a:pt x="4418" y="1653"/>
                  <a:pt x="4418" y="1724"/>
                </a:cubicBezTo>
                <a:lnTo>
                  <a:pt x="4418" y="2257"/>
                </a:lnTo>
                <a:cubicBezTo>
                  <a:pt x="4418" y="2330"/>
                  <a:pt x="4476" y="2389"/>
                  <a:pt x="4550" y="2389"/>
                </a:cubicBezTo>
                <a:cubicBezTo>
                  <a:pt x="4623" y="2389"/>
                  <a:pt x="4683" y="2330"/>
                  <a:pt x="4683" y="2257"/>
                </a:cubicBezTo>
                <a:lnTo>
                  <a:pt x="4683" y="1724"/>
                </a:lnTo>
                <a:cubicBezTo>
                  <a:pt x="4683" y="1653"/>
                  <a:pt x="4623" y="1593"/>
                  <a:pt x="4550" y="1593"/>
                </a:cubicBezTo>
                <a:close/>
                <a:moveTo>
                  <a:pt x="8604" y="879"/>
                </a:moveTo>
                <a:cubicBezTo>
                  <a:pt x="8540" y="879"/>
                  <a:pt x="8477" y="908"/>
                  <a:pt x="8435" y="964"/>
                </a:cubicBezTo>
                <a:lnTo>
                  <a:pt x="7704" y="1922"/>
                </a:lnTo>
                <a:cubicBezTo>
                  <a:pt x="7756" y="2091"/>
                  <a:pt x="7789" y="2285"/>
                  <a:pt x="7798" y="2495"/>
                </a:cubicBezTo>
                <a:lnTo>
                  <a:pt x="8774" y="1219"/>
                </a:lnTo>
                <a:cubicBezTo>
                  <a:pt x="8843" y="1127"/>
                  <a:pt x="8827" y="993"/>
                  <a:pt x="8732" y="922"/>
                </a:cubicBezTo>
                <a:cubicBezTo>
                  <a:pt x="8694" y="893"/>
                  <a:pt x="8649" y="879"/>
                  <a:pt x="8604" y="879"/>
                </a:cubicBezTo>
                <a:close/>
                <a:moveTo>
                  <a:pt x="5752" y="1363"/>
                </a:moveTo>
                <a:cubicBezTo>
                  <a:pt x="5694" y="1363"/>
                  <a:pt x="5637" y="1387"/>
                  <a:pt x="5596" y="1433"/>
                </a:cubicBezTo>
                <a:lnTo>
                  <a:pt x="4736" y="2392"/>
                </a:lnTo>
                <a:cubicBezTo>
                  <a:pt x="4657" y="2480"/>
                  <a:pt x="4665" y="2614"/>
                  <a:pt x="4754" y="2691"/>
                </a:cubicBezTo>
                <a:cubicBezTo>
                  <a:pt x="4794" y="2727"/>
                  <a:pt x="4845" y="2745"/>
                  <a:pt x="4896" y="2745"/>
                </a:cubicBezTo>
                <a:cubicBezTo>
                  <a:pt x="4954" y="2745"/>
                  <a:pt x="5012" y="2721"/>
                  <a:pt x="5054" y="2674"/>
                </a:cubicBezTo>
                <a:lnTo>
                  <a:pt x="5786" y="1856"/>
                </a:lnTo>
                <a:lnTo>
                  <a:pt x="6577" y="2415"/>
                </a:lnTo>
                <a:cubicBezTo>
                  <a:pt x="6591" y="2248"/>
                  <a:pt x="6617" y="2092"/>
                  <a:pt x="6657" y="1953"/>
                </a:cubicBezTo>
                <a:lnTo>
                  <a:pt x="5875" y="1402"/>
                </a:lnTo>
                <a:cubicBezTo>
                  <a:pt x="5837" y="1375"/>
                  <a:pt x="5794" y="1363"/>
                  <a:pt x="5752" y="1363"/>
                </a:cubicBezTo>
                <a:close/>
                <a:moveTo>
                  <a:pt x="8999" y="2428"/>
                </a:moveTo>
                <a:cubicBezTo>
                  <a:pt x="8926" y="2428"/>
                  <a:pt x="8867" y="2487"/>
                  <a:pt x="8867" y="2560"/>
                </a:cubicBezTo>
                <a:lnTo>
                  <a:pt x="8867" y="3093"/>
                </a:lnTo>
                <a:cubicBezTo>
                  <a:pt x="8867" y="3164"/>
                  <a:pt x="8926" y="3224"/>
                  <a:pt x="8999" y="3224"/>
                </a:cubicBezTo>
                <a:cubicBezTo>
                  <a:pt x="9072" y="3224"/>
                  <a:pt x="9131" y="3164"/>
                  <a:pt x="9131" y="3093"/>
                </a:cubicBezTo>
                <a:lnTo>
                  <a:pt x="9131" y="2560"/>
                </a:lnTo>
                <a:cubicBezTo>
                  <a:pt x="9133" y="2487"/>
                  <a:pt x="9073" y="2428"/>
                  <a:pt x="8999" y="2428"/>
                </a:cubicBezTo>
                <a:close/>
                <a:moveTo>
                  <a:pt x="7225" y="1697"/>
                </a:moveTo>
                <a:cubicBezTo>
                  <a:pt x="7152" y="1697"/>
                  <a:pt x="7093" y="1757"/>
                  <a:pt x="7093" y="1828"/>
                </a:cubicBezTo>
                <a:lnTo>
                  <a:pt x="7093" y="1864"/>
                </a:lnTo>
                <a:cubicBezTo>
                  <a:pt x="6897" y="1910"/>
                  <a:pt x="6766" y="2058"/>
                  <a:pt x="6766" y="2256"/>
                </a:cubicBezTo>
                <a:cubicBezTo>
                  <a:pt x="6766" y="2502"/>
                  <a:pt x="6928" y="2582"/>
                  <a:pt x="7113" y="2674"/>
                </a:cubicBezTo>
                <a:cubicBezTo>
                  <a:pt x="7130" y="2682"/>
                  <a:pt x="7146" y="2692"/>
                  <a:pt x="7165" y="2701"/>
                </a:cubicBezTo>
                <a:cubicBezTo>
                  <a:pt x="7183" y="2710"/>
                  <a:pt x="7202" y="2719"/>
                  <a:pt x="7219" y="2726"/>
                </a:cubicBezTo>
                <a:cubicBezTo>
                  <a:pt x="7412" y="2821"/>
                  <a:pt x="7419" y="2835"/>
                  <a:pt x="7419" y="2909"/>
                </a:cubicBezTo>
                <a:cubicBezTo>
                  <a:pt x="7419" y="3029"/>
                  <a:pt x="7298" y="3049"/>
                  <a:pt x="7225" y="3049"/>
                </a:cubicBezTo>
                <a:cubicBezTo>
                  <a:pt x="7152" y="3049"/>
                  <a:pt x="7030" y="3029"/>
                  <a:pt x="7030" y="2909"/>
                </a:cubicBezTo>
                <a:cubicBezTo>
                  <a:pt x="7030" y="2836"/>
                  <a:pt x="6971" y="2777"/>
                  <a:pt x="6898" y="2777"/>
                </a:cubicBezTo>
                <a:cubicBezTo>
                  <a:pt x="6825" y="2777"/>
                  <a:pt x="6766" y="2836"/>
                  <a:pt x="6766" y="2909"/>
                </a:cubicBezTo>
                <a:cubicBezTo>
                  <a:pt x="6766" y="3105"/>
                  <a:pt x="6897" y="3254"/>
                  <a:pt x="7093" y="3298"/>
                </a:cubicBezTo>
                <a:lnTo>
                  <a:pt x="7093" y="3343"/>
                </a:lnTo>
                <a:cubicBezTo>
                  <a:pt x="7093" y="3415"/>
                  <a:pt x="7152" y="3475"/>
                  <a:pt x="7225" y="3475"/>
                </a:cubicBezTo>
                <a:cubicBezTo>
                  <a:pt x="7298" y="3475"/>
                  <a:pt x="7357" y="3415"/>
                  <a:pt x="7357" y="3343"/>
                </a:cubicBezTo>
                <a:lnTo>
                  <a:pt x="7357" y="3298"/>
                </a:lnTo>
                <a:cubicBezTo>
                  <a:pt x="7553" y="3251"/>
                  <a:pt x="7684" y="3104"/>
                  <a:pt x="7684" y="2908"/>
                </a:cubicBezTo>
                <a:cubicBezTo>
                  <a:pt x="7684" y="2660"/>
                  <a:pt x="7522" y="2581"/>
                  <a:pt x="7336" y="2487"/>
                </a:cubicBezTo>
                <a:cubicBezTo>
                  <a:pt x="7320" y="2480"/>
                  <a:pt x="7303" y="2471"/>
                  <a:pt x="7284" y="2462"/>
                </a:cubicBezTo>
                <a:cubicBezTo>
                  <a:pt x="7266" y="2452"/>
                  <a:pt x="7249" y="2443"/>
                  <a:pt x="7231" y="2435"/>
                </a:cubicBezTo>
                <a:cubicBezTo>
                  <a:pt x="7038" y="2340"/>
                  <a:pt x="7030" y="2328"/>
                  <a:pt x="7030" y="2254"/>
                </a:cubicBezTo>
                <a:cubicBezTo>
                  <a:pt x="7030" y="2211"/>
                  <a:pt x="7048" y="2113"/>
                  <a:pt x="7225" y="2113"/>
                </a:cubicBezTo>
                <a:cubicBezTo>
                  <a:pt x="7390" y="2113"/>
                  <a:pt x="7413" y="2202"/>
                  <a:pt x="7413" y="2254"/>
                </a:cubicBezTo>
                <a:cubicBezTo>
                  <a:pt x="7413" y="2325"/>
                  <a:pt x="7473" y="2385"/>
                  <a:pt x="7545" y="2385"/>
                </a:cubicBezTo>
                <a:cubicBezTo>
                  <a:pt x="7618" y="2385"/>
                  <a:pt x="7678" y="2325"/>
                  <a:pt x="7678" y="2254"/>
                </a:cubicBezTo>
                <a:cubicBezTo>
                  <a:pt x="7678" y="2054"/>
                  <a:pt x="7553" y="1907"/>
                  <a:pt x="7357" y="1862"/>
                </a:cubicBezTo>
                <a:lnTo>
                  <a:pt x="7357" y="1828"/>
                </a:lnTo>
                <a:cubicBezTo>
                  <a:pt x="7357" y="1757"/>
                  <a:pt x="7298" y="1697"/>
                  <a:pt x="7225" y="1697"/>
                </a:cubicBezTo>
                <a:close/>
                <a:moveTo>
                  <a:pt x="8999" y="3497"/>
                </a:moveTo>
                <a:cubicBezTo>
                  <a:pt x="8926" y="3497"/>
                  <a:pt x="8867" y="3561"/>
                  <a:pt x="8867" y="3632"/>
                </a:cubicBezTo>
                <a:cubicBezTo>
                  <a:pt x="8867" y="3763"/>
                  <a:pt x="8793" y="3882"/>
                  <a:pt x="8671" y="3956"/>
                </a:cubicBezTo>
                <a:cubicBezTo>
                  <a:pt x="8607" y="3993"/>
                  <a:pt x="8588" y="4075"/>
                  <a:pt x="8625" y="4137"/>
                </a:cubicBezTo>
                <a:cubicBezTo>
                  <a:pt x="8649" y="4180"/>
                  <a:pt x="8693" y="4202"/>
                  <a:pt x="8739" y="4202"/>
                </a:cubicBezTo>
                <a:cubicBezTo>
                  <a:pt x="8762" y="4202"/>
                  <a:pt x="8785" y="4196"/>
                  <a:pt x="8806" y="4183"/>
                </a:cubicBezTo>
                <a:cubicBezTo>
                  <a:pt x="9013" y="4063"/>
                  <a:pt x="9134" y="3856"/>
                  <a:pt x="9134" y="3634"/>
                </a:cubicBezTo>
                <a:lnTo>
                  <a:pt x="9134" y="3629"/>
                </a:lnTo>
                <a:cubicBezTo>
                  <a:pt x="9133" y="3554"/>
                  <a:pt x="9073" y="3497"/>
                  <a:pt x="8999" y="3497"/>
                </a:cubicBezTo>
                <a:close/>
                <a:moveTo>
                  <a:pt x="6620" y="4021"/>
                </a:moveTo>
                <a:cubicBezTo>
                  <a:pt x="6548" y="4021"/>
                  <a:pt x="6488" y="4081"/>
                  <a:pt x="6488" y="4152"/>
                </a:cubicBezTo>
                <a:cubicBezTo>
                  <a:pt x="6488" y="4225"/>
                  <a:pt x="6548" y="4284"/>
                  <a:pt x="6620" y="4284"/>
                </a:cubicBezTo>
                <a:lnTo>
                  <a:pt x="7152" y="4284"/>
                </a:lnTo>
                <a:cubicBezTo>
                  <a:pt x="7225" y="4284"/>
                  <a:pt x="7284" y="4225"/>
                  <a:pt x="7284" y="4152"/>
                </a:cubicBezTo>
                <a:cubicBezTo>
                  <a:pt x="7284" y="4081"/>
                  <a:pt x="7226" y="4021"/>
                  <a:pt x="7152" y="4021"/>
                </a:cubicBezTo>
                <a:close/>
                <a:moveTo>
                  <a:pt x="7687" y="4021"/>
                </a:moveTo>
                <a:cubicBezTo>
                  <a:pt x="7615" y="4021"/>
                  <a:pt x="7556" y="4081"/>
                  <a:pt x="7556" y="4152"/>
                </a:cubicBezTo>
                <a:cubicBezTo>
                  <a:pt x="7556" y="4225"/>
                  <a:pt x="7615" y="4284"/>
                  <a:pt x="7687" y="4284"/>
                </a:cubicBezTo>
                <a:lnTo>
                  <a:pt x="8220" y="4284"/>
                </a:lnTo>
                <a:cubicBezTo>
                  <a:pt x="8292" y="4284"/>
                  <a:pt x="8352" y="4225"/>
                  <a:pt x="8352" y="4152"/>
                </a:cubicBezTo>
                <a:cubicBezTo>
                  <a:pt x="8352" y="4081"/>
                  <a:pt x="8292" y="4021"/>
                  <a:pt x="8220" y="4021"/>
                </a:cubicBezTo>
                <a:close/>
                <a:moveTo>
                  <a:pt x="2835" y="3081"/>
                </a:moveTo>
                <a:cubicBezTo>
                  <a:pt x="3511" y="3081"/>
                  <a:pt x="4143" y="3179"/>
                  <a:pt x="4616" y="3362"/>
                </a:cubicBezTo>
                <a:cubicBezTo>
                  <a:pt x="5005" y="3510"/>
                  <a:pt x="5248" y="3709"/>
                  <a:pt x="5248" y="3876"/>
                </a:cubicBezTo>
                <a:cubicBezTo>
                  <a:pt x="5248" y="4044"/>
                  <a:pt x="5005" y="4240"/>
                  <a:pt x="4616" y="4390"/>
                </a:cubicBezTo>
                <a:cubicBezTo>
                  <a:pt x="4143" y="4571"/>
                  <a:pt x="3511" y="4670"/>
                  <a:pt x="2835" y="4670"/>
                </a:cubicBezTo>
                <a:cubicBezTo>
                  <a:pt x="2160" y="4670"/>
                  <a:pt x="1527" y="4572"/>
                  <a:pt x="1055" y="4390"/>
                </a:cubicBezTo>
                <a:cubicBezTo>
                  <a:pt x="666" y="4241"/>
                  <a:pt x="422" y="4044"/>
                  <a:pt x="422" y="3876"/>
                </a:cubicBezTo>
                <a:cubicBezTo>
                  <a:pt x="422" y="3709"/>
                  <a:pt x="666" y="3512"/>
                  <a:pt x="1055" y="3362"/>
                </a:cubicBezTo>
                <a:cubicBezTo>
                  <a:pt x="1527" y="3182"/>
                  <a:pt x="2160" y="3081"/>
                  <a:pt x="2835" y="3081"/>
                </a:cubicBezTo>
                <a:close/>
                <a:moveTo>
                  <a:pt x="5248" y="4542"/>
                </a:moveTo>
                <a:lnTo>
                  <a:pt x="5248" y="5246"/>
                </a:lnTo>
                <a:cubicBezTo>
                  <a:pt x="5248" y="5413"/>
                  <a:pt x="5005" y="5610"/>
                  <a:pt x="4616" y="5760"/>
                </a:cubicBezTo>
                <a:cubicBezTo>
                  <a:pt x="4143" y="5940"/>
                  <a:pt x="3511" y="6041"/>
                  <a:pt x="2835" y="6041"/>
                </a:cubicBezTo>
                <a:cubicBezTo>
                  <a:pt x="2160" y="6041"/>
                  <a:pt x="1527" y="5941"/>
                  <a:pt x="1055" y="5760"/>
                </a:cubicBezTo>
                <a:cubicBezTo>
                  <a:pt x="666" y="5612"/>
                  <a:pt x="422" y="5413"/>
                  <a:pt x="422" y="5246"/>
                </a:cubicBezTo>
                <a:lnTo>
                  <a:pt x="422" y="4542"/>
                </a:lnTo>
                <a:cubicBezTo>
                  <a:pt x="554" y="4633"/>
                  <a:pt x="713" y="4716"/>
                  <a:pt x="903" y="4789"/>
                </a:cubicBezTo>
                <a:cubicBezTo>
                  <a:pt x="1423" y="4989"/>
                  <a:pt x="2109" y="5099"/>
                  <a:pt x="2835" y="5099"/>
                </a:cubicBezTo>
                <a:cubicBezTo>
                  <a:pt x="3563" y="5099"/>
                  <a:pt x="4247" y="4988"/>
                  <a:pt x="4767" y="4789"/>
                </a:cubicBezTo>
                <a:cubicBezTo>
                  <a:pt x="4954" y="4716"/>
                  <a:pt x="5116" y="4633"/>
                  <a:pt x="5248" y="4542"/>
                </a:cubicBezTo>
                <a:close/>
                <a:moveTo>
                  <a:pt x="5248" y="5909"/>
                </a:moveTo>
                <a:lnTo>
                  <a:pt x="5248" y="6608"/>
                </a:lnTo>
                <a:cubicBezTo>
                  <a:pt x="5248" y="6776"/>
                  <a:pt x="5005" y="6972"/>
                  <a:pt x="4616" y="7122"/>
                </a:cubicBezTo>
                <a:cubicBezTo>
                  <a:pt x="4143" y="7303"/>
                  <a:pt x="3511" y="7402"/>
                  <a:pt x="2835" y="7402"/>
                </a:cubicBezTo>
                <a:cubicBezTo>
                  <a:pt x="2160" y="7402"/>
                  <a:pt x="1527" y="7304"/>
                  <a:pt x="1055" y="7122"/>
                </a:cubicBezTo>
                <a:cubicBezTo>
                  <a:pt x="666" y="6973"/>
                  <a:pt x="422" y="6776"/>
                  <a:pt x="422" y="6608"/>
                </a:cubicBezTo>
                <a:lnTo>
                  <a:pt x="422" y="5909"/>
                </a:lnTo>
                <a:cubicBezTo>
                  <a:pt x="554" y="5999"/>
                  <a:pt x="713" y="6082"/>
                  <a:pt x="903" y="6155"/>
                </a:cubicBezTo>
                <a:cubicBezTo>
                  <a:pt x="1423" y="6356"/>
                  <a:pt x="2109" y="6465"/>
                  <a:pt x="2835" y="6465"/>
                </a:cubicBezTo>
                <a:cubicBezTo>
                  <a:pt x="3563" y="6465"/>
                  <a:pt x="4247" y="6354"/>
                  <a:pt x="4767" y="6155"/>
                </a:cubicBezTo>
                <a:cubicBezTo>
                  <a:pt x="4954" y="6082"/>
                  <a:pt x="5116" y="5999"/>
                  <a:pt x="5248" y="5909"/>
                </a:cubicBezTo>
                <a:close/>
                <a:moveTo>
                  <a:pt x="5248" y="7275"/>
                </a:moveTo>
                <a:lnTo>
                  <a:pt x="5248" y="7979"/>
                </a:lnTo>
                <a:cubicBezTo>
                  <a:pt x="5248" y="8145"/>
                  <a:pt x="5005" y="8344"/>
                  <a:pt x="4616" y="8492"/>
                </a:cubicBezTo>
                <a:cubicBezTo>
                  <a:pt x="4143" y="8672"/>
                  <a:pt x="3511" y="8773"/>
                  <a:pt x="2835" y="8773"/>
                </a:cubicBezTo>
                <a:cubicBezTo>
                  <a:pt x="2160" y="8773"/>
                  <a:pt x="1527" y="8674"/>
                  <a:pt x="1055" y="8492"/>
                </a:cubicBezTo>
                <a:cubicBezTo>
                  <a:pt x="666" y="8344"/>
                  <a:pt x="422" y="8145"/>
                  <a:pt x="422" y="7979"/>
                </a:cubicBezTo>
                <a:lnTo>
                  <a:pt x="422" y="7275"/>
                </a:lnTo>
                <a:cubicBezTo>
                  <a:pt x="554" y="7365"/>
                  <a:pt x="713" y="7449"/>
                  <a:pt x="903" y="7521"/>
                </a:cubicBezTo>
                <a:cubicBezTo>
                  <a:pt x="1423" y="7722"/>
                  <a:pt x="2109" y="7832"/>
                  <a:pt x="2835" y="7832"/>
                </a:cubicBezTo>
                <a:cubicBezTo>
                  <a:pt x="3563" y="7832"/>
                  <a:pt x="4247" y="7720"/>
                  <a:pt x="4767" y="7521"/>
                </a:cubicBezTo>
                <a:cubicBezTo>
                  <a:pt x="4954" y="7449"/>
                  <a:pt x="5116" y="7365"/>
                  <a:pt x="5248" y="7275"/>
                </a:cubicBezTo>
                <a:close/>
                <a:moveTo>
                  <a:pt x="2837" y="2655"/>
                </a:moveTo>
                <a:cubicBezTo>
                  <a:pt x="2109" y="2655"/>
                  <a:pt x="1425" y="2766"/>
                  <a:pt x="905" y="2964"/>
                </a:cubicBezTo>
                <a:cubicBezTo>
                  <a:pt x="321" y="3187"/>
                  <a:pt x="1" y="3510"/>
                  <a:pt x="1" y="3874"/>
                </a:cubicBezTo>
                <a:lnTo>
                  <a:pt x="1" y="7976"/>
                </a:lnTo>
                <a:cubicBezTo>
                  <a:pt x="1" y="8338"/>
                  <a:pt x="321" y="8662"/>
                  <a:pt x="905" y="8886"/>
                </a:cubicBezTo>
                <a:cubicBezTo>
                  <a:pt x="1425" y="9086"/>
                  <a:pt x="2111" y="9196"/>
                  <a:pt x="2837" y="9196"/>
                </a:cubicBezTo>
                <a:cubicBezTo>
                  <a:pt x="3564" y="9196"/>
                  <a:pt x="4249" y="9085"/>
                  <a:pt x="4769" y="8886"/>
                </a:cubicBezTo>
                <a:cubicBezTo>
                  <a:pt x="5352" y="8663"/>
                  <a:pt x="5673" y="8339"/>
                  <a:pt x="5673" y="7976"/>
                </a:cubicBezTo>
                <a:lnTo>
                  <a:pt x="5673" y="4284"/>
                </a:lnTo>
                <a:lnTo>
                  <a:pt x="6087" y="4284"/>
                </a:lnTo>
                <a:cubicBezTo>
                  <a:pt x="6160" y="4284"/>
                  <a:pt x="6219" y="4225"/>
                  <a:pt x="6219" y="4152"/>
                </a:cubicBezTo>
                <a:cubicBezTo>
                  <a:pt x="6219" y="4081"/>
                  <a:pt x="6160" y="4021"/>
                  <a:pt x="6084" y="4018"/>
                </a:cubicBezTo>
                <a:lnTo>
                  <a:pt x="5672" y="4018"/>
                </a:lnTo>
                <a:lnTo>
                  <a:pt x="5672" y="3874"/>
                </a:lnTo>
                <a:cubicBezTo>
                  <a:pt x="5672" y="3512"/>
                  <a:pt x="5349" y="3190"/>
                  <a:pt x="4767" y="2964"/>
                </a:cubicBezTo>
                <a:cubicBezTo>
                  <a:pt x="4739" y="2954"/>
                  <a:pt x="4709" y="2942"/>
                  <a:pt x="4681" y="2933"/>
                </a:cubicBezTo>
                <a:lnTo>
                  <a:pt x="4681" y="2786"/>
                </a:lnTo>
                <a:cubicBezTo>
                  <a:pt x="4681" y="2715"/>
                  <a:pt x="4623" y="2655"/>
                  <a:pt x="4550" y="2655"/>
                </a:cubicBezTo>
                <a:cubicBezTo>
                  <a:pt x="4478" y="2655"/>
                  <a:pt x="4418" y="2715"/>
                  <a:pt x="4418" y="2786"/>
                </a:cubicBezTo>
                <a:lnTo>
                  <a:pt x="4418" y="2850"/>
                </a:lnTo>
                <a:cubicBezTo>
                  <a:pt x="3958" y="2723"/>
                  <a:pt x="3410" y="2655"/>
                  <a:pt x="2837" y="2655"/>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99" name="Google Shape;3399;p98"/>
          <p:cNvSpPr txBox="1"/>
          <p:nvPr/>
        </p:nvSpPr>
        <p:spPr>
          <a:xfrm>
            <a:off x="4322047" y="1382115"/>
            <a:ext cx="4788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 Monetization</a:t>
            </a:r>
            <a:endParaRPr sz="1800">
              <a:solidFill>
                <a:srgbClr val="252525"/>
              </a:solidFill>
              <a:latin typeface="Arial"/>
              <a:ea typeface="Arial"/>
              <a:cs typeface="Arial"/>
              <a:sym typeface="Arial"/>
            </a:endParaRPr>
          </a:p>
        </p:txBody>
      </p:sp>
      <p:sp>
        <p:nvSpPr>
          <p:cNvPr id="3400" name="Google Shape;3400;p98"/>
          <p:cNvSpPr txBox="1"/>
          <p:nvPr/>
        </p:nvSpPr>
        <p:spPr>
          <a:xfrm>
            <a:off x="5013413" y="1382115"/>
            <a:ext cx="680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Public Data Exchange</a:t>
            </a:r>
            <a:endParaRPr sz="1800">
              <a:solidFill>
                <a:srgbClr val="252525"/>
              </a:solidFill>
              <a:latin typeface="Arial"/>
              <a:ea typeface="Arial"/>
              <a:cs typeface="Arial"/>
              <a:sym typeface="Arial"/>
            </a:endParaRPr>
          </a:p>
        </p:txBody>
      </p:sp>
      <p:sp>
        <p:nvSpPr>
          <p:cNvPr id="3401" name="Google Shape;3401;p98"/>
          <p:cNvSpPr txBox="1"/>
          <p:nvPr/>
        </p:nvSpPr>
        <p:spPr>
          <a:xfrm>
            <a:off x="5924260"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Private Data Exchange</a:t>
            </a:r>
            <a:endParaRPr sz="1800">
              <a:solidFill>
                <a:srgbClr val="252525"/>
              </a:solidFill>
              <a:latin typeface="Arial"/>
              <a:ea typeface="Arial"/>
              <a:cs typeface="Arial"/>
              <a:sym typeface="Arial"/>
            </a:endParaRPr>
          </a:p>
        </p:txBody>
      </p:sp>
      <p:sp>
        <p:nvSpPr>
          <p:cNvPr id="3402" name="Google Shape;3402;p98"/>
          <p:cNvSpPr/>
          <p:nvPr/>
        </p:nvSpPr>
        <p:spPr>
          <a:xfrm>
            <a:off x="5962436" y="3345097"/>
            <a:ext cx="366757" cy="245938"/>
          </a:xfrm>
          <a:custGeom>
            <a:rect b="b" l="l" r="r" t="t"/>
            <a:pathLst>
              <a:path extrusionOk="0" h="6119" w="9125">
                <a:moveTo>
                  <a:pt x="6782" y="1094"/>
                </a:moveTo>
                <a:cubicBezTo>
                  <a:pt x="6588" y="1094"/>
                  <a:pt x="6419" y="1204"/>
                  <a:pt x="6331" y="1366"/>
                </a:cubicBezTo>
                <a:cubicBezTo>
                  <a:pt x="6380" y="1383"/>
                  <a:pt x="6425" y="1403"/>
                  <a:pt x="6469" y="1422"/>
                </a:cubicBezTo>
                <a:cubicBezTo>
                  <a:pt x="6534" y="1317"/>
                  <a:pt x="6649" y="1244"/>
                  <a:pt x="6782" y="1244"/>
                </a:cubicBezTo>
                <a:cubicBezTo>
                  <a:pt x="6984" y="1244"/>
                  <a:pt x="7151" y="1410"/>
                  <a:pt x="7151" y="1612"/>
                </a:cubicBezTo>
                <a:cubicBezTo>
                  <a:pt x="7151" y="1781"/>
                  <a:pt x="7035" y="1923"/>
                  <a:pt x="6879" y="1964"/>
                </a:cubicBezTo>
                <a:lnTo>
                  <a:pt x="6879" y="2119"/>
                </a:lnTo>
                <a:cubicBezTo>
                  <a:pt x="7118" y="2072"/>
                  <a:pt x="7299" y="1863"/>
                  <a:pt x="7299" y="1611"/>
                </a:cubicBezTo>
                <a:cubicBezTo>
                  <a:pt x="7299" y="1326"/>
                  <a:pt x="7066" y="1094"/>
                  <a:pt x="6782" y="1094"/>
                </a:cubicBezTo>
                <a:close/>
                <a:moveTo>
                  <a:pt x="5447" y="1603"/>
                </a:moveTo>
                <a:cubicBezTo>
                  <a:pt x="6090" y="1603"/>
                  <a:pt x="6515" y="1804"/>
                  <a:pt x="6515" y="1934"/>
                </a:cubicBezTo>
                <a:cubicBezTo>
                  <a:pt x="6515" y="2067"/>
                  <a:pt x="6089" y="2267"/>
                  <a:pt x="5447" y="2267"/>
                </a:cubicBezTo>
                <a:cubicBezTo>
                  <a:pt x="4806" y="2267"/>
                  <a:pt x="4381" y="2067"/>
                  <a:pt x="4381" y="1934"/>
                </a:cubicBezTo>
                <a:cubicBezTo>
                  <a:pt x="4381" y="1804"/>
                  <a:pt x="4807" y="1603"/>
                  <a:pt x="5447" y="1603"/>
                </a:cubicBezTo>
                <a:close/>
                <a:moveTo>
                  <a:pt x="6783" y="639"/>
                </a:moveTo>
                <a:cubicBezTo>
                  <a:pt x="6750" y="639"/>
                  <a:pt x="6718" y="640"/>
                  <a:pt x="6686" y="642"/>
                </a:cubicBezTo>
                <a:lnTo>
                  <a:pt x="6635" y="648"/>
                </a:lnTo>
                <a:lnTo>
                  <a:pt x="6588" y="812"/>
                </a:lnTo>
                <a:cubicBezTo>
                  <a:pt x="6546" y="821"/>
                  <a:pt x="6508" y="834"/>
                  <a:pt x="6471" y="849"/>
                </a:cubicBezTo>
                <a:lnTo>
                  <a:pt x="6337" y="745"/>
                </a:lnTo>
                <a:lnTo>
                  <a:pt x="6294" y="770"/>
                </a:lnTo>
                <a:cubicBezTo>
                  <a:pt x="6237" y="804"/>
                  <a:pt x="6185" y="843"/>
                  <a:pt x="6136" y="886"/>
                </a:cubicBezTo>
                <a:lnTo>
                  <a:pt x="6099" y="919"/>
                </a:lnTo>
                <a:lnTo>
                  <a:pt x="6157" y="1079"/>
                </a:lnTo>
                <a:cubicBezTo>
                  <a:pt x="6130" y="1110"/>
                  <a:pt x="6107" y="1144"/>
                  <a:pt x="6084" y="1179"/>
                </a:cubicBezTo>
                <a:lnTo>
                  <a:pt x="5915" y="1176"/>
                </a:lnTo>
                <a:lnTo>
                  <a:pt x="5896" y="1222"/>
                </a:lnTo>
                <a:cubicBezTo>
                  <a:pt x="5890" y="1235"/>
                  <a:pt x="5888" y="1250"/>
                  <a:pt x="5883" y="1263"/>
                </a:cubicBezTo>
                <a:cubicBezTo>
                  <a:pt x="5983" y="1278"/>
                  <a:pt x="6083" y="1296"/>
                  <a:pt x="6177" y="1321"/>
                </a:cubicBezTo>
                <a:lnTo>
                  <a:pt x="6191" y="1293"/>
                </a:lnTo>
                <a:cubicBezTo>
                  <a:pt x="6220" y="1241"/>
                  <a:pt x="6255" y="1195"/>
                  <a:pt x="6295" y="1149"/>
                </a:cubicBezTo>
                <a:lnTo>
                  <a:pt x="6328" y="1116"/>
                </a:lnTo>
                <a:lnTo>
                  <a:pt x="6275" y="968"/>
                </a:lnTo>
                <a:cubicBezTo>
                  <a:pt x="6291" y="954"/>
                  <a:pt x="6309" y="939"/>
                  <a:pt x="6328" y="929"/>
                </a:cubicBezTo>
                <a:lnTo>
                  <a:pt x="6453" y="1026"/>
                </a:lnTo>
                <a:lnTo>
                  <a:pt x="6493" y="1005"/>
                </a:lnTo>
                <a:cubicBezTo>
                  <a:pt x="6545" y="980"/>
                  <a:pt x="6603" y="962"/>
                  <a:pt x="6661" y="951"/>
                </a:cubicBezTo>
                <a:lnTo>
                  <a:pt x="6705" y="944"/>
                </a:lnTo>
                <a:lnTo>
                  <a:pt x="6750" y="791"/>
                </a:lnTo>
                <a:cubicBezTo>
                  <a:pt x="6761" y="790"/>
                  <a:pt x="6772" y="790"/>
                  <a:pt x="6783" y="790"/>
                </a:cubicBezTo>
                <a:cubicBezTo>
                  <a:pt x="6794" y="790"/>
                  <a:pt x="6805" y="790"/>
                  <a:pt x="6817" y="791"/>
                </a:cubicBezTo>
                <a:lnTo>
                  <a:pt x="6861" y="944"/>
                </a:lnTo>
                <a:lnTo>
                  <a:pt x="6906" y="951"/>
                </a:lnTo>
                <a:cubicBezTo>
                  <a:pt x="6962" y="962"/>
                  <a:pt x="7020" y="981"/>
                  <a:pt x="7073" y="1005"/>
                </a:cubicBezTo>
                <a:lnTo>
                  <a:pt x="7115" y="1026"/>
                </a:lnTo>
                <a:lnTo>
                  <a:pt x="7240" y="929"/>
                </a:lnTo>
                <a:cubicBezTo>
                  <a:pt x="7258" y="942"/>
                  <a:pt x="7277" y="954"/>
                  <a:pt x="7293" y="968"/>
                </a:cubicBezTo>
                <a:lnTo>
                  <a:pt x="7240" y="1116"/>
                </a:lnTo>
                <a:lnTo>
                  <a:pt x="7271" y="1149"/>
                </a:lnTo>
                <a:cubicBezTo>
                  <a:pt x="7311" y="1193"/>
                  <a:pt x="7347" y="1241"/>
                  <a:pt x="7375" y="1293"/>
                </a:cubicBezTo>
                <a:lnTo>
                  <a:pt x="7397" y="1333"/>
                </a:lnTo>
                <a:lnTo>
                  <a:pt x="7555" y="1330"/>
                </a:lnTo>
                <a:cubicBezTo>
                  <a:pt x="7562" y="1351"/>
                  <a:pt x="7569" y="1372"/>
                  <a:pt x="7575" y="1392"/>
                </a:cubicBezTo>
                <a:lnTo>
                  <a:pt x="7445" y="1481"/>
                </a:lnTo>
                <a:lnTo>
                  <a:pt x="7451" y="1526"/>
                </a:lnTo>
                <a:cubicBezTo>
                  <a:pt x="7455" y="1556"/>
                  <a:pt x="7457" y="1585"/>
                  <a:pt x="7457" y="1615"/>
                </a:cubicBezTo>
                <a:cubicBezTo>
                  <a:pt x="7457" y="1645"/>
                  <a:pt x="7455" y="1675"/>
                  <a:pt x="7451" y="1704"/>
                </a:cubicBezTo>
                <a:lnTo>
                  <a:pt x="7445" y="1749"/>
                </a:lnTo>
                <a:lnTo>
                  <a:pt x="7575" y="1838"/>
                </a:lnTo>
                <a:cubicBezTo>
                  <a:pt x="7569" y="1860"/>
                  <a:pt x="7562" y="1881"/>
                  <a:pt x="7555" y="1902"/>
                </a:cubicBezTo>
                <a:lnTo>
                  <a:pt x="7397" y="1897"/>
                </a:lnTo>
                <a:lnTo>
                  <a:pt x="7375" y="1939"/>
                </a:lnTo>
                <a:cubicBezTo>
                  <a:pt x="7347" y="1991"/>
                  <a:pt x="7311" y="2037"/>
                  <a:pt x="7271" y="2081"/>
                </a:cubicBezTo>
                <a:lnTo>
                  <a:pt x="7240" y="2114"/>
                </a:lnTo>
                <a:lnTo>
                  <a:pt x="7293" y="2263"/>
                </a:lnTo>
                <a:cubicBezTo>
                  <a:pt x="7277" y="2276"/>
                  <a:pt x="7258" y="2291"/>
                  <a:pt x="7240" y="2303"/>
                </a:cubicBezTo>
                <a:lnTo>
                  <a:pt x="7115" y="2206"/>
                </a:lnTo>
                <a:lnTo>
                  <a:pt x="7073" y="2225"/>
                </a:lnTo>
                <a:cubicBezTo>
                  <a:pt x="7020" y="2252"/>
                  <a:pt x="6965" y="2268"/>
                  <a:pt x="6906" y="2280"/>
                </a:cubicBezTo>
                <a:lnTo>
                  <a:pt x="6879" y="2285"/>
                </a:lnTo>
                <a:lnTo>
                  <a:pt x="6879" y="2586"/>
                </a:lnTo>
                <a:lnTo>
                  <a:pt x="6929" y="2580"/>
                </a:lnTo>
                <a:lnTo>
                  <a:pt x="6977" y="2417"/>
                </a:lnTo>
                <a:cubicBezTo>
                  <a:pt x="7018" y="2408"/>
                  <a:pt x="7057" y="2395"/>
                  <a:pt x="7094" y="2380"/>
                </a:cubicBezTo>
                <a:lnTo>
                  <a:pt x="7228" y="2484"/>
                </a:lnTo>
                <a:lnTo>
                  <a:pt x="7271" y="2459"/>
                </a:lnTo>
                <a:cubicBezTo>
                  <a:pt x="7329" y="2424"/>
                  <a:pt x="7381" y="2386"/>
                  <a:pt x="7428" y="2343"/>
                </a:cubicBezTo>
                <a:lnTo>
                  <a:pt x="7465" y="2310"/>
                </a:lnTo>
                <a:lnTo>
                  <a:pt x="7408" y="2150"/>
                </a:lnTo>
                <a:cubicBezTo>
                  <a:pt x="7434" y="2119"/>
                  <a:pt x="7458" y="2084"/>
                  <a:pt x="7480" y="2050"/>
                </a:cubicBezTo>
                <a:lnTo>
                  <a:pt x="7650" y="2055"/>
                </a:lnTo>
                <a:lnTo>
                  <a:pt x="7670" y="2009"/>
                </a:lnTo>
                <a:cubicBezTo>
                  <a:pt x="7696" y="1948"/>
                  <a:pt x="7716" y="1887"/>
                  <a:pt x="7731" y="1823"/>
                </a:cubicBezTo>
                <a:lnTo>
                  <a:pt x="7742" y="1775"/>
                </a:lnTo>
                <a:lnTo>
                  <a:pt x="7604" y="1679"/>
                </a:lnTo>
                <a:cubicBezTo>
                  <a:pt x="7607" y="1652"/>
                  <a:pt x="7607" y="1633"/>
                  <a:pt x="7607" y="1612"/>
                </a:cubicBezTo>
                <a:cubicBezTo>
                  <a:pt x="7607" y="1591"/>
                  <a:pt x="7607" y="1571"/>
                  <a:pt x="7605" y="1551"/>
                </a:cubicBezTo>
                <a:lnTo>
                  <a:pt x="7745" y="1455"/>
                </a:lnTo>
                <a:lnTo>
                  <a:pt x="7733" y="1406"/>
                </a:lnTo>
                <a:cubicBezTo>
                  <a:pt x="7719" y="1343"/>
                  <a:pt x="7700" y="1280"/>
                  <a:pt x="7672" y="1220"/>
                </a:cubicBezTo>
                <a:lnTo>
                  <a:pt x="7651" y="1174"/>
                </a:lnTo>
                <a:lnTo>
                  <a:pt x="7482" y="1179"/>
                </a:lnTo>
                <a:cubicBezTo>
                  <a:pt x="7460" y="1144"/>
                  <a:pt x="7436" y="1110"/>
                  <a:pt x="7411" y="1079"/>
                </a:cubicBezTo>
                <a:lnTo>
                  <a:pt x="7467" y="919"/>
                </a:lnTo>
                <a:lnTo>
                  <a:pt x="7430" y="886"/>
                </a:lnTo>
                <a:cubicBezTo>
                  <a:pt x="7382" y="843"/>
                  <a:pt x="7329" y="804"/>
                  <a:pt x="7272" y="770"/>
                </a:cubicBezTo>
                <a:lnTo>
                  <a:pt x="7229" y="745"/>
                </a:lnTo>
                <a:lnTo>
                  <a:pt x="7096" y="849"/>
                </a:lnTo>
                <a:cubicBezTo>
                  <a:pt x="7059" y="834"/>
                  <a:pt x="7018" y="821"/>
                  <a:pt x="6980" y="812"/>
                </a:cubicBezTo>
                <a:lnTo>
                  <a:pt x="6931" y="648"/>
                </a:lnTo>
                <a:lnTo>
                  <a:pt x="6880" y="642"/>
                </a:lnTo>
                <a:cubicBezTo>
                  <a:pt x="6848" y="640"/>
                  <a:pt x="6816" y="639"/>
                  <a:pt x="6783" y="639"/>
                </a:cubicBezTo>
                <a:close/>
                <a:moveTo>
                  <a:pt x="6515" y="2289"/>
                </a:moveTo>
                <a:lnTo>
                  <a:pt x="6515" y="2421"/>
                </a:lnTo>
                <a:cubicBezTo>
                  <a:pt x="6515" y="2554"/>
                  <a:pt x="6089" y="2754"/>
                  <a:pt x="5447" y="2754"/>
                </a:cubicBezTo>
                <a:cubicBezTo>
                  <a:pt x="4806" y="2754"/>
                  <a:pt x="4381" y="2554"/>
                  <a:pt x="4381" y="2421"/>
                </a:cubicBezTo>
                <a:lnTo>
                  <a:pt x="4381" y="2289"/>
                </a:lnTo>
                <a:cubicBezTo>
                  <a:pt x="4634" y="2438"/>
                  <a:pt x="5042" y="2516"/>
                  <a:pt x="5447" y="2516"/>
                </a:cubicBezTo>
                <a:cubicBezTo>
                  <a:pt x="5854" y="2516"/>
                  <a:pt x="6263" y="2439"/>
                  <a:pt x="6515" y="2289"/>
                </a:cubicBezTo>
                <a:close/>
                <a:moveTo>
                  <a:pt x="6515" y="2775"/>
                </a:moveTo>
                <a:lnTo>
                  <a:pt x="6515" y="2943"/>
                </a:lnTo>
                <a:cubicBezTo>
                  <a:pt x="6515" y="3075"/>
                  <a:pt x="6089" y="3275"/>
                  <a:pt x="5447" y="3275"/>
                </a:cubicBezTo>
                <a:cubicBezTo>
                  <a:pt x="4806" y="3275"/>
                  <a:pt x="4381" y="3075"/>
                  <a:pt x="4381" y="2943"/>
                </a:cubicBezTo>
                <a:lnTo>
                  <a:pt x="4381" y="2775"/>
                </a:lnTo>
                <a:cubicBezTo>
                  <a:pt x="4634" y="2923"/>
                  <a:pt x="5042" y="3002"/>
                  <a:pt x="5447" y="3002"/>
                </a:cubicBezTo>
                <a:cubicBezTo>
                  <a:pt x="5854" y="3002"/>
                  <a:pt x="6263" y="2926"/>
                  <a:pt x="6515" y="2775"/>
                </a:cubicBezTo>
                <a:close/>
                <a:moveTo>
                  <a:pt x="6515" y="3298"/>
                </a:moveTo>
                <a:lnTo>
                  <a:pt x="6515" y="3442"/>
                </a:lnTo>
                <a:cubicBezTo>
                  <a:pt x="6515" y="3575"/>
                  <a:pt x="6092" y="3774"/>
                  <a:pt x="5455" y="3774"/>
                </a:cubicBezTo>
                <a:cubicBezTo>
                  <a:pt x="5452" y="3774"/>
                  <a:pt x="5450" y="3774"/>
                  <a:pt x="5447" y="3774"/>
                </a:cubicBezTo>
                <a:cubicBezTo>
                  <a:pt x="4806" y="3774"/>
                  <a:pt x="4381" y="3574"/>
                  <a:pt x="4381" y="3442"/>
                </a:cubicBezTo>
                <a:lnTo>
                  <a:pt x="4381" y="3298"/>
                </a:lnTo>
                <a:cubicBezTo>
                  <a:pt x="4634" y="3446"/>
                  <a:pt x="5042" y="3523"/>
                  <a:pt x="5447" y="3523"/>
                </a:cubicBezTo>
                <a:cubicBezTo>
                  <a:pt x="5854" y="3523"/>
                  <a:pt x="6263" y="3448"/>
                  <a:pt x="6515" y="3298"/>
                </a:cubicBezTo>
                <a:close/>
                <a:moveTo>
                  <a:pt x="5447" y="1363"/>
                </a:moveTo>
                <a:cubicBezTo>
                  <a:pt x="4790" y="1363"/>
                  <a:pt x="4132" y="1553"/>
                  <a:pt x="4132" y="1934"/>
                </a:cubicBezTo>
                <a:lnTo>
                  <a:pt x="4132" y="3442"/>
                </a:lnTo>
                <a:cubicBezTo>
                  <a:pt x="4132" y="3823"/>
                  <a:pt x="4794" y="4024"/>
                  <a:pt x="5447" y="4024"/>
                </a:cubicBezTo>
                <a:cubicBezTo>
                  <a:pt x="6102" y="4024"/>
                  <a:pt x="6763" y="3825"/>
                  <a:pt x="6763" y="3442"/>
                </a:cubicBezTo>
                <a:lnTo>
                  <a:pt x="6763" y="1934"/>
                </a:lnTo>
                <a:cubicBezTo>
                  <a:pt x="6763" y="1553"/>
                  <a:pt x="6105" y="1363"/>
                  <a:pt x="5447" y="1363"/>
                </a:cubicBezTo>
                <a:close/>
                <a:moveTo>
                  <a:pt x="1107" y="1220"/>
                </a:moveTo>
                <a:cubicBezTo>
                  <a:pt x="1066" y="1220"/>
                  <a:pt x="1026" y="1240"/>
                  <a:pt x="1004" y="1277"/>
                </a:cubicBezTo>
                <a:cubicBezTo>
                  <a:pt x="967" y="1333"/>
                  <a:pt x="984" y="1412"/>
                  <a:pt x="1042" y="1447"/>
                </a:cubicBezTo>
                <a:lnTo>
                  <a:pt x="2372" y="2298"/>
                </a:lnTo>
                <a:cubicBezTo>
                  <a:pt x="2592" y="2445"/>
                  <a:pt x="2715" y="2601"/>
                  <a:pt x="2748" y="2779"/>
                </a:cubicBezTo>
                <a:cubicBezTo>
                  <a:pt x="2778" y="2937"/>
                  <a:pt x="2786" y="3626"/>
                  <a:pt x="2773" y="4625"/>
                </a:cubicBezTo>
                <a:lnTo>
                  <a:pt x="2773" y="4656"/>
                </a:lnTo>
                <a:cubicBezTo>
                  <a:pt x="2772" y="4863"/>
                  <a:pt x="2711" y="4967"/>
                  <a:pt x="2593" y="4967"/>
                </a:cubicBezTo>
                <a:cubicBezTo>
                  <a:pt x="2540" y="4967"/>
                  <a:pt x="2374" y="4967"/>
                  <a:pt x="2374" y="4696"/>
                </a:cubicBezTo>
                <a:cubicBezTo>
                  <a:pt x="2374" y="4628"/>
                  <a:pt x="2374" y="4033"/>
                  <a:pt x="2366" y="3890"/>
                </a:cubicBezTo>
                <a:lnTo>
                  <a:pt x="2366" y="3290"/>
                </a:lnTo>
                <a:cubicBezTo>
                  <a:pt x="2366" y="3222"/>
                  <a:pt x="2311" y="3165"/>
                  <a:pt x="2243" y="3165"/>
                </a:cubicBezTo>
                <a:cubicBezTo>
                  <a:pt x="2173" y="3165"/>
                  <a:pt x="2118" y="3222"/>
                  <a:pt x="2118" y="3290"/>
                </a:cubicBezTo>
                <a:lnTo>
                  <a:pt x="2118" y="3883"/>
                </a:lnTo>
                <a:cubicBezTo>
                  <a:pt x="2114" y="3902"/>
                  <a:pt x="2112" y="3921"/>
                  <a:pt x="2109" y="3935"/>
                </a:cubicBezTo>
                <a:cubicBezTo>
                  <a:pt x="2093" y="4010"/>
                  <a:pt x="2023" y="4019"/>
                  <a:pt x="1984" y="4019"/>
                </a:cubicBezTo>
                <a:cubicBezTo>
                  <a:pt x="1980" y="4019"/>
                  <a:pt x="1976" y="4019"/>
                  <a:pt x="1973" y="4019"/>
                </a:cubicBezTo>
                <a:cubicBezTo>
                  <a:pt x="1941" y="4018"/>
                  <a:pt x="1909" y="4009"/>
                  <a:pt x="1876" y="3994"/>
                </a:cubicBezTo>
                <a:cubicBezTo>
                  <a:pt x="1875" y="3994"/>
                  <a:pt x="1875" y="3991"/>
                  <a:pt x="1873" y="3991"/>
                </a:cubicBezTo>
                <a:cubicBezTo>
                  <a:pt x="1824" y="3972"/>
                  <a:pt x="1794" y="3938"/>
                  <a:pt x="1778" y="3912"/>
                </a:cubicBezTo>
                <a:cubicBezTo>
                  <a:pt x="1787" y="3810"/>
                  <a:pt x="1808" y="3531"/>
                  <a:pt x="1800" y="3326"/>
                </a:cubicBezTo>
                <a:cubicBezTo>
                  <a:pt x="1798" y="3260"/>
                  <a:pt x="1745" y="3206"/>
                  <a:pt x="1683" y="3206"/>
                </a:cubicBezTo>
                <a:cubicBezTo>
                  <a:pt x="1679" y="3206"/>
                  <a:pt x="1675" y="3207"/>
                  <a:pt x="1671" y="3207"/>
                </a:cubicBezTo>
                <a:cubicBezTo>
                  <a:pt x="1601" y="3210"/>
                  <a:pt x="1548" y="3268"/>
                  <a:pt x="1552" y="3336"/>
                </a:cubicBezTo>
                <a:cubicBezTo>
                  <a:pt x="1558" y="3501"/>
                  <a:pt x="1545" y="3724"/>
                  <a:pt x="1535" y="3846"/>
                </a:cubicBezTo>
                <a:cubicBezTo>
                  <a:pt x="1517" y="3848"/>
                  <a:pt x="1497" y="3850"/>
                  <a:pt x="1473" y="3850"/>
                </a:cubicBezTo>
                <a:cubicBezTo>
                  <a:pt x="1423" y="3850"/>
                  <a:pt x="1358" y="3841"/>
                  <a:pt x="1281" y="3808"/>
                </a:cubicBezTo>
                <a:cubicBezTo>
                  <a:pt x="1260" y="3795"/>
                  <a:pt x="1244" y="3774"/>
                  <a:pt x="1226" y="3756"/>
                </a:cubicBezTo>
                <a:cubicBezTo>
                  <a:pt x="1233" y="3667"/>
                  <a:pt x="1242" y="3489"/>
                  <a:pt x="1235" y="3306"/>
                </a:cubicBezTo>
                <a:cubicBezTo>
                  <a:pt x="1230" y="3242"/>
                  <a:pt x="1180" y="3187"/>
                  <a:pt x="1116" y="3187"/>
                </a:cubicBezTo>
                <a:cubicBezTo>
                  <a:pt x="1112" y="3187"/>
                  <a:pt x="1108" y="3187"/>
                  <a:pt x="1104" y="3188"/>
                </a:cubicBezTo>
                <a:cubicBezTo>
                  <a:pt x="1036" y="3192"/>
                  <a:pt x="982" y="3249"/>
                  <a:pt x="985" y="3318"/>
                </a:cubicBezTo>
                <a:cubicBezTo>
                  <a:pt x="991" y="3470"/>
                  <a:pt x="984" y="3623"/>
                  <a:pt x="978" y="3712"/>
                </a:cubicBezTo>
                <a:cubicBezTo>
                  <a:pt x="965" y="3714"/>
                  <a:pt x="953" y="3715"/>
                  <a:pt x="939" y="3715"/>
                </a:cubicBezTo>
                <a:cubicBezTo>
                  <a:pt x="918" y="3715"/>
                  <a:pt x="895" y="3712"/>
                  <a:pt x="872" y="3704"/>
                </a:cubicBezTo>
                <a:cubicBezTo>
                  <a:pt x="774" y="3669"/>
                  <a:pt x="699" y="3580"/>
                  <a:pt x="669" y="3461"/>
                </a:cubicBezTo>
                <a:cubicBezTo>
                  <a:pt x="648" y="3378"/>
                  <a:pt x="656" y="3211"/>
                  <a:pt x="664" y="3039"/>
                </a:cubicBezTo>
                <a:cubicBezTo>
                  <a:pt x="669" y="2972"/>
                  <a:pt x="672" y="2903"/>
                  <a:pt x="673" y="2830"/>
                </a:cubicBezTo>
                <a:cubicBezTo>
                  <a:pt x="676" y="2761"/>
                  <a:pt x="621" y="2704"/>
                  <a:pt x="553" y="2702"/>
                </a:cubicBezTo>
                <a:cubicBezTo>
                  <a:pt x="550" y="2702"/>
                  <a:pt x="547" y="2702"/>
                  <a:pt x="544" y="2702"/>
                </a:cubicBezTo>
                <a:cubicBezTo>
                  <a:pt x="501" y="2702"/>
                  <a:pt x="461" y="2730"/>
                  <a:pt x="440" y="2770"/>
                </a:cubicBezTo>
                <a:lnTo>
                  <a:pt x="216" y="2614"/>
                </a:lnTo>
                <a:cubicBezTo>
                  <a:pt x="194" y="2598"/>
                  <a:pt x="169" y="2590"/>
                  <a:pt x="143" y="2590"/>
                </a:cubicBezTo>
                <a:cubicBezTo>
                  <a:pt x="105" y="2590"/>
                  <a:pt x="66" y="2609"/>
                  <a:pt x="41" y="2643"/>
                </a:cubicBezTo>
                <a:cubicBezTo>
                  <a:pt x="1" y="2698"/>
                  <a:pt x="13" y="2776"/>
                  <a:pt x="69" y="2816"/>
                </a:cubicBezTo>
                <a:lnTo>
                  <a:pt x="413" y="3060"/>
                </a:lnTo>
                <a:cubicBezTo>
                  <a:pt x="405" y="3253"/>
                  <a:pt x="397" y="3409"/>
                  <a:pt x="425" y="3522"/>
                </a:cubicBezTo>
                <a:cubicBezTo>
                  <a:pt x="476" y="3721"/>
                  <a:pt x="611" y="3877"/>
                  <a:pt x="789" y="3939"/>
                </a:cubicBezTo>
                <a:cubicBezTo>
                  <a:pt x="841" y="3958"/>
                  <a:pt x="893" y="3967"/>
                  <a:pt x="945" y="3967"/>
                </a:cubicBezTo>
                <a:cubicBezTo>
                  <a:pt x="983" y="3967"/>
                  <a:pt x="1021" y="3962"/>
                  <a:pt x="1058" y="3952"/>
                </a:cubicBezTo>
                <a:cubicBezTo>
                  <a:pt x="1089" y="3982"/>
                  <a:pt x="1123" y="4006"/>
                  <a:pt x="1160" y="4028"/>
                </a:cubicBezTo>
                <a:cubicBezTo>
                  <a:pt x="1162" y="4031"/>
                  <a:pt x="1163" y="4031"/>
                  <a:pt x="1168" y="4033"/>
                </a:cubicBezTo>
                <a:cubicBezTo>
                  <a:pt x="1169" y="4034"/>
                  <a:pt x="1174" y="4034"/>
                  <a:pt x="1175" y="4036"/>
                </a:cubicBezTo>
                <a:cubicBezTo>
                  <a:pt x="1292" y="4087"/>
                  <a:pt x="1393" y="4101"/>
                  <a:pt x="1473" y="4101"/>
                </a:cubicBezTo>
                <a:cubicBezTo>
                  <a:pt x="1524" y="4101"/>
                  <a:pt x="1567" y="4095"/>
                  <a:pt x="1598" y="4091"/>
                </a:cubicBezTo>
                <a:cubicBezTo>
                  <a:pt x="1637" y="4137"/>
                  <a:pt x="1695" y="4189"/>
                  <a:pt x="1775" y="4224"/>
                </a:cubicBezTo>
                <a:cubicBezTo>
                  <a:pt x="1835" y="4251"/>
                  <a:pt x="1898" y="4269"/>
                  <a:pt x="1961" y="4272"/>
                </a:cubicBezTo>
                <a:cubicBezTo>
                  <a:pt x="1972" y="4273"/>
                  <a:pt x="1983" y="4273"/>
                  <a:pt x="1994" y="4273"/>
                </a:cubicBezTo>
                <a:cubicBezTo>
                  <a:pt x="2041" y="4273"/>
                  <a:pt x="2086" y="4265"/>
                  <a:pt x="2127" y="4249"/>
                </a:cubicBezTo>
                <a:cubicBezTo>
                  <a:pt x="2129" y="4405"/>
                  <a:pt x="2129" y="4578"/>
                  <a:pt x="2129" y="4701"/>
                </a:cubicBezTo>
                <a:cubicBezTo>
                  <a:pt x="2129" y="5020"/>
                  <a:pt x="2307" y="5216"/>
                  <a:pt x="2596" y="5216"/>
                </a:cubicBezTo>
                <a:cubicBezTo>
                  <a:pt x="2697" y="5216"/>
                  <a:pt x="3023" y="5176"/>
                  <a:pt x="3025" y="4659"/>
                </a:cubicBezTo>
                <a:lnTo>
                  <a:pt x="3025" y="4630"/>
                </a:lnTo>
                <a:cubicBezTo>
                  <a:pt x="3030" y="4024"/>
                  <a:pt x="3037" y="2974"/>
                  <a:pt x="2993" y="2735"/>
                </a:cubicBezTo>
                <a:cubicBezTo>
                  <a:pt x="2948" y="2491"/>
                  <a:pt x="2785" y="2274"/>
                  <a:pt x="2510" y="2093"/>
                </a:cubicBezTo>
                <a:lnTo>
                  <a:pt x="2507" y="2093"/>
                </a:lnTo>
                <a:lnTo>
                  <a:pt x="1175" y="1239"/>
                </a:lnTo>
                <a:cubicBezTo>
                  <a:pt x="1154" y="1226"/>
                  <a:pt x="1131" y="1220"/>
                  <a:pt x="1107" y="1220"/>
                </a:cubicBezTo>
                <a:close/>
                <a:moveTo>
                  <a:pt x="2614" y="1"/>
                </a:moveTo>
                <a:cubicBezTo>
                  <a:pt x="2504" y="1"/>
                  <a:pt x="2415" y="90"/>
                  <a:pt x="2415" y="200"/>
                </a:cubicBezTo>
                <a:lnTo>
                  <a:pt x="2415" y="1675"/>
                </a:lnTo>
                <a:cubicBezTo>
                  <a:pt x="2415" y="1784"/>
                  <a:pt x="2504" y="1873"/>
                  <a:pt x="2614" y="1873"/>
                </a:cubicBezTo>
                <a:cubicBezTo>
                  <a:pt x="2723" y="1873"/>
                  <a:pt x="2812" y="1784"/>
                  <a:pt x="2812" y="1675"/>
                </a:cubicBezTo>
                <a:lnTo>
                  <a:pt x="2812" y="397"/>
                </a:lnTo>
                <a:lnTo>
                  <a:pt x="8695" y="397"/>
                </a:lnTo>
                <a:lnTo>
                  <a:pt x="8695" y="4284"/>
                </a:lnTo>
                <a:lnTo>
                  <a:pt x="3462" y="4284"/>
                </a:lnTo>
                <a:cubicBezTo>
                  <a:pt x="3352" y="4284"/>
                  <a:pt x="3263" y="4371"/>
                  <a:pt x="3263" y="4481"/>
                </a:cubicBezTo>
                <a:cubicBezTo>
                  <a:pt x="3263" y="4591"/>
                  <a:pt x="3352" y="4680"/>
                  <a:pt x="3462" y="4680"/>
                </a:cubicBezTo>
                <a:lnTo>
                  <a:pt x="8282" y="4680"/>
                </a:lnTo>
                <a:lnTo>
                  <a:pt x="7060" y="5570"/>
                </a:lnTo>
                <a:lnTo>
                  <a:pt x="1459" y="5570"/>
                </a:lnTo>
                <a:lnTo>
                  <a:pt x="1846" y="5286"/>
                </a:lnTo>
                <a:cubicBezTo>
                  <a:pt x="1936" y="5221"/>
                  <a:pt x="1955" y="5096"/>
                  <a:pt x="1891" y="5007"/>
                </a:cubicBezTo>
                <a:cubicBezTo>
                  <a:pt x="1852" y="4953"/>
                  <a:pt x="1792" y="4926"/>
                  <a:pt x="1731" y="4926"/>
                </a:cubicBezTo>
                <a:cubicBezTo>
                  <a:pt x="1690" y="4926"/>
                  <a:pt x="1649" y="4938"/>
                  <a:pt x="1613" y="4964"/>
                </a:cubicBezTo>
                <a:lnTo>
                  <a:pt x="731" y="5607"/>
                </a:lnTo>
                <a:cubicBezTo>
                  <a:pt x="642" y="5688"/>
                  <a:pt x="624" y="5755"/>
                  <a:pt x="624" y="5892"/>
                </a:cubicBezTo>
                <a:cubicBezTo>
                  <a:pt x="624" y="6036"/>
                  <a:pt x="748" y="6119"/>
                  <a:pt x="857" y="6119"/>
                </a:cubicBezTo>
                <a:lnTo>
                  <a:pt x="7154" y="6119"/>
                </a:lnTo>
                <a:cubicBezTo>
                  <a:pt x="7197" y="6119"/>
                  <a:pt x="7237" y="6106"/>
                  <a:pt x="7271" y="6080"/>
                </a:cubicBezTo>
                <a:lnTo>
                  <a:pt x="9025" y="4797"/>
                </a:lnTo>
                <a:cubicBezTo>
                  <a:pt x="9106" y="4738"/>
                  <a:pt x="9124" y="4628"/>
                  <a:pt x="9078" y="4543"/>
                </a:cubicBezTo>
                <a:cubicBezTo>
                  <a:pt x="9078" y="4540"/>
                  <a:pt x="9078" y="4539"/>
                  <a:pt x="9080" y="4537"/>
                </a:cubicBezTo>
                <a:cubicBezTo>
                  <a:pt x="9084" y="4524"/>
                  <a:pt x="9087" y="4511"/>
                  <a:pt x="9087" y="4496"/>
                </a:cubicBezTo>
                <a:cubicBezTo>
                  <a:pt x="9087" y="4491"/>
                  <a:pt x="9091" y="4487"/>
                  <a:pt x="9091" y="4481"/>
                </a:cubicBezTo>
                <a:lnTo>
                  <a:pt x="9091" y="200"/>
                </a:lnTo>
                <a:cubicBezTo>
                  <a:pt x="9091" y="90"/>
                  <a:pt x="9002" y="1"/>
                  <a:pt x="889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03" name="Google Shape;3403;p98"/>
          <p:cNvSpPr/>
          <p:nvPr/>
        </p:nvSpPr>
        <p:spPr>
          <a:xfrm>
            <a:off x="6834011" y="3302715"/>
            <a:ext cx="207996" cy="330704"/>
          </a:xfrm>
          <a:custGeom>
            <a:rect b="b" l="l" r="r" t="t"/>
            <a:pathLst>
              <a:path extrusionOk="0" h="8228" w="5175">
                <a:moveTo>
                  <a:pt x="2910" y="409"/>
                </a:moveTo>
                <a:cubicBezTo>
                  <a:pt x="3095" y="409"/>
                  <a:pt x="3247" y="562"/>
                  <a:pt x="3247" y="748"/>
                </a:cubicBezTo>
                <a:lnTo>
                  <a:pt x="3247" y="1033"/>
                </a:lnTo>
                <a:lnTo>
                  <a:pt x="3247" y="2369"/>
                </a:lnTo>
                <a:lnTo>
                  <a:pt x="3247" y="3444"/>
                </a:lnTo>
                <a:lnTo>
                  <a:pt x="2571" y="3444"/>
                </a:lnTo>
                <a:lnTo>
                  <a:pt x="2571" y="2369"/>
                </a:lnTo>
                <a:lnTo>
                  <a:pt x="2571" y="1033"/>
                </a:lnTo>
                <a:lnTo>
                  <a:pt x="2571" y="748"/>
                </a:lnTo>
                <a:cubicBezTo>
                  <a:pt x="2571" y="562"/>
                  <a:pt x="2724" y="409"/>
                  <a:pt x="2910" y="409"/>
                </a:cubicBezTo>
                <a:close/>
                <a:moveTo>
                  <a:pt x="3993" y="698"/>
                </a:moveTo>
                <a:cubicBezTo>
                  <a:pt x="4021" y="698"/>
                  <a:pt x="4049" y="701"/>
                  <a:pt x="4078" y="708"/>
                </a:cubicBezTo>
                <a:cubicBezTo>
                  <a:pt x="4225" y="743"/>
                  <a:pt x="4331" y="892"/>
                  <a:pt x="4331" y="1063"/>
                </a:cubicBezTo>
                <a:lnTo>
                  <a:pt x="4331" y="3474"/>
                </a:lnTo>
                <a:cubicBezTo>
                  <a:pt x="4256" y="3458"/>
                  <a:pt x="4181" y="3447"/>
                  <a:pt x="4101" y="3447"/>
                </a:cubicBezTo>
                <a:lnTo>
                  <a:pt x="3655" y="3447"/>
                </a:lnTo>
                <a:lnTo>
                  <a:pt x="3655" y="2374"/>
                </a:lnTo>
                <a:lnTo>
                  <a:pt x="3655" y="1037"/>
                </a:lnTo>
                <a:cubicBezTo>
                  <a:pt x="3654" y="929"/>
                  <a:pt x="3701" y="832"/>
                  <a:pt x="3784" y="769"/>
                </a:cubicBezTo>
                <a:cubicBezTo>
                  <a:pt x="3845" y="722"/>
                  <a:pt x="3917" y="698"/>
                  <a:pt x="3993" y="698"/>
                </a:cubicBezTo>
                <a:close/>
                <a:moveTo>
                  <a:pt x="745" y="2971"/>
                </a:moveTo>
                <a:cubicBezTo>
                  <a:pt x="930" y="2971"/>
                  <a:pt x="1083" y="3124"/>
                  <a:pt x="1083" y="3309"/>
                </a:cubicBezTo>
                <a:lnTo>
                  <a:pt x="1083" y="3363"/>
                </a:lnTo>
                <a:lnTo>
                  <a:pt x="1083" y="4227"/>
                </a:lnTo>
                <a:cubicBezTo>
                  <a:pt x="1083" y="4413"/>
                  <a:pt x="930" y="4566"/>
                  <a:pt x="745" y="4566"/>
                </a:cubicBezTo>
                <a:cubicBezTo>
                  <a:pt x="559" y="4566"/>
                  <a:pt x="408" y="4413"/>
                  <a:pt x="408" y="4227"/>
                </a:cubicBezTo>
                <a:lnTo>
                  <a:pt x="408" y="3866"/>
                </a:lnTo>
                <a:lnTo>
                  <a:pt x="408" y="3309"/>
                </a:lnTo>
                <a:cubicBezTo>
                  <a:pt x="408" y="3124"/>
                  <a:pt x="559" y="2971"/>
                  <a:pt x="745" y="2971"/>
                </a:cubicBezTo>
                <a:close/>
                <a:moveTo>
                  <a:pt x="1827" y="697"/>
                </a:moveTo>
                <a:cubicBezTo>
                  <a:pt x="2013" y="697"/>
                  <a:pt x="2166" y="849"/>
                  <a:pt x="2166" y="1034"/>
                </a:cubicBezTo>
                <a:lnTo>
                  <a:pt x="2166" y="2371"/>
                </a:lnTo>
                <a:lnTo>
                  <a:pt x="2166" y="3446"/>
                </a:lnTo>
                <a:lnTo>
                  <a:pt x="2152" y="3446"/>
                </a:lnTo>
                <a:cubicBezTo>
                  <a:pt x="2039" y="3446"/>
                  <a:pt x="1947" y="3537"/>
                  <a:pt x="1947" y="3651"/>
                </a:cubicBezTo>
                <a:lnTo>
                  <a:pt x="1947" y="3881"/>
                </a:lnTo>
                <a:cubicBezTo>
                  <a:pt x="1947" y="4343"/>
                  <a:pt x="2325" y="4720"/>
                  <a:pt x="2786" y="4720"/>
                </a:cubicBezTo>
                <a:lnTo>
                  <a:pt x="3462" y="4720"/>
                </a:lnTo>
                <a:lnTo>
                  <a:pt x="3462" y="4965"/>
                </a:lnTo>
                <a:lnTo>
                  <a:pt x="2800" y="4965"/>
                </a:lnTo>
                <a:cubicBezTo>
                  <a:pt x="2191" y="4965"/>
                  <a:pt x="1662" y="5397"/>
                  <a:pt x="1539" y="5991"/>
                </a:cubicBezTo>
                <a:cubicBezTo>
                  <a:pt x="1517" y="6101"/>
                  <a:pt x="1588" y="6208"/>
                  <a:pt x="1699" y="6232"/>
                </a:cubicBezTo>
                <a:cubicBezTo>
                  <a:pt x="1713" y="6235"/>
                  <a:pt x="1726" y="6236"/>
                  <a:pt x="1740" y="6236"/>
                </a:cubicBezTo>
                <a:cubicBezTo>
                  <a:pt x="1833" y="6236"/>
                  <a:pt x="1919" y="6170"/>
                  <a:pt x="1940" y="6073"/>
                </a:cubicBezTo>
                <a:cubicBezTo>
                  <a:pt x="2025" y="5666"/>
                  <a:pt x="2385" y="5370"/>
                  <a:pt x="2801" y="5370"/>
                </a:cubicBezTo>
                <a:lnTo>
                  <a:pt x="3668" y="5370"/>
                </a:lnTo>
                <a:cubicBezTo>
                  <a:pt x="3781" y="5370"/>
                  <a:pt x="3873" y="5280"/>
                  <a:pt x="3873" y="5167"/>
                </a:cubicBezTo>
                <a:lnTo>
                  <a:pt x="3873" y="4515"/>
                </a:lnTo>
                <a:cubicBezTo>
                  <a:pt x="3873" y="4402"/>
                  <a:pt x="3781" y="4312"/>
                  <a:pt x="3668" y="4312"/>
                </a:cubicBezTo>
                <a:lnTo>
                  <a:pt x="2789" y="4312"/>
                </a:lnTo>
                <a:cubicBezTo>
                  <a:pt x="2552" y="4312"/>
                  <a:pt x="2356" y="4119"/>
                  <a:pt x="2356" y="3878"/>
                </a:cubicBezTo>
                <a:lnTo>
                  <a:pt x="2356" y="3853"/>
                </a:lnTo>
                <a:lnTo>
                  <a:pt x="4101" y="3853"/>
                </a:lnTo>
                <a:cubicBezTo>
                  <a:pt x="4467" y="3853"/>
                  <a:pt x="4764" y="4150"/>
                  <a:pt x="4764" y="4515"/>
                </a:cubicBezTo>
                <a:lnTo>
                  <a:pt x="4764" y="5811"/>
                </a:lnTo>
                <a:cubicBezTo>
                  <a:pt x="4764" y="6123"/>
                  <a:pt x="4695" y="6431"/>
                  <a:pt x="4568" y="6714"/>
                </a:cubicBezTo>
                <a:lnTo>
                  <a:pt x="584" y="6714"/>
                </a:lnTo>
                <a:cubicBezTo>
                  <a:pt x="468" y="6447"/>
                  <a:pt x="406" y="6163"/>
                  <a:pt x="406" y="5868"/>
                </a:cubicBezTo>
                <a:lnTo>
                  <a:pt x="406" y="4888"/>
                </a:lnTo>
                <a:cubicBezTo>
                  <a:pt x="507" y="4940"/>
                  <a:pt x="621" y="4974"/>
                  <a:pt x="743" y="4974"/>
                </a:cubicBezTo>
                <a:cubicBezTo>
                  <a:pt x="1153" y="4974"/>
                  <a:pt x="1487" y="4640"/>
                  <a:pt x="1487" y="4230"/>
                </a:cubicBezTo>
                <a:lnTo>
                  <a:pt x="1487" y="3364"/>
                </a:lnTo>
                <a:lnTo>
                  <a:pt x="1487" y="3311"/>
                </a:lnTo>
                <a:lnTo>
                  <a:pt x="1487" y="1034"/>
                </a:lnTo>
                <a:lnTo>
                  <a:pt x="1490" y="1034"/>
                </a:lnTo>
                <a:cubicBezTo>
                  <a:pt x="1490" y="849"/>
                  <a:pt x="1642" y="697"/>
                  <a:pt x="1827" y="697"/>
                </a:cubicBezTo>
                <a:close/>
                <a:moveTo>
                  <a:pt x="4527" y="7121"/>
                </a:moveTo>
                <a:lnTo>
                  <a:pt x="4527" y="7822"/>
                </a:lnTo>
                <a:lnTo>
                  <a:pt x="647" y="7822"/>
                </a:lnTo>
                <a:lnTo>
                  <a:pt x="647" y="7121"/>
                </a:lnTo>
                <a:close/>
                <a:moveTo>
                  <a:pt x="2910" y="1"/>
                </a:moveTo>
                <a:cubicBezTo>
                  <a:pt x="2617" y="1"/>
                  <a:pt x="2368" y="172"/>
                  <a:pt x="2244" y="417"/>
                </a:cubicBezTo>
                <a:cubicBezTo>
                  <a:pt x="2126" y="335"/>
                  <a:pt x="1982" y="289"/>
                  <a:pt x="1827" y="289"/>
                </a:cubicBezTo>
                <a:cubicBezTo>
                  <a:pt x="1417" y="289"/>
                  <a:pt x="1083" y="623"/>
                  <a:pt x="1083" y="1033"/>
                </a:cubicBezTo>
                <a:lnTo>
                  <a:pt x="1083" y="2646"/>
                </a:lnTo>
                <a:cubicBezTo>
                  <a:pt x="981" y="2594"/>
                  <a:pt x="868" y="2561"/>
                  <a:pt x="745" y="2561"/>
                </a:cubicBezTo>
                <a:cubicBezTo>
                  <a:pt x="335" y="2561"/>
                  <a:pt x="1" y="2895"/>
                  <a:pt x="1" y="3305"/>
                </a:cubicBezTo>
                <a:lnTo>
                  <a:pt x="1" y="3862"/>
                </a:lnTo>
                <a:lnTo>
                  <a:pt x="1" y="4224"/>
                </a:lnTo>
                <a:lnTo>
                  <a:pt x="1" y="5862"/>
                </a:lnTo>
                <a:cubicBezTo>
                  <a:pt x="1" y="6239"/>
                  <a:pt x="82" y="6600"/>
                  <a:pt x="241" y="6939"/>
                </a:cubicBezTo>
                <a:lnTo>
                  <a:pt x="241" y="8023"/>
                </a:lnTo>
                <a:cubicBezTo>
                  <a:pt x="241" y="8137"/>
                  <a:pt x="333" y="8228"/>
                  <a:pt x="446" y="8228"/>
                </a:cubicBezTo>
                <a:lnTo>
                  <a:pt x="4733" y="8228"/>
                </a:lnTo>
                <a:cubicBezTo>
                  <a:pt x="4847" y="8228"/>
                  <a:pt x="4938" y="8137"/>
                  <a:pt x="4938" y="8023"/>
                </a:cubicBezTo>
                <a:lnTo>
                  <a:pt x="4938" y="6918"/>
                </a:lnTo>
                <a:cubicBezTo>
                  <a:pt x="4938" y="6910"/>
                  <a:pt x="4934" y="6904"/>
                  <a:pt x="4934" y="6897"/>
                </a:cubicBezTo>
                <a:cubicBezTo>
                  <a:pt x="5088" y="6555"/>
                  <a:pt x="5174" y="6184"/>
                  <a:pt x="5174" y="5809"/>
                </a:cubicBezTo>
                <a:lnTo>
                  <a:pt x="5174" y="4515"/>
                </a:lnTo>
                <a:lnTo>
                  <a:pt x="5170" y="4515"/>
                </a:lnTo>
                <a:cubicBezTo>
                  <a:pt x="5170" y="4165"/>
                  <a:pt x="4997" y="3856"/>
                  <a:pt x="4738" y="3660"/>
                </a:cubicBezTo>
                <a:lnTo>
                  <a:pt x="4738" y="1060"/>
                </a:lnTo>
                <a:cubicBezTo>
                  <a:pt x="4738" y="702"/>
                  <a:pt x="4500" y="387"/>
                  <a:pt x="4173" y="310"/>
                </a:cubicBezTo>
                <a:cubicBezTo>
                  <a:pt x="4115" y="296"/>
                  <a:pt x="4057" y="289"/>
                  <a:pt x="3999" y="289"/>
                </a:cubicBezTo>
                <a:cubicBezTo>
                  <a:pt x="3849" y="289"/>
                  <a:pt x="3702" y="335"/>
                  <a:pt x="3576" y="421"/>
                </a:cubicBezTo>
                <a:cubicBezTo>
                  <a:pt x="3455" y="173"/>
                  <a:pt x="3202" y="1"/>
                  <a:pt x="2910"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04" name="Google Shape;3404;p98"/>
          <p:cNvSpPr/>
          <p:nvPr/>
        </p:nvSpPr>
        <p:spPr>
          <a:xfrm>
            <a:off x="7556958" y="3312060"/>
            <a:ext cx="346500" cy="312014"/>
          </a:xfrm>
          <a:custGeom>
            <a:rect b="b" l="l" r="r" t="t"/>
            <a:pathLst>
              <a:path extrusionOk="0" h="7763" w="8621">
                <a:moveTo>
                  <a:pt x="6861" y="1"/>
                </a:moveTo>
                <a:cubicBezTo>
                  <a:pt x="6764" y="1"/>
                  <a:pt x="6673" y="62"/>
                  <a:pt x="6642" y="159"/>
                </a:cubicBezTo>
                <a:lnTo>
                  <a:pt x="6319" y="1142"/>
                </a:lnTo>
                <a:cubicBezTo>
                  <a:pt x="6278" y="1264"/>
                  <a:pt x="6345" y="1393"/>
                  <a:pt x="6464" y="1435"/>
                </a:cubicBezTo>
                <a:cubicBezTo>
                  <a:pt x="6488" y="1442"/>
                  <a:pt x="6512" y="1445"/>
                  <a:pt x="6537" y="1445"/>
                </a:cubicBezTo>
                <a:cubicBezTo>
                  <a:pt x="6636" y="1445"/>
                  <a:pt x="6724" y="1383"/>
                  <a:pt x="6755" y="1288"/>
                </a:cubicBezTo>
                <a:lnTo>
                  <a:pt x="7079" y="303"/>
                </a:lnTo>
                <a:cubicBezTo>
                  <a:pt x="7098" y="244"/>
                  <a:pt x="7094" y="183"/>
                  <a:pt x="7065" y="128"/>
                </a:cubicBezTo>
                <a:cubicBezTo>
                  <a:pt x="7037" y="71"/>
                  <a:pt x="6990" y="31"/>
                  <a:pt x="6932" y="12"/>
                </a:cubicBezTo>
                <a:cubicBezTo>
                  <a:pt x="6908" y="5"/>
                  <a:pt x="6885" y="1"/>
                  <a:pt x="6861" y="1"/>
                </a:cubicBezTo>
                <a:close/>
                <a:moveTo>
                  <a:pt x="5347" y="118"/>
                </a:moveTo>
                <a:cubicBezTo>
                  <a:pt x="5312" y="118"/>
                  <a:pt x="5278" y="126"/>
                  <a:pt x="5246" y="141"/>
                </a:cubicBezTo>
                <a:cubicBezTo>
                  <a:pt x="5132" y="199"/>
                  <a:pt x="5088" y="337"/>
                  <a:pt x="5144" y="450"/>
                </a:cubicBezTo>
                <a:lnTo>
                  <a:pt x="5610" y="1372"/>
                </a:lnTo>
                <a:cubicBezTo>
                  <a:pt x="5649" y="1451"/>
                  <a:pt x="5729" y="1499"/>
                  <a:pt x="5817" y="1499"/>
                </a:cubicBezTo>
                <a:cubicBezTo>
                  <a:pt x="5851" y="1499"/>
                  <a:pt x="5888" y="1490"/>
                  <a:pt x="5921" y="1475"/>
                </a:cubicBezTo>
                <a:cubicBezTo>
                  <a:pt x="6033" y="1417"/>
                  <a:pt x="6078" y="1280"/>
                  <a:pt x="6022" y="1166"/>
                </a:cubicBezTo>
                <a:lnTo>
                  <a:pt x="5554" y="244"/>
                </a:lnTo>
                <a:cubicBezTo>
                  <a:pt x="5526" y="189"/>
                  <a:pt x="5478" y="147"/>
                  <a:pt x="5420" y="129"/>
                </a:cubicBezTo>
                <a:cubicBezTo>
                  <a:pt x="5396" y="121"/>
                  <a:pt x="5371" y="118"/>
                  <a:pt x="5347" y="118"/>
                </a:cubicBezTo>
                <a:close/>
                <a:moveTo>
                  <a:pt x="8009" y="987"/>
                </a:moveTo>
                <a:cubicBezTo>
                  <a:pt x="7974" y="987"/>
                  <a:pt x="7938" y="996"/>
                  <a:pt x="7906" y="1013"/>
                </a:cubicBezTo>
                <a:lnTo>
                  <a:pt x="6982" y="1481"/>
                </a:lnTo>
                <a:cubicBezTo>
                  <a:pt x="6868" y="1539"/>
                  <a:pt x="6823" y="1677"/>
                  <a:pt x="6880" y="1788"/>
                </a:cubicBezTo>
                <a:cubicBezTo>
                  <a:pt x="6918" y="1867"/>
                  <a:pt x="6997" y="1914"/>
                  <a:pt x="7083" y="1914"/>
                </a:cubicBezTo>
                <a:cubicBezTo>
                  <a:pt x="7120" y="1914"/>
                  <a:pt x="7156" y="1907"/>
                  <a:pt x="7187" y="1891"/>
                </a:cubicBezTo>
                <a:lnTo>
                  <a:pt x="8112" y="1423"/>
                </a:lnTo>
                <a:cubicBezTo>
                  <a:pt x="8225" y="1365"/>
                  <a:pt x="8271" y="1228"/>
                  <a:pt x="8215" y="1115"/>
                </a:cubicBezTo>
                <a:cubicBezTo>
                  <a:pt x="8187" y="1059"/>
                  <a:pt x="8138" y="1017"/>
                  <a:pt x="8081" y="1000"/>
                </a:cubicBezTo>
                <a:cubicBezTo>
                  <a:pt x="8058" y="991"/>
                  <a:pt x="8034" y="987"/>
                  <a:pt x="8009" y="987"/>
                </a:cubicBezTo>
                <a:close/>
                <a:moveTo>
                  <a:pt x="7140" y="2180"/>
                </a:moveTo>
                <a:cubicBezTo>
                  <a:pt x="7105" y="2180"/>
                  <a:pt x="7070" y="2188"/>
                  <a:pt x="7037" y="2204"/>
                </a:cubicBezTo>
                <a:cubicBezTo>
                  <a:pt x="6982" y="2232"/>
                  <a:pt x="6941" y="2281"/>
                  <a:pt x="6923" y="2338"/>
                </a:cubicBezTo>
                <a:cubicBezTo>
                  <a:pt x="6883" y="2459"/>
                  <a:pt x="6948" y="2588"/>
                  <a:pt x="7068" y="2627"/>
                </a:cubicBezTo>
                <a:lnTo>
                  <a:pt x="8051" y="2951"/>
                </a:lnTo>
                <a:cubicBezTo>
                  <a:pt x="8074" y="2958"/>
                  <a:pt x="8097" y="2961"/>
                  <a:pt x="8123" y="2961"/>
                </a:cubicBezTo>
                <a:cubicBezTo>
                  <a:pt x="8224" y="2961"/>
                  <a:pt x="8311" y="2899"/>
                  <a:pt x="8343" y="2804"/>
                </a:cubicBezTo>
                <a:cubicBezTo>
                  <a:pt x="8360" y="2744"/>
                  <a:pt x="8357" y="2684"/>
                  <a:pt x="8329" y="2627"/>
                </a:cubicBezTo>
                <a:cubicBezTo>
                  <a:pt x="8301" y="2572"/>
                  <a:pt x="8253" y="2531"/>
                  <a:pt x="8196" y="2513"/>
                </a:cubicBezTo>
                <a:lnTo>
                  <a:pt x="7212" y="2192"/>
                </a:lnTo>
                <a:cubicBezTo>
                  <a:pt x="7189" y="2184"/>
                  <a:pt x="7164" y="2180"/>
                  <a:pt x="7140" y="2180"/>
                </a:cubicBezTo>
                <a:close/>
                <a:moveTo>
                  <a:pt x="6099" y="4713"/>
                </a:moveTo>
                <a:cubicBezTo>
                  <a:pt x="6249" y="4713"/>
                  <a:pt x="6369" y="4837"/>
                  <a:pt x="6369" y="4985"/>
                </a:cubicBezTo>
                <a:cubicBezTo>
                  <a:pt x="6369" y="5134"/>
                  <a:pt x="6247" y="5255"/>
                  <a:pt x="6099" y="5255"/>
                </a:cubicBezTo>
                <a:lnTo>
                  <a:pt x="5408" y="5255"/>
                </a:lnTo>
                <a:cubicBezTo>
                  <a:pt x="5257" y="5255"/>
                  <a:pt x="5137" y="5134"/>
                  <a:pt x="5137" y="4985"/>
                </a:cubicBezTo>
                <a:cubicBezTo>
                  <a:pt x="5137" y="4834"/>
                  <a:pt x="5260" y="4713"/>
                  <a:pt x="5408" y="4713"/>
                </a:cubicBezTo>
                <a:close/>
                <a:moveTo>
                  <a:pt x="5935" y="5716"/>
                </a:moveTo>
                <a:cubicBezTo>
                  <a:pt x="6085" y="5716"/>
                  <a:pt x="6206" y="5839"/>
                  <a:pt x="6206" y="5988"/>
                </a:cubicBezTo>
                <a:cubicBezTo>
                  <a:pt x="6206" y="6136"/>
                  <a:pt x="6084" y="6258"/>
                  <a:pt x="5935" y="6258"/>
                </a:cubicBezTo>
                <a:lnTo>
                  <a:pt x="5242" y="6258"/>
                </a:lnTo>
                <a:cubicBezTo>
                  <a:pt x="5092" y="6258"/>
                  <a:pt x="4972" y="6136"/>
                  <a:pt x="4972" y="5988"/>
                </a:cubicBezTo>
                <a:cubicBezTo>
                  <a:pt x="4972" y="5836"/>
                  <a:pt x="5093" y="5716"/>
                  <a:pt x="5242" y="5716"/>
                </a:cubicBezTo>
                <a:close/>
                <a:moveTo>
                  <a:pt x="4032" y="1048"/>
                </a:moveTo>
                <a:cubicBezTo>
                  <a:pt x="4058" y="1048"/>
                  <a:pt x="4085" y="1052"/>
                  <a:pt x="4112" y="1059"/>
                </a:cubicBezTo>
                <a:cubicBezTo>
                  <a:pt x="4225" y="1089"/>
                  <a:pt x="4306" y="1207"/>
                  <a:pt x="4306" y="1340"/>
                </a:cubicBezTo>
                <a:lnTo>
                  <a:pt x="4306" y="1458"/>
                </a:lnTo>
                <a:cubicBezTo>
                  <a:pt x="4312" y="2048"/>
                  <a:pt x="4268" y="2642"/>
                  <a:pt x="4176" y="3227"/>
                </a:cubicBezTo>
                <a:cubicBezTo>
                  <a:pt x="4148" y="3399"/>
                  <a:pt x="4130" y="3542"/>
                  <a:pt x="4119" y="3678"/>
                </a:cubicBezTo>
                <a:lnTo>
                  <a:pt x="4044" y="4663"/>
                </a:lnTo>
                <a:cubicBezTo>
                  <a:pt x="4044" y="5187"/>
                  <a:pt x="3619" y="5612"/>
                  <a:pt x="3095" y="5612"/>
                </a:cubicBezTo>
                <a:cubicBezTo>
                  <a:pt x="2969" y="5612"/>
                  <a:pt x="2865" y="5716"/>
                  <a:pt x="2865" y="5842"/>
                </a:cubicBezTo>
                <a:cubicBezTo>
                  <a:pt x="2865" y="5968"/>
                  <a:pt x="2969" y="6072"/>
                  <a:pt x="3095" y="6072"/>
                </a:cubicBezTo>
                <a:cubicBezTo>
                  <a:pt x="3470" y="6072"/>
                  <a:pt x="3824" y="5925"/>
                  <a:pt x="4090" y="5661"/>
                </a:cubicBezTo>
                <a:cubicBezTo>
                  <a:pt x="4357" y="5395"/>
                  <a:pt x="4502" y="5045"/>
                  <a:pt x="4502" y="4682"/>
                </a:cubicBezTo>
                <a:lnTo>
                  <a:pt x="4562" y="3926"/>
                </a:lnTo>
                <a:lnTo>
                  <a:pt x="7891" y="3926"/>
                </a:lnTo>
                <a:cubicBezTo>
                  <a:pt x="8041" y="3926"/>
                  <a:pt x="8163" y="4050"/>
                  <a:pt x="8163" y="4198"/>
                </a:cubicBezTo>
                <a:cubicBezTo>
                  <a:pt x="8163" y="4348"/>
                  <a:pt x="8040" y="4468"/>
                  <a:pt x="7891" y="4468"/>
                </a:cubicBezTo>
                <a:lnTo>
                  <a:pt x="6614" y="4468"/>
                </a:lnTo>
                <a:cubicBezTo>
                  <a:pt x="6477" y="4330"/>
                  <a:pt x="6292" y="4252"/>
                  <a:pt x="6099" y="4252"/>
                </a:cubicBezTo>
                <a:lnTo>
                  <a:pt x="5408" y="4252"/>
                </a:lnTo>
                <a:cubicBezTo>
                  <a:pt x="5004" y="4252"/>
                  <a:pt x="4676" y="4580"/>
                  <a:pt x="4676" y="4982"/>
                </a:cubicBezTo>
                <a:cubicBezTo>
                  <a:pt x="4676" y="5135"/>
                  <a:pt x="4722" y="5279"/>
                  <a:pt x="4808" y="5401"/>
                </a:cubicBezTo>
                <a:cubicBezTo>
                  <a:pt x="4623" y="5536"/>
                  <a:pt x="4513" y="5751"/>
                  <a:pt x="4513" y="5985"/>
                </a:cubicBezTo>
                <a:cubicBezTo>
                  <a:pt x="4513" y="6094"/>
                  <a:pt x="4538" y="6203"/>
                  <a:pt x="4587" y="6301"/>
                </a:cubicBezTo>
                <a:cubicBezTo>
                  <a:pt x="4299" y="6400"/>
                  <a:pt x="4099" y="6674"/>
                  <a:pt x="4099" y="6987"/>
                </a:cubicBezTo>
                <a:cubicBezTo>
                  <a:pt x="4099" y="7082"/>
                  <a:pt x="4118" y="7173"/>
                  <a:pt x="4152" y="7259"/>
                </a:cubicBezTo>
                <a:lnTo>
                  <a:pt x="3475" y="7259"/>
                </a:lnTo>
                <a:cubicBezTo>
                  <a:pt x="2918" y="7259"/>
                  <a:pt x="2383" y="7024"/>
                  <a:pt x="1999" y="6614"/>
                </a:cubicBezTo>
                <a:lnTo>
                  <a:pt x="1999" y="3849"/>
                </a:lnTo>
                <a:cubicBezTo>
                  <a:pt x="2162" y="3674"/>
                  <a:pt x="2348" y="3533"/>
                  <a:pt x="2553" y="3427"/>
                </a:cubicBezTo>
                <a:cubicBezTo>
                  <a:pt x="2728" y="3338"/>
                  <a:pt x="2893" y="3214"/>
                  <a:pt x="3072" y="3035"/>
                </a:cubicBezTo>
                <a:cubicBezTo>
                  <a:pt x="3512" y="2603"/>
                  <a:pt x="3764" y="1994"/>
                  <a:pt x="3763" y="1363"/>
                </a:cubicBezTo>
                <a:lnTo>
                  <a:pt x="3763" y="1319"/>
                </a:lnTo>
                <a:cubicBezTo>
                  <a:pt x="3763" y="1233"/>
                  <a:pt x="3802" y="1155"/>
                  <a:pt x="3870" y="1104"/>
                </a:cubicBezTo>
                <a:cubicBezTo>
                  <a:pt x="3918" y="1067"/>
                  <a:pt x="3974" y="1048"/>
                  <a:pt x="4032" y="1048"/>
                </a:cubicBezTo>
                <a:close/>
                <a:moveTo>
                  <a:pt x="5520" y="6717"/>
                </a:moveTo>
                <a:cubicBezTo>
                  <a:pt x="5670" y="6717"/>
                  <a:pt x="5790" y="6840"/>
                  <a:pt x="5790" y="6988"/>
                </a:cubicBezTo>
                <a:cubicBezTo>
                  <a:pt x="5790" y="7138"/>
                  <a:pt x="5668" y="7259"/>
                  <a:pt x="5520" y="7259"/>
                </a:cubicBezTo>
                <a:lnTo>
                  <a:pt x="4826" y="7259"/>
                </a:lnTo>
                <a:cubicBezTo>
                  <a:pt x="4678" y="7259"/>
                  <a:pt x="4556" y="7137"/>
                  <a:pt x="4556" y="6988"/>
                </a:cubicBezTo>
                <a:cubicBezTo>
                  <a:pt x="4556" y="6838"/>
                  <a:pt x="4678" y="6717"/>
                  <a:pt x="4829" y="6717"/>
                </a:cubicBezTo>
                <a:close/>
                <a:moveTo>
                  <a:pt x="1515" y="3566"/>
                </a:moveTo>
                <a:lnTo>
                  <a:pt x="1515" y="7311"/>
                </a:lnTo>
                <a:lnTo>
                  <a:pt x="456" y="7311"/>
                </a:lnTo>
                <a:lnTo>
                  <a:pt x="456" y="3566"/>
                </a:lnTo>
                <a:close/>
                <a:moveTo>
                  <a:pt x="4036" y="589"/>
                </a:moveTo>
                <a:cubicBezTo>
                  <a:pt x="3877" y="589"/>
                  <a:pt x="3722" y="641"/>
                  <a:pt x="3591" y="740"/>
                </a:cubicBezTo>
                <a:cubicBezTo>
                  <a:pt x="3408" y="879"/>
                  <a:pt x="3303" y="1093"/>
                  <a:pt x="3303" y="1320"/>
                </a:cubicBezTo>
                <a:lnTo>
                  <a:pt x="3303" y="1368"/>
                </a:lnTo>
                <a:cubicBezTo>
                  <a:pt x="3304" y="1874"/>
                  <a:pt x="3102" y="2363"/>
                  <a:pt x="2750" y="2709"/>
                </a:cubicBezTo>
                <a:cubicBezTo>
                  <a:pt x="2603" y="2854"/>
                  <a:pt x="2473" y="2952"/>
                  <a:pt x="2342" y="3019"/>
                </a:cubicBezTo>
                <a:cubicBezTo>
                  <a:pt x="2204" y="3089"/>
                  <a:pt x="2075" y="3174"/>
                  <a:pt x="1953" y="3269"/>
                </a:cubicBezTo>
                <a:cubicBezTo>
                  <a:pt x="1923" y="3177"/>
                  <a:pt x="1841" y="3110"/>
                  <a:pt x="1740" y="3110"/>
                </a:cubicBezTo>
                <a:lnTo>
                  <a:pt x="227" y="3110"/>
                </a:lnTo>
                <a:cubicBezTo>
                  <a:pt x="103" y="3110"/>
                  <a:pt x="0" y="3212"/>
                  <a:pt x="0" y="3337"/>
                </a:cubicBezTo>
                <a:lnTo>
                  <a:pt x="0" y="7535"/>
                </a:lnTo>
                <a:cubicBezTo>
                  <a:pt x="0" y="7660"/>
                  <a:pt x="103" y="7762"/>
                  <a:pt x="227" y="7762"/>
                </a:cubicBezTo>
                <a:lnTo>
                  <a:pt x="1740" y="7762"/>
                </a:lnTo>
                <a:cubicBezTo>
                  <a:pt x="1864" y="7762"/>
                  <a:pt x="1966" y="7660"/>
                  <a:pt x="1966" y="7535"/>
                </a:cubicBezTo>
                <a:lnTo>
                  <a:pt x="1966" y="7205"/>
                </a:lnTo>
                <a:cubicBezTo>
                  <a:pt x="2397" y="7535"/>
                  <a:pt x="2924" y="7719"/>
                  <a:pt x="3472" y="7719"/>
                </a:cubicBezTo>
                <a:lnTo>
                  <a:pt x="5517" y="7719"/>
                </a:lnTo>
                <a:cubicBezTo>
                  <a:pt x="5921" y="7719"/>
                  <a:pt x="6249" y="7391"/>
                  <a:pt x="6249" y="6988"/>
                </a:cubicBezTo>
                <a:cubicBezTo>
                  <a:pt x="6249" y="6877"/>
                  <a:pt x="6222" y="6770"/>
                  <a:pt x="6175" y="6672"/>
                </a:cubicBezTo>
                <a:cubicBezTo>
                  <a:pt x="6463" y="6573"/>
                  <a:pt x="6663" y="6299"/>
                  <a:pt x="6663" y="5986"/>
                </a:cubicBezTo>
                <a:cubicBezTo>
                  <a:pt x="6663" y="5833"/>
                  <a:pt x="6616" y="5689"/>
                  <a:pt x="6531" y="5567"/>
                </a:cubicBezTo>
                <a:cubicBezTo>
                  <a:pt x="6717" y="5432"/>
                  <a:pt x="6826" y="5217"/>
                  <a:pt x="6826" y="4984"/>
                </a:cubicBezTo>
                <a:cubicBezTo>
                  <a:pt x="6826" y="4964"/>
                  <a:pt x="6826" y="4948"/>
                  <a:pt x="6823" y="4929"/>
                </a:cubicBezTo>
                <a:lnTo>
                  <a:pt x="7888" y="4929"/>
                </a:lnTo>
                <a:cubicBezTo>
                  <a:pt x="8291" y="4929"/>
                  <a:pt x="8619" y="4601"/>
                  <a:pt x="8619" y="4198"/>
                </a:cubicBezTo>
                <a:cubicBezTo>
                  <a:pt x="8620" y="3794"/>
                  <a:pt x="8294" y="3466"/>
                  <a:pt x="7891" y="3466"/>
                </a:cubicBezTo>
                <a:lnTo>
                  <a:pt x="4606" y="3466"/>
                </a:lnTo>
                <a:cubicBezTo>
                  <a:pt x="4614" y="3414"/>
                  <a:pt x="4621" y="3359"/>
                  <a:pt x="4630" y="3300"/>
                </a:cubicBezTo>
                <a:cubicBezTo>
                  <a:pt x="4727" y="2692"/>
                  <a:pt x="4773" y="2070"/>
                  <a:pt x="4767" y="1454"/>
                </a:cubicBezTo>
                <a:lnTo>
                  <a:pt x="4765" y="1340"/>
                </a:lnTo>
                <a:cubicBezTo>
                  <a:pt x="4765" y="998"/>
                  <a:pt x="4547" y="701"/>
                  <a:pt x="4231" y="615"/>
                </a:cubicBezTo>
                <a:cubicBezTo>
                  <a:pt x="4166" y="598"/>
                  <a:pt x="4101" y="589"/>
                  <a:pt x="4036" y="58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05" name="Google Shape;3405;p98"/>
          <p:cNvSpPr txBox="1"/>
          <p:nvPr/>
        </p:nvSpPr>
        <p:spPr>
          <a:xfrm>
            <a:off x="5857810" y="3708489"/>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Simplify Database Admin</a:t>
            </a:r>
            <a:endParaRPr sz="1800">
              <a:solidFill>
                <a:srgbClr val="252525"/>
              </a:solidFill>
              <a:latin typeface="Arial"/>
              <a:ea typeface="Arial"/>
              <a:cs typeface="Arial"/>
              <a:sym typeface="Arial"/>
            </a:endParaRPr>
          </a:p>
        </p:txBody>
      </p:sp>
      <p:sp>
        <p:nvSpPr>
          <p:cNvPr id="3406" name="Google Shape;3406;p98"/>
          <p:cNvSpPr txBox="1"/>
          <p:nvPr/>
        </p:nvSpPr>
        <p:spPr>
          <a:xfrm>
            <a:off x="6696578" y="3708489"/>
            <a:ext cx="483000" cy="105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Single Source of Truth</a:t>
            </a:r>
            <a:endParaRPr sz="1800">
              <a:solidFill>
                <a:srgbClr val="252525"/>
              </a:solidFill>
              <a:latin typeface="Arial"/>
              <a:ea typeface="Arial"/>
              <a:cs typeface="Arial"/>
              <a:sym typeface="Arial"/>
            </a:endParaRPr>
          </a:p>
        </p:txBody>
      </p:sp>
      <p:sp>
        <p:nvSpPr>
          <p:cNvPr id="3407" name="Google Shape;3407;p98"/>
          <p:cNvSpPr txBox="1"/>
          <p:nvPr/>
        </p:nvSpPr>
        <p:spPr>
          <a:xfrm>
            <a:off x="7442204" y="3708489"/>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Easy / Consolidate</a:t>
            </a:r>
            <a:endParaRPr sz="1800">
              <a:solidFill>
                <a:srgbClr val="252525"/>
              </a:solidFill>
              <a:latin typeface="Arial"/>
              <a:ea typeface="Arial"/>
              <a:cs typeface="Arial"/>
              <a:sym typeface="Arial"/>
            </a:endParaRPr>
          </a:p>
        </p:txBody>
      </p:sp>
      <p:sp>
        <p:nvSpPr>
          <p:cNvPr id="3408" name="Google Shape;3408;p98"/>
          <p:cNvSpPr/>
          <p:nvPr/>
        </p:nvSpPr>
        <p:spPr>
          <a:xfrm>
            <a:off x="3655882" y="1803821"/>
            <a:ext cx="226666" cy="226641"/>
          </a:xfrm>
          <a:custGeom>
            <a:rect b="b" l="l" r="r" t="t"/>
            <a:pathLst>
              <a:path extrusionOk="0" h="9082" w="9083">
                <a:moveTo>
                  <a:pt x="4542" y="2326"/>
                </a:moveTo>
                <a:cubicBezTo>
                  <a:pt x="4413" y="2326"/>
                  <a:pt x="4306" y="2433"/>
                  <a:pt x="4306" y="2562"/>
                </a:cubicBezTo>
                <a:lnTo>
                  <a:pt x="4306" y="2763"/>
                </a:lnTo>
                <a:cubicBezTo>
                  <a:pt x="3790" y="2844"/>
                  <a:pt x="3458" y="3198"/>
                  <a:pt x="3458" y="3692"/>
                </a:cubicBezTo>
                <a:cubicBezTo>
                  <a:pt x="3458" y="4269"/>
                  <a:pt x="3811" y="4442"/>
                  <a:pt x="4301" y="4684"/>
                </a:cubicBezTo>
                <a:lnTo>
                  <a:pt x="4573" y="4819"/>
                </a:lnTo>
                <a:cubicBezTo>
                  <a:pt x="5075" y="5066"/>
                  <a:pt x="5155" y="5125"/>
                  <a:pt x="5155" y="5390"/>
                </a:cubicBezTo>
                <a:cubicBezTo>
                  <a:pt x="5155" y="5828"/>
                  <a:pt x="4684" y="5860"/>
                  <a:pt x="4542" y="5860"/>
                </a:cubicBezTo>
                <a:cubicBezTo>
                  <a:pt x="4399" y="5860"/>
                  <a:pt x="3930" y="5828"/>
                  <a:pt x="3930" y="5390"/>
                </a:cubicBezTo>
                <a:cubicBezTo>
                  <a:pt x="3930" y="5259"/>
                  <a:pt x="3823" y="5154"/>
                  <a:pt x="3694" y="5154"/>
                </a:cubicBezTo>
                <a:cubicBezTo>
                  <a:pt x="3563" y="5154"/>
                  <a:pt x="3458" y="5259"/>
                  <a:pt x="3458" y="5390"/>
                </a:cubicBezTo>
                <a:cubicBezTo>
                  <a:pt x="3458" y="5881"/>
                  <a:pt x="3790" y="6232"/>
                  <a:pt x="4306" y="6313"/>
                </a:cubicBezTo>
                <a:lnTo>
                  <a:pt x="4306" y="6520"/>
                </a:lnTo>
                <a:cubicBezTo>
                  <a:pt x="4306" y="6650"/>
                  <a:pt x="4413" y="6756"/>
                  <a:pt x="4542" y="6756"/>
                </a:cubicBezTo>
                <a:cubicBezTo>
                  <a:pt x="4673" y="6756"/>
                  <a:pt x="4778" y="6650"/>
                  <a:pt x="4778" y="6520"/>
                </a:cubicBezTo>
                <a:lnTo>
                  <a:pt x="4778" y="6313"/>
                </a:lnTo>
                <a:cubicBezTo>
                  <a:pt x="5293" y="6232"/>
                  <a:pt x="5626" y="5881"/>
                  <a:pt x="5626" y="5390"/>
                </a:cubicBezTo>
                <a:cubicBezTo>
                  <a:pt x="5626" y="4813"/>
                  <a:pt x="5271" y="4640"/>
                  <a:pt x="4784" y="4401"/>
                </a:cubicBezTo>
                <a:lnTo>
                  <a:pt x="4511" y="4264"/>
                </a:lnTo>
                <a:cubicBezTo>
                  <a:pt x="4009" y="4016"/>
                  <a:pt x="3930" y="3958"/>
                  <a:pt x="3930" y="3695"/>
                </a:cubicBezTo>
                <a:cubicBezTo>
                  <a:pt x="3930" y="3253"/>
                  <a:pt x="4399" y="3217"/>
                  <a:pt x="4542" y="3217"/>
                </a:cubicBezTo>
                <a:cubicBezTo>
                  <a:pt x="4722" y="3217"/>
                  <a:pt x="5143" y="3265"/>
                  <a:pt x="5143" y="3695"/>
                </a:cubicBezTo>
                <a:cubicBezTo>
                  <a:pt x="5143" y="3825"/>
                  <a:pt x="5249" y="3930"/>
                  <a:pt x="5379" y="3930"/>
                </a:cubicBezTo>
                <a:cubicBezTo>
                  <a:pt x="5509" y="3930"/>
                  <a:pt x="5615" y="3825"/>
                  <a:pt x="5615" y="3695"/>
                </a:cubicBezTo>
                <a:cubicBezTo>
                  <a:pt x="5615" y="3199"/>
                  <a:pt x="5286" y="2846"/>
                  <a:pt x="4778" y="2764"/>
                </a:cubicBezTo>
                <a:lnTo>
                  <a:pt x="4778" y="2562"/>
                </a:lnTo>
                <a:cubicBezTo>
                  <a:pt x="4778" y="2433"/>
                  <a:pt x="4673" y="2326"/>
                  <a:pt x="4542" y="2326"/>
                </a:cubicBezTo>
                <a:close/>
                <a:moveTo>
                  <a:pt x="4542" y="1676"/>
                </a:moveTo>
                <a:cubicBezTo>
                  <a:pt x="6122" y="1676"/>
                  <a:pt x="7408" y="2962"/>
                  <a:pt x="7408" y="4542"/>
                </a:cubicBezTo>
                <a:cubicBezTo>
                  <a:pt x="7408" y="6120"/>
                  <a:pt x="6122" y="7406"/>
                  <a:pt x="4542" y="7406"/>
                </a:cubicBezTo>
                <a:cubicBezTo>
                  <a:pt x="2962" y="7406"/>
                  <a:pt x="1676" y="6120"/>
                  <a:pt x="1676" y="4542"/>
                </a:cubicBezTo>
                <a:cubicBezTo>
                  <a:pt x="1676" y="2962"/>
                  <a:pt x="2962" y="1676"/>
                  <a:pt x="4542" y="1676"/>
                </a:cubicBezTo>
                <a:close/>
                <a:moveTo>
                  <a:pt x="4542" y="1380"/>
                </a:moveTo>
                <a:cubicBezTo>
                  <a:pt x="2799" y="1380"/>
                  <a:pt x="1380" y="2798"/>
                  <a:pt x="1380" y="4542"/>
                </a:cubicBezTo>
                <a:cubicBezTo>
                  <a:pt x="1380" y="6284"/>
                  <a:pt x="2799" y="7702"/>
                  <a:pt x="4542" y="7702"/>
                </a:cubicBezTo>
                <a:cubicBezTo>
                  <a:pt x="6285" y="7702"/>
                  <a:pt x="7703" y="6284"/>
                  <a:pt x="7703" y="4542"/>
                </a:cubicBezTo>
                <a:cubicBezTo>
                  <a:pt x="7703" y="2798"/>
                  <a:pt x="6285" y="1380"/>
                  <a:pt x="4542" y="1380"/>
                </a:cubicBezTo>
                <a:close/>
                <a:moveTo>
                  <a:pt x="4540" y="736"/>
                </a:moveTo>
                <a:cubicBezTo>
                  <a:pt x="6640" y="736"/>
                  <a:pt x="8345" y="2444"/>
                  <a:pt x="8345" y="4542"/>
                </a:cubicBezTo>
                <a:cubicBezTo>
                  <a:pt x="8345" y="6638"/>
                  <a:pt x="6640" y="8345"/>
                  <a:pt x="4540" y="8346"/>
                </a:cubicBezTo>
                <a:cubicBezTo>
                  <a:pt x="2441" y="8346"/>
                  <a:pt x="734" y="6640"/>
                  <a:pt x="734" y="4542"/>
                </a:cubicBezTo>
                <a:cubicBezTo>
                  <a:pt x="734" y="2442"/>
                  <a:pt x="2442" y="736"/>
                  <a:pt x="4540" y="736"/>
                </a:cubicBezTo>
                <a:close/>
                <a:moveTo>
                  <a:pt x="4542" y="1"/>
                </a:moveTo>
                <a:cubicBezTo>
                  <a:pt x="2038" y="1"/>
                  <a:pt x="1" y="2037"/>
                  <a:pt x="1" y="4542"/>
                </a:cubicBezTo>
                <a:cubicBezTo>
                  <a:pt x="1" y="7045"/>
                  <a:pt x="2038" y="9081"/>
                  <a:pt x="4542" y="9081"/>
                </a:cubicBezTo>
                <a:cubicBezTo>
                  <a:pt x="7045" y="9081"/>
                  <a:pt x="9083" y="7045"/>
                  <a:pt x="9083" y="4542"/>
                </a:cubicBezTo>
                <a:cubicBezTo>
                  <a:pt x="9083" y="2037"/>
                  <a:pt x="7045" y="1"/>
                  <a:pt x="454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09" name="Google Shape;3409;p98"/>
          <p:cNvSpPr txBox="1"/>
          <p:nvPr/>
        </p:nvSpPr>
        <p:spPr>
          <a:xfrm>
            <a:off x="3517969" y="2157573"/>
            <a:ext cx="5025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Cost Savings</a:t>
            </a:r>
            <a:endParaRPr sz="1800">
              <a:solidFill>
                <a:srgbClr val="252525"/>
              </a:solidFill>
              <a:latin typeface="Arial"/>
              <a:ea typeface="Arial"/>
              <a:cs typeface="Arial"/>
              <a:sym typeface="Arial"/>
            </a:endParaRPr>
          </a:p>
        </p:txBody>
      </p:sp>
      <p:sp>
        <p:nvSpPr>
          <p:cNvPr id="3410" name="Google Shape;3410;p98"/>
          <p:cNvSpPr/>
          <p:nvPr/>
        </p:nvSpPr>
        <p:spPr>
          <a:xfrm>
            <a:off x="4429578" y="1780054"/>
            <a:ext cx="263685" cy="274193"/>
          </a:xfrm>
          <a:custGeom>
            <a:rect b="b" l="l" r="r" t="t"/>
            <a:pathLst>
              <a:path extrusionOk="0" h="9080" w="8732">
                <a:moveTo>
                  <a:pt x="5098" y="1"/>
                </a:moveTo>
                <a:cubicBezTo>
                  <a:pt x="4972" y="1"/>
                  <a:pt x="4871" y="103"/>
                  <a:pt x="4871" y="227"/>
                </a:cubicBezTo>
                <a:lnTo>
                  <a:pt x="4871" y="446"/>
                </a:lnTo>
                <a:cubicBezTo>
                  <a:pt x="4571" y="521"/>
                  <a:pt x="4373" y="749"/>
                  <a:pt x="4373" y="1054"/>
                </a:cubicBezTo>
                <a:cubicBezTo>
                  <a:pt x="4373" y="1440"/>
                  <a:pt x="4620" y="1562"/>
                  <a:pt x="4908" y="1703"/>
                </a:cubicBezTo>
                <a:lnTo>
                  <a:pt x="5064" y="1780"/>
                </a:lnTo>
                <a:cubicBezTo>
                  <a:pt x="5348" y="1922"/>
                  <a:pt x="5348" y="1933"/>
                  <a:pt x="5348" y="2028"/>
                </a:cubicBezTo>
                <a:cubicBezTo>
                  <a:pt x="5348" y="2185"/>
                  <a:pt x="5186" y="2208"/>
                  <a:pt x="5089" y="2209"/>
                </a:cubicBezTo>
                <a:cubicBezTo>
                  <a:pt x="4990" y="2209"/>
                  <a:pt x="4826" y="2185"/>
                  <a:pt x="4826" y="2029"/>
                </a:cubicBezTo>
                <a:cubicBezTo>
                  <a:pt x="4826" y="1903"/>
                  <a:pt x="4727" y="1802"/>
                  <a:pt x="4601" y="1802"/>
                </a:cubicBezTo>
                <a:cubicBezTo>
                  <a:pt x="4474" y="1802"/>
                  <a:pt x="4373" y="1905"/>
                  <a:pt x="4373" y="2029"/>
                </a:cubicBezTo>
                <a:cubicBezTo>
                  <a:pt x="4373" y="2343"/>
                  <a:pt x="4584" y="2574"/>
                  <a:pt x="4904" y="2640"/>
                </a:cubicBezTo>
                <a:lnTo>
                  <a:pt x="4904" y="2730"/>
                </a:lnTo>
                <a:cubicBezTo>
                  <a:pt x="4904" y="2856"/>
                  <a:pt x="5003" y="2957"/>
                  <a:pt x="5129" y="2957"/>
                </a:cubicBezTo>
                <a:cubicBezTo>
                  <a:pt x="5256" y="2957"/>
                  <a:pt x="5357" y="2855"/>
                  <a:pt x="5357" y="2730"/>
                </a:cubicBezTo>
                <a:lnTo>
                  <a:pt x="5357" y="2617"/>
                </a:lnTo>
                <a:cubicBezTo>
                  <a:pt x="5627" y="2533"/>
                  <a:pt x="5802" y="2313"/>
                  <a:pt x="5802" y="2028"/>
                </a:cubicBezTo>
                <a:cubicBezTo>
                  <a:pt x="5802" y="1639"/>
                  <a:pt x="5554" y="1517"/>
                  <a:pt x="5267" y="1376"/>
                </a:cubicBezTo>
                <a:lnTo>
                  <a:pt x="5112" y="1297"/>
                </a:lnTo>
                <a:cubicBezTo>
                  <a:pt x="4826" y="1159"/>
                  <a:pt x="4826" y="1147"/>
                  <a:pt x="4826" y="1054"/>
                </a:cubicBezTo>
                <a:cubicBezTo>
                  <a:pt x="4826" y="893"/>
                  <a:pt x="4990" y="870"/>
                  <a:pt x="5088" y="870"/>
                </a:cubicBezTo>
                <a:cubicBezTo>
                  <a:pt x="5204" y="870"/>
                  <a:pt x="5343" y="901"/>
                  <a:pt x="5343" y="1054"/>
                </a:cubicBezTo>
                <a:cubicBezTo>
                  <a:pt x="5343" y="1178"/>
                  <a:pt x="5443" y="1279"/>
                  <a:pt x="5569" y="1279"/>
                </a:cubicBezTo>
                <a:cubicBezTo>
                  <a:pt x="5695" y="1279"/>
                  <a:pt x="5796" y="1177"/>
                  <a:pt x="5796" y="1054"/>
                </a:cubicBezTo>
                <a:cubicBezTo>
                  <a:pt x="5796" y="757"/>
                  <a:pt x="5607" y="531"/>
                  <a:pt x="5324" y="452"/>
                </a:cubicBezTo>
                <a:lnTo>
                  <a:pt x="5324" y="227"/>
                </a:lnTo>
                <a:cubicBezTo>
                  <a:pt x="5324" y="100"/>
                  <a:pt x="5224" y="1"/>
                  <a:pt x="5098" y="1"/>
                </a:cubicBezTo>
                <a:close/>
                <a:moveTo>
                  <a:pt x="3028" y="4242"/>
                </a:moveTo>
                <a:cubicBezTo>
                  <a:pt x="2951" y="4242"/>
                  <a:pt x="2887" y="4306"/>
                  <a:pt x="2887" y="4383"/>
                </a:cubicBezTo>
                <a:cubicBezTo>
                  <a:pt x="2887" y="4462"/>
                  <a:pt x="2951" y="4524"/>
                  <a:pt x="3028" y="4524"/>
                </a:cubicBezTo>
                <a:lnTo>
                  <a:pt x="7027" y="4524"/>
                </a:lnTo>
                <a:cubicBezTo>
                  <a:pt x="7104" y="4524"/>
                  <a:pt x="7167" y="4462"/>
                  <a:pt x="7167" y="4383"/>
                </a:cubicBezTo>
                <a:cubicBezTo>
                  <a:pt x="7167" y="4306"/>
                  <a:pt x="7104" y="4242"/>
                  <a:pt x="7027" y="4242"/>
                </a:cubicBezTo>
                <a:close/>
                <a:moveTo>
                  <a:pt x="3303" y="4949"/>
                </a:moveTo>
                <a:cubicBezTo>
                  <a:pt x="3226" y="4949"/>
                  <a:pt x="3162" y="5013"/>
                  <a:pt x="3162" y="5090"/>
                </a:cubicBezTo>
                <a:cubicBezTo>
                  <a:pt x="3162" y="5169"/>
                  <a:pt x="3226" y="5231"/>
                  <a:pt x="3303" y="5231"/>
                </a:cubicBezTo>
                <a:lnTo>
                  <a:pt x="6742" y="5231"/>
                </a:lnTo>
                <a:cubicBezTo>
                  <a:pt x="6821" y="5231"/>
                  <a:pt x="6883" y="5169"/>
                  <a:pt x="6883" y="5090"/>
                </a:cubicBezTo>
                <a:cubicBezTo>
                  <a:pt x="6883" y="5013"/>
                  <a:pt x="6821" y="4949"/>
                  <a:pt x="6742" y="4949"/>
                </a:cubicBezTo>
                <a:close/>
                <a:moveTo>
                  <a:pt x="3579" y="5657"/>
                </a:moveTo>
                <a:cubicBezTo>
                  <a:pt x="3502" y="5657"/>
                  <a:pt x="3438" y="5719"/>
                  <a:pt x="3438" y="5798"/>
                </a:cubicBezTo>
                <a:cubicBezTo>
                  <a:pt x="3438" y="5875"/>
                  <a:pt x="3502" y="5938"/>
                  <a:pt x="3579" y="5938"/>
                </a:cubicBezTo>
                <a:lnTo>
                  <a:pt x="6490" y="5938"/>
                </a:lnTo>
                <a:cubicBezTo>
                  <a:pt x="6568" y="5938"/>
                  <a:pt x="6631" y="5875"/>
                  <a:pt x="6631" y="5798"/>
                </a:cubicBezTo>
                <a:cubicBezTo>
                  <a:pt x="6631" y="5719"/>
                  <a:pt x="6568" y="5657"/>
                  <a:pt x="6490" y="5657"/>
                </a:cubicBezTo>
                <a:close/>
                <a:moveTo>
                  <a:pt x="354" y="2243"/>
                </a:moveTo>
                <a:cubicBezTo>
                  <a:pt x="158" y="2243"/>
                  <a:pt x="0" y="2401"/>
                  <a:pt x="0" y="2595"/>
                </a:cubicBezTo>
                <a:lnTo>
                  <a:pt x="0" y="3158"/>
                </a:lnTo>
                <a:cubicBezTo>
                  <a:pt x="0" y="3352"/>
                  <a:pt x="158" y="3511"/>
                  <a:pt x="354" y="3511"/>
                </a:cubicBezTo>
                <a:cubicBezTo>
                  <a:pt x="548" y="3511"/>
                  <a:pt x="706" y="3352"/>
                  <a:pt x="706" y="3158"/>
                </a:cubicBezTo>
                <a:lnTo>
                  <a:pt x="706" y="2949"/>
                </a:lnTo>
                <a:lnTo>
                  <a:pt x="1156" y="2949"/>
                </a:lnTo>
                <a:lnTo>
                  <a:pt x="2673" y="6854"/>
                </a:lnTo>
                <a:cubicBezTo>
                  <a:pt x="2725" y="6989"/>
                  <a:pt x="2857" y="7078"/>
                  <a:pt x="3001" y="7078"/>
                </a:cubicBezTo>
                <a:lnTo>
                  <a:pt x="7133" y="7078"/>
                </a:lnTo>
                <a:cubicBezTo>
                  <a:pt x="7278" y="7078"/>
                  <a:pt x="7409" y="6989"/>
                  <a:pt x="7461" y="6852"/>
                </a:cubicBezTo>
                <a:lnTo>
                  <a:pt x="8689" y="3649"/>
                </a:lnTo>
                <a:cubicBezTo>
                  <a:pt x="8732" y="3541"/>
                  <a:pt x="8717" y="3419"/>
                  <a:pt x="8652" y="3323"/>
                </a:cubicBezTo>
                <a:cubicBezTo>
                  <a:pt x="8588" y="3226"/>
                  <a:pt x="8478" y="3171"/>
                  <a:pt x="8361" y="3171"/>
                </a:cubicBezTo>
                <a:lnTo>
                  <a:pt x="2657" y="3171"/>
                </a:lnTo>
                <a:cubicBezTo>
                  <a:pt x="2462" y="3171"/>
                  <a:pt x="2303" y="3329"/>
                  <a:pt x="2303" y="3523"/>
                </a:cubicBezTo>
                <a:cubicBezTo>
                  <a:pt x="2303" y="3719"/>
                  <a:pt x="2462" y="3877"/>
                  <a:pt x="2657" y="3877"/>
                </a:cubicBezTo>
                <a:lnTo>
                  <a:pt x="7848" y="3877"/>
                </a:lnTo>
                <a:lnTo>
                  <a:pt x="6890" y="6373"/>
                </a:lnTo>
                <a:lnTo>
                  <a:pt x="3243" y="6373"/>
                </a:lnTo>
                <a:lnTo>
                  <a:pt x="1724" y="2467"/>
                </a:lnTo>
                <a:cubicBezTo>
                  <a:pt x="1672" y="2332"/>
                  <a:pt x="1542" y="2243"/>
                  <a:pt x="1396" y="2243"/>
                </a:cubicBezTo>
                <a:close/>
                <a:moveTo>
                  <a:pt x="3983" y="7709"/>
                </a:moveTo>
                <a:cubicBezTo>
                  <a:pt x="4235" y="7709"/>
                  <a:pt x="4440" y="7916"/>
                  <a:pt x="4440" y="8168"/>
                </a:cubicBezTo>
                <a:cubicBezTo>
                  <a:pt x="4440" y="8422"/>
                  <a:pt x="4234" y="8627"/>
                  <a:pt x="3983" y="8627"/>
                </a:cubicBezTo>
                <a:cubicBezTo>
                  <a:pt x="3731" y="8627"/>
                  <a:pt x="3524" y="8422"/>
                  <a:pt x="3524" y="8168"/>
                </a:cubicBezTo>
                <a:cubicBezTo>
                  <a:pt x="3524" y="7916"/>
                  <a:pt x="3728" y="7709"/>
                  <a:pt x="3983" y="7709"/>
                </a:cubicBezTo>
                <a:close/>
                <a:moveTo>
                  <a:pt x="6152" y="7709"/>
                </a:moveTo>
                <a:cubicBezTo>
                  <a:pt x="6405" y="7709"/>
                  <a:pt x="6610" y="7916"/>
                  <a:pt x="6610" y="8168"/>
                </a:cubicBezTo>
                <a:cubicBezTo>
                  <a:pt x="6610" y="8422"/>
                  <a:pt x="6405" y="8627"/>
                  <a:pt x="6152" y="8627"/>
                </a:cubicBezTo>
                <a:cubicBezTo>
                  <a:pt x="5900" y="8627"/>
                  <a:pt x="5694" y="8422"/>
                  <a:pt x="5694" y="8168"/>
                </a:cubicBezTo>
                <a:cubicBezTo>
                  <a:pt x="5694" y="7916"/>
                  <a:pt x="5899" y="7709"/>
                  <a:pt x="6152" y="7709"/>
                </a:cubicBezTo>
                <a:close/>
                <a:moveTo>
                  <a:pt x="3986" y="7258"/>
                </a:moveTo>
                <a:cubicBezTo>
                  <a:pt x="3985" y="7258"/>
                  <a:pt x="3984" y="7258"/>
                  <a:pt x="3983" y="7258"/>
                </a:cubicBezTo>
                <a:cubicBezTo>
                  <a:pt x="3480" y="7258"/>
                  <a:pt x="3071" y="7666"/>
                  <a:pt x="3071" y="8168"/>
                </a:cubicBezTo>
                <a:cubicBezTo>
                  <a:pt x="3071" y="8672"/>
                  <a:pt x="3480" y="9080"/>
                  <a:pt x="3983" y="9080"/>
                </a:cubicBezTo>
                <a:cubicBezTo>
                  <a:pt x="4483" y="9080"/>
                  <a:pt x="4892" y="8669"/>
                  <a:pt x="4892" y="8168"/>
                </a:cubicBezTo>
                <a:cubicBezTo>
                  <a:pt x="4892" y="7666"/>
                  <a:pt x="4485" y="7258"/>
                  <a:pt x="3986" y="7258"/>
                </a:cubicBezTo>
                <a:close/>
                <a:moveTo>
                  <a:pt x="6151" y="7258"/>
                </a:moveTo>
                <a:cubicBezTo>
                  <a:pt x="5648" y="7258"/>
                  <a:pt x="5239" y="7666"/>
                  <a:pt x="5239" y="8168"/>
                </a:cubicBezTo>
                <a:cubicBezTo>
                  <a:pt x="5239" y="8672"/>
                  <a:pt x="5648" y="9080"/>
                  <a:pt x="6151" y="9080"/>
                </a:cubicBezTo>
                <a:cubicBezTo>
                  <a:pt x="6653" y="9080"/>
                  <a:pt x="7061" y="8669"/>
                  <a:pt x="7061" y="8168"/>
                </a:cubicBezTo>
                <a:cubicBezTo>
                  <a:pt x="7061" y="7665"/>
                  <a:pt x="6653" y="7258"/>
                  <a:pt x="6151" y="7258"/>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11" name="Google Shape;3411;p98"/>
          <p:cNvSpPr txBox="1"/>
          <p:nvPr/>
        </p:nvSpPr>
        <p:spPr>
          <a:xfrm>
            <a:off x="4339866" y="2157573"/>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Pricing</a:t>
            </a:r>
            <a:endParaRPr sz="1800">
              <a:solidFill>
                <a:srgbClr val="252525"/>
              </a:solidFill>
              <a:latin typeface="Arial"/>
              <a:ea typeface="Arial"/>
              <a:cs typeface="Arial"/>
              <a:sym typeface="Arial"/>
            </a:endParaRPr>
          </a:p>
        </p:txBody>
      </p:sp>
      <p:sp>
        <p:nvSpPr>
          <p:cNvPr id="3412" name="Google Shape;3412;p98"/>
          <p:cNvSpPr/>
          <p:nvPr/>
        </p:nvSpPr>
        <p:spPr>
          <a:xfrm>
            <a:off x="6837435" y="1039087"/>
            <a:ext cx="201137" cy="213765"/>
          </a:xfrm>
          <a:custGeom>
            <a:rect b="b" l="l" r="r" t="t"/>
            <a:pathLst>
              <a:path extrusionOk="0" h="8566" w="8060">
                <a:moveTo>
                  <a:pt x="7210" y="2090"/>
                </a:moveTo>
                <a:lnTo>
                  <a:pt x="7608" y="2754"/>
                </a:lnTo>
                <a:lnTo>
                  <a:pt x="7608" y="2925"/>
                </a:lnTo>
                <a:lnTo>
                  <a:pt x="7595" y="2925"/>
                </a:lnTo>
                <a:cubicBezTo>
                  <a:pt x="7417" y="2925"/>
                  <a:pt x="7210" y="2832"/>
                  <a:pt x="7210" y="2714"/>
                </a:cubicBezTo>
                <a:lnTo>
                  <a:pt x="7210" y="2090"/>
                </a:lnTo>
                <a:close/>
                <a:moveTo>
                  <a:pt x="4889" y="1529"/>
                </a:moveTo>
                <a:lnTo>
                  <a:pt x="4889" y="3058"/>
                </a:lnTo>
                <a:lnTo>
                  <a:pt x="2346" y="3058"/>
                </a:lnTo>
                <a:lnTo>
                  <a:pt x="2346" y="1529"/>
                </a:lnTo>
                <a:close/>
                <a:moveTo>
                  <a:pt x="2120" y="1077"/>
                </a:moveTo>
                <a:cubicBezTo>
                  <a:pt x="1995" y="1077"/>
                  <a:pt x="1893" y="1180"/>
                  <a:pt x="1893" y="1304"/>
                </a:cubicBezTo>
                <a:lnTo>
                  <a:pt x="1893" y="3287"/>
                </a:lnTo>
                <a:cubicBezTo>
                  <a:pt x="1893" y="3412"/>
                  <a:pt x="1995" y="3513"/>
                  <a:pt x="2120" y="3513"/>
                </a:cubicBezTo>
                <a:lnTo>
                  <a:pt x="5115" y="3513"/>
                </a:lnTo>
                <a:cubicBezTo>
                  <a:pt x="5240" y="3513"/>
                  <a:pt x="5341" y="3412"/>
                  <a:pt x="5341" y="3287"/>
                </a:cubicBezTo>
                <a:lnTo>
                  <a:pt x="5341" y="1304"/>
                </a:lnTo>
                <a:cubicBezTo>
                  <a:pt x="5342" y="1180"/>
                  <a:pt x="5241" y="1077"/>
                  <a:pt x="5115" y="1077"/>
                </a:cubicBezTo>
                <a:close/>
                <a:moveTo>
                  <a:pt x="5663" y="709"/>
                </a:moveTo>
                <a:lnTo>
                  <a:pt x="5663" y="7362"/>
                </a:lnTo>
                <a:lnTo>
                  <a:pt x="1559" y="7362"/>
                </a:lnTo>
                <a:lnTo>
                  <a:pt x="1559" y="709"/>
                </a:lnTo>
                <a:close/>
                <a:moveTo>
                  <a:pt x="1202" y="1"/>
                </a:moveTo>
                <a:cubicBezTo>
                  <a:pt x="1008" y="1"/>
                  <a:pt x="847" y="160"/>
                  <a:pt x="847" y="356"/>
                </a:cubicBezTo>
                <a:lnTo>
                  <a:pt x="847" y="7362"/>
                </a:lnTo>
                <a:lnTo>
                  <a:pt x="356" y="7362"/>
                </a:lnTo>
                <a:cubicBezTo>
                  <a:pt x="161" y="7362"/>
                  <a:pt x="1" y="7519"/>
                  <a:pt x="1" y="7715"/>
                </a:cubicBezTo>
                <a:lnTo>
                  <a:pt x="1" y="8211"/>
                </a:lnTo>
                <a:cubicBezTo>
                  <a:pt x="1" y="8405"/>
                  <a:pt x="158" y="8566"/>
                  <a:pt x="356" y="8566"/>
                </a:cubicBezTo>
                <a:lnTo>
                  <a:pt x="6867" y="8566"/>
                </a:lnTo>
                <a:cubicBezTo>
                  <a:pt x="7062" y="8566"/>
                  <a:pt x="7222" y="8408"/>
                  <a:pt x="7222" y="8211"/>
                </a:cubicBezTo>
                <a:lnTo>
                  <a:pt x="7222" y="7715"/>
                </a:lnTo>
                <a:cubicBezTo>
                  <a:pt x="7222" y="7520"/>
                  <a:pt x="7065" y="7362"/>
                  <a:pt x="6867" y="7362"/>
                </a:cubicBezTo>
                <a:lnTo>
                  <a:pt x="6370" y="7362"/>
                </a:lnTo>
                <a:lnTo>
                  <a:pt x="6370" y="3943"/>
                </a:lnTo>
                <a:lnTo>
                  <a:pt x="6538" y="3943"/>
                </a:lnTo>
                <a:cubicBezTo>
                  <a:pt x="6564" y="3943"/>
                  <a:pt x="6585" y="3946"/>
                  <a:pt x="6598" y="3948"/>
                </a:cubicBezTo>
                <a:lnTo>
                  <a:pt x="6598" y="5434"/>
                </a:lnTo>
                <a:cubicBezTo>
                  <a:pt x="6598" y="5837"/>
                  <a:pt x="6927" y="6165"/>
                  <a:pt x="7329" y="6165"/>
                </a:cubicBezTo>
                <a:cubicBezTo>
                  <a:pt x="7732" y="6165"/>
                  <a:pt x="8060" y="5837"/>
                  <a:pt x="8060" y="5434"/>
                </a:cubicBezTo>
                <a:lnTo>
                  <a:pt x="8060" y="2691"/>
                </a:lnTo>
                <a:cubicBezTo>
                  <a:pt x="8060" y="2650"/>
                  <a:pt x="8048" y="2610"/>
                  <a:pt x="8027" y="2574"/>
                </a:cubicBezTo>
                <a:lnTo>
                  <a:pt x="7458" y="1618"/>
                </a:lnTo>
                <a:cubicBezTo>
                  <a:pt x="7417" y="1549"/>
                  <a:pt x="7342" y="1508"/>
                  <a:pt x="7262" y="1508"/>
                </a:cubicBezTo>
                <a:lnTo>
                  <a:pt x="6607" y="1508"/>
                </a:lnTo>
                <a:cubicBezTo>
                  <a:pt x="6483" y="1508"/>
                  <a:pt x="6382" y="1610"/>
                  <a:pt x="6382" y="1735"/>
                </a:cubicBezTo>
                <a:cubicBezTo>
                  <a:pt x="6382" y="1858"/>
                  <a:pt x="6483" y="1961"/>
                  <a:pt x="6607" y="1961"/>
                </a:cubicBezTo>
                <a:lnTo>
                  <a:pt x="6756" y="1961"/>
                </a:lnTo>
                <a:lnTo>
                  <a:pt x="6756" y="2712"/>
                </a:lnTo>
                <a:cubicBezTo>
                  <a:pt x="6756" y="3128"/>
                  <a:pt x="7181" y="3377"/>
                  <a:pt x="7593" y="3377"/>
                </a:cubicBezTo>
                <a:lnTo>
                  <a:pt x="7604" y="3377"/>
                </a:lnTo>
                <a:lnTo>
                  <a:pt x="7604" y="5434"/>
                </a:lnTo>
                <a:cubicBezTo>
                  <a:pt x="7604" y="5589"/>
                  <a:pt x="7481" y="5713"/>
                  <a:pt x="7328" y="5713"/>
                </a:cubicBezTo>
                <a:cubicBezTo>
                  <a:pt x="7173" y="5713"/>
                  <a:pt x="7050" y="5589"/>
                  <a:pt x="7050" y="5434"/>
                </a:cubicBezTo>
                <a:lnTo>
                  <a:pt x="7050" y="3943"/>
                </a:lnTo>
                <a:cubicBezTo>
                  <a:pt x="7050" y="3808"/>
                  <a:pt x="6999" y="3490"/>
                  <a:pt x="6535" y="3490"/>
                </a:cubicBezTo>
                <a:lnTo>
                  <a:pt x="6368" y="3490"/>
                </a:lnTo>
                <a:lnTo>
                  <a:pt x="6368" y="356"/>
                </a:lnTo>
                <a:cubicBezTo>
                  <a:pt x="6368" y="161"/>
                  <a:pt x="6211" y="1"/>
                  <a:pt x="6013"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13" name="Google Shape;3413;p98"/>
          <p:cNvSpPr/>
          <p:nvPr/>
        </p:nvSpPr>
        <p:spPr>
          <a:xfrm>
            <a:off x="7617816" y="1033311"/>
            <a:ext cx="224770" cy="225319"/>
          </a:xfrm>
          <a:custGeom>
            <a:rect b="b" l="l" r="r" t="t"/>
            <a:pathLst>
              <a:path extrusionOk="0" h="9029" w="9007">
                <a:moveTo>
                  <a:pt x="4611" y="1026"/>
                </a:moveTo>
                <a:lnTo>
                  <a:pt x="5792" y="1908"/>
                </a:lnTo>
                <a:cubicBezTo>
                  <a:pt x="5851" y="1953"/>
                  <a:pt x="5922" y="1975"/>
                  <a:pt x="5994" y="1975"/>
                </a:cubicBezTo>
                <a:cubicBezTo>
                  <a:pt x="6031" y="1975"/>
                  <a:pt x="6068" y="1969"/>
                  <a:pt x="6104" y="1957"/>
                </a:cubicBezTo>
                <a:lnTo>
                  <a:pt x="7500" y="1484"/>
                </a:lnTo>
                <a:lnTo>
                  <a:pt x="7026" y="2880"/>
                </a:lnTo>
                <a:cubicBezTo>
                  <a:pt x="6992" y="2987"/>
                  <a:pt x="7010" y="3102"/>
                  <a:pt x="7076" y="3191"/>
                </a:cubicBezTo>
                <a:lnTo>
                  <a:pt x="7958" y="4375"/>
                </a:lnTo>
                <a:lnTo>
                  <a:pt x="6487" y="4354"/>
                </a:lnTo>
                <a:cubicBezTo>
                  <a:pt x="6477" y="4353"/>
                  <a:pt x="6468" y="4352"/>
                  <a:pt x="6458" y="4352"/>
                </a:cubicBezTo>
                <a:cubicBezTo>
                  <a:pt x="6358" y="4352"/>
                  <a:pt x="6263" y="4414"/>
                  <a:pt x="6205" y="4497"/>
                </a:cubicBezTo>
                <a:lnTo>
                  <a:pt x="5352" y="5700"/>
                </a:lnTo>
                <a:lnTo>
                  <a:pt x="4914" y="4293"/>
                </a:lnTo>
                <a:cubicBezTo>
                  <a:pt x="4880" y="4185"/>
                  <a:pt x="4797" y="4102"/>
                  <a:pt x="4692" y="4071"/>
                </a:cubicBezTo>
                <a:lnTo>
                  <a:pt x="3284" y="3632"/>
                </a:lnTo>
                <a:lnTo>
                  <a:pt x="4487" y="2782"/>
                </a:lnTo>
                <a:cubicBezTo>
                  <a:pt x="4579" y="2716"/>
                  <a:pt x="4632" y="2611"/>
                  <a:pt x="4631" y="2499"/>
                </a:cubicBezTo>
                <a:lnTo>
                  <a:pt x="4611" y="1026"/>
                </a:lnTo>
                <a:close/>
                <a:moveTo>
                  <a:pt x="4268" y="1"/>
                </a:moveTo>
                <a:cubicBezTo>
                  <a:pt x="4215" y="1"/>
                  <a:pt x="4161" y="14"/>
                  <a:pt x="4112" y="39"/>
                </a:cubicBezTo>
                <a:cubicBezTo>
                  <a:pt x="3997" y="98"/>
                  <a:pt x="3925" y="217"/>
                  <a:pt x="3927" y="345"/>
                </a:cubicBezTo>
                <a:lnTo>
                  <a:pt x="3952" y="2329"/>
                </a:lnTo>
                <a:lnTo>
                  <a:pt x="2332" y="3475"/>
                </a:lnTo>
                <a:cubicBezTo>
                  <a:pt x="2227" y="3549"/>
                  <a:pt x="2172" y="3677"/>
                  <a:pt x="2192" y="3805"/>
                </a:cubicBezTo>
                <a:cubicBezTo>
                  <a:pt x="2213" y="3932"/>
                  <a:pt x="2304" y="4036"/>
                  <a:pt x="2427" y="4076"/>
                </a:cubicBezTo>
                <a:lnTo>
                  <a:pt x="4322" y="4665"/>
                </a:lnTo>
                <a:lnTo>
                  <a:pt x="4910" y="6559"/>
                </a:lnTo>
                <a:cubicBezTo>
                  <a:pt x="4950" y="6684"/>
                  <a:pt x="5054" y="6775"/>
                  <a:pt x="5182" y="6794"/>
                </a:cubicBezTo>
                <a:cubicBezTo>
                  <a:pt x="5199" y="6797"/>
                  <a:pt x="5217" y="6797"/>
                  <a:pt x="5235" y="6797"/>
                </a:cubicBezTo>
                <a:cubicBezTo>
                  <a:pt x="5345" y="6797"/>
                  <a:pt x="5449" y="6745"/>
                  <a:pt x="5511" y="6654"/>
                </a:cubicBezTo>
                <a:lnTo>
                  <a:pt x="6658" y="5036"/>
                </a:lnTo>
                <a:lnTo>
                  <a:pt x="8642" y="5061"/>
                </a:lnTo>
                <a:cubicBezTo>
                  <a:pt x="8650" y="5062"/>
                  <a:pt x="8659" y="5062"/>
                  <a:pt x="8668" y="5062"/>
                </a:cubicBezTo>
                <a:cubicBezTo>
                  <a:pt x="8782" y="5062"/>
                  <a:pt x="8894" y="4983"/>
                  <a:pt x="8947" y="4875"/>
                </a:cubicBezTo>
                <a:cubicBezTo>
                  <a:pt x="9007" y="4761"/>
                  <a:pt x="8993" y="4621"/>
                  <a:pt x="8918" y="4517"/>
                </a:cubicBezTo>
                <a:lnTo>
                  <a:pt x="7731" y="2927"/>
                </a:lnTo>
                <a:lnTo>
                  <a:pt x="8368" y="1049"/>
                </a:lnTo>
                <a:cubicBezTo>
                  <a:pt x="8410" y="925"/>
                  <a:pt x="8377" y="790"/>
                  <a:pt x="8287" y="700"/>
                </a:cubicBezTo>
                <a:cubicBezTo>
                  <a:pt x="8222" y="635"/>
                  <a:pt x="8135" y="600"/>
                  <a:pt x="8046" y="600"/>
                </a:cubicBezTo>
                <a:cubicBezTo>
                  <a:pt x="8010" y="600"/>
                  <a:pt x="7973" y="606"/>
                  <a:pt x="7938" y="618"/>
                </a:cubicBezTo>
                <a:lnTo>
                  <a:pt x="6059" y="1255"/>
                </a:lnTo>
                <a:lnTo>
                  <a:pt x="4470" y="69"/>
                </a:lnTo>
                <a:cubicBezTo>
                  <a:pt x="4411" y="24"/>
                  <a:pt x="4340" y="1"/>
                  <a:pt x="4268" y="1"/>
                </a:cubicBezTo>
                <a:close/>
                <a:moveTo>
                  <a:pt x="3823" y="4886"/>
                </a:moveTo>
                <a:cubicBezTo>
                  <a:pt x="3732" y="4886"/>
                  <a:pt x="3642" y="4921"/>
                  <a:pt x="3572" y="4990"/>
                </a:cubicBezTo>
                <a:lnTo>
                  <a:pt x="137" y="8423"/>
                </a:lnTo>
                <a:cubicBezTo>
                  <a:pt x="1" y="8562"/>
                  <a:pt x="1" y="8787"/>
                  <a:pt x="137" y="8925"/>
                </a:cubicBezTo>
                <a:cubicBezTo>
                  <a:pt x="207" y="8993"/>
                  <a:pt x="298" y="9029"/>
                  <a:pt x="388" y="9029"/>
                </a:cubicBezTo>
                <a:cubicBezTo>
                  <a:pt x="479" y="9029"/>
                  <a:pt x="571" y="8993"/>
                  <a:pt x="639" y="8925"/>
                </a:cubicBezTo>
                <a:lnTo>
                  <a:pt x="4074" y="5490"/>
                </a:lnTo>
                <a:cubicBezTo>
                  <a:pt x="4210" y="5351"/>
                  <a:pt x="4210" y="5126"/>
                  <a:pt x="4074" y="4990"/>
                </a:cubicBezTo>
                <a:cubicBezTo>
                  <a:pt x="4004" y="4921"/>
                  <a:pt x="3913" y="4886"/>
                  <a:pt x="3823" y="4886"/>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14" name="Google Shape;3414;p98"/>
          <p:cNvSpPr txBox="1"/>
          <p:nvPr/>
        </p:nvSpPr>
        <p:spPr>
          <a:xfrm>
            <a:off x="6705646" y="1382115"/>
            <a:ext cx="4647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Self Service</a:t>
            </a:r>
            <a:endParaRPr sz="1800">
              <a:solidFill>
                <a:srgbClr val="252525"/>
              </a:solidFill>
              <a:latin typeface="Arial"/>
              <a:ea typeface="Arial"/>
              <a:cs typeface="Arial"/>
              <a:sym typeface="Arial"/>
            </a:endParaRPr>
          </a:p>
        </p:txBody>
      </p:sp>
      <p:sp>
        <p:nvSpPr>
          <p:cNvPr id="3415" name="Google Shape;3415;p98"/>
          <p:cNvSpPr txBox="1"/>
          <p:nvPr/>
        </p:nvSpPr>
        <p:spPr>
          <a:xfrm>
            <a:off x="7563751" y="1382115"/>
            <a:ext cx="333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Easily On-Board</a:t>
            </a:r>
            <a:endParaRPr sz="1800">
              <a:solidFill>
                <a:srgbClr val="252525"/>
              </a:solidFill>
              <a:latin typeface="Arial"/>
              <a:ea typeface="Arial"/>
              <a:cs typeface="Arial"/>
              <a:sym typeface="Arial"/>
            </a:endParaRPr>
          </a:p>
        </p:txBody>
      </p:sp>
      <p:sp>
        <p:nvSpPr>
          <p:cNvPr id="3416" name="Google Shape;3416;p98"/>
          <p:cNvSpPr/>
          <p:nvPr/>
        </p:nvSpPr>
        <p:spPr>
          <a:xfrm>
            <a:off x="8393491" y="1023622"/>
            <a:ext cx="257834" cy="244712"/>
          </a:xfrm>
          <a:custGeom>
            <a:rect b="b" l="l" r="r" t="t"/>
            <a:pathLst>
              <a:path extrusionOk="0" h="8914" w="9392">
                <a:moveTo>
                  <a:pt x="8004" y="699"/>
                </a:moveTo>
                <a:cubicBezTo>
                  <a:pt x="8087" y="699"/>
                  <a:pt x="8149" y="711"/>
                  <a:pt x="8187" y="733"/>
                </a:cubicBezTo>
                <a:cubicBezTo>
                  <a:pt x="8274" y="873"/>
                  <a:pt x="8194" y="1385"/>
                  <a:pt x="7912" y="2058"/>
                </a:cubicBezTo>
                <a:cubicBezTo>
                  <a:pt x="7473" y="1810"/>
                  <a:pt x="7106" y="1443"/>
                  <a:pt x="6859" y="1004"/>
                </a:cubicBezTo>
                <a:cubicBezTo>
                  <a:pt x="7358" y="794"/>
                  <a:pt x="7767" y="699"/>
                  <a:pt x="8004" y="699"/>
                </a:cubicBezTo>
                <a:close/>
                <a:moveTo>
                  <a:pt x="5829" y="2668"/>
                </a:moveTo>
                <a:cubicBezTo>
                  <a:pt x="6063" y="2668"/>
                  <a:pt x="6255" y="2860"/>
                  <a:pt x="6255" y="3093"/>
                </a:cubicBezTo>
                <a:cubicBezTo>
                  <a:pt x="6255" y="3327"/>
                  <a:pt x="6065" y="3518"/>
                  <a:pt x="5829" y="3518"/>
                </a:cubicBezTo>
                <a:cubicBezTo>
                  <a:pt x="5596" y="3518"/>
                  <a:pt x="5404" y="3327"/>
                  <a:pt x="5404" y="3093"/>
                </a:cubicBezTo>
                <a:cubicBezTo>
                  <a:pt x="5404" y="2860"/>
                  <a:pt x="5596" y="2668"/>
                  <a:pt x="5829" y="2668"/>
                </a:cubicBezTo>
                <a:close/>
                <a:moveTo>
                  <a:pt x="5829" y="2214"/>
                </a:moveTo>
                <a:cubicBezTo>
                  <a:pt x="5345" y="2214"/>
                  <a:pt x="4951" y="2607"/>
                  <a:pt x="4951" y="3091"/>
                </a:cubicBezTo>
                <a:cubicBezTo>
                  <a:pt x="4951" y="3575"/>
                  <a:pt x="5345" y="3969"/>
                  <a:pt x="5829" y="3969"/>
                </a:cubicBezTo>
                <a:cubicBezTo>
                  <a:pt x="5830" y="3969"/>
                  <a:pt x="5831" y="3969"/>
                  <a:pt x="5831" y="3969"/>
                </a:cubicBezTo>
                <a:cubicBezTo>
                  <a:pt x="6316" y="3969"/>
                  <a:pt x="6708" y="3575"/>
                  <a:pt x="6708" y="3091"/>
                </a:cubicBezTo>
                <a:cubicBezTo>
                  <a:pt x="6708" y="2607"/>
                  <a:pt x="6314" y="2214"/>
                  <a:pt x="5829" y="2214"/>
                </a:cubicBezTo>
                <a:close/>
                <a:moveTo>
                  <a:pt x="2951" y="3332"/>
                </a:moveTo>
                <a:lnTo>
                  <a:pt x="2951" y="3332"/>
                </a:lnTo>
                <a:cubicBezTo>
                  <a:pt x="2641" y="3782"/>
                  <a:pt x="2375" y="4244"/>
                  <a:pt x="2156" y="4683"/>
                </a:cubicBezTo>
                <a:lnTo>
                  <a:pt x="1225" y="4541"/>
                </a:lnTo>
                <a:lnTo>
                  <a:pt x="2232" y="3535"/>
                </a:lnTo>
                <a:lnTo>
                  <a:pt x="2951" y="3332"/>
                </a:lnTo>
                <a:close/>
                <a:moveTo>
                  <a:pt x="6448" y="1194"/>
                </a:moveTo>
                <a:cubicBezTo>
                  <a:pt x="6740" y="1733"/>
                  <a:pt x="7184" y="2178"/>
                  <a:pt x="7722" y="2471"/>
                </a:cubicBezTo>
                <a:cubicBezTo>
                  <a:pt x="7400" y="3115"/>
                  <a:pt x="6911" y="3852"/>
                  <a:pt x="6227" y="4538"/>
                </a:cubicBezTo>
                <a:cubicBezTo>
                  <a:pt x="5328" y="5436"/>
                  <a:pt x="4103" y="6104"/>
                  <a:pt x="3181" y="6464"/>
                </a:cubicBezTo>
                <a:lnTo>
                  <a:pt x="2981" y="6263"/>
                </a:lnTo>
                <a:lnTo>
                  <a:pt x="5077" y="4166"/>
                </a:lnTo>
                <a:cubicBezTo>
                  <a:pt x="5166" y="4077"/>
                  <a:pt x="5166" y="3933"/>
                  <a:pt x="5077" y="3844"/>
                </a:cubicBezTo>
                <a:cubicBezTo>
                  <a:pt x="5033" y="3800"/>
                  <a:pt x="4975" y="3777"/>
                  <a:pt x="4917" y="3777"/>
                </a:cubicBezTo>
                <a:cubicBezTo>
                  <a:pt x="4859" y="3777"/>
                  <a:pt x="4801" y="3800"/>
                  <a:pt x="4757" y="3844"/>
                </a:cubicBezTo>
                <a:lnTo>
                  <a:pt x="2658" y="5942"/>
                </a:lnTo>
                <a:lnTo>
                  <a:pt x="2458" y="5742"/>
                </a:lnTo>
                <a:cubicBezTo>
                  <a:pt x="2817" y="4820"/>
                  <a:pt x="3487" y="3592"/>
                  <a:pt x="4385" y="2693"/>
                </a:cubicBezTo>
                <a:cubicBezTo>
                  <a:pt x="5076" y="2003"/>
                  <a:pt x="5809" y="1516"/>
                  <a:pt x="6448" y="1194"/>
                </a:cubicBezTo>
                <a:close/>
                <a:moveTo>
                  <a:pt x="5587" y="5974"/>
                </a:moveTo>
                <a:lnTo>
                  <a:pt x="5383" y="6691"/>
                </a:lnTo>
                <a:lnTo>
                  <a:pt x="4378" y="7696"/>
                </a:lnTo>
                <a:lnTo>
                  <a:pt x="4235" y="6767"/>
                </a:lnTo>
                <a:cubicBezTo>
                  <a:pt x="4675" y="6550"/>
                  <a:pt x="5137" y="6284"/>
                  <a:pt x="5587" y="5974"/>
                </a:cubicBezTo>
                <a:close/>
                <a:moveTo>
                  <a:pt x="1466" y="6715"/>
                </a:moveTo>
                <a:cubicBezTo>
                  <a:pt x="1490" y="6715"/>
                  <a:pt x="1515" y="6716"/>
                  <a:pt x="1543" y="6722"/>
                </a:cubicBezTo>
                <a:cubicBezTo>
                  <a:pt x="1637" y="6738"/>
                  <a:pt x="1735" y="6784"/>
                  <a:pt x="1827" y="6851"/>
                </a:cubicBezTo>
                <a:cubicBezTo>
                  <a:pt x="1819" y="6917"/>
                  <a:pt x="1839" y="6983"/>
                  <a:pt x="1889" y="7034"/>
                </a:cubicBezTo>
                <a:cubicBezTo>
                  <a:pt x="1934" y="7078"/>
                  <a:pt x="1990" y="7101"/>
                  <a:pt x="2048" y="7101"/>
                </a:cubicBezTo>
                <a:cubicBezTo>
                  <a:pt x="2055" y="7101"/>
                  <a:pt x="2063" y="7096"/>
                  <a:pt x="2070" y="7096"/>
                </a:cubicBezTo>
                <a:cubicBezTo>
                  <a:pt x="2210" y="7292"/>
                  <a:pt x="2277" y="7534"/>
                  <a:pt x="2093" y="7718"/>
                </a:cubicBezTo>
                <a:cubicBezTo>
                  <a:pt x="1800" y="8012"/>
                  <a:pt x="1052" y="8252"/>
                  <a:pt x="547" y="8381"/>
                </a:cubicBezTo>
                <a:cubicBezTo>
                  <a:pt x="688" y="7861"/>
                  <a:pt x="942" y="7092"/>
                  <a:pt x="1203" y="6827"/>
                </a:cubicBezTo>
                <a:cubicBezTo>
                  <a:pt x="1280" y="6752"/>
                  <a:pt x="1365" y="6715"/>
                  <a:pt x="1466" y="6715"/>
                </a:cubicBezTo>
                <a:close/>
                <a:moveTo>
                  <a:pt x="8001" y="0"/>
                </a:moveTo>
                <a:cubicBezTo>
                  <a:pt x="7525" y="0"/>
                  <a:pt x="6969" y="193"/>
                  <a:pt x="6599" y="347"/>
                </a:cubicBezTo>
                <a:cubicBezTo>
                  <a:pt x="5649" y="745"/>
                  <a:pt x="4660" y="1419"/>
                  <a:pt x="3883" y="2194"/>
                </a:cubicBezTo>
                <a:cubicBezTo>
                  <a:pt x="3823" y="2255"/>
                  <a:pt x="3768" y="2321"/>
                  <a:pt x="3710" y="2385"/>
                </a:cubicBezTo>
                <a:lnTo>
                  <a:pt x="1952" y="2879"/>
                </a:lnTo>
                <a:cubicBezTo>
                  <a:pt x="1894" y="2897"/>
                  <a:pt x="1840" y="2928"/>
                  <a:pt x="1797" y="2971"/>
                </a:cubicBezTo>
                <a:lnTo>
                  <a:pt x="233" y="4535"/>
                </a:lnTo>
                <a:cubicBezTo>
                  <a:pt x="138" y="4630"/>
                  <a:pt x="104" y="4769"/>
                  <a:pt x="147" y="4896"/>
                </a:cubicBezTo>
                <a:cubicBezTo>
                  <a:pt x="187" y="5022"/>
                  <a:pt x="297" y="5114"/>
                  <a:pt x="429" y="5135"/>
                </a:cubicBezTo>
                <a:lnTo>
                  <a:pt x="1854" y="5353"/>
                </a:lnTo>
                <a:cubicBezTo>
                  <a:pt x="1803" y="5478"/>
                  <a:pt x="1754" y="5598"/>
                  <a:pt x="1714" y="5712"/>
                </a:cubicBezTo>
                <a:cubicBezTo>
                  <a:pt x="1668" y="5840"/>
                  <a:pt x="1701" y="5984"/>
                  <a:pt x="1797" y="6081"/>
                </a:cubicBezTo>
                <a:lnTo>
                  <a:pt x="2159" y="6443"/>
                </a:lnTo>
                <a:lnTo>
                  <a:pt x="2106" y="6496"/>
                </a:lnTo>
                <a:cubicBezTo>
                  <a:pt x="1952" y="6383"/>
                  <a:pt x="1785" y="6308"/>
                  <a:pt x="1620" y="6278"/>
                </a:cubicBezTo>
                <a:cubicBezTo>
                  <a:pt x="1568" y="6269"/>
                  <a:pt x="1516" y="6264"/>
                  <a:pt x="1465" y="6264"/>
                </a:cubicBezTo>
                <a:cubicBezTo>
                  <a:pt x="1247" y="6264"/>
                  <a:pt x="1045" y="6348"/>
                  <a:pt x="884" y="6510"/>
                </a:cubicBezTo>
                <a:cubicBezTo>
                  <a:pt x="398" y="6997"/>
                  <a:pt x="54" y="8470"/>
                  <a:pt x="17" y="8638"/>
                </a:cubicBezTo>
                <a:cubicBezTo>
                  <a:pt x="0" y="8712"/>
                  <a:pt x="23" y="8789"/>
                  <a:pt x="76" y="8846"/>
                </a:cubicBezTo>
                <a:cubicBezTo>
                  <a:pt x="119" y="8890"/>
                  <a:pt x="179" y="8914"/>
                  <a:pt x="238" y="8914"/>
                </a:cubicBezTo>
                <a:cubicBezTo>
                  <a:pt x="253" y="8914"/>
                  <a:pt x="268" y="8912"/>
                  <a:pt x="282" y="8909"/>
                </a:cubicBezTo>
                <a:cubicBezTo>
                  <a:pt x="444" y="8878"/>
                  <a:pt x="1876" y="8581"/>
                  <a:pt x="2415" y="8041"/>
                </a:cubicBezTo>
                <a:cubicBezTo>
                  <a:pt x="2740" y="7717"/>
                  <a:pt x="2739" y="7234"/>
                  <a:pt x="2428" y="6816"/>
                </a:cubicBezTo>
                <a:lnTo>
                  <a:pt x="2480" y="6764"/>
                </a:lnTo>
                <a:lnTo>
                  <a:pt x="2843" y="7126"/>
                </a:lnTo>
                <a:cubicBezTo>
                  <a:pt x="2909" y="7193"/>
                  <a:pt x="3000" y="7230"/>
                  <a:pt x="3093" y="7230"/>
                </a:cubicBezTo>
                <a:cubicBezTo>
                  <a:pt x="3132" y="7230"/>
                  <a:pt x="3172" y="7222"/>
                  <a:pt x="3212" y="7209"/>
                </a:cubicBezTo>
                <a:cubicBezTo>
                  <a:pt x="3325" y="7169"/>
                  <a:pt x="3445" y="7123"/>
                  <a:pt x="3569" y="7072"/>
                </a:cubicBezTo>
                <a:lnTo>
                  <a:pt x="3787" y="8497"/>
                </a:lnTo>
                <a:cubicBezTo>
                  <a:pt x="3808" y="8627"/>
                  <a:pt x="3900" y="8737"/>
                  <a:pt x="4026" y="8779"/>
                </a:cubicBezTo>
                <a:cubicBezTo>
                  <a:pt x="4062" y="8789"/>
                  <a:pt x="4099" y="8795"/>
                  <a:pt x="4136" y="8795"/>
                </a:cubicBezTo>
                <a:cubicBezTo>
                  <a:pt x="4229" y="8795"/>
                  <a:pt x="4320" y="8758"/>
                  <a:pt x="4387" y="8691"/>
                </a:cubicBezTo>
                <a:lnTo>
                  <a:pt x="5952" y="7126"/>
                </a:lnTo>
                <a:cubicBezTo>
                  <a:pt x="5994" y="7083"/>
                  <a:pt x="6026" y="7029"/>
                  <a:pt x="6043" y="6972"/>
                </a:cubicBezTo>
                <a:lnTo>
                  <a:pt x="6536" y="5218"/>
                </a:lnTo>
                <a:cubicBezTo>
                  <a:pt x="6601" y="5158"/>
                  <a:pt x="6668" y="5100"/>
                  <a:pt x="6729" y="5040"/>
                </a:cubicBezTo>
                <a:cubicBezTo>
                  <a:pt x="8402" y="3362"/>
                  <a:pt x="9391" y="937"/>
                  <a:pt x="8687" y="233"/>
                </a:cubicBezTo>
                <a:cubicBezTo>
                  <a:pt x="8518" y="63"/>
                  <a:pt x="8273" y="0"/>
                  <a:pt x="8001"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17" name="Google Shape;3417;p98"/>
          <p:cNvSpPr txBox="1"/>
          <p:nvPr/>
        </p:nvSpPr>
        <p:spPr>
          <a:xfrm>
            <a:off x="8300852" y="1382115"/>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Launch</a:t>
            </a:r>
            <a:endParaRPr sz="1800">
              <a:solidFill>
                <a:srgbClr val="252525"/>
              </a:solidFill>
              <a:latin typeface="Arial"/>
              <a:ea typeface="Arial"/>
              <a:cs typeface="Arial"/>
              <a:sym typeface="Arial"/>
            </a:endParaRPr>
          </a:p>
        </p:txBody>
      </p:sp>
      <p:sp>
        <p:nvSpPr>
          <p:cNvPr id="3418" name="Google Shape;3418;p98"/>
          <p:cNvSpPr/>
          <p:nvPr/>
        </p:nvSpPr>
        <p:spPr>
          <a:xfrm>
            <a:off x="489187" y="1781715"/>
            <a:ext cx="222495" cy="270872"/>
          </a:xfrm>
          <a:custGeom>
            <a:rect b="b" l="l" r="r" t="t"/>
            <a:pathLst>
              <a:path extrusionOk="0" h="8970" w="7368">
                <a:moveTo>
                  <a:pt x="2589" y="870"/>
                </a:moveTo>
                <a:cubicBezTo>
                  <a:pt x="2555" y="870"/>
                  <a:pt x="2522" y="883"/>
                  <a:pt x="2496" y="909"/>
                </a:cubicBezTo>
                <a:lnTo>
                  <a:pt x="2101" y="1304"/>
                </a:lnTo>
                <a:cubicBezTo>
                  <a:pt x="2049" y="1355"/>
                  <a:pt x="2049" y="1438"/>
                  <a:pt x="2101" y="1490"/>
                </a:cubicBezTo>
                <a:cubicBezTo>
                  <a:pt x="2127" y="1517"/>
                  <a:pt x="2161" y="1530"/>
                  <a:pt x="2194" y="1530"/>
                </a:cubicBezTo>
                <a:cubicBezTo>
                  <a:pt x="2228" y="1530"/>
                  <a:pt x="2260" y="1517"/>
                  <a:pt x="2287" y="1490"/>
                </a:cubicBezTo>
                <a:lnTo>
                  <a:pt x="2682" y="1095"/>
                </a:lnTo>
                <a:cubicBezTo>
                  <a:pt x="2734" y="1044"/>
                  <a:pt x="2734" y="961"/>
                  <a:pt x="2682" y="909"/>
                </a:cubicBezTo>
                <a:cubicBezTo>
                  <a:pt x="2656" y="883"/>
                  <a:pt x="2622" y="870"/>
                  <a:pt x="2589" y="870"/>
                </a:cubicBezTo>
                <a:close/>
                <a:moveTo>
                  <a:pt x="1204" y="1069"/>
                </a:moveTo>
                <a:cubicBezTo>
                  <a:pt x="1171" y="1069"/>
                  <a:pt x="1138" y="1082"/>
                  <a:pt x="1112" y="1107"/>
                </a:cubicBezTo>
                <a:cubicBezTo>
                  <a:pt x="1058" y="1156"/>
                  <a:pt x="1058" y="1241"/>
                  <a:pt x="1108" y="1292"/>
                </a:cubicBezTo>
                <a:lnTo>
                  <a:pt x="1503" y="1701"/>
                </a:lnTo>
                <a:cubicBezTo>
                  <a:pt x="1530" y="1728"/>
                  <a:pt x="1562" y="1741"/>
                  <a:pt x="1598" y="1741"/>
                </a:cubicBezTo>
                <a:cubicBezTo>
                  <a:pt x="1629" y="1741"/>
                  <a:pt x="1663" y="1728"/>
                  <a:pt x="1689" y="1704"/>
                </a:cubicBezTo>
                <a:cubicBezTo>
                  <a:pt x="1744" y="1653"/>
                  <a:pt x="1744" y="1570"/>
                  <a:pt x="1693" y="1518"/>
                </a:cubicBezTo>
                <a:lnTo>
                  <a:pt x="1298" y="1110"/>
                </a:lnTo>
                <a:cubicBezTo>
                  <a:pt x="1272" y="1083"/>
                  <a:pt x="1238" y="1069"/>
                  <a:pt x="1204" y="1069"/>
                </a:cubicBezTo>
                <a:close/>
                <a:moveTo>
                  <a:pt x="1399" y="2060"/>
                </a:moveTo>
                <a:cubicBezTo>
                  <a:pt x="1366" y="2060"/>
                  <a:pt x="1332" y="2073"/>
                  <a:pt x="1307" y="2099"/>
                </a:cubicBezTo>
                <a:lnTo>
                  <a:pt x="912" y="2495"/>
                </a:lnTo>
                <a:cubicBezTo>
                  <a:pt x="859" y="2544"/>
                  <a:pt x="859" y="2629"/>
                  <a:pt x="912" y="2681"/>
                </a:cubicBezTo>
                <a:cubicBezTo>
                  <a:pt x="937" y="2706"/>
                  <a:pt x="970" y="2720"/>
                  <a:pt x="1004" y="2720"/>
                </a:cubicBezTo>
                <a:cubicBezTo>
                  <a:pt x="1038" y="2720"/>
                  <a:pt x="1071" y="2706"/>
                  <a:pt x="1098" y="2681"/>
                </a:cubicBezTo>
                <a:lnTo>
                  <a:pt x="1493" y="2284"/>
                </a:lnTo>
                <a:cubicBezTo>
                  <a:pt x="1545" y="2235"/>
                  <a:pt x="1545" y="2151"/>
                  <a:pt x="1493" y="2099"/>
                </a:cubicBezTo>
                <a:cubicBezTo>
                  <a:pt x="1467" y="2073"/>
                  <a:pt x="1433" y="2060"/>
                  <a:pt x="1399" y="2060"/>
                </a:cubicBezTo>
                <a:close/>
                <a:moveTo>
                  <a:pt x="1993" y="1"/>
                </a:moveTo>
                <a:cubicBezTo>
                  <a:pt x="894" y="1"/>
                  <a:pt x="0" y="895"/>
                  <a:pt x="0" y="1993"/>
                </a:cubicBezTo>
                <a:cubicBezTo>
                  <a:pt x="0" y="2749"/>
                  <a:pt x="423" y="3431"/>
                  <a:pt x="1107" y="3772"/>
                </a:cubicBezTo>
                <a:cubicBezTo>
                  <a:pt x="1138" y="3787"/>
                  <a:pt x="1169" y="3795"/>
                  <a:pt x="1202" y="3795"/>
                </a:cubicBezTo>
                <a:cubicBezTo>
                  <a:pt x="1279" y="3795"/>
                  <a:pt x="1353" y="3752"/>
                  <a:pt x="1390" y="3677"/>
                </a:cubicBezTo>
                <a:cubicBezTo>
                  <a:pt x="1442" y="3573"/>
                  <a:pt x="1399" y="3447"/>
                  <a:pt x="1294" y="3394"/>
                </a:cubicBezTo>
                <a:cubicBezTo>
                  <a:pt x="753" y="3123"/>
                  <a:pt x="419" y="2587"/>
                  <a:pt x="419" y="1993"/>
                </a:cubicBezTo>
                <a:cubicBezTo>
                  <a:pt x="419" y="1126"/>
                  <a:pt x="1124" y="421"/>
                  <a:pt x="1992" y="421"/>
                </a:cubicBezTo>
                <a:cubicBezTo>
                  <a:pt x="2586" y="421"/>
                  <a:pt x="3125" y="758"/>
                  <a:pt x="3393" y="1295"/>
                </a:cubicBezTo>
                <a:cubicBezTo>
                  <a:pt x="3430" y="1369"/>
                  <a:pt x="3506" y="1413"/>
                  <a:pt x="3584" y="1413"/>
                </a:cubicBezTo>
                <a:cubicBezTo>
                  <a:pt x="3615" y="1413"/>
                  <a:pt x="3647" y="1405"/>
                  <a:pt x="3677" y="1390"/>
                </a:cubicBezTo>
                <a:cubicBezTo>
                  <a:pt x="3781" y="1339"/>
                  <a:pt x="3824" y="1211"/>
                  <a:pt x="3772" y="1107"/>
                </a:cubicBezTo>
                <a:cubicBezTo>
                  <a:pt x="3430" y="424"/>
                  <a:pt x="2749" y="1"/>
                  <a:pt x="1993" y="1"/>
                </a:cubicBezTo>
                <a:close/>
                <a:moveTo>
                  <a:pt x="4945" y="2433"/>
                </a:moveTo>
                <a:lnTo>
                  <a:pt x="4247" y="4680"/>
                </a:lnTo>
                <a:cubicBezTo>
                  <a:pt x="4085" y="4659"/>
                  <a:pt x="3928" y="4635"/>
                  <a:pt x="3778" y="4611"/>
                </a:cubicBezTo>
                <a:cubicBezTo>
                  <a:pt x="3448" y="4559"/>
                  <a:pt x="3143" y="4512"/>
                  <a:pt x="2863" y="4512"/>
                </a:cubicBezTo>
                <a:cubicBezTo>
                  <a:pt x="2761" y="4512"/>
                  <a:pt x="2663" y="4518"/>
                  <a:pt x="2568" y="4533"/>
                </a:cubicBezTo>
                <a:lnTo>
                  <a:pt x="2489" y="2433"/>
                </a:lnTo>
                <a:close/>
                <a:moveTo>
                  <a:pt x="5925" y="2433"/>
                </a:moveTo>
                <a:lnTo>
                  <a:pt x="5843" y="4674"/>
                </a:lnTo>
                <a:cubicBezTo>
                  <a:pt x="5575" y="4721"/>
                  <a:pt x="5317" y="4739"/>
                  <a:pt x="5070" y="4739"/>
                </a:cubicBezTo>
                <a:cubicBezTo>
                  <a:pt x="4935" y="4739"/>
                  <a:pt x="4802" y="4733"/>
                  <a:pt x="4673" y="4724"/>
                </a:cubicBezTo>
                <a:lnTo>
                  <a:pt x="5385" y="2433"/>
                </a:lnTo>
                <a:close/>
                <a:moveTo>
                  <a:pt x="2865" y="4775"/>
                </a:moveTo>
                <a:cubicBezTo>
                  <a:pt x="3119" y="4775"/>
                  <a:pt x="3407" y="4819"/>
                  <a:pt x="3735" y="4871"/>
                </a:cubicBezTo>
                <a:cubicBezTo>
                  <a:pt x="3870" y="4891"/>
                  <a:pt x="4017" y="4913"/>
                  <a:pt x="4167" y="4934"/>
                </a:cubicBezTo>
                <a:lnTo>
                  <a:pt x="3367" y="7508"/>
                </a:lnTo>
                <a:cubicBezTo>
                  <a:pt x="3332" y="7620"/>
                  <a:pt x="3395" y="7739"/>
                  <a:pt x="3506" y="7771"/>
                </a:cubicBezTo>
                <a:cubicBezTo>
                  <a:pt x="3527" y="7777"/>
                  <a:pt x="3549" y="7780"/>
                  <a:pt x="3570" y="7780"/>
                </a:cubicBezTo>
                <a:cubicBezTo>
                  <a:pt x="3659" y="7780"/>
                  <a:pt x="3742" y="7724"/>
                  <a:pt x="3772" y="7632"/>
                </a:cubicBezTo>
                <a:lnTo>
                  <a:pt x="4596" y="4980"/>
                </a:lnTo>
                <a:cubicBezTo>
                  <a:pt x="4754" y="4993"/>
                  <a:pt x="4914" y="5002"/>
                  <a:pt x="5080" y="5002"/>
                </a:cubicBezTo>
                <a:cubicBezTo>
                  <a:pt x="5322" y="5002"/>
                  <a:pt x="5572" y="4986"/>
                  <a:pt x="5835" y="4942"/>
                </a:cubicBezTo>
                <a:lnTo>
                  <a:pt x="5835" y="4942"/>
                </a:lnTo>
                <a:lnTo>
                  <a:pt x="5710" y="8310"/>
                </a:lnTo>
                <a:lnTo>
                  <a:pt x="2703" y="8310"/>
                </a:lnTo>
                <a:lnTo>
                  <a:pt x="2575" y="4798"/>
                </a:lnTo>
                <a:cubicBezTo>
                  <a:pt x="2667" y="4782"/>
                  <a:pt x="2763" y="4775"/>
                  <a:pt x="2865" y="4775"/>
                </a:cubicBezTo>
                <a:close/>
                <a:moveTo>
                  <a:pt x="7131" y="585"/>
                </a:moveTo>
                <a:cubicBezTo>
                  <a:pt x="7116" y="585"/>
                  <a:pt x="7099" y="587"/>
                  <a:pt x="7083" y="590"/>
                </a:cubicBezTo>
                <a:lnTo>
                  <a:pt x="5498" y="985"/>
                </a:lnTo>
                <a:cubicBezTo>
                  <a:pt x="5425" y="1004"/>
                  <a:pt x="5370" y="1058"/>
                  <a:pt x="5348" y="1129"/>
                </a:cubicBezTo>
                <a:lnTo>
                  <a:pt x="5147" y="1772"/>
                </a:lnTo>
                <a:lnTo>
                  <a:pt x="2146" y="1772"/>
                </a:lnTo>
                <a:cubicBezTo>
                  <a:pt x="2057" y="1772"/>
                  <a:pt x="1971" y="1809"/>
                  <a:pt x="1908" y="1873"/>
                </a:cubicBezTo>
                <a:cubicBezTo>
                  <a:pt x="1845" y="1938"/>
                  <a:pt x="1813" y="2023"/>
                  <a:pt x="1815" y="2114"/>
                </a:cubicBezTo>
                <a:lnTo>
                  <a:pt x="2052" y="8652"/>
                </a:lnTo>
                <a:cubicBezTo>
                  <a:pt x="2058" y="8829"/>
                  <a:pt x="2205" y="8970"/>
                  <a:pt x="2384" y="8970"/>
                </a:cubicBezTo>
                <a:lnTo>
                  <a:pt x="6028" y="8970"/>
                </a:lnTo>
                <a:cubicBezTo>
                  <a:pt x="6206" y="8970"/>
                  <a:pt x="6350" y="8829"/>
                  <a:pt x="6357" y="8652"/>
                </a:cubicBezTo>
                <a:lnTo>
                  <a:pt x="6595" y="2114"/>
                </a:lnTo>
                <a:cubicBezTo>
                  <a:pt x="6599" y="2025"/>
                  <a:pt x="6565" y="1938"/>
                  <a:pt x="6503" y="1873"/>
                </a:cubicBezTo>
                <a:cubicBezTo>
                  <a:pt x="6440" y="1808"/>
                  <a:pt x="6354" y="1772"/>
                  <a:pt x="6265" y="1772"/>
                </a:cubicBezTo>
                <a:lnTo>
                  <a:pt x="5590" y="1772"/>
                </a:lnTo>
                <a:lnTo>
                  <a:pt x="5716" y="1368"/>
                </a:lnTo>
                <a:lnTo>
                  <a:pt x="7186" y="1000"/>
                </a:lnTo>
                <a:cubicBezTo>
                  <a:pt x="7299" y="973"/>
                  <a:pt x="7367" y="857"/>
                  <a:pt x="7339" y="745"/>
                </a:cubicBezTo>
                <a:cubicBezTo>
                  <a:pt x="7316" y="648"/>
                  <a:pt x="7227" y="585"/>
                  <a:pt x="7131" y="58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19" name="Google Shape;3419;p98"/>
          <p:cNvSpPr/>
          <p:nvPr/>
        </p:nvSpPr>
        <p:spPr>
          <a:xfrm>
            <a:off x="1254419" y="1787709"/>
            <a:ext cx="276428" cy="258883"/>
          </a:xfrm>
          <a:custGeom>
            <a:rect b="b" l="l" r="r" t="t"/>
            <a:pathLst>
              <a:path extrusionOk="0" h="8573" w="9154">
                <a:moveTo>
                  <a:pt x="2413" y="163"/>
                </a:moveTo>
                <a:cubicBezTo>
                  <a:pt x="1953" y="163"/>
                  <a:pt x="1469" y="228"/>
                  <a:pt x="1135" y="447"/>
                </a:cubicBezTo>
                <a:cubicBezTo>
                  <a:pt x="1095" y="472"/>
                  <a:pt x="1067" y="515"/>
                  <a:pt x="1060" y="561"/>
                </a:cubicBezTo>
                <a:lnTo>
                  <a:pt x="1016" y="796"/>
                </a:lnTo>
                <a:lnTo>
                  <a:pt x="231" y="623"/>
                </a:lnTo>
                <a:cubicBezTo>
                  <a:pt x="218" y="621"/>
                  <a:pt x="206" y="619"/>
                  <a:pt x="193" y="619"/>
                </a:cubicBezTo>
                <a:cubicBezTo>
                  <a:pt x="113" y="619"/>
                  <a:pt x="40" y="675"/>
                  <a:pt x="22" y="756"/>
                </a:cubicBezTo>
                <a:cubicBezTo>
                  <a:pt x="1" y="851"/>
                  <a:pt x="60" y="946"/>
                  <a:pt x="155" y="967"/>
                </a:cubicBezTo>
                <a:lnTo>
                  <a:pt x="954" y="1143"/>
                </a:lnTo>
                <a:lnTo>
                  <a:pt x="898" y="1442"/>
                </a:lnTo>
                <a:cubicBezTo>
                  <a:pt x="889" y="1489"/>
                  <a:pt x="902" y="1541"/>
                  <a:pt x="932" y="1581"/>
                </a:cubicBezTo>
                <a:cubicBezTo>
                  <a:pt x="1321" y="2088"/>
                  <a:pt x="2247" y="2399"/>
                  <a:pt x="2573" y="2477"/>
                </a:cubicBezTo>
                <a:cubicBezTo>
                  <a:pt x="2585" y="2481"/>
                  <a:pt x="2599" y="2483"/>
                  <a:pt x="2613" y="2483"/>
                </a:cubicBezTo>
                <a:cubicBezTo>
                  <a:pt x="2693" y="2483"/>
                  <a:pt x="2766" y="2429"/>
                  <a:pt x="2784" y="2348"/>
                </a:cubicBezTo>
                <a:cubicBezTo>
                  <a:pt x="2806" y="2252"/>
                  <a:pt x="2746" y="2157"/>
                  <a:pt x="2654" y="2134"/>
                </a:cubicBezTo>
                <a:cubicBezTo>
                  <a:pt x="2271" y="2043"/>
                  <a:pt x="1578" y="1774"/>
                  <a:pt x="1259" y="1422"/>
                </a:cubicBezTo>
                <a:lnTo>
                  <a:pt x="1391" y="702"/>
                </a:lnTo>
                <a:cubicBezTo>
                  <a:pt x="1621" y="579"/>
                  <a:pt x="1981" y="515"/>
                  <a:pt x="2422" y="515"/>
                </a:cubicBezTo>
                <a:cubicBezTo>
                  <a:pt x="2587" y="515"/>
                  <a:pt x="2762" y="524"/>
                  <a:pt x="2947" y="542"/>
                </a:cubicBezTo>
                <a:cubicBezTo>
                  <a:pt x="2952" y="542"/>
                  <a:pt x="2958" y="543"/>
                  <a:pt x="2963" y="543"/>
                </a:cubicBezTo>
                <a:cubicBezTo>
                  <a:pt x="3053" y="543"/>
                  <a:pt x="3130" y="474"/>
                  <a:pt x="3140" y="383"/>
                </a:cubicBezTo>
                <a:cubicBezTo>
                  <a:pt x="3150" y="286"/>
                  <a:pt x="3079" y="202"/>
                  <a:pt x="2983" y="193"/>
                </a:cubicBezTo>
                <a:cubicBezTo>
                  <a:pt x="2807" y="175"/>
                  <a:pt x="2612" y="163"/>
                  <a:pt x="2413" y="163"/>
                </a:cubicBezTo>
                <a:close/>
                <a:moveTo>
                  <a:pt x="6580" y="1617"/>
                </a:moveTo>
                <a:cubicBezTo>
                  <a:pt x="6564" y="1617"/>
                  <a:pt x="6549" y="1619"/>
                  <a:pt x="6533" y="1623"/>
                </a:cubicBezTo>
                <a:cubicBezTo>
                  <a:pt x="6441" y="1650"/>
                  <a:pt x="6387" y="1748"/>
                  <a:pt x="6413" y="1841"/>
                </a:cubicBezTo>
                <a:lnTo>
                  <a:pt x="6676" y="2763"/>
                </a:lnTo>
                <a:cubicBezTo>
                  <a:pt x="6699" y="2841"/>
                  <a:pt x="6769" y="2891"/>
                  <a:pt x="6845" y="2891"/>
                </a:cubicBezTo>
                <a:cubicBezTo>
                  <a:pt x="6863" y="2891"/>
                  <a:pt x="6878" y="2888"/>
                  <a:pt x="6894" y="2884"/>
                </a:cubicBezTo>
                <a:cubicBezTo>
                  <a:pt x="6986" y="2858"/>
                  <a:pt x="7039" y="2759"/>
                  <a:pt x="7014" y="2667"/>
                </a:cubicBezTo>
                <a:lnTo>
                  <a:pt x="6750" y="1745"/>
                </a:lnTo>
                <a:cubicBezTo>
                  <a:pt x="6729" y="1667"/>
                  <a:pt x="6657" y="1617"/>
                  <a:pt x="6580" y="1617"/>
                </a:cubicBezTo>
                <a:close/>
                <a:moveTo>
                  <a:pt x="7425" y="1708"/>
                </a:moveTo>
                <a:cubicBezTo>
                  <a:pt x="7409" y="1708"/>
                  <a:pt x="7393" y="1710"/>
                  <a:pt x="7376" y="1715"/>
                </a:cubicBezTo>
                <a:cubicBezTo>
                  <a:pt x="7283" y="1740"/>
                  <a:pt x="7229" y="1838"/>
                  <a:pt x="7256" y="1932"/>
                </a:cubicBezTo>
                <a:lnTo>
                  <a:pt x="7519" y="2854"/>
                </a:lnTo>
                <a:cubicBezTo>
                  <a:pt x="7541" y="2931"/>
                  <a:pt x="7613" y="2982"/>
                  <a:pt x="7688" y="2982"/>
                </a:cubicBezTo>
                <a:cubicBezTo>
                  <a:pt x="7705" y="2982"/>
                  <a:pt x="7719" y="2980"/>
                  <a:pt x="7736" y="2974"/>
                </a:cubicBezTo>
                <a:cubicBezTo>
                  <a:pt x="7829" y="2949"/>
                  <a:pt x="7883" y="2851"/>
                  <a:pt x="7858" y="2757"/>
                </a:cubicBezTo>
                <a:lnTo>
                  <a:pt x="7593" y="1835"/>
                </a:lnTo>
                <a:cubicBezTo>
                  <a:pt x="7572" y="1758"/>
                  <a:pt x="7501" y="1708"/>
                  <a:pt x="7425" y="1708"/>
                </a:cubicBezTo>
                <a:close/>
                <a:moveTo>
                  <a:pt x="4405" y="3515"/>
                </a:moveTo>
                <a:lnTo>
                  <a:pt x="4405" y="3515"/>
                </a:lnTo>
                <a:cubicBezTo>
                  <a:pt x="4586" y="3645"/>
                  <a:pt x="4825" y="3898"/>
                  <a:pt x="4825" y="4315"/>
                </a:cubicBezTo>
                <a:lnTo>
                  <a:pt x="4825" y="4437"/>
                </a:lnTo>
                <a:lnTo>
                  <a:pt x="4592" y="4478"/>
                </a:lnTo>
                <a:cubicBezTo>
                  <a:pt x="4534" y="4489"/>
                  <a:pt x="4487" y="4493"/>
                  <a:pt x="4449" y="4493"/>
                </a:cubicBezTo>
                <a:cubicBezTo>
                  <a:pt x="4380" y="4493"/>
                  <a:pt x="4341" y="4479"/>
                  <a:pt x="4326" y="4462"/>
                </a:cubicBezTo>
                <a:cubicBezTo>
                  <a:pt x="4301" y="4428"/>
                  <a:pt x="4323" y="4340"/>
                  <a:pt x="4338" y="4309"/>
                </a:cubicBezTo>
                <a:cubicBezTo>
                  <a:pt x="4494" y="4036"/>
                  <a:pt x="4475" y="3754"/>
                  <a:pt x="4405" y="3515"/>
                </a:cubicBezTo>
                <a:close/>
                <a:moveTo>
                  <a:pt x="4782" y="554"/>
                </a:moveTo>
                <a:cubicBezTo>
                  <a:pt x="5171" y="601"/>
                  <a:pt x="7091" y="937"/>
                  <a:pt x="8077" y="1114"/>
                </a:cubicBezTo>
                <a:cubicBezTo>
                  <a:pt x="8233" y="1139"/>
                  <a:pt x="8370" y="1225"/>
                  <a:pt x="8460" y="1353"/>
                </a:cubicBezTo>
                <a:cubicBezTo>
                  <a:pt x="8553" y="1480"/>
                  <a:pt x="8588" y="1636"/>
                  <a:pt x="8566" y="1791"/>
                </a:cubicBezTo>
                <a:lnTo>
                  <a:pt x="8368" y="2952"/>
                </a:lnTo>
                <a:cubicBezTo>
                  <a:pt x="8343" y="3108"/>
                  <a:pt x="8257" y="3243"/>
                  <a:pt x="8128" y="3335"/>
                </a:cubicBezTo>
                <a:cubicBezTo>
                  <a:pt x="8025" y="3407"/>
                  <a:pt x="7908" y="3445"/>
                  <a:pt x="7788" y="3445"/>
                </a:cubicBezTo>
                <a:cubicBezTo>
                  <a:pt x="7755" y="3445"/>
                  <a:pt x="7721" y="3442"/>
                  <a:pt x="7688" y="3436"/>
                </a:cubicBezTo>
                <a:lnTo>
                  <a:pt x="7299" y="3372"/>
                </a:lnTo>
                <a:cubicBezTo>
                  <a:pt x="7287" y="3369"/>
                  <a:pt x="7274" y="3368"/>
                  <a:pt x="7261" y="3368"/>
                </a:cubicBezTo>
                <a:cubicBezTo>
                  <a:pt x="7256" y="3368"/>
                  <a:pt x="7251" y="3368"/>
                  <a:pt x="7247" y="3368"/>
                </a:cubicBezTo>
                <a:cubicBezTo>
                  <a:pt x="6977" y="3368"/>
                  <a:pt x="6774" y="3537"/>
                  <a:pt x="6720" y="3818"/>
                </a:cubicBezTo>
                <a:cubicBezTo>
                  <a:pt x="6717" y="3835"/>
                  <a:pt x="6716" y="3852"/>
                  <a:pt x="6716" y="3870"/>
                </a:cubicBezTo>
                <a:lnTo>
                  <a:pt x="6716" y="6009"/>
                </a:lnTo>
                <a:cubicBezTo>
                  <a:pt x="6716" y="6156"/>
                  <a:pt x="6829" y="6277"/>
                  <a:pt x="6976" y="6284"/>
                </a:cubicBezTo>
                <a:lnTo>
                  <a:pt x="7157" y="6293"/>
                </a:lnTo>
                <a:lnTo>
                  <a:pt x="7186" y="6293"/>
                </a:lnTo>
                <a:cubicBezTo>
                  <a:pt x="7192" y="6293"/>
                  <a:pt x="7198" y="6293"/>
                  <a:pt x="7204" y="6293"/>
                </a:cubicBezTo>
                <a:cubicBezTo>
                  <a:pt x="7302" y="6293"/>
                  <a:pt x="7419" y="6314"/>
                  <a:pt x="7439" y="6323"/>
                </a:cubicBezTo>
                <a:lnTo>
                  <a:pt x="7439" y="6926"/>
                </a:lnTo>
                <a:lnTo>
                  <a:pt x="4246" y="6926"/>
                </a:lnTo>
                <a:cubicBezTo>
                  <a:pt x="4407" y="6739"/>
                  <a:pt x="4683" y="6532"/>
                  <a:pt x="5165" y="6412"/>
                </a:cubicBezTo>
                <a:cubicBezTo>
                  <a:pt x="5287" y="6381"/>
                  <a:pt x="5373" y="6271"/>
                  <a:pt x="5373" y="6145"/>
                </a:cubicBezTo>
                <a:lnTo>
                  <a:pt x="5373" y="4317"/>
                </a:lnTo>
                <a:cubicBezTo>
                  <a:pt x="5373" y="3274"/>
                  <a:pt x="4439" y="2904"/>
                  <a:pt x="4417" y="2897"/>
                </a:cubicBezTo>
                <a:cubicBezTo>
                  <a:pt x="4117" y="2757"/>
                  <a:pt x="3709" y="2569"/>
                  <a:pt x="3483" y="2460"/>
                </a:cubicBezTo>
                <a:lnTo>
                  <a:pt x="3787" y="650"/>
                </a:lnTo>
                <a:lnTo>
                  <a:pt x="4782" y="554"/>
                </a:lnTo>
                <a:close/>
                <a:moveTo>
                  <a:pt x="7442" y="7145"/>
                </a:moveTo>
                <a:lnTo>
                  <a:pt x="7443" y="7803"/>
                </a:lnTo>
                <a:cubicBezTo>
                  <a:pt x="7439" y="7923"/>
                  <a:pt x="7341" y="8023"/>
                  <a:pt x="7224" y="8023"/>
                </a:cubicBezTo>
                <a:lnTo>
                  <a:pt x="4404" y="8023"/>
                </a:lnTo>
                <a:cubicBezTo>
                  <a:pt x="4282" y="8023"/>
                  <a:pt x="4184" y="7922"/>
                  <a:pt x="4184" y="7796"/>
                </a:cubicBezTo>
                <a:lnTo>
                  <a:pt x="4184" y="7145"/>
                </a:lnTo>
                <a:close/>
                <a:moveTo>
                  <a:pt x="4786" y="0"/>
                </a:moveTo>
                <a:cubicBezTo>
                  <a:pt x="4777" y="0"/>
                  <a:pt x="4768" y="1"/>
                  <a:pt x="4759" y="1"/>
                </a:cubicBezTo>
                <a:lnTo>
                  <a:pt x="3526" y="120"/>
                </a:lnTo>
                <a:cubicBezTo>
                  <a:pt x="3403" y="133"/>
                  <a:pt x="3302" y="226"/>
                  <a:pt x="3281" y="349"/>
                </a:cubicBezTo>
                <a:lnTo>
                  <a:pt x="2907" y="2566"/>
                </a:lnTo>
                <a:cubicBezTo>
                  <a:pt x="2887" y="2677"/>
                  <a:pt x="2939" y="2787"/>
                  <a:pt x="3035" y="2846"/>
                </a:cubicBezTo>
                <a:cubicBezTo>
                  <a:pt x="3110" y="2892"/>
                  <a:pt x="3697" y="3167"/>
                  <a:pt x="4110" y="3357"/>
                </a:cubicBezTo>
                <a:cubicBezTo>
                  <a:pt x="4217" y="3596"/>
                  <a:pt x="4309" y="3914"/>
                  <a:pt x="4141" y="4210"/>
                </a:cubicBezTo>
                <a:cubicBezTo>
                  <a:pt x="4130" y="4233"/>
                  <a:pt x="4034" y="4444"/>
                  <a:pt x="4150" y="4597"/>
                </a:cubicBezTo>
                <a:cubicBezTo>
                  <a:pt x="4212" y="4677"/>
                  <a:pt x="4309" y="4716"/>
                  <a:pt x="4444" y="4716"/>
                </a:cubicBezTo>
                <a:cubicBezTo>
                  <a:pt x="4497" y="4716"/>
                  <a:pt x="4561" y="4709"/>
                  <a:pt x="4629" y="4695"/>
                </a:cubicBezTo>
                <a:lnTo>
                  <a:pt x="4822" y="4663"/>
                </a:lnTo>
                <a:lnTo>
                  <a:pt x="4822" y="5940"/>
                </a:lnTo>
                <a:cubicBezTo>
                  <a:pt x="4169" y="6150"/>
                  <a:pt x="3836" y="6511"/>
                  <a:pt x="3670" y="6789"/>
                </a:cubicBezTo>
                <a:cubicBezTo>
                  <a:pt x="3643" y="6832"/>
                  <a:pt x="3630" y="6880"/>
                  <a:pt x="3630" y="6930"/>
                </a:cubicBezTo>
                <a:lnTo>
                  <a:pt x="3630" y="7796"/>
                </a:lnTo>
                <a:cubicBezTo>
                  <a:pt x="3630" y="8223"/>
                  <a:pt x="3974" y="8572"/>
                  <a:pt x="4399" y="8572"/>
                </a:cubicBezTo>
                <a:lnTo>
                  <a:pt x="7219" y="8572"/>
                </a:lnTo>
                <a:cubicBezTo>
                  <a:pt x="7630" y="8572"/>
                  <a:pt x="7973" y="8235"/>
                  <a:pt x="7987" y="7811"/>
                </a:cubicBezTo>
                <a:lnTo>
                  <a:pt x="7987" y="6326"/>
                </a:lnTo>
                <a:cubicBezTo>
                  <a:pt x="7987" y="6177"/>
                  <a:pt x="7930" y="6045"/>
                  <a:pt x="7825" y="5944"/>
                </a:cubicBezTo>
                <a:cubicBezTo>
                  <a:pt x="7659" y="5787"/>
                  <a:pt x="7409" y="5751"/>
                  <a:pt x="7262" y="5747"/>
                </a:cubicBezTo>
                <a:lnTo>
                  <a:pt x="7262" y="3925"/>
                </a:lnTo>
                <a:lnTo>
                  <a:pt x="7593" y="3981"/>
                </a:lnTo>
                <a:cubicBezTo>
                  <a:pt x="7656" y="3992"/>
                  <a:pt x="7719" y="3997"/>
                  <a:pt x="7782" y="3997"/>
                </a:cubicBezTo>
                <a:cubicBezTo>
                  <a:pt x="8018" y="3997"/>
                  <a:pt x="8247" y="3923"/>
                  <a:pt x="8444" y="3783"/>
                </a:cubicBezTo>
                <a:cubicBezTo>
                  <a:pt x="8692" y="3605"/>
                  <a:pt x="8857" y="3344"/>
                  <a:pt x="8907" y="3045"/>
                </a:cubicBezTo>
                <a:lnTo>
                  <a:pt x="9105" y="1883"/>
                </a:lnTo>
                <a:cubicBezTo>
                  <a:pt x="9154" y="1584"/>
                  <a:pt x="9086" y="1281"/>
                  <a:pt x="8907" y="1032"/>
                </a:cubicBezTo>
                <a:cubicBezTo>
                  <a:pt x="8731" y="782"/>
                  <a:pt x="8469" y="618"/>
                  <a:pt x="8172" y="567"/>
                </a:cubicBezTo>
                <a:cubicBezTo>
                  <a:pt x="8052" y="546"/>
                  <a:pt x="5234" y="41"/>
                  <a:pt x="4813" y="1"/>
                </a:cubicBezTo>
                <a:cubicBezTo>
                  <a:pt x="4804" y="1"/>
                  <a:pt x="4795" y="0"/>
                  <a:pt x="478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20" name="Google Shape;3420;p98"/>
          <p:cNvSpPr/>
          <p:nvPr/>
        </p:nvSpPr>
        <p:spPr>
          <a:xfrm>
            <a:off x="2049243" y="1825439"/>
            <a:ext cx="271174" cy="183420"/>
          </a:xfrm>
          <a:custGeom>
            <a:rect b="b" l="l" r="r" t="t"/>
            <a:pathLst>
              <a:path extrusionOk="0" h="6074" w="8980">
                <a:moveTo>
                  <a:pt x="6408" y="502"/>
                </a:moveTo>
                <a:lnTo>
                  <a:pt x="3628" y="2685"/>
                </a:lnTo>
                <a:lnTo>
                  <a:pt x="799" y="502"/>
                </a:lnTo>
                <a:close/>
                <a:moveTo>
                  <a:pt x="7585" y="1755"/>
                </a:moveTo>
                <a:cubicBezTo>
                  <a:pt x="7623" y="1755"/>
                  <a:pt x="7690" y="1773"/>
                  <a:pt x="7758" y="1831"/>
                </a:cubicBezTo>
                <a:lnTo>
                  <a:pt x="8352" y="2357"/>
                </a:lnTo>
                <a:cubicBezTo>
                  <a:pt x="8441" y="2436"/>
                  <a:pt x="8457" y="2525"/>
                  <a:pt x="8450" y="2541"/>
                </a:cubicBezTo>
                <a:lnTo>
                  <a:pt x="8098" y="2940"/>
                </a:lnTo>
                <a:lnTo>
                  <a:pt x="7208" y="2156"/>
                </a:lnTo>
                <a:lnTo>
                  <a:pt x="7559" y="1760"/>
                </a:lnTo>
                <a:cubicBezTo>
                  <a:pt x="7564" y="1757"/>
                  <a:pt x="7573" y="1755"/>
                  <a:pt x="7585" y="1755"/>
                </a:cubicBezTo>
                <a:close/>
                <a:moveTo>
                  <a:pt x="6993" y="2398"/>
                </a:moveTo>
                <a:lnTo>
                  <a:pt x="7882" y="3181"/>
                </a:lnTo>
                <a:lnTo>
                  <a:pt x="6472" y="4783"/>
                </a:lnTo>
                <a:lnTo>
                  <a:pt x="6163" y="4511"/>
                </a:lnTo>
                <a:lnTo>
                  <a:pt x="7280" y="3248"/>
                </a:lnTo>
                <a:lnTo>
                  <a:pt x="7037" y="3034"/>
                </a:lnTo>
                <a:lnTo>
                  <a:pt x="5922" y="4299"/>
                </a:lnTo>
                <a:lnTo>
                  <a:pt x="5582" y="3998"/>
                </a:lnTo>
                <a:lnTo>
                  <a:pt x="6993" y="2398"/>
                </a:lnTo>
                <a:close/>
                <a:moveTo>
                  <a:pt x="5420" y="4284"/>
                </a:moveTo>
                <a:lnTo>
                  <a:pt x="6227" y="4994"/>
                </a:lnTo>
                <a:lnTo>
                  <a:pt x="5336" y="5327"/>
                </a:lnTo>
                <a:lnTo>
                  <a:pt x="5172" y="5178"/>
                </a:lnTo>
                <a:lnTo>
                  <a:pt x="5420" y="4284"/>
                </a:lnTo>
                <a:close/>
                <a:moveTo>
                  <a:pt x="621" y="0"/>
                </a:moveTo>
                <a:cubicBezTo>
                  <a:pt x="280" y="0"/>
                  <a:pt x="0" y="278"/>
                  <a:pt x="0" y="619"/>
                </a:cubicBezTo>
                <a:lnTo>
                  <a:pt x="0" y="4776"/>
                </a:lnTo>
                <a:cubicBezTo>
                  <a:pt x="0" y="5117"/>
                  <a:pt x="280" y="5395"/>
                  <a:pt x="621" y="5395"/>
                </a:cubicBezTo>
                <a:lnTo>
                  <a:pt x="4149" y="5395"/>
                </a:lnTo>
                <a:cubicBezTo>
                  <a:pt x="4289" y="5395"/>
                  <a:pt x="4402" y="5282"/>
                  <a:pt x="4402" y="5143"/>
                </a:cubicBezTo>
                <a:cubicBezTo>
                  <a:pt x="4402" y="5003"/>
                  <a:pt x="4287" y="4893"/>
                  <a:pt x="4148" y="4893"/>
                </a:cubicBezTo>
                <a:lnTo>
                  <a:pt x="731" y="4893"/>
                </a:lnTo>
                <a:lnTo>
                  <a:pt x="2108" y="3245"/>
                </a:lnTo>
                <a:cubicBezTo>
                  <a:pt x="2165" y="3175"/>
                  <a:pt x="2155" y="3074"/>
                  <a:pt x="2087" y="3018"/>
                </a:cubicBezTo>
                <a:cubicBezTo>
                  <a:pt x="2057" y="2992"/>
                  <a:pt x="2020" y="2980"/>
                  <a:pt x="1984" y="2980"/>
                </a:cubicBezTo>
                <a:cubicBezTo>
                  <a:pt x="1938" y="2980"/>
                  <a:pt x="1892" y="3000"/>
                  <a:pt x="1861" y="3038"/>
                </a:cubicBezTo>
                <a:lnTo>
                  <a:pt x="502" y="4666"/>
                </a:lnTo>
                <a:lnTo>
                  <a:pt x="502" y="683"/>
                </a:lnTo>
                <a:lnTo>
                  <a:pt x="3532" y="3019"/>
                </a:lnTo>
                <a:cubicBezTo>
                  <a:pt x="3561" y="3041"/>
                  <a:pt x="3594" y="3053"/>
                  <a:pt x="3630" y="3053"/>
                </a:cubicBezTo>
                <a:cubicBezTo>
                  <a:pt x="3665" y="3053"/>
                  <a:pt x="3701" y="3041"/>
                  <a:pt x="3731" y="3018"/>
                </a:cubicBezTo>
                <a:lnTo>
                  <a:pt x="6738" y="657"/>
                </a:lnTo>
                <a:lnTo>
                  <a:pt x="6738" y="948"/>
                </a:lnTo>
                <a:cubicBezTo>
                  <a:pt x="6738" y="1087"/>
                  <a:pt x="6850" y="1200"/>
                  <a:pt x="6990" y="1200"/>
                </a:cubicBezTo>
                <a:cubicBezTo>
                  <a:pt x="7128" y="1200"/>
                  <a:pt x="7242" y="1087"/>
                  <a:pt x="7242" y="948"/>
                </a:cubicBezTo>
                <a:lnTo>
                  <a:pt x="7242" y="619"/>
                </a:lnTo>
                <a:cubicBezTo>
                  <a:pt x="7242" y="278"/>
                  <a:pt x="6963" y="0"/>
                  <a:pt x="6622" y="0"/>
                </a:cubicBezTo>
                <a:close/>
                <a:moveTo>
                  <a:pt x="7585" y="1251"/>
                </a:moveTo>
                <a:cubicBezTo>
                  <a:pt x="7430" y="1251"/>
                  <a:pt x="7286" y="1308"/>
                  <a:pt x="7185" y="1423"/>
                </a:cubicBezTo>
                <a:lnTo>
                  <a:pt x="5042" y="3849"/>
                </a:lnTo>
                <a:cubicBezTo>
                  <a:pt x="5016" y="3877"/>
                  <a:pt x="5000" y="3913"/>
                  <a:pt x="4988" y="3950"/>
                </a:cubicBezTo>
                <a:lnTo>
                  <a:pt x="4488" y="5754"/>
                </a:lnTo>
                <a:cubicBezTo>
                  <a:pt x="4461" y="5845"/>
                  <a:pt x="4489" y="5943"/>
                  <a:pt x="4559" y="6007"/>
                </a:cubicBezTo>
                <a:cubicBezTo>
                  <a:pt x="4607" y="6048"/>
                  <a:pt x="4668" y="6074"/>
                  <a:pt x="4730" y="6074"/>
                </a:cubicBezTo>
                <a:cubicBezTo>
                  <a:pt x="4760" y="6074"/>
                  <a:pt x="4789" y="6068"/>
                  <a:pt x="4818" y="6059"/>
                </a:cubicBezTo>
                <a:lnTo>
                  <a:pt x="6546" y="5414"/>
                </a:lnTo>
                <a:cubicBezTo>
                  <a:pt x="6585" y="5399"/>
                  <a:pt x="6620" y="5376"/>
                  <a:pt x="6645" y="5346"/>
                </a:cubicBezTo>
                <a:lnTo>
                  <a:pt x="8825" y="2875"/>
                </a:lnTo>
                <a:cubicBezTo>
                  <a:pt x="8938" y="2749"/>
                  <a:pt x="8980" y="2572"/>
                  <a:pt x="8938" y="2392"/>
                </a:cubicBezTo>
                <a:cubicBezTo>
                  <a:pt x="8903" y="2238"/>
                  <a:pt x="8813" y="2091"/>
                  <a:pt x="8686" y="1978"/>
                </a:cubicBezTo>
                <a:lnTo>
                  <a:pt x="8090" y="1452"/>
                </a:lnTo>
                <a:cubicBezTo>
                  <a:pt x="7936" y="1318"/>
                  <a:pt x="7754" y="1251"/>
                  <a:pt x="7585" y="125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21" name="Google Shape;3421;p98"/>
          <p:cNvSpPr txBox="1"/>
          <p:nvPr/>
        </p:nvSpPr>
        <p:spPr>
          <a:xfrm>
            <a:off x="439718" y="2157573"/>
            <a:ext cx="3213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Happy Hour</a:t>
            </a:r>
            <a:endParaRPr sz="1800">
              <a:solidFill>
                <a:srgbClr val="252525"/>
              </a:solidFill>
              <a:latin typeface="Arial"/>
              <a:ea typeface="Arial"/>
              <a:cs typeface="Arial"/>
              <a:sym typeface="Arial"/>
            </a:endParaRPr>
          </a:p>
        </p:txBody>
      </p:sp>
      <p:sp>
        <p:nvSpPr>
          <p:cNvPr id="3422" name="Google Shape;3422;p98"/>
          <p:cNvSpPr txBox="1"/>
          <p:nvPr/>
        </p:nvSpPr>
        <p:spPr>
          <a:xfrm>
            <a:off x="1171078" y="2157573"/>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Workshop</a:t>
            </a:r>
            <a:endParaRPr sz="1800">
              <a:solidFill>
                <a:srgbClr val="252525"/>
              </a:solidFill>
              <a:latin typeface="Arial"/>
              <a:ea typeface="Arial"/>
              <a:cs typeface="Arial"/>
              <a:sym typeface="Arial"/>
            </a:endParaRPr>
          </a:p>
        </p:txBody>
      </p:sp>
      <p:sp>
        <p:nvSpPr>
          <p:cNvPr id="3423" name="Google Shape;3423;p98"/>
          <p:cNvSpPr txBox="1"/>
          <p:nvPr/>
        </p:nvSpPr>
        <p:spPr>
          <a:xfrm>
            <a:off x="2014853" y="2157573"/>
            <a:ext cx="339900" cy="127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Contact </a:t>
            </a:r>
            <a:br>
              <a:rPr lang="en" sz="600">
                <a:solidFill>
                  <a:srgbClr val="11567F"/>
                </a:solidFill>
                <a:latin typeface="Arial"/>
                <a:ea typeface="Arial"/>
                <a:cs typeface="Arial"/>
                <a:sym typeface="Arial"/>
              </a:rPr>
            </a:br>
            <a:r>
              <a:rPr lang="en" sz="600">
                <a:solidFill>
                  <a:srgbClr val="11567F"/>
                </a:solidFill>
                <a:latin typeface="Arial"/>
                <a:ea typeface="Arial"/>
                <a:cs typeface="Arial"/>
                <a:sym typeface="Arial"/>
              </a:rPr>
              <a:t>Sales</a:t>
            </a:r>
            <a:endParaRPr sz="1800">
              <a:solidFill>
                <a:srgbClr val="252525"/>
              </a:solidFill>
              <a:latin typeface="Arial"/>
              <a:ea typeface="Arial"/>
              <a:cs typeface="Arial"/>
              <a:sym typeface="Arial"/>
            </a:endParaRPr>
          </a:p>
        </p:txBody>
      </p:sp>
      <p:sp>
        <p:nvSpPr>
          <p:cNvPr id="3424" name="Google Shape;3424;p98"/>
          <p:cNvSpPr/>
          <p:nvPr/>
        </p:nvSpPr>
        <p:spPr>
          <a:xfrm>
            <a:off x="8409989" y="1804608"/>
            <a:ext cx="224820" cy="225069"/>
          </a:xfrm>
          <a:custGeom>
            <a:rect b="b" l="l" r="r" t="t"/>
            <a:pathLst>
              <a:path extrusionOk="0" h="9019" w="9009">
                <a:moveTo>
                  <a:pt x="3133" y="1214"/>
                </a:moveTo>
                <a:cubicBezTo>
                  <a:pt x="2074" y="1214"/>
                  <a:pt x="1213" y="2075"/>
                  <a:pt x="1213" y="3134"/>
                </a:cubicBezTo>
                <a:cubicBezTo>
                  <a:pt x="1213" y="4031"/>
                  <a:pt x="1821" y="4799"/>
                  <a:pt x="2694" y="5004"/>
                </a:cubicBezTo>
                <a:cubicBezTo>
                  <a:pt x="2711" y="5007"/>
                  <a:pt x="2729" y="5008"/>
                  <a:pt x="2746" y="5008"/>
                </a:cubicBezTo>
                <a:cubicBezTo>
                  <a:pt x="2850" y="5008"/>
                  <a:pt x="2942" y="4938"/>
                  <a:pt x="2968" y="4834"/>
                </a:cubicBezTo>
                <a:cubicBezTo>
                  <a:pt x="2994" y="4713"/>
                  <a:pt x="2920" y="4589"/>
                  <a:pt x="2798" y="4561"/>
                </a:cubicBezTo>
                <a:cubicBezTo>
                  <a:pt x="2133" y="4405"/>
                  <a:pt x="1668" y="3819"/>
                  <a:pt x="1668" y="3134"/>
                </a:cubicBezTo>
                <a:cubicBezTo>
                  <a:pt x="1668" y="2325"/>
                  <a:pt x="2326" y="1668"/>
                  <a:pt x="3133" y="1667"/>
                </a:cubicBezTo>
                <a:cubicBezTo>
                  <a:pt x="3823" y="1667"/>
                  <a:pt x="4426" y="2155"/>
                  <a:pt x="4567" y="2830"/>
                </a:cubicBezTo>
                <a:cubicBezTo>
                  <a:pt x="4589" y="2935"/>
                  <a:pt x="4684" y="3009"/>
                  <a:pt x="4788" y="3009"/>
                </a:cubicBezTo>
                <a:cubicBezTo>
                  <a:pt x="4804" y="3009"/>
                  <a:pt x="4820" y="3007"/>
                  <a:pt x="4836" y="3003"/>
                </a:cubicBezTo>
                <a:cubicBezTo>
                  <a:pt x="4959" y="2980"/>
                  <a:pt x="5036" y="2859"/>
                  <a:pt x="5011" y="2736"/>
                </a:cubicBezTo>
                <a:cubicBezTo>
                  <a:pt x="4825" y="1856"/>
                  <a:pt x="4034" y="1214"/>
                  <a:pt x="3133" y="1214"/>
                </a:cubicBezTo>
                <a:close/>
                <a:moveTo>
                  <a:pt x="3134" y="1"/>
                </a:moveTo>
                <a:cubicBezTo>
                  <a:pt x="1406" y="1"/>
                  <a:pt x="1" y="1406"/>
                  <a:pt x="1" y="3134"/>
                </a:cubicBezTo>
                <a:cubicBezTo>
                  <a:pt x="1" y="4863"/>
                  <a:pt x="1406" y="6267"/>
                  <a:pt x="3134" y="6267"/>
                </a:cubicBezTo>
                <a:cubicBezTo>
                  <a:pt x="3259" y="6267"/>
                  <a:pt x="3361" y="6165"/>
                  <a:pt x="3361" y="6040"/>
                </a:cubicBezTo>
                <a:cubicBezTo>
                  <a:pt x="3361" y="5915"/>
                  <a:pt x="3259" y="5814"/>
                  <a:pt x="3134" y="5814"/>
                </a:cubicBezTo>
                <a:cubicBezTo>
                  <a:pt x="1657" y="5814"/>
                  <a:pt x="454" y="4612"/>
                  <a:pt x="454" y="3134"/>
                </a:cubicBezTo>
                <a:cubicBezTo>
                  <a:pt x="454" y="1657"/>
                  <a:pt x="1657" y="454"/>
                  <a:pt x="3134" y="454"/>
                </a:cubicBezTo>
                <a:cubicBezTo>
                  <a:pt x="4612" y="454"/>
                  <a:pt x="5814" y="1657"/>
                  <a:pt x="5814" y="3134"/>
                </a:cubicBezTo>
                <a:cubicBezTo>
                  <a:pt x="5814" y="3259"/>
                  <a:pt x="5917" y="3360"/>
                  <a:pt x="6042" y="3360"/>
                </a:cubicBezTo>
                <a:cubicBezTo>
                  <a:pt x="6165" y="3360"/>
                  <a:pt x="6267" y="3259"/>
                  <a:pt x="6267" y="3134"/>
                </a:cubicBezTo>
                <a:cubicBezTo>
                  <a:pt x="6267" y="1406"/>
                  <a:pt x="4862" y="1"/>
                  <a:pt x="3134" y="1"/>
                </a:cubicBezTo>
                <a:close/>
                <a:moveTo>
                  <a:pt x="3719" y="3670"/>
                </a:moveTo>
                <a:lnTo>
                  <a:pt x="6982" y="5064"/>
                </a:lnTo>
                <a:lnTo>
                  <a:pt x="6386" y="5583"/>
                </a:lnTo>
                <a:cubicBezTo>
                  <a:pt x="6312" y="5648"/>
                  <a:pt x="6267" y="5739"/>
                  <a:pt x="6264" y="5837"/>
                </a:cubicBezTo>
                <a:cubicBezTo>
                  <a:pt x="6260" y="5935"/>
                  <a:pt x="6297" y="6030"/>
                  <a:pt x="6368" y="6098"/>
                </a:cubicBezTo>
                <a:lnTo>
                  <a:pt x="8120" y="7853"/>
                </a:lnTo>
                <a:lnTo>
                  <a:pt x="7809" y="8165"/>
                </a:lnTo>
                <a:lnTo>
                  <a:pt x="6076" y="6429"/>
                </a:lnTo>
                <a:cubicBezTo>
                  <a:pt x="6009" y="6362"/>
                  <a:pt x="5920" y="6325"/>
                  <a:pt x="5826" y="6325"/>
                </a:cubicBezTo>
                <a:lnTo>
                  <a:pt x="5814" y="6325"/>
                </a:lnTo>
                <a:cubicBezTo>
                  <a:pt x="5716" y="6328"/>
                  <a:pt x="5626" y="6371"/>
                  <a:pt x="5560" y="6445"/>
                </a:cubicBezTo>
                <a:lnTo>
                  <a:pt x="5116" y="6949"/>
                </a:lnTo>
                <a:lnTo>
                  <a:pt x="3719" y="3670"/>
                </a:lnTo>
                <a:close/>
                <a:moveTo>
                  <a:pt x="3047" y="2644"/>
                </a:moveTo>
                <a:cubicBezTo>
                  <a:pt x="2956" y="2644"/>
                  <a:pt x="2866" y="2680"/>
                  <a:pt x="2798" y="2748"/>
                </a:cubicBezTo>
                <a:cubicBezTo>
                  <a:pt x="2696" y="2850"/>
                  <a:pt x="2666" y="3005"/>
                  <a:pt x="2723" y="3138"/>
                </a:cubicBezTo>
                <a:lnTo>
                  <a:pt x="4686" y="7743"/>
                </a:lnTo>
                <a:cubicBezTo>
                  <a:pt x="4735" y="7855"/>
                  <a:pt x="4834" y="7935"/>
                  <a:pt x="4955" y="7953"/>
                </a:cubicBezTo>
                <a:cubicBezTo>
                  <a:pt x="4974" y="7956"/>
                  <a:pt x="4993" y="7957"/>
                  <a:pt x="5012" y="7957"/>
                </a:cubicBezTo>
                <a:cubicBezTo>
                  <a:pt x="5113" y="7957"/>
                  <a:pt x="5209" y="7915"/>
                  <a:pt x="5277" y="7838"/>
                </a:cubicBezTo>
                <a:lnTo>
                  <a:pt x="5841" y="7195"/>
                </a:lnTo>
                <a:lnTo>
                  <a:pt x="7558" y="8915"/>
                </a:lnTo>
                <a:cubicBezTo>
                  <a:pt x="7624" y="8982"/>
                  <a:pt x="7714" y="9019"/>
                  <a:pt x="7809" y="9019"/>
                </a:cubicBezTo>
                <a:cubicBezTo>
                  <a:pt x="7902" y="9019"/>
                  <a:pt x="7991" y="8982"/>
                  <a:pt x="8058" y="8915"/>
                </a:cubicBezTo>
                <a:lnTo>
                  <a:pt x="8870" y="8103"/>
                </a:lnTo>
                <a:cubicBezTo>
                  <a:pt x="9008" y="7965"/>
                  <a:pt x="9008" y="7742"/>
                  <a:pt x="8870" y="7602"/>
                </a:cubicBezTo>
                <a:lnTo>
                  <a:pt x="7136" y="5866"/>
                </a:lnTo>
                <a:lnTo>
                  <a:pt x="7872" y="5226"/>
                </a:lnTo>
                <a:cubicBezTo>
                  <a:pt x="7966" y="5146"/>
                  <a:pt x="8009" y="5024"/>
                  <a:pt x="7990" y="4906"/>
                </a:cubicBezTo>
                <a:cubicBezTo>
                  <a:pt x="7972" y="4784"/>
                  <a:pt x="7892" y="4683"/>
                  <a:pt x="7780" y="4634"/>
                </a:cubicBezTo>
                <a:lnTo>
                  <a:pt x="3187" y="2674"/>
                </a:lnTo>
                <a:cubicBezTo>
                  <a:pt x="3142" y="2654"/>
                  <a:pt x="3094" y="2644"/>
                  <a:pt x="3047" y="2644"/>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25" name="Google Shape;3425;p98"/>
          <p:cNvSpPr/>
          <p:nvPr/>
        </p:nvSpPr>
        <p:spPr>
          <a:xfrm>
            <a:off x="477864" y="2545325"/>
            <a:ext cx="245127" cy="294551"/>
          </a:xfrm>
          <a:custGeom>
            <a:rect b="b" l="l" r="r" t="t"/>
            <a:pathLst>
              <a:path extrusionOk="0" h="8868" w="7380">
                <a:moveTo>
                  <a:pt x="1431" y="890"/>
                </a:moveTo>
                <a:lnTo>
                  <a:pt x="6143" y="1368"/>
                </a:lnTo>
                <a:lnTo>
                  <a:pt x="4947" y="2393"/>
                </a:lnTo>
                <a:cubicBezTo>
                  <a:pt x="4867" y="2461"/>
                  <a:pt x="4823" y="2558"/>
                  <a:pt x="4823" y="2662"/>
                </a:cubicBezTo>
                <a:cubicBezTo>
                  <a:pt x="4823" y="2766"/>
                  <a:pt x="4870" y="2864"/>
                  <a:pt x="4947" y="2932"/>
                </a:cubicBezTo>
                <a:lnTo>
                  <a:pt x="6143" y="3958"/>
                </a:lnTo>
                <a:lnTo>
                  <a:pt x="1431" y="4439"/>
                </a:lnTo>
                <a:lnTo>
                  <a:pt x="1431" y="890"/>
                </a:lnTo>
                <a:close/>
                <a:moveTo>
                  <a:pt x="1074" y="147"/>
                </a:moveTo>
                <a:cubicBezTo>
                  <a:pt x="987" y="147"/>
                  <a:pt x="904" y="180"/>
                  <a:pt x="840" y="238"/>
                </a:cubicBezTo>
                <a:cubicBezTo>
                  <a:pt x="766" y="305"/>
                  <a:pt x="723" y="400"/>
                  <a:pt x="723" y="500"/>
                </a:cubicBezTo>
                <a:lnTo>
                  <a:pt x="723" y="4827"/>
                </a:lnTo>
                <a:cubicBezTo>
                  <a:pt x="723" y="5021"/>
                  <a:pt x="885" y="5180"/>
                  <a:pt x="1075" y="5180"/>
                </a:cubicBezTo>
                <a:cubicBezTo>
                  <a:pt x="1084" y="5180"/>
                  <a:pt x="1094" y="5179"/>
                  <a:pt x="1103" y="5179"/>
                </a:cubicBezTo>
                <a:cubicBezTo>
                  <a:pt x="1113" y="5182"/>
                  <a:pt x="1122" y="5182"/>
                  <a:pt x="1131" y="5182"/>
                </a:cubicBezTo>
                <a:cubicBezTo>
                  <a:pt x="1144" y="5182"/>
                  <a:pt x="1155" y="5182"/>
                  <a:pt x="1168" y="5179"/>
                </a:cubicBezTo>
                <a:lnTo>
                  <a:pt x="7035" y="4577"/>
                </a:lnTo>
                <a:cubicBezTo>
                  <a:pt x="7175" y="4562"/>
                  <a:pt x="7294" y="4466"/>
                  <a:pt x="7337" y="4331"/>
                </a:cubicBezTo>
                <a:cubicBezTo>
                  <a:pt x="7380" y="4197"/>
                  <a:pt x="7337" y="4049"/>
                  <a:pt x="7228" y="3960"/>
                </a:cubicBezTo>
                <a:lnTo>
                  <a:pt x="5719" y="2666"/>
                </a:lnTo>
                <a:lnTo>
                  <a:pt x="7228" y="1371"/>
                </a:lnTo>
                <a:cubicBezTo>
                  <a:pt x="7337" y="1279"/>
                  <a:pt x="7380" y="1132"/>
                  <a:pt x="7337" y="997"/>
                </a:cubicBezTo>
                <a:cubicBezTo>
                  <a:pt x="7294" y="862"/>
                  <a:pt x="7175" y="765"/>
                  <a:pt x="7034" y="751"/>
                </a:cubicBezTo>
                <a:lnTo>
                  <a:pt x="1113" y="149"/>
                </a:lnTo>
                <a:cubicBezTo>
                  <a:pt x="1100" y="148"/>
                  <a:pt x="1087" y="147"/>
                  <a:pt x="1074" y="147"/>
                </a:cubicBezTo>
                <a:close/>
                <a:moveTo>
                  <a:pt x="227" y="1"/>
                </a:moveTo>
                <a:cubicBezTo>
                  <a:pt x="103" y="1"/>
                  <a:pt x="1" y="103"/>
                  <a:pt x="1" y="226"/>
                </a:cubicBezTo>
                <a:lnTo>
                  <a:pt x="1" y="8642"/>
                </a:lnTo>
                <a:cubicBezTo>
                  <a:pt x="1" y="8765"/>
                  <a:pt x="103" y="8867"/>
                  <a:pt x="227" y="8867"/>
                </a:cubicBezTo>
                <a:cubicBezTo>
                  <a:pt x="351" y="8867"/>
                  <a:pt x="454" y="8765"/>
                  <a:pt x="454" y="8642"/>
                </a:cubicBezTo>
                <a:lnTo>
                  <a:pt x="454" y="226"/>
                </a:lnTo>
                <a:cubicBezTo>
                  <a:pt x="454" y="100"/>
                  <a:pt x="351" y="1"/>
                  <a:pt x="227"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26" name="Google Shape;3426;p98"/>
          <p:cNvSpPr/>
          <p:nvPr/>
        </p:nvSpPr>
        <p:spPr>
          <a:xfrm>
            <a:off x="1270775" y="2540492"/>
            <a:ext cx="243698" cy="304216"/>
          </a:xfrm>
          <a:custGeom>
            <a:rect b="b" l="l" r="r" t="t"/>
            <a:pathLst>
              <a:path extrusionOk="0" h="9159" w="7337">
                <a:moveTo>
                  <a:pt x="4445" y="455"/>
                </a:moveTo>
                <a:lnTo>
                  <a:pt x="4445" y="1134"/>
                </a:lnTo>
                <a:lnTo>
                  <a:pt x="2895" y="1134"/>
                </a:lnTo>
                <a:lnTo>
                  <a:pt x="2895" y="455"/>
                </a:lnTo>
                <a:close/>
                <a:moveTo>
                  <a:pt x="4237" y="1587"/>
                </a:moveTo>
                <a:lnTo>
                  <a:pt x="4237" y="1876"/>
                </a:lnTo>
                <a:cubicBezTo>
                  <a:pt x="4052" y="1846"/>
                  <a:pt x="3863" y="1827"/>
                  <a:pt x="3669" y="1827"/>
                </a:cubicBezTo>
                <a:cubicBezTo>
                  <a:pt x="3477" y="1827"/>
                  <a:pt x="3290" y="1846"/>
                  <a:pt x="3106" y="1876"/>
                </a:cubicBezTo>
                <a:lnTo>
                  <a:pt x="3106" y="1587"/>
                </a:lnTo>
                <a:close/>
                <a:moveTo>
                  <a:pt x="4661" y="4279"/>
                </a:moveTo>
                <a:cubicBezTo>
                  <a:pt x="4603" y="4279"/>
                  <a:pt x="4544" y="4300"/>
                  <a:pt x="4500" y="4344"/>
                </a:cubicBezTo>
                <a:lnTo>
                  <a:pt x="3508" y="5332"/>
                </a:lnTo>
                <a:cubicBezTo>
                  <a:pt x="3465" y="5375"/>
                  <a:pt x="3441" y="5434"/>
                  <a:pt x="3441" y="5493"/>
                </a:cubicBezTo>
                <a:lnTo>
                  <a:pt x="3441" y="7281"/>
                </a:lnTo>
                <a:cubicBezTo>
                  <a:pt x="3441" y="7405"/>
                  <a:pt x="3542" y="7507"/>
                  <a:pt x="3667" y="7507"/>
                </a:cubicBezTo>
                <a:cubicBezTo>
                  <a:pt x="3792" y="7507"/>
                  <a:pt x="3894" y="7405"/>
                  <a:pt x="3894" y="7281"/>
                </a:cubicBezTo>
                <a:lnTo>
                  <a:pt x="3894" y="5588"/>
                </a:lnTo>
                <a:lnTo>
                  <a:pt x="4819" y="4668"/>
                </a:lnTo>
                <a:cubicBezTo>
                  <a:pt x="4908" y="4579"/>
                  <a:pt x="4911" y="4435"/>
                  <a:pt x="4822" y="4346"/>
                </a:cubicBezTo>
                <a:cubicBezTo>
                  <a:pt x="4778" y="4301"/>
                  <a:pt x="4720" y="4279"/>
                  <a:pt x="4661" y="4279"/>
                </a:cubicBezTo>
                <a:close/>
                <a:moveTo>
                  <a:pt x="3669" y="3241"/>
                </a:moveTo>
                <a:cubicBezTo>
                  <a:pt x="4911" y="3241"/>
                  <a:pt x="5921" y="4251"/>
                  <a:pt x="5921" y="5493"/>
                </a:cubicBezTo>
                <a:cubicBezTo>
                  <a:pt x="5921" y="6735"/>
                  <a:pt x="4911" y="7745"/>
                  <a:pt x="3669" y="7745"/>
                </a:cubicBezTo>
                <a:cubicBezTo>
                  <a:pt x="2427" y="7745"/>
                  <a:pt x="1417" y="6735"/>
                  <a:pt x="1417" y="5493"/>
                </a:cubicBezTo>
                <a:cubicBezTo>
                  <a:pt x="1417" y="4252"/>
                  <a:pt x="2427" y="3241"/>
                  <a:pt x="3669" y="3241"/>
                </a:cubicBezTo>
                <a:close/>
                <a:moveTo>
                  <a:pt x="3669" y="2957"/>
                </a:moveTo>
                <a:cubicBezTo>
                  <a:pt x="2271" y="2957"/>
                  <a:pt x="1134" y="4096"/>
                  <a:pt x="1134" y="5493"/>
                </a:cubicBezTo>
                <a:cubicBezTo>
                  <a:pt x="1134" y="6891"/>
                  <a:pt x="2271" y="8028"/>
                  <a:pt x="3669" y="8028"/>
                </a:cubicBezTo>
                <a:cubicBezTo>
                  <a:pt x="5067" y="8028"/>
                  <a:pt x="6205" y="6891"/>
                  <a:pt x="6205" y="5493"/>
                </a:cubicBezTo>
                <a:cubicBezTo>
                  <a:pt x="6205" y="4096"/>
                  <a:pt x="5067" y="2957"/>
                  <a:pt x="3669" y="2957"/>
                </a:cubicBezTo>
                <a:close/>
                <a:moveTo>
                  <a:pt x="3669" y="2532"/>
                </a:moveTo>
                <a:cubicBezTo>
                  <a:pt x="5301" y="2532"/>
                  <a:pt x="6630" y="3860"/>
                  <a:pt x="6630" y="5493"/>
                </a:cubicBezTo>
                <a:cubicBezTo>
                  <a:pt x="6630" y="7125"/>
                  <a:pt x="5301" y="8454"/>
                  <a:pt x="3669" y="8454"/>
                </a:cubicBezTo>
                <a:cubicBezTo>
                  <a:pt x="2038" y="8454"/>
                  <a:pt x="708" y="7127"/>
                  <a:pt x="708" y="5493"/>
                </a:cubicBezTo>
                <a:cubicBezTo>
                  <a:pt x="708" y="3861"/>
                  <a:pt x="2035" y="2532"/>
                  <a:pt x="3669" y="2532"/>
                </a:cubicBezTo>
                <a:close/>
                <a:moveTo>
                  <a:pt x="2669" y="1"/>
                </a:moveTo>
                <a:cubicBezTo>
                  <a:pt x="2544" y="1"/>
                  <a:pt x="2442" y="103"/>
                  <a:pt x="2442" y="226"/>
                </a:cubicBezTo>
                <a:lnTo>
                  <a:pt x="2442" y="1358"/>
                </a:lnTo>
                <a:cubicBezTo>
                  <a:pt x="2442" y="1478"/>
                  <a:pt x="2537" y="1573"/>
                  <a:pt x="2654" y="1581"/>
                </a:cubicBezTo>
                <a:lnTo>
                  <a:pt x="2654" y="1970"/>
                </a:lnTo>
                <a:cubicBezTo>
                  <a:pt x="1125" y="2412"/>
                  <a:pt x="1" y="3823"/>
                  <a:pt x="1" y="5490"/>
                </a:cubicBezTo>
                <a:cubicBezTo>
                  <a:pt x="1" y="7514"/>
                  <a:pt x="1646" y="9158"/>
                  <a:pt x="3669" y="9158"/>
                </a:cubicBezTo>
                <a:cubicBezTo>
                  <a:pt x="5693" y="9158"/>
                  <a:pt x="7336" y="7514"/>
                  <a:pt x="7336" y="5490"/>
                </a:cubicBezTo>
                <a:cubicBezTo>
                  <a:pt x="7336" y="3824"/>
                  <a:pt x="6215" y="2415"/>
                  <a:pt x="4690" y="1971"/>
                </a:cubicBezTo>
                <a:lnTo>
                  <a:pt x="4690" y="1581"/>
                </a:lnTo>
                <a:cubicBezTo>
                  <a:pt x="4805" y="1570"/>
                  <a:pt x="4898" y="1477"/>
                  <a:pt x="4898" y="1358"/>
                </a:cubicBezTo>
                <a:lnTo>
                  <a:pt x="4898" y="226"/>
                </a:lnTo>
                <a:cubicBezTo>
                  <a:pt x="4898" y="103"/>
                  <a:pt x="4796" y="1"/>
                  <a:pt x="467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27" name="Google Shape;3427;p98"/>
          <p:cNvSpPr txBox="1"/>
          <p:nvPr/>
        </p:nvSpPr>
        <p:spPr>
          <a:xfrm>
            <a:off x="8300852" y="2157573"/>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Target</a:t>
            </a:r>
            <a:endParaRPr sz="1800">
              <a:solidFill>
                <a:srgbClr val="252525"/>
              </a:solidFill>
              <a:latin typeface="Arial"/>
              <a:ea typeface="Arial"/>
              <a:cs typeface="Arial"/>
              <a:sym typeface="Arial"/>
            </a:endParaRPr>
          </a:p>
        </p:txBody>
      </p:sp>
      <p:sp>
        <p:nvSpPr>
          <p:cNvPr id="3428" name="Google Shape;3428;p98"/>
          <p:cNvSpPr txBox="1"/>
          <p:nvPr/>
        </p:nvSpPr>
        <p:spPr>
          <a:xfrm>
            <a:off x="462866" y="2933031"/>
            <a:ext cx="275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Flag</a:t>
            </a:r>
            <a:endParaRPr sz="1800">
              <a:solidFill>
                <a:srgbClr val="252525"/>
              </a:solidFill>
              <a:latin typeface="Arial"/>
              <a:ea typeface="Arial"/>
              <a:cs typeface="Arial"/>
              <a:sym typeface="Arial"/>
            </a:endParaRPr>
          </a:p>
        </p:txBody>
      </p:sp>
      <p:sp>
        <p:nvSpPr>
          <p:cNvPr id="3429" name="Google Shape;3429;p98"/>
          <p:cNvSpPr txBox="1"/>
          <p:nvPr/>
        </p:nvSpPr>
        <p:spPr>
          <a:xfrm>
            <a:off x="1226175" y="2933031"/>
            <a:ext cx="333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Time</a:t>
            </a:r>
            <a:endParaRPr sz="1800">
              <a:solidFill>
                <a:srgbClr val="252525"/>
              </a:solidFill>
              <a:latin typeface="Arial"/>
              <a:ea typeface="Arial"/>
              <a:cs typeface="Arial"/>
              <a:sym typeface="Arial"/>
            </a:endParaRPr>
          </a:p>
        </p:txBody>
      </p:sp>
      <p:sp>
        <p:nvSpPr>
          <p:cNvPr id="3430" name="Google Shape;3430;p98"/>
          <p:cNvSpPr/>
          <p:nvPr/>
        </p:nvSpPr>
        <p:spPr>
          <a:xfrm>
            <a:off x="2029043" y="2515762"/>
            <a:ext cx="311572" cy="353694"/>
          </a:xfrm>
          <a:custGeom>
            <a:rect b="b" l="l" r="r" t="t"/>
            <a:pathLst>
              <a:path extrusionOk="0" h="8800" w="7752">
                <a:moveTo>
                  <a:pt x="3878" y="527"/>
                </a:moveTo>
                <a:cubicBezTo>
                  <a:pt x="4108" y="527"/>
                  <a:pt x="4295" y="720"/>
                  <a:pt x="4295" y="954"/>
                </a:cubicBezTo>
                <a:lnTo>
                  <a:pt x="4295" y="1211"/>
                </a:lnTo>
                <a:cubicBezTo>
                  <a:pt x="4295" y="1449"/>
                  <a:pt x="4108" y="1640"/>
                  <a:pt x="3878" y="1640"/>
                </a:cubicBezTo>
                <a:cubicBezTo>
                  <a:pt x="3648" y="1640"/>
                  <a:pt x="3461" y="1447"/>
                  <a:pt x="3461" y="1211"/>
                </a:cubicBezTo>
                <a:lnTo>
                  <a:pt x="3461" y="954"/>
                </a:lnTo>
                <a:cubicBezTo>
                  <a:pt x="3461" y="717"/>
                  <a:pt x="3648" y="527"/>
                  <a:pt x="3878" y="527"/>
                </a:cubicBezTo>
                <a:close/>
                <a:moveTo>
                  <a:pt x="3878" y="1"/>
                </a:moveTo>
                <a:cubicBezTo>
                  <a:pt x="3358" y="1"/>
                  <a:pt x="2935" y="430"/>
                  <a:pt x="2935" y="954"/>
                </a:cubicBezTo>
                <a:lnTo>
                  <a:pt x="2935" y="1211"/>
                </a:lnTo>
                <a:cubicBezTo>
                  <a:pt x="2935" y="1738"/>
                  <a:pt x="3358" y="2164"/>
                  <a:pt x="3878" y="2164"/>
                </a:cubicBezTo>
                <a:cubicBezTo>
                  <a:pt x="4398" y="2164"/>
                  <a:pt x="4821" y="1737"/>
                  <a:pt x="4821" y="1211"/>
                </a:cubicBezTo>
                <a:lnTo>
                  <a:pt x="4821" y="954"/>
                </a:lnTo>
                <a:cubicBezTo>
                  <a:pt x="4821" y="430"/>
                  <a:pt x="4398" y="1"/>
                  <a:pt x="3878" y="1"/>
                </a:cubicBezTo>
                <a:close/>
                <a:moveTo>
                  <a:pt x="3267" y="2245"/>
                </a:moveTo>
                <a:cubicBezTo>
                  <a:pt x="2601" y="2245"/>
                  <a:pt x="2137" y="2680"/>
                  <a:pt x="2137" y="3299"/>
                </a:cubicBezTo>
                <a:lnTo>
                  <a:pt x="2137" y="4003"/>
                </a:lnTo>
                <a:lnTo>
                  <a:pt x="2665" y="4003"/>
                </a:lnTo>
                <a:lnTo>
                  <a:pt x="2665" y="3299"/>
                </a:lnTo>
                <a:cubicBezTo>
                  <a:pt x="2665" y="2898"/>
                  <a:pt x="2973" y="2800"/>
                  <a:pt x="3164" y="2778"/>
                </a:cubicBezTo>
                <a:lnTo>
                  <a:pt x="3692" y="3320"/>
                </a:lnTo>
                <a:cubicBezTo>
                  <a:pt x="3741" y="3371"/>
                  <a:pt x="3811" y="3400"/>
                  <a:pt x="3880" y="3400"/>
                </a:cubicBezTo>
                <a:cubicBezTo>
                  <a:pt x="3882" y="3400"/>
                  <a:pt x="3884" y="3400"/>
                  <a:pt x="3885" y="3400"/>
                </a:cubicBezTo>
                <a:cubicBezTo>
                  <a:pt x="3958" y="3397"/>
                  <a:pt x="4026" y="3366"/>
                  <a:pt x="4074" y="3312"/>
                </a:cubicBezTo>
                <a:lnTo>
                  <a:pt x="4559" y="2778"/>
                </a:lnTo>
                <a:cubicBezTo>
                  <a:pt x="4827" y="2809"/>
                  <a:pt x="5095" y="2957"/>
                  <a:pt x="5095" y="3299"/>
                </a:cubicBezTo>
                <a:lnTo>
                  <a:pt x="5095" y="4003"/>
                </a:lnTo>
                <a:lnTo>
                  <a:pt x="5621" y="4003"/>
                </a:lnTo>
                <a:lnTo>
                  <a:pt x="5621" y="3299"/>
                </a:lnTo>
                <a:cubicBezTo>
                  <a:pt x="5621" y="2689"/>
                  <a:pt x="5127" y="2245"/>
                  <a:pt x="4448" y="2245"/>
                </a:cubicBezTo>
                <a:cubicBezTo>
                  <a:pt x="4374" y="2245"/>
                  <a:pt x="4302" y="2276"/>
                  <a:pt x="4253" y="2332"/>
                </a:cubicBezTo>
                <a:lnTo>
                  <a:pt x="3872" y="2754"/>
                </a:lnTo>
                <a:lnTo>
                  <a:pt x="3455" y="2325"/>
                </a:lnTo>
                <a:cubicBezTo>
                  <a:pt x="3406" y="2273"/>
                  <a:pt x="3337" y="2245"/>
                  <a:pt x="3267" y="2245"/>
                </a:cubicBezTo>
                <a:close/>
                <a:moveTo>
                  <a:pt x="2770" y="5259"/>
                </a:moveTo>
                <a:cubicBezTo>
                  <a:pt x="2676" y="5259"/>
                  <a:pt x="2601" y="5335"/>
                  <a:pt x="2601" y="5428"/>
                </a:cubicBezTo>
                <a:lnTo>
                  <a:pt x="2601" y="7923"/>
                </a:lnTo>
                <a:cubicBezTo>
                  <a:pt x="2601" y="8015"/>
                  <a:pt x="2676" y="8092"/>
                  <a:pt x="2770" y="8092"/>
                </a:cubicBezTo>
                <a:cubicBezTo>
                  <a:pt x="2862" y="8092"/>
                  <a:pt x="2939" y="8015"/>
                  <a:pt x="2939" y="7923"/>
                </a:cubicBezTo>
                <a:lnTo>
                  <a:pt x="2939" y="5595"/>
                </a:lnTo>
                <a:lnTo>
                  <a:pt x="4819" y="5595"/>
                </a:lnTo>
                <a:lnTo>
                  <a:pt x="4819" y="7923"/>
                </a:lnTo>
                <a:cubicBezTo>
                  <a:pt x="4819" y="8015"/>
                  <a:pt x="4895" y="8092"/>
                  <a:pt x="4989" y="8092"/>
                </a:cubicBezTo>
                <a:cubicBezTo>
                  <a:pt x="5081" y="8092"/>
                  <a:pt x="5156" y="8015"/>
                  <a:pt x="5156" y="7923"/>
                </a:cubicBezTo>
                <a:lnTo>
                  <a:pt x="5156" y="5428"/>
                </a:lnTo>
                <a:cubicBezTo>
                  <a:pt x="5155" y="5335"/>
                  <a:pt x="5079" y="5259"/>
                  <a:pt x="4986" y="5259"/>
                </a:cubicBezTo>
                <a:close/>
                <a:moveTo>
                  <a:pt x="5511" y="1370"/>
                </a:moveTo>
                <a:cubicBezTo>
                  <a:pt x="5326" y="1370"/>
                  <a:pt x="5173" y="1522"/>
                  <a:pt x="5173" y="1707"/>
                </a:cubicBezTo>
                <a:cubicBezTo>
                  <a:pt x="5173" y="1893"/>
                  <a:pt x="5324" y="2043"/>
                  <a:pt x="5511" y="2043"/>
                </a:cubicBezTo>
                <a:cubicBezTo>
                  <a:pt x="5563" y="2043"/>
                  <a:pt x="5611" y="2029"/>
                  <a:pt x="5654" y="2009"/>
                </a:cubicBezTo>
                <a:lnTo>
                  <a:pt x="6257" y="2407"/>
                </a:lnTo>
                <a:lnTo>
                  <a:pt x="6257" y="4270"/>
                </a:lnTo>
                <a:lnTo>
                  <a:pt x="263" y="4270"/>
                </a:lnTo>
                <a:cubicBezTo>
                  <a:pt x="119" y="4270"/>
                  <a:pt x="1" y="4387"/>
                  <a:pt x="1" y="4533"/>
                </a:cubicBezTo>
                <a:lnTo>
                  <a:pt x="1" y="5204"/>
                </a:lnTo>
                <a:cubicBezTo>
                  <a:pt x="1" y="5298"/>
                  <a:pt x="53" y="5387"/>
                  <a:pt x="136" y="5433"/>
                </a:cubicBezTo>
                <a:lnTo>
                  <a:pt x="1523" y="6208"/>
                </a:lnTo>
                <a:lnTo>
                  <a:pt x="1523" y="8535"/>
                </a:lnTo>
                <a:cubicBezTo>
                  <a:pt x="1523" y="8680"/>
                  <a:pt x="1640" y="8799"/>
                  <a:pt x="1786" y="8799"/>
                </a:cubicBezTo>
                <a:cubicBezTo>
                  <a:pt x="1933" y="8799"/>
                  <a:pt x="2050" y="8682"/>
                  <a:pt x="2050" y="8535"/>
                </a:cubicBezTo>
                <a:lnTo>
                  <a:pt x="2050" y="5363"/>
                </a:lnTo>
                <a:cubicBezTo>
                  <a:pt x="2050" y="5219"/>
                  <a:pt x="1933" y="5100"/>
                  <a:pt x="1786" y="5100"/>
                </a:cubicBezTo>
                <a:cubicBezTo>
                  <a:pt x="1640" y="5100"/>
                  <a:pt x="1523" y="5216"/>
                  <a:pt x="1523" y="5363"/>
                </a:cubicBezTo>
                <a:lnTo>
                  <a:pt x="1523" y="5605"/>
                </a:lnTo>
                <a:lnTo>
                  <a:pt x="526" y="5048"/>
                </a:lnTo>
                <a:lnTo>
                  <a:pt x="526" y="4796"/>
                </a:lnTo>
                <a:lnTo>
                  <a:pt x="7223" y="4796"/>
                </a:lnTo>
                <a:lnTo>
                  <a:pt x="7223" y="5048"/>
                </a:lnTo>
                <a:lnTo>
                  <a:pt x="6225" y="5605"/>
                </a:lnTo>
                <a:lnTo>
                  <a:pt x="6225" y="5363"/>
                </a:lnTo>
                <a:cubicBezTo>
                  <a:pt x="6225" y="5219"/>
                  <a:pt x="6110" y="5100"/>
                  <a:pt x="5963" y="5100"/>
                </a:cubicBezTo>
                <a:cubicBezTo>
                  <a:pt x="5816" y="5100"/>
                  <a:pt x="5698" y="5216"/>
                  <a:pt x="5698" y="5363"/>
                </a:cubicBezTo>
                <a:lnTo>
                  <a:pt x="5698" y="8535"/>
                </a:lnTo>
                <a:cubicBezTo>
                  <a:pt x="5698" y="8680"/>
                  <a:pt x="5816" y="8799"/>
                  <a:pt x="5963" y="8799"/>
                </a:cubicBezTo>
                <a:cubicBezTo>
                  <a:pt x="6110" y="8799"/>
                  <a:pt x="6225" y="8682"/>
                  <a:pt x="6225" y="8535"/>
                </a:cubicBezTo>
                <a:lnTo>
                  <a:pt x="6225" y="6208"/>
                </a:lnTo>
                <a:lnTo>
                  <a:pt x="7614" y="5431"/>
                </a:lnTo>
                <a:cubicBezTo>
                  <a:pt x="7699" y="5385"/>
                  <a:pt x="7751" y="5298"/>
                  <a:pt x="7751" y="5201"/>
                </a:cubicBezTo>
                <a:lnTo>
                  <a:pt x="7751" y="4531"/>
                </a:lnTo>
                <a:cubicBezTo>
                  <a:pt x="7752" y="4389"/>
                  <a:pt x="7635" y="4272"/>
                  <a:pt x="7491" y="4272"/>
                </a:cubicBezTo>
                <a:lnTo>
                  <a:pt x="6597" y="4272"/>
                </a:lnTo>
                <a:lnTo>
                  <a:pt x="6597" y="2317"/>
                </a:lnTo>
                <a:cubicBezTo>
                  <a:pt x="6597" y="2260"/>
                  <a:pt x="6568" y="2208"/>
                  <a:pt x="6521" y="2176"/>
                </a:cubicBezTo>
                <a:lnTo>
                  <a:pt x="5847" y="1732"/>
                </a:lnTo>
                <a:cubicBezTo>
                  <a:pt x="5847" y="1723"/>
                  <a:pt x="5848" y="1715"/>
                  <a:pt x="5848" y="1707"/>
                </a:cubicBezTo>
                <a:cubicBezTo>
                  <a:pt x="5848" y="1522"/>
                  <a:pt x="5698" y="1370"/>
                  <a:pt x="5511" y="137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31" name="Google Shape;3431;p98"/>
          <p:cNvSpPr txBox="1"/>
          <p:nvPr/>
        </p:nvSpPr>
        <p:spPr>
          <a:xfrm>
            <a:off x="2014853" y="2933031"/>
            <a:ext cx="3399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Event</a:t>
            </a:r>
            <a:endParaRPr sz="1800">
              <a:solidFill>
                <a:srgbClr val="252525"/>
              </a:solidFill>
              <a:latin typeface="Arial"/>
              <a:ea typeface="Arial"/>
              <a:cs typeface="Arial"/>
              <a:sym typeface="Arial"/>
            </a:endParaRPr>
          </a:p>
        </p:txBody>
      </p:sp>
      <p:sp>
        <p:nvSpPr>
          <p:cNvPr id="3432" name="Google Shape;3432;p98"/>
          <p:cNvSpPr txBox="1"/>
          <p:nvPr/>
        </p:nvSpPr>
        <p:spPr>
          <a:xfrm>
            <a:off x="3593310" y="1382115"/>
            <a:ext cx="3519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Results</a:t>
            </a:r>
            <a:endParaRPr sz="1800">
              <a:solidFill>
                <a:srgbClr val="252525"/>
              </a:solidFill>
              <a:latin typeface="Arial"/>
              <a:ea typeface="Arial"/>
              <a:cs typeface="Arial"/>
              <a:sym typeface="Arial"/>
            </a:endParaRPr>
          </a:p>
        </p:txBody>
      </p:sp>
      <p:grpSp>
        <p:nvGrpSpPr>
          <p:cNvPr id="3433" name="Google Shape;3433;p98"/>
          <p:cNvGrpSpPr/>
          <p:nvPr/>
        </p:nvGrpSpPr>
        <p:grpSpPr>
          <a:xfrm>
            <a:off x="3663179" y="1039537"/>
            <a:ext cx="211937" cy="212856"/>
            <a:chOff x="2718345" y="153009"/>
            <a:chExt cx="285053" cy="286289"/>
          </a:xfrm>
        </p:grpSpPr>
        <p:sp>
          <p:nvSpPr>
            <p:cNvPr id="3434" name="Google Shape;3434;p98"/>
            <p:cNvSpPr/>
            <p:nvPr/>
          </p:nvSpPr>
          <p:spPr>
            <a:xfrm>
              <a:off x="2718345" y="153009"/>
              <a:ext cx="285053" cy="286289"/>
            </a:xfrm>
            <a:custGeom>
              <a:rect b="b" l="l" r="r" t="t"/>
              <a:pathLst>
                <a:path extrusionOk="0" h="286289" w="285053">
                  <a:moveTo>
                    <a:pt x="180518" y="31124"/>
                  </a:moveTo>
                  <a:cubicBezTo>
                    <a:pt x="139453" y="-10195"/>
                    <a:pt x="72667" y="-10400"/>
                    <a:pt x="31348" y="30665"/>
                  </a:cubicBezTo>
                  <a:cubicBezTo>
                    <a:pt x="31195" y="30817"/>
                    <a:pt x="31041" y="30971"/>
                    <a:pt x="30889" y="31124"/>
                  </a:cubicBezTo>
                  <a:cubicBezTo>
                    <a:pt x="-10296" y="72643"/>
                    <a:pt x="-10296" y="139604"/>
                    <a:pt x="30889" y="181123"/>
                  </a:cubicBezTo>
                  <a:cubicBezTo>
                    <a:pt x="62164" y="212669"/>
                    <a:pt x="109885" y="221171"/>
                    <a:pt x="150130" y="202367"/>
                  </a:cubicBezTo>
                  <a:lnTo>
                    <a:pt x="154287" y="206523"/>
                  </a:lnTo>
                  <a:lnTo>
                    <a:pt x="223282" y="275796"/>
                  </a:lnTo>
                  <a:cubicBezTo>
                    <a:pt x="237176" y="289747"/>
                    <a:pt x="259751" y="289793"/>
                    <a:pt x="273703" y="275898"/>
                  </a:cubicBezTo>
                  <a:cubicBezTo>
                    <a:pt x="273737" y="275864"/>
                    <a:pt x="273771" y="275830"/>
                    <a:pt x="273805" y="275796"/>
                  </a:cubicBezTo>
                  <a:lnTo>
                    <a:pt x="274636" y="274872"/>
                  </a:lnTo>
                  <a:cubicBezTo>
                    <a:pt x="288526" y="260895"/>
                    <a:pt x="288526" y="238326"/>
                    <a:pt x="274636" y="224349"/>
                  </a:cubicBezTo>
                  <a:lnTo>
                    <a:pt x="205641" y="155076"/>
                  </a:lnTo>
                  <a:lnTo>
                    <a:pt x="201392" y="150828"/>
                  </a:lnTo>
                  <a:cubicBezTo>
                    <a:pt x="220141" y="110486"/>
                    <a:pt x="211815" y="62739"/>
                    <a:pt x="180518" y="31124"/>
                  </a:cubicBezTo>
                  <a:close/>
                  <a:moveTo>
                    <a:pt x="105703" y="189436"/>
                  </a:moveTo>
                  <a:cubicBezTo>
                    <a:pt x="83680" y="189473"/>
                    <a:pt x="62558" y="180692"/>
                    <a:pt x="47052" y="165052"/>
                  </a:cubicBezTo>
                  <a:cubicBezTo>
                    <a:pt x="14747" y="132408"/>
                    <a:pt x="14747" y="79839"/>
                    <a:pt x="47052" y="47196"/>
                  </a:cubicBezTo>
                  <a:cubicBezTo>
                    <a:pt x="79486" y="14904"/>
                    <a:pt x="131921" y="14904"/>
                    <a:pt x="164354" y="47196"/>
                  </a:cubicBezTo>
                  <a:lnTo>
                    <a:pt x="164354" y="47196"/>
                  </a:lnTo>
                  <a:cubicBezTo>
                    <a:pt x="196660" y="79839"/>
                    <a:pt x="196660" y="132408"/>
                    <a:pt x="164354" y="165052"/>
                  </a:cubicBezTo>
                  <a:cubicBezTo>
                    <a:pt x="148849" y="180692"/>
                    <a:pt x="127726" y="189473"/>
                    <a:pt x="105703" y="189436"/>
                  </a:cubicBezTo>
                  <a:close/>
                  <a:moveTo>
                    <a:pt x="258565" y="240605"/>
                  </a:moveTo>
                  <a:cubicBezTo>
                    <a:pt x="263666" y="245603"/>
                    <a:pt x="263749" y="253790"/>
                    <a:pt x="258752" y="258891"/>
                  </a:cubicBezTo>
                  <a:cubicBezTo>
                    <a:pt x="258690" y="258954"/>
                    <a:pt x="258628" y="259016"/>
                    <a:pt x="258565" y="259078"/>
                  </a:cubicBezTo>
                  <a:lnTo>
                    <a:pt x="257641" y="260001"/>
                  </a:lnTo>
                  <a:cubicBezTo>
                    <a:pt x="252717" y="265103"/>
                    <a:pt x="244589" y="265246"/>
                    <a:pt x="239487" y="260320"/>
                  </a:cubicBezTo>
                  <a:cubicBezTo>
                    <a:pt x="239379" y="260216"/>
                    <a:pt x="239273" y="260109"/>
                    <a:pt x="239169" y="260001"/>
                  </a:cubicBezTo>
                  <a:lnTo>
                    <a:pt x="170173" y="190729"/>
                  </a:lnTo>
                  <a:lnTo>
                    <a:pt x="180333" y="181492"/>
                  </a:lnTo>
                  <a:cubicBezTo>
                    <a:pt x="183196" y="178906"/>
                    <a:pt x="189569" y="171425"/>
                    <a:pt x="189569" y="17142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35" name="Google Shape;3435;p98"/>
            <p:cNvSpPr/>
            <p:nvPr/>
          </p:nvSpPr>
          <p:spPr>
            <a:xfrm>
              <a:off x="2776573" y="207778"/>
              <a:ext cx="97720" cy="96335"/>
            </a:xfrm>
            <a:custGeom>
              <a:rect b="b" l="l" r="r" t="t"/>
              <a:pathLst>
                <a:path extrusionOk="0" h="96335" w="97720">
                  <a:moveTo>
                    <a:pt x="90147" y="81742"/>
                  </a:moveTo>
                  <a:lnTo>
                    <a:pt x="83127" y="81742"/>
                  </a:lnTo>
                  <a:lnTo>
                    <a:pt x="83127" y="58559"/>
                  </a:lnTo>
                  <a:cubicBezTo>
                    <a:pt x="83127" y="57079"/>
                    <a:pt x="81928" y="55880"/>
                    <a:pt x="80449" y="55880"/>
                  </a:cubicBezTo>
                  <a:lnTo>
                    <a:pt x="69642" y="55880"/>
                  </a:lnTo>
                  <a:cubicBezTo>
                    <a:pt x="68163" y="55880"/>
                    <a:pt x="66964" y="57079"/>
                    <a:pt x="66964" y="58559"/>
                  </a:cubicBezTo>
                  <a:lnTo>
                    <a:pt x="66964" y="81742"/>
                  </a:lnTo>
                  <a:lnTo>
                    <a:pt x="56804" y="81742"/>
                  </a:lnTo>
                  <a:lnTo>
                    <a:pt x="56804" y="2771"/>
                  </a:lnTo>
                  <a:cubicBezTo>
                    <a:pt x="56805" y="1276"/>
                    <a:pt x="55620" y="50"/>
                    <a:pt x="54125" y="0"/>
                  </a:cubicBezTo>
                  <a:lnTo>
                    <a:pt x="43319" y="0"/>
                  </a:lnTo>
                  <a:cubicBezTo>
                    <a:pt x="41824" y="50"/>
                    <a:pt x="40639" y="1276"/>
                    <a:pt x="40640" y="2771"/>
                  </a:cubicBezTo>
                  <a:lnTo>
                    <a:pt x="40640" y="81742"/>
                  </a:lnTo>
                  <a:lnTo>
                    <a:pt x="30572" y="81742"/>
                  </a:lnTo>
                  <a:lnTo>
                    <a:pt x="30572" y="40363"/>
                  </a:lnTo>
                  <a:cubicBezTo>
                    <a:pt x="30624" y="38884"/>
                    <a:pt x="29468" y="37644"/>
                    <a:pt x="27990" y="37592"/>
                  </a:cubicBezTo>
                  <a:cubicBezTo>
                    <a:pt x="27927" y="37590"/>
                    <a:pt x="27864" y="37590"/>
                    <a:pt x="27801" y="37592"/>
                  </a:cubicBezTo>
                  <a:lnTo>
                    <a:pt x="17087" y="37592"/>
                  </a:lnTo>
                  <a:cubicBezTo>
                    <a:pt x="15557" y="37592"/>
                    <a:pt x="14316" y="38832"/>
                    <a:pt x="14316" y="40363"/>
                  </a:cubicBezTo>
                  <a:lnTo>
                    <a:pt x="14316" y="81742"/>
                  </a:lnTo>
                  <a:lnTo>
                    <a:pt x="7297" y="81742"/>
                  </a:lnTo>
                  <a:cubicBezTo>
                    <a:pt x="3267" y="81742"/>
                    <a:pt x="0" y="85009"/>
                    <a:pt x="0" y="89039"/>
                  </a:cubicBezTo>
                  <a:cubicBezTo>
                    <a:pt x="0" y="93068"/>
                    <a:pt x="3267" y="96335"/>
                    <a:pt x="7297" y="96335"/>
                  </a:cubicBezTo>
                  <a:lnTo>
                    <a:pt x="90424" y="96335"/>
                  </a:lnTo>
                  <a:cubicBezTo>
                    <a:pt x="94454" y="96335"/>
                    <a:pt x="97721" y="93068"/>
                    <a:pt x="97721" y="89039"/>
                  </a:cubicBezTo>
                  <a:cubicBezTo>
                    <a:pt x="97721" y="85009"/>
                    <a:pt x="94454" y="81742"/>
                    <a:pt x="90424" y="8174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436" name="Google Shape;3436;p98"/>
          <p:cNvGrpSpPr/>
          <p:nvPr/>
        </p:nvGrpSpPr>
        <p:grpSpPr>
          <a:xfrm>
            <a:off x="4424762" y="2562997"/>
            <a:ext cx="274137" cy="259008"/>
            <a:chOff x="15232408" y="-3972440"/>
            <a:chExt cx="485628" cy="458827"/>
          </a:xfrm>
        </p:grpSpPr>
        <p:sp>
          <p:nvSpPr>
            <p:cNvPr id="3437" name="Google Shape;3437;p98"/>
            <p:cNvSpPr/>
            <p:nvPr/>
          </p:nvSpPr>
          <p:spPr>
            <a:xfrm>
              <a:off x="15232408" y="-3972440"/>
              <a:ext cx="485628" cy="458827"/>
            </a:xfrm>
            <a:custGeom>
              <a:rect b="b" l="l" r="r" t="t"/>
              <a:pathLst>
                <a:path extrusionOk="0" h="8577" w="9078">
                  <a:moveTo>
                    <a:pt x="8151" y="1579"/>
                  </a:moveTo>
                  <a:cubicBezTo>
                    <a:pt x="8273" y="1579"/>
                    <a:pt x="8377" y="1683"/>
                    <a:pt x="8377" y="1805"/>
                  </a:cubicBezTo>
                  <a:lnTo>
                    <a:pt x="8377" y="7648"/>
                  </a:lnTo>
                  <a:lnTo>
                    <a:pt x="8375" y="7648"/>
                  </a:lnTo>
                  <a:cubicBezTo>
                    <a:pt x="8375" y="7771"/>
                    <a:pt x="8271" y="7875"/>
                    <a:pt x="8150" y="7875"/>
                  </a:cubicBezTo>
                  <a:lnTo>
                    <a:pt x="930" y="7875"/>
                  </a:lnTo>
                  <a:cubicBezTo>
                    <a:pt x="808" y="7875"/>
                    <a:pt x="704" y="7770"/>
                    <a:pt x="704" y="7648"/>
                  </a:cubicBezTo>
                  <a:lnTo>
                    <a:pt x="704" y="1805"/>
                  </a:lnTo>
                  <a:cubicBezTo>
                    <a:pt x="704" y="1681"/>
                    <a:pt x="808" y="1579"/>
                    <a:pt x="930" y="1579"/>
                  </a:cubicBezTo>
                  <a:lnTo>
                    <a:pt x="2295" y="1579"/>
                  </a:lnTo>
                  <a:lnTo>
                    <a:pt x="2295" y="1662"/>
                  </a:lnTo>
                  <a:cubicBezTo>
                    <a:pt x="2295" y="1787"/>
                    <a:pt x="2396" y="1886"/>
                    <a:pt x="2519" y="1886"/>
                  </a:cubicBezTo>
                  <a:cubicBezTo>
                    <a:pt x="2644" y="1886"/>
                    <a:pt x="2745" y="1787"/>
                    <a:pt x="2745" y="1662"/>
                  </a:cubicBezTo>
                  <a:lnTo>
                    <a:pt x="2745" y="1579"/>
                  </a:lnTo>
                  <a:lnTo>
                    <a:pt x="6338" y="1579"/>
                  </a:lnTo>
                  <a:lnTo>
                    <a:pt x="6338" y="1662"/>
                  </a:lnTo>
                  <a:cubicBezTo>
                    <a:pt x="6338" y="1787"/>
                    <a:pt x="6438" y="1886"/>
                    <a:pt x="6562" y="1886"/>
                  </a:cubicBezTo>
                  <a:cubicBezTo>
                    <a:pt x="6687" y="1886"/>
                    <a:pt x="6787" y="1787"/>
                    <a:pt x="6787" y="1662"/>
                  </a:cubicBezTo>
                  <a:lnTo>
                    <a:pt x="6787" y="1579"/>
                  </a:lnTo>
                  <a:close/>
                  <a:moveTo>
                    <a:pt x="2517" y="0"/>
                  </a:moveTo>
                  <a:cubicBezTo>
                    <a:pt x="2393" y="0"/>
                    <a:pt x="2293" y="100"/>
                    <a:pt x="2293" y="225"/>
                  </a:cubicBezTo>
                  <a:lnTo>
                    <a:pt x="2293" y="877"/>
                  </a:lnTo>
                  <a:lnTo>
                    <a:pt x="928" y="877"/>
                  </a:lnTo>
                  <a:cubicBezTo>
                    <a:pt x="416" y="877"/>
                    <a:pt x="0" y="1292"/>
                    <a:pt x="0" y="1805"/>
                  </a:cubicBezTo>
                  <a:lnTo>
                    <a:pt x="0" y="7648"/>
                  </a:lnTo>
                  <a:cubicBezTo>
                    <a:pt x="0" y="8160"/>
                    <a:pt x="416" y="8576"/>
                    <a:pt x="928" y="8576"/>
                  </a:cubicBezTo>
                  <a:lnTo>
                    <a:pt x="8150" y="8576"/>
                  </a:lnTo>
                  <a:cubicBezTo>
                    <a:pt x="8662" y="8576"/>
                    <a:pt x="9078" y="8160"/>
                    <a:pt x="9078" y="7648"/>
                  </a:cubicBezTo>
                  <a:lnTo>
                    <a:pt x="9078" y="1805"/>
                  </a:lnTo>
                  <a:cubicBezTo>
                    <a:pt x="9078" y="1292"/>
                    <a:pt x="8659" y="877"/>
                    <a:pt x="8150" y="877"/>
                  </a:cubicBezTo>
                  <a:lnTo>
                    <a:pt x="6785" y="877"/>
                  </a:lnTo>
                  <a:lnTo>
                    <a:pt x="6785" y="225"/>
                  </a:lnTo>
                  <a:cubicBezTo>
                    <a:pt x="6785" y="101"/>
                    <a:pt x="6684" y="0"/>
                    <a:pt x="6559" y="0"/>
                  </a:cubicBezTo>
                  <a:cubicBezTo>
                    <a:pt x="6436" y="0"/>
                    <a:pt x="6335" y="100"/>
                    <a:pt x="6335" y="225"/>
                  </a:cubicBezTo>
                  <a:lnTo>
                    <a:pt x="6335" y="877"/>
                  </a:lnTo>
                  <a:lnTo>
                    <a:pt x="2742" y="877"/>
                  </a:lnTo>
                  <a:lnTo>
                    <a:pt x="2742" y="225"/>
                  </a:lnTo>
                  <a:cubicBezTo>
                    <a:pt x="2742" y="101"/>
                    <a:pt x="2642" y="0"/>
                    <a:pt x="251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38" name="Google Shape;3438;p98"/>
            <p:cNvSpPr/>
            <p:nvPr/>
          </p:nvSpPr>
          <p:spPr>
            <a:xfrm>
              <a:off x="15308747" y="-3808794"/>
              <a:ext cx="333060" cy="24126"/>
            </a:xfrm>
            <a:custGeom>
              <a:rect b="b" l="l" r="r" t="t"/>
              <a:pathLst>
                <a:path extrusionOk="0" h="451" w="6226">
                  <a:moveTo>
                    <a:pt x="226" y="0"/>
                  </a:moveTo>
                  <a:cubicBezTo>
                    <a:pt x="101" y="0"/>
                    <a:pt x="0" y="101"/>
                    <a:pt x="0" y="225"/>
                  </a:cubicBezTo>
                  <a:cubicBezTo>
                    <a:pt x="0" y="349"/>
                    <a:pt x="101" y="450"/>
                    <a:pt x="226" y="450"/>
                  </a:cubicBezTo>
                  <a:lnTo>
                    <a:pt x="6000" y="450"/>
                  </a:lnTo>
                  <a:cubicBezTo>
                    <a:pt x="6124" y="450"/>
                    <a:pt x="6225" y="349"/>
                    <a:pt x="6225" y="225"/>
                  </a:cubicBezTo>
                  <a:cubicBezTo>
                    <a:pt x="6225" y="101"/>
                    <a:pt x="6124" y="0"/>
                    <a:pt x="600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39" name="Google Shape;3439;p98"/>
            <p:cNvSpPr/>
            <p:nvPr/>
          </p:nvSpPr>
          <p:spPr>
            <a:xfrm>
              <a:off x="15308747" y="-3747006"/>
              <a:ext cx="85859" cy="24073"/>
            </a:xfrm>
            <a:custGeom>
              <a:rect b="b" l="l" r="r" t="t"/>
              <a:pathLst>
                <a:path extrusionOk="0" h="450" w="1605">
                  <a:moveTo>
                    <a:pt x="226" y="1"/>
                  </a:moveTo>
                  <a:cubicBezTo>
                    <a:pt x="101" y="1"/>
                    <a:pt x="0" y="100"/>
                    <a:pt x="0" y="225"/>
                  </a:cubicBezTo>
                  <a:cubicBezTo>
                    <a:pt x="0" y="350"/>
                    <a:pt x="101" y="449"/>
                    <a:pt x="226" y="449"/>
                  </a:cubicBezTo>
                  <a:lnTo>
                    <a:pt x="1380" y="449"/>
                  </a:lnTo>
                  <a:cubicBezTo>
                    <a:pt x="1505" y="449"/>
                    <a:pt x="1604" y="350"/>
                    <a:pt x="1604" y="225"/>
                  </a:cubicBezTo>
                  <a:cubicBezTo>
                    <a:pt x="1604" y="100"/>
                    <a:pt x="1505" y="1"/>
                    <a:pt x="1380"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0" name="Google Shape;3440;p98"/>
            <p:cNvSpPr/>
            <p:nvPr/>
          </p:nvSpPr>
          <p:spPr>
            <a:xfrm>
              <a:off x="15432323" y="-3747006"/>
              <a:ext cx="85966" cy="24073"/>
            </a:xfrm>
            <a:custGeom>
              <a:rect b="b" l="l" r="r" t="t"/>
              <a:pathLst>
                <a:path extrusionOk="0" h="450" w="1607">
                  <a:moveTo>
                    <a:pt x="227" y="1"/>
                  </a:moveTo>
                  <a:cubicBezTo>
                    <a:pt x="102" y="1"/>
                    <a:pt x="1" y="100"/>
                    <a:pt x="1" y="225"/>
                  </a:cubicBezTo>
                  <a:cubicBezTo>
                    <a:pt x="1" y="350"/>
                    <a:pt x="102" y="449"/>
                    <a:pt x="227" y="449"/>
                  </a:cubicBezTo>
                  <a:lnTo>
                    <a:pt x="1380" y="449"/>
                  </a:lnTo>
                  <a:cubicBezTo>
                    <a:pt x="1505" y="449"/>
                    <a:pt x="1606" y="350"/>
                    <a:pt x="1606" y="225"/>
                  </a:cubicBezTo>
                  <a:cubicBezTo>
                    <a:pt x="1603" y="100"/>
                    <a:pt x="1504" y="1"/>
                    <a:pt x="1380"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1" name="Google Shape;3441;p98"/>
            <p:cNvSpPr/>
            <p:nvPr/>
          </p:nvSpPr>
          <p:spPr>
            <a:xfrm>
              <a:off x="15555953" y="-3747006"/>
              <a:ext cx="85859" cy="24073"/>
            </a:xfrm>
            <a:custGeom>
              <a:rect b="b" l="l" r="r" t="t"/>
              <a:pathLst>
                <a:path extrusionOk="0" h="450" w="1605">
                  <a:moveTo>
                    <a:pt x="225" y="1"/>
                  </a:moveTo>
                  <a:cubicBezTo>
                    <a:pt x="100" y="1"/>
                    <a:pt x="1" y="100"/>
                    <a:pt x="1" y="225"/>
                  </a:cubicBezTo>
                  <a:cubicBezTo>
                    <a:pt x="1" y="350"/>
                    <a:pt x="100" y="449"/>
                    <a:pt x="225" y="449"/>
                  </a:cubicBezTo>
                  <a:lnTo>
                    <a:pt x="1379" y="449"/>
                  </a:lnTo>
                  <a:cubicBezTo>
                    <a:pt x="1503" y="449"/>
                    <a:pt x="1604" y="350"/>
                    <a:pt x="1604" y="225"/>
                  </a:cubicBezTo>
                  <a:cubicBezTo>
                    <a:pt x="1604" y="100"/>
                    <a:pt x="1503" y="1"/>
                    <a:pt x="1379"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2" name="Google Shape;3442;p98"/>
            <p:cNvSpPr/>
            <p:nvPr/>
          </p:nvSpPr>
          <p:spPr>
            <a:xfrm>
              <a:off x="15308747" y="-3685164"/>
              <a:ext cx="85859" cy="24073"/>
            </a:xfrm>
            <a:custGeom>
              <a:rect b="b" l="l" r="r" t="t"/>
              <a:pathLst>
                <a:path extrusionOk="0" h="450" w="1605">
                  <a:moveTo>
                    <a:pt x="226" y="0"/>
                  </a:moveTo>
                  <a:cubicBezTo>
                    <a:pt x="101" y="0"/>
                    <a:pt x="0" y="101"/>
                    <a:pt x="0" y="226"/>
                  </a:cubicBezTo>
                  <a:cubicBezTo>
                    <a:pt x="0" y="349"/>
                    <a:pt x="101" y="450"/>
                    <a:pt x="226" y="450"/>
                  </a:cubicBezTo>
                  <a:lnTo>
                    <a:pt x="1380" y="450"/>
                  </a:lnTo>
                  <a:cubicBezTo>
                    <a:pt x="1505" y="450"/>
                    <a:pt x="1604" y="349"/>
                    <a:pt x="1604" y="226"/>
                  </a:cubicBezTo>
                  <a:cubicBezTo>
                    <a:pt x="1604" y="101"/>
                    <a:pt x="1505" y="0"/>
                    <a:pt x="138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3" name="Google Shape;3443;p98"/>
            <p:cNvSpPr/>
            <p:nvPr/>
          </p:nvSpPr>
          <p:spPr>
            <a:xfrm>
              <a:off x="15432323" y="-3685164"/>
              <a:ext cx="85966" cy="24073"/>
            </a:xfrm>
            <a:custGeom>
              <a:rect b="b" l="l" r="r" t="t"/>
              <a:pathLst>
                <a:path extrusionOk="0" h="450" w="1607">
                  <a:moveTo>
                    <a:pt x="227" y="0"/>
                  </a:moveTo>
                  <a:cubicBezTo>
                    <a:pt x="102" y="0"/>
                    <a:pt x="1" y="101"/>
                    <a:pt x="1" y="226"/>
                  </a:cubicBezTo>
                  <a:cubicBezTo>
                    <a:pt x="1" y="349"/>
                    <a:pt x="102" y="450"/>
                    <a:pt x="227" y="450"/>
                  </a:cubicBezTo>
                  <a:lnTo>
                    <a:pt x="1380" y="450"/>
                  </a:lnTo>
                  <a:cubicBezTo>
                    <a:pt x="1505" y="450"/>
                    <a:pt x="1606" y="349"/>
                    <a:pt x="1606" y="226"/>
                  </a:cubicBezTo>
                  <a:cubicBezTo>
                    <a:pt x="1606" y="101"/>
                    <a:pt x="1504" y="0"/>
                    <a:pt x="138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4" name="Google Shape;3444;p98"/>
            <p:cNvSpPr/>
            <p:nvPr/>
          </p:nvSpPr>
          <p:spPr>
            <a:xfrm>
              <a:off x="15555953" y="-3685164"/>
              <a:ext cx="85859" cy="24073"/>
            </a:xfrm>
            <a:custGeom>
              <a:rect b="b" l="l" r="r" t="t"/>
              <a:pathLst>
                <a:path extrusionOk="0" h="450" w="1605">
                  <a:moveTo>
                    <a:pt x="225" y="0"/>
                  </a:moveTo>
                  <a:cubicBezTo>
                    <a:pt x="100" y="0"/>
                    <a:pt x="1" y="101"/>
                    <a:pt x="1" y="226"/>
                  </a:cubicBezTo>
                  <a:cubicBezTo>
                    <a:pt x="1" y="349"/>
                    <a:pt x="100" y="450"/>
                    <a:pt x="225" y="450"/>
                  </a:cubicBezTo>
                  <a:lnTo>
                    <a:pt x="1379" y="450"/>
                  </a:lnTo>
                  <a:cubicBezTo>
                    <a:pt x="1503" y="450"/>
                    <a:pt x="1604" y="349"/>
                    <a:pt x="1604" y="226"/>
                  </a:cubicBezTo>
                  <a:cubicBezTo>
                    <a:pt x="1604" y="101"/>
                    <a:pt x="1503" y="0"/>
                    <a:pt x="137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5" name="Google Shape;3445;p98"/>
            <p:cNvSpPr/>
            <p:nvPr/>
          </p:nvSpPr>
          <p:spPr>
            <a:xfrm>
              <a:off x="15308747" y="-3623376"/>
              <a:ext cx="85859" cy="24019"/>
            </a:xfrm>
            <a:custGeom>
              <a:rect b="b" l="l" r="r" t="t"/>
              <a:pathLst>
                <a:path extrusionOk="0" h="449" w="1605">
                  <a:moveTo>
                    <a:pt x="226" y="0"/>
                  </a:moveTo>
                  <a:cubicBezTo>
                    <a:pt x="101" y="0"/>
                    <a:pt x="0" y="100"/>
                    <a:pt x="0" y="225"/>
                  </a:cubicBezTo>
                  <a:cubicBezTo>
                    <a:pt x="0" y="349"/>
                    <a:pt x="101" y="449"/>
                    <a:pt x="226" y="449"/>
                  </a:cubicBezTo>
                  <a:lnTo>
                    <a:pt x="1380" y="449"/>
                  </a:lnTo>
                  <a:cubicBezTo>
                    <a:pt x="1505" y="449"/>
                    <a:pt x="1604" y="349"/>
                    <a:pt x="1604" y="225"/>
                  </a:cubicBezTo>
                  <a:cubicBezTo>
                    <a:pt x="1604" y="100"/>
                    <a:pt x="1505" y="0"/>
                    <a:pt x="138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6" name="Google Shape;3446;p98"/>
            <p:cNvSpPr/>
            <p:nvPr/>
          </p:nvSpPr>
          <p:spPr>
            <a:xfrm>
              <a:off x="15432323" y="-3623376"/>
              <a:ext cx="85966" cy="24019"/>
            </a:xfrm>
            <a:custGeom>
              <a:rect b="b" l="l" r="r" t="t"/>
              <a:pathLst>
                <a:path extrusionOk="0" h="449" w="1607">
                  <a:moveTo>
                    <a:pt x="227" y="0"/>
                  </a:moveTo>
                  <a:cubicBezTo>
                    <a:pt x="102" y="0"/>
                    <a:pt x="1" y="100"/>
                    <a:pt x="1" y="225"/>
                  </a:cubicBezTo>
                  <a:cubicBezTo>
                    <a:pt x="1" y="349"/>
                    <a:pt x="102" y="449"/>
                    <a:pt x="227" y="449"/>
                  </a:cubicBezTo>
                  <a:lnTo>
                    <a:pt x="1380" y="449"/>
                  </a:lnTo>
                  <a:cubicBezTo>
                    <a:pt x="1505" y="449"/>
                    <a:pt x="1606" y="349"/>
                    <a:pt x="1606" y="225"/>
                  </a:cubicBezTo>
                  <a:cubicBezTo>
                    <a:pt x="1606" y="100"/>
                    <a:pt x="1504" y="0"/>
                    <a:pt x="1380"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7" name="Google Shape;3447;p98"/>
            <p:cNvSpPr/>
            <p:nvPr/>
          </p:nvSpPr>
          <p:spPr>
            <a:xfrm>
              <a:off x="15555953" y="-3623376"/>
              <a:ext cx="85859" cy="24019"/>
            </a:xfrm>
            <a:custGeom>
              <a:rect b="b" l="l" r="r" t="t"/>
              <a:pathLst>
                <a:path extrusionOk="0" h="449" w="1605">
                  <a:moveTo>
                    <a:pt x="225" y="0"/>
                  </a:moveTo>
                  <a:cubicBezTo>
                    <a:pt x="100" y="0"/>
                    <a:pt x="1" y="100"/>
                    <a:pt x="1" y="225"/>
                  </a:cubicBezTo>
                  <a:cubicBezTo>
                    <a:pt x="1" y="349"/>
                    <a:pt x="100" y="449"/>
                    <a:pt x="225" y="449"/>
                  </a:cubicBezTo>
                  <a:lnTo>
                    <a:pt x="1379" y="449"/>
                  </a:lnTo>
                  <a:cubicBezTo>
                    <a:pt x="1503" y="449"/>
                    <a:pt x="1604" y="349"/>
                    <a:pt x="1604" y="225"/>
                  </a:cubicBezTo>
                  <a:cubicBezTo>
                    <a:pt x="1604" y="100"/>
                    <a:pt x="1503" y="0"/>
                    <a:pt x="137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3448" name="Google Shape;3448;p98"/>
          <p:cNvSpPr/>
          <p:nvPr/>
        </p:nvSpPr>
        <p:spPr>
          <a:xfrm>
            <a:off x="518588" y="3368058"/>
            <a:ext cx="163690" cy="200013"/>
          </a:xfrm>
          <a:custGeom>
            <a:rect b="b" l="l" r="r" t="t"/>
            <a:pathLst>
              <a:path extrusionOk="0" h="8816" w="7215">
                <a:moveTo>
                  <a:pt x="6238" y="703"/>
                </a:moveTo>
                <a:lnTo>
                  <a:pt x="6238" y="708"/>
                </a:lnTo>
                <a:cubicBezTo>
                  <a:pt x="6205" y="826"/>
                  <a:pt x="6184" y="963"/>
                  <a:pt x="6184" y="1114"/>
                </a:cubicBezTo>
                <a:lnTo>
                  <a:pt x="6184" y="1190"/>
                </a:lnTo>
                <a:lnTo>
                  <a:pt x="5486" y="1190"/>
                </a:lnTo>
                <a:cubicBezTo>
                  <a:pt x="5407" y="1190"/>
                  <a:pt x="5345" y="1254"/>
                  <a:pt x="5345" y="1331"/>
                </a:cubicBezTo>
                <a:cubicBezTo>
                  <a:pt x="5345" y="1410"/>
                  <a:pt x="5407" y="1472"/>
                  <a:pt x="5486" y="1472"/>
                </a:cubicBezTo>
                <a:lnTo>
                  <a:pt x="6184" y="1472"/>
                </a:lnTo>
                <a:lnTo>
                  <a:pt x="6184" y="2057"/>
                </a:lnTo>
                <a:lnTo>
                  <a:pt x="4892" y="2057"/>
                </a:lnTo>
                <a:cubicBezTo>
                  <a:pt x="4767" y="2057"/>
                  <a:pt x="4665" y="2160"/>
                  <a:pt x="4665" y="2285"/>
                </a:cubicBezTo>
                <a:cubicBezTo>
                  <a:pt x="4665" y="2408"/>
                  <a:pt x="4767" y="2510"/>
                  <a:pt x="4892" y="2510"/>
                </a:cubicBezTo>
                <a:lnTo>
                  <a:pt x="6184" y="2510"/>
                </a:lnTo>
                <a:lnTo>
                  <a:pt x="6184" y="3097"/>
                </a:lnTo>
                <a:lnTo>
                  <a:pt x="5486" y="3097"/>
                </a:lnTo>
                <a:cubicBezTo>
                  <a:pt x="5407" y="3097"/>
                  <a:pt x="5345" y="3161"/>
                  <a:pt x="5345" y="3238"/>
                </a:cubicBezTo>
                <a:cubicBezTo>
                  <a:pt x="5345" y="3317"/>
                  <a:pt x="5407" y="3379"/>
                  <a:pt x="5486" y="3379"/>
                </a:cubicBezTo>
                <a:lnTo>
                  <a:pt x="6184" y="3379"/>
                </a:lnTo>
                <a:lnTo>
                  <a:pt x="6184" y="3966"/>
                </a:lnTo>
                <a:lnTo>
                  <a:pt x="4892" y="3966"/>
                </a:lnTo>
                <a:cubicBezTo>
                  <a:pt x="4767" y="3966"/>
                  <a:pt x="4665" y="4068"/>
                  <a:pt x="4665" y="4193"/>
                </a:cubicBezTo>
                <a:cubicBezTo>
                  <a:pt x="4665" y="4316"/>
                  <a:pt x="4767" y="4418"/>
                  <a:pt x="4892" y="4418"/>
                </a:cubicBezTo>
                <a:lnTo>
                  <a:pt x="6184" y="4418"/>
                </a:lnTo>
                <a:lnTo>
                  <a:pt x="6184" y="5004"/>
                </a:lnTo>
                <a:lnTo>
                  <a:pt x="5486" y="5004"/>
                </a:lnTo>
                <a:cubicBezTo>
                  <a:pt x="5407" y="5004"/>
                  <a:pt x="5345" y="5066"/>
                  <a:pt x="5345" y="5145"/>
                </a:cubicBezTo>
                <a:cubicBezTo>
                  <a:pt x="5345" y="5222"/>
                  <a:pt x="5407" y="5286"/>
                  <a:pt x="5486" y="5286"/>
                </a:cubicBezTo>
                <a:lnTo>
                  <a:pt x="6184" y="5286"/>
                </a:lnTo>
                <a:lnTo>
                  <a:pt x="6184" y="5777"/>
                </a:lnTo>
                <a:cubicBezTo>
                  <a:pt x="6052" y="5991"/>
                  <a:pt x="5820" y="6134"/>
                  <a:pt x="5553" y="6134"/>
                </a:cubicBezTo>
                <a:cubicBezTo>
                  <a:pt x="5286" y="6134"/>
                  <a:pt x="5055" y="5990"/>
                  <a:pt x="4925" y="5776"/>
                </a:cubicBezTo>
                <a:lnTo>
                  <a:pt x="4880" y="5776"/>
                </a:lnTo>
                <a:cubicBezTo>
                  <a:pt x="4751" y="5990"/>
                  <a:pt x="4521" y="6134"/>
                  <a:pt x="4254" y="6134"/>
                </a:cubicBezTo>
                <a:cubicBezTo>
                  <a:pt x="3986" y="6134"/>
                  <a:pt x="3756" y="5990"/>
                  <a:pt x="3626" y="5776"/>
                </a:cubicBezTo>
                <a:lnTo>
                  <a:pt x="3581" y="5776"/>
                </a:lnTo>
                <a:cubicBezTo>
                  <a:pt x="3452" y="5990"/>
                  <a:pt x="3222" y="6134"/>
                  <a:pt x="2954" y="6134"/>
                </a:cubicBezTo>
                <a:cubicBezTo>
                  <a:pt x="2687" y="6134"/>
                  <a:pt x="2457" y="5990"/>
                  <a:pt x="2326" y="5776"/>
                </a:cubicBezTo>
                <a:lnTo>
                  <a:pt x="2282" y="5776"/>
                </a:lnTo>
                <a:cubicBezTo>
                  <a:pt x="2152" y="5990"/>
                  <a:pt x="1922" y="6134"/>
                  <a:pt x="1655" y="6134"/>
                </a:cubicBezTo>
                <a:cubicBezTo>
                  <a:pt x="1389" y="6134"/>
                  <a:pt x="1159" y="5992"/>
                  <a:pt x="1027" y="5783"/>
                </a:cubicBezTo>
                <a:lnTo>
                  <a:pt x="1027" y="1108"/>
                </a:lnTo>
                <a:cubicBezTo>
                  <a:pt x="1027" y="960"/>
                  <a:pt x="1003" y="823"/>
                  <a:pt x="967" y="703"/>
                </a:cubicBezTo>
                <a:close/>
                <a:moveTo>
                  <a:pt x="381" y="1"/>
                </a:moveTo>
                <a:cubicBezTo>
                  <a:pt x="240" y="1"/>
                  <a:pt x="114" y="84"/>
                  <a:pt x="57" y="213"/>
                </a:cubicBezTo>
                <a:cubicBezTo>
                  <a:pt x="1" y="341"/>
                  <a:pt x="25" y="491"/>
                  <a:pt x="121" y="595"/>
                </a:cubicBezTo>
                <a:cubicBezTo>
                  <a:pt x="124" y="596"/>
                  <a:pt x="320" y="823"/>
                  <a:pt x="320" y="1114"/>
                </a:cubicBezTo>
                <a:lnTo>
                  <a:pt x="320" y="7613"/>
                </a:lnTo>
                <a:cubicBezTo>
                  <a:pt x="320" y="8276"/>
                  <a:pt x="861" y="8815"/>
                  <a:pt x="1523" y="8815"/>
                </a:cubicBezTo>
                <a:lnTo>
                  <a:pt x="5688" y="8815"/>
                </a:lnTo>
                <a:cubicBezTo>
                  <a:pt x="6350" y="8815"/>
                  <a:pt x="6891" y="8276"/>
                  <a:pt x="6891" y="7613"/>
                </a:cubicBezTo>
                <a:lnTo>
                  <a:pt x="6891" y="1114"/>
                </a:lnTo>
                <a:cubicBezTo>
                  <a:pt x="6891" y="794"/>
                  <a:pt x="7065" y="618"/>
                  <a:pt x="7068" y="615"/>
                </a:cubicBezTo>
                <a:cubicBezTo>
                  <a:pt x="7177" y="519"/>
                  <a:pt x="7215" y="363"/>
                  <a:pt x="7163" y="228"/>
                </a:cubicBezTo>
                <a:cubicBezTo>
                  <a:pt x="7111" y="90"/>
                  <a:pt x="6978" y="1"/>
                  <a:pt x="683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49" name="Google Shape;3449;p98"/>
          <p:cNvSpPr/>
          <p:nvPr/>
        </p:nvSpPr>
        <p:spPr>
          <a:xfrm>
            <a:off x="2850212" y="2555558"/>
            <a:ext cx="253629" cy="274103"/>
          </a:xfrm>
          <a:custGeom>
            <a:rect b="b" l="l" r="r" t="t"/>
            <a:pathLst>
              <a:path extrusionOk="0" h="9077" w="8399">
                <a:moveTo>
                  <a:pt x="6560" y="174"/>
                </a:moveTo>
                <a:cubicBezTo>
                  <a:pt x="6440" y="174"/>
                  <a:pt x="6342" y="272"/>
                  <a:pt x="6342" y="392"/>
                </a:cubicBezTo>
                <a:cubicBezTo>
                  <a:pt x="6342" y="513"/>
                  <a:pt x="6440" y="612"/>
                  <a:pt x="6560" y="612"/>
                </a:cubicBezTo>
                <a:lnTo>
                  <a:pt x="8112" y="612"/>
                </a:lnTo>
                <a:cubicBezTo>
                  <a:pt x="8232" y="612"/>
                  <a:pt x="8331" y="513"/>
                  <a:pt x="8331" y="392"/>
                </a:cubicBezTo>
                <a:cubicBezTo>
                  <a:pt x="8331" y="272"/>
                  <a:pt x="8232" y="174"/>
                  <a:pt x="8112" y="174"/>
                </a:cubicBezTo>
                <a:close/>
                <a:moveTo>
                  <a:pt x="6560" y="1163"/>
                </a:moveTo>
                <a:cubicBezTo>
                  <a:pt x="6440" y="1163"/>
                  <a:pt x="6342" y="1261"/>
                  <a:pt x="6342" y="1381"/>
                </a:cubicBezTo>
                <a:cubicBezTo>
                  <a:pt x="6342" y="1503"/>
                  <a:pt x="6440" y="1601"/>
                  <a:pt x="6560" y="1601"/>
                </a:cubicBezTo>
                <a:lnTo>
                  <a:pt x="8112" y="1601"/>
                </a:lnTo>
                <a:cubicBezTo>
                  <a:pt x="8232" y="1601"/>
                  <a:pt x="8331" y="1503"/>
                  <a:pt x="8331" y="1381"/>
                </a:cubicBezTo>
                <a:cubicBezTo>
                  <a:pt x="8331" y="1261"/>
                  <a:pt x="8232" y="1163"/>
                  <a:pt x="8112" y="1163"/>
                </a:cubicBezTo>
                <a:close/>
                <a:moveTo>
                  <a:pt x="6560" y="2152"/>
                </a:moveTo>
                <a:cubicBezTo>
                  <a:pt x="6440" y="2152"/>
                  <a:pt x="6342" y="2250"/>
                  <a:pt x="6342" y="2372"/>
                </a:cubicBezTo>
                <a:cubicBezTo>
                  <a:pt x="6342" y="2492"/>
                  <a:pt x="6440" y="2590"/>
                  <a:pt x="6560" y="2590"/>
                </a:cubicBezTo>
                <a:lnTo>
                  <a:pt x="8112" y="2590"/>
                </a:lnTo>
                <a:cubicBezTo>
                  <a:pt x="8232" y="2590"/>
                  <a:pt x="8331" y="2492"/>
                  <a:pt x="8331" y="2372"/>
                </a:cubicBezTo>
                <a:cubicBezTo>
                  <a:pt x="8331" y="2250"/>
                  <a:pt x="8232" y="2152"/>
                  <a:pt x="8112" y="2152"/>
                </a:cubicBezTo>
                <a:close/>
                <a:moveTo>
                  <a:pt x="347" y="0"/>
                </a:moveTo>
                <a:cubicBezTo>
                  <a:pt x="224" y="0"/>
                  <a:pt x="121" y="103"/>
                  <a:pt x="121" y="228"/>
                </a:cubicBezTo>
                <a:lnTo>
                  <a:pt x="121" y="2537"/>
                </a:lnTo>
                <a:cubicBezTo>
                  <a:pt x="121" y="2661"/>
                  <a:pt x="224" y="2762"/>
                  <a:pt x="347" y="2762"/>
                </a:cubicBezTo>
                <a:lnTo>
                  <a:pt x="1238" y="2762"/>
                </a:lnTo>
                <a:cubicBezTo>
                  <a:pt x="1363" y="2762"/>
                  <a:pt x="1465" y="2661"/>
                  <a:pt x="1465" y="2537"/>
                </a:cubicBezTo>
                <a:cubicBezTo>
                  <a:pt x="1465" y="2412"/>
                  <a:pt x="1363" y="2309"/>
                  <a:pt x="1238" y="2309"/>
                </a:cubicBezTo>
                <a:lnTo>
                  <a:pt x="574" y="2309"/>
                </a:lnTo>
                <a:lnTo>
                  <a:pt x="574" y="453"/>
                </a:lnTo>
                <a:lnTo>
                  <a:pt x="5188" y="453"/>
                </a:lnTo>
                <a:lnTo>
                  <a:pt x="5188" y="2309"/>
                </a:lnTo>
                <a:lnTo>
                  <a:pt x="4619" y="2309"/>
                </a:lnTo>
                <a:cubicBezTo>
                  <a:pt x="4494" y="2309"/>
                  <a:pt x="4392" y="2412"/>
                  <a:pt x="4392" y="2537"/>
                </a:cubicBezTo>
                <a:cubicBezTo>
                  <a:pt x="4392" y="2661"/>
                  <a:pt x="4494" y="2762"/>
                  <a:pt x="4619" y="2762"/>
                </a:cubicBezTo>
                <a:lnTo>
                  <a:pt x="5415" y="2762"/>
                </a:lnTo>
                <a:cubicBezTo>
                  <a:pt x="5538" y="2762"/>
                  <a:pt x="5641" y="2661"/>
                  <a:pt x="5641" y="2537"/>
                </a:cubicBezTo>
                <a:lnTo>
                  <a:pt x="5641" y="228"/>
                </a:lnTo>
                <a:cubicBezTo>
                  <a:pt x="5641" y="103"/>
                  <a:pt x="5538" y="0"/>
                  <a:pt x="5415" y="0"/>
                </a:cubicBezTo>
                <a:close/>
                <a:moveTo>
                  <a:pt x="2920" y="2107"/>
                </a:moveTo>
                <a:cubicBezTo>
                  <a:pt x="3128" y="2107"/>
                  <a:pt x="3299" y="2278"/>
                  <a:pt x="3299" y="2486"/>
                </a:cubicBezTo>
                <a:lnTo>
                  <a:pt x="3299" y="5322"/>
                </a:lnTo>
                <a:cubicBezTo>
                  <a:pt x="3299" y="5517"/>
                  <a:pt x="3456" y="5677"/>
                  <a:pt x="3654" y="5677"/>
                </a:cubicBezTo>
                <a:cubicBezTo>
                  <a:pt x="3848" y="5677"/>
                  <a:pt x="4007" y="5520"/>
                  <a:pt x="4007" y="5322"/>
                </a:cubicBezTo>
                <a:lnTo>
                  <a:pt x="4007" y="4852"/>
                </a:lnTo>
                <a:cubicBezTo>
                  <a:pt x="4007" y="4644"/>
                  <a:pt x="4178" y="4473"/>
                  <a:pt x="4386" y="4473"/>
                </a:cubicBezTo>
                <a:cubicBezTo>
                  <a:pt x="4594" y="4473"/>
                  <a:pt x="4765" y="4644"/>
                  <a:pt x="4765" y="4852"/>
                </a:cubicBezTo>
                <a:lnTo>
                  <a:pt x="4765" y="5321"/>
                </a:lnTo>
                <a:cubicBezTo>
                  <a:pt x="4765" y="5515"/>
                  <a:pt x="4923" y="5676"/>
                  <a:pt x="5119" y="5676"/>
                </a:cubicBezTo>
                <a:cubicBezTo>
                  <a:pt x="5314" y="5676"/>
                  <a:pt x="5474" y="5517"/>
                  <a:pt x="5474" y="5321"/>
                </a:cubicBezTo>
                <a:lnTo>
                  <a:pt x="5474" y="4852"/>
                </a:lnTo>
                <a:cubicBezTo>
                  <a:pt x="5474" y="4644"/>
                  <a:pt x="5645" y="4473"/>
                  <a:pt x="5853" y="4473"/>
                </a:cubicBezTo>
                <a:cubicBezTo>
                  <a:pt x="6061" y="4473"/>
                  <a:pt x="6232" y="4644"/>
                  <a:pt x="6232" y="4852"/>
                </a:cubicBezTo>
                <a:lnTo>
                  <a:pt x="6232" y="5321"/>
                </a:lnTo>
                <a:cubicBezTo>
                  <a:pt x="6232" y="5515"/>
                  <a:pt x="6389" y="5676"/>
                  <a:pt x="6587" y="5676"/>
                </a:cubicBezTo>
                <a:cubicBezTo>
                  <a:pt x="6781" y="5676"/>
                  <a:pt x="6940" y="5517"/>
                  <a:pt x="6940" y="5321"/>
                </a:cubicBezTo>
                <a:lnTo>
                  <a:pt x="6940" y="4852"/>
                </a:lnTo>
                <a:cubicBezTo>
                  <a:pt x="6940" y="4644"/>
                  <a:pt x="7111" y="4473"/>
                  <a:pt x="7319" y="4473"/>
                </a:cubicBezTo>
                <a:cubicBezTo>
                  <a:pt x="7529" y="4473"/>
                  <a:pt x="7697" y="4644"/>
                  <a:pt x="7697" y="4852"/>
                </a:cubicBezTo>
                <a:lnTo>
                  <a:pt x="7697" y="7881"/>
                </a:lnTo>
                <a:lnTo>
                  <a:pt x="7690" y="7881"/>
                </a:lnTo>
                <a:cubicBezTo>
                  <a:pt x="7690" y="8283"/>
                  <a:pt x="7509" y="8365"/>
                  <a:pt x="7237" y="8365"/>
                </a:cubicBezTo>
                <a:lnTo>
                  <a:pt x="2363" y="8365"/>
                </a:lnTo>
                <a:lnTo>
                  <a:pt x="939" y="6941"/>
                </a:lnTo>
                <a:cubicBezTo>
                  <a:pt x="708" y="6709"/>
                  <a:pt x="880" y="6500"/>
                  <a:pt x="939" y="6441"/>
                </a:cubicBezTo>
                <a:cubicBezTo>
                  <a:pt x="1082" y="6297"/>
                  <a:pt x="1483" y="5903"/>
                  <a:pt x="1832" y="5561"/>
                </a:cubicBezTo>
                <a:lnTo>
                  <a:pt x="1832" y="6297"/>
                </a:lnTo>
                <a:cubicBezTo>
                  <a:pt x="1832" y="6493"/>
                  <a:pt x="1991" y="6651"/>
                  <a:pt x="2187" y="6651"/>
                </a:cubicBezTo>
                <a:cubicBezTo>
                  <a:pt x="2381" y="6651"/>
                  <a:pt x="2542" y="6494"/>
                  <a:pt x="2542" y="6297"/>
                </a:cubicBezTo>
                <a:lnTo>
                  <a:pt x="2542" y="2486"/>
                </a:lnTo>
                <a:cubicBezTo>
                  <a:pt x="2542" y="2278"/>
                  <a:pt x="2712" y="2107"/>
                  <a:pt x="2920" y="2107"/>
                </a:cubicBezTo>
                <a:close/>
                <a:moveTo>
                  <a:pt x="2913" y="1401"/>
                </a:moveTo>
                <a:cubicBezTo>
                  <a:pt x="2313" y="1401"/>
                  <a:pt x="1827" y="1889"/>
                  <a:pt x="1827" y="2486"/>
                </a:cubicBezTo>
                <a:lnTo>
                  <a:pt x="1827" y="4573"/>
                </a:lnTo>
                <a:cubicBezTo>
                  <a:pt x="1532" y="4862"/>
                  <a:pt x="663" y="5714"/>
                  <a:pt x="434" y="5942"/>
                </a:cubicBezTo>
                <a:cubicBezTo>
                  <a:pt x="1" y="6378"/>
                  <a:pt x="1" y="7009"/>
                  <a:pt x="434" y="7444"/>
                </a:cubicBezTo>
                <a:lnTo>
                  <a:pt x="1962" y="8971"/>
                </a:lnTo>
                <a:cubicBezTo>
                  <a:pt x="2029" y="9039"/>
                  <a:pt x="2118" y="9076"/>
                  <a:pt x="2213" y="9076"/>
                </a:cubicBezTo>
                <a:lnTo>
                  <a:pt x="7235" y="9076"/>
                </a:lnTo>
                <a:cubicBezTo>
                  <a:pt x="7953" y="9076"/>
                  <a:pt x="8398" y="8619"/>
                  <a:pt x="8398" y="7882"/>
                </a:cubicBezTo>
                <a:lnTo>
                  <a:pt x="8398" y="4852"/>
                </a:lnTo>
                <a:cubicBezTo>
                  <a:pt x="8398" y="4252"/>
                  <a:pt x="7910" y="3765"/>
                  <a:pt x="7310" y="3765"/>
                </a:cubicBezTo>
                <a:cubicBezTo>
                  <a:pt x="7028" y="3765"/>
                  <a:pt x="6772" y="3876"/>
                  <a:pt x="6576" y="4054"/>
                </a:cubicBezTo>
                <a:cubicBezTo>
                  <a:pt x="6383" y="3876"/>
                  <a:pt x="6128" y="3765"/>
                  <a:pt x="5844" y="3765"/>
                </a:cubicBezTo>
                <a:cubicBezTo>
                  <a:pt x="5562" y="3765"/>
                  <a:pt x="5305" y="3876"/>
                  <a:pt x="5110" y="4054"/>
                </a:cubicBezTo>
                <a:cubicBezTo>
                  <a:pt x="4917" y="3876"/>
                  <a:pt x="4661" y="3765"/>
                  <a:pt x="4377" y="3765"/>
                </a:cubicBezTo>
                <a:cubicBezTo>
                  <a:pt x="4243" y="3765"/>
                  <a:pt x="4117" y="3793"/>
                  <a:pt x="3998" y="3837"/>
                </a:cubicBezTo>
                <a:lnTo>
                  <a:pt x="3998" y="2486"/>
                </a:lnTo>
                <a:cubicBezTo>
                  <a:pt x="3998" y="1886"/>
                  <a:pt x="3510" y="1401"/>
                  <a:pt x="2913" y="140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50" name="Google Shape;3450;p98"/>
          <p:cNvSpPr txBox="1"/>
          <p:nvPr/>
        </p:nvSpPr>
        <p:spPr>
          <a:xfrm>
            <a:off x="4339866"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Calendar</a:t>
            </a:r>
            <a:endParaRPr sz="1800">
              <a:solidFill>
                <a:srgbClr val="252525"/>
              </a:solidFill>
              <a:latin typeface="Arial"/>
              <a:ea typeface="Arial"/>
              <a:cs typeface="Arial"/>
              <a:sym typeface="Arial"/>
            </a:endParaRPr>
          </a:p>
        </p:txBody>
      </p:sp>
      <p:sp>
        <p:nvSpPr>
          <p:cNvPr id="3451" name="Google Shape;3451;p98"/>
          <p:cNvSpPr txBox="1"/>
          <p:nvPr/>
        </p:nvSpPr>
        <p:spPr>
          <a:xfrm>
            <a:off x="389194" y="3708489"/>
            <a:ext cx="42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Capacity</a:t>
            </a:r>
            <a:endParaRPr sz="1800">
              <a:solidFill>
                <a:srgbClr val="252525"/>
              </a:solidFill>
              <a:latin typeface="Arial"/>
              <a:ea typeface="Arial"/>
              <a:cs typeface="Arial"/>
              <a:sym typeface="Arial"/>
            </a:endParaRPr>
          </a:p>
        </p:txBody>
      </p:sp>
      <p:sp>
        <p:nvSpPr>
          <p:cNvPr id="3452" name="Google Shape;3452;p98"/>
          <p:cNvSpPr txBox="1"/>
          <p:nvPr/>
        </p:nvSpPr>
        <p:spPr>
          <a:xfrm>
            <a:off x="2760644" y="2933031"/>
            <a:ext cx="4329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On-Demand</a:t>
            </a:r>
            <a:endParaRPr sz="1800">
              <a:solidFill>
                <a:srgbClr val="252525"/>
              </a:solidFill>
              <a:latin typeface="Arial"/>
              <a:ea typeface="Arial"/>
              <a:cs typeface="Arial"/>
              <a:sym typeface="Arial"/>
            </a:endParaRPr>
          </a:p>
        </p:txBody>
      </p:sp>
      <p:sp>
        <p:nvSpPr>
          <p:cNvPr id="3453" name="Google Shape;3453;p98"/>
          <p:cNvSpPr txBox="1"/>
          <p:nvPr/>
        </p:nvSpPr>
        <p:spPr>
          <a:xfrm>
            <a:off x="3609302" y="2933031"/>
            <a:ext cx="3198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Edit</a:t>
            </a:r>
            <a:endParaRPr sz="1800">
              <a:solidFill>
                <a:srgbClr val="252525"/>
              </a:solidFill>
              <a:latin typeface="Arial"/>
              <a:ea typeface="Arial"/>
              <a:cs typeface="Arial"/>
              <a:sym typeface="Arial"/>
            </a:endParaRPr>
          </a:p>
        </p:txBody>
      </p:sp>
      <p:sp>
        <p:nvSpPr>
          <p:cNvPr id="3454" name="Google Shape;3454;p98"/>
          <p:cNvSpPr/>
          <p:nvPr/>
        </p:nvSpPr>
        <p:spPr>
          <a:xfrm>
            <a:off x="3649090" y="2571798"/>
            <a:ext cx="240173" cy="241530"/>
          </a:xfrm>
          <a:custGeom>
            <a:rect b="b" l="l" r="r" t="t"/>
            <a:pathLst>
              <a:path extrusionOk="0" h="297268" w="295598">
                <a:moveTo>
                  <a:pt x="283931" y="35786"/>
                </a:moveTo>
                <a:lnTo>
                  <a:pt x="256868" y="10294"/>
                </a:lnTo>
                <a:cubicBezTo>
                  <a:pt x="243660" y="-2175"/>
                  <a:pt x="225280" y="-3468"/>
                  <a:pt x="215212" y="7246"/>
                </a:cubicBezTo>
                <a:lnTo>
                  <a:pt x="29653" y="193636"/>
                </a:lnTo>
                <a:cubicBezTo>
                  <a:pt x="28370" y="194929"/>
                  <a:pt x="27419" y="196513"/>
                  <a:pt x="26883" y="198254"/>
                </a:cubicBezTo>
                <a:lnTo>
                  <a:pt x="559" y="282397"/>
                </a:lnTo>
                <a:cubicBezTo>
                  <a:pt x="-1380" y="288365"/>
                  <a:pt x="1886" y="294774"/>
                  <a:pt x="7854" y="296713"/>
                </a:cubicBezTo>
                <a:cubicBezTo>
                  <a:pt x="9017" y="297090"/>
                  <a:pt x="10234" y="297278"/>
                  <a:pt x="11458" y="297268"/>
                </a:cubicBezTo>
                <a:cubicBezTo>
                  <a:pt x="12680" y="297265"/>
                  <a:pt x="13894" y="297077"/>
                  <a:pt x="15060" y="296713"/>
                </a:cubicBezTo>
                <a:lnTo>
                  <a:pt x="97079" y="269004"/>
                </a:lnTo>
                <a:cubicBezTo>
                  <a:pt x="98782" y="268445"/>
                  <a:pt x="100332" y="267496"/>
                  <a:pt x="101605" y="266234"/>
                </a:cubicBezTo>
                <a:lnTo>
                  <a:pt x="289195" y="77442"/>
                </a:lnTo>
                <a:cubicBezTo>
                  <a:pt x="293589" y="72760"/>
                  <a:pt x="295890" y="66491"/>
                  <a:pt x="295568" y="60078"/>
                </a:cubicBezTo>
                <a:cubicBezTo>
                  <a:pt x="294996" y="50775"/>
                  <a:pt x="290821" y="42062"/>
                  <a:pt x="283931" y="35786"/>
                </a:cubicBezTo>
                <a:close/>
                <a:moveTo>
                  <a:pt x="40368" y="263924"/>
                </a:moveTo>
                <a:lnTo>
                  <a:pt x="32332" y="256166"/>
                </a:lnTo>
                <a:lnTo>
                  <a:pt x="45632" y="213956"/>
                </a:lnTo>
                <a:lnTo>
                  <a:pt x="83132" y="249331"/>
                </a:lnTo>
                <a:close/>
                <a:moveTo>
                  <a:pt x="95047" y="240464"/>
                </a:moveTo>
                <a:lnTo>
                  <a:pt x="80454" y="226425"/>
                </a:lnTo>
                <a:lnTo>
                  <a:pt x="198587" y="107645"/>
                </a:lnTo>
                <a:lnTo>
                  <a:pt x="198587" y="107645"/>
                </a:lnTo>
                <a:lnTo>
                  <a:pt x="205606" y="100718"/>
                </a:lnTo>
                <a:cubicBezTo>
                  <a:pt x="208437" y="97887"/>
                  <a:pt x="208437" y="93296"/>
                  <a:pt x="205606" y="90465"/>
                </a:cubicBezTo>
                <a:cubicBezTo>
                  <a:pt x="202775" y="87634"/>
                  <a:pt x="198185" y="87634"/>
                  <a:pt x="195354" y="90465"/>
                </a:cubicBezTo>
                <a:lnTo>
                  <a:pt x="195354" y="90465"/>
                </a:lnTo>
                <a:lnTo>
                  <a:pt x="195354" y="90465"/>
                </a:lnTo>
                <a:lnTo>
                  <a:pt x="69832" y="216449"/>
                </a:lnTo>
                <a:lnTo>
                  <a:pt x="54037" y="201487"/>
                </a:lnTo>
                <a:lnTo>
                  <a:pt x="203482" y="51488"/>
                </a:lnTo>
                <a:lnTo>
                  <a:pt x="244768" y="90096"/>
                </a:lnTo>
                <a:close/>
                <a:moveTo>
                  <a:pt x="254744" y="79659"/>
                </a:moveTo>
                <a:lnTo>
                  <a:pt x="213827" y="41051"/>
                </a:lnTo>
                <a:lnTo>
                  <a:pt x="231560" y="23132"/>
                </a:lnTo>
                <a:cubicBezTo>
                  <a:pt x="235213" y="22767"/>
                  <a:pt x="238819" y="24176"/>
                  <a:pt x="241259" y="26919"/>
                </a:cubicBezTo>
                <a:lnTo>
                  <a:pt x="268229" y="52412"/>
                </a:lnTo>
                <a:cubicBezTo>
                  <a:pt x="271021" y="54686"/>
                  <a:pt x="272703" y="58050"/>
                  <a:pt x="272847" y="6164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55" name="Google Shape;3455;p98"/>
          <p:cNvSpPr/>
          <p:nvPr/>
        </p:nvSpPr>
        <p:spPr>
          <a:xfrm>
            <a:off x="5272869" y="1804259"/>
            <a:ext cx="161484" cy="225768"/>
          </a:xfrm>
          <a:custGeom>
            <a:rect b="b" l="l" r="r" t="t"/>
            <a:pathLst>
              <a:path extrusionOk="0" h="9047" w="6471">
                <a:moveTo>
                  <a:pt x="3235" y="2403"/>
                </a:moveTo>
                <a:cubicBezTo>
                  <a:pt x="3606" y="2403"/>
                  <a:pt x="3909" y="2706"/>
                  <a:pt x="3909" y="3077"/>
                </a:cubicBezTo>
                <a:cubicBezTo>
                  <a:pt x="3909" y="3449"/>
                  <a:pt x="3606" y="3752"/>
                  <a:pt x="3235" y="3752"/>
                </a:cubicBezTo>
                <a:cubicBezTo>
                  <a:pt x="2864" y="3752"/>
                  <a:pt x="2562" y="3449"/>
                  <a:pt x="2562" y="3077"/>
                </a:cubicBezTo>
                <a:cubicBezTo>
                  <a:pt x="2562" y="2706"/>
                  <a:pt x="2864" y="2403"/>
                  <a:pt x="3235" y="2403"/>
                </a:cubicBezTo>
                <a:close/>
                <a:moveTo>
                  <a:pt x="3235" y="1950"/>
                </a:moveTo>
                <a:cubicBezTo>
                  <a:pt x="2614" y="1950"/>
                  <a:pt x="2109" y="2455"/>
                  <a:pt x="2109" y="3077"/>
                </a:cubicBezTo>
                <a:cubicBezTo>
                  <a:pt x="2109" y="3700"/>
                  <a:pt x="2614" y="4204"/>
                  <a:pt x="3235" y="4204"/>
                </a:cubicBezTo>
                <a:cubicBezTo>
                  <a:pt x="3857" y="4204"/>
                  <a:pt x="4362" y="3700"/>
                  <a:pt x="4362" y="3077"/>
                </a:cubicBezTo>
                <a:cubicBezTo>
                  <a:pt x="4362" y="2458"/>
                  <a:pt x="3857" y="1950"/>
                  <a:pt x="3235" y="1950"/>
                </a:cubicBezTo>
                <a:close/>
                <a:moveTo>
                  <a:pt x="3234" y="707"/>
                </a:moveTo>
                <a:cubicBezTo>
                  <a:pt x="4625" y="707"/>
                  <a:pt x="5759" y="1840"/>
                  <a:pt x="5759" y="3233"/>
                </a:cubicBezTo>
                <a:cubicBezTo>
                  <a:pt x="5764" y="3965"/>
                  <a:pt x="5388" y="4659"/>
                  <a:pt x="4619" y="5352"/>
                </a:cubicBezTo>
                <a:cubicBezTo>
                  <a:pt x="3973" y="5936"/>
                  <a:pt x="3487" y="6851"/>
                  <a:pt x="3196" y="7584"/>
                </a:cubicBezTo>
                <a:cubicBezTo>
                  <a:pt x="2813" y="6776"/>
                  <a:pt x="2215" y="5771"/>
                  <a:pt x="1703" y="5244"/>
                </a:cubicBezTo>
                <a:cubicBezTo>
                  <a:pt x="1022" y="4546"/>
                  <a:pt x="708" y="3905"/>
                  <a:pt x="708" y="3233"/>
                </a:cubicBezTo>
                <a:cubicBezTo>
                  <a:pt x="708" y="1839"/>
                  <a:pt x="1841" y="707"/>
                  <a:pt x="3234" y="707"/>
                </a:cubicBezTo>
                <a:close/>
                <a:moveTo>
                  <a:pt x="3235" y="1"/>
                </a:moveTo>
                <a:cubicBezTo>
                  <a:pt x="1452" y="1"/>
                  <a:pt x="1" y="1451"/>
                  <a:pt x="1" y="3235"/>
                </a:cubicBezTo>
                <a:cubicBezTo>
                  <a:pt x="1" y="4377"/>
                  <a:pt x="681" y="5213"/>
                  <a:pt x="1196" y="5740"/>
                </a:cubicBezTo>
                <a:cubicBezTo>
                  <a:pt x="1955" y="6521"/>
                  <a:pt x="2843" y="8402"/>
                  <a:pt x="2880" y="8696"/>
                </a:cubicBezTo>
                <a:cubicBezTo>
                  <a:pt x="2883" y="8891"/>
                  <a:pt x="3040" y="9047"/>
                  <a:pt x="3235" y="9047"/>
                </a:cubicBezTo>
                <a:cubicBezTo>
                  <a:pt x="3431" y="9047"/>
                  <a:pt x="3588" y="8891"/>
                  <a:pt x="3590" y="8696"/>
                </a:cubicBezTo>
                <a:cubicBezTo>
                  <a:pt x="3605" y="8443"/>
                  <a:pt x="4169" y="6710"/>
                  <a:pt x="5094" y="5877"/>
                </a:cubicBezTo>
                <a:cubicBezTo>
                  <a:pt x="6019" y="5039"/>
                  <a:pt x="6471" y="4175"/>
                  <a:pt x="6471" y="3232"/>
                </a:cubicBezTo>
                <a:cubicBezTo>
                  <a:pt x="6471" y="1451"/>
                  <a:pt x="5020" y="1"/>
                  <a:pt x="3235"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56" name="Google Shape;3456;p98"/>
          <p:cNvSpPr txBox="1"/>
          <p:nvPr/>
        </p:nvSpPr>
        <p:spPr>
          <a:xfrm>
            <a:off x="5132063" y="2157573"/>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Location</a:t>
            </a:r>
            <a:endParaRPr sz="1800">
              <a:solidFill>
                <a:srgbClr val="252525"/>
              </a:solidFill>
              <a:latin typeface="Arial"/>
              <a:ea typeface="Arial"/>
              <a:cs typeface="Arial"/>
              <a:sym typeface="Arial"/>
            </a:endParaRPr>
          </a:p>
        </p:txBody>
      </p:sp>
      <p:sp>
        <p:nvSpPr>
          <p:cNvPr id="3457" name="Google Shape;3457;p98"/>
          <p:cNvSpPr/>
          <p:nvPr/>
        </p:nvSpPr>
        <p:spPr>
          <a:xfrm>
            <a:off x="2873693" y="3364671"/>
            <a:ext cx="206652" cy="206777"/>
          </a:xfrm>
          <a:custGeom>
            <a:rect b="b" l="l" r="r" t="t"/>
            <a:pathLst>
              <a:path extrusionOk="0" h="8286" w="8281">
                <a:moveTo>
                  <a:pt x="351" y="4"/>
                </a:moveTo>
                <a:cubicBezTo>
                  <a:pt x="317" y="4"/>
                  <a:pt x="283" y="12"/>
                  <a:pt x="250" y="23"/>
                </a:cubicBezTo>
                <a:cubicBezTo>
                  <a:pt x="239" y="27"/>
                  <a:pt x="228" y="26"/>
                  <a:pt x="216" y="30"/>
                </a:cubicBezTo>
                <a:cubicBezTo>
                  <a:pt x="207" y="35"/>
                  <a:pt x="200" y="44"/>
                  <a:pt x="191" y="48"/>
                </a:cubicBezTo>
                <a:cubicBezTo>
                  <a:pt x="158" y="64"/>
                  <a:pt x="127" y="82"/>
                  <a:pt x="103" y="109"/>
                </a:cubicBezTo>
                <a:cubicBezTo>
                  <a:pt x="102" y="109"/>
                  <a:pt x="102" y="110"/>
                  <a:pt x="99" y="110"/>
                </a:cubicBezTo>
                <a:cubicBezTo>
                  <a:pt x="89" y="122"/>
                  <a:pt x="83" y="137"/>
                  <a:pt x="74" y="149"/>
                </a:cubicBezTo>
                <a:cubicBezTo>
                  <a:pt x="57" y="174"/>
                  <a:pt x="38" y="197"/>
                  <a:pt x="28" y="223"/>
                </a:cubicBezTo>
                <a:cubicBezTo>
                  <a:pt x="16" y="251"/>
                  <a:pt x="14" y="280"/>
                  <a:pt x="10" y="308"/>
                </a:cubicBezTo>
                <a:cubicBezTo>
                  <a:pt x="8" y="324"/>
                  <a:pt x="1" y="336"/>
                  <a:pt x="1" y="354"/>
                </a:cubicBezTo>
                <a:lnTo>
                  <a:pt x="1" y="1790"/>
                </a:lnTo>
                <a:cubicBezTo>
                  <a:pt x="2" y="1989"/>
                  <a:pt x="161" y="2146"/>
                  <a:pt x="356" y="2146"/>
                </a:cubicBezTo>
                <a:cubicBezTo>
                  <a:pt x="550" y="2146"/>
                  <a:pt x="711" y="1989"/>
                  <a:pt x="711" y="1793"/>
                </a:cubicBezTo>
                <a:lnTo>
                  <a:pt x="711" y="1187"/>
                </a:lnTo>
                <a:lnTo>
                  <a:pt x="2649" y="3048"/>
                </a:lnTo>
                <a:cubicBezTo>
                  <a:pt x="2717" y="3114"/>
                  <a:pt x="2805" y="3146"/>
                  <a:pt x="2894" y="3146"/>
                </a:cubicBezTo>
                <a:cubicBezTo>
                  <a:pt x="2986" y="3146"/>
                  <a:pt x="3079" y="3109"/>
                  <a:pt x="3149" y="3036"/>
                </a:cubicBezTo>
                <a:cubicBezTo>
                  <a:pt x="3284" y="2895"/>
                  <a:pt x="3280" y="2670"/>
                  <a:pt x="3139" y="2537"/>
                </a:cubicBezTo>
                <a:lnTo>
                  <a:pt x="1235" y="712"/>
                </a:lnTo>
                <a:lnTo>
                  <a:pt x="1792" y="712"/>
                </a:lnTo>
                <a:cubicBezTo>
                  <a:pt x="1988" y="712"/>
                  <a:pt x="2147" y="554"/>
                  <a:pt x="2147" y="357"/>
                </a:cubicBezTo>
                <a:cubicBezTo>
                  <a:pt x="2147" y="161"/>
                  <a:pt x="1989" y="4"/>
                  <a:pt x="1792" y="4"/>
                </a:cubicBezTo>
                <a:close/>
                <a:moveTo>
                  <a:pt x="6490" y="1"/>
                </a:moveTo>
                <a:cubicBezTo>
                  <a:pt x="6296" y="1"/>
                  <a:pt x="6135" y="159"/>
                  <a:pt x="6135" y="355"/>
                </a:cubicBezTo>
                <a:cubicBezTo>
                  <a:pt x="6135" y="551"/>
                  <a:pt x="6294" y="710"/>
                  <a:pt x="6490" y="710"/>
                </a:cubicBezTo>
                <a:lnTo>
                  <a:pt x="7078" y="710"/>
                </a:lnTo>
                <a:lnTo>
                  <a:pt x="5265" y="2543"/>
                </a:lnTo>
                <a:cubicBezTo>
                  <a:pt x="5128" y="2681"/>
                  <a:pt x="5130" y="2907"/>
                  <a:pt x="5267" y="3043"/>
                </a:cubicBezTo>
                <a:cubicBezTo>
                  <a:pt x="5336" y="3111"/>
                  <a:pt x="5427" y="3146"/>
                  <a:pt x="5516" y="3146"/>
                </a:cubicBezTo>
                <a:cubicBezTo>
                  <a:pt x="5607" y="3146"/>
                  <a:pt x="5697" y="3110"/>
                  <a:pt x="5767" y="3042"/>
                </a:cubicBezTo>
                <a:lnTo>
                  <a:pt x="7573" y="1218"/>
                </a:lnTo>
                <a:lnTo>
                  <a:pt x="7573" y="1794"/>
                </a:lnTo>
                <a:cubicBezTo>
                  <a:pt x="7573" y="1989"/>
                  <a:pt x="7730" y="2149"/>
                  <a:pt x="7928" y="2149"/>
                </a:cubicBezTo>
                <a:cubicBezTo>
                  <a:pt x="8124" y="2149"/>
                  <a:pt x="8281" y="1990"/>
                  <a:pt x="8281" y="1794"/>
                </a:cubicBezTo>
                <a:lnTo>
                  <a:pt x="8281" y="355"/>
                </a:lnTo>
                <a:cubicBezTo>
                  <a:pt x="8281" y="309"/>
                  <a:pt x="8272" y="263"/>
                  <a:pt x="8254" y="220"/>
                </a:cubicBezTo>
                <a:cubicBezTo>
                  <a:pt x="8235" y="177"/>
                  <a:pt x="8210" y="139"/>
                  <a:pt x="8177" y="104"/>
                </a:cubicBezTo>
                <a:cubicBezTo>
                  <a:pt x="8173" y="100"/>
                  <a:pt x="8165" y="97"/>
                  <a:pt x="8158" y="93"/>
                </a:cubicBezTo>
                <a:cubicBezTo>
                  <a:pt x="8130" y="67"/>
                  <a:pt x="8098" y="44"/>
                  <a:pt x="8063" y="29"/>
                </a:cubicBezTo>
                <a:cubicBezTo>
                  <a:pt x="8029" y="14"/>
                  <a:pt x="7991" y="11"/>
                  <a:pt x="7954" y="6"/>
                </a:cubicBezTo>
                <a:cubicBezTo>
                  <a:pt x="7945" y="6"/>
                  <a:pt x="7936" y="1"/>
                  <a:pt x="7928" y="1"/>
                </a:cubicBezTo>
                <a:close/>
                <a:moveTo>
                  <a:pt x="5516" y="5064"/>
                </a:moveTo>
                <a:cubicBezTo>
                  <a:pt x="5428" y="5064"/>
                  <a:pt x="5340" y="5096"/>
                  <a:pt x="5273" y="5161"/>
                </a:cubicBezTo>
                <a:cubicBezTo>
                  <a:pt x="5131" y="5297"/>
                  <a:pt x="5128" y="5520"/>
                  <a:pt x="5262" y="5661"/>
                </a:cubicBezTo>
                <a:lnTo>
                  <a:pt x="7099" y="7574"/>
                </a:lnTo>
                <a:lnTo>
                  <a:pt x="6492" y="7574"/>
                </a:lnTo>
                <a:cubicBezTo>
                  <a:pt x="6297" y="7574"/>
                  <a:pt x="6138" y="7733"/>
                  <a:pt x="6138" y="7929"/>
                </a:cubicBezTo>
                <a:cubicBezTo>
                  <a:pt x="6138" y="8126"/>
                  <a:pt x="6296" y="8284"/>
                  <a:pt x="6492" y="8284"/>
                </a:cubicBezTo>
                <a:lnTo>
                  <a:pt x="7931" y="8284"/>
                </a:lnTo>
                <a:cubicBezTo>
                  <a:pt x="7975" y="8284"/>
                  <a:pt x="8020" y="8275"/>
                  <a:pt x="8063" y="8257"/>
                </a:cubicBezTo>
                <a:cubicBezTo>
                  <a:pt x="8086" y="8248"/>
                  <a:pt x="8107" y="8230"/>
                  <a:pt x="8128" y="8215"/>
                </a:cubicBezTo>
                <a:cubicBezTo>
                  <a:pt x="8143" y="8203"/>
                  <a:pt x="8159" y="8197"/>
                  <a:pt x="8174" y="8186"/>
                </a:cubicBezTo>
                <a:lnTo>
                  <a:pt x="8176" y="8183"/>
                </a:lnTo>
                <a:cubicBezTo>
                  <a:pt x="8204" y="8157"/>
                  <a:pt x="8225" y="8123"/>
                  <a:pt x="8241" y="8091"/>
                </a:cubicBezTo>
                <a:cubicBezTo>
                  <a:pt x="8244" y="8083"/>
                  <a:pt x="8251" y="8077"/>
                  <a:pt x="8254" y="8070"/>
                </a:cubicBezTo>
                <a:cubicBezTo>
                  <a:pt x="8259" y="8056"/>
                  <a:pt x="8259" y="8040"/>
                  <a:pt x="8263" y="8025"/>
                </a:cubicBezTo>
                <a:cubicBezTo>
                  <a:pt x="8272" y="7995"/>
                  <a:pt x="8281" y="7966"/>
                  <a:pt x="8281" y="7935"/>
                </a:cubicBezTo>
                <a:lnTo>
                  <a:pt x="8281" y="7930"/>
                </a:lnTo>
                <a:lnTo>
                  <a:pt x="8281" y="6494"/>
                </a:lnTo>
                <a:cubicBezTo>
                  <a:pt x="8281" y="6300"/>
                  <a:pt x="8124" y="6139"/>
                  <a:pt x="7929" y="6139"/>
                </a:cubicBezTo>
                <a:cubicBezTo>
                  <a:pt x="7735" y="6139"/>
                  <a:pt x="7574" y="6297"/>
                  <a:pt x="7574" y="6494"/>
                </a:cubicBezTo>
                <a:lnTo>
                  <a:pt x="7574" y="7051"/>
                </a:lnTo>
                <a:lnTo>
                  <a:pt x="5771" y="5173"/>
                </a:lnTo>
                <a:cubicBezTo>
                  <a:pt x="5702" y="5100"/>
                  <a:pt x="5609" y="5064"/>
                  <a:pt x="5516" y="5064"/>
                </a:cubicBezTo>
                <a:close/>
                <a:moveTo>
                  <a:pt x="2893" y="5063"/>
                </a:moveTo>
                <a:cubicBezTo>
                  <a:pt x="2803" y="5063"/>
                  <a:pt x="2714" y="5097"/>
                  <a:pt x="2646" y="5167"/>
                </a:cubicBezTo>
                <a:lnTo>
                  <a:pt x="712" y="7082"/>
                </a:lnTo>
                <a:lnTo>
                  <a:pt x="712" y="6496"/>
                </a:lnTo>
                <a:cubicBezTo>
                  <a:pt x="712" y="6300"/>
                  <a:pt x="553" y="6141"/>
                  <a:pt x="357" y="6141"/>
                </a:cubicBezTo>
                <a:cubicBezTo>
                  <a:pt x="160" y="6141"/>
                  <a:pt x="2" y="6301"/>
                  <a:pt x="2" y="6496"/>
                </a:cubicBezTo>
                <a:lnTo>
                  <a:pt x="2" y="7933"/>
                </a:lnTo>
                <a:cubicBezTo>
                  <a:pt x="2" y="7942"/>
                  <a:pt x="8" y="7949"/>
                  <a:pt x="8" y="7958"/>
                </a:cubicBezTo>
                <a:cubicBezTo>
                  <a:pt x="11" y="7995"/>
                  <a:pt x="16" y="8031"/>
                  <a:pt x="31" y="8067"/>
                </a:cubicBezTo>
                <a:cubicBezTo>
                  <a:pt x="46" y="8101"/>
                  <a:pt x="68" y="8131"/>
                  <a:pt x="92" y="8159"/>
                </a:cubicBezTo>
                <a:cubicBezTo>
                  <a:pt x="97" y="8166"/>
                  <a:pt x="99" y="8175"/>
                  <a:pt x="106" y="8181"/>
                </a:cubicBezTo>
                <a:cubicBezTo>
                  <a:pt x="141" y="8212"/>
                  <a:pt x="179" y="8239"/>
                  <a:pt x="222" y="8257"/>
                </a:cubicBezTo>
                <a:cubicBezTo>
                  <a:pt x="265" y="8276"/>
                  <a:pt x="311" y="8285"/>
                  <a:pt x="357" y="8285"/>
                </a:cubicBezTo>
                <a:lnTo>
                  <a:pt x="1795" y="8285"/>
                </a:lnTo>
                <a:cubicBezTo>
                  <a:pt x="1991" y="8285"/>
                  <a:pt x="2148" y="8128"/>
                  <a:pt x="2148" y="7930"/>
                </a:cubicBezTo>
                <a:cubicBezTo>
                  <a:pt x="2148" y="7734"/>
                  <a:pt x="1989" y="7577"/>
                  <a:pt x="1795" y="7577"/>
                </a:cubicBezTo>
                <a:lnTo>
                  <a:pt x="1217" y="7577"/>
                </a:lnTo>
                <a:lnTo>
                  <a:pt x="3142" y="5669"/>
                </a:lnTo>
                <a:cubicBezTo>
                  <a:pt x="3280" y="5530"/>
                  <a:pt x="3281" y="5306"/>
                  <a:pt x="3143" y="5167"/>
                </a:cubicBezTo>
                <a:cubicBezTo>
                  <a:pt x="3074" y="5098"/>
                  <a:pt x="2984" y="5063"/>
                  <a:pt x="2893" y="5063"/>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58" name="Google Shape;3458;p98"/>
          <p:cNvSpPr txBox="1"/>
          <p:nvPr/>
        </p:nvSpPr>
        <p:spPr>
          <a:xfrm>
            <a:off x="2771356" y="3708489"/>
            <a:ext cx="4113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Expand</a:t>
            </a:r>
            <a:endParaRPr sz="1800">
              <a:solidFill>
                <a:srgbClr val="252525"/>
              </a:solidFill>
              <a:latin typeface="Arial"/>
              <a:ea typeface="Arial"/>
              <a:cs typeface="Arial"/>
              <a:sym typeface="Arial"/>
            </a:endParaRPr>
          </a:p>
        </p:txBody>
      </p:sp>
      <p:sp>
        <p:nvSpPr>
          <p:cNvPr id="3459" name="Google Shape;3459;p98"/>
          <p:cNvSpPr/>
          <p:nvPr/>
        </p:nvSpPr>
        <p:spPr>
          <a:xfrm>
            <a:off x="2034871" y="3318092"/>
            <a:ext cx="299898" cy="299931"/>
          </a:xfrm>
          <a:custGeom>
            <a:rect b="b" l="l" r="r" t="t"/>
            <a:pathLst>
              <a:path extrusionOk="0" h="9030" w="9029">
                <a:moveTo>
                  <a:pt x="2302" y="2087"/>
                </a:moveTo>
                <a:cubicBezTo>
                  <a:pt x="2277" y="2087"/>
                  <a:pt x="2251" y="2093"/>
                  <a:pt x="2226" y="2104"/>
                </a:cubicBezTo>
                <a:cubicBezTo>
                  <a:pt x="2217" y="2107"/>
                  <a:pt x="2210" y="2114"/>
                  <a:pt x="2201" y="2120"/>
                </a:cubicBezTo>
                <a:cubicBezTo>
                  <a:pt x="2186" y="2129"/>
                  <a:pt x="2168" y="2136"/>
                  <a:pt x="2156" y="2150"/>
                </a:cubicBezTo>
                <a:lnTo>
                  <a:pt x="2156" y="2151"/>
                </a:lnTo>
                <a:cubicBezTo>
                  <a:pt x="2115" y="2193"/>
                  <a:pt x="2091" y="2246"/>
                  <a:pt x="2091" y="2307"/>
                </a:cubicBezTo>
                <a:lnTo>
                  <a:pt x="2091" y="3494"/>
                </a:lnTo>
                <a:cubicBezTo>
                  <a:pt x="2091" y="3614"/>
                  <a:pt x="2189" y="3713"/>
                  <a:pt x="2309" y="3713"/>
                </a:cubicBezTo>
                <a:cubicBezTo>
                  <a:pt x="2431" y="3713"/>
                  <a:pt x="2529" y="3614"/>
                  <a:pt x="2529" y="3494"/>
                </a:cubicBezTo>
                <a:lnTo>
                  <a:pt x="2529" y="2834"/>
                </a:lnTo>
                <a:lnTo>
                  <a:pt x="4207" y="4512"/>
                </a:lnTo>
                <a:lnTo>
                  <a:pt x="2529" y="6190"/>
                </a:lnTo>
                <a:lnTo>
                  <a:pt x="2529" y="5537"/>
                </a:lnTo>
                <a:cubicBezTo>
                  <a:pt x="2529" y="5417"/>
                  <a:pt x="2431" y="5319"/>
                  <a:pt x="2309" y="5319"/>
                </a:cubicBezTo>
                <a:cubicBezTo>
                  <a:pt x="2189" y="5319"/>
                  <a:pt x="2091" y="5417"/>
                  <a:pt x="2091" y="5537"/>
                </a:cubicBezTo>
                <a:lnTo>
                  <a:pt x="2091" y="6723"/>
                </a:lnTo>
                <a:cubicBezTo>
                  <a:pt x="2091" y="6844"/>
                  <a:pt x="2189" y="6943"/>
                  <a:pt x="2309" y="6943"/>
                </a:cubicBezTo>
                <a:lnTo>
                  <a:pt x="3496" y="6943"/>
                </a:lnTo>
                <a:cubicBezTo>
                  <a:pt x="3616" y="6943"/>
                  <a:pt x="3714" y="6844"/>
                  <a:pt x="3714" y="6723"/>
                </a:cubicBezTo>
                <a:cubicBezTo>
                  <a:pt x="3714" y="6603"/>
                  <a:pt x="3616" y="6505"/>
                  <a:pt x="3496" y="6505"/>
                </a:cubicBezTo>
                <a:lnTo>
                  <a:pt x="2836" y="6505"/>
                </a:lnTo>
                <a:lnTo>
                  <a:pt x="4517" y="4824"/>
                </a:lnTo>
                <a:lnTo>
                  <a:pt x="6197" y="6505"/>
                </a:lnTo>
                <a:lnTo>
                  <a:pt x="5538" y="6505"/>
                </a:lnTo>
                <a:cubicBezTo>
                  <a:pt x="5417" y="6505"/>
                  <a:pt x="5319" y="6603"/>
                  <a:pt x="5319" y="6723"/>
                </a:cubicBezTo>
                <a:cubicBezTo>
                  <a:pt x="5319" y="6844"/>
                  <a:pt x="5417" y="6943"/>
                  <a:pt x="5538" y="6943"/>
                </a:cubicBezTo>
                <a:lnTo>
                  <a:pt x="6724" y="6943"/>
                </a:lnTo>
                <a:cubicBezTo>
                  <a:pt x="6844" y="6943"/>
                  <a:pt x="6942" y="6844"/>
                  <a:pt x="6942" y="6723"/>
                </a:cubicBezTo>
                <a:lnTo>
                  <a:pt x="6942" y="5537"/>
                </a:lnTo>
                <a:cubicBezTo>
                  <a:pt x="6942" y="5417"/>
                  <a:pt x="6844" y="5319"/>
                  <a:pt x="6724" y="5319"/>
                </a:cubicBezTo>
                <a:cubicBezTo>
                  <a:pt x="6604" y="5319"/>
                  <a:pt x="6504" y="5417"/>
                  <a:pt x="6504" y="5537"/>
                </a:cubicBezTo>
                <a:lnTo>
                  <a:pt x="6504" y="6190"/>
                </a:lnTo>
                <a:lnTo>
                  <a:pt x="4826" y="4512"/>
                </a:lnTo>
                <a:lnTo>
                  <a:pt x="6504" y="2834"/>
                </a:lnTo>
                <a:lnTo>
                  <a:pt x="6504" y="3494"/>
                </a:lnTo>
                <a:cubicBezTo>
                  <a:pt x="6504" y="3614"/>
                  <a:pt x="6604" y="3713"/>
                  <a:pt x="6724" y="3713"/>
                </a:cubicBezTo>
                <a:cubicBezTo>
                  <a:pt x="6844" y="3713"/>
                  <a:pt x="6942" y="3614"/>
                  <a:pt x="6942" y="3494"/>
                </a:cubicBezTo>
                <a:lnTo>
                  <a:pt x="6942" y="2307"/>
                </a:lnTo>
                <a:cubicBezTo>
                  <a:pt x="6942" y="2246"/>
                  <a:pt x="6919" y="2191"/>
                  <a:pt x="6884" y="2151"/>
                </a:cubicBezTo>
                <a:lnTo>
                  <a:pt x="6884" y="2150"/>
                </a:lnTo>
                <a:cubicBezTo>
                  <a:pt x="6873" y="2136"/>
                  <a:pt x="6855" y="2129"/>
                  <a:pt x="6840" y="2120"/>
                </a:cubicBezTo>
                <a:cubicBezTo>
                  <a:pt x="6831" y="2114"/>
                  <a:pt x="6824" y="2107"/>
                  <a:pt x="6815" y="2104"/>
                </a:cubicBezTo>
                <a:cubicBezTo>
                  <a:pt x="6786" y="2090"/>
                  <a:pt x="6755" y="2087"/>
                  <a:pt x="6724" y="2087"/>
                </a:cubicBezTo>
                <a:lnTo>
                  <a:pt x="5544" y="2087"/>
                </a:lnTo>
                <a:cubicBezTo>
                  <a:pt x="5422" y="2087"/>
                  <a:pt x="5324" y="2185"/>
                  <a:pt x="5324" y="2306"/>
                </a:cubicBezTo>
                <a:cubicBezTo>
                  <a:pt x="5324" y="2426"/>
                  <a:pt x="5422" y="2525"/>
                  <a:pt x="5544" y="2525"/>
                </a:cubicBezTo>
                <a:lnTo>
                  <a:pt x="6197" y="2525"/>
                </a:lnTo>
                <a:lnTo>
                  <a:pt x="4520" y="4200"/>
                </a:lnTo>
                <a:lnTo>
                  <a:pt x="2844" y="2525"/>
                </a:lnTo>
                <a:lnTo>
                  <a:pt x="3497" y="2525"/>
                </a:lnTo>
                <a:cubicBezTo>
                  <a:pt x="3618" y="2525"/>
                  <a:pt x="3717" y="2426"/>
                  <a:pt x="3717" y="2306"/>
                </a:cubicBezTo>
                <a:cubicBezTo>
                  <a:pt x="3717" y="2185"/>
                  <a:pt x="3618" y="2087"/>
                  <a:pt x="3497" y="2087"/>
                </a:cubicBezTo>
                <a:lnTo>
                  <a:pt x="2317" y="2087"/>
                </a:lnTo>
                <a:cubicBezTo>
                  <a:pt x="2312" y="2087"/>
                  <a:pt x="2307" y="2087"/>
                  <a:pt x="2302" y="2087"/>
                </a:cubicBezTo>
                <a:close/>
                <a:moveTo>
                  <a:pt x="7608" y="687"/>
                </a:moveTo>
                <a:cubicBezTo>
                  <a:pt x="8011" y="687"/>
                  <a:pt x="8343" y="1018"/>
                  <a:pt x="8343" y="1422"/>
                </a:cubicBezTo>
                <a:lnTo>
                  <a:pt x="8341" y="1422"/>
                </a:lnTo>
                <a:lnTo>
                  <a:pt x="8341" y="7607"/>
                </a:lnTo>
                <a:cubicBezTo>
                  <a:pt x="8341" y="8011"/>
                  <a:pt x="8010" y="8342"/>
                  <a:pt x="7606" y="8342"/>
                </a:cubicBezTo>
                <a:lnTo>
                  <a:pt x="1423" y="8342"/>
                </a:lnTo>
                <a:cubicBezTo>
                  <a:pt x="1017" y="8342"/>
                  <a:pt x="688" y="8012"/>
                  <a:pt x="688" y="7607"/>
                </a:cubicBezTo>
                <a:lnTo>
                  <a:pt x="688" y="1422"/>
                </a:lnTo>
                <a:cubicBezTo>
                  <a:pt x="688" y="1018"/>
                  <a:pt x="1017" y="687"/>
                  <a:pt x="1423" y="687"/>
                </a:cubicBezTo>
                <a:close/>
                <a:moveTo>
                  <a:pt x="1423" y="1"/>
                </a:moveTo>
                <a:cubicBezTo>
                  <a:pt x="639" y="1"/>
                  <a:pt x="0" y="639"/>
                  <a:pt x="0" y="1422"/>
                </a:cubicBezTo>
                <a:lnTo>
                  <a:pt x="0" y="7607"/>
                </a:lnTo>
                <a:cubicBezTo>
                  <a:pt x="0" y="8391"/>
                  <a:pt x="639" y="9029"/>
                  <a:pt x="1423" y="9029"/>
                </a:cubicBezTo>
                <a:lnTo>
                  <a:pt x="7608" y="9029"/>
                </a:lnTo>
                <a:cubicBezTo>
                  <a:pt x="8390" y="9029"/>
                  <a:pt x="9029" y="8391"/>
                  <a:pt x="9029" y="7607"/>
                </a:cubicBezTo>
                <a:lnTo>
                  <a:pt x="9029" y="1422"/>
                </a:lnTo>
                <a:cubicBezTo>
                  <a:pt x="9029" y="639"/>
                  <a:pt x="8390" y="1"/>
                  <a:pt x="760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60" name="Google Shape;3460;p98"/>
          <p:cNvSpPr txBox="1"/>
          <p:nvPr/>
        </p:nvSpPr>
        <p:spPr>
          <a:xfrm>
            <a:off x="1963275" y="3708489"/>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Architecture</a:t>
            </a:r>
            <a:endParaRPr sz="1800">
              <a:solidFill>
                <a:srgbClr val="252525"/>
              </a:solidFill>
              <a:latin typeface="Arial"/>
              <a:ea typeface="Arial"/>
              <a:cs typeface="Arial"/>
              <a:sym typeface="Arial"/>
            </a:endParaRPr>
          </a:p>
        </p:txBody>
      </p:sp>
      <p:sp>
        <p:nvSpPr>
          <p:cNvPr id="3461" name="Google Shape;3461;p98"/>
          <p:cNvSpPr/>
          <p:nvPr/>
        </p:nvSpPr>
        <p:spPr>
          <a:xfrm>
            <a:off x="1249450" y="3324885"/>
            <a:ext cx="286347" cy="286347"/>
          </a:xfrm>
          <a:custGeom>
            <a:rect b="b" l="l" r="r" t="t"/>
            <a:pathLst>
              <a:path extrusionOk="0" h="8621" w="8621">
                <a:moveTo>
                  <a:pt x="6970" y="1356"/>
                </a:moveTo>
                <a:cubicBezTo>
                  <a:pt x="6912" y="1356"/>
                  <a:pt x="6853" y="1378"/>
                  <a:pt x="6809" y="1423"/>
                </a:cubicBezTo>
                <a:lnTo>
                  <a:pt x="5569" y="2663"/>
                </a:lnTo>
                <a:lnTo>
                  <a:pt x="5569" y="2197"/>
                </a:lnTo>
                <a:cubicBezTo>
                  <a:pt x="5569" y="2072"/>
                  <a:pt x="5468" y="1969"/>
                  <a:pt x="5343" y="1969"/>
                </a:cubicBezTo>
                <a:cubicBezTo>
                  <a:pt x="5219" y="1969"/>
                  <a:pt x="5116" y="2072"/>
                  <a:pt x="5116" y="2197"/>
                </a:cubicBezTo>
                <a:lnTo>
                  <a:pt x="5116" y="3232"/>
                </a:lnTo>
                <a:cubicBezTo>
                  <a:pt x="5119" y="3358"/>
                  <a:pt x="5220" y="3460"/>
                  <a:pt x="5345" y="3460"/>
                </a:cubicBezTo>
                <a:lnTo>
                  <a:pt x="6381" y="3460"/>
                </a:lnTo>
                <a:cubicBezTo>
                  <a:pt x="6505" y="3460"/>
                  <a:pt x="6607" y="3358"/>
                  <a:pt x="6607" y="3234"/>
                </a:cubicBezTo>
                <a:cubicBezTo>
                  <a:pt x="6607" y="3110"/>
                  <a:pt x="6505" y="3007"/>
                  <a:pt x="6381" y="3007"/>
                </a:cubicBezTo>
                <a:lnTo>
                  <a:pt x="5866" y="3007"/>
                </a:lnTo>
                <a:lnTo>
                  <a:pt x="7131" y="1744"/>
                </a:lnTo>
                <a:cubicBezTo>
                  <a:pt x="7220" y="1654"/>
                  <a:pt x="7220" y="1512"/>
                  <a:pt x="7131" y="1423"/>
                </a:cubicBezTo>
                <a:cubicBezTo>
                  <a:pt x="7087" y="1378"/>
                  <a:pt x="7028" y="1356"/>
                  <a:pt x="6970" y="1356"/>
                </a:cubicBezTo>
                <a:close/>
                <a:moveTo>
                  <a:pt x="1582" y="1402"/>
                </a:moveTo>
                <a:cubicBezTo>
                  <a:pt x="1524" y="1402"/>
                  <a:pt x="1466" y="1424"/>
                  <a:pt x="1422" y="1469"/>
                </a:cubicBezTo>
                <a:cubicBezTo>
                  <a:pt x="1332" y="1558"/>
                  <a:pt x="1332" y="1701"/>
                  <a:pt x="1422" y="1790"/>
                </a:cubicBezTo>
                <a:lnTo>
                  <a:pt x="2663" y="3028"/>
                </a:lnTo>
                <a:lnTo>
                  <a:pt x="2197" y="3028"/>
                </a:lnTo>
                <a:cubicBezTo>
                  <a:pt x="2072" y="3028"/>
                  <a:pt x="1971" y="3131"/>
                  <a:pt x="1971" y="3254"/>
                </a:cubicBezTo>
                <a:cubicBezTo>
                  <a:pt x="1971" y="3379"/>
                  <a:pt x="2072" y="3481"/>
                  <a:pt x="2197" y="3481"/>
                </a:cubicBezTo>
                <a:lnTo>
                  <a:pt x="3233" y="3481"/>
                </a:lnTo>
                <a:cubicBezTo>
                  <a:pt x="3356" y="3481"/>
                  <a:pt x="3459" y="3379"/>
                  <a:pt x="3459" y="3254"/>
                </a:cubicBezTo>
                <a:lnTo>
                  <a:pt x="3459" y="2219"/>
                </a:lnTo>
                <a:cubicBezTo>
                  <a:pt x="3459" y="2094"/>
                  <a:pt x="3356" y="1992"/>
                  <a:pt x="3233" y="1992"/>
                </a:cubicBezTo>
                <a:cubicBezTo>
                  <a:pt x="3108" y="1992"/>
                  <a:pt x="3006" y="2094"/>
                  <a:pt x="3006" y="2219"/>
                </a:cubicBezTo>
                <a:lnTo>
                  <a:pt x="3006" y="2733"/>
                </a:lnTo>
                <a:lnTo>
                  <a:pt x="1742" y="1469"/>
                </a:lnTo>
                <a:cubicBezTo>
                  <a:pt x="1698" y="1424"/>
                  <a:pt x="1640" y="1402"/>
                  <a:pt x="1582" y="1402"/>
                </a:cubicBezTo>
                <a:close/>
                <a:moveTo>
                  <a:pt x="5367" y="5117"/>
                </a:moveTo>
                <a:cubicBezTo>
                  <a:pt x="5242" y="5117"/>
                  <a:pt x="5141" y="5220"/>
                  <a:pt x="5141" y="5345"/>
                </a:cubicBezTo>
                <a:lnTo>
                  <a:pt x="5141" y="6380"/>
                </a:lnTo>
                <a:cubicBezTo>
                  <a:pt x="5141" y="6504"/>
                  <a:pt x="5242" y="6607"/>
                  <a:pt x="5367" y="6607"/>
                </a:cubicBezTo>
                <a:cubicBezTo>
                  <a:pt x="5492" y="6607"/>
                  <a:pt x="5594" y="6504"/>
                  <a:pt x="5594" y="6380"/>
                </a:cubicBezTo>
                <a:lnTo>
                  <a:pt x="5594" y="5866"/>
                </a:lnTo>
                <a:lnTo>
                  <a:pt x="6858" y="7130"/>
                </a:lnTo>
                <a:cubicBezTo>
                  <a:pt x="6902" y="7174"/>
                  <a:pt x="6960" y="7196"/>
                  <a:pt x="7017" y="7196"/>
                </a:cubicBezTo>
                <a:cubicBezTo>
                  <a:pt x="7075" y="7196"/>
                  <a:pt x="7133" y="7174"/>
                  <a:pt x="7177" y="7130"/>
                </a:cubicBezTo>
                <a:cubicBezTo>
                  <a:pt x="7266" y="7040"/>
                  <a:pt x="7266" y="6898"/>
                  <a:pt x="7177" y="6809"/>
                </a:cubicBezTo>
                <a:lnTo>
                  <a:pt x="5937" y="5570"/>
                </a:lnTo>
                <a:lnTo>
                  <a:pt x="6404" y="5570"/>
                </a:lnTo>
                <a:cubicBezTo>
                  <a:pt x="6527" y="5570"/>
                  <a:pt x="6629" y="5469"/>
                  <a:pt x="6629" y="5345"/>
                </a:cubicBezTo>
                <a:cubicBezTo>
                  <a:pt x="6629" y="5220"/>
                  <a:pt x="6527" y="5117"/>
                  <a:pt x="6404" y="5117"/>
                </a:cubicBezTo>
                <a:close/>
                <a:moveTo>
                  <a:pt x="2219" y="5138"/>
                </a:moveTo>
                <a:cubicBezTo>
                  <a:pt x="2094" y="5138"/>
                  <a:pt x="1992" y="5241"/>
                  <a:pt x="1992" y="5365"/>
                </a:cubicBezTo>
                <a:cubicBezTo>
                  <a:pt x="1992" y="5489"/>
                  <a:pt x="2094" y="5591"/>
                  <a:pt x="2219" y="5591"/>
                </a:cubicBezTo>
                <a:lnTo>
                  <a:pt x="2733" y="5591"/>
                </a:lnTo>
                <a:lnTo>
                  <a:pt x="1469" y="6855"/>
                </a:lnTo>
                <a:cubicBezTo>
                  <a:pt x="1380" y="6944"/>
                  <a:pt x="1380" y="7088"/>
                  <a:pt x="1469" y="7177"/>
                </a:cubicBezTo>
                <a:cubicBezTo>
                  <a:pt x="1514" y="7222"/>
                  <a:pt x="1572" y="7244"/>
                  <a:pt x="1628" y="7244"/>
                </a:cubicBezTo>
                <a:cubicBezTo>
                  <a:pt x="1686" y="7244"/>
                  <a:pt x="1744" y="7222"/>
                  <a:pt x="1788" y="7177"/>
                </a:cubicBezTo>
                <a:lnTo>
                  <a:pt x="3028" y="5937"/>
                </a:lnTo>
                <a:lnTo>
                  <a:pt x="3028" y="6402"/>
                </a:lnTo>
                <a:cubicBezTo>
                  <a:pt x="3028" y="6527"/>
                  <a:pt x="3131" y="6629"/>
                  <a:pt x="3254" y="6629"/>
                </a:cubicBezTo>
                <a:cubicBezTo>
                  <a:pt x="3379" y="6629"/>
                  <a:pt x="3481" y="6527"/>
                  <a:pt x="3481" y="6402"/>
                </a:cubicBezTo>
                <a:lnTo>
                  <a:pt x="3481" y="5367"/>
                </a:lnTo>
                <a:cubicBezTo>
                  <a:pt x="3481" y="5241"/>
                  <a:pt x="3382" y="5140"/>
                  <a:pt x="3254" y="5138"/>
                </a:cubicBezTo>
                <a:close/>
                <a:moveTo>
                  <a:pt x="7244" y="707"/>
                </a:moveTo>
                <a:cubicBezTo>
                  <a:pt x="7614" y="707"/>
                  <a:pt x="7914" y="1009"/>
                  <a:pt x="7914" y="1378"/>
                </a:cubicBezTo>
                <a:lnTo>
                  <a:pt x="7914" y="7244"/>
                </a:lnTo>
                <a:cubicBezTo>
                  <a:pt x="7914" y="7612"/>
                  <a:pt x="7614" y="7914"/>
                  <a:pt x="7244" y="7914"/>
                </a:cubicBezTo>
                <a:lnTo>
                  <a:pt x="1379" y="7914"/>
                </a:lnTo>
                <a:cubicBezTo>
                  <a:pt x="1009" y="7914"/>
                  <a:pt x="709" y="7612"/>
                  <a:pt x="709" y="7244"/>
                </a:cubicBezTo>
                <a:lnTo>
                  <a:pt x="709" y="1378"/>
                </a:lnTo>
                <a:cubicBezTo>
                  <a:pt x="709" y="1009"/>
                  <a:pt x="1009" y="707"/>
                  <a:pt x="1379" y="707"/>
                </a:cubicBezTo>
                <a:close/>
                <a:moveTo>
                  <a:pt x="1379" y="0"/>
                </a:moveTo>
                <a:cubicBezTo>
                  <a:pt x="620" y="0"/>
                  <a:pt x="1" y="618"/>
                  <a:pt x="1" y="1378"/>
                </a:cubicBezTo>
                <a:lnTo>
                  <a:pt x="1" y="7244"/>
                </a:lnTo>
                <a:cubicBezTo>
                  <a:pt x="1" y="8003"/>
                  <a:pt x="620" y="8620"/>
                  <a:pt x="1379" y="8620"/>
                </a:cubicBezTo>
                <a:lnTo>
                  <a:pt x="7244" y="8620"/>
                </a:lnTo>
                <a:cubicBezTo>
                  <a:pt x="8003" y="8620"/>
                  <a:pt x="8621" y="8003"/>
                  <a:pt x="8621" y="7244"/>
                </a:cubicBezTo>
                <a:lnTo>
                  <a:pt x="8621" y="1378"/>
                </a:lnTo>
                <a:cubicBezTo>
                  <a:pt x="8621" y="618"/>
                  <a:pt x="8003" y="0"/>
                  <a:pt x="724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62" name="Google Shape;3462;p98"/>
          <p:cNvSpPr txBox="1"/>
          <p:nvPr/>
        </p:nvSpPr>
        <p:spPr>
          <a:xfrm>
            <a:off x="1143772" y="3708489"/>
            <a:ext cx="4977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Consolidate</a:t>
            </a:r>
            <a:endParaRPr sz="1800">
              <a:solidFill>
                <a:srgbClr val="252525"/>
              </a:solidFill>
              <a:latin typeface="Arial"/>
              <a:ea typeface="Arial"/>
              <a:cs typeface="Arial"/>
              <a:sym typeface="Arial"/>
            </a:endParaRPr>
          </a:p>
        </p:txBody>
      </p:sp>
      <p:sp>
        <p:nvSpPr>
          <p:cNvPr id="3463" name="Google Shape;3463;p98"/>
          <p:cNvSpPr txBox="1"/>
          <p:nvPr/>
        </p:nvSpPr>
        <p:spPr>
          <a:xfrm>
            <a:off x="8234402" y="2933031"/>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 Analytics Applications</a:t>
            </a:r>
            <a:endParaRPr sz="1800">
              <a:solidFill>
                <a:srgbClr val="252525"/>
              </a:solidFill>
              <a:latin typeface="Arial"/>
              <a:ea typeface="Arial"/>
              <a:cs typeface="Arial"/>
              <a:sym typeface="Arial"/>
            </a:endParaRPr>
          </a:p>
        </p:txBody>
      </p:sp>
      <p:sp>
        <p:nvSpPr>
          <p:cNvPr id="3464" name="Google Shape;3464;p98"/>
          <p:cNvSpPr/>
          <p:nvPr/>
        </p:nvSpPr>
        <p:spPr>
          <a:xfrm>
            <a:off x="8388511" y="2559423"/>
            <a:ext cx="267791" cy="266372"/>
          </a:xfrm>
          <a:custGeom>
            <a:rect b="b" l="l" r="r" t="t"/>
            <a:pathLst>
              <a:path extrusionOk="0" h="8821" w="8868">
                <a:moveTo>
                  <a:pt x="7019" y="1277"/>
                </a:moveTo>
                <a:cubicBezTo>
                  <a:pt x="6949" y="1277"/>
                  <a:pt x="6883" y="1309"/>
                  <a:pt x="6840" y="1365"/>
                </a:cubicBezTo>
                <a:lnTo>
                  <a:pt x="5911" y="2556"/>
                </a:lnTo>
                <a:lnTo>
                  <a:pt x="5021" y="1888"/>
                </a:lnTo>
                <a:cubicBezTo>
                  <a:pt x="4981" y="1857"/>
                  <a:pt x="4933" y="1842"/>
                  <a:pt x="4885" y="1842"/>
                </a:cubicBezTo>
                <a:cubicBezTo>
                  <a:pt x="4826" y="1842"/>
                  <a:pt x="4767" y="1865"/>
                  <a:pt x="4723" y="1912"/>
                </a:cubicBezTo>
                <a:lnTo>
                  <a:pt x="3391" y="3290"/>
                </a:lnTo>
                <a:lnTo>
                  <a:pt x="2093" y="3000"/>
                </a:lnTo>
                <a:cubicBezTo>
                  <a:pt x="2076" y="2996"/>
                  <a:pt x="2059" y="2994"/>
                  <a:pt x="2043" y="2994"/>
                </a:cubicBezTo>
                <a:cubicBezTo>
                  <a:pt x="1938" y="2994"/>
                  <a:pt x="1846" y="3067"/>
                  <a:pt x="1821" y="3172"/>
                </a:cubicBezTo>
                <a:cubicBezTo>
                  <a:pt x="1796" y="3293"/>
                  <a:pt x="1872" y="3413"/>
                  <a:pt x="1995" y="3441"/>
                </a:cubicBezTo>
                <a:lnTo>
                  <a:pt x="3415" y="3757"/>
                </a:lnTo>
                <a:cubicBezTo>
                  <a:pt x="3431" y="3760"/>
                  <a:pt x="3447" y="3763"/>
                  <a:pt x="3465" y="3763"/>
                </a:cubicBezTo>
                <a:cubicBezTo>
                  <a:pt x="3526" y="3763"/>
                  <a:pt x="3584" y="3738"/>
                  <a:pt x="3628" y="3693"/>
                </a:cubicBezTo>
                <a:lnTo>
                  <a:pt x="4910" y="2369"/>
                </a:lnTo>
                <a:lnTo>
                  <a:pt x="5816" y="3050"/>
                </a:lnTo>
                <a:cubicBezTo>
                  <a:pt x="5857" y="3081"/>
                  <a:pt x="5905" y="3096"/>
                  <a:pt x="5952" y="3096"/>
                </a:cubicBezTo>
                <a:cubicBezTo>
                  <a:pt x="6020" y="3096"/>
                  <a:pt x="6087" y="3066"/>
                  <a:pt x="6131" y="3009"/>
                </a:cubicBezTo>
                <a:lnTo>
                  <a:pt x="7128" y="1730"/>
                </a:lnTo>
                <a:lnTo>
                  <a:pt x="8452" y="1730"/>
                </a:lnTo>
                <a:cubicBezTo>
                  <a:pt x="8576" y="1730"/>
                  <a:pt x="8679" y="1628"/>
                  <a:pt x="8679" y="1503"/>
                </a:cubicBezTo>
                <a:cubicBezTo>
                  <a:pt x="8679" y="1380"/>
                  <a:pt x="8576" y="1277"/>
                  <a:pt x="8452" y="1277"/>
                </a:cubicBezTo>
                <a:close/>
                <a:moveTo>
                  <a:pt x="8377" y="2503"/>
                </a:moveTo>
                <a:cubicBezTo>
                  <a:pt x="8332" y="2503"/>
                  <a:pt x="8288" y="2516"/>
                  <a:pt x="8248" y="2543"/>
                </a:cubicBezTo>
                <a:lnTo>
                  <a:pt x="5881" y="4166"/>
                </a:lnTo>
                <a:lnTo>
                  <a:pt x="4173" y="4166"/>
                </a:lnTo>
                <a:cubicBezTo>
                  <a:pt x="4153" y="4166"/>
                  <a:pt x="4133" y="4167"/>
                  <a:pt x="4114" y="4173"/>
                </a:cubicBezTo>
                <a:lnTo>
                  <a:pt x="3076" y="4455"/>
                </a:lnTo>
                <a:lnTo>
                  <a:pt x="1907" y="4455"/>
                </a:lnTo>
                <a:cubicBezTo>
                  <a:pt x="1783" y="4455"/>
                  <a:pt x="1680" y="4558"/>
                  <a:pt x="1680" y="4681"/>
                </a:cubicBezTo>
                <a:cubicBezTo>
                  <a:pt x="1680" y="4810"/>
                  <a:pt x="1781" y="4910"/>
                  <a:pt x="1907" y="4910"/>
                </a:cubicBezTo>
                <a:lnTo>
                  <a:pt x="3106" y="4910"/>
                </a:lnTo>
                <a:cubicBezTo>
                  <a:pt x="3127" y="4910"/>
                  <a:pt x="3147" y="4908"/>
                  <a:pt x="3165" y="4902"/>
                </a:cubicBezTo>
                <a:lnTo>
                  <a:pt x="4203" y="4620"/>
                </a:lnTo>
                <a:lnTo>
                  <a:pt x="5952" y="4620"/>
                </a:lnTo>
                <a:cubicBezTo>
                  <a:pt x="5998" y="4620"/>
                  <a:pt x="6043" y="4607"/>
                  <a:pt x="6080" y="4581"/>
                </a:cubicBezTo>
                <a:lnTo>
                  <a:pt x="8504" y="2918"/>
                </a:lnTo>
                <a:cubicBezTo>
                  <a:pt x="8607" y="2847"/>
                  <a:pt x="8634" y="2706"/>
                  <a:pt x="8563" y="2602"/>
                </a:cubicBezTo>
                <a:cubicBezTo>
                  <a:pt x="8520" y="2538"/>
                  <a:pt x="8449" y="2503"/>
                  <a:pt x="8377" y="2503"/>
                </a:cubicBezTo>
                <a:close/>
                <a:moveTo>
                  <a:pt x="8443" y="3626"/>
                </a:moveTo>
                <a:cubicBezTo>
                  <a:pt x="8384" y="3626"/>
                  <a:pt x="8325" y="3650"/>
                  <a:pt x="8281" y="3698"/>
                </a:cubicBezTo>
                <a:lnTo>
                  <a:pt x="5890" y="6126"/>
                </a:lnTo>
                <a:lnTo>
                  <a:pt x="3891" y="5449"/>
                </a:lnTo>
                <a:cubicBezTo>
                  <a:pt x="3866" y="5440"/>
                  <a:pt x="3841" y="5436"/>
                  <a:pt x="3816" y="5436"/>
                </a:cubicBezTo>
                <a:cubicBezTo>
                  <a:pt x="3775" y="5436"/>
                  <a:pt x="3736" y="5447"/>
                  <a:pt x="3700" y="5468"/>
                </a:cubicBezTo>
                <a:lnTo>
                  <a:pt x="1922" y="6552"/>
                </a:lnTo>
                <a:cubicBezTo>
                  <a:pt x="1814" y="6617"/>
                  <a:pt x="1781" y="6757"/>
                  <a:pt x="1845" y="6864"/>
                </a:cubicBezTo>
                <a:cubicBezTo>
                  <a:pt x="1888" y="6934"/>
                  <a:pt x="1962" y="6972"/>
                  <a:pt x="2040" y="6972"/>
                </a:cubicBezTo>
                <a:cubicBezTo>
                  <a:pt x="2078" y="6972"/>
                  <a:pt x="2118" y="6960"/>
                  <a:pt x="2155" y="6938"/>
                </a:cubicBezTo>
                <a:lnTo>
                  <a:pt x="3844" y="5910"/>
                </a:lnTo>
                <a:lnTo>
                  <a:pt x="5878" y="6599"/>
                </a:lnTo>
                <a:cubicBezTo>
                  <a:pt x="5901" y="6607"/>
                  <a:pt x="5924" y="6611"/>
                  <a:pt x="5948" y="6611"/>
                </a:cubicBezTo>
                <a:cubicBezTo>
                  <a:pt x="6008" y="6611"/>
                  <a:pt x="6068" y="6587"/>
                  <a:pt x="6111" y="6543"/>
                </a:cubicBezTo>
                <a:lnTo>
                  <a:pt x="8602" y="4013"/>
                </a:lnTo>
                <a:cubicBezTo>
                  <a:pt x="8692" y="3924"/>
                  <a:pt x="8689" y="3780"/>
                  <a:pt x="8600" y="3692"/>
                </a:cubicBezTo>
                <a:cubicBezTo>
                  <a:pt x="8556" y="3648"/>
                  <a:pt x="8500" y="3626"/>
                  <a:pt x="8443" y="3626"/>
                </a:cubicBezTo>
                <a:close/>
                <a:moveTo>
                  <a:pt x="1076" y="0"/>
                </a:moveTo>
                <a:cubicBezTo>
                  <a:pt x="881" y="0"/>
                  <a:pt x="721" y="158"/>
                  <a:pt x="721" y="355"/>
                </a:cubicBezTo>
                <a:lnTo>
                  <a:pt x="721" y="7438"/>
                </a:lnTo>
                <a:lnTo>
                  <a:pt x="356" y="7438"/>
                </a:lnTo>
                <a:cubicBezTo>
                  <a:pt x="161" y="7438"/>
                  <a:pt x="1" y="7596"/>
                  <a:pt x="1" y="7792"/>
                </a:cubicBezTo>
                <a:cubicBezTo>
                  <a:pt x="1" y="7989"/>
                  <a:pt x="158" y="8147"/>
                  <a:pt x="356" y="8147"/>
                </a:cubicBezTo>
                <a:lnTo>
                  <a:pt x="721" y="8147"/>
                </a:lnTo>
                <a:lnTo>
                  <a:pt x="721" y="8466"/>
                </a:lnTo>
                <a:cubicBezTo>
                  <a:pt x="721" y="8661"/>
                  <a:pt x="878" y="8821"/>
                  <a:pt x="1076" y="8821"/>
                </a:cubicBezTo>
                <a:cubicBezTo>
                  <a:pt x="1270" y="8821"/>
                  <a:pt x="1431" y="8662"/>
                  <a:pt x="1431" y="8466"/>
                </a:cubicBezTo>
                <a:lnTo>
                  <a:pt x="1431" y="8147"/>
                </a:lnTo>
                <a:lnTo>
                  <a:pt x="8514" y="8147"/>
                </a:lnTo>
                <a:cubicBezTo>
                  <a:pt x="8708" y="8147"/>
                  <a:pt x="8867" y="7989"/>
                  <a:pt x="8867" y="7792"/>
                </a:cubicBezTo>
                <a:cubicBezTo>
                  <a:pt x="8867" y="7596"/>
                  <a:pt x="8708" y="7438"/>
                  <a:pt x="8514" y="7438"/>
                </a:cubicBezTo>
                <a:lnTo>
                  <a:pt x="1431" y="7438"/>
                </a:lnTo>
                <a:lnTo>
                  <a:pt x="1431" y="355"/>
                </a:lnTo>
                <a:cubicBezTo>
                  <a:pt x="1431" y="159"/>
                  <a:pt x="1272" y="0"/>
                  <a:pt x="107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65" name="Google Shape;3465;p98"/>
          <p:cNvSpPr/>
          <p:nvPr/>
        </p:nvSpPr>
        <p:spPr>
          <a:xfrm>
            <a:off x="5220024" y="3366557"/>
            <a:ext cx="267187" cy="203018"/>
          </a:xfrm>
          <a:custGeom>
            <a:rect b="b" l="l" r="r" t="t"/>
            <a:pathLst>
              <a:path extrusionOk="0" h="6723" w="8848">
                <a:moveTo>
                  <a:pt x="1417" y="1438"/>
                </a:moveTo>
                <a:cubicBezTo>
                  <a:pt x="1363" y="1438"/>
                  <a:pt x="1308" y="1457"/>
                  <a:pt x="1264" y="1497"/>
                </a:cubicBezTo>
                <a:cubicBezTo>
                  <a:pt x="1172" y="1580"/>
                  <a:pt x="1166" y="1723"/>
                  <a:pt x="1249" y="1816"/>
                </a:cubicBezTo>
                <a:lnTo>
                  <a:pt x="2859" y="3576"/>
                </a:lnTo>
                <a:lnTo>
                  <a:pt x="1395" y="4886"/>
                </a:lnTo>
                <a:cubicBezTo>
                  <a:pt x="1300" y="4969"/>
                  <a:pt x="1292" y="5112"/>
                  <a:pt x="1375" y="5205"/>
                </a:cubicBezTo>
                <a:cubicBezTo>
                  <a:pt x="1420" y="5256"/>
                  <a:pt x="1482" y="5281"/>
                  <a:pt x="1545" y="5281"/>
                </a:cubicBezTo>
                <a:cubicBezTo>
                  <a:pt x="1598" y="5281"/>
                  <a:pt x="1653" y="5263"/>
                  <a:pt x="1695" y="5223"/>
                </a:cubicBezTo>
                <a:lnTo>
                  <a:pt x="3163" y="3912"/>
                </a:lnTo>
                <a:lnTo>
                  <a:pt x="3445" y="4219"/>
                </a:lnTo>
                <a:cubicBezTo>
                  <a:pt x="3705" y="4501"/>
                  <a:pt x="4054" y="4657"/>
                  <a:pt x="4427" y="4657"/>
                </a:cubicBezTo>
                <a:cubicBezTo>
                  <a:pt x="4801" y="4657"/>
                  <a:pt x="5150" y="4504"/>
                  <a:pt x="5410" y="4219"/>
                </a:cubicBezTo>
                <a:lnTo>
                  <a:pt x="5677" y="3928"/>
                </a:lnTo>
                <a:lnTo>
                  <a:pt x="7127" y="5226"/>
                </a:lnTo>
                <a:cubicBezTo>
                  <a:pt x="7170" y="5265"/>
                  <a:pt x="7223" y="5284"/>
                  <a:pt x="7277" y="5284"/>
                </a:cubicBezTo>
                <a:cubicBezTo>
                  <a:pt x="7340" y="5284"/>
                  <a:pt x="7401" y="5257"/>
                  <a:pt x="7446" y="5207"/>
                </a:cubicBezTo>
                <a:cubicBezTo>
                  <a:pt x="7529" y="5115"/>
                  <a:pt x="7520" y="4972"/>
                  <a:pt x="7427" y="4887"/>
                </a:cubicBezTo>
                <a:lnTo>
                  <a:pt x="5982" y="3594"/>
                </a:lnTo>
                <a:lnTo>
                  <a:pt x="7602" y="1821"/>
                </a:lnTo>
                <a:cubicBezTo>
                  <a:pt x="7685" y="1730"/>
                  <a:pt x="7679" y="1586"/>
                  <a:pt x="7587" y="1502"/>
                </a:cubicBezTo>
                <a:cubicBezTo>
                  <a:pt x="7543" y="1462"/>
                  <a:pt x="7488" y="1443"/>
                  <a:pt x="7433" y="1443"/>
                </a:cubicBezTo>
                <a:cubicBezTo>
                  <a:pt x="7372" y="1443"/>
                  <a:pt x="7312" y="1467"/>
                  <a:pt x="7268" y="1515"/>
                </a:cubicBezTo>
                <a:lnTo>
                  <a:pt x="5076" y="3913"/>
                </a:lnTo>
                <a:cubicBezTo>
                  <a:pt x="4902" y="4101"/>
                  <a:pt x="4665" y="4195"/>
                  <a:pt x="4429" y="4195"/>
                </a:cubicBezTo>
                <a:cubicBezTo>
                  <a:pt x="4191" y="4195"/>
                  <a:pt x="3953" y="4101"/>
                  <a:pt x="3780" y="3913"/>
                </a:cubicBezTo>
                <a:lnTo>
                  <a:pt x="1583" y="1512"/>
                </a:lnTo>
                <a:cubicBezTo>
                  <a:pt x="1539" y="1463"/>
                  <a:pt x="1479" y="1438"/>
                  <a:pt x="1417" y="1438"/>
                </a:cubicBezTo>
                <a:close/>
                <a:moveTo>
                  <a:pt x="7786" y="707"/>
                </a:moveTo>
                <a:cubicBezTo>
                  <a:pt x="7980" y="707"/>
                  <a:pt x="8139" y="866"/>
                  <a:pt x="8139" y="1062"/>
                </a:cubicBezTo>
                <a:lnTo>
                  <a:pt x="8139" y="5663"/>
                </a:lnTo>
                <a:cubicBezTo>
                  <a:pt x="8139" y="5857"/>
                  <a:pt x="7980" y="6016"/>
                  <a:pt x="7786" y="6016"/>
                </a:cubicBezTo>
                <a:lnTo>
                  <a:pt x="1062" y="6016"/>
                </a:lnTo>
                <a:cubicBezTo>
                  <a:pt x="868" y="6016"/>
                  <a:pt x="707" y="5859"/>
                  <a:pt x="707" y="5663"/>
                </a:cubicBezTo>
                <a:lnTo>
                  <a:pt x="707" y="1062"/>
                </a:lnTo>
                <a:cubicBezTo>
                  <a:pt x="707" y="868"/>
                  <a:pt x="868" y="707"/>
                  <a:pt x="1062" y="707"/>
                </a:cubicBezTo>
                <a:close/>
                <a:moveTo>
                  <a:pt x="1062" y="0"/>
                </a:moveTo>
                <a:cubicBezTo>
                  <a:pt x="477" y="0"/>
                  <a:pt x="0" y="477"/>
                  <a:pt x="0" y="1062"/>
                </a:cubicBezTo>
                <a:lnTo>
                  <a:pt x="0" y="5663"/>
                </a:lnTo>
                <a:cubicBezTo>
                  <a:pt x="0" y="6246"/>
                  <a:pt x="477" y="6723"/>
                  <a:pt x="1062" y="6723"/>
                </a:cubicBezTo>
                <a:lnTo>
                  <a:pt x="7786" y="6723"/>
                </a:lnTo>
                <a:cubicBezTo>
                  <a:pt x="8369" y="6723"/>
                  <a:pt x="8846" y="6246"/>
                  <a:pt x="8846" y="5663"/>
                </a:cubicBezTo>
                <a:lnTo>
                  <a:pt x="8846" y="1062"/>
                </a:lnTo>
                <a:cubicBezTo>
                  <a:pt x="8848" y="477"/>
                  <a:pt x="8372" y="0"/>
                  <a:pt x="778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66" name="Google Shape;3466;p98"/>
          <p:cNvSpPr txBox="1"/>
          <p:nvPr/>
        </p:nvSpPr>
        <p:spPr>
          <a:xfrm>
            <a:off x="5132063"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Email</a:t>
            </a:r>
            <a:endParaRPr sz="1800">
              <a:solidFill>
                <a:srgbClr val="252525"/>
              </a:solidFill>
              <a:latin typeface="Arial"/>
              <a:ea typeface="Arial"/>
              <a:cs typeface="Arial"/>
              <a:sym typeface="Arial"/>
            </a:endParaRPr>
          </a:p>
        </p:txBody>
      </p:sp>
      <p:sp>
        <p:nvSpPr>
          <p:cNvPr id="3467" name="Google Shape;3467;p98"/>
          <p:cNvSpPr/>
          <p:nvPr/>
        </p:nvSpPr>
        <p:spPr>
          <a:xfrm>
            <a:off x="4436509" y="3332224"/>
            <a:ext cx="249824" cy="271687"/>
          </a:xfrm>
          <a:custGeom>
            <a:rect b="b" l="l" r="r" t="t"/>
            <a:pathLst>
              <a:path extrusionOk="0" h="8997" w="8273">
                <a:moveTo>
                  <a:pt x="4202" y="0"/>
                </a:moveTo>
                <a:cubicBezTo>
                  <a:pt x="4015" y="0"/>
                  <a:pt x="3862" y="152"/>
                  <a:pt x="3862" y="339"/>
                </a:cubicBezTo>
                <a:lnTo>
                  <a:pt x="3862" y="1176"/>
                </a:lnTo>
                <a:cubicBezTo>
                  <a:pt x="3862" y="1364"/>
                  <a:pt x="4015" y="1516"/>
                  <a:pt x="4202" y="1516"/>
                </a:cubicBezTo>
                <a:cubicBezTo>
                  <a:pt x="4389" y="1516"/>
                  <a:pt x="4542" y="1364"/>
                  <a:pt x="4542" y="1176"/>
                </a:cubicBezTo>
                <a:lnTo>
                  <a:pt x="4542" y="339"/>
                </a:lnTo>
                <a:cubicBezTo>
                  <a:pt x="4542" y="152"/>
                  <a:pt x="4389" y="0"/>
                  <a:pt x="4202" y="0"/>
                </a:cubicBezTo>
                <a:close/>
                <a:moveTo>
                  <a:pt x="1498" y="1063"/>
                </a:moveTo>
                <a:cubicBezTo>
                  <a:pt x="1411" y="1063"/>
                  <a:pt x="1325" y="1096"/>
                  <a:pt x="1258" y="1163"/>
                </a:cubicBezTo>
                <a:cubicBezTo>
                  <a:pt x="1124" y="1297"/>
                  <a:pt x="1124" y="1512"/>
                  <a:pt x="1258" y="1644"/>
                </a:cubicBezTo>
                <a:lnTo>
                  <a:pt x="1852" y="2237"/>
                </a:lnTo>
                <a:cubicBezTo>
                  <a:pt x="1917" y="2304"/>
                  <a:pt x="2005" y="2336"/>
                  <a:pt x="2092" y="2336"/>
                </a:cubicBezTo>
                <a:cubicBezTo>
                  <a:pt x="2177" y="2336"/>
                  <a:pt x="2265" y="2304"/>
                  <a:pt x="2331" y="2237"/>
                </a:cubicBezTo>
                <a:cubicBezTo>
                  <a:pt x="2465" y="2103"/>
                  <a:pt x="2465" y="1888"/>
                  <a:pt x="2331" y="1756"/>
                </a:cubicBezTo>
                <a:lnTo>
                  <a:pt x="1739" y="1163"/>
                </a:lnTo>
                <a:cubicBezTo>
                  <a:pt x="1672" y="1096"/>
                  <a:pt x="1585" y="1063"/>
                  <a:pt x="1498" y="1063"/>
                </a:cubicBezTo>
                <a:close/>
                <a:moveTo>
                  <a:pt x="6869" y="1158"/>
                </a:moveTo>
                <a:cubicBezTo>
                  <a:pt x="6782" y="1158"/>
                  <a:pt x="6696" y="1191"/>
                  <a:pt x="6629" y="1258"/>
                </a:cubicBezTo>
                <a:lnTo>
                  <a:pt x="6036" y="1851"/>
                </a:lnTo>
                <a:cubicBezTo>
                  <a:pt x="5903" y="1984"/>
                  <a:pt x="5903" y="2200"/>
                  <a:pt x="6036" y="2332"/>
                </a:cubicBezTo>
                <a:cubicBezTo>
                  <a:pt x="6103" y="2399"/>
                  <a:pt x="6191" y="2430"/>
                  <a:pt x="6275" y="2431"/>
                </a:cubicBezTo>
                <a:cubicBezTo>
                  <a:pt x="6363" y="2431"/>
                  <a:pt x="6451" y="2399"/>
                  <a:pt x="6517" y="2332"/>
                </a:cubicBezTo>
                <a:lnTo>
                  <a:pt x="7108" y="1739"/>
                </a:lnTo>
                <a:cubicBezTo>
                  <a:pt x="7242" y="1606"/>
                  <a:pt x="7242" y="1390"/>
                  <a:pt x="7108" y="1258"/>
                </a:cubicBezTo>
                <a:cubicBezTo>
                  <a:pt x="7042" y="1191"/>
                  <a:pt x="6955" y="1158"/>
                  <a:pt x="6869" y="1158"/>
                </a:cubicBezTo>
                <a:close/>
                <a:moveTo>
                  <a:pt x="340" y="3731"/>
                </a:moveTo>
                <a:cubicBezTo>
                  <a:pt x="151" y="3731"/>
                  <a:pt x="0" y="3884"/>
                  <a:pt x="0" y="4071"/>
                </a:cubicBezTo>
                <a:cubicBezTo>
                  <a:pt x="0" y="4258"/>
                  <a:pt x="151" y="4411"/>
                  <a:pt x="340" y="4411"/>
                </a:cubicBezTo>
                <a:lnTo>
                  <a:pt x="1176" y="4411"/>
                </a:lnTo>
                <a:cubicBezTo>
                  <a:pt x="1365" y="4411"/>
                  <a:pt x="1516" y="4258"/>
                  <a:pt x="1516" y="4071"/>
                </a:cubicBezTo>
                <a:cubicBezTo>
                  <a:pt x="1516" y="3884"/>
                  <a:pt x="1365" y="3731"/>
                  <a:pt x="1176" y="3731"/>
                </a:cubicBezTo>
                <a:close/>
                <a:moveTo>
                  <a:pt x="7935" y="3864"/>
                </a:moveTo>
                <a:cubicBezTo>
                  <a:pt x="7934" y="3864"/>
                  <a:pt x="7933" y="3864"/>
                  <a:pt x="7933" y="3864"/>
                </a:cubicBezTo>
                <a:lnTo>
                  <a:pt x="7097" y="3864"/>
                </a:lnTo>
                <a:cubicBezTo>
                  <a:pt x="6908" y="3864"/>
                  <a:pt x="6756" y="4016"/>
                  <a:pt x="6756" y="4204"/>
                </a:cubicBezTo>
                <a:cubicBezTo>
                  <a:pt x="6756" y="4391"/>
                  <a:pt x="6908" y="4544"/>
                  <a:pt x="7097" y="4544"/>
                </a:cubicBezTo>
                <a:lnTo>
                  <a:pt x="7933" y="4544"/>
                </a:lnTo>
                <a:cubicBezTo>
                  <a:pt x="8121" y="4544"/>
                  <a:pt x="8273" y="4391"/>
                  <a:pt x="8273" y="4204"/>
                </a:cubicBezTo>
                <a:cubicBezTo>
                  <a:pt x="8273" y="4015"/>
                  <a:pt x="8124" y="3864"/>
                  <a:pt x="7935" y="3864"/>
                </a:cubicBezTo>
                <a:close/>
                <a:moveTo>
                  <a:pt x="4142" y="2342"/>
                </a:moveTo>
                <a:cubicBezTo>
                  <a:pt x="5111" y="2342"/>
                  <a:pt x="5903" y="3129"/>
                  <a:pt x="5903" y="4094"/>
                </a:cubicBezTo>
                <a:cubicBezTo>
                  <a:pt x="5904" y="4697"/>
                  <a:pt x="5653" y="5201"/>
                  <a:pt x="5199" y="5511"/>
                </a:cubicBezTo>
                <a:cubicBezTo>
                  <a:pt x="5116" y="5569"/>
                  <a:pt x="5062" y="5660"/>
                  <a:pt x="5052" y="5762"/>
                </a:cubicBezTo>
                <a:lnTo>
                  <a:pt x="3215" y="5762"/>
                </a:lnTo>
                <a:cubicBezTo>
                  <a:pt x="3206" y="5661"/>
                  <a:pt x="3154" y="5569"/>
                  <a:pt x="3069" y="5511"/>
                </a:cubicBezTo>
                <a:cubicBezTo>
                  <a:pt x="2616" y="5202"/>
                  <a:pt x="2368" y="4700"/>
                  <a:pt x="2368" y="4094"/>
                </a:cubicBezTo>
                <a:cubicBezTo>
                  <a:pt x="2368" y="3128"/>
                  <a:pt x="3164" y="2342"/>
                  <a:pt x="4142" y="2342"/>
                </a:cubicBezTo>
                <a:close/>
                <a:moveTo>
                  <a:pt x="5029" y="6196"/>
                </a:moveTo>
                <a:lnTo>
                  <a:pt x="4997" y="6816"/>
                </a:lnTo>
                <a:lnTo>
                  <a:pt x="3251" y="6524"/>
                </a:lnTo>
                <a:lnTo>
                  <a:pt x="3237" y="6196"/>
                </a:lnTo>
                <a:close/>
                <a:moveTo>
                  <a:pt x="3268" y="6969"/>
                </a:moveTo>
                <a:lnTo>
                  <a:pt x="4975" y="7254"/>
                </a:lnTo>
                <a:lnTo>
                  <a:pt x="4958" y="7566"/>
                </a:lnTo>
                <a:lnTo>
                  <a:pt x="3292" y="7566"/>
                </a:lnTo>
                <a:lnTo>
                  <a:pt x="3268" y="6969"/>
                </a:lnTo>
                <a:close/>
                <a:moveTo>
                  <a:pt x="4639" y="8245"/>
                </a:moveTo>
                <a:cubicBezTo>
                  <a:pt x="4547" y="8430"/>
                  <a:pt x="4358" y="8561"/>
                  <a:pt x="4137" y="8561"/>
                </a:cubicBezTo>
                <a:cubicBezTo>
                  <a:pt x="3916" y="8561"/>
                  <a:pt x="3727" y="8430"/>
                  <a:pt x="3634" y="8245"/>
                </a:cubicBezTo>
                <a:close/>
                <a:moveTo>
                  <a:pt x="4143" y="1664"/>
                </a:moveTo>
                <a:cubicBezTo>
                  <a:pt x="2790" y="1664"/>
                  <a:pt x="1691" y="2755"/>
                  <a:pt x="1691" y="4094"/>
                </a:cubicBezTo>
                <a:cubicBezTo>
                  <a:pt x="1691" y="4856"/>
                  <a:pt x="2000" y="5529"/>
                  <a:pt x="2548" y="5967"/>
                </a:cubicBezTo>
                <a:lnTo>
                  <a:pt x="2627" y="7918"/>
                </a:lnTo>
                <a:cubicBezTo>
                  <a:pt x="2634" y="8101"/>
                  <a:pt x="2784" y="8245"/>
                  <a:pt x="2965" y="8245"/>
                </a:cubicBezTo>
                <a:lnTo>
                  <a:pt x="3176" y="8245"/>
                </a:lnTo>
                <a:cubicBezTo>
                  <a:pt x="3285" y="8675"/>
                  <a:pt x="3674" y="8996"/>
                  <a:pt x="4137" y="8996"/>
                </a:cubicBezTo>
                <a:cubicBezTo>
                  <a:pt x="4602" y="8996"/>
                  <a:pt x="4989" y="8675"/>
                  <a:pt x="5099" y="8245"/>
                </a:cubicBezTo>
                <a:lnTo>
                  <a:pt x="5280" y="8245"/>
                </a:lnTo>
                <a:cubicBezTo>
                  <a:pt x="5460" y="8245"/>
                  <a:pt x="5612" y="8104"/>
                  <a:pt x="5620" y="7923"/>
                </a:cubicBezTo>
                <a:lnTo>
                  <a:pt x="5723" y="5970"/>
                </a:lnTo>
                <a:cubicBezTo>
                  <a:pt x="6272" y="5529"/>
                  <a:pt x="6584" y="4856"/>
                  <a:pt x="6584" y="4094"/>
                </a:cubicBezTo>
                <a:cubicBezTo>
                  <a:pt x="6584" y="2752"/>
                  <a:pt x="5488" y="1664"/>
                  <a:pt x="4143" y="1664"/>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68" name="Google Shape;3468;p98"/>
          <p:cNvSpPr txBox="1"/>
          <p:nvPr/>
        </p:nvSpPr>
        <p:spPr>
          <a:xfrm>
            <a:off x="4417138" y="3708489"/>
            <a:ext cx="2886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Idea</a:t>
            </a:r>
            <a:endParaRPr sz="1800">
              <a:solidFill>
                <a:srgbClr val="252525"/>
              </a:solidFill>
              <a:latin typeface="Arial"/>
              <a:ea typeface="Arial"/>
              <a:cs typeface="Arial"/>
              <a:sym typeface="Arial"/>
            </a:endParaRPr>
          </a:p>
        </p:txBody>
      </p:sp>
      <p:sp>
        <p:nvSpPr>
          <p:cNvPr id="3469" name="Google Shape;3469;p98"/>
          <p:cNvSpPr txBox="1"/>
          <p:nvPr/>
        </p:nvSpPr>
        <p:spPr>
          <a:xfrm>
            <a:off x="3547669" y="370848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Social</a:t>
            </a:r>
            <a:endParaRPr sz="1800">
              <a:solidFill>
                <a:srgbClr val="252525"/>
              </a:solidFill>
              <a:latin typeface="Arial"/>
              <a:ea typeface="Arial"/>
              <a:cs typeface="Arial"/>
              <a:sym typeface="Arial"/>
            </a:endParaRPr>
          </a:p>
        </p:txBody>
      </p:sp>
      <p:sp>
        <p:nvSpPr>
          <p:cNvPr id="3470" name="Google Shape;3470;p98"/>
          <p:cNvSpPr/>
          <p:nvPr/>
        </p:nvSpPr>
        <p:spPr>
          <a:xfrm>
            <a:off x="3631146" y="3353845"/>
            <a:ext cx="276156" cy="228444"/>
          </a:xfrm>
          <a:custGeom>
            <a:rect b="b" l="l" r="r" t="t"/>
            <a:pathLst>
              <a:path extrusionOk="0" h="7565" w="9145">
                <a:moveTo>
                  <a:pt x="2329" y="3686"/>
                </a:moveTo>
                <a:lnTo>
                  <a:pt x="2329" y="6861"/>
                </a:lnTo>
                <a:lnTo>
                  <a:pt x="707" y="6861"/>
                </a:lnTo>
                <a:lnTo>
                  <a:pt x="707" y="3686"/>
                </a:lnTo>
                <a:close/>
                <a:moveTo>
                  <a:pt x="5477" y="455"/>
                </a:moveTo>
                <a:cubicBezTo>
                  <a:pt x="5515" y="455"/>
                  <a:pt x="5554" y="463"/>
                  <a:pt x="5591" y="479"/>
                </a:cubicBezTo>
                <a:cubicBezTo>
                  <a:pt x="5839" y="584"/>
                  <a:pt x="6154" y="1130"/>
                  <a:pt x="5775" y="2497"/>
                </a:cubicBezTo>
                <a:cubicBezTo>
                  <a:pt x="5758" y="2565"/>
                  <a:pt x="5769" y="2638"/>
                  <a:pt x="5813" y="2693"/>
                </a:cubicBezTo>
                <a:cubicBezTo>
                  <a:pt x="5856" y="2749"/>
                  <a:pt x="5922" y="2783"/>
                  <a:pt x="5992" y="2783"/>
                </a:cubicBezTo>
                <a:lnTo>
                  <a:pt x="8092" y="2783"/>
                </a:lnTo>
                <a:cubicBezTo>
                  <a:pt x="8601" y="2783"/>
                  <a:pt x="8692" y="2902"/>
                  <a:pt x="8692" y="3236"/>
                </a:cubicBezTo>
                <a:cubicBezTo>
                  <a:pt x="8692" y="3446"/>
                  <a:pt x="8655" y="3486"/>
                  <a:pt x="8653" y="3486"/>
                </a:cubicBezTo>
                <a:cubicBezTo>
                  <a:pt x="8653" y="3486"/>
                  <a:pt x="8635" y="3496"/>
                  <a:pt x="8583" y="3496"/>
                </a:cubicBezTo>
                <a:lnTo>
                  <a:pt x="7140" y="3496"/>
                </a:lnTo>
                <a:cubicBezTo>
                  <a:pt x="7015" y="3496"/>
                  <a:pt x="6913" y="3596"/>
                  <a:pt x="6913" y="3722"/>
                </a:cubicBezTo>
                <a:cubicBezTo>
                  <a:pt x="6913" y="3848"/>
                  <a:pt x="7014" y="3947"/>
                  <a:pt x="7140" y="3947"/>
                </a:cubicBezTo>
                <a:lnTo>
                  <a:pt x="8523" y="3947"/>
                </a:lnTo>
                <a:cubicBezTo>
                  <a:pt x="8597" y="3995"/>
                  <a:pt x="8650" y="4094"/>
                  <a:pt x="8664" y="4219"/>
                </a:cubicBezTo>
                <a:cubicBezTo>
                  <a:pt x="8677" y="4353"/>
                  <a:pt x="8635" y="4538"/>
                  <a:pt x="8499" y="4659"/>
                </a:cubicBezTo>
                <a:lnTo>
                  <a:pt x="7142" y="4659"/>
                </a:lnTo>
                <a:cubicBezTo>
                  <a:pt x="7017" y="4659"/>
                  <a:pt x="6916" y="4760"/>
                  <a:pt x="6916" y="4886"/>
                </a:cubicBezTo>
                <a:cubicBezTo>
                  <a:pt x="6916" y="5012"/>
                  <a:pt x="7015" y="5112"/>
                  <a:pt x="7142" y="5112"/>
                </a:cubicBezTo>
                <a:lnTo>
                  <a:pt x="8433" y="5112"/>
                </a:lnTo>
                <a:cubicBezTo>
                  <a:pt x="8465" y="5235"/>
                  <a:pt x="8468" y="5398"/>
                  <a:pt x="8410" y="5550"/>
                </a:cubicBezTo>
                <a:cubicBezTo>
                  <a:pt x="8358" y="5685"/>
                  <a:pt x="8270" y="5778"/>
                  <a:pt x="8151" y="5824"/>
                </a:cubicBezTo>
                <a:lnTo>
                  <a:pt x="7145" y="5824"/>
                </a:lnTo>
                <a:cubicBezTo>
                  <a:pt x="7020" y="5824"/>
                  <a:pt x="6917" y="5925"/>
                  <a:pt x="6917" y="6052"/>
                </a:cubicBezTo>
                <a:cubicBezTo>
                  <a:pt x="6917" y="6178"/>
                  <a:pt x="7017" y="6277"/>
                  <a:pt x="7145" y="6277"/>
                </a:cubicBezTo>
                <a:lnTo>
                  <a:pt x="7995" y="6277"/>
                </a:lnTo>
                <a:cubicBezTo>
                  <a:pt x="7989" y="6405"/>
                  <a:pt x="7949" y="6554"/>
                  <a:pt x="7850" y="6687"/>
                </a:cubicBezTo>
                <a:cubicBezTo>
                  <a:pt x="7743" y="6822"/>
                  <a:pt x="7540" y="6987"/>
                  <a:pt x="7162" y="6987"/>
                </a:cubicBezTo>
                <a:lnTo>
                  <a:pt x="3986" y="6987"/>
                </a:lnTo>
                <a:cubicBezTo>
                  <a:pt x="3939" y="6987"/>
                  <a:pt x="3820" y="6946"/>
                  <a:pt x="3723" y="6861"/>
                </a:cubicBezTo>
                <a:cubicBezTo>
                  <a:pt x="3532" y="6693"/>
                  <a:pt x="3288" y="6601"/>
                  <a:pt x="3034" y="6600"/>
                </a:cubicBezTo>
                <a:lnTo>
                  <a:pt x="3034" y="3928"/>
                </a:lnTo>
                <a:cubicBezTo>
                  <a:pt x="3297" y="3885"/>
                  <a:pt x="3538" y="3756"/>
                  <a:pt x="3717" y="3538"/>
                </a:cubicBezTo>
                <a:cubicBezTo>
                  <a:pt x="3731" y="3526"/>
                  <a:pt x="3747" y="3514"/>
                  <a:pt x="3762" y="3500"/>
                </a:cubicBezTo>
                <a:lnTo>
                  <a:pt x="3787" y="3481"/>
                </a:lnTo>
                <a:cubicBezTo>
                  <a:pt x="4461" y="2951"/>
                  <a:pt x="4890" y="2402"/>
                  <a:pt x="5098" y="1803"/>
                </a:cubicBezTo>
                <a:cubicBezTo>
                  <a:pt x="5107" y="1778"/>
                  <a:pt x="5121" y="1756"/>
                  <a:pt x="5135" y="1730"/>
                </a:cubicBezTo>
                <a:cubicBezTo>
                  <a:pt x="5180" y="1652"/>
                  <a:pt x="5233" y="1554"/>
                  <a:pt x="5233" y="1432"/>
                </a:cubicBezTo>
                <a:lnTo>
                  <a:pt x="5233" y="580"/>
                </a:lnTo>
                <a:cubicBezTo>
                  <a:pt x="5299" y="498"/>
                  <a:pt x="5387" y="455"/>
                  <a:pt x="5477" y="455"/>
                </a:cubicBezTo>
                <a:close/>
                <a:moveTo>
                  <a:pt x="5476" y="1"/>
                </a:moveTo>
                <a:cubicBezTo>
                  <a:pt x="5216" y="1"/>
                  <a:pt x="4968" y="140"/>
                  <a:pt x="4816" y="389"/>
                </a:cubicBezTo>
                <a:cubicBezTo>
                  <a:pt x="4794" y="425"/>
                  <a:pt x="4782" y="467"/>
                  <a:pt x="4782" y="507"/>
                </a:cubicBezTo>
                <a:lnTo>
                  <a:pt x="4782" y="1425"/>
                </a:lnTo>
                <a:cubicBezTo>
                  <a:pt x="4779" y="1441"/>
                  <a:pt x="4757" y="1481"/>
                  <a:pt x="4742" y="1509"/>
                </a:cubicBezTo>
                <a:cubicBezTo>
                  <a:pt x="4715" y="1558"/>
                  <a:pt x="4690" y="1604"/>
                  <a:pt x="4674" y="1652"/>
                </a:cubicBezTo>
                <a:cubicBezTo>
                  <a:pt x="4492" y="2168"/>
                  <a:pt x="4112" y="2650"/>
                  <a:pt x="3489" y="3140"/>
                </a:cubicBezTo>
                <a:cubicBezTo>
                  <a:pt x="3451" y="3166"/>
                  <a:pt x="3405" y="3202"/>
                  <a:pt x="3370" y="3247"/>
                </a:cubicBezTo>
                <a:cubicBezTo>
                  <a:pt x="3279" y="3358"/>
                  <a:pt x="3162" y="3431"/>
                  <a:pt x="3034" y="3468"/>
                </a:cubicBezTo>
                <a:lnTo>
                  <a:pt x="3034" y="3333"/>
                </a:lnTo>
                <a:cubicBezTo>
                  <a:pt x="3034" y="3137"/>
                  <a:pt x="2877" y="2979"/>
                  <a:pt x="2681" y="2979"/>
                </a:cubicBezTo>
                <a:lnTo>
                  <a:pt x="354" y="2979"/>
                </a:lnTo>
                <a:cubicBezTo>
                  <a:pt x="159" y="2979"/>
                  <a:pt x="0" y="3137"/>
                  <a:pt x="0" y="3333"/>
                </a:cubicBezTo>
                <a:lnTo>
                  <a:pt x="0" y="7211"/>
                </a:lnTo>
                <a:cubicBezTo>
                  <a:pt x="0" y="7406"/>
                  <a:pt x="159" y="7565"/>
                  <a:pt x="354" y="7565"/>
                </a:cubicBezTo>
                <a:lnTo>
                  <a:pt x="2681" y="7565"/>
                </a:lnTo>
                <a:cubicBezTo>
                  <a:pt x="2877" y="7565"/>
                  <a:pt x="3034" y="7406"/>
                  <a:pt x="3034" y="7211"/>
                </a:cubicBezTo>
                <a:lnTo>
                  <a:pt x="3034" y="7049"/>
                </a:lnTo>
                <a:cubicBezTo>
                  <a:pt x="3177" y="7052"/>
                  <a:pt x="3316" y="7104"/>
                  <a:pt x="3423" y="7198"/>
                </a:cubicBezTo>
                <a:cubicBezTo>
                  <a:pt x="3587" y="7344"/>
                  <a:pt x="3808" y="7439"/>
                  <a:pt x="3986" y="7439"/>
                </a:cubicBezTo>
                <a:lnTo>
                  <a:pt x="7162" y="7439"/>
                </a:lnTo>
                <a:cubicBezTo>
                  <a:pt x="7600" y="7439"/>
                  <a:pt x="7972" y="7268"/>
                  <a:pt x="8205" y="6957"/>
                </a:cubicBezTo>
                <a:cubicBezTo>
                  <a:pt x="8367" y="6744"/>
                  <a:pt x="8450" y="6475"/>
                  <a:pt x="8445" y="6222"/>
                </a:cubicBezTo>
                <a:cubicBezTo>
                  <a:pt x="8475" y="6199"/>
                  <a:pt x="8500" y="6169"/>
                  <a:pt x="8514" y="6132"/>
                </a:cubicBezTo>
                <a:cubicBezTo>
                  <a:pt x="8653" y="6028"/>
                  <a:pt x="8762" y="5887"/>
                  <a:pt x="8828" y="5710"/>
                </a:cubicBezTo>
                <a:cubicBezTo>
                  <a:pt x="8913" y="5490"/>
                  <a:pt x="8922" y="5238"/>
                  <a:pt x="8870" y="5020"/>
                </a:cubicBezTo>
                <a:cubicBezTo>
                  <a:pt x="8898" y="4982"/>
                  <a:pt x="8918" y="4938"/>
                  <a:pt x="8918" y="4886"/>
                </a:cubicBezTo>
                <a:cubicBezTo>
                  <a:pt x="8918" y="4880"/>
                  <a:pt x="8916" y="4877"/>
                  <a:pt x="8916" y="4873"/>
                </a:cubicBezTo>
                <a:cubicBezTo>
                  <a:pt x="9063" y="4681"/>
                  <a:pt x="9139" y="4436"/>
                  <a:pt x="9115" y="4176"/>
                </a:cubicBezTo>
                <a:cubicBezTo>
                  <a:pt x="9100" y="4031"/>
                  <a:pt x="9057" y="3898"/>
                  <a:pt x="8990" y="3789"/>
                </a:cubicBezTo>
                <a:cubicBezTo>
                  <a:pt x="9145" y="3616"/>
                  <a:pt x="9145" y="3349"/>
                  <a:pt x="9145" y="3233"/>
                </a:cubicBezTo>
                <a:cubicBezTo>
                  <a:pt x="9145" y="2330"/>
                  <a:pt x="8381" y="2330"/>
                  <a:pt x="8093" y="2330"/>
                </a:cubicBezTo>
                <a:lnTo>
                  <a:pt x="6285" y="2330"/>
                </a:lnTo>
                <a:cubicBezTo>
                  <a:pt x="6594" y="964"/>
                  <a:pt x="6236" y="263"/>
                  <a:pt x="5772" y="63"/>
                </a:cubicBezTo>
                <a:cubicBezTo>
                  <a:pt x="5675" y="21"/>
                  <a:pt x="5575" y="1"/>
                  <a:pt x="547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71" name="Google Shape;3471;p98"/>
          <p:cNvSpPr txBox="1"/>
          <p:nvPr/>
        </p:nvSpPr>
        <p:spPr>
          <a:xfrm>
            <a:off x="5932960"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Enterprise</a:t>
            </a:r>
            <a:endParaRPr sz="1800">
              <a:solidFill>
                <a:srgbClr val="252525"/>
              </a:solidFill>
              <a:latin typeface="Arial"/>
              <a:ea typeface="Arial"/>
              <a:cs typeface="Arial"/>
              <a:sym typeface="Arial"/>
            </a:endParaRPr>
          </a:p>
        </p:txBody>
      </p:sp>
      <p:grpSp>
        <p:nvGrpSpPr>
          <p:cNvPr id="3472" name="Google Shape;3472;p98"/>
          <p:cNvGrpSpPr/>
          <p:nvPr/>
        </p:nvGrpSpPr>
        <p:grpSpPr>
          <a:xfrm>
            <a:off x="6025824" y="1803979"/>
            <a:ext cx="240029" cy="226338"/>
            <a:chOff x="583315" y="243510"/>
            <a:chExt cx="290206" cy="275921"/>
          </a:xfrm>
        </p:grpSpPr>
        <p:sp>
          <p:nvSpPr>
            <p:cNvPr id="3473" name="Google Shape;3473;p98"/>
            <p:cNvSpPr/>
            <p:nvPr/>
          </p:nvSpPr>
          <p:spPr>
            <a:xfrm>
              <a:off x="583315" y="243510"/>
              <a:ext cx="290206" cy="275921"/>
            </a:xfrm>
            <a:custGeom>
              <a:rect b="b" l="l" r="r" t="t"/>
              <a:pathLst>
                <a:path extrusionOk="0" h="275921" w="290206">
                  <a:moveTo>
                    <a:pt x="280970" y="111442"/>
                  </a:moveTo>
                  <a:lnTo>
                    <a:pt x="277553" y="111442"/>
                  </a:lnTo>
                  <a:lnTo>
                    <a:pt x="277553" y="83733"/>
                  </a:lnTo>
                  <a:cubicBezTo>
                    <a:pt x="277321" y="78986"/>
                    <a:pt x="273525" y="75190"/>
                    <a:pt x="268778" y="74958"/>
                  </a:cubicBezTo>
                  <a:lnTo>
                    <a:pt x="216962" y="74958"/>
                  </a:lnTo>
                  <a:cubicBezTo>
                    <a:pt x="212036" y="74952"/>
                    <a:pt x="207972" y="78813"/>
                    <a:pt x="207726" y="83733"/>
                  </a:cubicBezTo>
                  <a:lnTo>
                    <a:pt x="207726" y="111442"/>
                  </a:lnTo>
                  <a:lnTo>
                    <a:pt x="205140" y="111442"/>
                  </a:lnTo>
                  <a:cubicBezTo>
                    <a:pt x="200038" y="111442"/>
                    <a:pt x="195903" y="115577"/>
                    <a:pt x="195903" y="120678"/>
                  </a:cubicBezTo>
                  <a:lnTo>
                    <a:pt x="195903" y="151066"/>
                  </a:lnTo>
                  <a:lnTo>
                    <a:pt x="127739" y="151066"/>
                  </a:lnTo>
                  <a:lnTo>
                    <a:pt x="127739" y="107470"/>
                  </a:lnTo>
                  <a:cubicBezTo>
                    <a:pt x="127739" y="102369"/>
                    <a:pt x="123604" y="98234"/>
                    <a:pt x="118503" y="98234"/>
                  </a:cubicBezTo>
                  <a:lnTo>
                    <a:pt x="115362" y="98234"/>
                  </a:lnTo>
                  <a:lnTo>
                    <a:pt x="115362" y="42816"/>
                  </a:lnTo>
                  <a:cubicBezTo>
                    <a:pt x="115362" y="37715"/>
                    <a:pt x="111227" y="33580"/>
                    <a:pt x="106126" y="33580"/>
                  </a:cubicBezTo>
                  <a:lnTo>
                    <a:pt x="71120" y="33580"/>
                  </a:lnTo>
                  <a:lnTo>
                    <a:pt x="71120" y="5316"/>
                  </a:lnTo>
                  <a:cubicBezTo>
                    <a:pt x="70127" y="1516"/>
                    <a:pt x="66242" y="-760"/>
                    <a:pt x="62441" y="233"/>
                  </a:cubicBezTo>
                  <a:cubicBezTo>
                    <a:pt x="59952" y="883"/>
                    <a:pt x="58008" y="2827"/>
                    <a:pt x="57358" y="5316"/>
                  </a:cubicBezTo>
                  <a:lnTo>
                    <a:pt x="57358" y="34318"/>
                  </a:lnTo>
                  <a:lnTo>
                    <a:pt x="21244" y="34318"/>
                  </a:lnTo>
                  <a:cubicBezTo>
                    <a:pt x="16143" y="34318"/>
                    <a:pt x="12007" y="38454"/>
                    <a:pt x="12007" y="43555"/>
                  </a:cubicBezTo>
                  <a:lnTo>
                    <a:pt x="12007" y="98973"/>
                  </a:lnTo>
                  <a:lnTo>
                    <a:pt x="9236" y="98973"/>
                  </a:lnTo>
                  <a:cubicBezTo>
                    <a:pt x="4135" y="98973"/>
                    <a:pt x="0" y="103108"/>
                    <a:pt x="0" y="108209"/>
                  </a:cubicBezTo>
                  <a:lnTo>
                    <a:pt x="0" y="266613"/>
                  </a:lnTo>
                  <a:cubicBezTo>
                    <a:pt x="0" y="271714"/>
                    <a:pt x="4135" y="275849"/>
                    <a:pt x="9236" y="275849"/>
                  </a:cubicBezTo>
                  <a:lnTo>
                    <a:pt x="118872" y="275849"/>
                  </a:lnTo>
                  <a:cubicBezTo>
                    <a:pt x="119453" y="275945"/>
                    <a:pt x="120046" y="275945"/>
                    <a:pt x="120627" y="275849"/>
                  </a:cubicBezTo>
                  <a:lnTo>
                    <a:pt x="280970" y="275849"/>
                  </a:lnTo>
                  <a:cubicBezTo>
                    <a:pt x="285896" y="275856"/>
                    <a:pt x="289960" y="271995"/>
                    <a:pt x="290207" y="267075"/>
                  </a:cubicBezTo>
                  <a:lnTo>
                    <a:pt x="290207" y="120217"/>
                  </a:lnTo>
                  <a:cubicBezTo>
                    <a:pt x="289960" y="115296"/>
                    <a:pt x="285896" y="111436"/>
                    <a:pt x="280970" y="111442"/>
                  </a:cubicBezTo>
                  <a:close/>
                  <a:moveTo>
                    <a:pt x="29649" y="51960"/>
                  </a:moveTo>
                  <a:lnTo>
                    <a:pt x="97721" y="51960"/>
                  </a:lnTo>
                  <a:lnTo>
                    <a:pt x="97721" y="98604"/>
                  </a:lnTo>
                  <a:lnTo>
                    <a:pt x="29649" y="98604"/>
                  </a:lnTo>
                  <a:close/>
                  <a:moveTo>
                    <a:pt x="109728" y="257746"/>
                  </a:moveTo>
                  <a:lnTo>
                    <a:pt x="17364" y="257746"/>
                  </a:lnTo>
                  <a:lnTo>
                    <a:pt x="17364" y="116245"/>
                  </a:lnTo>
                  <a:lnTo>
                    <a:pt x="109728" y="116245"/>
                  </a:lnTo>
                  <a:close/>
                  <a:moveTo>
                    <a:pt x="195441" y="257746"/>
                  </a:moveTo>
                  <a:lnTo>
                    <a:pt x="127831" y="257746"/>
                  </a:lnTo>
                  <a:lnTo>
                    <a:pt x="127831" y="168246"/>
                  </a:lnTo>
                  <a:lnTo>
                    <a:pt x="195903" y="168246"/>
                  </a:lnTo>
                  <a:close/>
                  <a:moveTo>
                    <a:pt x="225367" y="92969"/>
                  </a:moveTo>
                  <a:lnTo>
                    <a:pt x="259542" y="92969"/>
                  </a:lnTo>
                  <a:lnTo>
                    <a:pt x="259542" y="111442"/>
                  </a:lnTo>
                  <a:lnTo>
                    <a:pt x="225367" y="111442"/>
                  </a:lnTo>
                  <a:close/>
                  <a:moveTo>
                    <a:pt x="271549" y="257746"/>
                  </a:moveTo>
                  <a:lnTo>
                    <a:pt x="213452" y="257746"/>
                  </a:lnTo>
                  <a:lnTo>
                    <a:pt x="213452" y="129084"/>
                  </a:lnTo>
                  <a:lnTo>
                    <a:pt x="272196" y="129084"/>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4" name="Google Shape;3474;p98"/>
            <p:cNvSpPr/>
            <p:nvPr/>
          </p:nvSpPr>
          <p:spPr>
            <a:xfrm>
              <a:off x="617120" y="378320"/>
              <a:ext cx="60405" cy="14131"/>
            </a:xfrm>
            <a:custGeom>
              <a:rect b="b" l="l" r="r" t="t"/>
              <a:pathLst>
                <a:path extrusionOk="0" h="14131" w="60405">
                  <a:moveTo>
                    <a:pt x="53294" y="0"/>
                  </a:moveTo>
                  <a:lnTo>
                    <a:pt x="7112" y="0"/>
                  </a:lnTo>
                  <a:cubicBezTo>
                    <a:pt x="3220" y="0"/>
                    <a:pt x="51" y="3128"/>
                    <a:pt x="0" y="7020"/>
                  </a:cubicBezTo>
                  <a:cubicBezTo>
                    <a:pt x="50" y="10927"/>
                    <a:pt x="3205" y="14082"/>
                    <a:pt x="7112" y="14132"/>
                  </a:cubicBezTo>
                  <a:lnTo>
                    <a:pt x="53294" y="14132"/>
                  </a:lnTo>
                  <a:cubicBezTo>
                    <a:pt x="57201" y="14082"/>
                    <a:pt x="60356" y="10927"/>
                    <a:pt x="60406" y="7020"/>
                  </a:cubicBezTo>
                  <a:cubicBezTo>
                    <a:pt x="60355" y="3128"/>
                    <a:pt x="57186" y="0"/>
                    <a:pt x="53294"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5" name="Google Shape;3475;p98"/>
            <p:cNvSpPr/>
            <p:nvPr/>
          </p:nvSpPr>
          <p:spPr>
            <a:xfrm>
              <a:off x="625362" y="311679"/>
              <a:ext cx="42488" cy="14224"/>
            </a:xfrm>
            <a:custGeom>
              <a:rect b="b" l="l" r="r" t="t"/>
              <a:pathLst>
                <a:path extrusionOk="0" h="14224" w="42488">
                  <a:moveTo>
                    <a:pt x="36185" y="47"/>
                  </a:moveTo>
                  <a:lnTo>
                    <a:pt x="7922" y="47"/>
                  </a:lnTo>
                  <a:cubicBezTo>
                    <a:pt x="4019" y="-400"/>
                    <a:pt x="494" y="2401"/>
                    <a:pt x="47" y="6303"/>
                  </a:cubicBezTo>
                  <a:cubicBezTo>
                    <a:pt x="-400" y="10206"/>
                    <a:pt x="2401" y="13731"/>
                    <a:pt x="6304" y="14178"/>
                  </a:cubicBezTo>
                  <a:cubicBezTo>
                    <a:pt x="6841" y="14240"/>
                    <a:pt x="7384" y="14240"/>
                    <a:pt x="7922" y="14178"/>
                  </a:cubicBezTo>
                  <a:lnTo>
                    <a:pt x="36185" y="14178"/>
                  </a:lnTo>
                  <a:cubicBezTo>
                    <a:pt x="40087" y="13731"/>
                    <a:pt x="42889" y="10206"/>
                    <a:pt x="42442" y="6303"/>
                  </a:cubicBezTo>
                  <a:cubicBezTo>
                    <a:pt x="42065" y="3017"/>
                    <a:pt x="39472" y="423"/>
                    <a:pt x="36185" y="4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6" name="Google Shape;3476;p98"/>
            <p:cNvSpPr/>
            <p:nvPr/>
          </p:nvSpPr>
          <p:spPr>
            <a:xfrm>
              <a:off x="617213" y="405290"/>
              <a:ext cx="60221" cy="14039"/>
            </a:xfrm>
            <a:custGeom>
              <a:rect b="b" l="l" r="r" t="t"/>
              <a:pathLst>
                <a:path extrusionOk="0" h="14039" w="60221">
                  <a:moveTo>
                    <a:pt x="53201" y="0"/>
                  </a:moveTo>
                  <a:lnTo>
                    <a:pt x="7020" y="0"/>
                  </a:lnTo>
                  <a:cubicBezTo>
                    <a:pt x="3143" y="0"/>
                    <a:pt x="0" y="3143"/>
                    <a:pt x="0" y="7020"/>
                  </a:cubicBezTo>
                  <a:cubicBezTo>
                    <a:pt x="0" y="10896"/>
                    <a:pt x="3143" y="14039"/>
                    <a:pt x="7020" y="14039"/>
                  </a:cubicBezTo>
                  <a:lnTo>
                    <a:pt x="53201" y="14039"/>
                  </a:lnTo>
                  <a:cubicBezTo>
                    <a:pt x="57078" y="14039"/>
                    <a:pt x="60221" y="10896"/>
                    <a:pt x="60221" y="7020"/>
                  </a:cubicBezTo>
                  <a:cubicBezTo>
                    <a:pt x="60221" y="3143"/>
                    <a:pt x="57078" y="0"/>
                    <a:pt x="53201"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7" name="Google Shape;3477;p98"/>
            <p:cNvSpPr/>
            <p:nvPr/>
          </p:nvSpPr>
          <p:spPr>
            <a:xfrm>
              <a:off x="617213" y="432260"/>
              <a:ext cx="60221" cy="14039"/>
            </a:xfrm>
            <a:custGeom>
              <a:rect b="b" l="l" r="r" t="t"/>
              <a:pathLst>
                <a:path extrusionOk="0" h="14039" w="60221">
                  <a:moveTo>
                    <a:pt x="53201" y="0"/>
                  </a:moveTo>
                  <a:lnTo>
                    <a:pt x="7020" y="0"/>
                  </a:lnTo>
                  <a:cubicBezTo>
                    <a:pt x="3143" y="0"/>
                    <a:pt x="0" y="3143"/>
                    <a:pt x="0" y="7020"/>
                  </a:cubicBezTo>
                  <a:cubicBezTo>
                    <a:pt x="0" y="10896"/>
                    <a:pt x="3143" y="14039"/>
                    <a:pt x="7020" y="14039"/>
                  </a:cubicBezTo>
                  <a:lnTo>
                    <a:pt x="53201" y="14039"/>
                  </a:lnTo>
                  <a:cubicBezTo>
                    <a:pt x="57078" y="14039"/>
                    <a:pt x="60221" y="10896"/>
                    <a:pt x="60221" y="7020"/>
                  </a:cubicBezTo>
                  <a:cubicBezTo>
                    <a:pt x="60221" y="3143"/>
                    <a:pt x="57078" y="0"/>
                    <a:pt x="53201"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8" name="Google Shape;3478;p98"/>
            <p:cNvSpPr/>
            <p:nvPr/>
          </p:nvSpPr>
          <p:spPr>
            <a:xfrm>
              <a:off x="617213" y="459231"/>
              <a:ext cx="60221" cy="14039"/>
            </a:xfrm>
            <a:custGeom>
              <a:rect b="b" l="l" r="r" t="t"/>
              <a:pathLst>
                <a:path extrusionOk="0" h="14039" w="60221">
                  <a:moveTo>
                    <a:pt x="53201" y="0"/>
                  </a:moveTo>
                  <a:lnTo>
                    <a:pt x="7020" y="0"/>
                  </a:lnTo>
                  <a:cubicBezTo>
                    <a:pt x="3143" y="0"/>
                    <a:pt x="0" y="3143"/>
                    <a:pt x="0" y="7020"/>
                  </a:cubicBezTo>
                  <a:cubicBezTo>
                    <a:pt x="0" y="10896"/>
                    <a:pt x="3143" y="14039"/>
                    <a:pt x="7020" y="14039"/>
                  </a:cubicBezTo>
                  <a:lnTo>
                    <a:pt x="53201" y="14039"/>
                  </a:lnTo>
                  <a:cubicBezTo>
                    <a:pt x="57078" y="14039"/>
                    <a:pt x="60221" y="10896"/>
                    <a:pt x="60221" y="7020"/>
                  </a:cubicBezTo>
                  <a:cubicBezTo>
                    <a:pt x="60221" y="3143"/>
                    <a:pt x="57078" y="0"/>
                    <a:pt x="53201"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79" name="Google Shape;3479;p98"/>
            <p:cNvSpPr/>
            <p:nvPr/>
          </p:nvSpPr>
          <p:spPr>
            <a:xfrm>
              <a:off x="806835" y="405290"/>
              <a:ext cx="38608" cy="14039"/>
            </a:xfrm>
            <a:custGeom>
              <a:rect b="b" l="l" r="r" t="t"/>
              <a:pathLst>
                <a:path extrusionOk="0" h="14039" w="38608">
                  <a:moveTo>
                    <a:pt x="7020" y="14039"/>
                  </a:moveTo>
                  <a:lnTo>
                    <a:pt x="31588" y="14039"/>
                  </a:lnTo>
                  <a:cubicBezTo>
                    <a:pt x="35465" y="14039"/>
                    <a:pt x="38608" y="10896"/>
                    <a:pt x="38608" y="7020"/>
                  </a:cubicBezTo>
                  <a:cubicBezTo>
                    <a:pt x="38608" y="3143"/>
                    <a:pt x="35465" y="0"/>
                    <a:pt x="31588" y="0"/>
                  </a:cubicBezTo>
                  <a:lnTo>
                    <a:pt x="7020" y="0"/>
                  </a:lnTo>
                  <a:cubicBezTo>
                    <a:pt x="3143" y="0"/>
                    <a:pt x="0" y="3143"/>
                    <a:pt x="0" y="7020"/>
                  </a:cubicBezTo>
                  <a:cubicBezTo>
                    <a:pt x="0" y="10896"/>
                    <a:pt x="3143" y="14039"/>
                    <a:pt x="7020" y="1403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0" name="Google Shape;3480;p98"/>
            <p:cNvSpPr/>
            <p:nvPr/>
          </p:nvSpPr>
          <p:spPr>
            <a:xfrm>
              <a:off x="806835" y="432260"/>
              <a:ext cx="38608" cy="14039"/>
            </a:xfrm>
            <a:custGeom>
              <a:rect b="b" l="l" r="r" t="t"/>
              <a:pathLst>
                <a:path extrusionOk="0" h="14039" w="38608">
                  <a:moveTo>
                    <a:pt x="7020" y="14039"/>
                  </a:moveTo>
                  <a:lnTo>
                    <a:pt x="31588" y="14039"/>
                  </a:lnTo>
                  <a:cubicBezTo>
                    <a:pt x="35465" y="14039"/>
                    <a:pt x="38608" y="10896"/>
                    <a:pt x="38608" y="7020"/>
                  </a:cubicBezTo>
                  <a:cubicBezTo>
                    <a:pt x="38608" y="3143"/>
                    <a:pt x="35465" y="0"/>
                    <a:pt x="31588" y="0"/>
                  </a:cubicBezTo>
                  <a:lnTo>
                    <a:pt x="7020" y="0"/>
                  </a:lnTo>
                  <a:cubicBezTo>
                    <a:pt x="3143" y="0"/>
                    <a:pt x="0" y="3143"/>
                    <a:pt x="0" y="7020"/>
                  </a:cubicBezTo>
                  <a:cubicBezTo>
                    <a:pt x="0" y="10896"/>
                    <a:pt x="3143" y="14039"/>
                    <a:pt x="7020" y="1403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1" name="Google Shape;3481;p98"/>
            <p:cNvSpPr/>
            <p:nvPr/>
          </p:nvSpPr>
          <p:spPr>
            <a:xfrm>
              <a:off x="806835" y="459231"/>
              <a:ext cx="38608" cy="14039"/>
            </a:xfrm>
            <a:custGeom>
              <a:rect b="b" l="l" r="r" t="t"/>
              <a:pathLst>
                <a:path extrusionOk="0" h="14039" w="38608">
                  <a:moveTo>
                    <a:pt x="7020" y="14039"/>
                  </a:moveTo>
                  <a:lnTo>
                    <a:pt x="31588" y="14039"/>
                  </a:lnTo>
                  <a:cubicBezTo>
                    <a:pt x="35465" y="14039"/>
                    <a:pt x="38608" y="10896"/>
                    <a:pt x="38608" y="7020"/>
                  </a:cubicBezTo>
                  <a:cubicBezTo>
                    <a:pt x="38608" y="3143"/>
                    <a:pt x="35465" y="0"/>
                    <a:pt x="31588" y="0"/>
                  </a:cubicBezTo>
                  <a:lnTo>
                    <a:pt x="7020" y="0"/>
                  </a:lnTo>
                  <a:cubicBezTo>
                    <a:pt x="3143" y="0"/>
                    <a:pt x="0" y="3143"/>
                    <a:pt x="0" y="7020"/>
                  </a:cubicBezTo>
                  <a:cubicBezTo>
                    <a:pt x="0" y="10896"/>
                    <a:pt x="3143" y="14039"/>
                    <a:pt x="7020" y="1403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2" name="Google Shape;3482;p98"/>
            <p:cNvSpPr/>
            <p:nvPr/>
          </p:nvSpPr>
          <p:spPr>
            <a:xfrm>
              <a:off x="726017" y="432260"/>
              <a:ext cx="38053" cy="14039"/>
            </a:xfrm>
            <a:custGeom>
              <a:rect b="b" l="l" r="r" t="t"/>
              <a:pathLst>
                <a:path extrusionOk="0" h="14039" w="38053">
                  <a:moveTo>
                    <a:pt x="7020" y="14039"/>
                  </a:moveTo>
                  <a:lnTo>
                    <a:pt x="31034" y="14039"/>
                  </a:lnTo>
                  <a:cubicBezTo>
                    <a:pt x="34911" y="14039"/>
                    <a:pt x="38054" y="10896"/>
                    <a:pt x="38054" y="7020"/>
                  </a:cubicBezTo>
                  <a:cubicBezTo>
                    <a:pt x="38054" y="3143"/>
                    <a:pt x="34911" y="0"/>
                    <a:pt x="31034" y="0"/>
                  </a:cubicBezTo>
                  <a:lnTo>
                    <a:pt x="7020" y="0"/>
                  </a:lnTo>
                  <a:cubicBezTo>
                    <a:pt x="3143" y="0"/>
                    <a:pt x="0" y="3143"/>
                    <a:pt x="0" y="7020"/>
                  </a:cubicBezTo>
                  <a:cubicBezTo>
                    <a:pt x="0" y="10896"/>
                    <a:pt x="3143" y="14039"/>
                    <a:pt x="7020" y="1403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3" name="Google Shape;3483;p98"/>
            <p:cNvSpPr/>
            <p:nvPr/>
          </p:nvSpPr>
          <p:spPr>
            <a:xfrm>
              <a:off x="726017" y="459231"/>
              <a:ext cx="38053" cy="14039"/>
            </a:xfrm>
            <a:custGeom>
              <a:rect b="b" l="l" r="r" t="t"/>
              <a:pathLst>
                <a:path extrusionOk="0" h="14039" w="38053">
                  <a:moveTo>
                    <a:pt x="7020" y="14039"/>
                  </a:moveTo>
                  <a:lnTo>
                    <a:pt x="31034" y="14039"/>
                  </a:lnTo>
                  <a:cubicBezTo>
                    <a:pt x="34911" y="14039"/>
                    <a:pt x="38054" y="10896"/>
                    <a:pt x="38054" y="7020"/>
                  </a:cubicBezTo>
                  <a:cubicBezTo>
                    <a:pt x="38054" y="3143"/>
                    <a:pt x="34911" y="0"/>
                    <a:pt x="31034" y="0"/>
                  </a:cubicBezTo>
                  <a:lnTo>
                    <a:pt x="7020" y="0"/>
                  </a:lnTo>
                  <a:cubicBezTo>
                    <a:pt x="3143" y="0"/>
                    <a:pt x="0" y="3143"/>
                    <a:pt x="0" y="7020"/>
                  </a:cubicBezTo>
                  <a:cubicBezTo>
                    <a:pt x="0" y="10896"/>
                    <a:pt x="3143" y="14039"/>
                    <a:pt x="7020" y="1403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3484" name="Google Shape;3484;p98"/>
          <p:cNvGrpSpPr/>
          <p:nvPr/>
        </p:nvGrpSpPr>
        <p:grpSpPr>
          <a:xfrm>
            <a:off x="6816724" y="1797265"/>
            <a:ext cx="241929" cy="239509"/>
            <a:chOff x="5164944" y="914189"/>
            <a:chExt cx="3921061" cy="3881829"/>
          </a:xfrm>
        </p:grpSpPr>
        <p:sp>
          <p:nvSpPr>
            <p:cNvPr id="3485" name="Google Shape;3485;p98"/>
            <p:cNvSpPr/>
            <p:nvPr/>
          </p:nvSpPr>
          <p:spPr>
            <a:xfrm>
              <a:off x="5483609" y="914189"/>
              <a:ext cx="2405211" cy="824748"/>
            </a:xfrm>
            <a:custGeom>
              <a:rect b="b" l="l" r="r" t="t"/>
              <a:pathLst>
                <a:path extrusionOk="0" h="824748" w="2405211">
                  <a:moveTo>
                    <a:pt x="1467462" y="824749"/>
                  </a:moveTo>
                  <a:cubicBezTo>
                    <a:pt x="1242863" y="824749"/>
                    <a:pt x="1035504" y="739804"/>
                    <a:pt x="848337" y="663220"/>
                  </a:cubicBezTo>
                  <a:cubicBezTo>
                    <a:pt x="563635" y="546539"/>
                    <a:pt x="379517" y="480977"/>
                    <a:pt x="191398" y="598608"/>
                  </a:cubicBezTo>
                  <a:cubicBezTo>
                    <a:pt x="133225" y="635365"/>
                    <a:pt x="56197" y="618118"/>
                    <a:pt x="19351" y="560087"/>
                  </a:cubicBezTo>
                  <a:cubicBezTo>
                    <a:pt x="-8568" y="516115"/>
                    <a:pt x="-6088" y="459452"/>
                    <a:pt x="25568" y="418076"/>
                  </a:cubicBezTo>
                  <a:cubicBezTo>
                    <a:pt x="466766" y="-168560"/>
                    <a:pt x="943302" y="-6081"/>
                    <a:pt x="1326111" y="124473"/>
                  </a:cubicBezTo>
                  <a:cubicBezTo>
                    <a:pt x="1645008" y="233267"/>
                    <a:pt x="1920471" y="327144"/>
                    <a:pt x="2197649" y="81335"/>
                  </a:cubicBezTo>
                  <a:cubicBezTo>
                    <a:pt x="2249093" y="35674"/>
                    <a:pt x="2327903" y="40260"/>
                    <a:pt x="2373681" y="91579"/>
                  </a:cubicBezTo>
                  <a:cubicBezTo>
                    <a:pt x="2412790" y="135433"/>
                    <a:pt x="2415848" y="200597"/>
                    <a:pt x="2381005" y="247900"/>
                  </a:cubicBezTo>
                  <a:cubicBezTo>
                    <a:pt x="2054012" y="692675"/>
                    <a:pt x="1747402" y="824749"/>
                    <a:pt x="1467462" y="824749"/>
                  </a:cubicBezTo>
                  <a:close/>
                  <a:moveTo>
                    <a:pt x="527250" y="299019"/>
                  </a:moveTo>
                  <a:cubicBezTo>
                    <a:pt x="671649" y="321823"/>
                    <a:pt x="811571" y="379214"/>
                    <a:pt x="943111" y="433088"/>
                  </a:cubicBezTo>
                  <a:cubicBezTo>
                    <a:pt x="1231242" y="551100"/>
                    <a:pt x="1491751" y="657804"/>
                    <a:pt x="1786359" y="485728"/>
                  </a:cubicBezTo>
                  <a:cubicBezTo>
                    <a:pt x="1598812" y="480312"/>
                    <a:pt x="1416599" y="418171"/>
                    <a:pt x="1245720" y="359830"/>
                  </a:cubicBezTo>
                  <a:cubicBezTo>
                    <a:pt x="979496" y="269184"/>
                    <a:pt x="752230" y="191650"/>
                    <a:pt x="527250" y="29901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6" name="Google Shape;3486;p98"/>
            <p:cNvSpPr/>
            <p:nvPr/>
          </p:nvSpPr>
          <p:spPr>
            <a:xfrm>
              <a:off x="6282416" y="3591962"/>
              <a:ext cx="488822" cy="248754"/>
            </a:xfrm>
            <a:custGeom>
              <a:rect b="b" l="l" r="r" t="t"/>
              <a:pathLst>
                <a:path extrusionOk="0" h="248754" w="488822">
                  <a:moveTo>
                    <a:pt x="364141" y="248755"/>
                  </a:moveTo>
                  <a:lnTo>
                    <a:pt x="124682" y="248755"/>
                  </a:lnTo>
                  <a:cubicBezTo>
                    <a:pt x="55826" y="248755"/>
                    <a:pt x="0" y="193065"/>
                    <a:pt x="0" y="124377"/>
                  </a:cubicBezTo>
                  <a:cubicBezTo>
                    <a:pt x="0" y="55689"/>
                    <a:pt x="55826" y="0"/>
                    <a:pt x="124682" y="0"/>
                  </a:cubicBezTo>
                  <a:lnTo>
                    <a:pt x="364141" y="0"/>
                  </a:lnTo>
                  <a:cubicBezTo>
                    <a:pt x="432997" y="0"/>
                    <a:pt x="488823" y="55689"/>
                    <a:pt x="488823" y="124377"/>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7" name="Google Shape;3487;p98"/>
            <p:cNvSpPr/>
            <p:nvPr/>
          </p:nvSpPr>
          <p:spPr>
            <a:xfrm>
              <a:off x="6282416" y="4069518"/>
              <a:ext cx="488822" cy="248755"/>
            </a:xfrm>
            <a:custGeom>
              <a:rect b="b" l="l" r="r" t="t"/>
              <a:pathLst>
                <a:path extrusionOk="0" h="248755" w="488822">
                  <a:moveTo>
                    <a:pt x="364141" y="248755"/>
                  </a:moveTo>
                  <a:lnTo>
                    <a:pt x="124682" y="248755"/>
                  </a:lnTo>
                  <a:cubicBezTo>
                    <a:pt x="55826" y="248755"/>
                    <a:pt x="0" y="193065"/>
                    <a:pt x="0" y="124378"/>
                  </a:cubicBezTo>
                  <a:cubicBezTo>
                    <a:pt x="0" y="55690"/>
                    <a:pt x="55826" y="0"/>
                    <a:pt x="124682" y="0"/>
                  </a:cubicBezTo>
                  <a:lnTo>
                    <a:pt x="364141" y="0"/>
                  </a:lnTo>
                  <a:cubicBezTo>
                    <a:pt x="432997" y="0"/>
                    <a:pt x="488823" y="55690"/>
                    <a:pt x="488823" y="124378"/>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8" name="Google Shape;3488;p98"/>
            <p:cNvSpPr/>
            <p:nvPr/>
          </p:nvSpPr>
          <p:spPr>
            <a:xfrm>
              <a:off x="7240536" y="3591962"/>
              <a:ext cx="488823" cy="248754"/>
            </a:xfrm>
            <a:custGeom>
              <a:rect b="b" l="l" r="r" t="t"/>
              <a:pathLst>
                <a:path extrusionOk="0" h="248754" w="488823">
                  <a:moveTo>
                    <a:pt x="363855" y="248755"/>
                  </a:moveTo>
                  <a:lnTo>
                    <a:pt x="124682" y="248755"/>
                  </a:lnTo>
                  <a:cubicBezTo>
                    <a:pt x="55826" y="248755"/>
                    <a:pt x="0" y="193065"/>
                    <a:pt x="0" y="124377"/>
                  </a:cubicBezTo>
                  <a:cubicBezTo>
                    <a:pt x="0" y="55689"/>
                    <a:pt x="55826" y="0"/>
                    <a:pt x="124682" y="0"/>
                  </a:cubicBezTo>
                  <a:lnTo>
                    <a:pt x="364141" y="0"/>
                  </a:lnTo>
                  <a:cubicBezTo>
                    <a:pt x="432997" y="0"/>
                    <a:pt x="488823" y="55689"/>
                    <a:pt x="488823" y="124377"/>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89" name="Google Shape;3489;p98"/>
            <p:cNvSpPr/>
            <p:nvPr/>
          </p:nvSpPr>
          <p:spPr>
            <a:xfrm>
              <a:off x="7240536" y="4069518"/>
              <a:ext cx="488823" cy="248755"/>
            </a:xfrm>
            <a:custGeom>
              <a:rect b="b" l="l" r="r" t="t"/>
              <a:pathLst>
                <a:path extrusionOk="0" h="248755" w="488823">
                  <a:moveTo>
                    <a:pt x="363855" y="248755"/>
                  </a:moveTo>
                  <a:lnTo>
                    <a:pt x="124682" y="248755"/>
                  </a:lnTo>
                  <a:cubicBezTo>
                    <a:pt x="55826" y="248755"/>
                    <a:pt x="0" y="193065"/>
                    <a:pt x="0" y="124378"/>
                  </a:cubicBezTo>
                  <a:cubicBezTo>
                    <a:pt x="0" y="55690"/>
                    <a:pt x="55826" y="0"/>
                    <a:pt x="124682" y="0"/>
                  </a:cubicBezTo>
                  <a:lnTo>
                    <a:pt x="364141" y="0"/>
                  </a:lnTo>
                  <a:cubicBezTo>
                    <a:pt x="432997" y="0"/>
                    <a:pt x="488823" y="55690"/>
                    <a:pt x="488823" y="124378"/>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90" name="Google Shape;3490;p98"/>
            <p:cNvSpPr/>
            <p:nvPr/>
          </p:nvSpPr>
          <p:spPr>
            <a:xfrm>
              <a:off x="8198085" y="3591962"/>
              <a:ext cx="488823" cy="248754"/>
            </a:xfrm>
            <a:custGeom>
              <a:rect b="b" l="l" r="r" t="t"/>
              <a:pathLst>
                <a:path extrusionOk="0" h="248754" w="488823">
                  <a:moveTo>
                    <a:pt x="364141" y="248755"/>
                  </a:moveTo>
                  <a:lnTo>
                    <a:pt x="124682" y="248755"/>
                  </a:lnTo>
                  <a:cubicBezTo>
                    <a:pt x="55826" y="248755"/>
                    <a:pt x="0" y="193065"/>
                    <a:pt x="0" y="124377"/>
                  </a:cubicBezTo>
                  <a:cubicBezTo>
                    <a:pt x="0" y="55689"/>
                    <a:pt x="55826" y="0"/>
                    <a:pt x="124682" y="0"/>
                  </a:cubicBezTo>
                  <a:lnTo>
                    <a:pt x="364141" y="0"/>
                  </a:lnTo>
                  <a:cubicBezTo>
                    <a:pt x="432997" y="0"/>
                    <a:pt x="488823" y="55689"/>
                    <a:pt x="488823" y="124377"/>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91" name="Google Shape;3491;p98"/>
            <p:cNvSpPr/>
            <p:nvPr/>
          </p:nvSpPr>
          <p:spPr>
            <a:xfrm>
              <a:off x="8198085" y="4069518"/>
              <a:ext cx="488823" cy="248755"/>
            </a:xfrm>
            <a:custGeom>
              <a:rect b="b" l="l" r="r" t="t"/>
              <a:pathLst>
                <a:path extrusionOk="0" h="248755" w="488823">
                  <a:moveTo>
                    <a:pt x="364141" y="248755"/>
                  </a:moveTo>
                  <a:lnTo>
                    <a:pt x="124682" y="248755"/>
                  </a:lnTo>
                  <a:cubicBezTo>
                    <a:pt x="55826" y="248755"/>
                    <a:pt x="0" y="193065"/>
                    <a:pt x="0" y="124378"/>
                  </a:cubicBezTo>
                  <a:cubicBezTo>
                    <a:pt x="0" y="55690"/>
                    <a:pt x="55826" y="0"/>
                    <a:pt x="124682" y="0"/>
                  </a:cubicBezTo>
                  <a:lnTo>
                    <a:pt x="364141" y="0"/>
                  </a:lnTo>
                  <a:cubicBezTo>
                    <a:pt x="432997" y="0"/>
                    <a:pt x="488823" y="55690"/>
                    <a:pt x="488823" y="124378"/>
                  </a:cubicBezTo>
                  <a:cubicBezTo>
                    <a:pt x="488823" y="193065"/>
                    <a:pt x="432997" y="248755"/>
                    <a:pt x="364141" y="24875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492" name="Google Shape;3492;p98"/>
            <p:cNvSpPr/>
            <p:nvPr/>
          </p:nvSpPr>
          <p:spPr>
            <a:xfrm>
              <a:off x="5164944" y="1681357"/>
              <a:ext cx="3921061" cy="3114661"/>
            </a:xfrm>
            <a:custGeom>
              <a:rect b="b" l="l" r="r" t="t"/>
              <a:pathLst>
                <a:path extrusionOk="0" h="3114661" w="3921061">
                  <a:moveTo>
                    <a:pt x="3796379" y="3114662"/>
                  </a:moveTo>
                  <a:lnTo>
                    <a:pt x="124682" y="3114662"/>
                  </a:lnTo>
                  <a:cubicBezTo>
                    <a:pt x="55822" y="3114662"/>
                    <a:pt x="0" y="3058972"/>
                    <a:pt x="0" y="2990284"/>
                  </a:cubicBezTo>
                  <a:lnTo>
                    <a:pt x="0" y="1748791"/>
                  </a:lnTo>
                  <a:cubicBezTo>
                    <a:pt x="4" y="1743099"/>
                    <a:pt x="418" y="1737417"/>
                    <a:pt x="1238" y="1731783"/>
                  </a:cubicBezTo>
                  <a:lnTo>
                    <a:pt x="230696" y="106990"/>
                  </a:lnTo>
                  <a:cubicBezTo>
                    <a:pt x="239400" y="45486"/>
                    <a:pt x="292256" y="-183"/>
                    <a:pt x="354521" y="1"/>
                  </a:cubicBezTo>
                  <a:lnTo>
                    <a:pt x="736568" y="1"/>
                  </a:lnTo>
                  <a:cubicBezTo>
                    <a:pt x="795484" y="-116"/>
                    <a:pt x="846428" y="40951"/>
                    <a:pt x="858679" y="98438"/>
                  </a:cubicBezTo>
                  <a:lnTo>
                    <a:pt x="1127570" y="1390671"/>
                  </a:lnTo>
                  <a:lnTo>
                    <a:pt x="1812798" y="946561"/>
                  </a:lnTo>
                  <a:cubicBezTo>
                    <a:pt x="1870548" y="909143"/>
                    <a:pt x="1947767" y="925515"/>
                    <a:pt x="1985277" y="983124"/>
                  </a:cubicBezTo>
                  <a:cubicBezTo>
                    <a:pt x="1998440" y="1003353"/>
                    <a:pt x="2005432" y="1026965"/>
                    <a:pt x="2005393" y="1051080"/>
                  </a:cubicBezTo>
                  <a:lnTo>
                    <a:pt x="2005393" y="1381455"/>
                  </a:lnTo>
                  <a:lnTo>
                    <a:pt x="2780253" y="946466"/>
                  </a:lnTo>
                  <a:cubicBezTo>
                    <a:pt x="2840231" y="912725"/>
                    <a:pt x="2916279" y="933876"/>
                    <a:pt x="2950102" y="993709"/>
                  </a:cubicBezTo>
                  <a:cubicBezTo>
                    <a:pt x="2960637" y="1012351"/>
                    <a:pt x="2966180" y="1033388"/>
                    <a:pt x="2966180" y="1054786"/>
                  </a:cubicBezTo>
                  <a:lnTo>
                    <a:pt x="2966180" y="1383165"/>
                  </a:lnTo>
                  <a:lnTo>
                    <a:pt x="3734372" y="943140"/>
                  </a:lnTo>
                  <a:cubicBezTo>
                    <a:pt x="3794017" y="908925"/>
                    <a:pt x="3870179" y="929430"/>
                    <a:pt x="3904479" y="988929"/>
                  </a:cubicBezTo>
                  <a:cubicBezTo>
                    <a:pt x="3915366" y="1007809"/>
                    <a:pt x="3921081" y="1029207"/>
                    <a:pt x="3921062" y="1050985"/>
                  </a:cubicBezTo>
                  <a:lnTo>
                    <a:pt x="3921062" y="2990284"/>
                  </a:lnTo>
                  <a:cubicBezTo>
                    <a:pt x="3921062" y="3058972"/>
                    <a:pt x="3865236" y="3114662"/>
                    <a:pt x="3796379" y="3114662"/>
                  </a:cubicBezTo>
                  <a:close/>
                  <a:moveTo>
                    <a:pt x="249365" y="2865907"/>
                  </a:moveTo>
                  <a:lnTo>
                    <a:pt x="3671697" y="2865907"/>
                  </a:lnTo>
                  <a:lnTo>
                    <a:pt x="3671697" y="1265344"/>
                  </a:lnTo>
                  <a:lnTo>
                    <a:pt x="2903506" y="1705273"/>
                  </a:lnTo>
                  <a:cubicBezTo>
                    <a:pt x="2843860" y="1739489"/>
                    <a:pt x="2767698" y="1718984"/>
                    <a:pt x="2733399" y="1659484"/>
                  </a:cubicBezTo>
                  <a:cubicBezTo>
                    <a:pt x="2722512" y="1640604"/>
                    <a:pt x="2716797" y="1619206"/>
                    <a:pt x="2716816" y="1597428"/>
                  </a:cubicBezTo>
                  <a:lnTo>
                    <a:pt x="2716816" y="1266959"/>
                  </a:lnTo>
                  <a:lnTo>
                    <a:pt x="1941862" y="1702042"/>
                  </a:lnTo>
                  <a:cubicBezTo>
                    <a:pt x="1881854" y="1735735"/>
                    <a:pt x="1805826" y="1714518"/>
                    <a:pt x="1772050" y="1654648"/>
                  </a:cubicBezTo>
                  <a:cubicBezTo>
                    <a:pt x="1761544" y="1636024"/>
                    <a:pt x="1756029" y="1615007"/>
                    <a:pt x="1756029" y="1593628"/>
                  </a:cubicBezTo>
                  <a:lnTo>
                    <a:pt x="1756029" y="1279596"/>
                  </a:lnTo>
                  <a:lnTo>
                    <a:pt x="1110520" y="1697671"/>
                  </a:lnTo>
                  <a:cubicBezTo>
                    <a:pt x="1052846" y="1735298"/>
                    <a:pt x="975512" y="1719155"/>
                    <a:pt x="937798" y="1661622"/>
                  </a:cubicBezTo>
                  <a:cubicBezTo>
                    <a:pt x="929216" y="1648529"/>
                    <a:pt x="923185" y="1633934"/>
                    <a:pt x="920020" y="1618617"/>
                  </a:cubicBezTo>
                  <a:lnTo>
                    <a:pt x="634270" y="247900"/>
                  </a:lnTo>
                  <a:lnTo>
                    <a:pt x="462534" y="247900"/>
                  </a:lnTo>
                  <a:lnTo>
                    <a:pt x="249365" y="1757532"/>
                  </a:ln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493" name="Google Shape;3493;p98"/>
          <p:cNvSpPr txBox="1"/>
          <p:nvPr/>
        </p:nvSpPr>
        <p:spPr>
          <a:xfrm>
            <a:off x="6725157" y="2157573"/>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Industry</a:t>
            </a:r>
            <a:endParaRPr sz="1800">
              <a:solidFill>
                <a:srgbClr val="252525"/>
              </a:solidFill>
              <a:latin typeface="Arial"/>
              <a:ea typeface="Arial"/>
              <a:cs typeface="Arial"/>
              <a:sym typeface="Arial"/>
            </a:endParaRPr>
          </a:p>
        </p:txBody>
      </p:sp>
      <p:sp>
        <p:nvSpPr>
          <p:cNvPr id="3494" name="Google Shape;3494;p98"/>
          <p:cNvSpPr/>
          <p:nvPr/>
        </p:nvSpPr>
        <p:spPr>
          <a:xfrm>
            <a:off x="7642632" y="1791749"/>
            <a:ext cx="175148" cy="250806"/>
          </a:xfrm>
          <a:custGeom>
            <a:rect b="b" l="l" r="r" t="t"/>
            <a:pathLst>
              <a:path extrusionOk="0" h="9136" w="7720">
                <a:moveTo>
                  <a:pt x="2446" y="953"/>
                </a:moveTo>
                <a:cubicBezTo>
                  <a:pt x="2336" y="953"/>
                  <a:pt x="2249" y="1041"/>
                  <a:pt x="2249" y="1151"/>
                </a:cubicBezTo>
                <a:cubicBezTo>
                  <a:pt x="2249" y="1261"/>
                  <a:pt x="2336" y="1347"/>
                  <a:pt x="2446" y="1347"/>
                </a:cubicBezTo>
                <a:lnTo>
                  <a:pt x="3459" y="1347"/>
                </a:lnTo>
                <a:cubicBezTo>
                  <a:pt x="3569" y="1347"/>
                  <a:pt x="3657" y="1259"/>
                  <a:pt x="3657" y="1151"/>
                </a:cubicBezTo>
                <a:cubicBezTo>
                  <a:pt x="3657" y="1041"/>
                  <a:pt x="3569" y="953"/>
                  <a:pt x="3459" y="953"/>
                </a:cubicBezTo>
                <a:close/>
                <a:moveTo>
                  <a:pt x="4311" y="953"/>
                </a:moveTo>
                <a:cubicBezTo>
                  <a:pt x="4201" y="953"/>
                  <a:pt x="4114" y="1041"/>
                  <a:pt x="4114" y="1151"/>
                </a:cubicBezTo>
                <a:cubicBezTo>
                  <a:pt x="4114" y="1261"/>
                  <a:pt x="4201" y="1347"/>
                  <a:pt x="4311" y="1347"/>
                </a:cubicBezTo>
                <a:lnTo>
                  <a:pt x="5324" y="1347"/>
                </a:lnTo>
                <a:cubicBezTo>
                  <a:pt x="5434" y="1347"/>
                  <a:pt x="5522" y="1259"/>
                  <a:pt x="5522" y="1151"/>
                </a:cubicBezTo>
                <a:cubicBezTo>
                  <a:pt x="5522" y="1041"/>
                  <a:pt x="5433" y="953"/>
                  <a:pt x="5324" y="953"/>
                </a:cubicBezTo>
                <a:close/>
                <a:moveTo>
                  <a:pt x="5921" y="616"/>
                </a:moveTo>
                <a:lnTo>
                  <a:pt x="5921" y="1684"/>
                </a:lnTo>
                <a:lnTo>
                  <a:pt x="1802" y="1684"/>
                </a:lnTo>
                <a:lnTo>
                  <a:pt x="1802" y="616"/>
                </a:lnTo>
                <a:close/>
                <a:moveTo>
                  <a:pt x="1496" y="3390"/>
                </a:moveTo>
                <a:cubicBezTo>
                  <a:pt x="1386" y="3390"/>
                  <a:pt x="1298" y="3478"/>
                  <a:pt x="1298" y="3588"/>
                </a:cubicBezTo>
                <a:cubicBezTo>
                  <a:pt x="1298" y="3698"/>
                  <a:pt x="1386" y="3785"/>
                  <a:pt x="1496" y="3785"/>
                </a:cubicBezTo>
                <a:lnTo>
                  <a:pt x="2172" y="3785"/>
                </a:lnTo>
                <a:cubicBezTo>
                  <a:pt x="2280" y="3785"/>
                  <a:pt x="2368" y="3698"/>
                  <a:pt x="2368" y="3588"/>
                </a:cubicBezTo>
                <a:cubicBezTo>
                  <a:pt x="2368" y="3479"/>
                  <a:pt x="2280" y="3392"/>
                  <a:pt x="2172" y="3390"/>
                </a:cubicBezTo>
                <a:close/>
                <a:moveTo>
                  <a:pt x="3524" y="3390"/>
                </a:moveTo>
                <a:cubicBezTo>
                  <a:pt x="3414" y="3390"/>
                  <a:pt x="3327" y="3478"/>
                  <a:pt x="3327" y="3588"/>
                </a:cubicBezTo>
                <a:cubicBezTo>
                  <a:pt x="3327" y="3698"/>
                  <a:pt x="3414" y="3785"/>
                  <a:pt x="3524" y="3785"/>
                </a:cubicBezTo>
                <a:lnTo>
                  <a:pt x="4200" y="3785"/>
                </a:lnTo>
                <a:cubicBezTo>
                  <a:pt x="4310" y="3785"/>
                  <a:pt x="4396" y="3698"/>
                  <a:pt x="4396" y="3588"/>
                </a:cubicBezTo>
                <a:cubicBezTo>
                  <a:pt x="4396" y="3479"/>
                  <a:pt x="4310" y="3392"/>
                  <a:pt x="4200" y="3390"/>
                </a:cubicBezTo>
                <a:close/>
                <a:moveTo>
                  <a:pt x="5553" y="3392"/>
                </a:moveTo>
                <a:cubicBezTo>
                  <a:pt x="5443" y="3392"/>
                  <a:pt x="5357" y="3478"/>
                  <a:pt x="5357" y="3588"/>
                </a:cubicBezTo>
                <a:cubicBezTo>
                  <a:pt x="5357" y="3698"/>
                  <a:pt x="5443" y="3785"/>
                  <a:pt x="5553" y="3785"/>
                </a:cubicBezTo>
                <a:lnTo>
                  <a:pt x="6228" y="3785"/>
                </a:lnTo>
                <a:cubicBezTo>
                  <a:pt x="6338" y="3785"/>
                  <a:pt x="6424" y="3698"/>
                  <a:pt x="6424" y="3588"/>
                </a:cubicBezTo>
                <a:cubicBezTo>
                  <a:pt x="6424" y="3478"/>
                  <a:pt x="6338" y="3392"/>
                  <a:pt x="6228" y="3392"/>
                </a:cubicBezTo>
                <a:close/>
                <a:moveTo>
                  <a:pt x="1496" y="4064"/>
                </a:moveTo>
                <a:cubicBezTo>
                  <a:pt x="1386" y="4064"/>
                  <a:pt x="1298" y="4152"/>
                  <a:pt x="1298" y="4262"/>
                </a:cubicBezTo>
                <a:cubicBezTo>
                  <a:pt x="1298" y="4372"/>
                  <a:pt x="1386" y="4458"/>
                  <a:pt x="1496" y="4458"/>
                </a:cubicBezTo>
                <a:lnTo>
                  <a:pt x="2172" y="4458"/>
                </a:lnTo>
                <a:cubicBezTo>
                  <a:pt x="2280" y="4458"/>
                  <a:pt x="2368" y="4370"/>
                  <a:pt x="2368" y="4262"/>
                </a:cubicBezTo>
                <a:cubicBezTo>
                  <a:pt x="2368" y="4152"/>
                  <a:pt x="2280" y="4064"/>
                  <a:pt x="2172" y="4064"/>
                </a:cubicBezTo>
                <a:close/>
                <a:moveTo>
                  <a:pt x="3524" y="4064"/>
                </a:moveTo>
                <a:cubicBezTo>
                  <a:pt x="3414" y="4064"/>
                  <a:pt x="3327" y="4152"/>
                  <a:pt x="3327" y="4262"/>
                </a:cubicBezTo>
                <a:cubicBezTo>
                  <a:pt x="3327" y="4372"/>
                  <a:pt x="3414" y="4458"/>
                  <a:pt x="3524" y="4458"/>
                </a:cubicBezTo>
                <a:lnTo>
                  <a:pt x="4200" y="4458"/>
                </a:lnTo>
                <a:cubicBezTo>
                  <a:pt x="4310" y="4458"/>
                  <a:pt x="4396" y="4370"/>
                  <a:pt x="4396" y="4262"/>
                </a:cubicBezTo>
                <a:cubicBezTo>
                  <a:pt x="4396" y="4152"/>
                  <a:pt x="4310" y="4064"/>
                  <a:pt x="4200" y="4064"/>
                </a:cubicBezTo>
                <a:close/>
                <a:moveTo>
                  <a:pt x="5553" y="4064"/>
                </a:moveTo>
                <a:cubicBezTo>
                  <a:pt x="5443" y="4064"/>
                  <a:pt x="5357" y="4152"/>
                  <a:pt x="5357" y="4262"/>
                </a:cubicBezTo>
                <a:cubicBezTo>
                  <a:pt x="5357" y="4372"/>
                  <a:pt x="5443" y="4458"/>
                  <a:pt x="5553" y="4458"/>
                </a:cubicBezTo>
                <a:lnTo>
                  <a:pt x="6228" y="4458"/>
                </a:lnTo>
                <a:cubicBezTo>
                  <a:pt x="6338" y="4458"/>
                  <a:pt x="6426" y="4370"/>
                  <a:pt x="6426" y="4262"/>
                </a:cubicBezTo>
                <a:cubicBezTo>
                  <a:pt x="6426" y="4152"/>
                  <a:pt x="6338" y="4064"/>
                  <a:pt x="6228" y="4064"/>
                </a:cubicBezTo>
                <a:close/>
                <a:moveTo>
                  <a:pt x="1496" y="4737"/>
                </a:moveTo>
                <a:cubicBezTo>
                  <a:pt x="1386" y="4737"/>
                  <a:pt x="1298" y="4825"/>
                  <a:pt x="1298" y="4933"/>
                </a:cubicBezTo>
                <a:cubicBezTo>
                  <a:pt x="1298" y="5043"/>
                  <a:pt x="1386" y="5131"/>
                  <a:pt x="1496" y="5131"/>
                </a:cubicBezTo>
                <a:lnTo>
                  <a:pt x="2172" y="5131"/>
                </a:lnTo>
                <a:cubicBezTo>
                  <a:pt x="2280" y="5131"/>
                  <a:pt x="2368" y="5043"/>
                  <a:pt x="2368" y="4933"/>
                </a:cubicBezTo>
                <a:cubicBezTo>
                  <a:pt x="2368" y="4826"/>
                  <a:pt x="2280" y="4737"/>
                  <a:pt x="2172" y="4737"/>
                </a:cubicBezTo>
                <a:close/>
                <a:moveTo>
                  <a:pt x="3524" y="4737"/>
                </a:moveTo>
                <a:cubicBezTo>
                  <a:pt x="3414" y="4737"/>
                  <a:pt x="3327" y="4825"/>
                  <a:pt x="3327" y="4933"/>
                </a:cubicBezTo>
                <a:cubicBezTo>
                  <a:pt x="3327" y="5043"/>
                  <a:pt x="3414" y="5131"/>
                  <a:pt x="3524" y="5131"/>
                </a:cubicBezTo>
                <a:lnTo>
                  <a:pt x="4200" y="5131"/>
                </a:lnTo>
                <a:cubicBezTo>
                  <a:pt x="4310" y="5131"/>
                  <a:pt x="4396" y="5043"/>
                  <a:pt x="4396" y="4933"/>
                </a:cubicBezTo>
                <a:cubicBezTo>
                  <a:pt x="4396" y="4826"/>
                  <a:pt x="4310" y="4737"/>
                  <a:pt x="4200" y="4737"/>
                </a:cubicBezTo>
                <a:close/>
                <a:moveTo>
                  <a:pt x="5553" y="4737"/>
                </a:moveTo>
                <a:cubicBezTo>
                  <a:pt x="5443" y="4737"/>
                  <a:pt x="5357" y="4825"/>
                  <a:pt x="5357" y="4933"/>
                </a:cubicBezTo>
                <a:cubicBezTo>
                  <a:pt x="5357" y="5043"/>
                  <a:pt x="5443" y="5131"/>
                  <a:pt x="5553" y="5131"/>
                </a:cubicBezTo>
                <a:lnTo>
                  <a:pt x="6228" y="5131"/>
                </a:lnTo>
                <a:cubicBezTo>
                  <a:pt x="6338" y="5131"/>
                  <a:pt x="6426" y="5043"/>
                  <a:pt x="6426" y="4933"/>
                </a:cubicBezTo>
                <a:cubicBezTo>
                  <a:pt x="6426" y="4826"/>
                  <a:pt x="6338" y="4737"/>
                  <a:pt x="6228" y="4737"/>
                </a:cubicBezTo>
                <a:close/>
                <a:moveTo>
                  <a:pt x="1496" y="5410"/>
                </a:moveTo>
                <a:cubicBezTo>
                  <a:pt x="1386" y="5410"/>
                  <a:pt x="1298" y="5497"/>
                  <a:pt x="1298" y="5607"/>
                </a:cubicBezTo>
                <a:cubicBezTo>
                  <a:pt x="1298" y="5717"/>
                  <a:pt x="1386" y="5805"/>
                  <a:pt x="1496" y="5805"/>
                </a:cubicBezTo>
                <a:lnTo>
                  <a:pt x="2172" y="5805"/>
                </a:lnTo>
                <a:cubicBezTo>
                  <a:pt x="2280" y="5805"/>
                  <a:pt x="2368" y="5717"/>
                  <a:pt x="2368" y="5607"/>
                </a:cubicBezTo>
                <a:cubicBezTo>
                  <a:pt x="2368" y="5497"/>
                  <a:pt x="2280" y="5410"/>
                  <a:pt x="2172" y="5410"/>
                </a:cubicBezTo>
                <a:close/>
                <a:moveTo>
                  <a:pt x="3524" y="5410"/>
                </a:moveTo>
                <a:cubicBezTo>
                  <a:pt x="3414" y="5410"/>
                  <a:pt x="3327" y="5497"/>
                  <a:pt x="3327" y="5607"/>
                </a:cubicBezTo>
                <a:cubicBezTo>
                  <a:pt x="3327" y="5717"/>
                  <a:pt x="3414" y="5805"/>
                  <a:pt x="3524" y="5805"/>
                </a:cubicBezTo>
                <a:lnTo>
                  <a:pt x="4200" y="5805"/>
                </a:lnTo>
                <a:cubicBezTo>
                  <a:pt x="4310" y="5805"/>
                  <a:pt x="4396" y="5717"/>
                  <a:pt x="4396" y="5607"/>
                </a:cubicBezTo>
                <a:cubicBezTo>
                  <a:pt x="4396" y="5497"/>
                  <a:pt x="4310" y="5410"/>
                  <a:pt x="4200" y="5410"/>
                </a:cubicBezTo>
                <a:close/>
                <a:moveTo>
                  <a:pt x="5553" y="5410"/>
                </a:moveTo>
                <a:cubicBezTo>
                  <a:pt x="5443" y="5410"/>
                  <a:pt x="5357" y="5497"/>
                  <a:pt x="5357" y="5607"/>
                </a:cubicBezTo>
                <a:cubicBezTo>
                  <a:pt x="5357" y="5717"/>
                  <a:pt x="5443" y="5805"/>
                  <a:pt x="5553" y="5805"/>
                </a:cubicBezTo>
                <a:lnTo>
                  <a:pt x="6228" y="5805"/>
                </a:lnTo>
                <a:cubicBezTo>
                  <a:pt x="6338" y="5805"/>
                  <a:pt x="6426" y="5717"/>
                  <a:pt x="6426" y="5607"/>
                </a:cubicBezTo>
                <a:cubicBezTo>
                  <a:pt x="6426" y="5497"/>
                  <a:pt x="6338" y="5410"/>
                  <a:pt x="6228" y="5410"/>
                </a:cubicBezTo>
                <a:close/>
                <a:moveTo>
                  <a:pt x="4540" y="7236"/>
                </a:moveTo>
                <a:lnTo>
                  <a:pt x="4540" y="8519"/>
                </a:lnTo>
                <a:lnTo>
                  <a:pt x="3184" y="8519"/>
                </a:lnTo>
                <a:lnTo>
                  <a:pt x="3184" y="7236"/>
                </a:lnTo>
                <a:close/>
                <a:moveTo>
                  <a:pt x="7106" y="2297"/>
                </a:moveTo>
                <a:lnTo>
                  <a:pt x="7106" y="8519"/>
                </a:lnTo>
                <a:lnTo>
                  <a:pt x="4876" y="8519"/>
                </a:lnTo>
                <a:lnTo>
                  <a:pt x="4876" y="7070"/>
                </a:lnTo>
                <a:cubicBezTo>
                  <a:pt x="4876" y="6976"/>
                  <a:pt x="4801" y="6902"/>
                  <a:pt x="4708" y="6902"/>
                </a:cubicBezTo>
                <a:lnTo>
                  <a:pt x="3018" y="6902"/>
                </a:lnTo>
                <a:cubicBezTo>
                  <a:pt x="2924" y="6902"/>
                  <a:pt x="2850" y="6976"/>
                  <a:pt x="2850" y="7070"/>
                </a:cubicBezTo>
                <a:lnTo>
                  <a:pt x="2850" y="8519"/>
                </a:lnTo>
                <a:lnTo>
                  <a:pt x="621" y="8519"/>
                </a:lnTo>
                <a:lnTo>
                  <a:pt x="621" y="2297"/>
                </a:lnTo>
                <a:close/>
                <a:moveTo>
                  <a:pt x="1493" y="0"/>
                </a:moveTo>
                <a:cubicBezTo>
                  <a:pt x="1325" y="0"/>
                  <a:pt x="1186" y="137"/>
                  <a:pt x="1186" y="307"/>
                </a:cubicBezTo>
                <a:lnTo>
                  <a:pt x="1186" y="1684"/>
                </a:lnTo>
                <a:lnTo>
                  <a:pt x="309" y="1684"/>
                </a:lnTo>
                <a:cubicBezTo>
                  <a:pt x="140" y="1684"/>
                  <a:pt x="1" y="1821"/>
                  <a:pt x="1" y="1991"/>
                </a:cubicBezTo>
                <a:lnTo>
                  <a:pt x="1" y="8828"/>
                </a:lnTo>
                <a:cubicBezTo>
                  <a:pt x="1" y="8997"/>
                  <a:pt x="139" y="9135"/>
                  <a:pt x="309" y="9135"/>
                </a:cubicBezTo>
                <a:lnTo>
                  <a:pt x="7409" y="9135"/>
                </a:lnTo>
                <a:cubicBezTo>
                  <a:pt x="7578" y="9135"/>
                  <a:pt x="7718" y="8999"/>
                  <a:pt x="7718" y="8828"/>
                </a:cubicBezTo>
                <a:lnTo>
                  <a:pt x="7718" y="1991"/>
                </a:lnTo>
                <a:cubicBezTo>
                  <a:pt x="7719" y="1821"/>
                  <a:pt x="7581" y="1684"/>
                  <a:pt x="7410" y="1684"/>
                </a:cubicBezTo>
                <a:lnTo>
                  <a:pt x="6534" y="1684"/>
                </a:lnTo>
                <a:lnTo>
                  <a:pt x="6534" y="307"/>
                </a:lnTo>
                <a:cubicBezTo>
                  <a:pt x="6534" y="138"/>
                  <a:pt x="6398" y="0"/>
                  <a:pt x="622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95" name="Google Shape;3495;p98"/>
          <p:cNvSpPr txBox="1"/>
          <p:nvPr/>
        </p:nvSpPr>
        <p:spPr>
          <a:xfrm>
            <a:off x="7518967" y="2157573"/>
            <a:ext cx="42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Corporate</a:t>
            </a:r>
            <a:endParaRPr sz="600">
              <a:solidFill>
                <a:srgbClr val="11567F"/>
              </a:solidFill>
              <a:latin typeface="Arial"/>
              <a:ea typeface="Arial"/>
              <a:cs typeface="Arial"/>
              <a:sym typeface="Arial"/>
            </a:endParaRPr>
          </a:p>
        </p:txBody>
      </p:sp>
      <p:sp>
        <p:nvSpPr>
          <p:cNvPr id="3496" name="Google Shape;3496;p98"/>
          <p:cNvSpPr/>
          <p:nvPr/>
        </p:nvSpPr>
        <p:spPr>
          <a:xfrm>
            <a:off x="6822566" y="2557098"/>
            <a:ext cx="230890" cy="271023"/>
          </a:xfrm>
          <a:custGeom>
            <a:rect b="b" l="l" r="r" t="t"/>
            <a:pathLst>
              <a:path extrusionOk="0" h="8975" w="7646">
                <a:moveTo>
                  <a:pt x="1736" y="2189"/>
                </a:moveTo>
                <a:lnTo>
                  <a:pt x="1736" y="3064"/>
                </a:lnTo>
                <a:lnTo>
                  <a:pt x="995" y="3064"/>
                </a:lnTo>
                <a:lnTo>
                  <a:pt x="1736" y="2189"/>
                </a:lnTo>
                <a:close/>
                <a:moveTo>
                  <a:pt x="6936" y="709"/>
                </a:moveTo>
                <a:lnTo>
                  <a:pt x="6936" y="7572"/>
                </a:lnTo>
                <a:lnTo>
                  <a:pt x="6604" y="7572"/>
                </a:lnTo>
                <a:lnTo>
                  <a:pt x="6604" y="1339"/>
                </a:lnTo>
                <a:cubicBezTo>
                  <a:pt x="6604" y="1143"/>
                  <a:pt x="6446" y="984"/>
                  <a:pt x="6250" y="984"/>
                </a:cubicBezTo>
                <a:lnTo>
                  <a:pt x="3221" y="984"/>
                </a:lnTo>
                <a:lnTo>
                  <a:pt x="3467" y="709"/>
                </a:lnTo>
                <a:close/>
                <a:moveTo>
                  <a:pt x="5895" y="1690"/>
                </a:moveTo>
                <a:lnTo>
                  <a:pt x="5895" y="8266"/>
                </a:lnTo>
                <a:lnTo>
                  <a:pt x="708" y="8266"/>
                </a:lnTo>
                <a:lnTo>
                  <a:pt x="708" y="3771"/>
                </a:lnTo>
                <a:lnTo>
                  <a:pt x="2088" y="3771"/>
                </a:lnTo>
                <a:cubicBezTo>
                  <a:pt x="2282" y="3771"/>
                  <a:pt x="2443" y="3613"/>
                  <a:pt x="2443" y="3417"/>
                </a:cubicBezTo>
                <a:lnTo>
                  <a:pt x="2443" y="1690"/>
                </a:lnTo>
                <a:close/>
                <a:moveTo>
                  <a:pt x="3310" y="1"/>
                </a:moveTo>
                <a:cubicBezTo>
                  <a:pt x="3209" y="1"/>
                  <a:pt x="3112" y="44"/>
                  <a:pt x="3046" y="118"/>
                </a:cubicBezTo>
                <a:lnTo>
                  <a:pt x="2270" y="984"/>
                </a:lnTo>
                <a:lnTo>
                  <a:pt x="1991" y="984"/>
                </a:lnTo>
                <a:cubicBezTo>
                  <a:pt x="1887" y="984"/>
                  <a:pt x="1789" y="1030"/>
                  <a:pt x="1721" y="1110"/>
                </a:cubicBezTo>
                <a:lnTo>
                  <a:pt x="83" y="3046"/>
                </a:lnTo>
                <a:cubicBezTo>
                  <a:pt x="30" y="3109"/>
                  <a:pt x="0" y="3190"/>
                  <a:pt x="0" y="3273"/>
                </a:cubicBezTo>
                <a:lnTo>
                  <a:pt x="0" y="8619"/>
                </a:lnTo>
                <a:cubicBezTo>
                  <a:pt x="0" y="8815"/>
                  <a:pt x="157" y="8974"/>
                  <a:pt x="355" y="8974"/>
                </a:cubicBezTo>
                <a:lnTo>
                  <a:pt x="6250" y="8974"/>
                </a:lnTo>
                <a:cubicBezTo>
                  <a:pt x="6445" y="8974"/>
                  <a:pt x="6604" y="8817"/>
                  <a:pt x="6604" y="8619"/>
                </a:cubicBezTo>
                <a:lnTo>
                  <a:pt x="6604" y="8281"/>
                </a:lnTo>
                <a:lnTo>
                  <a:pt x="7291" y="8281"/>
                </a:lnTo>
                <a:cubicBezTo>
                  <a:pt x="7486" y="8281"/>
                  <a:pt x="7646" y="8122"/>
                  <a:pt x="7646" y="7926"/>
                </a:cubicBezTo>
                <a:lnTo>
                  <a:pt x="7646" y="356"/>
                </a:lnTo>
                <a:cubicBezTo>
                  <a:pt x="7643" y="160"/>
                  <a:pt x="7486" y="1"/>
                  <a:pt x="729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97" name="Google Shape;3497;p98"/>
          <p:cNvSpPr/>
          <p:nvPr/>
        </p:nvSpPr>
        <p:spPr>
          <a:xfrm>
            <a:off x="7566697" y="2529135"/>
            <a:ext cx="327011" cy="326938"/>
          </a:xfrm>
          <a:custGeom>
            <a:rect b="b" l="l" r="r" t="t"/>
            <a:pathLst>
              <a:path extrusionOk="0" h="8948" w="8950">
                <a:moveTo>
                  <a:pt x="7453" y="1629"/>
                </a:moveTo>
                <a:cubicBezTo>
                  <a:pt x="7395" y="1629"/>
                  <a:pt x="7337" y="1651"/>
                  <a:pt x="7292" y="1694"/>
                </a:cubicBezTo>
                <a:lnTo>
                  <a:pt x="5749" y="3176"/>
                </a:lnTo>
                <a:lnTo>
                  <a:pt x="4417" y="1839"/>
                </a:lnTo>
                <a:cubicBezTo>
                  <a:pt x="4373" y="1793"/>
                  <a:pt x="4312" y="1770"/>
                  <a:pt x="4252" y="1770"/>
                </a:cubicBezTo>
                <a:cubicBezTo>
                  <a:pt x="4200" y="1770"/>
                  <a:pt x="4148" y="1787"/>
                  <a:pt x="4105" y="1821"/>
                </a:cubicBezTo>
                <a:lnTo>
                  <a:pt x="2181" y="3376"/>
                </a:lnTo>
                <a:cubicBezTo>
                  <a:pt x="2080" y="3458"/>
                  <a:pt x="2064" y="3603"/>
                  <a:pt x="2145" y="3704"/>
                </a:cubicBezTo>
                <a:cubicBezTo>
                  <a:pt x="2191" y="3764"/>
                  <a:pt x="2260" y="3793"/>
                  <a:pt x="2329" y="3793"/>
                </a:cubicBezTo>
                <a:cubicBezTo>
                  <a:pt x="2381" y="3793"/>
                  <a:pt x="2433" y="3777"/>
                  <a:pt x="2475" y="3741"/>
                </a:cubicBezTo>
                <a:lnTo>
                  <a:pt x="4238" y="2319"/>
                </a:lnTo>
                <a:lnTo>
                  <a:pt x="5583" y="3669"/>
                </a:lnTo>
                <a:cubicBezTo>
                  <a:pt x="5629" y="3715"/>
                  <a:pt x="5689" y="3737"/>
                  <a:pt x="5748" y="3737"/>
                </a:cubicBezTo>
                <a:cubicBezTo>
                  <a:pt x="5807" y="3737"/>
                  <a:pt x="5865" y="3716"/>
                  <a:pt x="5910" y="3673"/>
                </a:cubicBezTo>
                <a:lnTo>
                  <a:pt x="7617" y="2032"/>
                </a:lnTo>
                <a:cubicBezTo>
                  <a:pt x="7709" y="1943"/>
                  <a:pt x="7714" y="1795"/>
                  <a:pt x="7623" y="1701"/>
                </a:cubicBezTo>
                <a:cubicBezTo>
                  <a:pt x="7577" y="1654"/>
                  <a:pt x="7515" y="1629"/>
                  <a:pt x="7453" y="1629"/>
                </a:cubicBezTo>
                <a:close/>
                <a:moveTo>
                  <a:pt x="3789" y="3716"/>
                </a:moveTo>
                <a:cubicBezTo>
                  <a:pt x="3696" y="3716"/>
                  <a:pt x="3618" y="3792"/>
                  <a:pt x="3618" y="3887"/>
                </a:cubicBezTo>
                <a:lnTo>
                  <a:pt x="3618" y="6976"/>
                </a:lnTo>
                <a:cubicBezTo>
                  <a:pt x="3618" y="7069"/>
                  <a:pt x="3696" y="7146"/>
                  <a:pt x="3789" y="7146"/>
                </a:cubicBezTo>
                <a:lnTo>
                  <a:pt x="4477" y="7146"/>
                </a:lnTo>
                <a:cubicBezTo>
                  <a:pt x="4572" y="7146"/>
                  <a:pt x="4647" y="7069"/>
                  <a:pt x="4647" y="6976"/>
                </a:cubicBezTo>
                <a:lnTo>
                  <a:pt x="4647" y="3888"/>
                </a:lnTo>
                <a:cubicBezTo>
                  <a:pt x="4647" y="3793"/>
                  <a:pt x="4572" y="3718"/>
                  <a:pt x="4477" y="3718"/>
                </a:cubicBezTo>
                <a:lnTo>
                  <a:pt x="3789" y="3718"/>
                </a:lnTo>
                <a:lnTo>
                  <a:pt x="3789" y="3716"/>
                </a:lnTo>
                <a:close/>
                <a:moveTo>
                  <a:pt x="5464" y="4745"/>
                </a:moveTo>
                <a:cubicBezTo>
                  <a:pt x="5369" y="4745"/>
                  <a:pt x="5293" y="4822"/>
                  <a:pt x="5293" y="4916"/>
                </a:cubicBezTo>
                <a:lnTo>
                  <a:pt x="5293" y="6976"/>
                </a:lnTo>
                <a:cubicBezTo>
                  <a:pt x="5293" y="7069"/>
                  <a:pt x="5369" y="7146"/>
                  <a:pt x="5464" y="7146"/>
                </a:cubicBezTo>
                <a:lnTo>
                  <a:pt x="6150" y="7146"/>
                </a:lnTo>
                <a:cubicBezTo>
                  <a:pt x="6245" y="7146"/>
                  <a:pt x="6321" y="7069"/>
                  <a:pt x="6321" y="6976"/>
                </a:cubicBezTo>
                <a:lnTo>
                  <a:pt x="6321" y="4916"/>
                </a:lnTo>
                <a:cubicBezTo>
                  <a:pt x="6321" y="4822"/>
                  <a:pt x="6245" y="4745"/>
                  <a:pt x="6150" y="4745"/>
                </a:cubicBezTo>
                <a:close/>
                <a:moveTo>
                  <a:pt x="2117" y="4745"/>
                </a:moveTo>
                <a:cubicBezTo>
                  <a:pt x="2022" y="4745"/>
                  <a:pt x="1946" y="4822"/>
                  <a:pt x="1946" y="4916"/>
                </a:cubicBezTo>
                <a:lnTo>
                  <a:pt x="1946" y="6976"/>
                </a:lnTo>
                <a:cubicBezTo>
                  <a:pt x="1946" y="7071"/>
                  <a:pt x="2022" y="7148"/>
                  <a:pt x="2117" y="7148"/>
                </a:cubicBezTo>
                <a:lnTo>
                  <a:pt x="2805" y="7148"/>
                </a:lnTo>
                <a:cubicBezTo>
                  <a:pt x="2898" y="7148"/>
                  <a:pt x="2974" y="7071"/>
                  <a:pt x="2974" y="6977"/>
                </a:cubicBezTo>
                <a:lnTo>
                  <a:pt x="2974" y="4916"/>
                </a:lnTo>
                <a:cubicBezTo>
                  <a:pt x="2974" y="4822"/>
                  <a:pt x="2898" y="4745"/>
                  <a:pt x="2805" y="4745"/>
                </a:cubicBezTo>
                <a:close/>
                <a:moveTo>
                  <a:pt x="7131" y="3375"/>
                </a:moveTo>
                <a:cubicBezTo>
                  <a:pt x="7038" y="3375"/>
                  <a:pt x="6965" y="3452"/>
                  <a:pt x="6965" y="3545"/>
                </a:cubicBezTo>
                <a:lnTo>
                  <a:pt x="6965" y="6977"/>
                </a:lnTo>
                <a:cubicBezTo>
                  <a:pt x="6965" y="7072"/>
                  <a:pt x="7041" y="7148"/>
                  <a:pt x="7136" y="7148"/>
                </a:cubicBezTo>
                <a:lnTo>
                  <a:pt x="7824" y="7148"/>
                </a:lnTo>
                <a:cubicBezTo>
                  <a:pt x="7917" y="7148"/>
                  <a:pt x="7994" y="7072"/>
                  <a:pt x="7994" y="6977"/>
                </a:cubicBezTo>
                <a:lnTo>
                  <a:pt x="7994" y="3545"/>
                </a:lnTo>
                <a:cubicBezTo>
                  <a:pt x="7994" y="3450"/>
                  <a:pt x="7917" y="3375"/>
                  <a:pt x="7824" y="3375"/>
                </a:cubicBezTo>
                <a:lnTo>
                  <a:pt x="7136" y="3375"/>
                </a:lnTo>
                <a:cubicBezTo>
                  <a:pt x="7134" y="3375"/>
                  <a:pt x="7133" y="3375"/>
                  <a:pt x="7131" y="3375"/>
                </a:cubicBezTo>
                <a:close/>
                <a:moveTo>
                  <a:pt x="871" y="1"/>
                </a:moveTo>
                <a:cubicBezTo>
                  <a:pt x="675" y="1"/>
                  <a:pt x="518" y="161"/>
                  <a:pt x="518" y="356"/>
                </a:cubicBezTo>
                <a:lnTo>
                  <a:pt x="518" y="7723"/>
                </a:lnTo>
                <a:lnTo>
                  <a:pt x="356" y="7723"/>
                </a:lnTo>
                <a:cubicBezTo>
                  <a:pt x="158" y="7723"/>
                  <a:pt x="1" y="7881"/>
                  <a:pt x="1" y="8077"/>
                </a:cubicBezTo>
                <a:cubicBezTo>
                  <a:pt x="1" y="8275"/>
                  <a:pt x="161" y="8432"/>
                  <a:pt x="356" y="8432"/>
                </a:cubicBezTo>
                <a:lnTo>
                  <a:pt x="518" y="8432"/>
                </a:lnTo>
                <a:lnTo>
                  <a:pt x="518" y="8594"/>
                </a:lnTo>
                <a:cubicBezTo>
                  <a:pt x="518" y="8790"/>
                  <a:pt x="675" y="8948"/>
                  <a:pt x="871" y="8948"/>
                </a:cubicBezTo>
                <a:cubicBezTo>
                  <a:pt x="1069" y="8948"/>
                  <a:pt x="1226" y="8789"/>
                  <a:pt x="1226" y="8594"/>
                </a:cubicBezTo>
                <a:lnTo>
                  <a:pt x="1226" y="8432"/>
                </a:lnTo>
                <a:lnTo>
                  <a:pt x="8596" y="8432"/>
                </a:lnTo>
                <a:cubicBezTo>
                  <a:pt x="8792" y="8432"/>
                  <a:pt x="8949" y="8272"/>
                  <a:pt x="8949" y="8077"/>
                </a:cubicBezTo>
                <a:cubicBezTo>
                  <a:pt x="8949" y="7885"/>
                  <a:pt x="8793" y="7726"/>
                  <a:pt x="8601" y="7726"/>
                </a:cubicBezTo>
                <a:cubicBezTo>
                  <a:pt x="8599" y="7726"/>
                  <a:pt x="8598" y="7726"/>
                  <a:pt x="8596" y="7726"/>
                </a:cubicBezTo>
                <a:lnTo>
                  <a:pt x="1226" y="7726"/>
                </a:lnTo>
                <a:lnTo>
                  <a:pt x="1226" y="356"/>
                </a:lnTo>
                <a:cubicBezTo>
                  <a:pt x="1226" y="160"/>
                  <a:pt x="1069" y="1"/>
                  <a:pt x="87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98" name="Google Shape;3498;p98"/>
          <p:cNvSpPr/>
          <p:nvPr/>
        </p:nvSpPr>
        <p:spPr>
          <a:xfrm>
            <a:off x="5241856" y="2558593"/>
            <a:ext cx="223522" cy="268033"/>
          </a:xfrm>
          <a:custGeom>
            <a:rect b="b" l="l" r="r" t="t"/>
            <a:pathLst>
              <a:path extrusionOk="0" h="8876" w="7402">
                <a:moveTo>
                  <a:pt x="1690" y="1329"/>
                </a:moveTo>
                <a:lnTo>
                  <a:pt x="1690" y="1971"/>
                </a:lnTo>
                <a:lnTo>
                  <a:pt x="1128" y="1971"/>
                </a:lnTo>
                <a:lnTo>
                  <a:pt x="1690" y="1329"/>
                </a:lnTo>
                <a:close/>
                <a:moveTo>
                  <a:pt x="5710" y="4880"/>
                </a:moveTo>
                <a:cubicBezTo>
                  <a:pt x="6335" y="4978"/>
                  <a:pt x="6831" y="5474"/>
                  <a:pt x="6929" y="6099"/>
                </a:cubicBezTo>
                <a:lnTo>
                  <a:pt x="5710" y="6099"/>
                </a:lnTo>
                <a:lnTo>
                  <a:pt x="5710" y="4880"/>
                </a:lnTo>
                <a:close/>
                <a:moveTo>
                  <a:pt x="5484" y="4409"/>
                </a:moveTo>
                <a:cubicBezTo>
                  <a:pt x="5360" y="4409"/>
                  <a:pt x="5257" y="4510"/>
                  <a:pt x="5257" y="4635"/>
                </a:cubicBezTo>
                <a:lnTo>
                  <a:pt x="5257" y="6325"/>
                </a:lnTo>
                <a:cubicBezTo>
                  <a:pt x="5257" y="6448"/>
                  <a:pt x="5360" y="6550"/>
                  <a:pt x="5484" y="6550"/>
                </a:cubicBezTo>
                <a:lnTo>
                  <a:pt x="7173" y="6550"/>
                </a:lnTo>
                <a:cubicBezTo>
                  <a:pt x="7298" y="6550"/>
                  <a:pt x="7400" y="6448"/>
                  <a:pt x="7400" y="6325"/>
                </a:cubicBezTo>
                <a:cubicBezTo>
                  <a:pt x="7401" y="5267"/>
                  <a:pt x="6542" y="4409"/>
                  <a:pt x="5484" y="4409"/>
                </a:cubicBezTo>
                <a:close/>
                <a:moveTo>
                  <a:pt x="4665" y="5472"/>
                </a:moveTo>
                <a:lnTo>
                  <a:pt x="4665" y="6919"/>
                </a:lnTo>
                <a:cubicBezTo>
                  <a:pt x="4665" y="7042"/>
                  <a:pt x="4767" y="7144"/>
                  <a:pt x="4892" y="7144"/>
                </a:cubicBezTo>
                <a:lnTo>
                  <a:pt x="6338" y="7144"/>
                </a:lnTo>
                <a:cubicBezTo>
                  <a:pt x="6228" y="7844"/>
                  <a:pt x="5621" y="8381"/>
                  <a:pt x="4892" y="8381"/>
                </a:cubicBezTo>
                <a:cubicBezTo>
                  <a:pt x="4084" y="8381"/>
                  <a:pt x="3429" y="7724"/>
                  <a:pt x="3429" y="6919"/>
                </a:cubicBezTo>
                <a:cubicBezTo>
                  <a:pt x="3429" y="6188"/>
                  <a:pt x="3965" y="5582"/>
                  <a:pt x="4665" y="5472"/>
                </a:cubicBezTo>
                <a:close/>
                <a:moveTo>
                  <a:pt x="4892" y="5003"/>
                </a:moveTo>
                <a:cubicBezTo>
                  <a:pt x="3836" y="5003"/>
                  <a:pt x="2976" y="5861"/>
                  <a:pt x="2976" y="6919"/>
                </a:cubicBezTo>
                <a:cubicBezTo>
                  <a:pt x="2976" y="7974"/>
                  <a:pt x="3836" y="8833"/>
                  <a:pt x="4892" y="8833"/>
                </a:cubicBezTo>
                <a:cubicBezTo>
                  <a:pt x="5948" y="8833"/>
                  <a:pt x="6807" y="7974"/>
                  <a:pt x="6807" y="6919"/>
                </a:cubicBezTo>
                <a:cubicBezTo>
                  <a:pt x="6807" y="6792"/>
                  <a:pt x="6707" y="6692"/>
                  <a:pt x="6580" y="6692"/>
                </a:cubicBezTo>
                <a:lnTo>
                  <a:pt x="5118" y="6692"/>
                </a:lnTo>
                <a:lnTo>
                  <a:pt x="5118" y="5229"/>
                </a:lnTo>
                <a:cubicBezTo>
                  <a:pt x="5118" y="5104"/>
                  <a:pt x="5017" y="5003"/>
                  <a:pt x="4892" y="5003"/>
                </a:cubicBezTo>
                <a:close/>
                <a:moveTo>
                  <a:pt x="2078" y="0"/>
                </a:moveTo>
                <a:cubicBezTo>
                  <a:pt x="1976" y="0"/>
                  <a:pt x="1879" y="45"/>
                  <a:pt x="1812" y="121"/>
                </a:cubicBezTo>
                <a:lnTo>
                  <a:pt x="88" y="2087"/>
                </a:lnTo>
                <a:cubicBezTo>
                  <a:pt x="30" y="2152"/>
                  <a:pt x="1" y="2234"/>
                  <a:pt x="1" y="2320"/>
                </a:cubicBezTo>
                <a:lnTo>
                  <a:pt x="1" y="8522"/>
                </a:lnTo>
                <a:cubicBezTo>
                  <a:pt x="1" y="8717"/>
                  <a:pt x="158" y="8876"/>
                  <a:pt x="355" y="8876"/>
                </a:cubicBezTo>
                <a:lnTo>
                  <a:pt x="2954" y="8876"/>
                </a:lnTo>
                <a:cubicBezTo>
                  <a:pt x="3149" y="8876"/>
                  <a:pt x="3307" y="8718"/>
                  <a:pt x="3307" y="8522"/>
                </a:cubicBezTo>
                <a:cubicBezTo>
                  <a:pt x="3307" y="8325"/>
                  <a:pt x="3146" y="8169"/>
                  <a:pt x="2950" y="8169"/>
                </a:cubicBezTo>
                <a:lnTo>
                  <a:pt x="706" y="8169"/>
                </a:lnTo>
                <a:lnTo>
                  <a:pt x="706" y="2679"/>
                </a:lnTo>
                <a:lnTo>
                  <a:pt x="2044" y="2679"/>
                </a:lnTo>
                <a:cubicBezTo>
                  <a:pt x="2238" y="2679"/>
                  <a:pt x="2399" y="2520"/>
                  <a:pt x="2399" y="2324"/>
                </a:cubicBezTo>
                <a:lnTo>
                  <a:pt x="2399" y="707"/>
                </a:lnTo>
                <a:lnTo>
                  <a:pt x="5924" y="707"/>
                </a:lnTo>
                <a:lnTo>
                  <a:pt x="5924" y="3973"/>
                </a:lnTo>
                <a:cubicBezTo>
                  <a:pt x="5924" y="4167"/>
                  <a:pt x="6081" y="4327"/>
                  <a:pt x="6277" y="4327"/>
                </a:cubicBezTo>
                <a:cubicBezTo>
                  <a:pt x="6475" y="4327"/>
                  <a:pt x="6632" y="4169"/>
                  <a:pt x="6632" y="3973"/>
                </a:cubicBezTo>
                <a:lnTo>
                  <a:pt x="6632" y="355"/>
                </a:lnTo>
                <a:cubicBezTo>
                  <a:pt x="6632" y="159"/>
                  <a:pt x="6475" y="0"/>
                  <a:pt x="627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499" name="Google Shape;3499;p98"/>
          <p:cNvSpPr/>
          <p:nvPr/>
        </p:nvSpPr>
        <p:spPr>
          <a:xfrm>
            <a:off x="6011300" y="2573163"/>
            <a:ext cx="269030" cy="238892"/>
          </a:xfrm>
          <a:custGeom>
            <a:rect b="b" l="l" r="r" t="t"/>
            <a:pathLst>
              <a:path extrusionOk="0" h="7911" w="8909">
                <a:moveTo>
                  <a:pt x="4454" y="1586"/>
                </a:moveTo>
                <a:cubicBezTo>
                  <a:pt x="4626" y="1831"/>
                  <a:pt x="4743" y="2115"/>
                  <a:pt x="4794" y="2424"/>
                </a:cubicBezTo>
                <a:cubicBezTo>
                  <a:pt x="4684" y="2410"/>
                  <a:pt x="4571" y="2401"/>
                  <a:pt x="4454" y="2401"/>
                </a:cubicBezTo>
                <a:cubicBezTo>
                  <a:pt x="4338" y="2401"/>
                  <a:pt x="4225" y="2410"/>
                  <a:pt x="4114" y="2424"/>
                </a:cubicBezTo>
                <a:cubicBezTo>
                  <a:pt x="4164" y="2118"/>
                  <a:pt x="4283" y="1831"/>
                  <a:pt x="4454" y="1586"/>
                </a:cubicBezTo>
                <a:close/>
                <a:moveTo>
                  <a:pt x="4454" y="3108"/>
                </a:moveTo>
                <a:cubicBezTo>
                  <a:pt x="4567" y="3108"/>
                  <a:pt x="4678" y="3119"/>
                  <a:pt x="4786" y="3138"/>
                </a:cubicBezTo>
                <a:cubicBezTo>
                  <a:pt x="4731" y="3426"/>
                  <a:pt x="4617" y="3692"/>
                  <a:pt x="4454" y="3923"/>
                </a:cubicBezTo>
                <a:cubicBezTo>
                  <a:pt x="4292" y="3692"/>
                  <a:pt x="4175" y="3426"/>
                  <a:pt x="4121" y="3138"/>
                </a:cubicBezTo>
                <a:cubicBezTo>
                  <a:pt x="4230" y="3119"/>
                  <a:pt x="4341" y="3108"/>
                  <a:pt x="4454" y="3108"/>
                </a:cubicBezTo>
                <a:close/>
                <a:moveTo>
                  <a:pt x="2767" y="708"/>
                </a:moveTo>
                <a:cubicBezTo>
                  <a:pt x="3206" y="708"/>
                  <a:pt x="3615" y="848"/>
                  <a:pt x="3949" y="1083"/>
                </a:cubicBezTo>
                <a:cubicBezTo>
                  <a:pt x="3618" y="1512"/>
                  <a:pt x="3411" y="2040"/>
                  <a:pt x="3383" y="2617"/>
                </a:cubicBezTo>
                <a:cubicBezTo>
                  <a:pt x="2574" y="2957"/>
                  <a:pt x="1961" y="3671"/>
                  <a:pt x="1760" y="4540"/>
                </a:cubicBezTo>
                <a:cubicBezTo>
                  <a:pt x="1133" y="4189"/>
                  <a:pt x="707" y="3521"/>
                  <a:pt x="707" y="2756"/>
                </a:cubicBezTo>
                <a:cubicBezTo>
                  <a:pt x="707" y="1628"/>
                  <a:pt x="1631" y="708"/>
                  <a:pt x="2767" y="708"/>
                </a:cubicBezTo>
                <a:close/>
                <a:moveTo>
                  <a:pt x="6142" y="708"/>
                </a:moveTo>
                <a:cubicBezTo>
                  <a:pt x="7277" y="708"/>
                  <a:pt x="8199" y="1628"/>
                  <a:pt x="8199" y="2756"/>
                </a:cubicBezTo>
                <a:cubicBezTo>
                  <a:pt x="8199" y="3521"/>
                  <a:pt x="7774" y="4189"/>
                  <a:pt x="7147" y="4540"/>
                </a:cubicBezTo>
                <a:cubicBezTo>
                  <a:pt x="6947" y="3671"/>
                  <a:pt x="6334" y="2955"/>
                  <a:pt x="5524" y="2617"/>
                </a:cubicBezTo>
                <a:cubicBezTo>
                  <a:pt x="5495" y="2040"/>
                  <a:pt x="5291" y="1513"/>
                  <a:pt x="4959" y="1083"/>
                </a:cubicBezTo>
                <a:cubicBezTo>
                  <a:pt x="5294" y="848"/>
                  <a:pt x="5701" y="708"/>
                  <a:pt x="6142" y="708"/>
                </a:cubicBezTo>
                <a:close/>
                <a:moveTo>
                  <a:pt x="3448" y="3372"/>
                </a:moveTo>
                <a:cubicBezTo>
                  <a:pt x="3541" y="3762"/>
                  <a:pt x="3713" y="4119"/>
                  <a:pt x="3950" y="4428"/>
                </a:cubicBezTo>
                <a:cubicBezTo>
                  <a:pt x="3616" y="4664"/>
                  <a:pt x="3208" y="4802"/>
                  <a:pt x="2768" y="4802"/>
                </a:cubicBezTo>
                <a:cubicBezTo>
                  <a:pt x="2655" y="4802"/>
                  <a:pt x="2544" y="4792"/>
                  <a:pt x="2436" y="4773"/>
                </a:cubicBezTo>
                <a:cubicBezTo>
                  <a:pt x="2549" y="4171"/>
                  <a:pt x="2929" y="3663"/>
                  <a:pt x="3448" y="3372"/>
                </a:cubicBezTo>
                <a:close/>
                <a:moveTo>
                  <a:pt x="5459" y="3372"/>
                </a:moveTo>
                <a:cubicBezTo>
                  <a:pt x="5979" y="3663"/>
                  <a:pt x="6360" y="4171"/>
                  <a:pt x="6475" y="4773"/>
                </a:cubicBezTo>
                <a:cubicBezTo>
                  <a:pt x="6366" y="4791"/>
                  <a:pt x="6255" y="4802"/>
                  <a:pt x="6142" y="4802"/>
                </a:cubicBezTo>
                <a:cubicBezTo>
                  <a:pt x="5703" y="4802"/>
                  <a:pt x="5294" y="4664"/>
                  <a:pt x="4959" y="4428"/>
                </a:cubicBezTo>
                <a:cubicBezTo>
                  <a:pt x="5196" y="4119"/>
                  <a:pt x="5368" y="3762"/>
                  <a:pt x="5459" y="3372"/>
                </a:cubicBezTo>
                <a:close/>
                <a:moveTo>
                  <a:pt x="4452" y="4933"/>
                </a:moveTo>
                <a:cubicBezTo>
                  <a:pt x="4920" y="5292"/>
                  <a:pt x="5504" y="5509"/>
                  <a:pt x="6141" y="5509"/>
                </a:cubicBezTo>
                <a:cubicBezTo>
                  <a:pt x="6256" y="5509"/>
                  <a:pt x="6369" y="5500"/>
                  <a:pt x="6481" y="5487"/>
                </a:cubicBezTo>
                <a:lnTo>
                  <a:pt x="6481" y="5487"/>
                </a:lnTo>
                <a:cubicBezTo>
                  <a:pt x="6323" y="6458"/>
                  <a:pt x="5477" y="7202"/>
                  <a:pt x="4454" y="7202"/>
                </a:cubicBezTo>
                <a:cubicBezTo>
                  <a:pt x="3432" y="7202"/>
                  <a:pt x="2584" y="6458"/>
                  <a:pt x="2425" y="5487"/>
                </a:cubicBezTo>
                <a:lnTo>
                  <a:pt x="2425" y="5487"/>
                </a:lnTo>
                <a:cubicBezTo>
                  <a:pt x="2537" y="5500"/>
                  <a:pt x="2650" y="5509"/>
                  <a:pt x="2764" y="5509"/>
                </a:cubicBezTo>
                <a:cubicBezTo>
                  <a:pt x="3399" y="5509"/>
                  <a:pt x="3985" y="5292"/>
                  <a:pt x="4452" y="4933"/>
                </a:cubicBezTo>
                <a:close/>
                <a:moveTo>
                  <a:pt x="2767" y="0"/>
                </a:moveTo>
                <a:cubicBezTo>
                  <a:pt x="1240" y="0"/>
                  <a:pt x="0" y="1237"/>
                  <a:pt x="0" y="2756"/>
                </a:cubicBezTo>
                <a:cubicBezTo>
                  <a:pt x="0" y="3897"/>
                  <a:pt x="700" y="4877"/>
                  <a:pt x="1695" y="5295"/>
                </a:cubicBezTo>
                <a:cubicBezTo>
                  <a:pt x="1767" y="6748"/>
                  <a:pt x="2976" y="7910"/>
                  <a:pt x="4454" y="7910"/>
                </a:cubicBezTo>
                <a:cubicBezTo>
                  <a:pt x="5931" y="7910"/>
                  <a:pt x="7137" y="6748"/>
                  <a:pt x="7211" y="5295"/>
                </a:cubicBezTo>
                <a:cubicBezTo>
                  <a:pt x="8206" y="4877"/>
                  <a:pt x="8909" y="3895"/>
                  <a:pt x="8909" y="2756"/>
                </a:cubicBezTo>
                <a:cubicBezTo>
                  <a:pt x="8909" y="1237"/>
                  <a:pt x="7669" y="0"/>
                  <a:pt x="6142" y="0"/>
                </a:cubicBezTo>
                <a:cubicBezTo>
                  <a:pt x="5507" y="0"/>
                  <a:pt x="4921" y="218"/>
                  <a:pt x="4454" y="578"/>
                </a:cubicBezTo>
                <a:cubicBezTo>
                  <a:pt x="3986" y="218"/>
                  <a:pt x="3401" y="0"/>
                  <a:pt x="2767"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0" name="Google Shape;3500;p98"/>
          <p:cNvSpPr txBox="1"/>
          <p:nvPr/>
        </p:nvSpPr>
        <p:spPr>
          <a:xfrm>
            <a:off x="6771554" y="2933031"/>
            <a:ext cx="333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Copy</a:t>
            </a:r>
            <a:endParaRPr sz="1800">
              <a:solidFill>
                <a:srgbClr val="252525"/>
              </a:solidFill>
              <a:latin typeface="Arial"/>
              <a:ea typeface="Arial"/>
              <a:cs typeface="Arial"/>
              <a:sym typeface="Arial"/>
            </a:endParaRPr>
          </a:p>
        </p:txBody>
      </p:sp>
      <p:sp>
        <p:nvSpPr>
          <p:cNvPr id="3501" name="Google Shape;3501;p98"/>
          <p:cNvSpPr txBox="1"/>
          <p:nvPr/>
        </p:nvSpPr>
        <p:spPr>
          <a:xfrm>
            <a:off x="7481348" y="2933031"/>
            <a:ext cx="4977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Analytics / </a:t>
            </a:r>
            <a:br>
              <a:rPr lang="en" sz="600">
                <a:solidFill>
                  <a:srgbClr val="11567F"/>
                </a:solidFill>
                <a:latin typeface="Arial"/>
                <a:ea typeface="Arial"/>
                <a:cs typeface="Arial"/>
                <a:sym typeface="Arial"/>
              </a:rPr>
            </a:br>
            <a:r>
              <a:rPr lang="en" sz="600">
                <a:solidFill>
                  <a:srgbClr val="11567F"/>
                </a:solidFill>
                <a:latin typeface="Arial"/>
                <a:ea typeface="Arial"/>
                <a:cs typeface="Arial"/>
                <a:sym typeface="Arial"/>
              </a:rPr>
              <a:t>Statistics</a:t>
            </a:r>
            <a:endParaRPr sz="1800">
              <a:solidFill>
                <a:srgbClr val="252525"/>
              </a:solidFill>
              <a:latin typeface="Arial"/>
              <a:ea typeface="Arial"/>
              <a:cs typeface="Arial"/>
              <a:sym typeface="Arial"/>
            </a:endParaRPr>
          </a:p>
        </p:txBody>
      </p:sp>
      <p:sp>
        <p:nvSpPr>
          <p:cNvPr id="3502" name="Google Shape;3502;p98"/>
          <p:cNvSpPr txBox="1"/>
          <p:nvPr/>
        </p:nvSpPr>
        <p:spPr>
          <a:xfrm>
            <a:off x="5142376" y="2933031"/>
            <a:ext cx="42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Integrated</a:t>
            </a:r>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a:t>
            </a:r>
            <a:endParaRPr sz="1800">
              <a:solidFill>
                <a:srgbClr val="252525"/>
              </a:solidFill>
              <a:latin typeface="Arial"/>
              <a:ea typeface="Arial"/>
              <a:cs typeface="Arial"/>
              <a:sym typeface="Arial"/>
            </a:endParaRPr>
          </a:p>
        </p:txBody>
      </p:sp>
      <p:sp>
        <p:nvSpPr>
          <p:cNvPr id="3503" name="Google Shape;3503;p98"/>
          <p:cNvSpPr txBox="1"/>
          <p:nvPr/>
        </p:nvSpPr>
        <p:spPr>
          <a:xfrm>
            <a:off x="5924260" y="2933031"/>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Eliminate Complexity</a:t>
            </a:r>
            <a:endParaRPr sz="1800">
              <a:solidFill>
                <a:srgbClr val="252525"/>
              </a:solidFill>
              <a:latin typeface="Arial"/>
              <a:ea typeface="Arial"/>
              <a:cs typeface="Arial"/>
              <a:sym typeface="Arial"/>
            </a:endParaRPr>
          </a:p>
        </p:txBody>
      </p:sp>
      <p:sp>
        <p:nvSpPr>
          <p:cNvPr id="3504" name="Google Shape;3504;p98"/>
          <p:cNvSpPr/>
          <p:nvPr/>
        </p:nvSpPr>
        <p:spPr>
          <a:xfrm>
            <a:off x="455659" y="4109534"/>
            <a:ext cx="289535" cy="275153"/>
          </a:xfrm>
          <a:custGeom>
            <a:rect b="b" l="l" r="r" t="t"/>
            <a:pathLst>
              <a:path extrusionOk="0" h="8284" w="8717">
                <a:moveTo>
                  <a:pt x="5478" y="602"/>
                </a:moveTo>
                <a:cubicBezTo>
                  <a:pt x="5845" y="602"/>
                  <a:pt x="6145" y="901"/>
                  <a:pt x="6145" y="1267"/>
                </a:cubicBezTo>
                <a:cubicBezTo>
                  <a:pt x="6145" y="1411"/>
                  <a:pt x="6096" y="1550"/>
                  <a:pt x="6005" y="1668"/>
                </a:cubicBezTo>
                <a:cubicBezTo>
                  <a:pt x="5999" y="1679"/>
                  <a:pt x="5992" y="1686"/>
                  <a:pt x="5986" y="1695"/>
                </a:cubicBezTo>
                <a:lnTo>
                  <a:pt x="4848" y="3052"/>
                </a:lnTo>
                <a:lnTo>
                  <a:pt x="3720" y="1762"/>
                </a:lnTo>
                <a:cubicBezTo>
                  <a:pt x="3711" y="1748"/>
                  <a:pt x="3702" y="1738"/>
                  <a:pt x="3690" y="1726"/>
                </a:cubicBezTo>
                <a:cubicBezTo>
                  <a:pt x="3571" y="1600"/>
                  <a:pt x="3505" y="1438"/>
                  <a:pt x="3505" y="1267"/>
                </a:cubicBezTo>
                <a:cubicBezTo>
                  <a:pt x="3506" y="901"/>
                  <a:pt x="3806" y="602"/>
                  <a:pt x="4173" y="602"/>
                </a:cubicBezTo>
                <a:cubicBezTo>
                  <a:pt x="4338" y="602"/>
                  <a:pt x="4497" y="664"/>
                  <a:pt x="4623" y="780"/>
                </a:cubicBezTo>
                <a:cubicBezTo>
                  <a:pt x="4680" y="833"/>
                  <a:pt x="4753" y="859"/>
                  <a:pt x="4825" y="859"/>
                </a:cubicBezTo>
                <a:cubicBezTo>
                  <a:pt x="4898" y="859"/>
                  <a:pt x="4971" y="833"/>
                  <a:pt x="5028" y="780"/>
                </a:cubicBezTo>
                <a:cubicBezTo>
                  <a:pt x="5153" y="664"/>
                  <a:pt x="5313" y="602"/>
                  <a:pt x="5478" y="602"/>
                </a:cubicBezTo>
                <a:close/>
                <a:moveTo>
                  <a:pt x="4173" y="1"/>
                </a:moveTo>
                <a:cubicBezTo>
                  <a:pt x="3473" y="1"/>
                  <a:pt x="2905" y="569"/>
                  <a:pt x="2905" y="1267"/>
                </a:cubicBezTo>
                <a:cubicBezTo>
                  <a:pt x="2905" y="1579"/>
                  <a:pt x="3021" y="1876"/>
                  <a:pt x="3228" y="2111"/>
                </a:cubicBezTo>
                <a:cubicBezTo>
                  <a:pt x="3234" y="2118"/>
                  <a:pt x="3237" y="2126"/>
                  <a:pt x="3245" y="2132"/>
                </a:cubicBezTo>
                <a:lnTo>
                  <a:pt x="4627" y="3713"/>
                </a:lnTo>
                <a:cubicBezTo>
                  <a:pt x="4685" y="3777"/>
                  <a:pt x="4767" y="3814"/>
                  <a:pt x="4854" y="3814"/>
                </a:cubicBezTo>
                <a:lnTo>
                  <a:pt x="4857" y="3814"/>
                </a:lnTo>
                <a:cubicBezTo>
                  <a:pt x="4945" y="3813"/>
                  <a:pt x="5028" y="3774"/>
                  <a:pt x="5085" y="3707"/>
                </a:cubicBezTo>
                <a:lnTo>
                  <a:pt x="6477" y="2044"/>
                </a:lnTo>
                <a:cubicBezTo>
                  <a:pt x="6492" y="2028"/>
                  <a:pt x="6504" y="2008"/>
                  <a:pt x="6515" y="1988"/>
                </a:cubicBezTo>
                <a:cubicBezTo>
                  <a:pt x="6666" y="1772"/>
                  <a:pt x="6743" y="1526"/>
                  <a:pt x="6743" y="1267"/>
                </a:cubicBezTo>
                <a:cubicBezTo>
                  <a:pt x="6743" y="568"/>
                  <a:pt x="6173" y="1"/>
                  <a:pt x="5475" y="1"/>
                </a:cubicBezTo>
                <a:cubicBezTo>
                  <a:pt x="5245" y="1"/>
                  <a:pt x="5021" y="63"/>
                  <a:pt x="4825" y="183"/>
                </a:cubicBezTo>
                <a:cubicBezTo>
                  <a:pt x="4627" y="65"/>
                  <a:pt x="4403" y="1"/>
                  <a:pt x="4173" y="1"/>
                </a:cubicBezTo>
                <a:close/>
                <a:moveTo>
                  <a:pt x="7938" y="3594"/>
                </a:moveTo>
                <a:cubicBezTo>
                  <a:pt x="8011" y="3594"/>
                  <a:pt x="8084" y="3619"/>
                  <a:pt x="8144" y="3670"/>
                </a:cubicBezTo>
                <a:cubicBezTo>
                  <a:pt x="8273" y="3787"/>
                  <a:pt x="8288" y="3983"/>
                  <a:pt x="8172" y="4117"/>
                </a:cubicBezTo>
                <a:lnTo>
                  <a:pt x="6736" y="5853"/>
                </a:lnTo>
                <a:cubicBezTo>
                  <a:pt x="6503" y="6142"/>
                  <a:pt x="6219" y="6272"/>
                  <a:pt x="5820" y="6272"/>
                </a:cubicBezTo>
                <a:lnTo>
                  <a:pt x="3766" y="6272"/>
                </a:lnTo>
                <a:cubicBezTo>
                  <a:pt x="3420" y="6272"/>
                  <a:pt x="3202" y="6313"/>
                  <a:pt x="2983" y="6530"/>
                </a:cubicBezTo>
                <a:lnTo>
                  <a:pt x="2937" y="6576"/>
                </a:lnTo>
                <a:lnTo>
                  <a:pt x="1680" y="5320"/>
                </a:lnTo>
                <a:cubicBezTo>
                  <a:pt x="1663" y="5303"/>
                  <a:pt x="1643" y="5290"/>
                  <a:pt x="1625" y="5275"/>
                </a:cubicBezTo>
                <a:cubicBezTo>
                  <a:pt x="1818" y="4943"/>
                  <a:pt x="2158" y="4689"/>
                  <a:pt x="2637" y="4516"/>
                </a:cubicBezTo>
                <a:cubicBezTo>
                  <a:pt x="2813" y="4453"/>
                  <a:pt x="2990" y="4431"/>
                  <a:pt x="3155" y="4431"/>
                </a:cubicBezTo>
                <a:cubicBezTo>
                  <a:pt x="3580" y="4431"/>
                  <a:pt x="3921" y="4583"/>
                  <a:pt x="3926" y="4585"/>
                </a:cubicBezTo>
                <a:cubicBezTo>
                  <a:pt x="3950" y="4597"/>
                  <a:pt x="3978" y="4601"/>
                  <a:pt x="4007" y="4601"/>
                </a:cubicBezTo>
                <a:lnTo>
                  <a:pt x="5886" y="4601"/>
                </a:lnTo>
                <a:cubicBezTo>
                  <a:pt x="6059" y="4601"/>
                  <a:pt x="6198" y="4742"/>
                  <a:pt x="6198" y="4913"/>
                </a:cubicBezTo>
                <a:cubicBezTo>
                  <a:pt x="6198" y="5085"/>
                  <a:pt x="6057" y="5225"/>
                  <a:pt x="5886" y="5225"/>
                </a:cubicBezTo>
                <a:lnTo>
                  <a:pt x="4511" y="5225"/>
                </a:lnTo>
                <a:cubicBezTo>
                  <a:pt x="4404" y="5225"/>
                  <a:pt x="4318" y="5311"/>
                  <a:pt x="4318" y="5418"/>
                </a:cubicBezTo>
                <a:cubicBezTo>
                  <a:pt x="4318" y="5526"/>
                  <a:pt x="4403" y="5611"/>
                  <a:pt x="4511" y="5611"/>
                </a:cubicBezTo>
                <a:lnTo>
                  <a:pt x="5886" y="5611"/>
                </a:lnTo>
                <a:cubicBezTo>
                  <a:pt x="6271" y="5611"/>
                  <a:pt x="6584" y="5299"/>
                  <a:pt x="6584" y="4913"/>
                </a:cubicBezTo>
                <a:cubicBezTo>
                  <a:pt x="6584" y="4892"/>
                  <a:pt x="6580" y="4876"/>
                  <a:pt x="6578" y="4855"/>
                </a:cubicBezTo>
                <a:lnTo>
                  <a:pt x="7704" y="3701"/>
                </a:lnTo>
                <a:cubicBezTo>
                  <a:pt x="7765" y="3630"/>
                  <a:pt x="7852" y="3594"/>
                  <a:pt x="7938" y="3594"/>
                </a:cubicBezTo>
                <a:close/>
                <a:moveTo>
                  <a:pt x="1158" y="5704"/>
                </a:moveTo>
                <a:cubicBezTo>
                  <a:pt x="1179" y="5704"/>
                  <a:pt x="1219" y="5709"/>
                  <a:pt x="1255" y="5744"/>
                </a:cubicBezTo>
                <a:lnTo>
                  <a:pt x="2538" y="7027"/>
                </a:lnTo>
                <a:cubicBezTo>
                  <a:pt x="2590" y="7081"/>
                  <a:pt x="2590" y="7167"/>
                  <a:pt x="2538" y="7221"/>
                </a:cubicBezTo>
                <a:lnTo>
                  <a:pt x="2116" y="7642"/>
                </a:lnTo>
                <a:cubicBezTo>
                  <a:pt x="2081" y="7678"/>
                  <a:pt x="2042" y="7682"/>
                  <a:pt x="2020" y="7682"/>
                </a:cubicBezTo>
                <a:cubicBezTo>
                  <a:pt x="1999" y="7682"/>
                  <a:pt x="1959" y="7678"/>
                  <a:pt x="1923" y="7642"/>
                </a:cubicBezTo>
                <a:lnTo>
                  <a:pt x="640" y="6359"/>
                </a:lnTo>
                <a:cubicBezTo>
                  <a:pt x="606" y="6324"/>
                  <a:pt x="602" y="6284"/>
                  <a:pt x="602" y="6263"/>
                </a:cubicBezTo>
                <a:cubicBezTo>
                  <a:pt x="602" y="6242"/>
                  <a:pt x="608" y="6202"/>
                  <a:pt x="640" y="6166"/>
                </a:cubicBezTo>
                <a:lnTo>
                  <a:pt x="1062" y="5744"/>
                </a:lnTo>
                <a:cubicBezTo>
                  <a:pt x="1098" y="5709"/>
                  <a:pt x="1136" y="5704"/>
                  <a:pt x="1158" y="5704"/>
                </a:cubicBezTo>
                <a:close/>
                <a:moveTo>
                  <a:pt x="7936" y="3210"/>
                </a:moveTo>
                <a:cubicBezTo>
                  <a:pt x="7743" y="3210"/>
                  <a:pt x="7552" y="3290"/>
                  <a:pt x="7419" y="3443"/>
                </a:cubicBezTo>
                <a:lnTo>
                  <a:pt x="6420" y="4472"/>
                </a:lnTo>
                <a:cubicBezTo>
                  <a:pt x="6290" y="4319"/>
                  <a:pt x="6102" y="4219"/>
                  <a:pt x="5886" y="4219"/>
                </a:cubicBezTo>
                <a:lnTo>
                  <a:pt x="4045" y="4219"/>
                </a:lnTo>
                <a:cubicBezTo>
                  <a:pt x="3929" y="4171"/>
                  <a:pt x="3582" y="4047"/>
                  <a:pt x="3157" y="4047"/>
                </a:cubicBezTo>
                <a:cubicBezTo>
                  <a:pt x="2953" y="4047"/>
                  <a:pt x="2731" y="4076"/>
                  <a:pt x="2508" y="4156"/>
                </a:cubicBezTo>
                <a:cubicBezTo>
                  <a:pt x="1922" y="4365"/>
                  <a:pt x="1506" y="4692"/>
                  <a:pt x="1270" y="5122"/>
                </a:cubicBezTo>
                <a:cubicBezTo>
                  <a:pt x="1232" y="5117"/>
                  <a:pt x="1194" y="5114"/>
                  <a:pt x="1156" y="5114"/>
                </a:cubicBezTo>
                <a:cubicBezTo>
                  <a:pt x="966" y="5114"/>
                  <a:pt x="775" y="5183"/>
                  <a:pt x="637" y="5321"/>
                </a:cubicBezTo>
                <a:lnTo>
                  <a:pt x="215" y="5743"/>
                </a:lnTo>
                <a:cubicBezTo>
                  <a:pt x="76" y="5883"/>
                  <a:pt x="0" y="6068"/>
                  <a:pt x="0" y="6264"/>
                </a:cubicBezTo>
                <a:cubicBezTo>
                  <a:pt x="0" y="6462"/>
                  <a:pt x="76" y="6647"/>
                  <a:pt x="215" y="6787"/>
                </a:cubicBezTo>
                <a:lnTo>
                  <a:pt x="1498" y="8068"/>
                </a:lnTo>
                <a:cubicBezTo>
                  <a:pt x="1638" y="8208"/>
                  <a:pt x="1824" y="8284"/>
                  <a:pt x="2020" y="8284"/>
                </a:cubicBezTo>
                <a:cubicBezTo>
                  <a:pt x="2217" y="8284"/>
                  <a:pt x="2403" y="8208"/>
                  <a:pt x="2541" y="8068"/>
                </a:cubicBezTo>
                <a:lnTo>
                  <a:pt x="2963" y="7648"/>
                </a:lnTo>
                <a:cubicBezTo>
                  <a:pt x="3162" y="7449"/>
                  <a:pt x="3220" y="7167"/>
                  <a:pt x="3145" y="6916"/>
                </a:cubicBezTo>
                <a:lnTo>
                  <a:pt x="3257" y="6805"/>
                </a:lnTo>
                <a:cubicBezTo>
                  <a:pt x="3365" y="6695"/>
                  <a:pt x="3454" y="6661"/>
                  <a:pt x="3766" y="6661"/>
                </a:cubicBezTo>
                <a:lnTo>
                  <a:pt x="5820" y="6661"/>
                </a:lnTo>
                <a:cubicBezTo>
                  <a:pt x="6333" y="6661"/>
                  <a:pt x="6731" y="6477"/>
                  <a:pt x="7036" y="6099"/>
                </a:cubicBezTo>
                <a:lnTo>
                  <a:pt x="8464" y="4369"/>
                </a:lnTo>
                <a:cubicBezTo>
                  <a:pt x="8717" y="4077"/>
                  <a:pt x="8687" y="3634"/>
                  <a:pt x="8396" y="3382"/>
                </a:cubicBezTo>
                <a:cubicBezTo>
                  <a:pt x="8263" y="3267"/>
                  <a:pt x="8099" y="3210"/>
                  <a:pt x="7936" y="3210"/>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5" name="Google Shape;3505;p98"/>
          <p:cNvSpPr/>
          <p:nvPr/>
        </p:nvSpPr>
        <p:spPr>
          <a:xfrm>
            <a:off x="2846815" y="4128882"/>
            <a:ext cx="260406" cy="236458"/>
          </a:xfrm>
          <a:custGeom>
            <a:rect b="b" l="l" r="r" t="t"/>
            <a:pathLst>
              <a:path extrusionOk="0" h="7119" w="7840">
                <a:moveTo>
                  <a:pt x="3920" y="383"/>
                </a:moveTo>
                <a:cubicBezTo>
                  <a:pt x="4063" y="383"/>
                  <a:pt x="4177" y="497"/>
                  <a:pt x="4177" y="640"/>
                </a:cubicBezTo>
                <a:cubicBezTo>
                  <a:pt x="4177" y="784"/>
                  <a:pt x="4063" y="898"/>
                  <a:pt x="3920" y="898"/>
                </a:cubicBezTo>
                <a:cubicBezTo>
                  <a:pt x="3778" y="898"/>
                  <a:pt x="3662" y="783"/>
                  <a:pt x="3662" y="640"/>
                </a:cubicBezTo>
                <a:cubicBezTo>
                  <a:pt x="3662" y="497"/>
                  <a:pt x="3778" y="383"/>
                  <a:pt x="3920" y="383"/>
                </a:cubicBezTo>
                <a:close/>
                <a:moveTo>
                  <a:pt x="1785" y="915"/>
                </a:moveTo>
                <a:cubicBezTo>
                  <a:pt x="1929" y="915"/>
                  <a:pt x="2043" y="1031"/>
                  <a:pt x="2043" y="1173"/>
                </a:cubicBezTo>
                <a:cubicBezTo>
                  <a:pt x="2043" y="1316"/>
                  <a:pt x="1929" y="1432"/>
                  <a:pt x="1785" y="1432"/>
                </a:cubicBezTo>
                <a:cubicBezTo>
                  <a:pt x="1642" y="1432"/>
                  <a:pt x="1528" y="1314"/>
                  <a:pt x="1528" y="1173"/>
                </a:cubicBezTo>
                <a:cubicBezTo>
                  <a:pt x="1528" y="1031"/>
                  <a:pt x="1642" y="915"/>
                  <a:pt x="1785" y="915"/>
                </a:cubicBezTo>
                <a:close/>
                <a:moveTo>
                  <a:pt x="6051" y="915"/>
                </a:moveTo>
                <a:cubicBezTo>
                  <a:pt x="6194" y="915"/>
                  <a:pt x="6310" y="1031"/>
                  <a:pt x="6310" y="1173"/>
                </a:cubicBezTo>
                <a:cubicBezTo>
                  <a:pt x="6310" y="1316"/>
                  <a:pt x="6194" y="1432"/>
                  <a:pt x="6051" y="1432"/>
                </a:cubicBezTo>
                <a:cubicBezTo>
                  <a:pt x="5909" y="1432"/>
                  <a:pt x="5793" y="1316"/>
                  <a:pt x="5793" y="1173"/>
                </a:cubicBezTo>
                <a:cubicBezTo>
                  <a:pt x="5793" y="1031"/>
                  <a:pt x="5910" y="915"/>
                  <a:pt x="6051" y="915"/>
                </a:cubicBezTo>
                <a:close/>
                <a:moveTo>
                  <a:pt x="640" y="2768"/>
                </a:moveTo>
                <a:cubicBezTo>
                  <a:pt x="783" y="2768"/>
                  <a:pt x="899" y="2882"/>
                  <a:pt x="899" y="3026"/>
                </a:cubicBezTo>
                <a:cubicBezTo>
                  <a:pt x="899" y="3169"/>
                  <a:pt x="783" y="3283"/>
                  <a:pt x="640" y="3283"/>
                </a:cubicBezTo>
                <a:cubicBezTo>
                  <a:pt x="499" y="3283"/>
                  <a:pt x="382" y="3169"/>
                  <a:pt x="382" y="3026"/>
                </a:cubicBezTo>
                <a:cubicBezTo>
                  <a:pt x="382" y="2882"/>
                  <a:pt x="498" y="2768"/>
                  <a:pt x="640" y="2768"/>
                </a:cubicBezTo>
                <a:close/>
                <a:moveTo>
                  <a:pt x="7196" y="2768"/>
                </a:moveTo>
                <a:cubicBezTo>
                  <a:pt x="7339" y="2768"/>
                  <a:pt x="7455" y="2882"/>
                  <a:pt x="7455" y="3026"/>
                </a:cubicBezTo>
                <a:cubicBezTo>
                  <a:pt x="7455" y="3169"/>
                  <a:pt x="7339" y="3283"/>
                  <a:pt x="7196" y="3283"/>
                </a:cubicBezTo>
                <a:cubicBezTo>
                  <a:pt x="7054" y="3283"/>
                  <a:pt x="6938" y="3169"/>
                  <a:pt x="6938" y="3026"/>
                </a:cubicBezTo>
                <a:cubicBezTo>
                  <a:pt x="6938" y="2882"/>
                  <a:pt x="7054" y="2768"/>
                  <a:pt x="7196" y="2768"/>
                </a:cubicBezTo>
                <a:close/>
                <a:moveTo>
                  <a:pt x="3920" y="2268"/>
                </a:moveTo>
                <a:lnTo>
                  <a:pt x="4241" y="3340"/>
                </a:lnTo>
                <a:cubicBezTo>
                  <a:pt x="4272" y="3445"/>
                  <a:pt x="4361" y="3527"/>
                  <a:pt x="4470" y="3548"/>
                </a:cubicBezTo>
                <a:cubicBezTo>
                  <a:pt x="4490" y="3552"/>
                  <a:pt x="4509" y="3554"/>
                  <a:pt x="4529" y="3554"/>
                </a:cubicBezTo>
                <a:cubicBezTo>
                  <a:pt x="4618" y="3554"/>
                  <a:pt x="4704" y="3513"/>
                  <a:pt x="4761" y="3444"/>
                </a:cubicBezTo>
                <a:lnTo>
                  <a:pt x="5340" y="2740"/>
                </a:lnTo>
                <a:lnTo>
                  <a:pt x="5129" y="4155"/>
                </a:lnTo>
                <a:cubicBezTo>
                  <a:pt x="5111" y="4266"/>
                  <a:pt x="5160" y="4378"/>
                  <a:pt x="5251" y="4444"/>
                </a:cubicBezTo>
                <a:cubicBezTo>
                  <a:pt x="5303" y="4482"/>
                  <a:pt x="5364" y="4499"/>
                  <a:pt x="5426" y="4499"/>
                </a:cubicBezTo>
                <a:cubicBezTo>
                  <a:pt x="5474" y="4499"/>
                  <a:pt x="5520" y="4489"/>
                  <a:pt x="5564" y="4467"/>
                </a:cubicBezTo>
                <a:lnTo>
                  <a:pt x="6363" y="4052"/>
                </a:lnTo>
                <a:lnTo>
                  <a:pt x="5913" y="5849"/>
                </a:lnTo>
                <a:lnTo>
                  <a:pt x="1926" y="5849"/>
                </a:lnTo>
                <a:lnTo>
                  <a:pt x="1478" y="4052"/>
                </a:lnTo>
                <a:lnTo>
                  <a:pt x="2275" y="4467"/>
                </a:lnTo>
                <a:cubicBezTo>
                  <a:pt x="2320" y="4489"/>
                  <a:pt x="2367" y="4499"/>
                  <a:pt x="2415" y="4499"/>
                </a:cubicBezTo>
                <a:cubicBezTo>
                  <a:pt x="2476" y="4499"/>
                  <a:pt x="2538" y="4482"/>
                  <a:pt x="2590" y="4444"/>
                </a:cubicBezTo>
                <a:cubicBezTo>
                  <a:pt x="2682" y="4379"/>
                  <a:pt x="2728" y="4266"/>
                  <a:pt x="2712" y="4155"/>
                </a:cubicBezTo>
                <a:lnTo>
                  <a:pt x="2501" y="2740"/>
                </a:lnTo>
                <a:lnTo>
                  <a:pt x="2501" y="2740"/>
                </a:lnTo>
                <a:lnTo>
                  <a:pt x="3080" y="3444"/>
                </a:lnTo>
                <a:cubicBezTo>
                  <a:pt x="3137" y="3513"/>
                  <a:pt x="3222" y="3554"/>
                  <a:pt x="3312" y="3554"/>
                </a:cubicBezTo>
                <a:cubicBezTo>
                  <a:pt x="3331" y="3554"/>
                  <a:pt x="3351" y="3552"/>
                  <a:pt x="3371" y="3548"/>
                </a:cubicBezTo>
                <a:cubicBezTo>
                  <a:pt x="3481" y="3525"/>
                  <a:pt x="3567" y="3445"/>
                  <a:pt x="3600" y="3340"/>
                </a:cubicBezTo>
                <a:lnTo>
                  <a:pt x="3920" y="2268"/>
                </a:lnTo>
                <a:close/>
                <a:moveTo>
                  <a:pt x="3920" y="0"/>
                </a:moveTo>
                <a:cubicBezTo>
                  <a:pt x="3565" y="0"/>
                  <a:pt x="3277" y="288"/>
                  <a:pt x="3277" y="642"/>
                </a:cubicBezTo>
                <a:cubicBezTo>
                  <a:pt x="3277" y="885"/>
                  <a:pt x="3413" y="1093"/>
                  <a:pt x="3611" y="1203"/>
                </a:cubicBezTo>
                <a:lnTo>
                  <a:pt x="3185" y="2627"/>
                </a:lnTo>
                <a:lnTo>
                  <a:pt x="2302" y="1552"/>
                </a:lnTo>
                <a:cubicBezTo>
                  <a:pt x="2379" y="1446"/>
                  <a:pt x="2428" y="1314"/>
                  <a:pt x="2428" y="1173"/>
                </a:cubicBezTo>
                <a:cubicBezTo>
                  <a:pt x="2428" y="818"/>
                  <a:pt x="2140" y="532"/>
                  <a:pt x="1785" y="532"/>
                </a:cubicBezTo>
                <a:cubicBezTo>
                  <a:pt x="1430" y="532"/>
                  <a:pt x="1144" y="818"/>
                  <a:pt x="1144" y="1173"/>
                </a:cubicBezTo>
                <a:cubicBezTo>
                  <a:pt x="1144" y="1516"/>
                  <a:pt x="1414" y="1795"/>
                  <a:pt x="1754" y="1812"/>
                </a:cubicBezTo>
                <a:lnTo>
                  <a:pt x="2030" y="3660"/>
                </a:lnTo>
                <a:lnTo>
                  <a:pt x="1242" y="3251"/>
                </a:lnTo>
                <a:cubicBezTo>
                  <a:pt x="1267" y="3179"/>
                  <a:pt x="1285" y="3105"/>
                  <a:pt x="1285" y="3026"/>
                </a:cubicBezTo>
                <a:cubicBezTo>
                  <a:pt x="1285" y="2671"/>
                  <a:pt x="997" y="2383"/>
                  <a:pt x="642" y="2383"/>
                </a:cubicBezTo>
                <a:cubicBezTo>
                  <a:pt x="287" y="2383"/>
                  <a:pt x="0" y="2671"/>
                  <a:pt x="0" y="3026"/>
                </a:cubicBezTo>
                <a:cubicBezTo>
                  <a:pt x="0" y="3380"/>
                  <a:pt x="287" y="3668"/>
                  <a:pt x="642" y="3668"/>
                </a:cubicBezTo>
                <a:cubicBezTo>
                  <a:pt x="683" y="3668"/>
                  <a:pt x="722" y="3662"/>
                  <a:pt x="760" y="3657"/>
                </a:cubicBezTo>
                <a:lnTo>
                  <a:pt x="1308" y="5849"/>
                </a:lnTo>
                <a:lnTo>
                  <a:pt x="1138" y="5849"/>
                </a:lnTo>
                <a:cubicBezTo>
                  <a:pt x="973" y="5849"/>
                  <a:pt x="836" y="5984"/>
                  <a:pt x="836" y="6149"/>
                </a:cubicBezTo>
                <a:cubicBezTo>
                  <a:pt x="836" y="6316"/>
                  <a:pt x="973" y="6451"/>
                  <a:pt x="1138" y="6451"/>
                </a:cubicBezTo>
                <a:lnTo>
                  <a:pt x="6604" y="6451"/>
                </a:lnTo>
                <a:cubicBezTo>
                  <a:pt x="6768" y="6451"/>
                  <a:pt x="6905" y="6316"/>
                  <a:pt x="6905" y="6149"/>
                </a:cubicBezTo>
                <a:cubicBezTo>
                  <a:pt x="6905" y="5983"/>
                  <a:pt x="6768" y="5849"/>
                  <a:pt x="6604" y="5849"/>
                </a:cubicBezTo>
                <a:lnTo>
                  <a:pt x="6534" y="5849"/>
                </a:lnTo>
                <a:lnTo>
                  <a:pt x="7080" y="3657"/>
                </a:lnTo>
                <a:cubicBezTo>
                  <a:pt x="7117" y="3665"/>
                  <a:pt x="7158" y="3668"/>
                  <a:pt x="7196" y="3668"/>
                </a:cubicBezTo>
                <a:cubicBezTo>
                  <a:pt x="7551" y="3668"/>
                  <a:pt x="7838" y="3380"/>
                  <a:pt x="7838" y="3026"/>
                </a:cubicBezTo>
                <a:cubicBezTo>
                  <a:pt x="7839" y="2671"/>
                  <a:pt x="7551" y="2383"/>
                  <a:pt x="7196" y="2383"/>
                </a:cubicBezTo>
                <a:cubicBezTo>
                  <a:pt x="6841" y="2383"/>
                  <a:pt x="6553" y="2671"/>
                  <a:pt x="6553" y="3026"/>
                </a:cubicBezTo>
                <a:cubicBezTo>
                  <a:pt x="6553" y="3105"/>
                  <a:pt x="6571" y="3182"/>
                  <a:pt x="6596" y="3252"/>
                </a:cubicBezTo>
                <a:lnTo>
                  <a:pt x="5809" y="3660"/>
                </a:lnTo>
                <a:lnTo>
                  <a:pt x="6087" y="1812"/>
                </a:lnTo>
                <a:cubicBezTo>
                  <a:pt x="6424" y="1794"/>
                  <a:pt x="6693" y="1515"/>
                  <a:pt x="6693" y="1173"/>
                </a:cubicBezTo>
                <a:cubicBezTo>
                  <a:pt x="6693" y="818"/>
                  <a:pt x="6405" y="532"/>
                  <a:pt x="6051" y="532"/>
                </a:cubicBezTo>
                <a:cubicBezTo>
                  <a:pt x="5696" y="532"/>
                  <a:pt x="5408" y="818"/>
                  <a:pt x="5408" y="1173"/>
                </a:cubicBezTo>
                <a:cubicBezTo>
                  <a:pt x="5408" y="1316"/>
                  <a:pt x="5457" y="1448"/>
                  <a:pt x="5536" y="1553"/>
                </a:cubicBezTo>
                <a:lnTo>
                  <a:pt x="4655" y="2627"/>
                </a:lnTo>
                <a:lnTo>
                  <a:pt x="4228" y="1203"/>
                </a:lnTo>
                <a:cubicBezTo>
                  <a:pt x="4427" y="1093"/>
                  <a:pt x="4562" y="885"/>
                  <a:pt x="4562" y="642"/>
                </a:cubicBezTo>
                <a:cubicBezTo>
                  <a:pt x="4562" y="288"/>
                  <a:pt x="4274" y="0"/>
                  <a:pt x="3920" y="0"/>
                </a:cubicBezTo>
                <a:close/>
                <a:moveTo>
                  <a:pt x="1136" y="6733"/>
                </a:moveTo>
                <a:cubicBezTo>
                  <a:pt x="1028" y="6733"/>
                  <a:pt x="943" y="6817"/>
                  <a:pt x="943" y="6926"/>
                </a:cubicBezTo>
                <a:cubicBezTo>
                  <a:pt x="943" y="7033"/>
                  <a:pt x="1031" y="7119"/>
                  <a:pt x="1136" y="7119"/>
                </a:cubicBezTo>
                <a:lnTo>
                  <a:pt x="6602" y="7119"/>
                </a:lnTo>
                <a:cubicBezTo>
                  <a:pt x="6709" y="7119"/>
                  <a:pt x="6795" y="7031"/>
                  <a:pt x="6795" y="6926"/>
                </a:cubicBezTo>
                <a:cubicBezTo>
                  <a:pt x="6795" y="6820"/>
                  <a:pt x="6711" y="6733"/>
                  <a:pt x="6602" y="6733"/>
                </a:cubicBezTo>
                <a:close/>
              </a:path>
            </a:pathLst>
          </a:custGeom>
          <a:solidFill>
            <a:srgbClr val="2AB4E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6" name="Google Shape;3506;p98"/>
          <p:cNvSpPr/>
          <p:nvPr/>
        </p:nvSpPr>
        <p:spPr>
          <a:xfrm>
            <a:off x="2085077" y="4114499"/>
            <a:ext cx="199489" cy="265242"/>
          </a:xfrm>
          <a:custGeom>
            <a:rect b="b" l="l" r="r" t="t"/>
            <a:pathLst>
              <a:path extrusionOk="0" h="7985" w="6006">
                <a:moveTo>
                  <a:pt x="2639" y="1283"/>
                </a:moveTo>
                <a:cubicBezTo>
                  <a:pt x="2528" y="1283"/>
                  <a:pt x="2439" y="1372"/>
                  <a:pt x="2439" y="1483"/>
                </a:cubicBezTo>
                <a:lnTo>
                  <a:pt x="2439" y="1924"/>
                </a:lnTo>
                <a:lnTo>
                  <a:pt x="2057" y="1703"/>
                </a:lnTo>
                <a:cubicBezTo>
                  <a:pt x="2025" y="1685"/>
                  <a:pt x="1991" y="1676"/>
                  <a:pt x="1956" y="1676"/>
                </a:cubicBezTo>
                <a:cubicBezTo>
                  <a:pt x="1887" y="1676"/>
                  <a:pt x="1819" y="1712"/>
                  <a:pt x="1782" y="1776"/>
                </a:cubicBezTo>
                <a:cubicBezTo>
                  <a:pt x="1726" y="1874"/>
                  <a:pt x="1760" y="1996"/>
                  <a:pt x="1857" y="2052"/>
                </a:cubicBezTo>
                <a:lnTo>
                  <a:pt x="2537" y="2446"/>
                </a:lnTo>
                <a:cubicBezTo>
                  <a:pt x="2568" y="2463"/>
                  <a:pt x="2601" y="2472"/>
                  <a:pt x="2634" y="2472"/>
                </a:cubicBezTo>
                <a:cubicBezTo>
                  <a:pt x="2641" y="2472"/>
                  <a:pt x="2647" y="2472"/>
                  <a:pt x="2654" y="2471"/>
                </a:cubicBezTo>
                <a:cubicBezTo>
                  <a:pt x="2758" y="2463"/>
                  <a:pt x="2840" y="2377"/>
                  <a:pt x="2840" y="2270"/>
                </a:cubicBezTo>
                <a:lnTo>
                  <a:pt x="2840" y="1483"/>
                </a:lnTo>
                <a:cubicBezTo>
                  <a:pt x="2840" y="1372"/>
                  <a:pt x="2750" y="1283"/>
                  <a:pt x="2639" y="1283"/>
                </a:cubicBezTo>
                <a:close/>
                <a:moveTo>
                  <a:pt x="3367" y="1286"/>
                </a:moveTo>
                <a:cubicBezTo>
                  <a:pt x="3255" y="1286"/>
                  <a:pt x="3166" y="1374"/>
                  <a:pt x="3166" y="1485"/>
                </a:cubicBezTo>
                <a:lnTo>
                  <a:pt x="3166" y="2272"/>
                </a:lnTo>
                <a:cubicBezTo>
                  <a:pt x="3166" y="2377"/>
                  <a:pt x="3248" y="2463"/>
                  <a:pt x="3352" y="2471"/>
                </a:cubicBezTo>
                <a:cubicBezTo>
                  <a:pt x="3359" y="2472"/>
                  <a:pt x="3365" y="2472"/>
                  <a:pt x="3372" y="2472"/>
                </a:cubicBezTo>
                <a:cubicBezTo>
                  <a:pt x="3405" y="2472"/>
                  <a:pt x="3438" y="2463"/>
                  <a:pt x="3469" y="2446"/>
                </a:cubicBezTo>
                <a:lnTo>
                  <a:pt x="4151" y="2052"/>
                </a:lnTo>
                <a:cubicBezTo>
                  <a:pt x="4247" y="1996"/>
                  <a:pt x="4278" y="1874"/>
                  <a:pt x="4225" y="1777"/>
                </a:cubicBezTo>
                <a:cubicBezTo>
                  <a:pt x="4187" y="1713"/>
                  <a:pt x="4121" y="1678"/>
                  <a:pt x="4052" y="1678"/>
                </a:cubicBezTo>
                <a:cubicBezTo>
                  <a:pt x="4017" y="1678"/>
                  <a:pt x="3982" y="1686"/>
                  <a:pt x="3950" y="1705"/>
                </a:cubicBezTo>
                <a:lnTo>
                  <a:pt x="3567" y="1926"/>
                </a:lnTo>
                <a:lnTo>
                  <a:pt x="3567" y="1485"/>
                </a:lnTo>
                <a:cubicBezTo>
                  <a:pt x="3567" y="1374"/>
                  <a:pt x="3478" y="1286"/>
                  <a:pt x="3367" y="1286"/>
                </a:cubicBezTo>
                <a:close/>
                <a:moveTo>
                  <a:pt x="3004" y="2765"/>
                </a:moveTo>
                <a:cubicBezTo>
                  <a:pt x="3016" y="2765"/>
                  <a:pt x="3033" y="2772"/>
                  <a:pt x="3040" y="2780"/>
                </a:cubicBezTo>
                <a:lnTo>
                  <a:pt x="3122" y="2861"/>
                </a:lnTo>
                <a:cubicBezTo>
                  <a:pt x="3129" y="2869"/>
                  <a:pt x="3137" y="2885"/>
                  <a:pt x="3137" y="2897"/>
                </a:cubicBezTo>
                <a:lnTo>
                  <a:pt x="3137" y="2900"/>
                </a:lnTo>
                <a:cubicBezTo>
                  <a:pt x="3137" y="2912"/>
                  <a:pt x="3129" y="2928"/>
                  <a:pt x="3122" y="2936"/>
                </a:cubicBezTo>
                <a:lnTo>
                  <a:pt x="3040" y="3017"/>
                </a:lnTo>
                <a:cubicBezTo>
                  <a:pt x="3033" y="3025"/>
                  <a:pt x="3016" y="3032"/>
                  <a:pt x="3004" y="3032"/>
                </a:cubicBezTo>
                <a:lnTo>
                  <a:pt x="3001" y="3032"/>
                </a:lnTo>
                <a:cubicBezTo>
                  <a:pt x="2991" y="3032"/>
                  <a:pt x="2973" y="3025"/>
                  <a:pt x="2966" y="3017"/>
                </a:cubicBezTo>
                <a:lnTo>
                  <a:pt x="2884" y="2936"/>
                </a:lnTo>
                <a:cubicBezTo>
                  <a:pt x="2875" y="2928"/>
                  <a:pt x="2869" y="2912"/>
                  <a:pt x="2869" y="2900"/>
                </a:cubicBezTo>
                <a:lnTo>
                  <a:pt x="2869" y="2897"/>
                </a:lnTo>
                <a:cubicBezTo>
                  <a:pt x="2869" y="2885"/>
                  <a:pt x="2877" y="2870"/>
                  <a:pt x="2884" y="2861"/>
                </a:cubicBezTo>
                <a:lnTo>
                  <a:pt x="2966" y="2780"/>
                </a:lnTo>
                <a:cubicBezTo>
                  <a:pt x="2973" y="2772"/>
                  <a:pt x="2991" y="2765"/>
                  <a:pt x="3001" y="2765"/>
                </a:cubicBezTo>
                <a:close/>
                <a:moveTo>
                  <a:pt x="2961" y="2526"/>
                </a:moveTo>
                <a:cubicBezTo>
                  <a:pt x="2949" y="2526"/>
                  <a:pt x="2933" y="2530"/>
                  <a:pt x="2926" y="2541"/>
                </a:cubicBezTo>
                <a:lnTo>
                  <a:pt x="2641" y="2823"/>
                </a:lnTo>
                <a:cubicBezTo>
                  <a:pt x="2633" y="2830"/>
                  <a:pt x="2626" y="2847"/>
                  <a:pt x="2626" y="2857"/>
                </a:cubicBezTo>
                <a:lnTo>
                  <a:pt x="2626" y="2878"/>
                </a:lnTo>
                <a:lnTo>
                  <a:pt x="2626" y="2921"/>
                </a:lnTo>
                <a:lnTo>
                  <a:pt x="2626" y="2942"/>
                </a:lnTo>
                <a:cubicBezTo>
                  <a:pt x="2626" y="2952"/>
                  <a:pt x="2633" y="2968"/>
                  <a:pt x="2641" y="2976"/>
                </a:cubicBezTo>
                <a:lnTo>
                  <a:pt x="2926" y="3258"/>
                </a:lnTo>
                <a:cubicBezTo>
                  <a:pt x="2933" y="3265"/>
                  <a:pt x="2949" y="3273"/>
                  <a:pt x="2961" y="3273"/>
                </a:cubicBezTo>
                <a:lnTo>
                  <a:pt x="3044" y="3273"/>
                </a:lnTo>
                <a:cubicBezTo>
                  <a:pt x="3055" y="3273"/>
                  <a:pt x="3073" y="3265"/>
                  <a:pt x="3080" y="3258"/>
                </a:cubicBezTo>
                <a:lnTo>
                  <a:pt x="3364" y="2976"/>
                </a:lnTo>
                <a:cubicBezTo>
                  <a:pt x="3371" y="2967"/>
                  <a:pt x="3379" y="2952"/>
                  <a:pt x="3379" y="2942"/>
                </a:cubicBezTo>
                <a:lnTo>
                  <a:pt x="3379" y="2921"/>
                </a:lnTo>
                <a:lnTo>
                  <a:pt x="3379" y="2878"/>
                </a:lnTo>
                <a:lnTo>
                  <a:pt x="3379" y="2857"/>
                </a:lnTo>
                <a:cubicBezTo>
                  <a:pt x="3379" y="2847"/>
                  <a:pt x="3371" y="2830"/>
                  <a:pt x="3364" y="2823"/>
                </a:cubicBezTo>
                <a:lnTo>
                  <a:pt x="3080" y="2541"/>
                </a:lnTo>
                <a:cubicBezTo>
                  <a:pt x="3073" y="2533"/>
                  <a:pt x="3055" y="2526"/>
                  <a:pt x="3044" y="2526"/>
                </a:cubicBezTo>
                <a:close/>
                <a:moveTo>
                  <a:pt x="1596" y="2304"/>
                </a:moveTo>
                <a:cubicBezTo>
                  <a:pt x="1527" y="2304"/>
                  <a:pt x="1459" y="2339"/>
                  <a:pt x="1421" y="2404"/>
                </a:cubicBezTo>
                <a:cubicBezTo>
                  <a:pt x="1366" y="2501"/>
                  <a:pt x="1398" y="2624"/>
                  <a:pt x="1494" y="2679"/>
                </a:cubicBezTo>
                <a:lnTo>
                  <a:pt x="1874" y="2900"/>
                </a:lnTo>
                <a:lnTo>
                  <a:pt x="1494" y="3120"/>
                </a:lnTo>
                <a:cubicBezTo>
                  <a:pt x="1399" y="3175"/>
                  <a:pt x="1366" y="3298"/>
                  <a:pt x="1421" y="3395"/>
                </a:cubicBezTo>
                <a:cubicBezTo>
                  <a:pt x="1459" y="3457"/>
                  <a:pt x="1526" y="3493"/>
                  <a:pt x="1596" y="3493"/>
                </a:cubicBezTo>
                <a:cubicBezTo>
                  <a:pt x="1630" y="3493"/>
                  <a:pt x="1664" y="3484"/>
                  <a:pt x="1696" y="3466"/>
                </a:cubicBezTo>
                <a:lnTo>
                  <a:pt x="2378" y="3072"/>
                </a:lnTo>
                <a:cubicBezTo>
                  <a:pt x="2422" y="3046"/>
                  <a:pt x="2453" y="3004"/>
                  <a:pt x="2468" y="2958"/>
                </a:cubicBezTo>
                <a:cubicBezTo>
                  <a:pt x="2476" y="2937"/>
                  <a:pt x="2479" y="2915"/>
                  <a:pt x="2479" y="2893"/>
                </a:cubicBezTo>
                <a:cubicBezTo>
                  <a:pt x="2479" y="2876"/>
                  <a:pt x="2474" y="2861"/>
                  <a:pt x="2471" y="2845"/>
                </a:cubicBezTo>
                <a:cubicBezTo>
                  <a:pt x="2458" y="2795"/>
                  <a:pt x="2427" y="2752"/>
                  <a:pt x="2378" y="2723"/>
                </a:cubicBezTo>
                <a:lnTo>
                  <a:pt x="1696" y="2330"/>
                </a:lnTo>
                <a:cubicBezTo>
                  <a:pt x="1664" y="2312"/>
                  <a:pt x="1630" y="2304"/>
                  <a:pt x="1596" y="2304"/>
                </a:cubicBezTo>
                <a:close/>
                <a:moveTo>
                  <a:pt x="4408" y="2304"/>
                </a:moveTo>
                <a:cubicBezTo>
                  <a:pt x="4374" y="2304"/>
                  <a:pt x="4340" y="2312"/>
                  <a:pt x="4308" y="2330"/>
                </a:cubicBezTo>
                <a:lnTo>
                  <a:pt x="3627" y="2723"/>
                </a:lnTo>
                <a:cubicBezTo>
                  <a:pt x="3579" y="2752"/>
                  <a:pt x="3548" y="2795"/>
                  <a:pt x="3535" y="2845"/>
                </a:cubicBezTo>
                <a:cubicBezTo>
                  <a:pt x="3530" y="2861"/>
                  <a:pt x="3527" y="2876"/>
                  <a:pt x="3527" y="2893"/>
                </a:cubicBezTo>
                <a:cubicBezTo>
                  <a:pt x="3527" y="2915"/>
                  <a:pt x="3529" y="2937"/>
                  <a:pt x="3536" y="2958"/>
                </a:cubicBezTo>
                <a:cubicBezTo>
                  <a:pt x="3551" y="3004"/>
                  <a:pt x="3582" y="3046"/>
                  <a:pt x="3627" y="3072"/>
                </a:cubicBezTo>
                <a:lnTo>
                  <a:pt x="4308" y="3466"/>
                </a:lnTo>
                <a:cubicBezTo>
                  <a:pt x="4340" y="3484"/>
                  <a:pt x="4375" y="3493"/>
                  <a:pt x="4409" y="3493"/>
                </a:cubicBezTo>
                <a:cubicBezTo>
                  <a:pt x="4479" y="3493"/>
                  <a:pt x="4546" y="3457"/>
                  <a:pt x="4583" y="3395"/>
                </a:cubicBezTo>
                <a:cubicBezTo>
                  <a:pt x="4639" y="3298"/>
                  <a:pt x="4605" y="3175"/>
                  <a:pt x="4509" y="3120"/>
                </a:cubicBezTo>
                <a:lnTo>
                  <a:pt x="4128" y="2900"/>
                </a:lnTo>
                <a:lnTo>
                  <a:pt x="4509" y="2679"/>
                </a:lnTo>
                <a:cubicBezTo>
                  <a:pt x="4607" y="2624"/>
                  <a:pt x="4639" y="2501"/>
                  <a:pt x="4583" y="2404"/>
                </a:cubicBezTo>
                <a:cubicBezTo>
                  <a:pt x="4546" y="2339"/>
                  <a:pt x="4478" y="2304"/>
                  <a:pt x="4408" y="2304"/>
                </a:cubicBezTo>
                <a:close/>
                <a:moveTo>
                  <a:pt x="2634" y="3327"/>
                </a:moveTo>
                <a:cubicBezTo>
                  <a:pt x="2601" y="3327"/>
                  <a:pt x="2568" y="3336"/>
                  <a:pt x="2537" y="3353"/>
                </a:cubicBezTo>
                <a:lnTo>
                  <a:pt x="1857" y="3746"/>
                </a:lnTo>
                <a:cubicBezTo>
                  <a:pt x="1760" y="3803"/>
                  <a:pt x="1729" y="3925"/>
                  <a:pt x="1784" y="4021"/>
                </a:cubicBezTo>
                <a:cubicBezTo>
                  <a:pt x="1821" y="4086"/>
                  <a:pt x="1888" y="4121"/>
                  <a:pt x="1957" y="4121"/>
                </a:cubicBezTo>
                <a:cubicBezTo>
                  <a:pt x="1992" y="4121"/>
                  <a:pt x="2026" y="4112"/>
                  <a:pt x="2058" y="4094"/>
                </a:cubicBezTo>
                <a:lnTo>
                  <a:pt x="2442" y="3873"/>
                </a:lnTo>
                <a:lnTo>
                  <a:pt x="2442" y="4312"/>
                </a:lnTo>
                <a:cubicBezTo>
                  <a:pt x="2442" y="4424"/>
                  <a:pt x="2531" y="4513"/>
                  <a:pt x="2642" y="4513"/>
                </a:cubicBezTo>
                <a:cubicBezTo>
                  <a:pt x="2753" y="4513"/>
                  <a:pt x="2843" y="4424"/>
                  <a:pt x="2843" y="4312"/>
                </a:cubicBezTo>
                <a:lnTo>
                  <a:pt x="2843" y="3525"/>
                </a:lnTo>
                <a:cubicBezTo>
                  <a:pt x="2840" y="3420"/>
                  <a:pt x="2758" y="3334"/>
                  <a:pt x="2654" y="3328"/>
                </a:cubicBezTo>
                <a:cubicBezTo>
                  <a:pt x="2647" y="3327"/>
                  <a:pt x="2641" y="3327"/>
                  <a:pt x="2634" y="3327"/>
                </a:cubicBezTo>
                <a:close/>
                <a:moveTo>
                  <a:pt x="3372" y="3327"/>
                </a:moveTo>
                <a:cubicBezTo>
                  <a:pt x="3365" y="3327"/>
                  <a:pt x="3359" y="3327"/>
                  <a:pt x="3352" y="3328"/>
                </a:cubicBezTo>
                <a:cubicBezTo>
                  <a:pt x="3248" y="3334"/>
                  <a:pt x="3166" y="3421"/>
                  <a:pt x="3166" y="3527"/>
                </a:cubicBezTo>
                <a:lnTo>
                  <a:pt x="3166" y="4314"/>
                </a:lnTo>
                <a:cubicBezTo>
                  <a:pt x="3166" y="4425"/>
                  <a:pt x="3255" y="4514"/>
                  <a:pt x="3367" y="4514"/>
                </a:cubicBezTo>
                <a:cubicBezTo>
                  <a:pt x="3478" y="4514"/>
                  <a:pt x="3567" y="4425"/>
                  <a:pt x="3567" y="4314"/>
                </a:cubicBezTo>
                <a:lnTo>
                  <a:pt x="3567" y="3874"/>
                </a:lnTo>
                <a:lnTo>
                  <a:pt x="3950" y="4095"/>
                </a:lnTo>
                <a:cubicBezTo>
                  <a:pt x="3982" y="4114"/>
                  <a:pt x="4017" y="4122"/>
                  <a:pt x="4051" y="4122"/>
                </a:cubicBezTo>
                <a:cubicBezTo>
                  <a:pt x="4120" y="4122"/>
                  <a:pt x="4187" y="4086"/>
                  <a:pt x="4225" y="4023"/>
                </a:cubicBezTo>
                <a:cubicBezTo>
                  <a:pt x="4278" y="3925"/>
                  <a:pt x="4244" y="3800"/>
                  <a:pt x="4151" y="3746"/>
                </a:cubicBezTo>
                <a:lnTo>
                  <a:pt x="3469" y="3353"/>
                </a:lnTo>
                <a:cubicBezTo>
                  <a:pt x="3438" y="3336"/>
                  <a:pt x="3405" y="3327"/>
                  <a:pt x="3372" y="3327"/>
                </a:cubicBezTo>
                <a:close/>
                <a:moveTo>
                  <a:pt x="3699" y="604"/>
                </a:moveTo>
                <a:cubicBezTo>
                  <a:pt x="3716" y="604"/>
                  <a:pt x="3730" y="605"/>
                  <a:pt x="3742" y="609"/>
                </a:cubicBezTo>
                <a:cubicBezTo>
                  <a:pt x="3809" y="630"/>
                  <a:pt x="3892" y="735"/>
                  <a:pt x="3973" y="836"/>
                </a:cubicBezTo>
                <a:cubicBezTo>
                  <a:pt x="4054" y="940"/>
                  <a:pt x="4149" y="1057"/>
                  <a:pt x="4270" y="1146"/>
                </a:cubicBezTo>
                <a:cubicBezTo>
                  <a:pt x="4393" y="1235"/>
                  <a:pt x="4535" y="1289"/>
                  <a:pt x="4659" y="1335"/>
                </a:cubicBezTo>
                <a:cubicBezTo>
                  <a:pt x="4777" y="1379"/>
                  <a:pt x="4902" y="1427"/>
                  <a:pt x="4944" y="1482"/>
                </a:cubicBezTo>
                <a:cubicBezTo>
                  <a:pt x="4984" y="1535"/>
                  <a:pt x="4990" y="1673"/>
                  <a:pt x="4996" y="1794"/>
                </a:cubicBezTo>
                <a:cubicBezTo>
                  <a:pt x="5003" y="1927"/>
                  <a:pt x="5008" y="2080"/>
                  <a:pt x="5057" y="2224"/>
                </a:cubicBezTo>
                <a:cubicBezTo>
                  <a:pt x="5103" y="2365"/>
                  <a:pt x="5184" y="2489"/>
                  <a:pt x="5257" y="2597"/>
                </a:cubicBezTo>
                <a:cubicBezTo>
                  <a:pt x="5330" y="2706"/>
                  <a:pt x="5404" y="2818"/>
                  <a:pt x="5404" y="2893"/>
                </a:cubicBezTo>
                <a:cubicBezTo>
                  <a:pt x="5404" y="2967"/>
                  <a:pt x="5330" y="3078"/>
                  <a:pt x="5259" y="3188"/>
                </a:cubicBezTo>
                <a:cubicBezTo>
                  <a:pt x="5186" y="3297"/>
                  <a:pt x="5104" y="3420"/>
                  <a:pt x="5058" y="3561"/>
                </a:cubicBezTo>
                <a:cubicBezTo>
                  <a:pt x="5009" y="3706"/>
                  <a:pt x="5003" y="3858"/>
                  <a:pt x="4997" y="3991"/>
                </a:cubicBezTo>
                <a:cubicBezTo>
                  <a:pt x="4991" y="4112"/>
                  <a:pt x="4984" y="4250"/>
                  <a:pt x="4945" y="4303"/>
                </a:cubicBezTo>
                <a:cubicBezTo>
                  <a:pt x="4904" y="4360"/>
                  <a:pt x="4779" y="4406"/>
                  <a:pt x="4660" y="4450"/>
                </a:cubicBezTo>
                <a:cubicBezTo>
                  <a:pt x="4534" y="4496"/>
                  <a:pt x="4393" y="4550"/>
                  <a:pt x="4271" y="4639"/>
                </a:cubicBezTo>
                <a:cubicBezTo>
                  <a:pt x="4149" y="4728"/>
                  <a:pt x="4056" y="4845"/>
                  <a:pt x="3974" y="4949"/>
                </a:cubicBezTo>
                <a:cubicBezTo>
                  <a:pt x="3894" y="5050"/>
                  <a:pt x="3812" y="5154"/>
                  <a:pt x="3744" y="5176"/>
                </a:cubicBezTo>
                <a:cubicBezTo>
                  <a:pt x="3733" y="5180"/>
                  <a:pt x="3719" y="5181"/>
                  <a:pt x="3703" y="5181"/>
                </a:cubicBezTo>
                <a:cubicBezTo>
                  <a:pt x="3635" y="5181"/>
                  <a:pt x="3531" y="5153"/>
                  <a:pt x="3438" y="5127"/>
                </a:cubicBezTo>
                <a:cubicBezTo>
                  <a:pt x="3306" y="5092"/>
                  <a:pt x="3157" y="5052"/>
                  <a:pt x="3001" y="5052"/>
                </a:cubicBezTo>
                <a:cubicBezTo>
                  <a:pt x="2844" y="5052"/>
                  <a:pt x="2696" y="5092"/>
                  <a:pt x="2565" y="5127"/>
                </a:cubicBezTo>
                <a:cubicBezTo>
                  <a:pt x="2472" y="5153"/>
                  <a:pt x="2368" y="5181"/>
                  <a:pt x="2299" y="5181"/>
                </a:cubicBezTo>
                <a:cubicBezTo>
                  <a:pt x="2284" y="5181"/>
                  <a:pt x="2270" y="5180"/>
                  <a:pt x="2259" y="5176"/>
                </a:cubicBezTo>
                <a:cubicBezTo>
                  <a:pt x="2192" y="5156"/>
                  <a:pt x="2109" y="5050"/>
                  <a:pt x="2029" y="4949"/>
                </a:cubicBezTo>
                <a:cubicBezTo>
                  <a:pt x="1947" y="4845"/>
                  <a:pt x="1854" y="4728"/>
                  <a:pt x="1732" y="4639"/>
                </a:cubicBezTo>
                <a:cubicBezTo>
                  <a:pt x="1607" y="4550"/>
                  <a:pt x="1466" y="4496"/>
                  <a:pt x="1341" y="4450"/>
                </a:cubicBezTo>
                <a:cubicBezTo>
                  <a:pt x="1221" y="4406"/>
                  <a:pt x="1099" y="4360"/>
                  <a:pt x="1058" y="4303"/>
                </a:cubicBezTo>
                <a:cubicBezTo>
                  <a:pt x="1018" y="4250"/>
                  <a:pt x="1012" y="4112"/>
                  <a:pt x="1006" y="3991"/>
                </a:cubicBezTo>
                <a:cubicBezTo>
                  <a:pt x="998" y="3858"/>
                  <a:pt x="991" y="3708"/>
                  <a:pt x="945" y="3561"/>
                </a:cubicBezTo>
                <a:cubicBezTo>
                  <a:pt x="899" y="3420"/>
                  <a:pt x="817" y="3297"/>
                  <a:pt x="744" y="3188"/>
                </a:cubicBezTo>
                <a:cubicBezTo>
                  <a:pt x="672" y="3080"/>
                  <a:pt x="597" y="2968"/>
                  <a:pt x="597" y="2893"/>
                </a:cubicBezTo>
                <a:cubicBezTo>
                  <a:pt x="597" y="2817"/>
                  <a:pt x="672" y="2706"/>
                  <a:pt x="744" y="2597"/>
                </a:cubicBezTo>
                <a:cubicBezTo>
                  <a:pt x="817" y="2489"/>
                  <a:pt x="899" y="2365"/>
                  <a:pt x="945" y="2224"/>
                </a:cubicBezTo>
                <a:cubicBezTo>
                  <a:pt x="992" y="2079"/>
                  <a:pt x="1000" y="1927"/>
                  <a:pt x="1006" y="1794"/>
                </a:cubicBezTo>
                <a:cubicBezTo>
                  <a:pt x="1012" y="1673"/>
                  <a:pt x="1019" y="1535"/>
                  <a:pt x="1058" y="1482"/>
                </a:cubicBezTo>
                <a:cubicBezTo>
                  <a:pt x="1099" y="1427"/>
                  <a:pt x="1222" y="1379"/>
                  <a:pt x="1341" y="1335"/>
                </a:cubicBezTo>
                <a:cubicBezTo>
                  <a:pt x="1469" y="1289"/>
                  <a:pt x="1609" y="1235"/>
                  <a:pt x="1732" y="1146"/>
                </a:cubicBezTo>
                <a:cubicBezTo>
                  <a:pt x="1854" y="1057"/>
                  <a:pt x="1947" y="940"/>
                  <a:pt x="2029" y="836"/>
                </a:cubicBezTo>
                <a:cubicBezTo>
                  <a:pt x="2109" y="735"/>
                  <a:pt x="2191" y="631"/>
                  <a:pt x="2259" y="609"/>
                </a:cubicBezTo>
                <a:cubicBezTo>
                  <a:pt x="2272" y="606"/>
                  <a:pt x="2287" y="604"/>
                  <a:pt x="2303" y="604"/>
                </a:cubicBezTo>
                <a:cubicBezTo>
                  <a:pt x="2372" y="604"/>
                  <a:pt x="2474" y="631"/>
                  <a:pt x="2566" y="658"/>
                </a:cubicBezTo>
                <a:cubicBezTo>
                  <a:pt x="2697" y="693"/>
                  <a:pt x="2845" y="733"/>
                  <a:pt x="3001" y="733"/>
                </a:cubicBezTo>
                <a:cubicBezTo>
                  <a:pt x="3157" y="733"/>
                  <a:pt x="3306" y="693"/>
                  <a:pt x="3436" y="658"/>
                </a:cubicBezTo>
                <a:cubicBezTo>
                  <a:pt x="3529" y="630"/>
                  <a:pt x="3630" y="604"/>
                  <a:pt x="3699" y="604"/>
                </a:cubicBezTo>
                <a:close/>
                <a:moveTo>
                  <a:pt x="4449" y="5319"/>
                </a:moveTo>
                <a:lnTo>
                  <a:pt x="5008" y="7015"/>
                </a:lnTo>
                <a:lnTo>
                  <a:pt x="5008" y="7015"/>
                </a:lnTo>
                <a:lnTo>
                  <a:pt x="4476" y="6782"/>
                </a:lnTo>
                <a:cubicBezTo>
                  <a:pt x="4451" y="6771"/>
                  <a:pt x="4425" y="6766"/>
                  <a:pt x="4399" y="6766"/>
                </a:cubicBezTo>
                <a:cubicBezTo>
                  <a:pt x="4332" y="6766"/>
                  <a:pt x="4267" y="6801"/>
                  <a:pt x="4232" y="6862"/>
                </a:cubicBezTo>
                <a:lnTo>
                  <a:pt x="3938" y="7364"/>
                </a:lnTo>
                <a:lnTo>
                  <a:pt x="3404" y="5741"/>
                </a:lnTo>
                <a:lnTo>
                  <a:pt x="3404" y="5741"/>
                </a:lnTo>
                <a:cubicBezTo>
                  <a:pt x="3499" y="5764"/>
                  <a:pt x="3599" y="5783"/>
                  <a:pt x="3702" y="5783"/>
                </a:cubicBezTo>
                <a:cubicBezTo>
                  <a:pt x="3776" y="5783"/>
                  <a:pt x="3852" y="5773"/>
                  <a:pt x="3929" y="5748"/>
                </a:cubicBezTo>
                <a:cubicBezTo>
                  <a:pt x="4170" y="5669"/>
                  <a:pt x="4323" y="5476"/>
                  <a:pt x="4446" y="5322"/>
                </a:cubicBezTo>
                <a:lnTo>
                  <a:pt x="4449" y="5319"/>
                </a:lnTo>
                <a:close/>
                <a:moveTo>
                  <a:pt x="1582" y="5350"/>
                </a:moveTo>
                <a:cubicBezTo>
                  <a:pt x="1701" y="5500"/>
                  <a:pt x="1848" y="5675"/>
                  <a:pt x="2075" y="5750"/>
                </a:cubicBezTo>
                <a:cubicBezTo>
                  <a:pt x="2154" y="5775"/>
                  <a:pt x="2231" y="5784"/>
                  <a:pt x="2305" y="5784"/>
                </a:cubicBezTo>
                <a:cubicBezTo>
                  <a:pt x="2422" y="5784"/>
                  <a:pt x="2534" y="5760"/>
                  <a:pt x="2639" y="5733"/>
                </a:cubicBezTo>
                <a:lnTo>
                  <a:pt x="2639" y="5733"/>
                </a:lnTo>
                <a:lnTo>
                  <a:pt x="2103" y="7367"/>
                </a:lnTo>
                <a:lnTo>
                  <a:pt x="1810" y="6863"/>
                </a:lnTo>
                <a:cubicBezTo>
                  <a:pt x="1773" y="6804"/>
                  <a:pt x="1710" y="6768"/>
                  <a:pt x="1643" y="6768"/>
                </a:cubicBezTo>
                <a:cubicBezTo>
                  <a:pt x="1617" y="6768"/>
                  <a:pt x="1591" y="6774"/>
                  <a:pt x="1567" y="6785"/>
                </a:cubicBezTo>
                <a:lnTo>
                  <a:pt x="1034" y="7015"/>
                </a:lnTo>
                <a:lnTo>
                  <a:pt x="1582" y="5350"/>
                </a:lnTo>
                <a:close/>
                <a:moveTo>
                  <a:pt x="2303" y="0"/>
                </a:moveTo>
                <a:cubicBezTo>
                  <a:pt x="2228" y="0"/>
                  <a:pt x="2151" y="10"/>
                  <a:pt x="2073" y="36"/>
                </a:cubicBezTo>
                <a:cubicBezTo>
                  <a:pt x="1831" y="114"/>
                  <a:pt x="1680" y="307"/>
                  <a:pt x="1557" y="462"/>
                </a:cubicBezTo>
                <a:cubicBezTo>
                  <a:pt x="1493" y="540"/>
                  <a:pt x="1433" y="618"/>
                  <a:pt x="1377" y="658"/>
                </a:cubicBezTo>
                <a:cubicBezTo>
                  <a:pt x="1319" y="701"/>
                  <a:pt x="1228" y="733"/>
                  <a:pt x="1130" y="771"/>
                </a:cubicBezTo>
                <a:cubicBezTo>
                  <a:pt x="946" y="840"/>
                  <a:pt x="718" y="925"/>
                  <a:pt x="572" y="1127"/>
                </a:cubicBezTo>
                <a:cubicBezTo>
                  <a:pt x="427" y="1327"/>
                  <a:pt x="416" y="1561"/>
                  <a:pt x="406" y="1766"/>
                </a:cubicBezTo>
                <a:cubicBezTo>
                  <a:pt x="403" y="1869"/>
                  <a:pt x="397" y="1970"/>
                  <a:pt x="375" y="2039"/>
                </a:cubicBezTo>
                <a:cubicBezTo>
                  <a:pt x="354" y="2103"/>
                  <a:pt x="302" y="2181"/>
                  <a:pt x="247" y="2266"/>
                </a:cubicBezTo>
                <a:cubicBezTo>
                  <a:pt x="137" y="2431"/>
                  <a:pt x="0" y="2637"/>
                  <a:pt x="0" y="2893"/>
                </a:cubicBezTo>
                <a:cubicBezTo>
                  <a:pt x="0" y="3150"/>
                  <a:pt x="137" y="3354"/>
                  <a:pt x="247" y="3521"/>
                </a:cubicBezTo>
                <a:cubicBezTo>
                  <a:pt x="302" y="3605"/>
                  <a:pt x="354" y="3684"/>
                  <a:pt x="375" y="3746"/>
                </a:cubicBezTo>
                <a:cubicBezTo>
                  <a:pt x="397" y="3815"/>
                  <a:pt x="401" y="3914"/>
                  <a:pt x="406" y="4020"/>
                </a:cubicBezTo>
                <a:cubicBezTo>
                  <a:pt x="418" y="4223"/>
                  <a:pt x="427" y="4458"/>
                  <a:pt x="574" y="4658"/>
                </a:cubicBezTo>
                <a:cubicBezTo>
                  <a:pt x="721" y="4860"/>
                  <a:pt x="948" y="4946"/>
                  <a:pt x="1132" y="5015"/>
                </a:cubicBezTo>
                <a:cubicBezTo>
                  <a:pt x="1181" y="5032"/>
                  <a:pt x="1227" y="5050"/>
                  <a:pt x="1267" y="5068"/>
                </a:cubicBezTo>
                <a:lnTo>
                  <a:pt x="553" y="7242"/>
                </a:lnTo>
                <a:cubicBezTo>
                  <a:pt x="514" y="7361"/>
                  <a:pt x="579" y="7489"/>
                  <a:pt x="698" y="7527"/>
                </a:cubicBezTo>
                <a:cubicBezTo>
                  <a:pt x="717" y="7533"/>
                  <a:pt x="737" y="7537"/>
                  <a:pt x="756" y="7537"/>
                </a:cubicBezTo>
                <a:cubicBezTo>
                  <a:pt x="782" y="7537"/>
                  <a:pt x="809" y="7531"/>
                  <a:pt x="833" y="7520"/>
                </a:cubicBezTo>
                <a:lnTo>
                  <a:pt x="1561" y="7205"/>
                </a:lnTo>
                <a:lnTo>
                  <a:pt x="1962" y="7888"/>
                </a:lnTo>
                <a:cubicBezTo>
                  <a:pt x="1984" y="7928"/>
                  <a:pt x="2021" y="7958"/>
                  <a:pt x="2066" y="7973"/>
                </a:cubicBezTo>
                <a:cubicBezTo>
                  <a:pt x="2090" y="7980"/>
                  <a:pt x="2113" y="7984"/>
                  <a:pt x="2139" y="7984"/>
                </a:cubicBezTo>
                <a:cubicBezTo>
                  <a:pt x="2171" y="7984"/>
                  <a:pt x="2207" y="7977"/>
                  <a:pt x="2238" y="7961"/>
                </a:cubicBezTo>
                <a:cubicBezTo>
                  <a:pt x="2295" y="7934"/>
                  <a:pt x="2335" y="7886"/>
                  <a:pt x="2354" y="7829"/>
                </a:cubicBezTo>
                <a:lnTo>
                  <a:pt x="3019" y="5803"/>
                </a:lnTo>
                <a:lnTo>
                  <a:pt x="3686" y="7829"/>
                </a:lnTo>
                <a:cubicBezTo>
                  <a:pt x="3707" y="7886"/>
                  <a:pt x="3747" y="7933"/>
                  <a:pt x="3802" y="7961"/>
                </a:cubicBezTo>
                <a:cubicBezTo>
                  <a:pt x="3833" y="7977"/>
                  <a:pt x="3866" y="7984"/>
                  <a:pt x="3901" y="7984"/>
                </a:cubicBezTo>
                <a:cubicBezTo>
                  <a:pt x="3925" y="7984"/>
                  <a:pt x="3950" y="7980"/>
                  <a:pt x="3974" y="7973"/>
                </a:cubicBezTo>
                <a:cubicBezTo>
                  <a:pt x="4017" y="7958"/>
                  <a:pt x="4054" y="7928"/>
                  <a:pt x="4078" y="7888"/>
                </a:cubicBezTo>
                <a:lnTo>
                  <a:pt x="4479" y="7205"/>
                </a:lnTo>
                <a:lnTo>
                  <a:pt x="5207" y="7520"/>
                </a:lnTo>
                <a:cubicBezTo>
                  <a:pt x="5231" y="7531"/>
                  <a:pt x="5256" y="7537"/>
                  <a:pt x="5282" y="7537"/>
                </a:cubicBezTo>
                <a:cubicBezTo>
                  <a:pt x="5302" y="7537"/>
                  <a:pt x="5322" y="7534"/>
                  <a:pt x="5342" y="7527"/>
                </a:cubicBezTo>
                <a:cubicBezTo>
                  <a:pt x="5460" y="7489"/>
                  <a:pt x="5526" y="7361"/>
                  <a:pt x="5487" y="7241"/>
                </a:cubicBezTo>
                <a:lnTo>
                  <a:pt x="4768" y="5055"/>
                </a:lnTo>
                <a:cubicBezTo>
                  <a:pt x="4801" y="5043"/>
                  <a:pt x="4835" y="5028"/>
                  <a:pt x="4872" y="5015"/>
                </a:cubicBezTo>
                <a:cubicBezTo>
                  <a:pt x="5057" y="4946"/>
                  <a:pt x="5285" y="4860"/>
                  <a:pt x="5431" y="4658"/>
                </a:cubicBezTo>
                <a:cubicBezTo>
                  <a:pt x="5578" y="4458"/>
                  <a:pt x="5590" y="4226"/>
                  <a:pt x="5599" y="4020"/>
                </a:cubicBezTo>
                <a:cubicBezTo>
                  <a:pt x="5602" y="3916"/>
                  <a:pt x="5607" y="3815"/>
                  <a:pt x="5630" y="3746"/>
                </a:cubicBezTo>
                <a:cubicBezTo>
                  <a:pt x="5651" y="3683"/>
                  <a:pt x="5703" y="3604"/>
                  <a:pt x="5757" y="3519"/>
                </a:cubicBezTo>
                <a:cubicBezTo>
                  <a:pt x="5867" y="3354"/>
                  <a:pt x="6005" y="3148"/>
                  <a:pt x="6005" y="2893"/>
                </a:cubicBezTo>
                <a:cubicBezTo>
                  <a:pt x="6005" y="2634"/>
                  <a:pt x="5867" y="2429"/>
                  <a:pt x="5757" y="2266"/>
                </a:cubicBezTo>
                <a:cubicBezTo>
                  <a:pt x="5703" y="2180"/>
                  <a:pt x="5651" y="2103"/>
                  <a:pt x="5630" y="2039"/>
                </a:cubicBezTo>
                <a:cubicBezTo>
                  <a:pt x="5607" y="1970"/>
                  <a:pt x="5603" y="1872"/>
                  <a:pt x="5599" y="1766"/>
                </a:cubicBezTo>
                <a:cubicBezTo>
                  <a:pt x="5587" y="1561"/>
                  <a:pt x="5578" y="1327"/>
                  <a:pt x="5431" y="1127"/>
                </a:cubicBezTo>
                <a:cubicBezTo>
                  <a:pt x="5284" y="925"/>
                  <a:pt x="5057" y="840"/>
                  <a:pt x="4872" y="771"/>
                </a:cubicBezTo>
                <a:cubicBezTo>
                  <a:pt x="4774" y="733"/>
                  <a:pt x="4682" y="699"/>
                  <a:pt x="4626" y="658"/>
                </a:cubicBezTo>
                <a:cubicBezTo>
                  <a:pt x="4570" y="618"/>
                  <a:pt x="4509" y="540"/>
                  <a:pt x="4445" y="462"/>
                </a:cubicBezTo>
                <a:cubicBezTo>
                  <a:pt x="4323" y="307"/>
                  <a:pt x="4170" y="114"/>
                  <a:pt x="3929" y="36"/>
                </a:cubicBezTo>
                <a:cubicBezTo>
                  <a:pt x="3852" y="10"/>
                  <a:pt x="3775" y="0"/>
                  <a:pt x="3700" y="0"/>
                </a:cubicBezTo>
                <a:cubicBezTo>
                  <a:pt x="3551" y="0"/>
                  <a:pt x="3409" y="39"/>
                  <a:pt x="3278" y="76"/>
                </a:cubicBezTo>
                <a:cubicBezTo>
                  <a:pt x="3174" y="105"/>
                  <a:pt x="3077" y="131"/>
                  <a:pt x="3001" y="131"/>
                </a:cubicBezTo>
                <a:cubicBezTo>
                  <a:pt x="2926" y="131"/>
                  <a:pt x="2829" y="102"/>
                  <a:pt x="2725" y="76"/>
                </a:cubicBezTo>
                <a:cubicBezTo>
                  <a:pt x="2594" y="39"/>
                  <a:pt x="2452" y="0"/>
                  <a:pt x="2303" y="0"/>
                </a:cubicBezTo>
                <a:close/>
              </a:path>
            </a:pathLst>
          </a:custGeom>
          <a:solidFill>
            <a:srgbClr val="2AB4E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7" name="Google Shape;3507;p98"/>
          <p:cNvSpPr/>
          <p:nvPr/>
        </p:nvSpPr>
        <p:spPr>
          <a:xfrm>
            <a:off x="1241926" y="4117804"/>
            <a:ext cx="301393" cy="258631"/>
          </a:xfrm>
          <a:custGeom>
            <a:rect b="b" l="l" r="r" t="t"/>
            <a:pathLst>
              <a:path extrusionOk="0" h="7786" w="9074">
                <a:moveTo>
                  <a:pt x="4539" y="0"/>
                </a:moveTo>
                <a:cubicBezTo>
                  <a:pt x="4472" y="0"/>
                  <a:pt x="4418" y="54"/>
                  <a:pt x="4418" y="121"/>
                </a:cubicBezTo>
                <a:lnTo>
                  <a:pt x="4418" y="1006"/>
                </a:lnTo>
                <a:cubicBezTo>
                  <a:pt x="4418" y="1073"/>
                  <a:pt x="4472" y="1127"/>
                  <a:pt x="4539" y="1127"/>
                </a:cubicBezTo>
                <a:cubicBezTo>
                  <a:pt x="4606" y="1127"/>
                  <a:pt x="4659" y="1073"/>
                  <a:pt x="4659" y="1006"/>
                </a:cubicBezTo>
                <a:lnTo>
                  <a:pt x="4659" y="121"/>
                </a:lnTo>
                <a:cubicBezTo>
                  <a:pt x="4659" y="54"/>
                  <a:pt x="4606" y="0"/>
                  <a:pt x="4539" y="0"/>
                </a:cubicBezTo>
                <a:close/>
                <a:moveTo>
                  <a:pt x="3544" y="266"/>
                </a:moveTo>
                <a:cubicBezTo>
                  <a:pt x="3523" y="266"/>
                  <a:pt x="3503" y="271"/>
                  <a:pt x="3484" y="283"/>
                </a:cubicBezTo>
                <a:cubicBezTo>
                  <a:pt x="3427" y="315"/>
                  <a:pt x="3406" y="388"/>
                  <a:pt x="3440" y="446"/>
                </a:cubicBezTo>
                <a:lnTo>
                  <a:pt x="3885" y="1214"/>
                </a:lnTo>
                <a:cubicBezTo>
                  <a:pt x="3908" y="1254"/>
                  <a:pt x="3948" y="1273"/>
                  <a:pt x="3989" y="1273"/>
                </a:cubicBezTo>
                <a:cubicBezTo>
                  <a:pt x="4010" y="1273"/>
                  <a:pt x="4029" y="1269"/>
                  <a:pt x="4049" y="1257"/>
                </a:cubicBezTo>
                <a:cubicBezTo>
                  <a:pt x="4105" y="1224"/>
                  <a:pt x="4126" y="1151"/>
                  <a:pt x="4093" y="1093"/>
                </a:cubicBezTo>
                <a:lnTo>
                  <a:pt x="3649" y="327"/>
                </a:lnTo>
                <a:cubicBezTo>
                  <a:pt x="3626" y="288"/>
                  <a:pt x="3585" y="266"/>
                  <a:pt x="3544" y="266"/>
                </a:cubicBezTo>
                <a:close/>
                <a:moveTo>
                  <a:pt x="5527" y="270"/>
                </a:moveTo>
                <a:cubicBezTo>
                  <a:pt x="5485" y="270"/>
                  <a:pt x="5444" y="291"/>
                  <a:pt x="5422" y="330"/>
                </a:cubicBezTo>
                <a:lnTo>
                  <a:pt x="4980" y="1096"/>
                </a:lnTo>
                <a:cubicBezTo>
                  <a:pt x="4950" y="1151"/>
                  <a:pt x="4969" y="1226"/>
                  <a:pt x="5027" y="1258"/>
                </a:cubicBezTo>
                <a:cubicBezTo>
                  <a:pt x="5045" y="1270"/>
                  <a:pt x="5066" y="1275"/>
                  <a:pt x="5087" y="1275"/>
                </a:cubicBezTo>
                <a:cubicBezTo>
                  <a:pt x="5127" y="1275"/>
                  <a:pt x="5168" y="1252"/>
                  <a:pt x="5189" y="1215"/>
                </a:cubicBezTo>
                <a:lnTo>
                  <a:pt x="5632" y="449"/>
                </a:lnTo>
                <a:cubicBezTo>
                  <a:pt x="5666" y="391"/>
                  <a:pt x="5645" y="317"/>
                  <a:pt x="5587" y="286"/>
                </a:cubicBezTo>
                <a:cubicBezTo>
                  <a:pt x="5568" y="275"/>
                  <a:pt x="5547" y="270"/>
                  <a:pt x="5527" y="270"/>
                </a:cubicBezTo>
                <a:close/>
                <a:moveTo>
                  <a:pt x="2817" y="996"/>
                </a:moveTo>
                <a:cubicBezTo>
                  <a:pt x="2775" y="996"/>
                  <a:pt x="2734" y="1017"/>
                  <a:pt x="2712" y="1056"/>
                </a:cubicBezTo>
                <a:cubicBezTo>
                  <a:pt x="2683" y="1113"/>
                  <a:pt x="2700" y="1184"/>
                  <a:pt x="2758" y="1218"/>
                </a:cubicBezTo>
                <a:lnTo>
                  <a:pt x="3525" y="1659"/>
                </a:lnTo>
                <a:cubicBezTo>
                  <a:pt x="3544" y="1671"/>
                  <a:pt x="3565" y="1675"/>
                  <a:pt x="3584" y="1675"/>
                </a:cubicBezTo>
                <a:cubicBezTo>
                  <a:pt x="3626" y="1675"/>
                  <a:pt x="3666" y="1653"/>
                  <a:pt x="3688" y="1616"/>
                </a:cubicBezTo>
                <a:cubicBezTo>
                  <a:pt x="3722" y="1560"/>
                  <a:pt x="3701" y="1485"/>
                  <a:pt x="3643" y="1453"/>
                </a:cubicBezTo>
                <a:lnTo>
                  <a:pt x="2877" y="1012"/>
                </a:lnTo>
                <a:cubicBezTo>
                  <a:pt x="2858" y="1001"/>
                  <a:pt x="2837" y="996"/>
                  <a:pt x="2817" y="996"/>
                </a:cubicBezTo>
                <a:close/>
                <a:moveTo>
                  <a:pt x="6255" y="994"/>
                </a:moveTo>
                <a:cubicBezTo>
                  <a:pt x="6234" y="994"/>
                  <a:pt x="6213" y="999"/>
                  <a:pt x="6194" y="1010"/>
                </a:cubicBezTo>
                <a:lnTo>
                  <a:pt x="5428" y="1451"/>
                </a:lnTo>
                <a:cubicBezTo>
                  <a:pt x="5372" y="1485"/>
                  <a:pt x="5351" y="1560"/>
                  <a:pt x="5385" y="1618"/>
                </a:cubicBezTo>
                <a:cubicBezTo>
                  <a:pt x="5407" y="1656"/>
                  <a:pt x="5448" y="1677"/>
                  <a:pt x="5489" y="1677"/>
                </a:cubicBezTo>
                <a:cubicBezTo>
                  <a:pt x="5510" y="1677"/>
                  <a:pt x="5529" y="1671"/>
                  <a:pt x="5549" y="1659"/>
                </a:cubicBezTo>
                <a:lnTo>
                  <a:pt x="6315" y="1218"/>
                </a:lnTo>
                <a:cubicBezTo>
                  <a:pt x="6373" y="1184"/>
                  <a:pt x="6393" y="1113"/>
                  <a:pt x="6359" y="1055"/>
                </a:cubicBezTo>
                <a:cubicBezTo>
                  <a:pt x="6337" y="1016"/>
                  <a:pt x="6297" y="994"/>
                  <a:pt x="6255" y="994"/>
                </a:cubicBezTo>
                <a:close/>
                <a:moveTo>
                  <a:pt x="4537" y="1696"/>
                </a:moveTo>
                <a:cubicBezTo>
                  <a:pt x="4761" y="1696"/>
                  <a:pt x="4946" y="1880"/>
                  <a:pt x="4946" y="2105"/>
                </a:cubicBezTo>
                <a:cubicBezTo>
                  <a:pt x="4946" y="2332"/>
                  <a:pt x="4763" y="2513"/>
                  <a:pt x="4537" y="2513"/>
                </a:cubicBezTo>
                <a:cubicBezTo>
                  <a:pt x="4310" y="2513"/>
                  <a:pt x="4129" y="2332"/>
                  <a:pt x="4129" y="2105"/>
                </a:cubicBezTo>
                <a:cubicBezTo>
                  <a:pt x="4129" y="1879"/>
                  <a:pt x="4312" y="1696"/>
                  <a:pt x="4537" y="1696"/>
                </a:cubicBezTo>
                <a:close/>
                <a:moveTo>
                  <a:pt x="1786" y="2454"/>
                </a:moveTo>
                <a:lnTo>
                  <a:pt x="2570" y="4590"/>
                </a:lnTo>
                <a:lnTo>
                  <a:pt x="1003" y="4590"/>
                </a:lnTo>
                <a:lnTo>
                  <a:pt x="1786" y="2454"/>
                </a:lnTo>
                <a:close/>
                <a:moveTo>
                  <a:pt x="7292" y="2454"/>
                </a:moveTo>
                <a:lnTo>
                  <a:pt x="8074" y="4590"/>
                </a:lnTo>
                <a:lnTo>
                  <a:pt x="6508" y="4590"/>
                </a:lnTo>
                <a:lnTo>
                  <a:pt x="7292" y="2454"/>
                </a:lnTo>
                <a:close/>
                <a:moveTo>
                  <a:pt x="2809" y="5096"/>
                </a:moveTo>
                <a:cubicBezTo>
                  <a:pt x="2762" y="5096"/>
                  <a:pt x="2716" y="5122"/>
                  <a:pt x="2697" y="5168"/>
                </a:cubicBezTo>
                <a:cubicBezTo>
                  <a:pt x="2542" y="5535"/>
                  <a:pt x="2184" y="5775"/>
                  <a:pt x="1783" y="5775"/>
                </a:cubicBezTo>
                <a:cubicBezTo>
                  <a:pt x="1716" y="5775"/>
                  <a:pt x="1661" y="5829"/>
                  <a:pt x="1661" y="5896"/>
                </a:cubicBezTo>
                <a:cubicBezTo>
                  <a:pt x="1661" y="5962"/>
                  <a:pt x="1716" y="6016"/>
                  <a:pt x="1783" y="6016"/>
                </a:cubicBezTo>
                <a:cubicBezTo>
                  <a:pt x="2280" y="6016"/>
                  <a:pt x="2726" y="5720"/>
                  <a:pt x="2919" y="5263"/>
                </a:cubicBezTo>
                <a:cubicBezTo>
                  <a:pt x="2944" y="5201"/>
                  <a:pt x="2916" y="5131"/>
                  <a:pt x="2855" y="5104"/>
                </a:cubicBezTo>
                <a:cubicBezTo>
                  <a:pt x="2840" y="5098"/>
                  <a:pt x="2824" y="5096"/>
                  <a:pt x="2809" y="5096"/>
                </a:cubicBezTo>
                <a:close/>
                <a:moveTo>
                  <a:pt x="8315" y="5095"/>
                </a:moveTo>
                <a:cubicBezTo>
                  <a:pt x="8267" y="5095"/>
                  <a:pt x="8222" y="5123"/>
                  <a:pt x="8202" y="5170"/>
                </a:cubicBezTo>
                <a:cubicBezTo>
                  <a:pt x="8046" y="5536"/>
                  <a:pt x="7688" y="5775"/>
                  <a:pt x="7287" y="5775"/>
                </a:cubicBezTo>
                <a:cubicBezTo>
                  <a:pt x="7221" y="5775"/>
                  <a:pt x="7167" y="5829"/>
                  <a:pt x="7167" y="5896"/>
                </a:cubicBezTo>
                <a:cubicBezTo>
                  <a:pt x="7167" y="5962"/>
                  <a:pt x="7222" y="6016"/>
                  <a:pt x="7287" y="6016"/>
                </a:cubicBezTo>
                <a:cubicBezTo>
                  <a:pt x="7785" y="6016"/>
                  <a:pt x="8230" y="5720"/>
                  <a:pt x="8423" y="5263"/>
                </a:cubicBezTo>
                <a:cubicBezTo>
                  <a:pt x="8450" y="5201"/>
                  <a:pt x="8422" y="5131"/>
                  <a:pt x="8361" y="5104"/>
                </a:cubicBezTo>
                <a:cubicBezTo>
                  <a:pt x="8346" y="5098"/>
                  <a:pt x="8330" y="5095"/>
                  <a:pt x="8315" y="5095"/>
                </a:cubicBezTo>
                <a:close/>
                <a:moveTo>
                  <a:pt x="3168" y="4976"/>
                </a:moveTo>
                <a:cubicBezTo>
                  <a:pt x="3076" y="5657"/>
                  <a:pt x="2491" y="6181"/>
                  <a:pt x="1786" y="6181"/>
                </a:cubicBezTo>
                <a:cubicBezTo>
                  <a:pt x="1080" y="6181"/>
                  <a:pt x="495" y="5657"/>
                  <a:pt x="402" y="4976"/>
                </a:cubicBezTo>
                <a:close/>
                <a:moveTo>
                  <a:pt x="8676" y="4976"/>
                </a:moveTo>
                <a:cubicBezTo>
                  <a:pt x="8581" y="5657"/>
                  <a:pt x="7999" y="6181"/>
                  <a:pt x="7293" y="6181"/>
                </a:cubicBezTo>
                <a:cubicBezTo>
                  <a:pt x="6588" y="6181"/>
                  <a:pt x="6003" y="5657"/>
                  <a:pt x="5908" y="4976"/>
                </a:cubicBezTo>
                <a:close/>
                <a:moveTo>
                  <a:pt x="5884" y="7030"/>
                </a:moveTo>
                <a:cubicBezTo>
                  <a:pt x="5942" y="7030"/>
                  <a:pt x="5988" y="7076"/>
                  <a:pt x="5988" y="7134"/>
                </a:cubicBezTo>
                <a:lnTo>
                  <a:pt x="5988" y="7403"/>
                </a:lnTo>
                <a:lnTo>
                  <a:pt x="3067" y="7403"/>
                </a:lnTo>
                <a:lnTo>
                  <a:pt x="3067" y="7134"/>
                </a:lnTo>
                <a:cubicBezTo>
                  <a:pt x="3067" y="7076"/>
                  <a:pt x="3113" y="7030"/>
                  <a:pt x="3171" y="7030"/>
                </a:cubicBezTo>
                <a:close/>
                <a:moveTo>
                  <a:pt x="4537" y="1312"/>
                </a:moveTo>
                <a:cubicBezTo>
                  <a:pt x="4206" y="1312"/>
                  <a:pt x="3923" y="1517"/>
                  <a:pt x="3804" y="1805"/>
                </a:cubicBezTo>
                <a:lnTo>
                  <a:pt x="1036" y="1805"/>
                </a:lnTo>
                <a:cubicBezTo>
                  <a:pt x="871" y="1805"/>
                  <a:pt x="736" y="1940"/>
                  <a:pt x="736" y="2105"/>
                </a:cubicBezTo>
                <a:cubicBezTo>
                  <a:pt x="736" y="2271"/>
                  <a:pt x="871" y="2406"/>
                  <a:pt x="1036" y="2406"/>
                </a:cubicBezTo>
                <a:lnTo>
                  <a:pt x="1545" y="2406"/>
                </a:lnTo>
                <a:lnTo>
                  <a:pt x="745" y="4590"/>
                </a:lnTo>
                <a:lnTo>
                  <a:pt x="194" y="4590"/>
                </a:lnTo>
                <a:cubicBezTo>
                  <a:pt x="85" y="4590"/>
                  <a:pt x="1" y="4678"/>
                  <a:pt x="1" y="4783"/>
                </a:cubicBezTo>
                <a:cubicBezTo>
                  <a:pt x="1" y="5765"/>
                  <a:pt x="800" y="6565"/>
                  <a:pt x="1783" y="6565"/>
                </a:cubicBezTo>
                <a:cubicBezTo>
                  <a:pt x="2764" y="6565"/>
                  <a:pt x="3565" y="5765"/>
                  <a:pt x="3565" y="4783"/>
                </a:cubicBezTo>
                <a:cubicBezTo>
                  <a:pt x="3565" y="4677"/>
                  <a:pt x="3477" y="4590"/>
                  <a:pt x="3372" y="4590"/>
                </a:cubicBezTo>
                <a:lnTo>
                  <a:pt x="2819" y="4590"/>
                </a:lnTo>
                <a:lnTo>
                  <a:pt x="2020" y="2406"/>
                </a:lnTo>
                <a:lnTo>
                  <a:pt x="3802" y="2406"/>
                </a:lnTo>
                <a:cubicBezTo>
                  <a:pt x="3884" y="2604"/>
                  <a:pt x="4043" y="2761"/>
                  <a:pt x="4242" y="2840"/>
                </a:cubicBezTo>
                <a:cubicBezTo>
                  <a:pt x="4240" y="2853"/>
                  <a:pt x="4234" y="2865"/>
                  <a:pt x="4234" y="2880"/>
                </a:cubicBezTo>
                <a:lnTo>
                  <a:pt x="4234" y="6644"/>
                </a:lnTo>
                <a:lnTo>
                  <a:pt x="3167" y="6644"/>
                </a:lnTo>
                <a:cubicBezTo>
                  <a:pt x="2898" y="6644"/>
                  <a:pt x="2678" y="6862"/>
                  <a:pt x="2678" y="7131"/>
                </a:cubicBezTo>
                <a:lnTo>
                  <a:pt x="2678" y="7400"/>
                </a:lnTo>
                <a:lnTo>
                  <a:pt x="2530" y="7400"/>
                </a:lnTo>
                <a:cubicBezTo>
                  <a:pt x="2423" y="7400"/>
                  <a:pt x="2337" y="7486"/>
                  <a:pt x="2337" y="7593"/>
                </a:cubicBezTo>
                <a:cubicBezTo>
                  <a:pt x="2337" y="7701"/>
                  <a:pt x="2424" y="7786"/>
                  <a:pt x="2530" y="7786"/>
                </a:cubicBezTo>
                <a:lnTo>
                  <a:pt x="6586" y="7786"/>
                </a:lnTo>
                <a:cubicBezTo>
                  <a:pt x="6693" y="7786"/>
                  <a:pt x="6780" y="7701"/>
                  <a:pt x="6780" y="7593"/>
                </a:cubicBezTo>
                <a:cubicBezTo>
                  <a:pt x="6780" y="7486"/>
                  <a:pt x="6692" y="7400"/>
                  <a:pt x="6586" y="7400"/>
                </a:cubicBezTo>
                <a:lnTo>
                  <a:pt x="6373" y="7400"/>
                </a:lnTo>
                <a:lnTo>
                  <a:pt x="6373" y="7131"/>
                </a:lnTo>
                <a:cubicBezTo>
                  <a:pt x="6373" y="6862"/>
                  <a:pt x="6153" y="6644"/>
                  <a:pt x="5884" y="6644"/>
                </a:cubicBezTo>
                <a:lnTo>
                  <a:pt x="4839" y="6644"/>
                </a:lnTo>
                <a:lnTo>
                  <a:pt x="4839" y="2880"/>
                </a:lnTo>
                <a:cubicBezTo>
                  <a:pt x="4839" y="2866"/>
                  <a:pt x="4833" y="2853"/>
                  <a:pt x="4831" y="2840"/>
                </a:cubicBezTo>
                <a:cubicBezTo>
                  <a:pt x="5032" y="2761"/>
                  <a:pt x="5194" y="2599"/>
                  <a:pt x="5274" y="2399"/>
                </a:cubicBezTo>
                <a:cubicBezTo>
                  <a:pt x="5284" y="2400"/>
                  <a:pt x="5296" y="2406"/>
                  <a:pt x="5309" y="2406"/>
                </a:cubicBezTo>
                <a:lnTo>
                  <a:pt x="7054" y="2406"/>
                </a:lnTo>
                <a:lnTo>
                  <a:pt x="6254" y="4590"/>
                </a:lnTo>
                <a:lnTo>
                  <a:pt x="5703" y="4590"/>
                </a:lnTo>
                <a:cubicBezTo>
                  <a:pt x="5595" y="4590"/>
                  <a:pt x="5510" y="4678"/>
                  <a:pt x="5510" y="4783"/>
                </a:cubicBezTo>
                <a:cubicBezTo>
                  <a:pt x="5510" y="5765"/>
                  <a:pt x="6309" y="6565"/>
                  <a:pt x="7292" y="6565"/>
                </a:cubicBezTo>
                <a:cubicBezTo>
                  <a:pt x="8273" y="6565"/>
                  <a:pt x="9074" y="5765"/>
                  <a:pt x="9074" y="4783"/>
                </a:cubicBezTo>
                <a:cubicBezTo>
                  <a:pt x="9074" y="4678"/>
                  <a:pt x="8988" y="4590"/>
                  <a:pt x="8879" y="4590"/>
                </a:cubicBezTo>
                <a:lnTo>
                  <a:pt x="8328" y="4590"/>
                </a:lnTo>
                <a:lnTo>
                  <a:pt x="7528" y="2406"/>
                </a:lnTo>
                <a:lnTo>
                  <a:pt x="8036" y="2406"/>
                </a:lnTo>
                <a:cubicBezTo>
                  <a:pt x="8201" y="2406"/>
                  <a:pt x="8336" y="2272"/>
                  <a:pt x="8336" y="2105"/>
                </a:cubicBezTo>
                <a:cubicBezTo>
                  <a:pt x="8336" y="1940"/>
                  <a:pt x="8201" y="1805"/>
                  <a:pt x="8036" y="1805"/>
                </a:cubicBezTo>
                <a:lnTo>
                  <a:pt x="5306" y="1805"/>
                </a:lnTo>
                <a:cubicBezTo>
                  <a:pt x="5296" y="1805"/>
                  <a:pt x="5284" y="1809"/>
                  <a:pt x="5272" y="1812"/>
                </a:cubicBezTo>
                <a:cubicBezTo>
                  <a:pt x="5155" y="1521"/>
                  <a:pt x="4868" y="1312"/>
                  <a:pt x="4537" y="1312"/>
                </a:cubicBezTo>
                <a:close/>
              </a:path>
            </a:pathLst>
          </a:custGeom>
          <a:solidFill>
            <a:srgbClr val="2AB4E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8" name="Google Shape;3508;p98"/>
          <p:cNvSpPr/>
          <p:nvPr/>
        </p:nvSpPr>
        <p:spPr>
          <a:xfrm>
            <a:off x="4428502" y="4104153"/>
            <a:ext cx="265820" cy="285915"/>
          </a:xfrm>
          <a:custGeom>
            <a:rect b="b" l="l" r="r" t="t"/>
            <a:pathLst>
              <a:path extrusionOk="0" h="8608" w="8003">
                <a:moveTo>
                  <a:pt x="2849" y="1931"/>
                </a:moveTo>
                <a:lnTo>
                  <a:pt x="2849" y="1931"/>
                </a:lnTo>
                <a:cubicBezTo>
                  <a:pt x="2758" y="2071"/>
                  <a:pt x="2678" y="2236"/>
                  <a:pt x="2614" y="2419"/>
                </a:cubicBezTo>
                <a:cubicBezTo>
                  <a:pt x="2495" y="2410"/>
                  <a:pt x="2381" y="2399"/>
                  <a:pt x="2268" y="2386"/>
                </a:cubicBezTo>
                <a:cubicBezTo>
                  <a:pt x="2427" y="2196"/>
                  <a:pt x="2626" y="2041"/>
                  <a:pt x="2849" y="1931"/>
                </a:cubicBezTo>
                <a:close/>
                <a:moveTo>
                  <a:pt x="4377" y="1931"/>
                </a:moveTo>
                <a:lnTo>
                  <a:pt x="4377" y="1931"/>
                </a:lnTo>
                <a:cubicBezTo>
                  <a:pt x="4601" y="2041"/>
                  <a:pt x="4800" y="2196"/>
                  <a:pt x="4957" y="2386"/>
                </a:cubicBezTo>
                <a:cubicBezTo>
                  <a:pt x="4844" y="2399"/>
                  <a:pt x="4728" y="2410"/>
                  <a:pt x="4610" y="2419"/>
                </a:cubicBezTo>
                <a:cubicBezTo>
                  <a:pt x="4547" y="2236"/>
                  <a:pt x="4469" y="2071"/>
                  <a:pt x="4377" y="1931"/>
                </a:cubicBezTo>
                <a:close/>
                <a:moveTo>
                  <a:pt x="3483" y="1761"/>
                </a:moveTo>
                <a:lnTo>
                  <a:pt x="3483" y="2459"/>
                </a:lnTo>
                <a:cubicBezTo>
                  <a:pt x="3275" y="2456"/>
                  <a:pt x="3068" y="2450"/>
                  <a:pt x="2866" y="2438"/>
                </a:cubicBezTo>
                <a:cubicBezTo>
                  <a:pt x="2981" y="2138"/>
                  <a:pt x="3138" y="1903"/>
                  <a:pt x="3319" y="1782"/>
                </a:cubicBezTo>
                <a:cubicBezTo>
                  <a:pt x="3374" y="1771"/>
                  <a:pt x="3428" y="1764"/>
                  <a:pt x="3483" y="1761"/>
                </a:cubicBezTo>
                <a:close/>
                <a:moveTo>
                  <a:pt x="3725" y="1761"/>
                </a:moveTo>
                <a:cubicBezTo>
                  <a:pt x="3786" y="1764"/>
                  <a:pt x="3846" y="1771"/>
                  <a:pt x="3906" y="1782"/>
                </a:cubicBezTo>
                <a:cubicBezTo>
                  <a:pt x="4088" y="1903"/>
                  <a:pt x="4246" y="2138"/>
                  <a:pt x="4359" y="2439"/>
                </a:cubicBezTo>
                <a:cubicBezTo>
                  <a:pt x="4151" y="2451"/>
                  <a:pt x="3938" y="2459"/>
                  <a:pt x="3725" y="2460"/>
                </a:cubicBezTo>
                <a:lnTo>
                  <a:pt x="3725" y="1761"/>
                </a:lnTo>
                <a:close/>
                <a:moveTo>
                  <a:pt x="2113" y="2609"/>
                </a:moveTo>
                <a:cubicBezTo>
                  <a:pt x="2253" y="2628"/>
                  <a:pt x="2397" y="2641"/>
                  <a:pt x="2546" y="2655"/>
                </a:cubicBezTo>
                <a:cubicBezTo>
                  <a:pt x="2491" y="2877"/>
                  <a:pt x="2456" y="3121"/>
                  <a:pt x="2449" y="3379"/>
                </a:cubicBezTo>
                <a:lnTo>
                  <a:pt x="1871" y="3379"/>
                </a:lnTo>
                <a:cubicBezTo>
                  <a:pt x="1891" y="3099"/>
                  <a:pt x="1975" y="2839"/>
                  <a:pt x="2113" y="2609"/>
                </a:cubicBezTo>
                <a:close/>
                <a:moveTo>
                  <a:pt x="2791" y="2675"/>
                </a:moveTo>
                <a:cubicBezTo>
                  <a:pt x="3015" y="2690"/>
                  <a:pt x="3248" y="2698"/>
                  <a:pt x="3483" y="2699"/>
                </a:cubicBezTo>
                <a:lnTo>
                  <a:pt x="3483" y="3379"/>
                </a:lnTo>
                <a:lnTo>
                  <a:pt x="2688" y="3379"/>
                </a:lnTo>
                <a:cubicBezTo>
                  <a:pt x="2699" y="3128"/>
                  <a:pt x="2733" y="2891"/>
                  <a:pt x="2791" y="2675"/>
                </a:cubicBezTo>
                <a:close/>
                <a:moveTo>
                  <a:pt x="4436" y="2675"/>
                </a:moveTo>
                <a:cubicBezTo>
                  <a:pt x="4492" y="2891"/>
                  <a:pt x="4528" y="3128"/>
                  <a:pt x="4537" y="3379"/>
                </a:cubicBezTo>
                <a:lnTo>
                  <a:pt x="3725" y="3379"/>
                </a:lnTo>
                <a:lnTo>
                  <a:pt x="3725" y="2699"/>
                </a:lnTo>
                <a:cubicBezTo>
                  <a:pt x="3968" y="2698"/>
                  <a:pt x="4206" y="2690"/>
                  <a:pt x="4436" y="2675"/>
                </a:cubicBezTo>
                <a:close/>
                <a:moveTo>
                  <a:pt x="5113" y="2610"/>
                </a:moveTo>
                <a:cubicBezTo>
                  <a:pt x="5248" y="2839"/>
                  <a:pt x="5334" y="3099"/>
                  <a:pt x="5354" y="3381"/>
                </a:cubicBezTo>
                <a:lnTo>
                  <a:pt x="4779" y="3381"/>
                </a:lnTo>
                <a:cubicBezTo>
                  <a:pt x="4772" y="3122"/>
                  <a:pt x="4737" y="2880"/>
                  <a:pt x="4682" y="2658"/>
                </a:cubicBezTo>
                <a:cubicBezTo>
                  <a:pt x="4831" y="2644"/>
                  <a:pt x="4973" y="2629"/>
                  <a:pt x="5113" y="2610"/>
                </a:cubicBezTo>
                <a:close/>
                <a:moveTo>
                  <a:pt x="3483" y="3620"/>
                </a:moveTo>
                <a:lnTo>
                  <a:pt x="3483" y="4301"/>
                </a:lnTo>
                <a:cubicBezTo>
                  <a:pt x="3249" y="4303"/>
                  <a:pt x="3018" y="4310"/>
                  <a:pt x="2791" y="4325"/>
                </a:cubicBezTo>
                <a:cubicBezTo>
                  <a:pt x="2733" y="4110"/>
                  <a:pt x="2699" y="3871"/>
                  <a:pt x="2688" y="3620"/>
                </a:cubicBezTo>
                <a:close/>
                <a:moveTo>
                  <a:pt x="4537" y="3620"/>
                </a:moveTo>
                <a:cubicBezTo>
                  <a:pt x="4528" y="3871"/>
                  <a:pt x="4492" y="4110"/>
                  <a:pt x="4436" y="4325"/>
                </a:cubicBezTo>
                <a:cubicBezTo>
                  <a:pt x="4203" y="4310"/>
                  <a:pt x="3964" y="4303"/>
                  <a:pt x="3725" y="4301"/>
                </a:cubicBezTo>
                <a:lnTo>
                  <a:pt x="3725" y="3620"/>
                </a:lnTo>
                <a:close/>
                <a:moveTo>
                  <a:pt x="2449" y="3620"/>
                </a:moveTo>
                <a:cubicBezTo>
                  <a:pt x="2456" y="3878"/>
                  <a:pt x="2491" y="4122"/>
                  <a:pt x="2546" y="4345"/>
                </a:cubicBezTo>
                <a:cubicBezTo>
                  <a:pt x="2397" y="4358"/>
                  <a:pt x="2253" y="4373"/>
                  <a:pt x="2113" y="4391"/>
                </a:cubicBezTo>
                <a:cubicBezTo>
                  <a:pt x="1975" y="4162"/>
                  <a:pt x="1891" y="3901"/>
                  <a:pt x="1871" y="3620"/>
                </a:cubicBezTo>
                <a:close/>
                <a:moveTo>
                  <a:pt x="5354" y="3620"/>
                </a:moveTo>
                <a:cubicBezTo>
                  <a:pt x="5334" y="3901"/>
                  <a:pt x="5248" y="4162"/>
                  <a:pt x="5113" y="4391"/>
                </a:cubicBezTo>
                <a:cubicBezTo>
                  <a:pt x="4973" y="4373"/>
                  <a:pt x="4829" y="4358"/>
                  <a:pt x="4681" y="4345"/>
                </a:cubicBezTo>
                <a:cubicBezTo>
                  <a:pt x="4736" y="4122"/>
                  <a:pt x="4770" y="3878"/>
                  <a:pt x="4779" y="3620"/>
                </a:cubicBezTo>
                <a:close/>
                <a:moveTo>
                  <a:pt x="2617" y="4581"/>
                </a:moveTo>
                <a:cubicBezTo>
                  <a:pt x="2679" y="4763"/>
                  <a:pt x="2758" y="4930"/>
                  <a:pt x="2850" y="5068"/>
                </a:cubicBezTo>
                <a:cubicBezTo>
                  <a:pt x="2626" y="4959"/>
                  <a:pt x="2427" y="4803"/>
                  <a:pt x="2269" y="4613"/>
                </a:cubicBezTo>
                <a:cubicBezTo>
                  <a:pt x="2382" y="4600"/>
                  <a:pt x="2498" y="4590"/>
                  <a:pt x="2617" y="4581"/>
                </a:cubicBezTo>
                <a:close/>
                <a:moveTo>
                  <a:pt x="4610" y="4581"/>
                </a:moveTo>
                <a:cubicBezTo>
                  <a:pt x="4728" y="4590"/>
                  <a:pt x="4844" y="4600"/>
                  <a:pt x="4957" y="4613"/>
                </a:cubicBezTo>
                <a:cubicBezTo>
                  <a:pt x="4800" y="4803"/>
                  <a:pt x="4601" y="4959"/>
                  <a:pt x="4377" y="5068"/>
                </a:cubicBezTo>
                <a:cubicBezTo>
                  <a:pt x="4467" y="4930"/>
                  <a:pt x="4547" y="4763"/>
                  <a:pt x="4610" y="4581"/>
                </a:cubicBezTo>
                <a:close/>
                <a:moveTo>
                  <a:pt x="3483" y="4544"/>
                </a:moveTo>
                <a:lnTo>
                  <a:pt x="3483" y="5241"/>
                </a:lnTo>
                <a:cubicBezTo>
                  <a:pt x="3428" y="5237"/>
                  <a:pt x="3374" y="5230"/>
                  <a:pt x="3319" y="5221"/>
                </a:cubicBezTo>
                <a:cubicBezTo>
                  <a:pt x="3138" y="5096"/>
                  <a:pt x="2981" y="4863"/>
                  <a:pt x="2866" y="4563"/>
                </a:cubicBezTo>
                <a:cubicBezTo>
                  <a:pt x="3070" y="4552"/>
                  <a:pt x="3275" y="4545"/>
                  <a:pt x="3483" y="4544"/>
                </a:cubicBezTo>
                <a:close/>
                <a:moveTo>
                  <a:pt x="3725" y="4541"/>
                </a:moveTo>
                <a:cubicBezTo>
                  <a:pt x="3940" y="4544"/>
                  <a:pt x="4151" y="4551"/>
                  <a:pt x="4359" y="4561"/>
                </a:cubicBezTo>
                <a:cubicBezTo>
                  <a:pt x="4246" y="4863"/>
                  <a:pt x="4088" y="5096"/>
                  <a:pt x="3906" y="5221"/>
                </a:cubicBezTo>
                <a:cubicBezTo>
                  <a:pt x="3846" y="5230"/>
                  <a:pt x="3786" y="5237"/>
                  <a:pt x="3725" y="5241"/>
                </a:cubicBezTo>
                <a:lnTo>
                  <a:pt x="3725" y="4541"/>
                </a:lnTo>
                <a:close/>
                <a:moveTo>
                  <a:pt x="3613" y="1369"/>
                </a:moveTo>
                <a:cubicBezTo>
                  <a:pt x="2439" y="1369"/>
                  <a:pt x="1482" y="2325"/>
                  <a:pt x="1482" y="3500"/>
                </a:cubicBezTo>
                <a:cubicBezTo>
                  <a:pt x="1482" y="4674"/>
                  <a:pt x="2439" y="5630"/>
                  <a:pt x="3613" y="5630"/>
                </a:cubicBezTo>
                <a:cubicBezTo>
                  <a:pt x="4788" y="5630"/>
                  <a:pt x="5744" y="4674"/>
                  <a:pt x="5744" y="3500"/>
                </a:cubicBezTo>
                <a:cubicBezTo>
                  <a:pt x="5744" y="2325"/>
                  <a:pt x="4788" y="1369"/>
                  <a:pt x="3613" y="1369"/>
                </a:cubicBezTo>
                <a:close/>
                <a:moveTo>
                  <a:pt x="3603" y="0"/>
                </a:moveTo>
                <a:cubicBezTo>
                  <a:pt x="3548" y="0"/>
                  <a:pt x="3491" y="1"/>
                  <a:pt x="3435" y="4"/>
                </a:cubicBezTo>
                <a:cubicBezTo>
                  <a:pt x="1644" y="90"/>
                  <a:pt x="161" y="1559"/>
                  <a:pt x="60" y="3350"/>
                </a:cubicBezTo>
                <a:cubicBezTo>
                  <a:pt x="0" y="4422"/>
                  <a:pt x="421" y="5451"/>
                  <a:pt x="1211" y="6174"/>
                </a:cubicBezTo>
                <a:cubicBezTo>
                  <a:pt x="1340" y="6291"/>
                  <a:pt x="1395" y="6459"/>
                  <a:pt x="1364" y="6622"/>
                </a:cubicBezTo>
                <a:cubicBezTo>
                  <a:pt x="1329" y="6783"/>
                  <a:pt x="1435" y="6943"/>
                  <a:pt x="1600" y="6974"/>
                </a:cubicBezTo>
                <a:cubicBezTo>
                  <a:pt x="1620" y="6979"/>
                  <a:pt x="1641" y="6981"/>
                  <a:pt x="1661" y="6981"/>
                </a:cubicBezTo>
                <a:cubicBezTo>
                  <a:pt x="1801" y="6981"/>
                  <a:pt x="1926" y="6881"/>
                  <a:pt x="1953" y="6738"/>
                </a:cubicBezTo>
                <a:cubicBezTo>
                  <a:pt x="2027" y="6367"/>
                  <a:pt x="1901" y="5991"/>
                  <a:pt x="1618" y="5731"/>
                </a:cubicBezTo>
                <a:cubicBezTo>
                  <a:pt x="961" y="5130"/>
                  <a:pt x="612" y="4273"/>
                  <a:pt x="661" y="3382"/>
                </a:cubicBezTo>
                <a:cubicBezTo>
                  <a:pt x="746" y="1896"/>
                  <a:pt x="1975" y="677"/>
                  <a:pt x="3465" y="605"/>
                </a:cubicBezTo>
                <a:cubicBezTo>
                  <a:pt x="3516" y="603"/>
                  <a:pt x="3567" y="602"/>
                  <a:pt x="3618" y="602"/>
                </a:cubicBezTo>
                <a:cubicBezTo>
                  <a:pt x="4378" y="602"/>
                  <a:pt x="5092" y="890"/>
                  <a:pt x="5643" y="1418"/>
                </a:cubicBezTo>
                <a:cubicBezTo>
                  <a:pt x="6234" y="1979"/>
                  <a:pt x="6558" y="2739"/>
                  <a:pt x="6558" y="3553"/>
                </a:cubicBezTo>
                <a:cubicBezTo>
                  <a:pt x="6558" y="3657"/>
                  <a:pt x="6558" y="3702"/>
                  <a:pt x="7349" y="4882"/>
                </a:cubicBezTo>
                <a:lnTo>
                  <a:pt x="7012" y="4882"/>
                </a:lnTo>
                <a:cubicBezTo>
                  <a:pt x="6846" y="4882"/>
                  <a:pt x="6711" y="5019"/>
                  <a:pt x="6711" y="5184"/>
                </a:cubicBezTo>
                <a:lnTo>
                  <a:pt x="6711" y="6490"/>
                </a:lnTo>
                <a:cubicBezTo>
                  <a:pt x="6711" y="6596"/>
                  <a:pt x="6635" y="6649"/>
                  <a:pt x="6559" y="6654"/>
                </a:cubicBezTo>
                <a:lnTo>
                  <a:pt x="5276" y="6729"/>
                </a:lnTo>
                <a:cubicBezTo>
                  <a:pt x="5116" y="6738"/>
                  <a:pt x="4993" y="6870"/>
                  <a:pt x="4993" y="7031"/>
                </a:cubicBezTo>
                <a:lnTo>
                  <a:pt x="4993" y="8308"/>
                </a:lnTo>
                <a:cubicBezTo>
                  <a:pt x="4993" y="8473"/>
                  <a:pt x="5128" y="8608"/>
                  <a:pt x="5293" y="8608"/>
                </a:cubicBezTo>
                <a:cubicBezTo>
                  <a:pt x="5458" y="8608"/>
                  <a:pt x="5593" y="8473"/>
                  <a:pt x="5593" y="8308"/>
                </a:cubicBezTo>
                <a:lnTo>
                  <a:pt x="5593" y="7314"/>
                </a:lnTo>
                <a:lnTo>
                  <a:pt x="6592" y="7255"/>
                </a:lnTo>
                <a:cubicBezTo>
                  <a:pt x="7000" y="7231"/>
                  <a:pt x="7311" y="6902"/>
                  <a:pt x="7311" y="6490"/>
                </a:cubicBezTo>
                <a:lnTo>
                  <a:pt x="7311" y="5483"/>
                </a:lnTo>
                <a:lnTo>
                  <a:pt x="7381" y="5483"/>
                </a:lnTo>
                <a:cubicBezTo>
                  <a:pt x="7603" y="5483"/>
                  <a:pt x="7802" y="5360"/>
                  <a:pt x="7903" y="5161"/>
                </a:cubicBezTo>
                <a:cubicBezTo>
                  <a:pt x="8003" y="4961"/>
                  <a:pt x="7982" y="4726"/>
                  <a:pt x="7856" y="4563"/>
                </a:cubicBezTo>
                <a:cubicBezTo>
                  <a:pt x="7569" y="4131"/>
                  <a:pt x="7250" y="3641"/>
                  <a:pt x="7158" y="3483"/>
                </a:cubicBezTo>
                <a:cubicBezTo>
                  <a:pt x="7140" y="2528"/>
                  <a:pt x="6749" y="1642"/>
                  <a:pt x="6057" y="981"/>
                </a:cubicBezTo>
                <a:cubicBezTo>
                  <a:pt x="5390" y="344"/>
                  <a:pt x="4524" y="0"/>
                  <a:pt x="3603" y="0"/>
                </a:cubicBez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09" name="Google Shape;3509;p98"/>
          <p:cNvSpPr/>
          <p:nvPr/>
        </p:nvSpPr>
        <p:spPr>
          <a:xfrm>
            <a:off x="3626506" y="4079251"/>
            <a:ext cx="285416" cy="281929"/>
          </a:xfrm>
          <a:custGeom>
            <a:rect b="b" l="l" r="r" t="t"/>
            <a:pathLst>
              <a:path extrusionOk="0" h="8488" w="8593">
                <a:moveTo>
                  <a:pt x="3079" y="1099"/>
                </a:moveTo>
                <a:lnTo>
                  <a:pt x="3456" y="2241"/>
                </a:lnTo>
                <a:lnTo>
                  <a:pt x="1683" y="2823"/>
                </a:lnTo>
                <a:lnTo>
                  <a:pt x="1790" y="2284"/>
                </a:lnTo>
                <a:cubicBezTo>
                  <a:pt x="1807" y="2204"/>
                  <a:pt x="1778" y="2118"/>
                  <a:pt x="1717" y="2062"/>
                </a:cubicBezTo>
                <a:lnTo>
                  <a:pt x="1305" y="1684"/>
                </a:lnTo>
                <a:lnTo>
                  <a:pt x="3079" y="1099"/>
                </a:lnTo>
                <a:close/>
                <a:moveTo>
                  <a:pt x="2749" y="4623"/>
                </a:moveTo>
                <a:cubicBezTo>
                  <a:pt x="2986" y="4623"/>
                  <a:pt x="3176" y="4815"/>
                  <a:pt x="3176" y="5051"/>
                </a:cubicBezTo>
                <a:cubicBezTo>
                  <a:pt x="3176" y="5287"/>
                  <a:pt x="2986" y="5477"/>
                  <a:pt x="2749" y="5477"/>
                </a:cubicBezTo>
                <a:cubicBezTo>
                  <a:pt x="2513" y="5477"/>
                  <a:pt x="2322" y="5287"/>
                  <a:pt x="2322" y="5051"/>
                </a:cubicBezTo>
                <a:cubicBezTo>
                  <a:pt x="2325" y="4815"/>
                  <a:pt x="2515" y="4623"/>
                  <a:pt x="2749" y="4623"/>
                </a:cubicBezTo>
                <a:close/>
                <a:moveTo>
                  <a:pt x="6777" y="5220"/>
                </a:moveTo>
                <a:cubicBezTo>
                  <a:pt x="7013" y="5220"/>
                  <a:pt x="7204" y="5410"/>
                  <a:pt x="7204" y="5646"/>
                </a:cubicBezTo>
                <a:cubicBezTo>
                  <a:pt x="7204" y="5882"/>
                  <a:pt x="7013" y="6074"/>
                  <a:pt x="6777" y="6074"/>
                </a:cubicBezTo>
                <a:cubicBezTo>
                  <a:pt x="6542" y="6074"/>
                  <a:pt x="6350" y="5882"/>
                  <a:pt x="6350" y="5646"/>
                </a:cubicBezTo>
                <a:cubicBezTo>
                  <a:pt x="6350" y="5412"/>
                  <a:pt x="6542" y="5220"/>
                  <a:pt x="6777" y="5220"/>
                </a:cubicBezTo>
                <a:close/>
                <a:moveTo>
                  <a:pt x="822" y="5403"/>
                </a:moveTo>
                <a:cubicBezTo>
                  <a:pt x="1058" y="5403"/>
                  <a:pt x="1250" y="5594"/>
                  <a:pt x="1250" y="5830"/>
                </a:cubicBezTo>
                <a:cubicBezTo>
                  <a:pt x="1250" y="6066"/>
                  <a:pt x="1058" y="6257"/>
                  <a:pt x="822" y="6257"/>
                </a:cubicBezTo>
                <a:cubicBezTo>
                  <a:pt x="587" y="6257"/>
                  <a:pt x="396" y="6066"/>
                  <a:pt x="396" y="5830"/>
                </a:cubicBezTo>
                <a:cubicBezTo>
                  <a:pt x="397" y="5597"/>
                  <a:pt x="589" y="5403"/>
                  <a:pt x="822" y="5403"/>
                </a:cubicBezTo>
                <a:close/>
                <a:moveTo>
                  <a:pt x="3136" y="0"/>
                </a:moveTo>
                <a:cubicBezTo>
                  <a:pt x="3105" y="0"/>
                  <a:pt x="3073" y="5"/>
                  <a:pt x="3041" y="15"/>
                </a:cubicBezTo>
                <a:cubicBezTo>
                  <a:pt x="2883" y="67"/>
                  <a:pt x="2797" y="238"/>
                  <a:pt x="2849" y="395"/>
                </a:cubicBezTo>
                <a:lnTo>
                  <a:pt x="2931" y="640"/>
                </a:lnTo>
                <a:lnTo>
                  <a:pt x="769" y="1353"/>
                </a:lnTo>
                <a:cubicBezTo>
                  <a:pt x="687" y="1380"/>
                  <a:pt x="627" y="1448"/>
                  <a:pt x="610" y="1531"/>
                </a:cubicBezTo>
                <a:cubicBezTo>
                  <a:pt x="590" y="1615"/>
                  <a:pt x="619" y="1702"/>
                  <a:pt x="681" y="1760"/>
                </a:cubicBezTo>
                <a:lnTo>
                  <a:pt x="1296" y="2324"/>
                </a:lnTo>
                <a:lnTo>
                  <a:pt x="1135" y="3135"/>
                </a:lnTo>
                <a:cubicBezTo>
                  <a:pt x="1119" y="3218"/>
                  <a:pt x="1149" y="3306"/>
                  <a:pt x="1213" y="3362"/>
                </a:cubicBezTo>
                <a:cubicBezTo>
                  <a:pt x="1257" y="3401"/>
                  <a:pt x="1315" y="3422"/>
                  <a:pt x="1371" y="3422"/>
                </a:cubicBezTo>
                <a:cubicBezTo>
                  <a:pt x="1398" y="3422"/>
                  <a:pt x="1422" y="3417"/>
                  <a:pt x="1449" y="3410"/>
                </a:cubicBezTo>
                <a:lnTo>
                  <a:pt x="3612" y="2697"/>
                </a:lnTo>
                <a:lnTo>
                  <a:pt x="4289" y="4746"/>
                </a:lnTo>
                <a:cubicBezTo>
                  <a:pt x="4294" y="4758"/>
                  <a:pt x="4301" y="4767"/>
                  <a:pt x="4307" y="4778"/>
                </a:cubicBezTo>
                <a:lnTo>
                  <a:pt x="3683" y="5340"/>
                </a:lnTo>
                <a:lnTo>
                  <a:pt x="3499" y="5372"/>
                </a:lnTo>
                <a:cubicBezTo>
                  <a:pt x="3542" y="5274"/>
                  <a:pt x="3566" y="5167"/>
                  <a:pt x="3566" y="5051"/>
                </a:cubicBezTo>
                <a:cubicBezTo>
                  <a:pt x="3566" y="4604"/>
                  <a:pt x="3202" y="4240"/>
                  <a:pt x="2755" y="4240"/>
                </a:cubicBezTo>
                <a:cubicBezTo>
                  <a:pt x="2307" y="4240"/>
                  <a:pt x="1943" y="4604"/>
                  <a:pt x="1943" y="5051"/>
                </a:cubicBezTo>
                <a:cubicBezTo>
                  <a:pt x="1943" y="5302"/>
                  <a:pt x="2060" y="5523"/>
                  <a:pt x="2239" y="5671"/>
                </a:cubicBezTo>
                <a:cubicBezTo>
                  <a:pt x="2092" y="5764"/>
                  <a:pt x="1988" y="5890"/>
                  <a:pt x="1924" y="6047"/>
                </a:cubicBezTo>
                <a:lnTo>
                  <a:pt x="1585" y="6114"/>
                </a:lnTo>
                <a:cubicBezTo>
                  <a:pt x="1619" y="6025"/>
                  <a:pt x="1639" y="5931"/>
                  <a:pt x="1639" y="5830"/>
                </a:cubicBezTo>
                <a:cubicBezTo>
                  <a:pt x="1639" y="5383"/>
                  <a:pt x="1275" y="5020"/>
                  <a:pt x="828" y="5020"/>
                </a:cubicBezTo>
                <a:cubicBezTo>
                  <a:pt x="381" y="5020"/>
                  <a:pt x="17" y="5383"/>
                  <a:pt x="17" y="5830"/>
                </a:cubicBezTo>
                <a:cubicBezTo>
                  <a:pt x="17" y="6142"/>
                  <a:pt x="195" y="6409"/>
                  <a:pt x="455" y="6548"/>
                </a:cubicBezTo>
                <a:cubicBezTo>
                  <a:pt x="372" y="6647"/>
                  <a:pt x="314" y="6770"/>
                  <a:pt x="284" y="6913"/>
                </a:cubicBezTo>
                <a:lnTo>
                  <a:pt x="23" y="8134"/>
                </a:lnTo>
                <a:cubicBezTo>
                  <a:pt x="1" y="8237"/>
                  <a:pt x="68" y="8340"/>
                  <a:pt x="172" y="8362"/>
                </a:cubicBezTo>
                <a:cubicBezTo>
                  <a:pt x="183" y="8367"/>
                  <a:pt x="198" y="8367"/>
                  <a:pt x="212" y="8367"/>
                </a:cubicBezTo>
                <a:cubicBezTo>
                  <a:pt x="301" y="8367"/>
                  <a:pt x="381" y="8304"/>
                  <a:pt x="399" y="8214"/>
                </a:cubicBezTo>
                <a:lnTo>
                  <a:pt x="662" y="6993"/>
                </a:lnTo>
                <a:cubicBezTo>
                  <a:pt x="694" y="6834"/>
                  <a:pt x="780" y="6663"/>
                  <a:pt x="1159" y="6594"/>
                </a:cubicBezTo>
                <a:lnTo>
                  <a:pt x="1821" y="6461"/>
                </a:lnTo>
                <a:lnTo>
                  <a:pt x="1464" y="8134"/>
                </a:lnTo>
                <a:cubicBezTo>
                  <a:pt x="1441" y="8237"/>
                  <a:pt x="1508" y="8340"/>
                  <a:pt x="1612" y="8362"/>
                </a:cubicBezTo>
                <a:cubicBezTo>
                  <a:pt x="1624" y="8367"/>
                  <a:pt x="1639" y="8367"/>
                  <a:pt x="1652" y="8367"/>
                </a:cubicBezTo>
                <a:cubicBezTo>
                  <a:pt x="1741" y="8367"/>
                  <a:pt x="1821" y="8304"/>
                  <a:pt x="1839" y="8214"/>
                </a:cubicBezTo>
                <a:lnTo>
                  <a:pt x="2253" y="6285"/>
                </a:lnTo>
                <a:cubicBezTo>
                  <a:pt x="2288" y="6127"/>
                  <a:pt x="2372" y="5957"/>
                  <a:pt x="2745" y="5888"/>
                </a:cubicBezTo>
                <a:lnTo>
                  <a:pt x="3807" y="5712"/>
                </a:lnTo>
                <a:cubicBezTo>
                  <a:pt x="3844" y="5706"/>
                  <a:pt x="3878" y="5689"/>
                  <a:pt x="3903" y="5666"/>
                </a:cubicBezTo>
                <a:lnTo>
                  <a:pt x="4750" y="4901"/>
                </a:lnTo>
                <a:lnTo>
                  <a:pt x="4750" y="4901"/>
                </a:lnTo>
                <a:cubicBezTo>
                  <a:pt x="4791" y="5057"/>
                  <a:pt x="4800" y="5257"/>
                  <a:pt x="4653" y="5397"/>
                </a:cubicBezTo>
                <a:lnTo>
                  <a:pt x="3928" y="6113"/>
                </a:lnTo>
                <a:lnTo>
                  <a:pt x="3588" y="6216"/>
                </a:lnTo>
                <a:cubicBezTo>
                  <a:pt x="3551" y="6218"/>
                  <a:pt x="3516" y="6228"/>
                  <a:pt x="3487" y="6248"/>
                </a:cubicBezTo>
                <a:lnTo>
                  <a:pt x="2815" y="6454"/>
                </a:lnTo>
                <a:cubicBezTo>
                  <a:pt x="2712" y="6485"/>
                  <a:pt x="2654" y="6594"/>
                  <a:pt x="2686" y="6693"/>
                </a:cubicBezTo>
                <a:cubicBezTo>
                  <a:pt x="2712" y="6777"/>
                  <a:pt x="2788" y="6831"/>
                  <a:pt x="2871" y="6831"/>
                </a:cubicBezTo>
                <a:cubicBezTo>
                  <a:pt x="2889" y="6831"/>
                  <a:pt x="2908" y="6828"/>
                  <a:pt x="2926" y="6822"/>
                </a:cubicBezTo>
                <a:lnTo>
                  <a:pt x="3343" y="6693"/>
                </a:lnTo>
                <a:lnTo>
                  <a:pt x="3343" y="6693"/>
                </a:lnTo>
                <a:lnTo>
                  <a:pt x="3055" y="8136"/>
                </a:lnTo>
                <a:cubicBezTo>
                  <a:pt x="3035" y="8240"/>
                  <a:pt x="3101" y="8341"/>
                  <a:pt x="3205" y="8362"/>
                </a:cubicBezTo>
                <a:cubicBezTo>
                  <a:pt x="3219" y="8364"/>
                  <a:pt x="3232" y="8367"/>
                  <a:pt x="3242" y="8367"/>
                </a:cubicBezTo>
                <a:cubicBezTo>
                  <a:pt x="3332" y="8367"/>
                  <a:pt x="3413" y="8303"/>
                  <a:pt x="3433" y="8212"/>
                </a:cubicBezTo>
                <a:lnTo>
                  <a:pt x="3761" y="6567"/>
                </a:lnTo>
                <a:lnTo>
                  <a:pt x="4086" y="6469"/>
                </a:lnTo>
                <a:cubicBezTo>
                  <a:pt x="4116" y="6460"/>
                  <a:pt x="4144" y="6444"/>
                  <a:pt x="4166" y="6423"/>
                </a:cubicBezTo>
                <a:lnTo>
                  <a:pt x="4668" y="5925"/>
                </a:lnTo>
                <a:lnTo>
                  <a:pt x="4745" y="6166"/>
                </a:lnTo>
                <a:cubicBezTo>
                  <a:pt x="4718" y="6179"/>
                  <a:pt x="4696" y="6199"/>
                  <a:pt x="4678" y="6222"/>
                </a:cubicBezTo>
                <a:cubicBezTo>
                  <a:pt x="4641" y="6270"/>
                  <a:pt x="4629" y="6334"/>
                  <a:pt x="4649" y="6392"/>
                </a:cubicBezTo>
                <a:cubicBezTo>
                  <a:pt x="4653" y="6411"/>
                  <a:pt x="4754" y="6736"/>
                  <a:pt x="5017" y="6963"/>
                </a:cubicBezTo>
                <a:lnTo>
                  <a:pt x="5437" y="8278"/>
                </a:lnTo>
                <a:cubicBezTo>
                  <a:pt x="5474" y="8396"/>
                  <a:pt x="5580" y="8475"/>
                  <a:pt x="5699" y="8487"/>
                </a:cubicBezTo>
                <a:cubicBezTo>
                  <a:pt x="5707" y="8488"/>
                  <a:pt x="5716" y="8488"/>
                  <a:pt x="5725" y="8488"/>
                </a:cubicBezTo>
                <a:cubicBezTo>
                  <a:pt x="5755" y="8488"/>
                  <a:pt x="5786" y="8484"/>
                  <a:pt x="5816" y="8474"/>
                </a:cubicBezTo>
                <a:cubicBezTo>
                  <a:pt x="5973" y="8423"/>
                  <a:pt x="6062" y="8255"/>
                  <a:pt x="6012" y="8096"/>
                </a:cubicBezTo>
                <a:lnTo>
                  <a:pt x="5727" y="7189"/>
                </a:lnTo>
                <a:lnTo>
                  <a:pt x="6382" y="7211"/>
                </a:lnTo>
                <a:lnTo>
                  <a:pt x="6794" y="8346"/>
                </a:lnTo>
                <a:cubicBezTo>
                  <a:pt x="6821" y="8423"/>
                  <a:pt x="6895" y="8472"/>
                  <a:pt x="6974" y="8472"/>
                </a:cubicBezTo>
                <a:cubicBezTo>
                  <a:pt x="6996" y="8472"/>
                  <a:pt x="7019" y="8468"/>
                  <a:pt x="7039" y="8460"/>
                </a:cubicBezTo>
                <a:cubicBezTo>
                  <a:pt x="7139" y="8426"/>
                  <a:pt x="7191" y="8315"/>
                  <a:pt x="7154" y="8214"/>
                </a:cubicBezTo>
                <a:lnTo>
                  <a:pt x="6796" y="7225"/>
                </a:lnTo>
                <a:lnTo>
                  <a:pt x="7048" y="7234"/>
                </a:lnTo>
                <a:cubicBezTo>
                  <a:pt x="7154" y="7232"/>
                  <a:pt x="7243" y="7153"/>
                  <a:pt x="7247" y="7048"/>
                </a:cubicBezTo>
                <a:cubicBezTo>
                  <a:pt x="7250" y="6943"/>
                  <a:pt x="7167" y="6853"/>
                  <a:pt x="7062" y="6849"/>
                </a:cubicBezTo>
                <a:lnTo>
                  <a:pt x="5618" y="6800"/>
                </a:lnTo>
                <a:cubicBezTo>
                  <a:pt x="5391" y="6800"/>
                  <a:pt x="5238" y="6662"/>
                  <a:pt x="5143" y="6528"/>
                </a:cubicBezTo>
                <a:lnTo>
                  <a:pt x="7054" y="6528"/>
                </a:lnTo>
                <a:cubicBezTo>
                  <a:pt x="7503" y="6528"/>
                  <a:pt x="7571" y="6644"/>
                  <a:pt x="7700" y="6968"/>
                </a:cubicBezTo>
                <a:lnTo>
                  <a:pt x="8205" y="8347"/>
                </a:lnTo>
                <a:cubicBezTo>
                  <a:pt x="8232" y="8426"/>
                  <a:pt x="8306" y="8474"/>
                  <a:pt x="8385" y="8474"/>
                </a:cubicBezTo>
                <a:cubicBezTo>
                  <a:pt x="8407" y="8474"/>
                  <a:pt x="8429" y="8471"/>
                  <a:pt x="8452" y="8463"/>
                </a:cubicBezTo>
                <a:cubicBezTo>
                  <a:pt x="8541" y="8423"/>
                  <a:pt x="8593" y="8315"/>
                  <a:pt x="8556" y="8214"/>
                </a:cubicBezTo>
                <a:lnTo>
                  <a:pt x="8049" y="6831"/>
                </a:lnTo>
                <a:cubicBezTo>
                  <a:pt x="7920" y="6507"/>
                  <a:pt x="7785" y="6262"/>
                  <a:pt x="7385" y="6178"/>
                </a:cubicBezTo>
                <a:cubicBezTo>
                  <a:pt x="7510" y="6034"/>
                  <a:pt x="7589" y="5851"/>
                  <a:pt x="7589" y="5646"/>
                </a:cubicBezTo>
                <a:cubicBezTo>
                  <a:pt x="7589" y="5199"/>
                  <a:pt x="7225" y="4835"/>
                  <a:pt x="6777" y="4835"/>
                </a:cubicBezTo>
                <a:cubicBezTo>
                  <a:pt x="6330" y="4835"/>
                  <a:pt x="5966" y="5199"/>
                  <a:pt x="5966" y="5646"/>
                </a:cubicBezTo>
                <a:cubicBezTo>
                  <a:pt x="5966" y="5835"/>
                  <a:pt x="6033" y="6004"/>
                  <a:pt x="6141" y="6142"/>
                </a:cubicBezTo>
                <a:lnTo>
                  <a:pt x="5361" y="6142"/>
                </a:lnTo>
                <a:lnTo>
                  <a:pt x="5113" y="5360"/>
                </a:lnTo>
                <a:cubicBezTo>
                  <a:pt x="5253" y="4944"/>
                  <a:pt x="4999" y="4495"/>
                  <a:pt x="4986" y="4473"/>
                </a:cubicBezTo>
                <a:cubicBezTo>
                  <a:pt x="4956" y="4423"/>
                  <a:pt x="4906" y="4390"/>
                  <a:pt x="4849" y="4381"/>
                </a:cubicBezTo>
                <a:cubicBezTo>
                  <a:pt x="4845" y="4380"/>
                  <a:pt x="4841" y="4380"/>
                  <a:pt x="4837" y="4380"/>
                </a:cubicBezTo>
                <a:cubicBezTo>
                  <a:pt x="4824" y="4380"/>
                  <a:pt x="4813" y="4383"/>
                  <a:pt x="4802" y="4384"/>
                </a:cubicBezTo>
                <a:lnTo>
                  <a:pt x="3421" y="205"/>
                </a:lnTo>
                <a:cubicBezTo>
                  <a:pt x="3379" y="79"/>
                  <a:pt x="3263" y="0"/>
                  <a:pt x="313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10" name="Google Shape;3510;p98"/>
          <p:cNvSpPr txBox="1"/>
          <p:nvPr/>
        </p:nvSpPr>
        <p:spPr>
          <a:xfrm>
            <a:off x="413462" y="4483949"/>
            <a:ext cx="3738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Own it</a:t>
            </a:r>
            <a:endParaRPr sz="1800">
              <a:solidFill>
                <a:srgbClr val="252525"/>
              </a:solidFill>
              <a:latin typeface="Arial"/>
              <a:ea typeface="Arial"/>
              <a:cs typeface="Arial"/>
              <a:sym typeface="Arial"/>
            </a:endParaRPr>
          </a:p>
        </p:txBody>
      </p:sp>
      <p:sp>
        <p:nvSpPr>
          <p:cNvPr id="3511" name="Google Shape;3511;p98"/>
          <p:cNvSpPr txBox="1"/>
          <p:nvPr/>
        </p:nvSpPr>
        <p:spPr>
          <a:xfrm>
            <a:off x="1160267" y="4483949"/>
            <a:ext cx="4647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Integrity</a:t>
            </a:r>
            <a:endParaRPr sz="1800">
              <a:solidFill>
                <a:srgbClr val="252525"/>
              </a:solidFill>
              <a:latin typeface="Arial"/>
              <a:ea typeface="Arial"/>
              <a:cs typeface="Arial"/>
              <a:sym typeface="Arial"/>
            </a:endParaRPr>
          </a:p>
        </p:txBody>
      </p:sp>
      <p:sp>
        <p:nvSpPr>
          <p:cNvPr id="3512" name="Google Shape;3512;p98"/>
          <p:cNvSpPr txBox="1"/>
          <p:nvPr/>
        </p:nvSpPr>
        <p:spPr>
          <a:xfrm>
            <a:off x="2010249" y="4483949"/>
            <a:ext cx="3492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Be Excellent</a:t>
            </a:r>
            <a:endParaRPr sz="1800">
              <a:solidFill>
                <a:srgbClr val="252525"/>
              </a:solidFill>
              <a:latin typeface="Arial"/>
              <a:ea typeface="Arial"/>
              <a:cs typeface="Arial"/>
              <a:sym typeface="Arial"/>
            </a:endParaRPr>
          </a:p>
        </p:txBody>
      </p:sp>
      <p:sp>
        <p:nvSpPr>
          <p:cNvPr id="3513" name="Google Shape;3513;p98"/>
          <p:cNvSpPr txBox="1"/>
          <p:nvPr/>
        </p:nvSpPr>
        <p:spPr>
          <a:xfrm>
            <a:off x="2695865" y="4483949"/>
            <a:ext cx="5622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Put Customers First</a:t>
            </a:r>
            <a:endParaRPr sz="1800">
              <a:solidFill>
                <a:srgbClr val="252525"/>
              </a:solidFill>
              <a:latin typeface="Arial"/>
              <a:ea typeface="Arial"/>
              <a:cs typeface="Arial"/>
              <a:sym typeface="Arial"/>
            </a:endParaRPr>
          </a:p>
        </p:txBody>
      </p:sp>
      <p:sp>
        <p:nvSpPr>
          <p:cNvPr id="3514" name="Google Shape;3514;p98"/>
          <p:cNvSpPr txBox="1"/>
          <p:nvPr/>
        </p:nvSpPr>
        <p:spPr>
          <a:xfrm>
            <a:off x="3481226" y="4483950"/>
            <a:ext cx="5760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Make Each Other the Best</a:t>
            </a:r>
            <a:endParaRPr sz="1800">
              <a:solidFill>
                <a:srgbClr val="252525"/>
              </a:solidFill>
              <a:latin typeface="Arial"/>
              <a:ea typeface="Arial"/>
              <a:cs typeface="Arial"/>
              <a:sym typeface="Arial"/>
            </a:endParaRPr>
          </a:p>
        </p:txBody>
      </p:sp>
      <p:sp>
        <p:nvSpPr>
          <p:cNvPr id="3515" name="Google Shape;3515;p98"/>
          <p:cNvSpPr txBox="1"/>
          <p:nvPr/>
        </p:nvSpPr>
        <p:spPr>
          <a:xfrm>
            <a:off x="4335183" y="4483949"/>
            <a:ext cx="4524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Think Big</a:t>
            </a:r>
            <a:endParaRPr sz="1800">
              <a:solidFill>
                <a:srgbClr val="252525"/>
              </a:solidFill>
              <a:latin typeface="Arial"/>
              <a:ea typeface="Arial"/>
              <a:cs typeface="Arial"/>
              <a:sym typeface="Arial"/>
            </a:endParaRPr>
          </a:p>
        </p:txBody>
      </p:sp>
      <p:sp>
        <p:nvSpPr>
          <p:cNvPr id="3516" name="Google Shape;3516;p98"/>
          <p:cNvSpPr txBox="1"/>
          <p:nvPr/>
        </p:nvSpPr>
        <p:spPr>
          <a:xfrm>
            <a:off x="6507468" y="4548586"/>
            <a:ext cx="569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5B5B5B"/>
                </a:solidFill>
                <a:latin typeface="Arial"/>
                <a:ea typeface="Arial"/>
                <a:cs typeface="Arial"/>
                <a:sym typeface="Arial"/>
              </a:rPr>
              <a:t>AWS S3</a:t>
            </a:r>
            <a:br>
              <a:rPr lang="en" sz="600">
                <a:solidFill>
                  <a:srgbClr val="5B5B5B"/>
                </a:solidFill>
                <a:latin typeface="Arial"/>
                <a:ea typeface="Arial"/>
                <a:cs typeface="Arial"/>
                <a:sym typeface="Arial"/>
              </a:rPr>
            </a:br>
            <a:r>
              <a:rPr lang="en" sz="600">
                <a:solidFill>
                  <a:srgbClr val="5B5B5B"/>
                </a:solidFill>
                <a:latin typeface="Arial"/>
                <a:ea typeface="Arial"/>
                <a:cs typeface="Arial"/>
                <a:sym typeface="Arial"/>
              </a:rPr>
              <a:t>Bucket</a:t>
            </a:r>
            <a:endParaRPr sz="600">
              <a:solidFill>
                <a:srgbClr val="5B5B5B"/>
              </a:solidFill>
              <a:latin typeface="Arial"/>
              <a:ea typeface="Arial"/>
              <a:cs typeface="Arial"/>
              <a:sym typeface="Arial"/>
            </a:endParaRPr>
          </a:p>
        </p:txBody>
      </p:sp>
      <p:grpSp>
        <p:nvGrpSpPr>
          <p:cNvPr id="3517" name="Google Shape;3517;p98"/>
          <p:cNvGrpSpPr/>
          <p:nvPr/>
        </p:nvGrpSpPr>
        <p:grpSpPr>
          <a:xfrm>
            <a:off x="7778594" y="4214309"/>
            <a:ext cx="283069" cy="254812"/>
            <a:chOff x="6950277" y="1887844"/>
            <a:chExt cx="431377" cy="388315"/>
          </a:xfrm>
        </p:grpSpPr>
        <p:sp>
          <p:nvSpPr>
            <p:cNvPr id="3518" name="Google Shape;3518;p98"/>
            <p:cNvSpPr/>
            <p:nvPr/>
          </p:nvSpPr>
          <p:spPr>
            <a:xfrm>
              <a:off x="6950277" y="1887844"/>
              <a:ext cx="431377" cy="388315"/>
            </a:xfrm>
            <a:custGeom>
              <a:rect b="b" l="l" r="r" t="t"/>
              <a:pathLst>
                <a:path extrusionOk="0" h="271549" w="301662">
                  <a:moveTo>
                    <a:pt x="296819" y="117487"/>
                  </a:moveTo>
                  <a:lnTo>
                    <a:pt x="239646" y="18473"/>
                  </a:lnTo>
                  <a:cubicBezTo>
                    <a:pt x="233203" y="7084"/>
                    <a:pt x="221143" y="31"/>
                    <a:pt x="208057" y="0"/>
                  </a:cubicBezTo>
                  <a:lnTo>
                    <a:pt x="93711" y="0"/>
                  </a:lnTo>
                  <a:cubicBezTo>
                    <a:pt x="80626" y="31"/>
                    <a:pt x="68566" y="7084"/>
                    <a:pt x="62123" y="18473"/>
                  </a:cubicBezTo>
                  <a:lnTo>
                    <a:pt x="4950" y="117487"/>
                  </a:lnTo>
                  <a:cubicBezTo>
                    <a:pt x="-1650" y="128917"/>
                    <a:pt x="-1650" y="143001"/>
                    <a:pt x="4950" y="154432"/>
                  </a:cubicBezTo>
                  <a:lnTo>
                    <a:pt x="62123" y="253076"/>
                  </a:lnTo>
                  <a:cubicBezTo>
                    <a:pt x="68566" y="264465"/>
                    <a:pt x="80626" y="271519"/>
                    <a:pt x="93711" y="271549"/>
                  </a:cubicBezTo>
                  <a:lnTo>
                    <a:pt x="208057" y="271549"/>
                  </a:lnTo>
                  <a:cubicBezTo>
                    <a:pt x="221143" y="271519"/>
                    <a:pt x="233203" y="264465"/>
                    <a:pt x="239646" y="253076"/>
                  </a:cubicBezTo>
                  <a:lnTo>
                    <a:pt x="296819" y="154063"/>
                  </a:lnTo>
                  <a:cubicBezTo>
                    <a:pt x="303277" y="142726"/>
                    <a:pt x="303277" y="128823"/>
                    <a:pt x="296819" y="117487"/>
                  </a:cubicBezTo>
                  <a:close/>
                  <a:moveTo>
                    <a:pt x="220619" y="241993"/>
                  </a:moveTo>
                  <a:cubicBezTo>
                    <a:pt x="218040" y="246498"/>
                    <a:pt x="213249" y="249281"/>
                    <a:pt x="208057" y="249289"/>
                  </a:cubicBezTo>
                  <a:lnTo>
                    <a:pt x="93711" y="249289"/>
                  </a:lnTo>
                  <a:cubicBezTo>
                    <a:pt x="88686" y="249120"/>
                    <a:pt x="84107" y="246359"/>
                    <a:pt x="81612" y="241993"/>
                  </a:cubicBezTo>
                  <a:lnTo>
                    <a:pt x="23977" y="143071"/>
                  </a:lnTo>
                  <a:cubicBezTo>
                    <a:pt x="21389" y="138551"/>
                    <a:pt x="21389" y="132998"/>
                    <a:pt x="23977" y="128478"/>
                  </a:cubicBezTo>
                  <a:lnTo>
                    <a:pt x="81612" y="29556"/>
                  </a:lnTo>
                  <a:cubicBezTo>
                    <a:pt x="84191" y="25051"/>
                    <a:pt x="88982" y="22268"/>
                    <a:pt x="94173" y="22260"/>
                  </a:cubicBezTo>
                  <a:lnTo>
                    <a:pt x="208057" y="22260"/>
                  </a:lnTo>
                  <a:cubicBezTo>
                    <a:pt x="213249" y="22268"/>
                    <a:pt x="218040" y="25051"/>
                    <a:pt x="220619" y="29556"/>
                  </a:cubicBezTo>
                  <a:lnTo>
                    <a:pt x="277792" y="128478"/>
                  </a:lnTo>
                  <a:cubicBezTo>
                    <a:pt x="280380" y="132998"/>
                    <a:pt x="280380" y="138551"/>
                    <a:pt x="277792" y="143071"/>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19" name="Google Shape;3519;p98"/>
            <p:cNvSpPr/>
            <p:nvPr/>
          </p:nvSpPr>
          <p:spPr>
            <a:xfrm>
              <a:off x="7127570" y="2038894"/>
              <a:ext cx="23642" cy="66039"/>
            </a:xfrm>
            <a:custGeom>
              <a:rect b="b" l="l" r="r" t="t"/>
              <a:pathLst>
                <a:path extrusionOk="0" h="46181" w="16533">
                  <a:moveTo>
                    <a:pt x="7297" y="46182"/>
                  </a:moveTo>
                  <a:lnTo>
                    <a:pt x="16533" y="46182"/>
                  </a:lnTo>
                  <a:lnTo>
                    <a:pt x="16533" y="0"/>
                  </a:lnTo>
                  <a:lnTo>
                    <a:pt x="10622" y="0"/>
                  </a:lnTo>
                  <a:lnTo>
                    <a:pt x="9791" y="1016"/>
                  </a:lnTo>
                  <a:cubicBezTo>
                    <a:pt x="7730" y="4133"/>
                    <a:pt x="4288" y="6061"/>
                    <a:pt x="554" y="6188"/>
                  </a:cubicBezTo>
                  <a:lnTo>
                    <a:pt x="0" y="6188"/>
                  </a:lnTo>
                  <a:lnTo>
                    <a:pt x="0" y="12284"/>
                  </a:lnTo>
                  <a:lnTo>
                    <a:pt x="6835" y="12284"/>
                  </a:ln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0" name="Google Shape;3520;p98"/>
            <p:cNvSpPr/>
            <p:nvPr/>
          </p:nvSpPr>
          <p:spPr>
            <a:xfrm>
              <a:off x="7165103" y="2038304"/>
              <a:ext cx="44899" cy="67613"/>
            </a:xfrm>
            <a:custGeom>
              <a:rect b="b" l="l" r="r" t="t"/>
              <a:pathLst>
                <a:path extrusionOk="0" h="47282" w="31398">
                  <a:moveTo>
                    <a:pt x="15700" y="42"/>
                  </a:moveTo>
                  <a:cubicBezTo>
                    <a:pt x="7664" y="-563"/>
                    <a:pt x="658" y="5462"/>
                    <a:pt x="53" y="13499"/>
                  </a:cubicBezTo>
                  <a:cubicBezTo>
                    <a:pt x="-13" y="14369"/>
                    <a:pt x="0" y="15245"/>
                    <a:pt x="91" y="16113"/>
                  </a:cubicBezTo>
                  <a:lnTo>
                    <a:pt x="91" y="31076"/>
                  </a:lnTo>
                  <a:cubicBezTo>
                    <a:pt x="-800" y="39087"/>
                    <a:pt x="4972" y="46302"/>
                    <a:pt x="12983" y="47193"/>
                  </a:cubicBezTo>
                  <a:cubicBezTo>
                    <a:pt x="13885" y="47292"/>
                    <a:pt x="14795" y="47308"/>
                    <a:pt x="15700" y="47240"/>
                  </a:cubicBezTo>
                  <a:cubicBezTo>
                    <a:pt x="23737" y="47850"/>
                    <a:pt x="30746" y="41830"/>
                    <a:pt x="31357" y="33793"/>
                  </a:cubicBezTo>
                  <a:cubicBezTo>
                    <a:pt x="31426" y="32888"/>
                    <a:pt x="31410" y="31978"/>
                    <a:pt x="31310" y="31076"/>
                  </a:cubicBezTo>
                  <a:lnTo>
                    <a:pt x="31310" y="16113"/>
                  </a:lnTo>
                  <a:cubicBezTo>
                    <a:pt x="32148" y="8097"/>
                    <a:pt x="26330" y="919"/>
                    <a:pt x="18314" y="80"/>
                  </a:cubicBezTo>
                  <a:cubicBezTo>
                    <a:pt x="17446" y="-11"/>
                    <a:pt x="16571" y="-24"/>
                    <a:pt x="15700" y="42"/>
                  </a:cubicBezTo>
                  <a:close/>
                  <a:moveTo>
                    <a:pt x="9604" y="16760"/>
                  </a:moveTo>
                  <a:cubicBezTo>
                    <a:pt x="9604" y="9555"/>
                    <a:pt x="11821" y="8170"/>
                    <a:pt x="15700" y="8170"/>
                  </a:cubicBezTo>
                  <a:cubicBezTo>
                    <a:pt x="19579" y="8170"/>
                    <a:pt x="21796" y="9555"/>
                    <a:pt x="21796" y="16760"/>
                  </a:cubicBezTo>
                  <a:lnTo>
                    <a:pt x="21796" y="29875"/>
                  </a:lnTo>
                  <a:cubicBezTo>
                    <a:pt x="21796" y="37080"/>
                    <a:pt x="19579" y="38465"/>
                    <a:pt x="15700" y="38465"/>
                  </a:cubicBezTo>
                  <a:cubicBezTo>
                    <a:pt x="11821" y="38465"/>
                    <a:pt x="9604" y="37080"/>
                    <a:pt x="9604" y="29875"/>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1" name="Google Shape;3521;p98"/>
            <p:cNvSpPr/>
            <p:nvPr/>
          </p:nvSpPr>
          <p:spPr>
            <a:xfrm>
              <a:off x="7128367" y="2112573"/>
              <a:ext cx="44500" cy="67612"/>
            </a:xfrm>
            <a:custGeom>
              <a:rect b="b" l="l" r="r" t="t"/>
              <a:pathLst>
                <a:path extrusionOk="0" h="47281" w="31119">
                  <a:moveTo>
                    <a:pt x="15699" y="43"/>
                  </a:moveTo>
                  <a:cubicBezTo>
                    <a:pt x="7662" y="-568"/>
                    <a:pt x="653" y="5452"/>
                    <a:pt x="42" y="13489"/>
                  </a:cubicBezTo>
                  <a:cubicBezTo>
                    <a:pt x="-27" y="14394"/>
                    <a:pt x="-11" y="15304"/>
                    <a:pt x="89" y="16206"/>
                  </a:cubicBezTo>
                  <a:lnTo>
                    <a:pt x="89" y="31169"/>
                  </a:lnTo>
                  <a:cubicBezTo>
                    <a:pt x="-749" y="39185"/>
                    <a:pt x="5069" y="46363"/>
                    <a:pt x="13085" y="47203"/>
                  </a:cubicBezTo>
                  <a:cubicBezTo>
                    <a:pt x="13953" y="47293"/>
                    <a:pt x="14828" y="47306"/>
                    <a:pt x="15699" y="47240"/>
                  </a:cubicBezTo>
                  <a:cubicBezTo>
                    <a:pt x="23746" y="47691"/>
                    <a:pt x="30635" y="41533"/>
                    <a:pt x="31086" y="33486"/>
                  </a:cubicBezTo>
                  <a:cubicBezTo>
                    <a:pt x="31129" y="32713"/>
                    <a:pt x="31111" y="31939"/>
                    <a:pt x="31031" y="31169"/>
                  </a:cubicBezTo>
                  <a:lnTo>
                    <a:pt x="31031" y="16206"/>
                  </a:lnTo>
                  <a:cubicBezTo>
                    <a:pt x="31912" y="8195"/>
                    <a:pt x="26130" y="987"/>
                    <a:pt x="18119" y="106"/>
                  </a:cubicBezTo>
                  <a:cubicBezTo>
                    <a:pt x="17315" y="19"/>
                    <a:pt x="16506" y="-4"/>
                    <a:pt x="15699" y="43"/>
                  </a:cubicBezTo>
                  <a:close/>
                  <a:moveTo>
                    <a:pt x="9603" y="17130"/>
                  </a:moveTo>
                  <a:cubicBezTo>
                    <a:pt x="9603" y="9926"/>
                    <a:pt x="11820" y="8540"/>
                    <a:pt x="15699" y="8540"/>
                  </a:cubicBezTo>
                  <a:cubicBezTo>
                    <a:pt x="19578" y="8540"/>
                    <a:pt x="21795" y="9926"/>
                    <a:pt x="21795" y="17130"/>
                  </a:cubicBezTo>
                  <a:lnTo>
                    <a:pt x="21795" y="30246"/>
                  </a:lnTo>
                  <a:cubicBezTo>
                    <a:pt x="21795" y="37450"/>
                    <a:pt x="19578" y="38835"/>
                    <a:pt x="15699" y="38835"/>
                  </a:cubicBezTo>
                  <a:cubicBezTo>
                    <a:pt x="11820" y="38835"/>
                    <a:pt x="9603" y="37450"/>
                    <a:pt x="9603" y="30246"/>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2" name="Google Shape;3522;p98"/>
            <p:cNvSpPr/>
            <p:nvPr/>
          </p:nvSpPr>
          <p:spPr>
            <a:xfrm>
              <a:off x="7180959" y="2112633"/>
              <a:ext cx="22982" cy="66568"/>
            </a:xfrm>
            <a:custGeom>
              <a:rect b="b" l="l" r="r" t="t"/>
              <a:pathLst>
                <a:path extrusionOk="0" h="46551" w="16071">
                  <a:moveTo>
                    <a:pt x="9329" y="1016"/>
                  </a:moveTo>
                  <a:cubicBezTo>
                    <a:pt x="7364" y="4022"/>
                    <a:pt x="4130" y="5961"/>
                    <a:pt x="554" y="6281"/>
                  </a:cubicBezTo>
                  <a:lnTo>
                    <a:pt x="0" y="6281"/>
                  </a:lnTo>
                  <a:lnTo>
                    <a:pt x="0" y="12469"/>
                  </a:lnTo>
                  <a:lnTo>
                    <a:pt x="6835" y="12469"/>
                  </a:lnTo>
                  <a:lnTo>
                    <a:pt x="6835" y="46551"/>
                  </a:lnTo>
                  <a:lnTo>
                    <a:pt x="16071" y="46551"/>
                  </a:lnTo>
                  <a:lnTo>
                    <a:pt x="16071" y="0"/>
                  </a:lnTo>
                  <a:lnTo>
                    <a:pt x="10160" y="0"/>
                  </a:ln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3" name="Google Shape;3523;p98"/>
            <p:cNvSpPr/>
            <p:nvPr/>
          </p:nvSpPr>
          <p:spPr>
            <a:xfrm>
              <a:off x="7074975" y="1956557"/>
              <a:ext cx="191516" cy="251486"/>
            </a:xfrm>
            <a:custGeom>
              <a:rect b="b" l="l" r="r" t="t"/>
              <a:pathLst>
                <a:path extrusionOk="0" h="175864" w="133927">
                  <a:moveTo>
                    <a:pt x="98921" y="2129"/>
                  </a:moveTo>
                  <a:cubicBezTo>
                    <a:pt x="97509" y="706"/>
                    <a:pt x="95568" y="-64"/>
                    <a:pt x="93564" y="4"/>
                  </a:cubicBezTo>
                  <a:lnTo>
                    <a:pt x="6927" y="4"/>
                  </a:lnTo>
                  <a:cubicBezTo>
                    <a:pt x="3101" y="4"/>
                    <a:pt x="0" y="3106"/>
                    <a:pt x="0" y="6931"/>
                  </a:cubicBezTo>
                  <a:lnTo>
                    <a:pt x="0" y="168937"/>
                  </a:lnTo>
                  <a:cubicBezTo>
                    <a:pt x="0" y="172763"/>
                    <a:pt x="3101" y="175865"/>
                    <a:pt x="6927" y="175865"/>
                  </a:cubicBezTo>
                  <a:lnTo>
                    <a:pt x="127000" y="175865"/>
                  </a:lnTo>
                  <a:cubicBezTo>
                    <a:pt x="130805" y="175815"/>
                    <a:pt x="133877" y="172743"/>
                    <a:pt x="133927" y="168937"/>
                  </a:cubicBezTo>
                  <a:lnTo>
                    <a:pt x="133927" y="46186"/>
                  </a:lnTo>
                  <a:cubicBezTo>
                    <a:pt x="133941" y="44525"/>
                    <a:pt x="133350" y="42916"/>
                    <a:pt x="132265" y="41660"/>
                  </a:cubicBezTo>
                  <a:close/>
                  <a:moveTo>
                    <a:pt x="98921" y="23187"/>
                  </a:moveTo>
                  <a:lnTo>
                    <a:pt x="114808" y="41660"/>
                  </a:lnTo>
                  <a:lnTo>
                    <a:pt x="98552" y="41660"/>
                  </a:lnTo>
                  <a:close/>
                  <a:moveTo>
                    <a:pt x="120350" y="161733"/>
                  </a:moveTo>
                  <a:lnTo>
                    <a:pt x="13855" y="161733"/>
                  </a:lnTo>
                  <a:lnTo>
                    <a:pt x="13855" y="13489"/>
                  </a:lnTo>
                  <a:lnTo>
                    <a:pt x="84697" y="13489"/>
                  </a:lnTo>
                  <a:lnTo>
                    <a:pt x="84697" y="48957"/>
                  </a:lnTo>
                  <a:cubicBezTo>
                    <a:pt x="84697" y="52783"/>
                    <a:pt x="87799" y="55884"/>
                    <a:pt x="91625" y="55884"/>
                  </a:cubicBezTo>
                  <a:lnTo>
                    <a:pt x="119980" y="55884"/>
                  </a:ln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524" name="Google Shape;3524;p98"/>
          <p:cNvSpPr txBox="1"/>
          <p:nvPr/>
        </p:nvSpPr>
        <p:spPr>
          <a:xfrm>
            <a:off x="7133089" y="4548586"/>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5B5B5B"/>
                </a:solidFill>
                <a:latin typeface="Arial"/>
                <a:ea typeface="Arial"/>
                <a:cs typeface="Arial"/>
                <a:sym typeface="Arial"/>
              </a:rPr>
              <a:t>S3 Data Protection</a:t>
            </a:r>
            <a:endParaRPr sz="600">
              <a:solidFill>
                <a:srgbClr val="5B5B5B"/>
              </a:solidFill>
              <a:latin typeface="Arial"/>
              <a:ea typeface="Arial"/>
              <a:cs typeface="Arial"/>
              <a:sym typeface="Arial"/>
            </a:endParaRPr>
          </a:p>
        </p:txBody>
      </p:sp>
      <p:grpSp>
        <p:nvGrpSpPr>
          <p:cNvPr id="3525" name="Google Shape;3525;p98"/>
          <p:cNvGrpSpPr/>
          <p:nvPr/>
        </p:nvGrpSpPr>
        <p:grpSpPr>
          <a:xfrm>
            <a:off x="6677724" y="4239414"/>
            <a:ext cx="228966" cy="237484"/>
            <a:chOff x="3930650" y="1905000"/>
            <a:chExt cx="1287047" cy="1334931"/>
          </a:xfrm>
        </p:grpSpPr>
        <p:sp>
          <p:nvSpPr>
            <p:cNvPr id="3526" name="Google Shape;3526;p98"/>
            <p:cNvSpPr/>
            <p:nvPr/>
          </p:nvSpPr>
          <p:spPr>
            <a:xfrm>
              <a:off x="3932141" y="2100939"/>
              <a:ext cx="1207885" cy="1138992"/>
            </a:xfrm>
            <a:custGeom>
              <a:rect b="b" l="l" r="r" t="t"/>
              <a:pathLst>
                <a:path extrusionOk="0" h="1138992" w="1207885">
                  <a:moveTo>
                    <a:pt x="603943" y="1138979"/>
                  </a:moveTo>
                  <a:cubicBezTo>
                    <a:pt x="421705" y="1138979"/>
                    <a:pt x="133240" y="1097744"/>
                    <a:pt x="129534" y="987660"/>
                  </a:cubicBezTo>
                  <a:lnTo>
                    <a:pt x="314" y="32552"/>
                  </a:lnTo>
                  <a:cubicBezTo>
                    <a:pt x="-2002" y="17053"/>
                    <a:pt x="8744" y="2620"/>
                    <a:pt x="24316" y="315"/>
                  </a:cubicBezTo>
                  <a:cubicBezTo>
                    <a:pt x="38858" y="-1837"/>
                    <a:pt x="52660" y="7374"/>
                    <a:pt x="56183" y="21581"/>
                  </a:cubicBezTo>
                  <a:cubicBezTo>
                    <a:pt x="70625" y="76435"/>
                    <a:pt x="285928" y="153040"/>
                    <a:pt x="603943" y="153040"/>
                  </a:cubicBezTo>
                  <a:cubicBezTo>
                    <a:pt x="921958" y="153040"/>
                    <a:pt x="1137261" y="76529"/>
                    <a:pt x="1151703" y="21581"/>
                  </a:cubicBezTo>
                  <a:cubicBezTo>
                    <a:pt x="1155476" y="6368"/>
                    <a:pt x="1170925" y="-2921"/>
                    <a:pt x="1186203" y="833"/>
                  </a:cubicBezTo>
                  <a:cubicBezTo>
                    <a:pt x="1200484" y="4340"/>
                    <a:pt x="1209738" y="18077"/>
                    <a:pt x="1207572" y="32552"/>
                  </a:cubicBezTo>
                  <a:lnTo>
                    <a:pt x="1078447" y="987754"/>
                  </a:lnTo>
                  <a:cubicBezTo>
                    <a:pt x="1077212" y="1025584"/>
                    <a:pt x="1043482" y="1057361"/>
                    <a:pt x="978111" y="1083085"/>
                  </a:cubicBezTo>
                  <a:cubicBezTo>
                    <a:pt x="949132" y="1093876"/>
                    <a:pt x="919407" y="1102596"/>
                    <a:pt x="889177" y="1109188"/>
                  </a:cubicBezTo>
                  <a:cubicBezTo>
                    <a:pt x="795475" y="1129436"/>
                    <a:pt x="699828" y="1139423"/>
                    <a:pt x="603943" y="1138979"/>
                  </a:cubicBezTo>
                  <a:close/>
                  <a:moveTo>
                    <a:pt x="68344" y="109914"/>
                  </a:moveTo>
                  <a:lnTo>
                    <a:pt x="186258" y="981323"/>
                  </a:lnTo>
                  <a:cubicBezTo>
                    <a:pt x="186348" y="982581"/>
                    <a:pt x="186348" y="983848"/>
                    <a:pt x="186258" y="985106"/>
                  </a:cubicBezTo>
                  <a:cubicBezTo>
                    <a:pt x="186258" y="1018491"/>
                    <a:pt x="348828" y="1082140"/>
                    <a:pt x="603658" y="1082140"/>
                  </a:cubicBezTo>
                  <a:cubicBezTo>
                    <a:pt x="695229" y="1082622"/>
                    <a:pt x="786579" y="1073108"/>
                    <a:pt x="876065" y="1053767"/>
                  </a:cubicBezTo>
                  <a:cubicBezTo>
                    <a:pt x="903541" y="1047696"/>
                    <a:pt x="930534" y="1039638"/>
                    <a:pt x="956828" y="1029651"/>
                  </a:cubicBezTo>
                  <a:cubicBezTo>
                    <a:pt x="1009561" y="1008844"/>
                    <a:pt x="1021153" y="990308"/>
                    <a:pt x="1021153" y="984917"/>
                  </a:cubicBezTo>
                  <a:cubicBezTo>
                    <a:pt x="1021153" y="983688"/>
                    <a:pt x="1021153" y="982458"/>
                    <a:pt x="1021153" y="981134"/>
                  </a:cubicBezTo>
                  <a:lnTo>
                    <a:pt x="1139066" y="109725"/>
                  </a:lnTo>
                  <a:cubicBezTo>
                    <a:pt x="1029039" y="175076"/>
                    <a:pt x="806515" y="209596"/>
                    <a:pt x="603468" y="209596"/>
                  </a:cubicBezTo>
                  <a:cubicBezTo>
                    <a:pt x="400421" y="209596"/>
                    <a:pt x="178372" y="175265"/>
                    <a:pt x="68344" y="109914"/>
                  </a:cubicBezTo>
                  <a:close/>
                </a:path>
              </a:pathLst>
            </a:custGeom>
            <a:solidFill>
              <a:srgbClr val="3F8624"/>
            </a:solidFill>
            <a:ln cap="flat" cmpd="sng" w="9525">
              <a:solidFill>
                <a:srgbClr val="3F862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7" name="Google Shape;3527;p98"/>
            <p:cNvSpPr/>
            <p:nvPr/>
          </p:nvSpPr>
          <p:spPr>
            <a:xfrm>
              <a:off x="3930650" y="1905000"/>
              <a:ext cx="1210940" cy="405724"/>
            </a:xfrm>
            <a:custGeom>
              <a:rect b="b" l="l" r="r" t="t"/>
              <a:pathLst>
                <a:path extrusionOk="0" h="405724" w="1210940">
                  <a:moveTo>
                    <a:pt x="605434" y="405724"/>
                  </a:moveTo>
                  <a:cubicBezTo>
                    <a:pt x="335307" y="405724"/>
                    <a:pt x="32115" y="344819"/>
                    <a:pt x="2470" y="231897"/>
                  </a:cubicBezTo>
                  <a:cubicBezTo>
                    <a:pt x="2470" y="230762"/>
                    <a:pt x="1995" y="229627"/>
                    <a:pt x="1805" y="228397"/>
                  </a:cubicBezTo>
                  <a:lnTo>
                    <a:pt x="0" y="216576"/>
                  </a:lnTo>
                  <a:cubicBezTo>
                    <a:pt x="0" y="215346"/>
                    <a:pt x="0" y="214117"/>
                    <a:pt x="0" y="212887"/>
                  </a:cubicBezTo>
                  <a:cubicBezTo>
                    <a:pt x="0" y="87387"/>
                    <a:pt x="319060" y="0"/>
                    <a:pt x="605434" y="0"/>
                  </a:cubicBezTo>
                  <a:cubicBezTo>
                    <a:pt x="891809" y="0"/>
                    <a:pt x="1210869" y="87387"/>
                    <a:pt x="1210869" y="212887"/>
                  </a:cubicBezTo>
                  <a:cubicBezTo>
                    <a:pt x="1210964" y="214146"/>
                    <a:pt x="1210964" y="215411"/>
                    <a:pt x="1210869" y="216670"/>
                  </a:cubicBezTo>
                  <a:lnTo>
                    <a:pt x="1209254" y="228492"/>
                  </a:lnTo>
                  <a:cubicBezTo>
                    <a:pt x="1209121" y="229643"/>
                    <a:pt x="1208902" y="230782"/>
                    <a:pt x="1208588" y="231897"/>
                  </a:cubicBezTo>
                  <a:cubicBezTo>
                    <a:pt x="1178754" y="344819"/>
                    <a:pt x="875657" y="405724"/>
                    <a:pt x="605434" y="405724"/>
                  </a:cubicBezTo>
                  <a:close/>
                  <a:moveTo>
                    <a:pt x="58149" y="218940"/>
                  </a:moveTo>
                  <a:cubicBezTo>
                    <a:pt x="76012" y="273699"/>
                    <a:pt x="290175" y="348980"/>
                    <a:pt x="605434" y="348980"/>
                  </a:cubicBezTo>
                  <a:cubicBezTo>
                    <a:pt x="920694" y="348980"/>
                    <a:pt x="1135142" y="273320"/>
                    <a:pt x="1152815" y="218940"/>
                  </a:cubicBezTo>
                  <a:lnTo>
                    <a:pt x="1153765" y="211469"/>
                  </a:lnTo>
                  <a:cubicBezTo>
                    <a:pt x="1149679" y="156237"/>
                    <a:pt x="924779" y="56745"/>
                    <a:pt x="605434" y="56745"/>
                  </a:cubicBezTo>
                  <a:cubicBezTo>
                    <a:pt x="286090" y="56745"/>
                    <a:pt x="61095" y="156332"/>
                    <a:pt x="57009" y="211469"/>
                  </a:cubicBezTo>
                  <a:close/>
                </a:path>
              </a:pathLst>
            </a:custGeom>
            <a:solidFill>
              <a:srgbClr val="3F8624"/>
            </a:solidFill>
            <a:ln cap="flat" cmpd="sng" w="9525">
              <a:solidFill>
                <a:srgbClr val="3F862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8" name="Google Shape;3528;p98"/>
            <p:cNvSpPr/>
            <p:nvPr/>
          </p:nvSpPr>
          <p:spPr>
            <a:xfrm>
              <a:off x="4523542" y="2427902"/>
              <a:ext cx="694155" cy="275779"/>
            </a:xfrm>
            <a:custGeom>
              <a:rect b="b" l="l" r="r" t="t"/>
              <a:pathLst>
                <a:path extrusionOk="0" h="275779" w="694155">
                  <a:moveTo>
                    <a:pt x="619307" y="275779"/>
                  </a:moveTo>
                  <a:cubicBezTo>
                    <a:pt x="483340" y="275779"/>
                    <a:pt x="186229" y="141956"/>
                    <a:pt x="0" y="50976"/>
                  </a:cubicBezTo>
                  <a:lnTo>
                    <a:pt x="24704" y="0"/>
                  </a:lnTo>
                  <a:cubicBezTo>
                    <a:pt x="282004" y="125689"/>
                    <a:pt x="584151" y="241922"/>
                    <a:pt x="635649" y="220075"/>
                  </a:cubicBezTo>
                  <a:cubicBezTo>
                    <a:pt x="631659" y="211752"/>
                    <a:pt x="612751" y="186406"/>
                    <a:pt x="523057" y="137038"/>
                  </a:cubicBezTo>
                  <a:lnTo>
                    <a:pt x="518401" y="134485"/>
                  </a:lnTo>
                  <a:lnTo>
                    <a:pt x="546335" y="84928"/>
                  </a:lnTo>
                  <a:lnTo>
                    <a:pt x="550706" y="87387"/>
                  </a:lnTo>
                  <a:cubicBezTo>
                    <a:pt x="642205" y="137700"/>
                    <a:pt x="686007" y="176381"/>
                    <a:pt x="693228" y="212603"/>
                  </a:cubicBezTo>
                  <a:cubicBezTo>
                    <a:pt x="696183" y="227985"/>
                    <a:pt x="691993" y="243872"/>
                    <a:pt x="681826" y="255824"/>
                  </a:cubicBezTo>
                  <a:cubicBezTo>
                    <a:pt x="670044" y="269726"/>
                    <a:pt x="648381" y="275779"/>
                    <a:pt x="619307" y="275779"/>
                  </a:cubicBezTo>
                  <a:close/>
                </a:path>
              </a:pathLst>
            </a:custGeom>
            <a:solidFill>
              <a:srgbClr val="3F8624"/>
            </a:solidFill>
            <a:ln cap="flat" cmpd="sng" w="9525">
              <a:solidFill>
                <a:srgbClr val="3F862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29" name="Google Shape;3529;p98"/>
            <p:cNvSpPr/>
            <p:nvPr/>
          </p:nvSpPr>
          <p:spPr>
            <a:xfrm>
              <a:off x="4473944" y="2391585"/>
              <a:ext cx="124089" cy="123514"/>
            </a:xfrm>
            <a:custGeom>
              <a:rect b="b" l="l" r="r" t="t"/>
              <a:pathLst>
                <a:path extrusionOk="0" h="123514" w="124089">
                  <a:moveTo>
                    <a:pt x="62140" y="123514"/>
                  </a:moveTo>
                  <a:cubicBezTo>
                    <a:pt x="27874" y="123566"/>
                    <a:pt x="52" y="95959"/>
                    <a:pt x="0" y="61852"/>
                  </a:cubicBezTo>
                  <a:cubicBezTo>
                    <a:pt x="-52" y="27744"/>
                    <a:pt x="27684" y="52"/>
                    <a:pt x="61951" y="0"/>
                  </a:cubicBezTo>
                  <a:cubicBezTo>
                    <a:pt x="96217" y="-52"/>
                    <a:pt x="124037" y="27555"/>
                    <a:pt x="124089" y="61663"/>
                  </a:cubicBezTo>
                  <a:cubicBezTo>
                    <a:pt x="124089" y="61757"/>
                    <a:pt x="124089" y="61852"/>
                    <a:pt x="124089" y="61946"/>
                  </a:cubicBezTo>
                  <a:cubicBezTo>
                    <a:pt x="123933" y="95921"/>
                    <a:pt x="96274" y="123411"/>
                    <a:pt x="62140" y="123514"/>
                  </a:cubicBezTo>
                  <a:close/>
                  <a:moveTo>
                    <a:pt x="62140" y="57312"/>
                  </a:moveTo>
                  <a:cubicBezTo>
                    <a:pt x="59463" y="57312"/>
                    <a:pt x="57294" y="59471"/>
                    <a:pt x="57294" y="62135"/>
                  </a:cubicBezTo>
                  <a:cubicBezTo>
                    <a:pt x="57294" y="67526"/>
                    <a:pt x="66795" y="67526"/>
                    <a:pt x="66795" y="62135"/>
                  </a:cubicBezTo>
                  <a:cubicBezTo>
                    <a:pt x="67007" y="59480"/>
                    <a:pt x="65016" y="57156"/>
                    <a:pt x="62348" y="56946"/>
                  </a:cubicBezTo>
                  <a:cubicBezTo>
                    <a:pt x="62278" y="56941"/>
                    <a:pt x="62209" y="56937"/>
                    <a:pt x="62140" y="56934"/>
                  </a:cubicBezTo>
                  <a:close/>
                </a:path>
              </a:pathLst>
            </a:custGeom>
            <a:solidFill>
              <a:srgbClr val="3F8624"/>
            </a:solidFill>
            <a:ln cap="flat" cmpd="sng" w="9525">
              <a:solidFill>
                <a:srgbClr val="3F862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530" name="Google Shape;3530;p98"/>
          <p:cNvSpPr txBox="1"/>
          <p:nvPr/>
        </p:nvSpPr>
        <p:spPr>
          <a:xfrm>
            <a:off x="8318527" y="4548586"/>
            <a:ext cx="425700" cy="83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5B5B5B"/>
                </a:solidFill>
                <a:latin typeface="Arial"/>
                <a:ea typeface="Arial"/>
                <a:cs typeface="Arial"/>
                <a:sym typeface="Arial"/>
              </a:rPr>
              <a:t>GCS</a:t>
            </a:r>
            <a:endParaRPr sz="600">
              <a:solidFill>
                <a:srgbClr val="5B5B5B"/>
              </a:solidFill>
              <a:latin typeface="Arial"/>
              <a:ea typeface="Arial"/>
              <a:cs typeface="Arial"/>
              <a:sym typeface="Arial"/>
            </a:endParaRPr>
          </a:p>
        </p:txBody>
      </p:sp>
      <p:grpSp>
        <p:nvGrpSpPr>
          <p:cNvPr id="3531" name="Google Shape;3531;p98"/>
          <p:cNvGrpSpPr/>
          <p:nvPr/>
        </p:nvGrpSpPr>
        <p:grpSpPr>
          <a:xfrm>
            <a:off x="8388666" y="4213442"/>
            <a:ext cx="285520" cy="257018"/>
            <a:chOff x="4422252" y="2220263"/>
            <a:chExt cx="527470" cy="474816"/>
          </a:xfrm>
        </p:grpSpPr>
        <p:sp>
          <p:nvSpPr>
            <p:cNvPr id="3532" name="Google Shape;3532;p98"/>
            <p:cNvSpPr/>
            <p:nvPr/>
          </p:nvSpPr>
          <p:spPr>
            <a:xfrm>
              <a:off x="4422252" y="2220263"/>
              <a:ext cx="527470" cy="474816"/>
            </a:xfrm>
            <a:custGeom>
              <a:rect b="b" l="l" r="r" t="t"/>
              <a:pathLst>
                <a:path extrusionOk="0" h="474816" w="527470">
                  <a:moveTo>
                    <a:pt x="519002" y="205431"/>
                  </a:moveTo>
                  <a:lnTo>
                    <a:pt x="419032" y="32300"/>
                  </a:lnTo>
                  <a:cubicBezTo>
                    <a:pt x="407767" y="12387"/>
                    <a:pt x="386678" y="54"/>
                    <a:pt x="363798" y="0"/>
                  </a:cubicBezTo>
                  <a:lnTo>
                    <a:pt x="163858" y="0"/>
                  </a:lnTo>
                  <a:cubicBezTo>
                    <a:pt x="140979" y="54"/>
                    <a:pt x="119890" y="12387"/>
                    <a:pt x="108625" y="32300"/>
                  </a:cubicBezTo>
                  <a:lnTo>
                    <a:pt x="8655" y="205431"/>
                  </a:lnTo>
                  <a:cubicBezTo>
                    <a:pt x="-2885" y="225418"/>
                    <a:pt x="-2885" y="250044"/>
                    <a:pt x="8655" y="270032"/>
                  </a:cubicBezTo>
                  <a:lnTo>
                    <a:pt x="108625" y="442516"/>
                  </a:lnTo>
                  <a:cubicBezTo>
                    <a:pt x="119890" y="462429"/>
                    <a:pt x="140979" y="474763"/>
                    <a:pt x="163858" y="474816"/>
                  </a:cubicBezTo>
                  <a:lnTo>
                    <a:pt x="363798" y="474816"/>
                  </a:lnTo>
                  <a:cubicBezTo>
                    <a:pt x="386678" y="474763"/>
                    <a:pt x="407767" y="462429"/>
                    <a:pt x="419032" y="442516"/>
                  </a:cubicBezTo>
                  <a:lnTo>
                    <a:pt x="519002" y="269386"/>
                  </a:lnTo>
                  <a:cubicBezTo>
                    <a:pt x="530294" y="249563"/>
                    <a:pt x="530294" y="225253"/>
                    <a:pt x="519002" y="205431"/>
                  </a:cubicBezTo>
                  <a:close/>
                  <a:moveTo>
                    <a:pt x="385762" y="423136"/>
                  </a:moveTo>
                  <a:cubicBezTo>
                    <a:pt x="381253" y="431014"/>
                    <a:pt x="372876" y="435880"/>
                    <a:pt x="363798" y="435894"/>
                  </a:cubicBezTo>
                  <a:lnTo>
                    <a:pt x="163858" y="435894"/>
                  </a:lnTo>
                  <a:cubicBezTo>
                    <a:pt x="155071" y="435597"/>
                    <a:pt x="147065" y="430770"/>
                    <a:pt x="142702" y="423136"/>
                  </a:cubicBezTo>
                  <a:lnTo>
                    <a:pt x="41924" y="250167"/>
                  </a:lnTo>
                  <a:cubicBezTo>
                    <a:pt x="37399" y="242263"/>
                    <a:pt x="37399" y="232553"/>
                    <a:pt x="41924" y="224649"/>
                  </a:cubicBezTo>
                  <a:lnTo>
                    <a:pt x="142702" y="51681"/>
                  </a:lnTo>
                  <a:cubicBezTo>
                    <a:pt x="147211" y="43803"/>
                    <a:pt x="155589" y="38937"/>
                    <a:pt x="164666" y="38922"/>
                  </a:cubicBezTo>
                  <a:lnTo>
                    <a:pt x="363798" y="38922"/>
                  </a:lnTo>
                  <a:cubicBezTo>
                    <a:pt x="372876" y="38937"/>
                    <a:pt x="381253" y="43803"/>
                    <a:pt x="385762" y="51681"/>
                  </a:cubicBezTo>
                  <a:lnTo>
                    <a:pt x="485732" y="224649"/>
                  </a:lnTo>
                  <a:cubicBezTo>
                    <a:pt x="490257" y="232553"/>
                    <a:pt x="490257" y="242263"/>
                    <a:pt x="485732" y="250167"/>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33" name="Google Shape;3533;p98"/>
            <p:cNvSpPr/>
            <p:nvPr/>
          </p:nvSpPr>
          <p:spPr>
            <a:xfrm>
              <a:off x="4536365" y="2357217"/>
              <a:ext cx="299424" cy="99969"/>
            </a:xfrm>
            <a:custGeom>
              <a:rect b="b" l="l" r="r" t="t"/>
              <a:pathLst>
                <a:path extrusionOk="0" h="99969" w="299424">
                  <a:moveTo>
                    <a:pt x="256950" y="99970"/>
                  </a:moveTo>
                  <a:lnTo>
                    <a:pt x="42475" y="99970"/>
                  </a:lnTo>
                  <a:cubicBezTo>
                    <a:pt x="19017" y="99970"/>
                    <a:pt x="0" y="80953"/>
                    <a:pt x="0" y="57495"/>
                  </a:cubicBezTo>
                  <a:lnTo>
                    <a:pt x="0" y="42637"/>
                  </a:lnTo>
                  <a:cubicBezTo>
                    <a:pt x="0" y="19153"/>
                    <a:pt x="18991" y="89"/>
                    <a:pt x="42475" y="0"/>
                  </a:cubicBezTo>
                  <a:lnTo>
                    <a:pt x="256950" y="0"/>
                  </a:lnTo>
                  <a:cubicBezTo>
                    <a:pt x="280434" y="89"/>
                    <a:pt x="299425" y="19153"/>
                    <a:pt x="299425" y="42637"/>
                  </a:cubicBezTo>
                  <a:lnTo>
                    <a:pt x="299425" y="57495"/>
                  </a:lnTo>
                  <a:cubicBezTo>
                    <a:pt x="299425" y="80953"/>
                    <a:pt x="280408" y="99970"/>
                    <a:pt x="256950" y="99970"/>
                  </a:cubicBezTo>
                  <a:close/>
                  <a:moveTo>
                    <a:pt x="42475" y="24225"/>
                  </a:moveTo>
                  <a:cubicBezTo>
                    <a:pt x="32307" y="24225"/>
                    <a:pt x="24064" y="32468"/>
                    <a:pt x="24064" y="42637"/>
                  </a:cubicBezTo>
                  <a:lnTo>
                    <a:pt x="24064" y="57495"/>
                  </a:lnTo>
                  <a:cubicBezTo>
                    <a:pt x="23885" y="67661"/>
                    <a:pt x="31983" y="76048"/>
                    <a:pt x="42149" y="76226"/>
                  </a:cubicBezTo>
                  <a:cubicBezTo>
                    <a:pt x="42258" y="76227"/>
                    <a:pt x="42366" y="76229"/>
                    <a:pt x="42475" y="76229"/>
                  </a:cubicBezTo>
                  <a:lnTo>
                    <a:pt x="256950" y="76229"/>
                  </a:lnTo>
                  <a:cubicBezTo>
                    <a:pt x="267118" y="76229"/>
                    <a:pt x="275361" y="67986"/>
                    <a:pt x="275361" y="57818"/>
                  </a:cubicBezTo>
                  <a:lnTo>
                    <a:pt x="275361" y="42960"/>
                  </a:lnTo>
                  <a:cubicBezTo>
                    <a:pt x="275361" y="32791"/>
                    <a:pt x="267118" y="24548"/>
                    <a:pt x="256950" y="24548"/>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34" name="Google Shape;3534;p98"/>
            <p:cNvSpPr/>
            <p:nvPr/>
          </p:nvSpPr>
          <p:spPr>
            <a:xfrm>
              <a:off x="4583844" y="2399528"/>
              <a:ext cx="63957" cy="15506"/>
            </a:xfrm>
            <a:custGeom>
              <a:rect b="b" l="l" r="r" t="t"/>
              <a:pathLst>
                <a:path extrusionOk="0" h="15506" w="63957">
                  <a:moveTo>
                    <a:pt x="56205" y="15506"/>
                  </a:moveTo>
                  <a:lnTo>
                    <a:pt x="7754" y="15506"/>
                  </a:lnTo>
                  <a:cubicBezTo>
                    <a:pt x="3472" y="15506"/>
                    <a:pt x="2" y="12035"/>
                    <a:pt x="2" y="7754"/>
                  </a:cubicBezTo>
                  <a:cubicBezTo>
                    <a:pt x="-89" y="3563"/>
                    <a:pt x="3237" y="92"/>
                    <a:pt x="7428" y="2"/>
                  </a:cubicBezTo>
                  <a:cubicBezTo>
                    <a:pt x="7536" y="0"/>
                    <a:pt x="7646" y="0"/>
                    <a:pt x="7754" y="2"/>
                  </a:cubicBezTo>
                  <a:lnTo>
                    <a:pt x="56205" y="2"/>
                  </a:lnTo>
                  <a:cubicBezTo>
                    <a:pt x="60396" y="-89"/>
                    <a:pt x="63866" y="3237"/>
                    <a:pt x="63957" y="7428"/>
                  </a:cubicBezTo>
                  <a:cubicBezTo>
                    <a:pt x="63958" y="7536"/>
                    <a:pt x="63958" y="7646"/>
                    <a:pt x="63957" y="7754"/>
                  </a:cubicBezTo>
                  <a:cubicBezTo>
                    <a:pt x="63957" y="12035"/>
                    <a:pt x="60486" y="15506"/>
                    <a:pt x="56205" y="15506"/>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35" name="Google Shape;3535;p98"/>
            <p:cNvSpPr/>
            <p:nvPr/>
          </p:nvSpPr>
          <p:spPr>
            <a:xfrm>
              <a:off x="4536365" y="2475275"/>
              <a:ext cx="299424" cy="99969"/>
            </a:xfrm>
            <a:custGeom>
              <a:rect b="b" l="l" r="r" t="t"/>
              <a:pathLst>
                <a:path extrusionOk="0" h="99969" w="299424">
                  <a:moveTo>
                    <a:pt x="256950" y="99970"/>
                  </a:moveTo>
                  <a:lnTo>
                    <a:pt x="42475" y="99970"/>
                  </a:lnTo>
                  <a:cubicBezTo>
                    <a:pt x="18991" y="99881"/>
                    <a:pt x="0" y="80817"/>
                    <a:pt x="0" y="57333"/>
                  </a:cubicBezTo>
                  <a:lnTo>
                    <a:pt x="0" y="42475"/>
                  </a:lnTo>
                  <a:cubicBezTo>
                    <a:pt x="0" y="19017"/>
                    <a:pt x="19017" y="0"/>
                    <a:pt x="42475" y="0"/>
                  </a:cubicBezTo>
                  <a:lnTo>
                    <a:pt x="256950" y="0"/>
                  </a:lnTo>
                  <a:cubicBezTo>
                    <a:pt x="280408" y="0"/>
                    <a:pt x="299425" y="19017"/>
                    <a:pt x="299425" y="42475"/>
                  </a:cubicBezTo>
                  <a:lnTo>
                    <a:pt x="299425" y="57333"/>
                  </a:lnTo>
                  <a:cubicBezTo>
                    <a:pt x="299425" y="80817"/>
                    <a:pt x="280434" y="99881"/>
                    <a:pt x="256950" y="99970"/>
                  </a:cubicBezTo>
                  <a:close/>
                  <a:moveTo>
                    <a:pt x="42475" y="24064"/>
                  </a:moveTo>
                  <a:cubicBezTo>
                    <a:pt x="32343" y="24151"/>
                    <a:pt x="24152" y="32344"/>
                    <a:pt x="24064" y="42475"/>
                  </a:cubicBezTo>
                  <a:lnTo>
                    <a:pt x="24064" y="57333"/>
                  </a:lnTo>
                  <a:cubicBezTo>
                    <a:pt x="24064" y="67501"/>
                    <a:pt x="32307" y="75745"/>
                    <a:pt x="42475" y="75745"/>
                  </a:cubicBezTo>
                  <a:lnTo>
                    <a:pt x="256950" y="75745"/>
                  </a:lnTo>
                  <a:cubicBezTo>
                    <a:pt x="267118" y="75745"/>
                    <a:pt x="275361" y="67501"/>
                    <a:pt x="275361" y="57333"/>
                  </a:cubicBezTo>
                  <a:lnTo>
                    <a:pt x="275361" y="42475"/>
                  </a:lnTo>
                  <a:cubicBezTo>
                    <a:pt x="275274" y="32344"/>
                    <a:pt x="267081" y="24151"/>
                    <a:pt x="256950" y="24064"/>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36" name="Google Shape;3536;p98"/>
            <p:cNvSpPr/>
            <p:nvPr/>
          </p:nvSpPr>
          <p:spPr>
            <a:xfrm>
              <a:off x="4583845" y="2517427"/>
              <a:ext cx="63957" cy="15505"/>
            </a:xfrm>
            <a:custGeom>
              <a:rect b="b" l="l" r="r" t="t"/>
              <a:pathLst>
                <a:path extrusionOk="0" h="15505" w="63957">
                  <a:moveTo>
                    <a:pt x="56204" y="15504"/>
                  </a:moveTo>
                  <a:lnTo>
                    <a:pt x="7753" y="15504"/>
                  </a:lnTo>
                  <a:cubicBezTo>
                    <a:pt x="3562" y="15595"/>
                    <a:pt x="92" y="12269"/>
                    <a:pt x="1" y="8078"/>
                  </a:cubicBezTo>
                  <a:cubicBezTo>
                    <a:pt x="0" y="7970"/>
                    <a:pt x="0" y="7860"/>
                    <a:pt x="1" y="7752"/>
                  </a:cubicBezTo>
                  <a:cubicBezTo>
                    <a:pt x="1" y="3471"/>
                    <a:pt x="3472" y="0"/>
                    <a:pt x="7753" y="0"/>
                  </a:cubicBezTo>
                  <a:lnTo>
                    <a:pt x="56204" y="0"/>
                  </a:lnTo>
                  <a:cubicBezTo>
                    <a:pt x="60485" y="0"/>
                    <a:pt x="63956" y="3471"/>
                    <a:pt x="63956" y="7752"/>
                  </a:cubicBezTo>
                  <a:cubicBezTo>
                    <a:pt x="64046" y="11943"/>
                    <a:pt x="60721" y="15414"/>
                    <a:pt x="56530" y="15504"/>
                  </a:cubicBezTo>
                  <a:cubicBezTo>
                    <a:pt x="56422" y="15506"/>
                    <a:pt x="56312" y="15506"/>
                    <a:pt x="56204" y="15504"/>
                  </a:cubicBezTo>
                  <a:close/>
                </a:path>
              </a:pathLst>
            </a:custGeom>
            <a:solidFill>
              <a:srgbClr val="007FD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537" name="Google Shape;3537;p98"/>
          <p:cNvSpPr txBox="1"/>
          <p:nvPr/>
        </p:nvSpPr>
        <p:spPr>
          <a:xfrm>
            <a:off x="7703017" y="4548586"/>
            <a:ext cx="4257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5B5B5B"/>
                </a:solidFill>
                <a:latin typeface="Arial"/>
                <a:ea typeface="Arial"/>
                <a:cs typeface="Arial"/>
                <a:sym typeface="Arial"/>
              </a:rPr>
              <a:t>Microsoft Azure Blob</a:t>
            </a:r>
            <a:endParaRPr sz="600">
              <a:solidFill>
                <a:srgbClr val="5B5B5B"/>
              </a:solidFill>
              <a:latin typeface="Arial"/>
              <a:ea typeface="Arial"/>
              <a:cs typeface="Arial"/>
              <a:sym typeface="Arial"/>
            </a:endParaRPr>
          </a:p>
        </p:txBody>
      </p:sp>
      <p:grpSp>
        <p:nvGrpSpPr>
          <p:cNvPr id="3538" name="Google Shape;3538;p98"/>
          <p:cNvGrpSpPr/>
          <p:nvPr/>
        </p:nvGrpSpPr>
        <p:grpSpPr>
          <a:xfrm>
            <a:off x="7233495" y="4215489"/>
            <a:ext cx="218693" cy="264401"/>
            <a:chOff x="2448763" y="0"/>
            <a:chExt cx="4246473" cy="5134008"/>
          </a:xfrm>
        </p:grpSpPr>
        <p:sp>
          <p:nvSpPr>
            <p:cNvPr id="3539" name="Google Shape;3539;p98"/>
            <p:cNvSpPr/>
            <p:nvPr/>
          </p:nvSpPr>
          <p:spPr>
            <a:xfrm>
              <a:off x="2448763" y="890754"/>
              <a:ext cx="344163" cy="3344735"/>
            </a:xfrm>
            <a:custGeom>
              <a:rect b="b" l="l" r="r" t="t"/>
              <a:pathLst>
                <a:path extrusionOk="0" h="3344735" w="344163">
                  <a:moveTo>
                    <a:pt x="342107" y="0"/>
                  </a:moveTo>
                  <a:lnTo>
                    <a:pt x="0" y="171129"/>
                  </a:lnTo>
                  <a:lnTo>
                    <a:pt x="0" y="3174602"/>
                  </a:lnTo>
                  <a:lnTo>
                    <a:pt x="342107" y="3344735"/>
                  </a:lnTo>
                  <a:lnTo>
                    <a:pt x="344163" y="3342263"/>
                  </a:lnTo>
                  <a:lnTo>
                    <a:pt x="344163" y="2356"/>
                  </a:lnTo>
                  <a:lnTo>
                    <a:pt x="342107" y="0"/>
                  </a:lnTo>
                </a:path>
              </a:pathLst>
            </a:custGeom>
            <a:solidFill>
              <a:srgbClr val="8C312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0" name="Google Shape;3540;p98"/>
            <p:cNvSpPr/>
            <p:nvPr/>
          </p:nvSpPr>
          <p:spPr>
            <a:xfrm>
              <a:off x="2790869" y="890754"/>
              <a:ext cx="1830893" cy="3344735"/>
            </a:xfrm>
            <a:custGeom>
              <a:rect b="b" l="l" r="r" t="t"/>
              <a:pathLst>
                <a:path extrusionOk="0" h="3344735" w="1830893">
                  <a:moveTo>
                    <a:pt x="1830894" y="2908799"/>
                  </a:moveTo>
                  <a:lnTo>
                    <a:pt x="0" y="3344735"/>
                  </a:lnTo>
                  <a:lnTo>
                    <a:pt x="0" y="0"/>
                  </a:lnTo>
                  <a:lnTo>
                    <a:pt x="1830894" y="426429"/>
                  </a:lnTo>
                  <a:lnTo>
                    <a:pt x="1830894" y="2908799"/>
                  </a:lnTo>
                </a:path>
              </a:pathLst>
            </a:custGeom>
            <a:solidFill>
              <a:srgbClr val="E0524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1" name="Google Shape;3541;p98"/>
            <p:cNvSpPr/>
            <p:nvPr/>
          </p:nvSpPr>
          <p:spPr>
            <a:xfrm>
              <a:off x="3795326" y="1920981"/>
              <a:ext cx="785846" cy="1294967"/>
            </a:xfrm>
            <a:custGeom>
              <a:rect b="b" l="l" r="r" t="t"/>
              <a:pathLst>
                <a:path extrusionOk="0" h="1294967" w="785846">
                  <a:moveTo>
                    <a:pt x="0" y="1196079"/>
                  </a:moveTo>
                  <a:lnTo>
                    <a:pt x="776607" y="1294968"/>
                  </a:lnTo>
                  <a:lnTo>
                    <a:pt x="781484" y="1283718"/>
                  </a:lnTo>
                  <a:lnTo>
                    <a:pt x="785846" y="9955"/>
                  </a:lnTo>
                  <a:lnTo>
                    <a:pt x="776607" y="0"/>
                  </a:lnTo>
                  <a:lnTo>
                    <a:pt x="0" y="97461"/>
                  </a:lnTo>
                  <a:lnTo>
                    <a:pt x="0" y="1196079"/>
                  </a:lnTo>
                </a:path>
              </a:pathLst>
            </a:custGeom>
            <a:solidFill>
              <a:srgbClr val="8C312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2" name="Google Shape;3542;p98"/>
            <p:cNvSpPr/>
            <p:nvPr/>
          </p:nvSpPr>
          <p:spPr>
            <a:xfrm>
              <a:off x="4571933" y="890754"/>
              <a:ext cx="1783850" cy="3345664"/>
            </a:xfrm>
            <a:custGeom>
              <a:rect b="b" l="l" r="r" t="t"/>
              <a:pathLst>
                <a:path extrusionOk="0" h="3345664" w="1783850">
                  <a:moveTo>
                    <a:pt x="0" y="2913693"/>
                  </a:moveTo>
                  <a:lnTo>
                    <a:pt x="1781048" y="3345664"/>
                  </a:lnTo>
                  <a:lnTo>
                    <a:pt x="1783851" y="3341201"/>
                  </a:lnTo>
                  <a:lnTo>
                    <a:pt x="1783801" y="2987"/>
                  </a:lnTo>
                  <a:lnTo>
                    <a:pt x="1780981" y="0"/>
                  </a:lnTo>
                  <a:lnTo>
                    <a:pt x="0" y="431324"/>
                  </a:lnTo>
                  <a:lnTo>
                    <a:pt x="0" y="2913693"/>
                  </a:lnTo>
                </a:path>
              </a:pathLst>
            </a:custGeom>
            <a:solidFill>
              <a:srgbClr val="8C312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3" name="Google Shape;3543;p98"/>
            <p:cNvSpPr/>
            <p:nvPr/>
          </p:nvSpPr>
          <p:spPr>
            <a:xfrm>
              <a:off x="4571933" y="1920981"/>
              <a:ext cx="776822" cy="1294967"/>
            </a:xfrm>
            <a:custGeom>
              <a:rect b="b" l="l" r="r" t="t"/>
              <a:pathLst>
                <a:path extrusionOk="0" h="1294967" w="776822">
                  <a:moveTo>
                    <a:pt x="776823" y="1196079"/>
                  </a:moveTo>
                  <a:lnTo>
                    <a:pt x="0" y="1294968"/>
                  </a:lnTo>
                  <a:lnTo>
                    <a:pt x="0" y="0"/>
                  </a:lnTo>
                  <a:lnTo>
                    <a:pt x="776823" y="97461"/>
                  </a:lnTo>
                  <a:lnTo>
                    <a:pt x="776823" y="1196079"/>
                  </a:lnTo>
                </a:path>
              </a:pathLst>
            </a:custGeom>
            <a:solidFill>
              <a:srgbClr val="E0524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4" name="Google Shape;3544;p98"/>
            <p:cNvSpPr/>
            <p:nvPr/>
          </p:nvSpPr>
          <p:spPr>
            <a:xfrm>
              <a:off x="3795326" y="1283801"/>
              <a:ext cx="1553429" cy="344962"/>
            </a:xfrm>
            <a:custGeom>
              <a:rect b="b" l="l" r="r" t="t"/>
              <a:pathLst>
                <a:path extrusionOk="0" h="344962" w="1553429">
                  <a:moveTo>
                    <a:pt x="1553430" y="203351"/>
                  </a:moveTo>
                  <a:lnTo>
                    <a:pt x="776607" y="344963"/>
                  </a:lnTo>
                  <a:lnTo>
                    <a:pt x="0" y="203351"/>
                  </a:lnTo>
                  <a:lnTo>
                    <a:pt x="775628" y="0"/>
                  </a:lnTo>
                  <a:lnTo>
                    <a:pt x="1553430" y="203351"/>
                  </a:lnTo>
                </a:path>
              </a:pathLst>
            </a:custGeom>
            <a:solidFill>
              <a:srgbClr val="5E1F1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5" name="Google Shape;3545;p98"/>
            <p:cNvSpPr/>
            <p:nvPr/>
          </p:nvSpPr>
          <p:spPr>
            <a:xfrm>
              <a:off x="3795326" y="3504382"/>
              <a:ext cx="1553429" cy="359115"/>
            </a:xfrm>
            <a:custGeom>
              <a:rect b="b" l="l" r="r" t="t"/>
              <a:pathLst>
                <a:path extrusionOk="0" h="359115" w="1553429">
                  <a:moveTo>
                    <a:pt x="1553430" y="142541"/>
                  </a:moveTo>
                  <a:lnTo>
                    <a:pt x="776607" y="0"/>
                  </a:lnTo>
                  <a:lnTo>
                    <a:pt x="0" y="142541"/>
                  </a:lnTo>
                  <a:lnTo>
                    <a:pt x="775662" y="359116"/>
                  </a:lnTo>
                  <a:lnTo>
                    <a:pt x="1553430" y="142541"/>
                  </a:lnTo>
                </a:path>
              </a:pathLst>
            </a:custGeom>
            <a:solidFill>
              <a:srgbClr val="F2B0A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6" name="Google Shape;3546;p98"/>
            <p:cNvSpPr/>
            <p:nvPr/>
          </p:nvSpPr>
          <p:spPr>
            <a:xfrm>
              <a:off x="3795326" y="0"/>
              <a:ext cx="782893" cy="1487151"/>
            </a:xfrm>
            <a:custGeom>
              <a:rect b="b" l="l" r="r" t="t"/>
              <a:pathLst>
                <a:path extrusionOk="0" h="1487151" w="782893">
                  <a:moveTo>
                    <a:pt x="0" y="1487152"/>
                  </a:moveTo>
                  <a:lnTo>
                    <a:pt x="776607" y="1294918"/>
                  </a:lnTo>
                  <a:lnTo>
                    <a:pt x="782894" y="1292976"/>
                  </a:lnTo>
                  <a:lnTo>
                    <a:pt x="782894" y="5193"/>
                  </a:lnTo>
                  <a:lnTo>
                    <a:pt x="776607" y="0"/>
                  </a:lnTo>
                  <a:lnTo>
                    <a:pt x="0" y="388467"/>
                  </a:lnTo>
                  <a:lnTo>
                    <a:pt x="0" y="1487152"/>
                  </a:lnTo>
                </a:path>
              </a:pathLst>
            </a:custGeom>
            <a:solidFill>
              <a:srgbClr val="8C312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7" name="Google Shape;3547;p98"/>
            <p:cNvSpPr/>
            <p:nvPr/>
          </p:nvSpPr>
          <p:spPr>
            <a:xfrm>
              <a:off x="4571933" y="0"/>
              <a:ext cx="776822" cy="1487151"/>
            </a:xfrm>
            <a:custGeom>
              <a:rect b="b" l="l" r="r" t="t"/>
              <a:pathLst>
                <a:path extrusionOk="0" h="1487151" w="776822">
                  <a:moveTo>
                    <a:pt x="776823" y="1487152"/>
                  </a:moveTo>
                  <a:lnTo>
                    <a:pt x="0" y="1294918"/>
                  </a:lnTo>
                  <a:lnTo>
                    <a:pt x="0" y="0"/>
                  </a:lnTo>
                  <a:lnTo>
                    <a:pt x="776823" y="388467"/>
                  </a:lnTo>
                  <a:lnTo>
                    <a:pt x="776823" y="1487152"/>
                  </a:lnTo>
                </a:path>
              </a:pathLst>
            </a:custGeom>
            <a:solidFill>
              <a:srgbClr val="E0524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8" name="Google Shape;3548;p98"/>
            <p:cNvSpPr/>
            <p:nvPr/>
          </p:nvSpPr>
          <p:spPr>
            <a:xfrm>
              <a:off x="3795243" y="3647006"/>
              <a:ext cx="788119" cy="1487002"/>
            </a:xfrm>
            <a:custGeom>
              <a:rect b="b" l="l" r="r" t="t"/>
              <a:pathLst>
                <a:path extrusionOk="0" h="1487002" w="788119">
                  <a:moveTo>
                    <a:pt x="776690" y="1487003"/>
                  </a:moveTo>
                  <a:lnTo>
                    <a:pt x="0" y="1098668"/>
                  </a:lnTo>
                  <a:lnTo>
                    <a:pt x="0" y="0"/>
                  </a:lnTo>
                  <a:lnTo>
                    <a:pt x="776690" y="192168"/>
                  </a:lnTo>
                  <a:lnTo>
                    <a:pt x="788119" y="205159"/>
                  </a:lnTo>
                  <a:lnTo>
                    <a:pt x="785017" y="1464587"/>
                  </a:lnTo>
                  <a:lnTo>
                    <a:pt x="776690" y="1487003"/>
                  </a:lnTo>
                </a:path>
              </a:pathLst>
            </a:custGeom>
            <a:solidFill>
              <a:srgbClr val="8C312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3549" name="Google Shape;3549;p98"/>
            <p:cNvSpPr/>
            <p:nvPr/>
          </p:nvSpPr>
          <p:spPr>
            <a:xfrm>
              <a:off x="4571933" y="890754"/>
              <a:ext cx="2123303" cy="4243254"/>
            </a:xfrm>
            <a:custGeom>
              <a:rect b="b" l="l" r="r" t="t"/>
              <a:pathLst>
                <a:path extrusionOk="0" h="4243254" w="2123303">
                  <a:moveTo>
                    <a:pt x="0" y="4243255"/>
                  </a:moveTo>
                  <a:lnTo>
                    <a:pt x="776756" y="3854921"/>
                  </a:lnTo>
                  <a:lnTo>
                    <a:pt x="776756" y="2756252"/>
                  </a:lnTo>
                  <a:lnTo>
                    <a:pt x="0" y="2948420"/>
                  </a:lnTo>
                  <a:lnTo>
                    <a:pt x="0" y="4243255"/>
                  </a:lnTo>
                  <a:moveTo>
                    <a:pt x="1781048" y="0"/>
                  </a:moveTo>
                  <a:lnTo>
                    <a:pt x="2123303" y="171129"/>
                  </a:lnTo>
                  <a:lnTo>
                    <a:pt x="2123303" y="3174602"/>
                  </a:lnTo>
                  <a:lnTo>
                    <a:pt x="1781048" y="3345664"/>
                  </a:lnTo>
                  <a:lnTo>
                    <a:pt x="1781048" y="0"/>
                  </a:lnTo>
                </a:path>
              </a:pathLst>
            </a:custGeom>
            <a:solidFill>
              <a:srgbClr val="E0524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3550" name="Google Shape;3550;p98"/>
          <p:cNvSpPr/>
          <p:nvPr/>
        </p:nvSpPr>
        <p:spPr>
          <a:xfrm>
            <a:off x="6545375" y="4110350"/>
            <a:ext cx="2265000" cy="733200"/>
          </a:xfrm>
          <a:prstGeom prst="rect">
            <a:avLst/>
          </a:prstGeom>
          <a:noFill/>
          <a:ln cap="flat" cmpd="sng" w="9525">
            <a:solidFill>
              <a:srgbClr val="B7B7B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3551" name="Google Shape;3551;p98"/>
          <p:cNvSpPr/>
          <p:nvPr/>
        </p:nvSpPr>
        <p:spPr>
          <a:xfrm>
            <a:off x="6867677" y="4752010"/>
            <a:ext cx="1571400" cy="1662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800">
                <a:solidFill>
                  <a:srgbClr val="5B5B5B"/>
                </a:solidFill>
                <a:latin typeface="Arial"/>
                <a:ea typeface="Arial"/>
                <a:cs typeface="Arial"/>
                <a:sym typeface="Arial"/>
              </a:rPr>
              <a:t>Frequently used partner icons</a:t>
            </a:r>
            <a:endParaRPr b="1" sz="800">
              <a:solidFill>
                <a:srgbClr val="5B5B5B"/>
              </a:solidFill>
              <a:latin typeface="Arial"/>
              <a:ea typeface="Arial"/>
              <a:cs typeface="Arial"/>
              <a:sym typeface="Arial"/>
            </a:endParaRPr>
          </a:p>
        </p:txBody>
      </p:sp>
      <p:grpSp>
        <p:nvGrpSpPr>
          <p:cNvPr id="3552" name="Google Shape;3552;p98"/>
          <p:cNvGrpSpPr/>
          <p:nvPr/>
        </p:nvGrpSpPr>
        <p:grpSpPr>
          <a:xfrm>
            <a:off x="5143510" y="4131406"/>
            <a:ext cx="390140" cy="228447"/>
            <a:chOff x="5844540" y="3308985"/>
            <a:chExt cx="501015" cy="293370"/>
          </a:xfrm>
        </p:grpSpPr>
        <p:sp>
          <p:nvSpPr>
            <p:cNvPr id="3553" name="Google Shape;3553;p98"/>
            <p:cNvSpPr/>
            <p:nvPr/>
          </p:nvSpPr>
          <p:spPr>
            <a:xfrm>
              <a:off x="5926455" y="3460432"/>
              <a:ext cx="106680" cy="106680"/>
            </a:xfrm>
            <a:custGeom>
              <a:rect b="b" l="l" r="r" t="t"/>
              <a:pathLst>
                <a:path extrusionOk="0" h="106680" w="106680">
                  <a:moveTo>
                    <a:pt x="0" y="106680"/>
                  </a:moveTo>
                  <a:lnTo>
                    <a:pt x="106680" y="0"/>
                  </a:lnTo>
                </a:path>
              </a:pathLst>
            </a:custGeom>
            <a:noFill/>
            <a:ln cap="rnd" cmpd="sng" w="29650">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54" name="Google Shape;3554;p98"/>
            <p:cNvSpPr/>
            <p:nvPr/>
          </p:nvSpPr>
          <p:spPr>
            <a:xfrm>
              <a:off x="6007417" y="3308985"/>
              <a:ext cx="176212" cy="176212"/>
            </a:xfrm>
            <a:custGeom>
              <a:rect b="b" l="l" r="r" t="t"/>
              <a:pathLst>
                <a:path extrusionOk="0" h="176212" w="176212">
                  <a:moveTo>
                    <a:pt x="25718" y="25718"/>
                  </a:moveTo>
                  <a:cubicBezTo>
                    <a:pt x="-8573" y="60008"/>
                    <a:pt x="-8573" y="116205"/>
                    <a:pt x="25718" y="150495"/>
                  </a:cubicBezTo>
                  <a:cubicBezTo>
                    <a:pt x="60008" y="184785"/>
                    <a:pt x="116205" y="184785"/>
                    <a:pt x="150495" y="150495"/>
                  </a:cubicBezTo>
                  <a:cubicBezTo>
                    <a:pt x="184785" y="116205"/>
                    <a:pt x="184785" y="60008"/>
                    <a:pt x="150495" y="25718"/>
                  </a:cubicBezTo>
                  <a:cubicBezTo>
                    <a:pt x="116205" y="-8573"/>
                    <a:pt x="60008" y="-8573"/>
                    <a:pt x="25718" y="25718"/>
                  </a:cubicBezTo>
                  <a:close/>
                </a:path>
              </a:pathLst>
            </a:custGeom>
            <a:solidFill>
              <a:srgbClr val="FFFFFF"/>
            </a:solidFill>
            <a:ln cap="rnd" cmpd="sng" w="29650">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grpSp>
          <p:nvGrpSpPr>
            <p:cNvPr id="3555" name="Google Shape;3555;p98"/>
            <p:cNvGrpSpPr/>
            <p:nvPr/>
          </p:nvGrpSpPr>
          <p:grpSpPr>
            <a:xfrm>
              <a:off x="6237922" y="3317557"/>
              <a:ext cx="107633" cy="284798"/>
              <a:chOff x="6237922" y="3317557"/>
              <a:chExt cx="107633" cy="284798"/>
            </a:xfrm>
          </p:grpSpPr>
          <p:sp>
            <p:nvSpPr>
              <p:cNvPr id="3556" name="Google Shape;3556;p98"/>
              <p:cNvSpPr/>
              <p:nvPr/>
            </p:nvSpPr>
            <p:spPr>
              <a:xfrm>
                <a:off x="6237922" y="3346132"/>
                <a:ext cx="48577" cy="227647"/>
              </a:xfrm>
              <a:custGeom>
                <a:rect b="b" l="l" r="r" t="t"/>
                <a:pathLst>
                  <a:path extrusionOk="0" h="227647" w="48577">
                    <a:moveTo>
                      <a:pt x="48577" y="0"/>
                    </a:moveTo>
                    <a:lnTo>
                      <a:pt x="0" y="0"/>
                    </a:lnTo>
                    <a:lnTo>
                      <a:pt x="0" y="227648"/>
                    </a:lnTo>
                    <a:lnTo>
                      <a:pt x="48577" y="227648"/>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57" name="Google Shape;3557;p98"/>
              <p:cNvSpPr/>
              <p:nvPr/>
            </p:nvSpPr>
            <p:spPr>
              <a:xfrm>
                <a:off x="6288405" y="33175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58" name="Google Shape;3558;p98"/>
              <p:cNvSpPr/>
              <p:nvPr/>
            </p:nvSpPr>
            <p:spPr>
              <a:xfrm>
                <a:off x="6288405" y="34318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59" name="Google Shape;3559;p98"/>
              <p:cNvSpPr/>
              <p:nvPr/>
            </p:nvSpPr>
            <p:spPr>
              <a:xfrm>
                <a:off x="6288405" y="3545205"/>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0" name="Google Shape;3560;p98"/>
              <p:cNvSpPr/>
              <p:nvPr/>
            </p:nvSpPr>
            <p:spPr>
              <a:xfrm>
                <a:off x="6240780" y="3460432"/>
                <a:ext cx="45719" cy="9525"/>
              </a:xfrm>
              <a:custGeom>
                <a:rect b="b" l="l" r="r" t="t"/>
                <a:pathLst>
                  <a:path extrusionOk="0" h="9525" w="45719">
                    <a:moveTo>
                      <a:pt x="45720" y="0"/>
                    </a:moveTo>
                    <a:lnTo>
                      <a:pt x="0"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grpSp>
        <p:grpSp>
          <p:nvGrpSpPr>
            <p:cNvPr id="3561" name="Google Shape;3561;p98"/>
            <p:cNvGrpSpPr/>
            <p:nvPr/>
          </p:nvGrpSpPr>
          <p:grpSpPr>
            <a:xfrm>
              <a:off x="5844540" y="3349942"/>
              <a:ext cx="126682" cy="90488"/>
              <a:chOff x="5844540" y="3349942"/>
              <a:chExt cx="126682" cy="90488"/>
            </a:xfrm>
          </p:grpSpPr>
          <p:sp>
            <p:nvSpPr>
              <p:cNvPr id="3562" name="Google Shape;3562;p98"/>
              <p:cNvSpPr/>
              <p:nvPr/>
            </p:nvSpPr>
            <p:spPr>
              <a:xfrm>
                <a:off x="5851207" y="3349942"/>
                <a:ext cx="12382" cy="9525"/>
              </a:xfrm>
              <a:custGeom>
                <a:rect b="b" l="l" r="r" t="t"/>
                <a:pathLst>
                  <a:path extrusionOk="0" h="9525" w="12382">
                    <a:moveTo>
                      <a:pt x="0" y="0"/>
                    </a:moveTo>
                    <a:lnTo>
                      <a:pt x="12382"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3" name="Google Shape;3563;p98"/>
              <p:cNvSpPr/>
              <p:nvPr/>
            </p:nvSpPr>
            <p:spPr>
              <a:xfrm>
                <a:off x="5894070" y="3349942"/>
                <a:ext cx="19050" cy="9525"/>
              </a:xfrm>
              <a:custGeom>
                <a:rect b="b" l="l" r="r" t="t"/>
                <a:pathLst>
                  <a:path extrusionOk="0" h="9525" w="19050">
                    <a:moveTo>
                      <a:pt x="0" y="0"/>
                    </a:moveTo>
                    <a:lnTo>
                      <a:pt x="19050"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4" name="Google Shape;3564;p98"/>
              <p:cNvSpPr/>
              <p:nvPr/>
            </p:nvSpPr>
            <p:spPr>
              <a:xfrm>
                <a:off x="5943600" y="3349942"/>
                <a:ext cx="27622" cy="9525"/>
              </a:xfrm>
              <a:custGeom>
                <a:rect b="b" l="l" r="r" t="t"/>
                <a:pathLst>
                  <a:path extrusionOk="0" h="9525" w="27622">
                    <a:moveTo>
                      <a:pt x="0" y="0"/>
                    </a:moveTo>
                    <a:lnTo>
                      <a:pt x="27622"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5" name="Google Shape;3565;p98"/>
              <p:cNvSpPr/>
              <p:nvPr/>
            </p:nvSpPr>
            <p:spPr>
              <a:xfrm>
                <a:off x="5855970" y="3430905"/>
                <a:ext cx="35242" cy="9525"/>
              </a:xfrm>
              <a:custGeom>
                <a:rect b="b" l="l" r="r" t="t"/>
                <a:pathLst>
                  <a:path extrusionOk="0" h="9525" w="35242">
                    <a:moveTo>
                      <a:pt x="0" y="0"/>
                    </a:moveTo>
                    <a:lnTo>
                      <a:pt x="35243"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6" name="Google Shape;3566;p98"/>
              <p:cNvSpPr/>
              <p:nvPr/>
            </p:nvSpPr>
            <p:spPr>
              <a:xfrm>
                <a:off x="5921692" y="3430905"/>
                <a:ext cx="45720" cy="9525"/>
              </a:xfrm>
              <a:custGeom>
                <a:rect b="b" l="l" r="r" t="t"/>
                <a:pathLst>
                  <a:path extrusionOk="0" h="9525" w="45720">
                    <a:moveTo>
                      <a:pt x="0" y="0"/>
                    </a:moveTo>
                    <a:lnTo>
                      <a:pt x="45720"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7" name="Google Shape;3567;p98"/>
              <p:cNvSpPr/>
              <p:nvPr/>
            </p:nvSpPr>
            <p:spPr>
              <a:xfrm>
                <a:off x="5844540" y="3390900"/>
                <a:ext cx="10477" cy="9525"/>
              </a:xfrm>
              <a:custGeom>
                <a:rect b="b" l="l" r="r" t="t"/>
                <a:pathLst>
                  <a:path extrusionOk="0" h="9525" w="10477">
                    <a:moveTo>
                      <a:pt x="0" y="0"/>
                    </a:moveTo>
                    <a:lnTo>
                      <a:pt x="10477"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8" name="Google Shape;3568;p98"/>
              <p:cNvSpPr/>
              <p:nvPr/>
            </p:nvSpPr>
            <p:spPr>
              <a:xfrm>
                <a:off x="5884545" y="3390900"/>
                <a:ext cx="43815" cy="9525"/>
              </a:xfrm>
              <a:custGeom>
                <a:rect b="b" l="l" r="r" t="t"/>
                <a:pathLst>
                  <a:path extrusionOk="0" h="9525" w="43815">
                    <a:moveTo>
                      <a:pt x="0" y="0"/>
                    </a:moveTo>
                    <a:lnTo>
                      <a:pt x="43815"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sp>
            <p:nvSpPr>
              <p:cNvPr id="3569" name="Google Shape;3569;p98"/>
              <p:cNvSpPr/>
              <p:nvPr/>
            </p:nvSpPr>
            <p:spPr>
              <a:xfrm>
                <a:off x="5958840" y="3390900"/>
                <a:ext cx="5714" cy="9525"/>
              </a:xfrm>
              <a:custGeom>
                <a:rect b="b" l="l" r="r" t="t"/>
                <a:pathLst>
                  <a:path extrusionOk="0" h="9525" w="5714">
                    <a:moveTo>
                      <a:pt x="0" y="0"/>
                    </a:moveTo>
                    <a:lnTo>
                      <a:pt x="5715" y="0"/>
                    </a:lnTo>
                  </a:path>
                </a:pathLst>
              </a:custGeom>
              <a:noFill/>
              <a:ln cap="rnd" cmpd="sng" w="18575">
                <a:solidFill>
                  <a:srgbClr val="29B5E8"/>
                </a:solidFill>
                <a:prstDash val="solid"/>
                <a:round/>
                <a:headEnd len="sm" w="sm" type="none"/>
                <a:tailEnd len="sm" w="sm" type="none"/>
              </a:ln>
            </p:spPr>
            <p:txBody>
              <a:bodyPr anchorCtr="0" anchor="ctr" bIns="35625" lIns="71200" spcFirstLastPara="1" rIns="71200" wrap="square" tIns="35625">
                <a:noAutofit/>
              </a:bodyPr>
              <a:lstStyle/>
              <a:p>
                <a:pPr indent="0" lvl="0" marL="0" marR="0" rtl="0" algn="l">
                  <a:spcBef>
                    <a:spcPts val="0"/>
                  </a:spcBef>
                  <a:spcAft>
                    <a:spcPts val="0"/>
                  </a:spcAft>
                  <a:buNone/>
                </a:pPr>
                <a:r>
                  <a:t/>
                </a:r>
                <a:endParaRPr sz="2011">
                  <a:solidFill>
                    <a:srgbClr val="000000"/>
                  </a:solidFill>
                </a:endParaRPr>
              </a:p>
            </p:txBody>
          </p:sp>
        </p:grpSp>
      </p:grpSp>
      <p:sp>
        <p:nvSpPr>
          <p:cNvPr id="3570" name="Google Shape;3570;p98"/>
          <p:cNvSpPr txBox="1"/>
          <p:nvPr/>
        </p:nvSpPr>
        <p:spPr>
          <a:xfrm>
            <a:off x="5019497" y="4483963"/>
            <a:ext cx="6369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Snowflake Trail</a:t>
            </a:r>
            <a:endParaRPr sz="1800">
              <a:solidFill>
                <a:srgbClr val="252525"/>
              </a:solidFill>
              <a:latin typeface="Arial"/>
              <a:ea typeface="Arial"/>
              <a:cs typeface="Arial"/>
              <a:sym typeface="Arial"/>
            </a:endParaRPr>
          </a:p>
        </p:txBody>
      </p:sp>
      <p:pic>
        <p:nvPicPr>
          <p:cNvPr id="3571" name="Google Shape;3571;p98"/>
          <p:cNvPicPr preferRelativeResize="0"/>
          <p:nvPr/>
        </p:nvPicPr>
        <p:blipFill rotWithShape="1">
          <a:blip r:embed="rId3">
            <a:alphaModFix/>
          </a:blip>
          <a:srcRect b="0" l="0" r="0" t="0"/>
          <a:stretch/>
        </p:blipFill>
        <p:spPr>
          <a:xfrm>
            <a:off x="8323875" y="3239484"/>
            <a:ext cx="457200" cy="457200"/>
          </a:xfrm>
          <a:prstGeom prst="rect">
            <a:avLst/>
          </a:prstGeom>
          <a:noFill/>
          <a:ln>
            <a:noFill/>
          </a:ln>
        </p:spPr>
      </p:pic>
      <p:sp>
        <p:nvSpPr>
          <p:cNvPr id="3572" name="Google Shape;3572;p98"/>
          <p:cNvSpPr txBox="1"/>
          <p:nvPr/>
        </p:nvSpPr>
        <p:spPr>
          <a:xfrm>
            <a:off x="8280823" y="3708475"/>
            <a:ext cx="4977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Interactive</a:t>
            </a:r>
            <a:endParaRPr sz="600">
              <a:solidFill>
                <a:srgbClr val="11567F"/>
              </a:solidFill>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Warehouse</a:t>
            </a:r>
            <a:endParaRPr sz="600">
              <a:solidFill>
                <a:srgbClr val="11567F"/>
              </a:solidFill>
            </a:endParaRPr>
          </a:p>
        </p:txBody>
      </p:sp>
      <p:pic>
        <p:nvPicPr>
          <p:cNvPr id="3573" name="Google Shape;3573;p98"/>
          <p:cNvPicPr preferRelativeResize="0"/>
          <p:nvPr/>
        </p:nvPicPr>
        <p:blipFill rotWithShape="1">
          <a:blip r:embed="rId4">
            <a:alphaModFix/>
          </a:blip>
          <a:srcRect b="0" l="0" r="0" t="0"/>
          <a:stretch/>
        </p:blipFill>
        <p:spPr>
          <a:xfrm>
            <a:off x="5932950" y="4018525"/>
            <a:ext cx="457200" cy="457200"/>
          </a:xfrm>
          <a:prstGeom prst="rect">
            <a:avLst/>
          </a:prstGeom>
          <a:noFill/>
          <a:ln>
            <a:noFill/>
          </a:ln>
        </p:spPr>
      </p:pic>
      <p:sp>
        <p:nvSpPr>
          <p:cNvPr id="3574" name="Google Shape;3574;p98"/>
          <p:cNvSpPr txBox="1"/>
          <p:nvPr/>
        </p:nvSpPr>
        <p:spPr>
          <a:xfrm>
            <a:off x="5827385" y="4483963"/>
            <a:ext cx="6369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Interactive</a:t>
            </a:r>
            <a:endParaRPr sz="600">
              <a:solidFill>
                <a:srgbClr val="11567F"/>
              </a:solidFill>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Tables</a:t>
            </a:r>
            <a:endParaRPr sz="600">
              <a:solidFill>
                <a:srgbClr val="11567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8" name="Shape 3578"/>
        <p:cNvGrpSpPr/>
        <p:nvPr/>
      </p:nvGrpSpPr>
      <p:grpSpPr>
        <a:xfrm>
          <a:off x="0" y="0"/>
          <a:ext cx="0" cy="0"/>
          <a:chOff x="0" y="0"/>
          <a:chExt cx="0" cy="0"/>
        </a:xfrm>
      </p:grpSpPr>
      <p:sp>
        <p:nvSpPr>
          <p:cNvPr id="3579" name="Google Shape;3579;p99"/>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Reference Architecture</a:t>
            </a:r>
            <a:endParaRPr/>
          </a:p>
        </p:txBody>
      </p:sp>
      <p:sp>
        <p:nvSpPr>
          <p:cNvPr id="3580" name="Google Shape;3580;p99"/>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581" name="Google Shape;3581;p99"/>
          <p:cNvSpPr/>
          <p:nvPr/>
        </p:nvSpPr>
        <p:spPr>
          <a:xfrm>
            <a:off x="484937" y="999406"/>
            <a:ext cx="231068" cy="278925"/>
          </a:xfrm>
          <a:custGeom>
            <a:rect b="b" l="l" r="r" t="t"/>
            <a:pathLst>
              <a:path extrusionOk="0" h="159386" w="132039">
                <a:moveTo>
                  <a:pt x="24160" y="6208"/>
                </a:moveTo>
                <a:lnTo>
                  <a:pt x="19630" y="7886"/>
                </a:lnTo>
                <a:lnTo>
                  <a:pt x="11073" y="12751"/>
                </a:lnTo>
                <a:lnTo>
                  <a:pt x="5872" y="17616"/>
                </a:lnTo>
                <a:lnTo>
                  <a:pt x="3020" y="21307"/>
                </a:lnTo>
                <a:lnTo>
                  <a:pt x="1007" y="25670"/>
                </a:lnTo>
                <a:lnTo>
                  <a:pt x="0" y="30535"/>
                </a:lnTo>
                <a:lnTo>
                  <a:pt x="0" y="33219"/>
                </a:lnTo>
                <a:lnTo>
                  <a:pt x="0" y="119623"/>
                </a:lnTo>
                <a:lnTo>
                  <a:pt x="0" y="122643"/>
                </a:lnTo>
                <a:lnTo>
                  <a:pt x="1007" y="128347"/>
                </a:lnTo>
                <a:lnTo>
                  <a:pt x="2852" y="133548"/>
                </a:lnTo>
                <a:lnTo>
                  <a:pt x="5369" y="138078"/>
                </a:lnTo>
                <a:lnTo>
                  <a:pt x="10402" y="143950"/>
                </a:lnTo>
                <a:lnTo>
                  <a:pt x="18959" y="149990"/>
                </a:lnTo>
                <a:lnTo>
                  <a:pt x="23656" y="152171"/>
                </a:lnTo>
                <a:lnTo>
                  <a:pt x="28690" y="154185"/>
                </a:lnTo>
                <a:lnTo>
                  <a:pt x="39092" y="156869"/>
                </a:lnTo>
                <a:lnTo>
                  <a:pt x="49997" y="158547"/>
                </a:lnTo>
                <a:lnTo>
                  <a:pt x="60735" y="159386"/>
                </a:lnTo>
                <a:lnTo>
                  <a:pt x="65936" y="159386"/>
                </a:lnTo>
                <a:lnTo>
                  <a:pt x="71137" y="159386"/>
                </a:lnTo>
                <a:lnTo>
                  <a:pt x="81874" y="158547"/>
                </a:lnTo>
                <a:lnTo>
                  <a:pt x="92779" y="156869"/>
                </a:lnTo>
                <a:lnTo>
                  <a:pt x="103349" y="154185"/>
                </a:lnTo>
                <a:lnTo>
                  <a:pt x="108215" y="152171"/>
                </a:lnTo>
                <a:lnTo>
                  <a:pt x="113080" y="149990"/>
                </a:lnTo>
                <a:lnTo>
                  <a:pt x="121469" y="143950"/>
                </a:lnTo>
                <a:lnTo>
                  <a:pt x="126502" y="138078"/>
                </a:lnTo>
                <a:lnTo>
                  <a:pt x="129186" y="133548"/>
                </a:lnTo>
                <a:lnTo>
                  <a:pt x="131032" y="128347"/>
                </a:lnTo>
                <a:lnTo>
                  <a:pt x="131871" y="122643"/>
                </a:lnTo>
                <a:lnTo>
                  <a:pt x="132039" y="119623"/>
                </a:lnTo>
                <a:lnTo>
                  <a:pt x="132039" y="33219"/>
                </a:lnTo>
                <a:lnTo>
                  <a:pt x="131871" y="30535"/>
                </a:lnTo>
                <a:lnTo>
                  <a:pt x="130864" y="25502"/>
                </a:lnTo>
                <a:lnTo>
                  <a:pt x="128851" y="21140"/>
                </a:lnTo>
                <a:lnTo>
                  <a:pt x="126166" y="17281"/>
                </a:lnTo>
                <a:lnTo>
                  <a:pt x="120965" y="12415"/>
                </a:lnTo>
                <a:lnTo>
                  <a:pt x="112409" y="7718"/>
                </a:lnTo>
                <a:lnTo>
                  <a:pt x="107711" y="5872"/>
                </a:lnTo>
                <a:lnTo>
                  <a:pt x="103014" y="4362"/>
                </a:lnTo>
                <a:lnTo>
                  <a:pt x="92612" y="2013"/>
                </a:lnTo>
                <a:lnTo>
                  <a:pt x="76338" y="168"/>
                </a:lnTo>
                <a:lnTo>
                  <a:pt x="65936" y="0"/>
                </a:lnTo>
                <a:lnTo>
                  <a:pt x="55534" y="168"/>
                </a:lnTo>
                <a:lnTo>
                  <a:pt x="39259" y="2181"/>
                </a:lnTo>
                <a:lnTo>
                  <a:pt x="28857" y="4530"/>
                </a:lnTo>
                <a:close/>
                <a:moveTo>
                  <a:pt x="28522" y="18623"/>
                </a:moveTo>
                <a:lnTo>
                  <a:pt x="24663" y="20301"/>
                </a:lnTo>
                <a:lnTo>
                  <a:pt x="18791" y="23656"/>
                </a:lnTo>
                <a:lnTo>
                  <a:pt x="14932" y="27347"/>
                </a:lnTo>
                <a:lnTo>
                  <a:pt x="13254" y="31206"/>
                </a:lnTo>
                <a:lnTo>
                  <a:pt x="13087" y="33219"/>
                </a:lnTo>
                <a:lnTo>
                  <a:pt x="13254" y="35400"/>
                </a:lnTo>
                <a:lnTo>
                  <a:pt x="15100" y="39427"/>
                </a:lnTo>
                <a:lnTo>
                  <a:pt x="18791" y="43118"/>
                </a:lnTo>
                <a:lnTo>
                  <a:pt x="24663" y="46474"/>
                </a:lnTo>
                <a:lnTo>
                  <a:pt x="28522" y="47984"/>
                </a:lnTo>
                <a:lnTo>
                  <a:pt x="32548" y="49326"/>
                </a:lnTo>
                <a:lnTo>
                  <a:pt x="41608" y="51171"/>
                </a:lnTo>
                <a:lnTo>
                  <a:pt x="56205" y="53017"/>
                </a:lnTo>
                <a:lnTo>
                  <a:pt x="65936" y="53185"/>
                </a:lnTo>
                <a:lnTo>
                  <a:pt x="75834" y="53017"/>
                </a:lnTo>
                <a:lnTo>
                  <a:pt x="90431" y="51171"/>
                </a:lnTo>
                <a:lnTo>
                  <a:pt x="99323" y="49326"/>
                </a:lnTo>
                <a:lnTo>
                  <a:pt x="103517" y="47984"/>
                </a:lnTo>
                <a:lnTo>
                  <a:pt x="107376" y="46474"/>
                </a:lnTo>
                <a:lnTo>
                  <a:pt x="113248" y="43118"/>
                </a:lnTo>
                <a:lnTo>
                  <a:pt x="116939" y="39427"/>
                </a:lnTo>
                <a:lnTo>
                  <a:pt x="118617" y="35400"/>
                </a:lnTo>
                <a:lnTo>
                  <a:pt x="118784" y="33219"/>
                </a:lnTo>
                <a:lnTo>
                  <a:pt x="118617" y="31038"/>
                </a:lnTo>
                <a:lnTo>
                  <a:pt x="116939" y="27012"/>
                </a:lnTo>
                <a:lnTo>
                  <a:pt x="113248" y="23321"/>
                </a:lnTo>
                <a:lnTo>
                  <a:pt x="107376" y="19965"/>
                </a:lnTo>
                <a:lnTo>
                  <a:pt x="103517" y="18455"/>
                </a:lnTo>
                <a:lnTo>
                  <a:pt x="99323" y="17113"/>
                </a:lnTo>
                <a:lnTo>
                  <a:pt x="90431" y="15100"/>
                </a:lnTo>
                <a:lnTo>
                  <a:pt x="75834" y="13422"/>
                </a:lnTo>
                <a:lnTo>
                  <a:pt x="65936" y="13254"/>
                </a:lnTo>
                <a:lnTo>
                  <a:pt x="56205" y="13422"/>
                </a:lnTo>
                <a:lnTo>
                  <a:pt x="41608" y="15268"/>
                </a:lnTo>
                <a:lnTo>
                  <a:pt x="32716" y="17281"/>
                </a:lnTo>
                <a:close/>
                <a:moveTo>
                  <a:pt x="13087" y="119623"/>
                </a:moveTo>
                <a:lnTo>
                  <a:pt x="13254" y="123146"/>
                </a:lnTo>
                <a:lnTo>
                  <a:pt x="15435" y="129186"/>
                </a:lnTo>
                <a:lnTo>
                  <a:pt x="19462" y="134220"/>
                </a:lnTo>
                <a:lnTo>
                  <a:pt x="25334" y="138246"/>
                </a:lnTo>
                <a:lnTo>
                  <a:pt x="29025" y="139924"/>
                </a:lnTo>
                <a:lnTo>
                  <a:pt x="32884" y="141602"/>
                </a:lnTo>
                <a:lnTo>
                  <a:pt x="41776" y="143950"/>
                </a:lnTo>
                <a:lnTo>
                  <a:pt x="56205" y="145964"/>
                </a:lnTo>
                <a:lnTo>
                  <a:pt x="65936" y="146131"/>
                </a:lnTo>
                <a:lnTo>
                  <a:pt x="75666" y="145964"/>
                </a:lnTo>
                <a:lnTo>
                  <a:pt x="90095" y="143950"/>
                </a:lnTo>
                <a:lnTo>
                  <a:pt x="98987" y="141602"/>
                </a:lnTo>
                <a:lnTo>
                  <a:pt x="103014" y="139924"/>
                </a:lnTo>
                <a:lnTo>
                  <a:pt x="106705" y="138246"/>
                </a:lnTo>
                <a:lnTo>
                  <a:pt x="112577" y="134220"/>
                </a:lnTo>
                <a:lnTo>
                  <a:pt x="116603" y="129186"/>
                </a:lnTo>
                <a:lnTo>
                  <a:pt x="118617" y="123146"/>
                </a:lnTo>
                <a:lnTo>
                  <a:pt x="118784" y="119623"/>
                </a:lnTo>
                <a:lnTo>
                  <a:pt x="118784" y="55198"/>
                </a:lnTo>
                <a:lnTo>
                  <a:pt x="113583" y="58218"/>
                </a:lnTo>
                <a:lnTo>
                  <a:pt x="107711" y="60567"/>
                </a:lnTo>
                <a:lnTo>
                  <a:pt x="103014" y="62077"/>
                </a:lnTo>
                <a:lnTo>
                  <a:pt x="92612" y="64425"/>
                </a:lnTo>
                <a:lnTo>
                  <a:pt x="76338" y="66271"/>
                </a:lnTo>
                <a:lnTo>
                  <a:pt x="65936" y="66439"/>
                </a:lnTo>
                <a:lnTo>
                  <a:pt x="55534" y="66271"/>
                </a:lnTo>
                <a:lnTo>
                  <a:pt x="39259" y="64425"/>
                </a:lnTo>
                <a:lnTo>
                  <a:pt x="29025" y="62077"/>
                </a:lnTo>
                <a:lnTo>
                  <a:pt x="24160" y="60567"/>
                </a:lnTo>
                <a:lnTo>
                  <a:pt x="18455" y="58218"/>
                </a:lnTo>
                <a:lnTo>
                  <a:pt x="13087" y="5519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2" name="Google Shape;3582;p99"/>
          <p:cNvSpPr/>
          <p:nvPr/>
        </p:nvSpPr>
        <p:spPr>
          <a:xfrm>
            <a:off x="2022517" y="1007624"/>
            <a:ext cx="324728" cy="262484"/>
          </a:xfrm>
          <a:custGeom>
            <a:rect b="b" l="l" r="r" t="t"/>
            <a:pathLst>
              <a:path extrusionOk="0" h="149991" w="185559">
                <a:moveTo>
                  <a:pt x="0" y="29864"/>
                </a:moveTo>
                <a:lnTo>
                  <a:pt x="168" y="26844"/>
                </a:lnTo>
                <a:lnTo>
                  <a:pt x="1342" y="20972"/>
                </a:lnTo>
                <a:lnTo>
                  <a:pt x="3523" y="15603"/>
                </a:lnTo>
                <a:lnTo>
                  <a:pt x="6711" y="10906"/>
                </a:lnTo>
                <a:lnTo>
                  <a:pt x="10905" y="6711"/>
                </a:lnTo>
                <a:lnTo>
                  <a:pt x="15603" y="3524"/>
                </a:lnTo>
                <a:lnTo>
                  <a:pt x="20972" y="1343"/>
                </a:lnTo>
                <a:lnTo>
                  <a:pt x="26844" y="168"/>
                </a:lnTo>
                <a:lnTo>
                  <a:pt x="29864" y="0"/>
                </a:lnTo>
                <a:lnTo>
                  <a:pt x="155695" y="0"/>
                </a:lnTo>
                <a:lnTo>
                  <a:pt x="158714" y="168"/>
                </a:lnTo>
                <a:lnTo>
                  <a:pt x="164587" y="1343"/>
                </a:lnTo>
                <a:lnTo>
                  <a:pt x="169955" y="3524"/>
                </a:lnTo>
                <a:lnTo>
                  <a:pt x="174821" y="6711"/>
                </a:lnTo>
                <a:lnTo>
                  <a:pt x="178847" y="10906"/>
                </a:lnTo>
                <a:lnTo>
                  <a:pt x="182035" y="15603"/>
                </a:lnTo>
                <a:lnTo>
                  <a:pt x="184384" y="20972"/>
                </a:lnTo>
                <a:lnTo>
                  <a:pt x="185558" y="26844"/>
                </a:lnTo>
                <a:lnTo>
                  <a:pt x="185558" y="29864"/>
                </a:lnTo>
                <a:lnTo>
                  <a:pt x="185558" y="32884"/>
                </a:lnTo>
                <a:lnTo>
                  <a:pt x="184384" y="38756"/>
                </a:lnTo>
                <a:lnTo>
                  <a:pt x="182035" y="44125"/>
                </a:lnTo>
                <a:lnTo>
                  <a:pt x="178847" y="48991"/>
                </a:lnTo>
                <a:lnTo>
                  <a:pt x="174821" y="53017"/>
                </a:lnTo>
                <a:lnTo>
                  <a:pt x="169955" y="56205"/>
                </a:lnTo>
                <a:lnTo>
                  <a:pt x="164587" y="58554"/>
                </a:lnTo>
                <a:lnTo>
                  <a:pt x="158714" y="59728"/>
                </a:lnTo>
                <a:lnTo>
                  <a:pt x="155695" y="59728"/>
                </a:lnTo>
                <a:lnTo>
                  <a:pt x="45131" y="59728"/>
                </a:lnTo>
                <a:lnTo>
                  <a:pt x="45131" y="95464"/>
                </a:lnTo>
                <a:lnTo>
                  <a:pt x="45299" y="99323"/>
                </a:lnTo>
                <a:lnTo>
                  <a:pt x="48151" y="106034"/>
                </a:lnTo>
                <a:lnTo>
                  <a:pt x="53352" y="111235"/>
                </a:lnTo>
                <a:lnTo>
                  <a:pt x="60063" y="114087"/>
                </a:lnTo>
                <a:lnTo>
                  <a:pt x="63922" y="114255"/>
                </a:lnTo>
                <a:lnTo>
                  <a:pt x="79190" y="114255"/>
                </a:lnTo>
                <a:lnTo>
                  <a:pt x="79861" y="111738"/>
                </a:lnTo>
                <a:lnTo>
                  <a:pt x="81706" y="106873"/>
                </a:lnTo>
                <a:lnTo>
                  <a:pt x="84223" y="102511"/>
                </a:lnTo>
                <a:lnTo>
                  <a:pt x="87578" y="98820"/>
                </a:lnTo>
                <a:lnTo>
                  <a:pt x="91437" y="95464"/>
                </a:lnTo>
                <a:lnTo>
                  <a:pt x="95799" y="92947"/>
                </a:lnTo>
                <a:lnTo>
                  <a:pt x="100665" y="91270"/>
                </a:lnTo>
                <a:lnTo>
                  <a:pt x="105866" y="90263"/>
                </a:lnTo>
                <a:lnTo>
                  <a:pt x="108550" y="90263"/>
                </a:lnTo>
                <a:lnTo>
                  <a:pt x="155695" y="90263"/>
                </a:lnTo>
                <a:lnTo>
                  <a:pt x="158714" y="90263"/>
                </a:lnTo>
                <a:lnTo>
                  <a:pt x="164587" y="91437"/>
                </a:lnTo>
                <a:lnTo>
                  <a:pt x="169955" y="93786"/>
                </a:lnTo>
                <a:lnTo>
                  <a:pt x="174821" y="96974"/>
                </a:lnTo>
                <a:lnTo>
                  <a:pt x="178847" y="101001"/>
                </a:lnTo>
                <a:lnTo>
                  <a:pt x="182035" y="105866"/>
                </a:lnTo>
                <a:lnTo>
                  <a:pt x="184384" y="111235"/>
                </a:lnTo>
                <a:lnTo>
                  <a:pt x="185558" y="116939"/>
                </a:lnTo>
                <a:lnTo>
                  <a:pt x="185558" y="120127"/>
                </a:lnTo>
                <a:lnTo>
                  <a:pt x="185558" y="123147"/>
                </a:lnTo>
                <a:lnTo>
                  <a:pt x="184384" y="129019"/>
                </a:lnTo>
                <a:lnTo>
                  <a:pt x="182035" y="134388"/>
                </a:lnTo>
                <a:lnTo>
                  <a:pt x="178847" y="139085"/>
                </a:lnTo>
                <a:lnTo>
                  <a:pt x="174821" y="143112"/>
                </a:lnTo>
                <a:lnTo>
                  <a:pt x="169955" y="146300"/>
                </a:lnTo>
                <a:lnTo>
                  <a:pt x="164587" y="148648"/>
                </a:lnTo>
                <a:lnTo>
                  <a:pt x="158714" y="149823"/>
                </a:lnTo>
                <a:lnTo>
                  <a:pt x="155695" y="149991"/>
                </a:lnTo>
                <a:lnTo>
                  <a:pt x="108550" y="149991"/>
                </a:lnTo>
                <a:lnTo>
                  <a:pt x="105866" y="149823"/>
                </a:lnTo>
                <a:lnTo>
                  <a:pt x="100832" y="148984"/>
                </a:lnTo>
                <a:lnTo>
                  <a:pt x="96135" y="147306"/>
                </a:lnTo>
                <a:lnTo>
                  <a:pt x="91773" y="144790"/>
                </a:lnTo>
                <a:lnTo>
                  <a:pt x="87914" y="141770"/>
                </a:lnTo>
                <a:lnTo>
                  <a:pt x="84726" y="138079"/>
                </a:lnTo>
                <a:lnTo>
                  <a:pt x="82042" y="133884"/>
                </a:lnTo>
                <a:lnTo>
                  <a:pt x="80028" y="129354"/>
                </a:lnTo>
                <a:lnTo>
                  <a:pt x="79357" y="126838"/>
                </a:lnTo>
                <a:lnTo>
                  <a:pt x="63922" y="126838"/>
                </a:lnTo>
                <a:lnTo>
                  <a:pt x="60734" y="126838"/>
                </a:lnTo>
                <a:lnTo>
                  <a:pt x="54527" y="125496"/>
                </a:lnTo>
                <a:lnTo>
                  <a:pt x="48990" y="123147"/>
                </a:lnTo>
                <a:lnTo>
                  <a:pt x="43957" y="119791"/>
                </a:lnTo>
                <a:lnTo>
                  <a:pt x="39595" y="115429"/>
                </a:lnTo>
                <a:lnTo>
                  <a:pt x="36239" y="110396"/>
                </a:lnTo>
                <a:lnTo>
                  <a:pt x="33890" y="104859"/>
                </a:lnTo>
                <a:lnTo>
                  <a:pt x="32548" y="98652"/>
                </a:lnTo>
                <a:lnTo>
                  <a:pt x="32548" y="95464"/>
                </a:lnTo>
                <a:lnTo>
                  <a:pt x="32548" y="59728"/>
                </a:lnTo>
                <a:lnTo>
                  <a:pt x="29864" y="59728"/>
                </a:lnTo>
                <a:lnTo>
                  <a:pt x="26844" y="59728"/>
                </a:lnTo>
                <a:lnTo>
                  <a:pt x="20972" y="58554"/>
                </a:lnTo>
                <a:lnTo>
                  <a:pt x="15603" y="56205"/>
                </a:lnTo>
                <a:lnTo>
                  <a:pt x="10905" y="53017"/>
                </a:lnTo>
                <a:lnTo>
                  <a:pt x="6711" y="48991"/>
                </a:lnTo>
                <a:lnTo>
                  <a:pt x="3523" y="44125"/>
                </a:lnTo>
                <a:lnTo>
                  <a:pt x="1342" y="38756"/>
                </a:lnTo>
                <a:lnTo>
                  <a:pt x="168" y="32884"/>
                </a:lnTo>
                <a:close/>
                <a:moveTo>
                  <a:pt x="29864" y="12584"/>
                </a:moveTo>
                <a:lnTo>
                  <a:pt x="26341" y="12751"/>
                </a:lnTo>
                <a:lnTo>
                  <a:pt x="20133" y="15436"/>
                </a:lnTo>
                <a:lnTo>
                  <a:pt x="15435" y="20133"/>
                </a:lnTo>
                <a:lnTo>
                  <a:pt x="12751" y="26341"/>
                </a:lnTo>
                <a:lnTo>
                  <a:pt x="12583" y="29864"/>
                </a:lnTo>
                <a:lnTo>
                  <a:pt x="12751" y="33388"/>
                </a:lnTo>
                <a:lnTo>
                  <a:pt x="15435" y="39595"/>
                </a:lnTo>
                <a:lnTo>
                  <a:pt x="20133" y="44293"/>
                </a:lnTo>
                <a:lnTo>
                  <a:pt x="26341" y="46977"/>
                </a:lnTo>
                <a:lnTo>
                  <a:pt x="29864" y="47145"/>
                </a:lnTo>
                <a:lnTo>
                  <a:pt x="155695" y="47145"/>
                </a:lnTo>
                <a:lnTo>
                  <a:pt x="159218" y="46977"/>
                </a:lnTo>
                <a:lnTo>
                  <a:pt x="165425" y="44293"/>
                </a:lnTo>
                <a:lnTo>
                  <a:pt x="170123" y="39595"/>
                </a:lnTo>
                <a:lnTo>
                  <a:pt x="172808" y="33388"/>
                </a:lnTo>
                <a:lnTo>
                  <a:pt x="172975" y="29864"/>
                </a:lnTo>
                <a:lnTo>
                  <a:pt x="172808" y="26341"/>
                </a:lnTo>
                <a:lnTo>
                  <a:pt x="170123" y="20133"/>
                </a:lnTo>
                <a:lnTo>
                  <a:pt x="165425" y="15436"/>
                </a:lnTo>
                <a:lnTo>
                  <a:pt x="159218" y="12751"/>
                </a:lnTo>
                <a:lnTo>
                  <a:pt x="155695" y="12584"/>
                </a:lnTo>
                <a:close/>
                <a:moveTo>
                  <a:pt x="108550" y="102846"/>
                </a:moveTo>
                <a:lnTo>
                  <a:pt x="105027" y="103014"/>
                </a:lnTo>
                <a:lnTo>
                  <a:pt x="98819" y="105698"/>
                </a:lnTo>
                <a:lnTo>
                  <a:pt x="94121" y="110396"/>
                </a:lnTo>
                <a:lnTo>
                  <a:pt x="91437" y="116604"/>
                </a:lnTo>
                <a:lnTo>
                  <a:pt x="91269" y="120127"/>
                </a:lnTo>
                <a:lnTo>
                  <a:pt x="91437" y="123650"/>
                </a:lnTo>
                <a:lnTo>
                  <a:pt x="94121" y="129858"/>
                </a:lnTo>
                <a:lnTo>
                  <a:pt x="98819" y="134555"/>
                </a:lnTo>
                <a:lnTo>
                  <a:pt x="105027" y="137072"/>
                </a:lnTo>
                <a:lnTo>
                  <a:pt x="108550" y="137408"/>
                </a:lnTo>
                <a:lnTo>
                  <a:pt x="155695" y="137408"/>
                </a:lnTo>
                <a:lnTo>
                  <a:pt x="159218" y="137072"/>
                </a:lnTo>
                <a:lnTo>
                  <a:pt x="165425" y="134555"/>
                </a:lnTo>
                <a:lnTo>
                  <a:pt x="170123" y="129858"/>
                </a:lnTo>
                <a:lnTo>
                  <a:pt x="172808" y="123650"/>
                </a:lnTo>
                <a:lnTo>
                  <a:pt x="172975" y="120127"/>
                </a:lnTo>
                <a:lnTo>
                  <a:pt x="172808" y="116604"/>
                </a:lnTo>
                <a:lnTo>
                  <a:pt x="170123" y="110396"/>
                </a:lnTo>
                <a:lnTo>
                  <a:pt x="165425" y="105698"/>
                </a:lnTo>
                <a:lnTo>
                  <a:pt x="159218" y="103014"/>
                </a:lnTo>
                <a:lnTo>
                  <a:pt x="155695" y="102846"/>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nvGrpSpPr>
          <p:cNvPr id="3583" name="Google Shape;3583;p99"/>
          <p:cNvGrpSpPr/>
          <p:nvPr/>
        </p:nvGrpSpPr>
        <p:grpSpPr>
          <a:xfrm>
            <a:off x="1273888" y="999346"/>
            <a:ext cx="237180" cy="278728"/>
            <a:chOff x="2188875" y="867275"/>
            <a:chExt cx="3615550" cy="4248900"/>
          </a:xfrm>
        </p:grpSpPr>
        <p:sp>
          <p:nvSpPr>
            <p:cNvPr id="3584" name="Google Shape;3584;p99"/>
            <p:cNvSpPr/>
            <p:nvPr/>
          </p:nvSpPr>
          <p:spPr>
            <a:xfrm>
              <a:off x="3761750" y="3123825"/>
              <a:ext cx="2042675" cy="1992350"/>
            </a:xfrm>
            <a:custGeom>
              <a:rect b="b" l="l" r="r" t="t"/>
              <a:pathLst>
                <a:path extrusionOk="0" h="79694" w="81707">
                  <a:moveTo>
                    <a:pt x="14597" y="1"/>
                  </a:moveTo>
                  <a:lnTo>
                    <a:pt x="11577" y="168"/>
                  </a:lnTo>
                  <a:lnTo>
                    <a:pt x="6376" y="2350"/>
                  </a:lnTo>
                  <a:lnTo>
                    <a:pt x="2349" y="6376"/>
                  </a:lnTo>
                  <a:lnTo>
                    <a:pt x="168" y="11577"/>
                  </a:lnTo>
                  <a:lnTo>
                    <a:pt x="1" y="14597"/>
                  </a:lnTo>
                  <a:lnTo>
                    <a:pt x="1" y="64929"/>
                  </a:lnTo>
                  <a:lnTo>
                    <a:pt x="168" y="67949"/>
                  </a:lnTo>
                  <a:lnTo>
                    <a:pt x="2349" y="73150"/>
                  </a:lnTo>
                  <a:lnTo>
                    <a:pt x="6376" y="77177"/>
                  </a:lnTo>
                  <a:lnTo>
                    <a:pt x="11577" y="79358"/>
                  </a:lnTo>
                  <a:lnTo>
                    <a:pt x="14597" y="79693"/>
                  </a:lnTo>
                  <a:lnTo>
                    <a:pt x="67110" y="79693"/>
                  </a:lnTo>
                  <a:lnTo>
                    <a:pt x="69962" y="79358"/>
                  </a:lnTo>
                  <a:lnTo>
                    <a:pt x="75331" y="77177"/>
                  </a:lnTo>
                  <a:lnTo>
                    <a:pt x="79358" y="73150"/>
                  </a:lnTo>
                  <a:lnTo>
                    <a:pt x="81539" y="67949"/>
                  </a:lnTo>
                  <a:lnTo>
                    <a:pt x="81707" y="64929"/>
                  </a:lnTo>
                  <a:lnTo>
                    <a:pt x="81707" y="14597"/>
                  </a:lnTo>
                  <a:lnTo>
                    <a:pt x="81539" y="11577"/>
                  </a:lnTo>
                  <a:lnTo>
                    <a:pt x="79358" y="6376"/>
                  </a:lnTo>
                  <a:lnTo>
                    <a:pt x="75331" y="2350"/>
                  </a:lnTo>
                  <a:lnTo>
                    <a:pt x="69962" y="168"/>
                  </a:lnTo>
                  <a:lnTo>
                    <a:pt x="67110"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5" name="Google Shape;3585;p99"/>
            <p:cNvSpPr/>
            <p:nvPr/>
          </p:nvSpPr>
          <p:spPr>
            <a:xfrm>
              <a:off x="2188875" y="867275"/>
              <a:ext cx="3300975" cy="3984650"/>
            </a:xfrm>
            <a:custGeom>
              <a:rect b="b" l="l" r="r" t="t"/>
              <a:pathLst>
                <a:path extrusionOk="0" h="159386" w="132039">
                  <a:moveTo>
                    <a:pt x="0" y="33219"/>
                  </a:moveTo>
                  <a:lnTo>
                    <a:pt x="0" y="30535"/>
                  </a:lnTo>
                  <a:lnTo>
                    <a:pt x="1007" y="25670"/>
                  </a:lnTo>
                  <a:lnTo>
                    <a:pt x="3020" y="21307"/>
                  </a:lnTo>
                  <a:lnTo>
                    <a:pt x="5872" y="17616"/>
                  </a:lnTo>
                  <a:lnTo>
                    <a:pt x="11073" y="12751"/>
                  </a:lnTo>
                  <a:lnTo>
                    <a:pt x="19630" y="7886"/>
                  </a:lnTo>
                  <a:lnTo>
                    <a:pt x="24160" y="6208"/>
                  </a:lnTo>
                  <a:lnTo>
                    <a:pt x="28857" y="4530"/>
                  </a:lnTo>
                  <a:lnTo>
                    <a:pt x="39259" y="2181"/>
                  </a:lnTo>
                  <a:lnTo>
                    <a:pt x="55534" y="168"/>
                  </a:lnTo>
                  <a:lnTo>
                    <a:pt x="65936" y="0"/>
                  </a:lnTo>
                  <a:lnTo>
                    <a:pt x="76338" y="168"/>
                  </a:lnTo>
                  <a:lnTo>
                    <a:pt x="92612" y="2013"/>
                  </a:lnTo>
                  <a:lnTo>
                    <a:pt x="103014" y="4362"/>
                  </a:lnTo>
                  <a:lnTo>
                    <a:pt x="107711" y="5872"/>
                  </a:lnTo>
                  <a:lnTo>
                    <a:pt x="112409" y="7718"/>
                  </a:lnTo>
                  <a:lnTo>
                    <a:pt x="120965" y="12415"/>
                  </a:lnTo>
                  <a:lnTo>
                    <a:pt x="126166" y="17281"/>
                  </a:lnTo>
                  <a:lnTo>
                    <a:pt x="128851" y="21140"/>
                  </a:lnTo>
                  <a:lnTo>
                    <a:pt x="130864" y="25502"/>
                  </a:lnTo>
                  <a:lnTo>
                    <a:pt x="131871" y="30535"/>
                  </a:lnTo>
                  <a:lnTo>
                    <a:pt x="132039" y="33219"/>
                  </a:lnTo>
                  <a:lnTo>
                    <a:pt x="132039" y="79693"/>
                  </a:lnTo>
                  <a:lnTo>
                    <a:pt x="118784" y="79693"/>
                  </a:lnTo>
                  <a:lnTo>
                    <a:pt x="118784" y="55198"/>
                  </a:lnTo>
                  <a:lnTo>
                    <a:pt x="113583" y="58218"/>
                  </a:lnTo>
                  <a:lnTo>
                    <a:pt x="107711" y="60567"/>
                  </a:lnTo>
                  <a:lnTo>
                    <a:pt x="103014" y="62077"/>
                  </a:lnTo>
                  <a:lnTo>
                    <a:pt x="92612" y="64425"/>
                  </a:lnTo>
                  <a:lnTo>
                    <a:pt x="76338" y="66271"/>
                  </a:lnTo>
                  <a:lnTo>
                    <a:pt x="65936" y="66439"/>
                  </a:lnTo>
                  <a:lnTo>
                    <a:pt x="55534" y="66271"/>
                  </a:lnTo>
                  <a:lnTo>
                    <a:pt x="39259" y="64425"/>
                  </a:lnTo>
                  <a:lnTo>
                    <a:pt x="29025" y="62077"/>
                  </a:lnTo>
                  <a:lnTo>
                    <a:pt x="24160" y="60567"/>
                  </a:lnTo>
                  <a:lnTo>
                    <a:pt x="18455" y="58218"/>
                  </a:lnTo>
                  <a:lnTo>
                    <a:pt x="13087" y="55198"/>
                  </a:lnTo>
                  <a:lnTo>
                    <a:pt x="13087" y="119623"/>
                  </a:lnTo>
                  <a:lnTo>
                    <a:pt x="13254" y="123146"/>
                  </a:lnTo>
                  <a:lnTo>
                    <a:pt x="15435" y="129186"/>
                  </a:lnTo>
                  <a:lnTo>
                    <a:pt x="19462" y="134220"/>
                  </a:lnTo>
                  <a:lnTo>
                    <a:pt x="25334" y="138246"/>
                  </a:lnTo>
                  <a:lnTo>
                    <a:pt x="29025" y="139924"/>
                  </a:lnTo>
                  <a:lnTo>
                    <a:pt x="34226" y="142105"/>
                  </a:lnTo>
                  <a:lnTo>
                    <a:pt x="45970" y="144789"/>
                  </a:lnTo>
                  <a:lnTo>
                    <a:pt x="52346" y="145460"/>
                  </a:lnTo>
                  <a:lnTo>
                    <a:pt x="52346" y="158715"/>
                  </a:lnTo>
                  <a:lnTo>
                    <a:pt x="44964" y="158043"/>
                  </a:lnTo>
                  <a:lnTo>
                    <a:pt x="30367" y="154856"/>
                  </a:lnTo>
                  <a:lnTo>
                    <a:pt x="23656" y="152171"/>
                  </a:lnTo>
                  <a:lnTo>
                    <a:pt x="18959" y="149990"/>
                  </a:lnTo>
                  <a:lnTo>
                    <a:pt x="10402" y="143950"/>
                  </a:lnTo>
                  <a:lnTo>
                    <a:pt x="5369" y="138078"/>
                  </a:lnTo>
                  <a:lnTo>
                    <a:pt x="2852" y="133548"/>
                  </a:lnTo>
                  <a:lnTo>
                    <a:pt x="1007" y="128347"/>
                  </a:lnTo>
                  <a:lnTo>
                    <a:pt x="0" y="122643"/>
                  </a:lnTo>
                  <a:lnTo>
                    <a:pt x="0" y="119623"/>
                  </a:lnTo>
                  <a:close/>
                  <a:moveTo>
                    <a:pt x="132039" y="90263"/>
                  </a:moveTo>
                  <a:lnTo>
                    <a:pt x="118784" y="90263"/>
                  </a:lnTo>
                  <a:lnTo>
                    <a:pt x="118784" y="119623"/>
                  </a:lnTo>
                  <a:lnTo>
                    <a:pt x="118617" y="123146"/>
                  </a:lnTo>
                  <a:lnTo>
                    <a:pt x="116603" y="129186"/>
                  </a:lnTo>
                  <a:lnTo>
                    <a:pt x="112577" y="134220"/>
                  </a:lnTo>
                  <a:lnTo>
                    <a:pt x="106705" y="138246"/>
                  </a:lnTo>
                  <a:lnTo>
                    <a:pt x="103014" y="139924"/>
                  </a:lnTo>
                  <a:lnTo>
                    <a:pt x="98987" y="141602"/>
                  </a:lnTo>
                  <a:lnTo>
                    <a:pt x="90095" y="143950"/>
                  </a:lnTo>
                  <a:lnTo>
                    <a:pt x="75666" y="145964"/>
                  </a:lnTo>
                  <a:lnTo>
                    <a:pt x="65936" y="146131"/>
                  </a:lnTo>
                  <a:lnTo>
                    <a:pt x="64426" y="146131"/>
                  </a:lnTo>
                  <a:lnTo>
                    <a:pt x="62916" y="146131"/>
                  </a:lnTo>
                  <a:lnTo>
                    <a:pt x="62916" y="159386"/>
                  </a:lnTo>
                  <a:lnTo>
                    <a:pt x="64426" y="159386"/>
                  </a:lnTo>
                  <a:lnTo>
                    <a:pt x="65936" y="159386"/>
                  </a:lnTo>
                  <a:lnTo>
                    <a:pt x="71137" y="159386"/>
                  </a:lnTo>
                  <a:lnTo>
                    <a:pt x="81874" y="158547"/>
                  </a:lnTo>
                  <a:lnTo>
                    <a:pt x="92779" y="156869"/>
                  </a:lnTo>
                  <a:lnTo>
                    <a:pt x="103349" y="154185"/>
                  </a:lnTo>
                  <a:lnTo>
                    <a:pt x="108215" y="152171"/>
                  </a:lnTo>
                  <a:lnTo>
                    <a:pt x="113080" y="149990"/>
                  </a:lnTo>
                  <a:lnTo>
                    <a:pt x="121469" y="143950"/>
                  </a:lnTo>
                  <a:lnTo>
                    <a:pt x="126502" y="138078"/>
                  </a:lnTo>
                  <a:lnTo>
                    <a:pt x="129186" y="133548"/>
                  </a:lnTo>
                  <a:lnTo>
                    <a:pt x="131032" y="128347"/>
                  </a:lnTo>
                  <a:lnTo>
                    <a:pt x="131871" y="122643"/>
                  </a:lnTo>
                  <a:lnTo>
                    <a:pt x="132039" y="119623"/>
                  </a:lnTo>
                  <a:close/>
                  <a:moveTo>
                    <a:pt x="13087" y="33219"/>
                  </a:moveTo>
                  <a:lnTo>
                    <a:pt x="13254" y="31206"/>
                  </a:lnTo>
                  <a:lnTo>
                    <a:pt x="14932" y="27347"/>
                  </a:lnTo>
                  <a:lnTo>
                    <a:pt x="18791" y="23656"/>
                  </a:lnTo>
                  <a:lnTo>
                    <a:pt x="24663" y="20301"/>
                  </a:lnTo>
                  <a:lnTo>
                    <a:pt x="28522" y="18623"/>
                  </a:lnTo>
                  <a:lnTo>
                    <a:pt x="32716" y="17281"/>
                  </a:lnTo>
                  <a:lnTo>
                    <a:pt x="41608" y="15268"/>
                  </a:lnTo>
                  <a:lnTo>
                    <a:pt x="56205" y="13422"/>
                  </a:lnTo>
                  <a:lnTo>
                    <a:pt x="65936" y="13254"/>
                  </a:lnTo>
                  <a:lnTo>
                    <a:pt x="75834" y="13422"/>
                  </a:lnTo>
                  <a:lnTo>
                    <a:pt x="90431" y="15100"/>
                  </a:lnTo>
                  <a:lnTo>
                    <a:pt x="99323" y="17113"/>
                  </a:lnTo>
                  <a:lnTo>
                    <a:pt x="103517" y="18455"/>
                  </a:lnTo>
                  <a:lnTo>
                    <a:pt x="107376" y="19965"/>
                  </a:lnTo>
                  <a:lnTo>
                    <a:pt x="113248" y="23321"/>
                  </a:lnTo>
                  <a:lnTo>
                    <a:pt x="116939" y="27012"/>
                  </a:lnTo>
                  <a:lnTo>
                    <a:pt x="118617" y="31038"/>
                  </a:lnTo>
                  <a:lnTo>
                    <a:pt x="118784" y="33219"/>
                  </a:lnTo>
                  <a:lnTo>
                    <a:pt x="118617" y="35400"/>
                  </a:lnTo>
                  <a:lnTo>
                    <a:pt x="116939" y="39427"/>
                  </a:lnTo>
                  <a:lnTo>
                    <a:pt x="113248" y="43118"/>
                  </a:lnTo>
                  <a:lnTo>
                    <a:pt x="107376" y="46474"/>
                  </a:lnTo>
                  <a:lnTo>
                    <a:pt x="103517" y="47984"/>
                  </a:lnTo>
                  <a:lnTo>
                    <a:pt x="99323" y="49326"/>
                  </a:lnTo>
                  <a:lnTo>
                    <a:pt x="90431" y="51171"/>
                  </a:lnTo>
                  <a:lnTo>
                    <a:pt x="75834" y="53017"/>
                  </a:lnTo>
                  <a:lnTo>
                    <a:pt x="65936" y="53185"/>
                  </a:lnTo>
                  <a:lnTo>
                    <a:pt x="56205" y="53017"/>
                  </a:lnTo>
                  <a:lnTo>
                    <a:pt x="41608" y="51171"/>
                  </a:lnTo>
                  <a:lnTo>
                    <a:pt x="32548" y="49326"/>
                  </a:lnTo>
                  <a:lnTo>
                    <a:pt x="28522" y="47984"/>
                  </a:lnTo>
                  <a:lnTo>
                    <a:pt x="24663" y="46474"/>
                  </a:lnTo>
                  <a:lnTo>
                    <a:pt x="18791" y="43118"/>
                  </a:lnTo>
                  <a:lnTo>
                    <a:pt x="15100" y="39427"/>
                  </a:lnTo>
                  <a:lnTo>
                    <a:pt x="13254" y="3540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6" name="Google Shape;3586;p99"/>
            <p:cNvSpPr/>
            <p:nvPr/>
          </p:nvSpPr>
          <p:spPr>
            <a:xfrm>
              <a:off x="4650950" y="3962700"/>
              <a:ext cx="310425" cy="310400"/>
            </a:xfrm>
            <a:custGeom>
              <a:rect b="b" l="l" r="r" t="t"/>
              <a:pathLst>
                <a:path extrusionOk="0" h="12416" w="12417">
                  <a:moveTo>
                    <a:pt x="8222" y="6544"/>
                  </a:moveTo>
                  <a:lnTo>
                    <a:pt x="6544" y="8221"/>
                  </a:lnTo>
                  <a:lnTo>
                    <a:pt x="6208" y="8557"/>
                  </a:lnTo>
                  <a:lnTo>
                    <a:pt x="5873" y="8221"/>
                  </a:lnTo>
                  <a:lnTo>
                    <a:pt x="4195" y="6544"/>
                  </a:lnTo>
                  <a:lnTo>
                    <a:pt x="3860" y="6208"/>
                  </a:lnTo>
                  <a:lnTo>
                    <a:pt x="4195" y="5873"/>
                  </a:lnTo>
                  <a:lnTo>
                    <a:pt x="5873" y="4195"/>
                  </a:lnTo>
                  <a:lnTo>
                    <a:pt x="6208" y="3859"/>
                  </a:lnTo>
                  <a:lnTo>
                    <a:pt x="6544" y="4195"/>
                  </a:lnTo>
                  <a:lnTo>
                    <a:pt x="8222" y="5873"/>
                  </a:lnTo>
                  <a:lnTo>
                    <a:pt x="8557" y="6208"/>
                  </a:lnTo>
                  <a:close/>
                  <a:moveTo>
                    <a:pt x="11745" y="4530"/>
                  </a:moveTo>
                  <a:lnTo>
                    <a:pt x="7886" y="672"/>
                  </a:lnTo>
                  <a:lnTo>
                    <a:pt x="7047" y="1"/>
                  </a:lnTo>
                  <a:lnTo>
                    <a:pt x="5202" y="1"/>
                  </a:lnTo>
                  <a:lnTo>
                    <a:pt x="4531" y="672"/>
                  </a:lnTo>
                  <a:lnTo>
                    <a:pt x="672" y="4530"/>
                  </a:lnTo>
                  <a:lnTo>
                    <a:pt x="1" y="5369"/>
                  </a:lnTo>
                  <a:lnTo>
                    <a:pt x="1" y="7047"/>
                  </a:lnTo>
                  <a:lnTo>
                    <a:pt x="672" y="7886"/>
                  </a:lnTo>
                  <a:lnTo>
                    <a:pt x="4531" y="11745"/>
                  </a:lnTo>
                  <a:lnTo>
                    <a:pt x="5202" y="12416"/>
                  </a:lnTo>
                  <a:lnTo>
                    <a:pt x="7047" y="12416"/>
                  </a:lnTo>
                  <a:lnTo>
                    <a:pt x="7886" y="11745"/>
                  </a:lnTo>
                  <a:lnTo>
                    <a:pt x="11745" y="7886"/>
                  </a:lnTo>
                  <a:lnTo>
                    <a:pt x="12416" y="7047"/>
                  </a:lnTo>
                  <a:lnTo>
                    <a:pt x="12416" y="5369"/>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7" name="Google Shape;3587;p99"/>
            <p:cNvSpPr/>
            <p:nvPr/>
          </p:nvSpPr>
          <p:spPr>
            <a:xfrm>
              <a:off x="4273475" y="3438400"/>
              <a:ext cx="457200" cy="499150"/>
            </a:xfrm>
            <a:custGeom>
              <a:rect b="b" l="l" r="r" t="t"/>
              <a:pathLst>
                <a:path extrusionOk="0" h="19966" w="18288">
                  <a:moveTo>
                    <a:pt x="14932" y="1"/>
                  </a:moveTo>
                  <a:lnTo>
                    <a:pt x="13422" y="169"/>
                  </a:lnTo>
                  <a:lnTo>
                    <a:pt x="11576" y="2014"/>
                  </a:lnTo>
                  <a:lnTo>
                    <a:pt x="11409" y="3356"/>
                  </a:lnTo>
                  <a:lnTo>
                    <a:pt x="11409" y="10571"/>
                  </a:lnTo>
                  <a:lnTo>
                    <a:pt x="5201" y="6879"/>
                  </a:lnTo>
                  <a:lnTo>
                    <a:pt x="3859" y="6376"/>
                  </a:lnTo>
                  <a:lnTo>
                    <a:pt x="1342" y="7047"/>
                  </a:lnTo>
                  <a:lnTo>
                    <a:pt x="503" y="8222"/>
                  </a:lnTo>
                  <a:lnTo>
                    <a:pt x="0" y="9396"/>
                  </a:lnTo>
                  <a:lnTo>
                    <a:pt x="671" y="12080"/>
                  </a:lnTo>
                  <a:lnTo>
                    <a:pt x="1678" y="12919"/>
                  </a:lnTo>
                  <a:lnTo>
                    <a:pt x="12751" y="19127"/>
                  </a:lnTo>
                  <a:lnTo>
                    <a:pt x="13590" y="19798"/>
                  </a:lnTo>
                  <a:lnTo>
                    <a:pt x="14932" y="19966"/>
                  </a:lnTo>
                  <a:lnTo>
                    <a:pt x="16274" y="19798"/>
                  </a:lnTo>
                  <a:lnTo>
                    <a:pt x="18120" y="17953"/>
                  </a:lnTo>
                  <a:lnTo>
                    <a:pt x="18287" y="16443"/>
                  </a:lnTo>
                  <a:lnTo>
                    <a:pt x="18287" y="3356"/>
                  </a:lnTo>
                  <a:lnTo>
                    <a:pt x="18120" y="2014"/>
                  </a:lnTo>
                  <a:lnTo>
                    <a:pt x="16274" y="169"/>
                  </a:lnTo>
                  <a:lnTo>
                    <a:pt x="1493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8" name="Google Shape;3588;p99"/>
            <p:cNvSpPr/>
            <p:nvPr/>
          </p:nvSpPr>
          <p:spPr>
            <a:xfrm>
              <a:off x="4126650" y="3866225"/>
              <a:ext cx="457225" cy="503350"/>
            </a:xfrm>
            <a:custGeom>
              <a:rect b="b" l="l" r="r" t="t"/>
              <a:pathLst>
                <a:path extrusionOk="0" h="20134" w="18289">
                  <a:moveTo>
                    <a:pt x="17953" y="11409"/>
                  </a:moveTo>
                  <a:lnTo>
                    <a:pt x="18121" y="11242"/>
                  </a:lnTo>
                  <a:lnTo>
                    <a:pt x="18121" y="11242"/>
                  </a:lnTo>
                  <a:lnTo>
                    <a:pt x="18121" y="11074"/>
                  </a:lnTo>
                  <a:lnTo>
                    <a:pt x="18121" y="11074"/>
                  </a:lnTo>
                  <a:lnTo>
                    <a:pt x="18121" y="10906"/>
                  </a:lnTo>
                  <a:lnTo>
                    <a:pt x="18121" y="10906"/>
                  </a:lnTo>
                  <a:lnTo>
                    <a:pt x="18288" y="10738"/>
                  </a:lnTo>
                  <a:lnTo>
                    <a:pt x="18288" y="10738"/>
                  </a:lnTo>
                  <a:lnTo>
                    <a:pt x="18288" y="10570"/>
                  </a:lnTo>
                  <a:lnTo>
                    <a:pt x="18288" y="10570"/>
                  </a:lnTo>
                  <a:lnTo>
                    <a:pt x="18288" y="10403"/>
                  </a:lnTo>
                  <a:lnTo>
                    <a:pt x="18288" y="10403"/>
                  </a:lnTo>
                  <a:lnTo>
                    <a:pt x="18288" y="10235"/>
                  </a:lnTo>
                  <a:lnTo>
                    <a:pt x="18288" y="10235"/>
                  </a:lnTo>
                  <a:lnTo>
                    <a:pt x="18288" y="10235"/>
                  </a:lnTo>
                  <a:lnTo>
                    <a:pt x="18288" y="10067"/>
                  </a:lnTo>
                  <a:lnTo>
                    <a:pt x="18288" y="9899"/>
                  </a:lnTo>
                  <a:lnTo>
                    <a:pt x="18288" y="9899"/>
                  </a:lnTo>
                  <a:lnTo>
                    <a:pt x="18288" y="9899"/>
                  </a:lnTo>
                  <a:lnTo>
                    <a:pt x="18288" y="9732"/>
                  </a:lnTo>
                  <a:lnTo>
                    <a:pt x="18288" y="9732"/>
                  </a:lnTo>
                  <a:lnTo>
                    <a:pt x="18288" y="9564"/>
                  </a:lnTo>
                  <a:lnTo>
                    <a:pt x="18288" y="9564"/>
                  </a:lnTo>
                  <a:lnTo>
                    <a:pt x="18288" y="9396"/>
                  </a:lnTo>
                  <a:lnTo>
                    <a:pt x="18288" y="9396"/>
                  </a:lnTo>
                  <a:lnTo>
                    <a:pt x="18121" y="9228"/>
                  </a:lnTo>
                  <a:lnTo>
                    <a:pt x="18121" y="9228"/>
                  </a:lnTo>
                  <a:lnTo>
                    <a:pt x="18121" y="9061"/>
                  </a:lnTo>
                  <a:lnTo>
                    <a:pt x="18121" y="9061"/>
                  </a:lnTo>
                  <a:lnTo>
                    <a:pt x="18121" y="8893"/>
                  </a:lnTo>
                  <a:lnTo>
                    <a:pt x="18121" y="8893"/>
                  </a:lnTo>
                  <a:lnTo>
                    <a:pt x="17953" y="8725"/>
                  </a:lnTo>
                  <a:lnTo>
                    <a:pt x="17953" y="8725"/>
                  </a:lnTo>
                  <a:lnTo>
                    <a:pt x="17953" y="8557"/>
                  </a:lnTo>
                  <a:lnTo>
                    <a:pt x="17953" y="8557"/>
                  </a:lnTo>
                  <a:lnTo>
                    <a:pt x="17953" y="8389"/>
                  </a:lnTo>
                  <a:lnTo>
                    <a:pt x="17785" y="8389"/>
                  </a:lnTo>
                  <a:lnTo>
                    <a:pt x="17785" y="8389"/>
                  </a:lnTo>
                  <a:lnTo>
                    <a:pt x="17785" y="8389"/>
                  </a:lnTo>
                  <a:lnTo>
                    <a:pt x="17785" y="8389"/>
                  </a:lnTo>
                  <a:lnTo>
                    <a:pt x="17785" y="8222"/>
                  </a:lnTo>
                  <a:lnTo>
                    <a:pt x="17617" y="8054"/>
                  </a:lnTo>
                  <a:lnTo>
                    <a:pt x="17617" y="8054"/>
                  </a:lnTo>
                  <a:lnTo>
                    <a:pt x="17617" y="8054"/>
                  </a:lnTo>
                  <a:lnTo>
                    <a:pt x="17617" y="7886"/>
                  </a:lnTo>
                  <a:lnTo>
                    <a:pt x="17449" y="7886"/>
                  </a:lnTo>
                  <a:lnTo>
                    <a:pt x="17449" y="7886"/>
                  </a:lnTo>
                  <a:lnTo>
                    <a:pt x="17449" y="7718"/>
                  </a:lnTo>
                  <a:lnTo>
                    <a:pt x="17282" y="7718"/>
                  </a:lnTo>
                  <a:lnTo>
                    <a:pt x="17282" y="7551"/>
                  </a:lnTo>
                  <a:lnTo>
                    <a:pt x="17282" y="7551"/>
                  </a:lnTo>
                  <a:lnTo>
                    <a:pt x="17114" y="7551"/>
                  </a:lnTo>
                  <a:lnTo>
                    <a:pt x="17114" y="7383"/>
                  </a:lnTo>
                  <a:lnTo>
                    <a:pt x="17114" y="7383"/>
                  </a:lnTo>
                  <a:lnTo>
                    <a:pt x="16946" y="7383"/>
                  </a:lnTo>
                  <a:lnTo>
                    <a:pt x="16946" y="7215"/>
                  </a:lnTo>
                  <a:lnTo>
                    <a:pt x="16778" y="7215"/>
                  </a:lnTo>
                  <a:lnTo>
                    <a:pt x="16778" y="7215"/>
                  </a:lnTo>
                  <a:lnTo>
                    <a:pt x="16778" y="7215"/>
                  </a:lnTo>
                  <a:lnTo>
                    <a:pt x="16611" y="7047"/>
                  </a:lnTo>
                  <a:lnTo>
                    <a:pt x="16611" y="7047"/>
                  </a:lnTo>
                  <a:lnTo>
                    <a:pt x="16611" y="7047"/>
                  </a:lnTo>
                  <a:lnTo>
                    <a:pt x="5202" y="504"/>
                  </a:lnTo>
                  <a:lnTo>
                    <a:pt x="3860" y="1"/>
                  </a:lnTo>
                  <a:lnTo>
                    <a:pt x="1343" y="672"/>
                  </a:lnTo>
                  <a:lnTo>
                    <a:pt x="504" y="1678"/>
                  </a:lnTo>
                  <a:lnTo>
                    <a:pt x="1" y="3021"/>
                  </a:lnTo>
                  <a:lnTo>
                    <a:pt x="672" y="5537"/>
                  </a:lnTo>
                  <a:lnTo>
                    <a:pt x="1679" y="6544"/>
                  </a:lnTo>
                  <a:lnTo>
                    <a:pt x="7886" y="10067"/>
                  </a:lnTo>
                  <a:lnTo>
                    <a:pt x="1679" y="13590"/>
                  </a:lnTo>
                  <a:lnTo>
                    <a:pt x="672" y="14597"/>
                  </a:lnTo>
                  <a:lnTo>
                    <a:pt x="1" y="17114"/>
                  </a:lnTo>
                  <a:lnTo>
                    <a:pt x="504" y="18288"/>
                  </a:lnTo>
                  <a:lnTo>
                    <a:pt x="1343" y="19463"/>
                  </a:lnTo>
                  <a:lnTo>
                    <a:pt x="3860" y="20134"/>
                  </a:lnTo>
                  <a:lnTo>
                    <a:pt x="5202" y="19630"/>
                  </a:lnTo>
                  <a:lnTo>
                    <a:pt x="16611" y="13087"/>
                  </a:lnTo>
                  <a:lnTo>
                    <a:pt x="16611" y="13087"/>
                  </a:lnTo>
                  <a:lnTo>
                    <a:pt x="16611" y="13087"/>
                  </a:lnTo>
                  <a:lnTo>
                    <a:pt x="16778" y="12919"/>
                  </a:lnTo>
                  <a:lnTo>
                    <a:pt x="16778" y="12919"/>
                  </a:lnTo>
                  <a:lnTo>
                    <a:pt x="16778" y="12919"/>
                  </a:lnTo>
                  <a:lnTo>
                    <a:pt x="16946" y="12919"/>
                  </a:lnTo>
                  <a:lnTo>
                    <a:pt x="16946" y="12752"/>
                  </a:lnTo>
                  <a:lnTo>
                    <a:pt x="17114" y="12752"/>
                  </a:lnTo>
                  <a:lnTo>
                    <a:pt x="17114" y="12752"/>
                  </a:lnTo>
                  <a:lnTo>
                    <a:pt x="17114" y="12584"/>
                  </a:lnTo>
                  <a:lnTo>
                    <a:pt x="17282" y="12584"/>
                  </a:lnTo>
                  <a:lnTo>
                    <a:pt x="17282" y="12584"/>
                  </a:lnTo>
                  <a:lnTo>
                    <a:pt x="17282" y="12416"/>
                  </a:lnTo>
                  <a:lnTo>
                    <a:pt x="17449" y="12416"/>
                  </a:lnTo>
                  <a:lnTo>
                    <a:pt x="17449" y="12248"/>
                  </a:lnTo>
                  <a:lnTo>
                    <a:pt x="17449" y="12248"/>
                  </a:lnTo>
                  <a:lnTo>
                    <a:pt x="17617" y="12248"/>
                  </a:lnTo>
                  <a:lnTo>
                    <a:pt x="17617" y="12080"/>
                  </a:lnTo>
                  <a:lnTo>
                    <a:pt x="17617" y="12080"/>
                  </a:lnTo>
                  <a:lnTo>
                    <a:pt x="17617" y="12080"/>
                  </a:lnTo>
                  <a:lnTo>
                    <a:pt x="17785" y="11913"/>
                  </a:lnTo>
                  <a:lnTo>
                    <a:pt x="17785" y="11745"/>
                  </a:lnTo>
                  <a:lnTo>
                    <a:pt x="17785" y="11745"/>
                  </a:lnTo>
                  <a:lnTo>
                    <a:pt x="17785" y="11745"/>
                  </a:lnTo>
                  <a:lnTo>
                    <a:pt x="17785" y="11745"/>
                  </a:lnTo>
                  <a:lnTo>
                    <a:pt x="17953" y="11745"/>
                  </a:lnTo>
                  <a:lnTo>
                    <a:pt x="17953" y="11577"/>
                  </a:lnTo>
                  <a:lnTo>
                    <a:pt x="17953" y="11577"/>
                  </a:lnTo>
                  <a:lnTo>
                    <a:pt x="17953" y="11409"/>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89" name="Google Shape;3589;p99"/>
            <p:cNvSpPr/>
            <p:nvPr/>
          </p:nvSpPr>
          <p:spPr>
            <a:xfrm>
              <a:off x="4273475" y="4298250"/>
              <a:ext cx="457200" cy="499150"/>
            </a:xfrm>
            <a:custGeom>
              <a:rect b="b" l="l" r="r" t="t"/>
              <a:pathLst>
                <a:path extrusionOk="0" h="19966" w="18288">
                  <a:moveTo>
                    <a:pt x="14932" y="0"/>
                  </a:moveTo>
                  <a:lnTo>
                    <a:pt x="13590" y="168"/>
                  </a:lnTo>
                  <a:lnTo>
                    <a:pt x="12751" y="839"/>
                  </a:lnTo>
                  <a:lnTo>
                    <a:pt x="1678" y="7047"/>
                  </a:lnTo>
                  <a:lnTo>
                    <a:pt x="671" y="7886"/>
                  </a:lnTo>
                  <a:lnTo>
                    <a:pt x="0" y="10570"/>
                  </a:lnTo>
                  <a:lnTo>
                    <a:pt x="503" y="11745"/>
                  </a:lnTo>
                  <a:lnTo>
                    <a:pt x="1342" y="12919"/>
                  </a:lnTo>
                  <a:lnTo>
                    <a:pt x="3859" y="13590"/>
                  </a:lnTo>
                  <a:lnTo>
                    <a:pt x="5201" y="13087"/>
                  </a:lnTo>
                  <a:lnTo>
                    <a:pt x="11409" y="9396"/>
                  </a:lnTo>
                  <a:lnTo>
                    <a:pt x="11409" y="16610"/>
                  </a:lnTo>
                  <a:lnTo>
                    <a:pt x="11576" y="17952"/>
                  </a:lnTo>
                  <a:lnTo>
                    <a:pt x="13422" y="19798"/>
                  </a:lnTo>
                  <a:lnTo>
                    <a:pt x="14932" y="19966"/>
                  </a:lnTo>
                  <a:lnTo>
                    <a:pt x="16274" y="19798"/>
                  </a:lnTo>
                  <a:lnTo>
                    <a:pt x="18120" y="17952"/>
                  </a:lnTo>
                  <a:lnTo>
                    <a:pt x="18287" y="16610"/>
                  </a:lnTo>
                  <a:lnTo>
                    <a:pt x="18287" y="3524"/>
                  </a:lnTo>
                  <a:lnTo>
                    <a:pt x="18120" y="2014"/>
                  </a:lnTo>
                  <a:lnTo>
                    <a:pt x="16274" y="168"/>
                  </a:lnTo>
                  <a:lnTo>
                    <a:pt x="1493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90" name="Google Shape;3590;p99"/>
            <p:cNvSpPr/>
            <p:nvPr/>
          </p:nvSpPr>
          <p:spPr>
            <a:xfrm>
              <a:off x="4881650" y="4298250"/>
              <a:ext cx="457200" cy="499150"/>
            </a:xfrm>
            <a:custGeom>
              <a:rect b="b" l="l" r="r" t="t"/>
              <a:pathLst>
                <a:path extrusionOk="0" h="19966" w="18288">
                  <a:moveTo>
                    <a:pt x="16442" y="7047"/>
                  </a:moveTo>
                  <a:lnTo>
                    <a:pt x="5537" y="839"/>
                  </a:lnTo>
                  <a:lnTo>
                    <a:pt x="4530" y="168"/>
                  </a:lnTo>
                  <a:lnTo>
                    <a:pt x="3356" y="0"/>
                  </a:lnTo>
                  <a:lnTo>
                    <a:pt x="2014" y="168"/>
                  </a:lnTo>
                  <a:lnTo>
                    <a:pt x="168" y="2014"/>
                  </a:lnTo>
                  <a:lnTo>
                    <a:pt x="0" y="3524"/>
                  </a:lnTo>
                  <a:lnTo>
                    <a:pt x="0" y="16610"/>
                  </a:lnTo>
                  <a:lnTo>
                    <a:pt x="168" y="17952"/>
                  </a:lnTo>
                  <a:lnTo>
                    <a:pt x="2014" y="19798"/>
                  </a:lnTo>
                  <a:lnTo>
                    <a:pt x="3356" y="19966"/>
                  </a:lnTo>
                  <a:lnTo>
                    <a:pt x="4698" y="19798"/>
                  </a:lnTo>
                  <a:lnTo>
                    <a:pt x="6711" y="17952"/>
                  </a:lnTo>
                  <a:lnTo>
                    <a:pt x="6879" y="16610"/>
                  </a:lnTo>
                  <a:lnTo>
                    <a:pt x="6879" y="9396"/>
                  </a:lnTo>
                  <a:lnTo>
                    <a:pt x="13087" y="13087"/>
                  </a:lnTo>
                  <a:lnTo>
                    <a:pt x="14429" y="13590"/>
                  </a:lnTo>
                  <a:lnTo>
                    <a:pt x="16946" y="12919"/>
                  </a:lnTo>
                  <a:lnTo>
                    <a:pt x="17784" y="11745"/>
                  </a:lnTo>
                  <a:lnTo>
                    <a:pt x="18288" y="10570"/>
                  </a:lnTo>
                  <a:lnTo>
                    <a:pt x="17617" y="7886"/>
                  </a:lnTo>
                  <a:lnTo>
                    <a:pt x="16442" y="7047"/>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91" name="Google Shape;3591;p99"/>
            <p:cNvSpPr/>
            <p:nvPr/>
          </p:nvSpPr>
          <p:spPr>
            <a:xfrm>
              <a:off x="5028450" y="3866225"/>
              <a:ext cx="457200" cy="503350"/>
            </a:xfrm>
            <a:custGeom>
              <a:rect b="b" l="l" r="r" t="t"/>
              <a:pathLst>
                <a:path extrusionOk="0" h="20134" w="18288">
                  <a:moveTo>
                    <a:pt x="16610" y="13590"/>
                  </a:moveTo>
                  <a:lnTo>
                    <a:pt x="10235" y="10067"/>
                  </a:lnTo>
                  <a:lnTo>
                    <a:pt x="16610" y="6544"/>
                  </a:lnTo>
                  <a:lnTo>
                    <a:pt x="17617" y="5537"/>
                  </a:lnTo>
                  <a:lnTo>
                    <a:pt x="18288" y="3021"/>
                  </a:lnTo>
                  <a:lnTo>
                    <a:pt x="17784" y="1678"/>
                  </a:lnTo>
                  <a:lnTo>
                    <a:pt x="16946" y="672"/>
                  </a:lnTo>
                  <a:lnTo>
                    <a:pt x="14429" y="1"/>
                  </a:lnTo>
                  <a:lnTo>
                    <a:pt x="13087" y="504"/>
                  </a:lnTo>
                  <a:lnTo>
                    <a:pt x="1678" y="7047"/>
                  </a:lnTo>
                  <a:lnTo>
                    <a:pt x="1678" y="7047"/>
                  </a:lnTo>
                  <a:lnTo>
                    <a:pt x="1678" y="7047"/>
                  </a:lnTo>
                  <a:lnTo>
                    <a:pt x="1510" y="7215"/>
                  </a:lnTo>
                  <a:lnTo>
                    <a:pt x="1510" y="7215"/>
                  </a:lnTo>
                  <a:lnTo>
                    <a:pt x="1343" y="7215"/>
                  </a:lnTo>
                  <a:lnTo>
                    <a:pt x="1343" y="7215"/>
                  </a:lnTo>
                  <a:lnTo>
                    <a:pt x="1343" y="7383"/>
                  </a:lnTo>
                  <a:lnTo>
                    <a:pt x="1175" y="7383"/>
                  </a:lnTo>
                  <a:lnTo>
                    <a:pt x="1175" y="7383"/>
                  </a:lnTo>
                  <a:lnTo>
                    <a:pt x="1175" y="7551"/>
                  </a:lnTo>
                  <a:lnTo>
                    <a:pt x="1007" y="7551"/>
                  </a:lnTo>
                  <a:lnTo>
                    <a:pt x="1007" y="7551"/>
                  </a:lnTo>
                  <a:lnTo>
                    <a:pt x="839" y="7718"/>
                  </a:lnTo>
                  <a:lnTo>
                    <a:pt x="839" y="7718"/>
                  </a:lnTo>
                  <a:lnTo>
                    <a:pt x="839" y="7886"/>
                  </a:lnTo>
                  <a:lnTo>
                    <a:pt x="839" y="7886"/>
                  </a:lnTo>
                  <a:lnTo>
                    <a:pt x="672" y="7886"/>
                  </a:lnTo>
                  <a:lnTo>
                    <a:pt x="672" y="8054"/>
                  </a:lnTo>
                  <a:lnTo>
                    <a:pt x="672" y="8054"/>
                  </a:lnTo>
                  <a:lnTo>
                    <a:pt x="504" y="8054"/>
                  </a:lnTo>
                  <a:lnTo>
                    <a:pt x="504" y="8222"/>
                  </a:lnTo>
                  <a:lnTo>
                    <a:pt x="504" y="8389"/>
                  </a:lnTo>
                  <a:lnTo>
                    <a:pt x="504" y="8389"/>
                  </a:lnTo>
                  <a:lnTo>
                    <a:pt x="504" y="8389"/>
                  </a:lnTo>
                  <a:lnTo>
                    <a:pt x="336" y="8389"/>
                  </a:lnTo>
                  <a:lnTo>
                    <a:pt x="336" y="8389"/>
                  </a:lnTo>
                  <a:lnTo>
                    <a:pt x="336" y="8557"/>
                  </a:lnTo>
                  <a:lnTo>
                    <a:pt x="336" y="8557"/>
                  </a:lnTo>
                  <a:lnTo>
                    <a:pt x="336" y="8725"/>
                  </a:lnTo>
                  <a:lnTo>
                    <a:pt x="168" y="8725"/>
                  </a:lnTo>
                  <a:lnTo>
                    <a:pt x="168" y="8893"/>
                  </a:lnTo>
                  <a:lnTo>
                    <a:pt x="168" y="8893"/>
                  </a:lnTo>
                  <a:lnTo>
                    <a:pt x="168" y="9061"/>
                  </a:lnTo>
                  <a:lnTo>
                    <a:pt x="168" y="9061"/>
                  </a:lnTo>
                  <a:lnTo>
                    <a:pt x="168" y="9228"/>
                  </a:lnTo>
                  <a:lnTo>
                    <a:pt x="0" y="9228"/>
                  </a:lnTo>
                  <a:lnTo>
                    <a:pt x="0" y="9396"/>
                  </a:lnTo>
                  <a:lnTo>
                    <a:pt x="0" y="9396"/>
                  </a:lnTo>
                  <a:lnTo>
                    <a:pt x="0" y="9564"/>
                  </a:lnTo>
                  <a:lnTo>
                    <a:pt x="0" y="9564"/>
                  </a:lnTo>
                  <a:lnTo>
                    <a:pt x="0" y="9732"/>
                  </a:lnTo>
                  <a:lnTo>
                    <a:pt x="0" y="9732"/>
                  </a:lnTo>
                  <a:lnTo>
                    <a:pt x="0" y="9899"/>
                  </a:lnTo>
                  <a:lnTo>
                    <a:pt x="0" y="9899"/>
                  </a:lnTo>
                  <a:lnTo>
                    <a:pt x="0" y="9899"/>
                  </a:lnTo>
                  <a:lnTo>
                    <a:pt x="0" y="10067"/>
                  </a:lnTo>
                  <a:lnTo>
                    <a:pt x="0" y="10235"/>
                  </a:lnTo>
                  <a:lnTo>
                    <a:pt x="0" y="10235"/>
                  </a:lnTo>
                  <a:lnTo>
                    <a:pt x="0" y="10235"/>
                  </a:lnTo>
                  <a:lnTo>
                    <a:pt x="0" y="10403"/>
                  </a:lnTo>
                  <a:lnTo>
                    <a:pt x="0" y="10403"/>
                  </a:lnTo>
                  <a:lnTo>
                    <a:pt x="0" y="10570"/>
                  </a:lnTo>
                  <a:lnTo>
                    <a:pt x="0" y="10570"/>
                  </a:lnTo>
                  <a:lnTo>
                    <a:pt x="0" y="10738"/>
                  </a:lnTo>
                  <a:lnTo>
                    <a:pt x="0" y="10738"/>
                  </a:lnTo>
                  <a:lnTo>
                    <a:pt x="0" y="10906"/>
                  </a:lnTo>
                  <a:lnTo>
                    <a:pt x="168" y="10906"/>
                  </a:lnTo>
                  <a:lnTo>
                    <a:pt x="168" y="11074"/>
                  </a:lnTo>
                  <a:lnTo>
                    <a:pt x="168" y="11074"/>
                  </a:lnTo>
                  <a:lnTo>
                    <a:pt x="168" y="11242"/>
                  </a:lnTo>
                  <a:lnTo>
                    <a:pt x="168" y="11242"/>
                  </a:lnTo>
                  <a:lnTo>
                    <a:pt x="168" y="11409"/>
                  </a:lnTo>
                  <a:lnTo>
                    <a:pt x="336" y="11409"/>
                  </a:lnTo>
                  <a:lnTo>
                    <a:pt x="336" y="11577"/>
                  </a:lnTo>
                  <a:lnTo>
                    <a:pt x="336" y="11577"/>
                  </a:lnTo>
                  <a:lnTo>
                    <a:pt x="336" y="11745"/>
                  </a:lnTo>
                  <a:lnTo>
                    <a:pt x="336" y="11745"/>
                  </a:lnTo>
                  <a:lnTo>
                    <a:pt x="504" y="11745"/>
                  </a:lnTo>
                  <a:lnTo>
                    <a:pt x="504" y="11745"/>
                  </a:lnTo>
                  <a:lnTo>
                    <a:pt x="504" y="11745"/>
                  </a:lnTo>
                  <a:lnTo>
                    <a:pt x="504" y="11913"/>
                  </a:lnTo>
                  <a:lnTo>
                    <a:pt x="504" y="12080"/>
                  </a:lnTo>
                  <a:lnTo>
                    <a:pt x="672" y="12080"/>
                  </a:lnTo>
                  <a:lnTo>
                    <a:pt x="672" y="12080"/>
                  </a:lnTo>
                  <a:lnTo>
                    <a:pt x="672" y="12248"/>
                  </a:lnTo>
                  <a:lnTo>
                    <a:pt x="839" y="12248"/>
                  </a:lnTo>
                  <a:lnTo>
                    <a:pt x="839" y="12248"/>
                  </a:lnTo>
                  <a:lnTo>
                    <a:pt x="839" y="12416"/>
                  </a:lnTo>
                  <a:lnTo>
                    <a:pt x="839" y="12416"/>
                  </a:lnTo>
                  <a:lnTo>
                    <a:pt x="1007" y="12584"/>
                  </a:lnTo>
                  <a:lnTo>
                    <a:pt x="1007" y="12584"/>
                  </a:lnTo>
                  <a:lnTo>
                    <a:pt x="1175" y="12584"/>
                  </a:lnTo>
                  <a:lnTo>
                    <a:pt x="1175" y="12752"/>
                  </a:lnTo>
                  <a:lnTo>
                    <a:pt x="1175" y="12752"/>
                  </a:lnTo>
                  <a:lnTo>
                    <a:pt x="1343" y="12752"/>
                  </a:lnTo>
                  <a:lnTo>
                    <a:pt x="1343" y="12919"/>
                  </a:lnTo>
                  <a:lnTo>
                    <a:pt x="1343" y="12919"/>
                  </a:lnTo>
                  <a:lnTo>
                    <a:pt x="1510" y="12919"/>
                  </a:lnTo>
                  <a:lnTo>
                    <a:pt x="1510" y="12919"/>
                  </a:lnTo>
                  <a:lnTo>
                    <a:pt x="1678" y="13087"/>
                  </a:lnTo>
                  <a:lnTo>
                    <a:pt x="1678" y="13087"/>
                  </a:lnTo>
                  <a:lnTo>
                    <a:pt x="1678" y="13087"/>
                  </a:lnTo>
                  <a:lnTo>
                    <a:pt x="13087" y="19630"/>
                  </a:lnTo>
                  <a:lnTo>
                    <a:pt x="14429" y="20134"/>
                  </a:lnTo>
                  <a:lnTo>
                    <a:pt x="16946" y="19463"/>
                  </a:lnTo>
                  <a:lnTo>
                    <a:pt x="17784" y="18288"/>
                  </a:lnTo>
                  <a:lnTo>
                    <a:pt x="18288" y="17114"/>
                  </a:lnTo>
                  <a:lnTo>
                    <a:pt x="17617" y="14597"/>
                  </a:lnTo>
                  <a:lnTo>
                    <a:pt x="16610" y="1359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92" name="Google Shape;3592;p99"/>
            <p:cNvSpPr/>
            <p:nvPr/>
          </p:nvSpPr>
          <p:spPr>
            <a:xfrm>
              <a:off x="4881650" y="3438400"/>
              <a:ext cx="457200" cy="499150"/>
            </a:xfrm>
            <a:custGeom>
              <a:rect b="b" l="l" r="r" t="t"/>
              <a:pathLst>
                <a:path extrusionOk="0" h="19966" w="18288">
                  <a:moveTo>
                    <a:pt x="17784" y="8222"/>
                  </a:moveTo>
                  <a:lnTo>
                    <a:pt x="16946" y="7047"/>
                  </a:lnTo>
                  <a:lnTo>
                    <a:pt x="14429" y="6376"/>
                  </a:lnTo>
                  <a:lnTo>
                    <a:pt x="13087" y="6879"/>
                  </a:lnTo>
                  <a:lnTo>
                    <a:pt x="6879" y="10571"/>
                  </a:lnTo>
                  <a:lnTo>
                    <a:pt x="6879" y="3356"/>
                  </a:lnTo>
                  <a:lnTo>
                    <a:pt x="6711" y="2014"/>
                  </a:lnTo>
                  <a:lnTo>
                    <a:pt x="4698" y="169"/>
                  </a:lnTo>
                  <a:lnTo>
                    <a:pt x="3356" y="1"/>
                  </a:lnTo>
                  <a:lnTo>
                    <a:pt x="2014" y="169"/>
                  </a:lnTo>
                  <a:lnTo>
                    <a:pt x="168" y="2014"/>
                  </a:lnTo>
                  <a:lnTo>
                    <a:pt x="0" y="3356"/>
                  </a:lnTo>
                  <a:lnTo>
                    <a:pt x="0" y="16443"/>
                  </a:lnTo>
                  <a:lnTo>
                    <a:pt x="168" y="17953"/>
                  </a:lnTo>
                  <a:lnTo>
                    <a:pt x="2014" y="19798"/>
                  </a:lnTo>
                  <a:lnTo>
                    <a:pt x="3356" y="19966"/>
                  </a:lnTo>
                  <a:lnTo>
                    <a:pt x="4530" y="19798"/>
                  </a:lnTo>
                  <a:lnTo>
                    <a:pt x="5537" y="19127"/>
                  </a:lnTo>
                  <a:lnTo>
                    <a:pt x="16442" y="12919"/>
                  </a:lnTo>
                  <a:lnTo>
                    <a:pt x="17617" y="12080"/>
                  </a:lnTo>
                  <a:lnTo>
                    <a:pt x="18288" y="9396"/>
                  </a:lnTo>
                  <a:lnTo>
                    <a:pt x="17784" y="8222"/>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3593" name="Google Shape;3593;p99"/>
          <p:cNvSpPr/>
          <p:nvPr/>
        </p:nvSpPr>
        <p:spPr>
          <a:xfrm>
            <a:off x="2885492" y="993829"/>
            <a:ext cx="202001" cy="290084"/>
          </a:xfrm>
          <a:custGeom>
            <a:rect b="b" l="l" r="r" t="t"/>
            <a:pathLst>
              <a:path extrusionOk="0" h="165762" w="115429">
                <a:moveTo>
                  <a:pt x="32045" y="50165"/>
                </a:moveTo>
                <a:lnTo>
                  <a:pt x="36072" y="48823"/>
                </a:lnTo>
                <a:lnTo>
                  <a:pt x="43118" y="44293"/>
                </a:lnTo>
                <a:lnTo>
                  <a:pt x="48151" y="37918"/>
                </a:lnTo>
                <a:lnTo>
                  <a:pt x="51004" y="29865"/>
                </a:lnTo>
                <a:lnTo>
                  <a:pt x="51339" y="25502"/>
                </a:lnTo>
                <a:lnTo>
                  <a:pt x="51171" y="22818"/>
                </a:lnTo>
                <a:lnTo>
                  <a:pt x="50165" y="17953"/>
                </a:lnTo>
                <a:lnTo>
                  <a:pt x="48151" y="13255"/>
                </a:lnTo>
                <a:lnTo>
                  <a:pt x="45467" y="9228"/>
                </a:lnTo>
                <a:lnTo>
                  <a:pt x="41944" y="5873"/>
                </a:lnTo>
                <a:lnTo>
                  <a:pt x="37917" y="3021"/>
                </a:lnTo>
                <a:lnTo>
                  <a:pt x="33220" y="1175"/>
                </a:lnTo>
                <a:lnTo>
                  <a:pt x="28186" y="169"/>
                </a:lnTo>
                <a:lnTo>
                  <a:pt x="25670" y="1"/>
                </a:lnTo>
                <a:lnTo>
                  <a:pt x="22985" y="169"/>
                </a:lnTo>
                <a:lnTo>
                  <a:pt x="17952" y="1175"/>
                </a:lnTo>
                <a:lnTo>
                  <a:pt x="13422" y="3021"/>
                </a:lnTo>
                <a:lnTo>
                  <a:pt x="9228" y="5873"/>
                </a:lnTo>
                <a:lnTo>
                  <a:pt x="5872" y="9228"/>
                </a:lnTo>
                <a:lnTo>
                  <a:pt x="3020" y="13255"/>
                </a:lnTo>
                <a:lnTo>
                  <a:pt x="1175" y="17953"/>
                </a:lnTo>
                <a:lnTo>
                  <a:pt x="168" y="22818"/>
                </a:lnTo>
                <a:lnTo>
                  <a:pt x="0" y="25502"/>
                </a:lnTo>
                <a:lnTo>
                  <a:pt x="336" y="29865"/>
                </a:lnTo>
                <a:lnTo>
                  <a:pt x="3020" y="37750"/>
                </a:lnTo>
                <a:lnTo>
                  <a:pt x="8221" y="44293"/>
                </a:lnTo>
                <a:lnTo>
                  <a:pt x="15100" y="48823"/>
                </a:lnTo>
                <a:lnTo>
                  <a:pt x="19294" y="50165"/>
                </a:lnTo>
                <a:lnTo>
                  <a:pt x="19294" y="115429"/>
                </a:lnTo>
                <a:lnTo>
                  <a:pt x="15100" y="116772"/>
                </a:lnTo>
                <a:lnTo>
                  <a:pt x="8221" y="121302"/>
                </a:lnTo>
                <a:lnTo>
                  <a:pt x="3020" y="127845"/>
                </a:lnTo>
                <a:lnTo>
                  <a:pt x="336" y="135730"/>
                </a:lnTo>
                <a:lnTo>
                  <a:pt x="0" y="140260"/>
                </a:lnTo>
                <a:lnTo>
                  <a:pt x="168" y="142777"/>
                </a:lnTo>
                <a:lnTo>
                  <a:pt x="1175" y="147810"/>
                </a:lnTo>
                <a:lnTo>
                  <a:pt x="3020" y="152340"/>
                </a:lnTo>
                <a:lnTo>
                  <a:pt x="5872" y="156366"/>
                </a:lnTo>
                <a:lnTo>
                  <a:pt x="9228" y="159890"/>
                </a:lnTo>
                <a:lnTo>
                  <a:pt x="13422" y="162574"/>
                </a:lnTo>
                <a:lnTo>
                  <a:pt x="17952" y="164587"/>
                </a:lnTo>
                <a:lnTo>
                  <a:pt x="22985" y="165594"/>
                </a:lnTo>
                <a:lnTo>
                  <a:pt x="25670" y="165762"/>
                </a:lnTo>
                <a:lnTo>
                  <a:pt x="28186" y="165594"/>
                </a:lnTo>
                <a:lnTo>
                  <a:pt x="33220" y="164587"/>
                </a:lnTo>
                <a:lnTo>
                  <a:pt x="37917" y="162574"/>
                </a:lnTo>
                <a:lnTo>
                  <a:pt x="41944" y="159890"/>
                </a:lnTo>
                <a:lnTo>
                  <a:pt x="45467" y="156366"/>
                </a:lnTo>
                <a:lnTo>
                  <a:pt x="48151" y="152340"/>
                </a:lnTo>
                <a:lnTo>
                  <a:pt x="50165" y="147810"/>
                </a:lnTo>
                <a:lnTo>
                  <a:pt x="51171" y="142777"/>
                </a:lnTo>
                <a:lnTo>
                  <a:pt x="51339" y="140260"/>
                </a:lnTo>
                <a:lnTo>
                  <a:pt x="51004" y="135898"/>
                </a:lnTo>
                <a:lnTo>
                  <a:pt x="48319" y="127845"/>
                </a:lnTo>
                <a:lnTo>
                  <a:pt x="43118" y="121469"/>
                </a:lnTo>
                <a:lnTo>
                  <a:pt x="36240" y="116939"/>
                </a:lnTo>
                <a:lnTo>
                  <a:pt x="32213" y="115597"/>
                </a:lnTo>
                <a:lnTo>
                  <a:pt x="32716" y="112242"/>
                </a:lnTo>
                <a:lnTo>
                  <a:pt x="34058" y="107209"/>
                </a:lnTo>
                <a:lnTo>
                  <a:pt x="35904" y="103517"/>
                </a:lnTo>
                <a:lnTo>
                  <a:pt x="38085" y="101001"/>
                </a:lnTo>
                <a:lnTo>
                  <a:pt x="39259" y="100162"/>
                </a:lnTo>
                <a:lnTo>
                  <a:pt x="40937" y="99155"/>
                </a:lnTo>
                <a:lnTo>
                  <a:pt x="44964" y="97645"/>
                </a:lnTo>
                <a:lnTo>
                  <a:pt x="52178" y="96135"/>
                </a:lnTo>
                <a:lnTo>
                  <a:pt x="58386" y="95632"/>
                </a:lnTo>
                <a:lnTo>
                  <a:pt x="59057" y="95464"/>
                </a:lnTo>
                <a:lnTo>
                  <a:pt x="64929" y="94961"/>
                </a:lnTo>
                <a:lnTo>
                  <a:pt x="74324" y="92948"/>
                </a:lnTo>
                <a:lnTo>
                  <a:pt x="80532" y="90431"/>
                </a:lnTo>
                <a:lnTo>
                  <a:pt x="83384" y="88586"/>
                </a:lnTo>
                <a:lnTo>
                  <a:pt x="86068" y="86572"/>
                </a:lnTo>
                <a:lnTo>
                  <a:pt x="90263" y="81539"/>
                </a:lnTo>
                <a:lnTo>
                  <a:pt x="93451" y="75164"/>
                </a:lnTo>
                <a:lnTo>
                  <a:pt x="95464" y="67446"/>
                </a:lnTo>
                <a:lnTo>
                  <a:pt x="95967" y="62916"/>
                </a:lnTo>
                <a:lnTo>
                  <a:pt x="99994" y="61742"/>
                </a:lnTo>
                <a:lnTo>
                  <a:pt x="107040" y="57212"/>
                </a:lnTo>
                <a:lnTo>
                  <a:pt x="112241" y="50669"/>
                </a:lnTo>
                <a:lnTo>
                  <a:pt x="115093" y="42615"/>
                </a:lnTo>
                <a:lnTo>
                  <a:pt x="115429" y="38253"/>
                </a:lnTo>
                <a:lnTo>
                  <a:pt x="115261" y="35569"/>
                </a:lnTo>
                <a:lnTo>
                  <a:pt x="114255" y="30703"/>
                </a:lnTo>
                <a:lnTo>
                  <a:pt x="112241" y="26006"/>
                </a:lnTo>
                <a:lnTo>
                  <a:pt x="109557" y="21979"/>
                </a:lnTo>
                <a:lnTo>
                  <a:pt x="106034" y="18456"/>
                </a:lnTo>
                <a:lnTo>
                  <a:pt x="102007" y="15772"/>
                </a:lnTo>
                <a:lnTo>
                  <a:pt x="97309" y="13926"/>
                </a:lnTo>
                <a:lnTo>
                  <a:pt x="92276" y="12752"/>
                </a:lnTo>
                <a:lnTo>
                  <a:pt x="89759" y="12752"/>
                </a:lnTo>
                <a:lnTo>
                  <a:pt x="87075" y="12752"/>
                </a:lnTo>
                <a:lnTo>
                  <a:pt x="82042" y="13926"/>
                </a:lnTo>
                <a:lnTo>
                  <a:pt x="77512" y="15772"/>
                </a:lnTo>
                <a:lnTo>
                  <a:pt x="73318" y="18456"/>
                </a:lnTo>
                <a:lnTo>
                  <a:pt x="69962" y="21979"/>
                </a:lnTo>
                <a:lnTo>
                  <a:pt x="67110" y="26006"/>
                </a:lnTo>
                <a:lnTo>
                  <a:pt x="65264" y="30703"/>
                </a:lnTo>
                <a:lnTo>
                  <a:pt x="64090" y="35569"/>
                </a:lnTo>
                <a:lnTo>
                  <a:pt x="64090" y="38253"/>
                </a:lnTo>
                <a:lnTo>
                  <a:pt x="64258" y="42615"/>
                </a:lnTo>
                <a:lnTo>
                  <a:pt x="67110" y="50501"/>
                </a:lnTo>
                <a:lnTo>
                  <a:pt x="72143" y="57044"/>
                </a:lnTo>
                <a:lnTo>
                  <a:pt x="79022" y="61574"/>
                </a:lnTo>
                <a:lnTo>
                  <a:pt x="83049" y="62916"/>
                </a:lnTo>
                <a:lnTo>
                  <a:pt x="82713" y="66104"/>
                </a:lnTo>
                <a:lnTo>
                  <a:pt x="81371" y="71305"/>
                </a:lnTo>
                <a:lnTo>
                  <a:pt x="79357" y="74828"/>
                </a:lnTo>
                <a:lnTo>
                  <a:pt x="77176" y="77345"/>
                </a:lnTo>
                <a:lnTo>
                  <a:pt x="76002" y="78184"/>
                </a:lnTo>
                <a:lnTo>
                  <a:pt x="74324" y="79358"/>
                </a:lnTo>
                <a:lnTo>
                  <a:pt x="70298" y="80868"/>
                </a:lnTo>
                <a:lnTo>
                  <a:pt x="63083" y="82210"/>
                </a:lnTo>
                <a:lnTo>
                  <a:pt x="57044" y="82881"/>
                </a:lnTo>
                <a:lnTo>
                  <a:pt x="56372" y="82881"/>
                </a:lnTo>
                <a:lnTo>
                  <a:pt x="50500" y="83552"/>
                </a:lnTo>
                <a:lnTo>
                  <a:pt x="40937" y="85398"/>
                </a:lnTo>
                <a:lnTo>
                  <a:pt x="34897" y="87914"/>
                </a:lnTo>
                <a:lnTo>
                  <a:pt x="32045" y="89760"/>
                </a:lnTo>
                <a:close/>
                <a:moveTo>
                  <a:pt x="25670" y="12752"/>
                </a:moveTo>
                <a:lnTo>
                  <a:pt x="22985" y="12919"/>
                </a:lnTo>
                <a:lnTo>
                  <a:pt x="18455" y="14933"/>
                </a:lnTo>
                <a:lnTo>
                  <a:pt x="14932" y="18288"/>
                </a:lnTo>
                <a:lnTo>
                  <a:pt x="12919" y="22818"/>
                </a:lnTo>
                <a:lnTo>
                  <a:pt x="12751" y="25502"/>
                </a:lnTo>
                <a:lnTo>
                  <a:pt x="12919" y="28019"/>
                </a:lnTo>
                <a:lnTo>
                  <a:pt x="14932" y="32717"/>
                </a:lnTo>
                <a:lnTo>
                  <a:pt x="18455" y="36072"/>
                </a:lnTo>
                <a:lnTo>
                  <a:pt x="22985" y="38086"/>
                </a:lnTo>
                <a:lnTo>
                  <a:pt x="25670" y="38253"/>
                </a:lnTo>
                <a:lnTo>
                  <a:pt x="28186" y="38086"/>
                </a:lnTo>
                <a:lnTo>
                  <a:pt x="32884" y="36072"/>
                </a:lnTo>
                <a:lnTo>
                  <a:pt x="36407" y="32717"/>
                </a:lnTo>
                <a:lnTo>
                  <a:pt x="38253" y="28019"/>
                </a:lnTo>
                <a:lnTo>
                  <a:pt x="38421" y="25502"/>
                </a:lnTo>
                <a:lnTo>
                  <a:pt x="38253" y="22818"/>
                </a:lnTo>
                <a:lnTo>
                  <a:pt x="36407" y="18288"/>
                </a:lnTo>
                <a:lnTo>
                  <a:pt x="32884" y="14933"/>
                </a:lnTo>
                <a:lnTo>
                  <a:pt x="28186" y="12919"/>
                </a:lnTo>
                <a:close/>
                <a:moveTo>
                  <a:pt x="89759" y="25502"/>
                </a:moveTo>
                <a:lnTo>
                  <a:pt x="87075" y="25670"/>
                </a:lnTo>
                <a:lnTo>
                  <a:pt x="82545" y="27684"/>
                </a:lnTo>
                <a:lnTo>
                  <a:pt x="79022" y="31039"/>
                </a:lnTo>
                <a:lnTo>
                  <a:pt x="77009" y="35569"/>
                </a:lnTo>
                <a:lnTo>
                  <a:pt x="76841" y="38253"/>
                </a:lnTo>
                <a:lnTo>
                  <a:pt x="77009" y="40770"/>
                </a:lnTo>
                <a:lnTo>
                  <a:pt x="79022" y="45468"/>
                </a:lnTo>
                <a:lnTo>
                  <a:pt x="82545" y="48823"/>
                </a:lnTo>
                <a:lnTo>
                  <a:pt x="87075" y="50836"/>
                </a:lnTo>
                <a:lnTo>
                  <a:pt x="89759" y="51004"/>
                </a:lnTo>
                <a:lnTo>
                  <a:pt x="92276" y="50836"/>
                </a:lnTo>
                <a:lnTo>
                  <a:pt x="96974" y="48823"/>
                </a:lnTo>
                <a:lnTo>
                  <a:pt x="100329" y="45468"/>
                </a:lnTo>
                <a:lnTo>
                  <a:pt x="102343" y="40770"/>
                </a:lnTo>
                <a:lnTo>
                  <a:pt x="102510" y="38253"/>
                </a:lnTo>
                <a:lnTo>
                  <a:pt x="102343" y="35569"/>
                </a:lnTo>
                <a:lnTo>
                  <a:pt x="100329" y="31039"/>
                </a:lnTo>
                <a:lnTo>
                  <a:pt x="96974" y="27684"/>
                </a:lnTo>
                <a:lnTo>
                  <a:pt x="92276" y="25670"/>
                </a:lnTo>
                <a:close/>
                <a:moveTo>
                  <a:pt x="12751" y="140260"/>
                </a:moveTo>
                <a:lnTo>
                  <a:pt x="12919" y="137576"/>
                </a:lnTo>
                <a:lnTo>
                  <a:pt x="14932" y="133046"/>
                </a:lnTo>
                <a:lnTo>
                  <a:pt x="18455" y="129522"/>
                </a:lnTo>
                <a:lnTo>
                  <a:pt x="22985" y="127677"/>
                </a:lnTo>
                <a:lnTo>
                  <a:pt x="25670" y="127509"/>
                </a:lnTo>
                <a:lnTo>
                  <a:pt x="28186" y="127677"/>
                </a:lnTo>
                <a:lnTo>
                  <a:pt x="32884" y="129522"/>
                </a:lnTo>
                <a:lnTo>
                  <a:pt x="36407" y="133046"/>
                </a:lnTo>
                <a:lnTo>
                  <a:pt x="38253" y="137576"/>
                </a:lnTo>
                <a:lnTo>
                  <a:pt x="38421" y="140260"/>
                </a:lnTo>
                <a:lnTo>
                  <a:pt x="38253" y="142777"/>
                </a:lnTo>
                <a:lnTo>
                  <a:pt x="36407" y="147307"/>
                </a:lnTo>
                <a:lnTo>
                  <a:pt x="32884" y="150830"/>
                </a:lnTo>
                <a:lnTo>
                  <a:pt x="28186" y="152675"/>
                </a:lnTo>
                <a:lnTo>
                  <a:pt x="25670" y="153011"/>
                </a:lnTo>
                <a:lnTo>
                  <a:pt x="22985" y="152675"/>
                </a:lnTo>
                <a:lnTo>
                  <a:pt x="18455" y="150830"/>
                </a:lnTo>
                <a:lnTo>
                  <a:pt x="14932" y="147307"/>
                </a:lnTo>
                <a:lnTo>
                  <a:pt x="12919" y="142777"/>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94" name="Google Shape;3594;p99"/>
          <p:cNvSpPr txBox="1"/>
          <p:nvPr/>
        </p:nvSpPr>
        <p:spPr>
          <a:xfrm>
            <a:off x="2822274" y="1377937"/>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Stream</a:t>
            </a:r>
            <a:endParaRPr sz="600">
              <a:solidFill>
                <a:srgbClr val="11567F"/>
              </a:solidFill>
              <a:latin typeface="Arial"/>
              <a:ea typeface="Arial"/>
              <a:cs typeface="Arial"/>
              <a:sym typeface="Arial"/>
            </a:endParaRPr>
          </a:p>
        </p:txBody>
      </p:sp>
      <p:grpSp>
        <p:nvGrpSpPr>
          <p:cNvPr id="3595" name="Google Shape;3595;p99"/>
          <p:cNvGrpSpPr/>
          <p:nvPr/>
        </p:nvGrpSpPr>
        <p:grpSpPr>
          <a:xfrm>
            <a:off x="3621981" y="994192"/>
            <a:ext cx="289170" cy="289172"/>
            <a:chOff x="1513575" y="649150"/>
            <a:chExt cx="4546700" cy="4546725"/>
          </a:xfrm>
        </p:grpSpPr>
        <p:sp>
          <p:nvSpPr>
            <p:cNvPr id="3596" name="Google Shape;3596;p99"/>
            <p:cNvSpPr/>
            <p:nvPr/>
          </p:nvSpPr>
          <p:spPr>
            <a:xfrm>
              <a:off x="4743225" y="1316050"/>
              <a:ext cx="629175" cy="629200"/>
            </a:xfrm>
            <a:custGeom>
              <a:rect b="b" l="l" r="r" t="t"/>
              <a:pathLst>
                <a:path extrusionOk="0" h="25168" w="25167">
                  <a:moveTo>
                    <a:pt x="12584" y="1"/>
                  </a:moveTo>
                  <a:lnTo>
                    <a:pt x="9899" y="169"/>
                  </a:lnTo>
                  <a:lnTo>
                    <a:pt x="5370" y="2182"/>
                  </a:lnTo>
                  <a:lnTo>
                    <a:pt x="2014" y="5538"/>
                  </a:lnTo>
                  <a:lnTo>
                    <a:pt x="169" y="10067"/>
                  </a:lnTo>
                  <a:lnTo>
                    <a:pt x="1" y="12584"/>
                  </a:lnTo>
                  <a:lnTo>
                    <a:pt x="169" y="15101"/>
                  </a:lnTo>
                  <a:lnTo>
                    <a:pt x="2014" y="19631"/>
                  </a:lnTo>
                  <a:lnTo>
                    <a:pt x="5370" y="23154"/>
                  </a:lnTo>
                  <a:lnTo>
                    <a:pt x="9899" y="24999"/>
                  </a:lnTo>
                  <a:lnTo>
                    <a:pt x="12584" y="25167"/>
                  </a:lnTo>
                  <a:lnTo>
                    <a:pt x="15100" y="24999"/>
                  </a:lnTo>
                  <a:lnTo>
                    <a:pt x="19630" y="23154"/>
                  </a:lnTo>
                  <a:lnTo>
                    <a:pt x="22986" y="19631"/>
                  </a:lnTo>
                  <a:lnTo>
                    <a:pt x="24999" y="15101"/>
                  </a:lnTo>
                  <a:lnTo>
                    <a:pt x="25167" y="12584"/>
                  </a:lnTo>
                  <a:lnTo>
                    <a:pt x="24999" y="10067"/>
                  </a:lnTo>
                  <a:lnTo>
                    <a:pt x="22986" y="5538"/>
                  </a:lnTo>
                  <a:lnTo>
                    <a:pt x="19630" y="2182"/>
                  </a:lnTo>
                  <a:lnTo>
                    <a:pt x="15100" y="169"/>
                  </a:lnTo>
                  <a:lnTo>
                    <a:pt x="12584"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597" name="Google Shape;3597;p99"/>
            <p:cNvSpPr/>
            <p:nvPr/>
          </p:nvSpPr>
          <p:spPr>
            <a:xfrm>
              <a:off x="1513575" y="649150"/>
              <a:ext cx="4546700" cy="4546725"/>
            </a:xfrm>
            <a:custGeom>
              <a:rect b="b" l="l" r="r" t="t"/>
              <a:pathLst>
                <a:path extrusionOk="0" h="181869" w="181868">
                  <a:moveTo>
                    <a:pt x="181868" y="27348"/>
                  </a:moveTo>
                  <a:lnTo>
                    <a:pt x="181700" y="24496"/>
                  </a:lnTo>
                  <a:lnTo>
                    <a:pt x="180693" y="19127"/>
                  </a:lnTo>
                  <a:lnTo>
                    <a:pt x="178512" y="14262"/>
                  </a:lnTo>
                  <a:lnTo>
                    <a:pt x="175660" y="9900"/>
                  </a:lnTo>
                  <a:lnTo>
                    <a:pt x="171969" y="6209"/>
                  </a:lnTo>
                  <a:lnTo>
                    <a:pt x="167607" y="3189"/>
                  </a:lnTo>
                  <a:lnTo>
                    <a:pt x="162742" y="1175"/>
                  </a:lnTo>
                  <a:lnTo>
                    <a:pt x="157373" y="169"/>
                  </a:lnTo>
                  <a:lnTo>
                    <a:pt x="154521" y="1"/>
                  </a:lnTo>
                  <a:lnTo>
                    <a:pt x="106705" y="1"/>
                  </a:lnTo>
                  <a:lnTo>
                    <a:pt x="104692" y="169"/>
                  </a:lnTo>
                  <a:lnTo>
                    <a:pt x="100665" y="840"/>
                  </a:lnTo>
                  <a:lnTo>
                    <a:pt x="96806" y="2517"/>
                  </a:lnTo>
                  <a:lnTo>
                    <a:pt x="93451" y="4699"/>
                  </a:lnTo>
                  <a:lnTo>
                    <a:pt x="91941" y="6209"/>
                  </a:lnTo>
                  <a:lnTo>
                    <a:pt x="9060" y="89089"/>
                  </a:lnTo>
                  <a:lnTo>
                    <a:pt x="6879" y="91438"/>
                  </a:lnTo>
                  <a:lnTo>
                    <a:pt x="3356" y="96639"/>
                  </a:lnTo>
                  <a:lnTo>
                    <a:pt x="1007" y="102343"/>
                  </a:lnTo>
                  <a:lnTo>
                    <a:pt x="1" y="108215"/>
                  </a:lnTo>
                  <a:lnTo>
                    <a:pt x="1" y="114255"/>
                  </a:lnTo>
                  <a:lnTo>
                    <a:pt x="1007" y="120295"/>
                  </a:lnTo>
                  <a:lnTo>
                    <a:pt x="3356" y="125832"/>
                  </a:lnTo>
                  <a:lnTo>
                    <a:pt x="6879" y="131200"/>
                  </a:lnTo>
                  <a:lnTo>
                    <a:pt x="9060" y="133549"/>
                  </a:lnTo>
                  <a:lnTo>
                    <a:pt x="48320" y="172808"/>
                  </a:lnTo>
                  <a:lnTo>
                    <a:pt x="50668" y="174989"/>
                  </a:lnTo>
                  <a:lnTo>
                    <a:pt x="55869" y="178345"/>
                  </a:lnTo>
                  <a:lnTo>
                    <a:pt x="61574" y="180694"/>
                  </a:lnTo>
                  <a:lnTo>
                    <a:pt x="67614" y="181868"/>
                  </a:lnTo>
                  <a:lnTo>
                    <a:pt x="73654" y="181868"/>
                  </a:lnTo>
                  <a:lnTo>
                    <a:pt x="79526" y="180694"/>
                  </a:lnTo>
                  <a:lnTo>
                    <a:pt x="85230" y="178345"/>
                  </a:lnTo>
                  <a:lnTo>
                    <a:pt x="90431" y="174989"/>
                  </a:lnTo>
                  <a:lnTo>
                    <a:pt x="92780" y="172808"/>
                  </a:lnTo>
                  <a:lnTo>
                    <a:pt x="175660" y="89928"/>
                  </a:lnTo>
                  <a:lnTo>
                    <a:pt x="177002" y="88418"/>
                  </a:lnTo>
                  <a:lnTo>
                    <a:pt x="179351" y="84895"/>
                  </a:lnTo>
                  <a:lnTo>
                    <a:pt x="180861" y="81204"/>
                  </a:lnTo>
                  <a:lnTo>
                    <a:pt x="181700" y="77177"/>
                  </a:lnTo>
                  <a:lnTo>
                    <a:pt x="181868" y="75164"/>
                  </a:lnTo>
                  <a:close/>
                  <a:moveTo>
                    <a:pt x="154521" y="12584"/>
                  </a:moveTo>
                  <a:lnTo>
                    <a:pt x="157541" y="12752"/>
                  </a:lnTo>
                  <a:lnTo>
                    <a:pt x="162742" y="15101"/>
                  </a:lnTo>
                  <a:lnTo>
                    <a:pt x="166768" y="18959"/>
                  </a:lnTo>
                  <a:lnTo>
                    <a:pt x="168949" y="24328"/>
                  </a:lnTo>
                  <a:lnTo>
                    <a:pt x="169285" y="27348"/>
                  </a:lnTo>
                  <a:lnTo>
                    <a:pt x="169285" y="75164"/>
                  </a:lnTo>
                  <a:lnTo>
                    <a:pt x="169117" y="76674"/>
                  </a:lnTo>
                  <a:lnTo>
                    <a:pt x="167775" y="79694"/>
                  </a:lnTo>
                  <a:lnTo>
                    <a:pt x="166768" y="81036"/>
                  </a:lnTo>
                  <a:lnTo>
                    <a:pt x="83888" y="163916"/>
                  </a:lnTo>
                  <a:lnTo>
                    <a:pt x="81036" y="166433"/>
                  </a:lnTo>
                  <a:lnTo>
                    <a:pt x="74157" y="169117"/>
                  </a:lnTo>
                  <a:lnTo>
                    <a:pt x="66943" y="169117"/>
                  </a:lnTo>
                  <a:lnTo>
                    <a:pt x="60064" y="166433"/>
                  </a:lnTo>
                  <a:lnTo>
                    <a:pt x="57212" y="163916"/>
                  </a:lnTo>
                  <a:lnTo>
                    <a:pt x="17952" y="124657"/>
                  </a:lnTo>
                  <a:lnTo>
                    <a:pt x="15436" y="121637"/>
                  </a:lnTo>
                  <a:lnTo>
                    <a:pt x="12584" y="114926"/>
                  </a:lnTo>
                  <a:lnTo>
                    <a:pt x="12584" y="107544"/>
                  </a:lnTo>
                  <a:lnTo>
                    <a:pt x="15436" y="100833"/>
                  </a:lnTo>
                  <a:lnTo>
                    <a:pt x="17952" y="97981"/>
                  </a:lnTo>
                  <a:lnTo>
                    <a:pt x="100833" y="15101"/>
                  </a:lnTo>
                  <a:lnTo>
                    <a:pt x="102007" y="13926"/>
                  </a:lnTo>
                  <a:lnTo>
                    <a:pt x="105027" y="12752"/>
                  </a:lnTo>
                  <a:lnTo>
                    <a:pt x="106705" y="1258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598" name="Google Shape;3598;p99"/>
          <p:cNvGrpSpPr/>
          <p:nvPr/>
        </p:nvGrpSpPr>
        <p:grpSpPr>
          <a:xfrm>
            <a:off x="4417308" y="1036210"/>
            <a:ext cx="288103" cy="205142"/>
            <a:chOff x="1643600" y="1152475"/>
            <a:chExt cx="4529925" cy="3225500"/>
          </a:xfrm>
        </p:grpSpPr>
        <p:sp>
          <p:nvSpPr>
            <p:cNvPr id="3599" name="Google Shape;3599;p99"/>
            <p:cNvSpPr/>
            <p:nvPr/>
          </p:nvSpPr>
          <p:spPr>
            <a:xfrm>
              <a:off x="3954700" y="1706125"/>
              <a:ext cx="2218825" cy="314625"/>
            </a:xfrm>
            <a:custGeom>
              <a:rect b="b" l="l" r="r" t="t"/>
              <a:pathLst>
                <a:path extrusionOk="0" h="12585" w="88753">
                  <a:moveTo>
                    <a:pt x="2181" y="1"/>
                  </a:moveTo>
                  <a:lnTo>
                    <a:pt x="1342" y="169"/>
                  </a:lnTo>
                  <a:lnTo>
                    <a:pt x="168" y="1175"/>
                  </a:lnTo>
                  <a:lnTo>
                    <a:pt x="0" y="2182"/>
                  </a:lnTo>
                  <a:lnTo>
                    <a:pt x="0" y="10571"/>
                  </a:lnTo>
                  <a:lnTo>
                    <a:pt x="168" y="11410"/>
                  </a:lnTo>
                  <a:lnTo>
                    <a:pt x="1342" y="12416"/>
                  </a:lnTo>
                  <a:lnTo>
                    <a:pt x="2181" y="12584"/>
                  </a:lnTo>
                  <a:lnTo>
                    <a:pt x="86572" y="12584"/>
                  </a:lnTo>
                  <a:lnTo>
                    <a:pt x="87411" y="12416"/>
                  </a:lnTo>
                  <a:lnTo>
                    <a:pt x="88585" y="11410"/>
                  </a:lnTo>
                  <a:lnTo>
                    <a:pt x="88753" y="10571"/>
                  </a:lnTo>
                  <a:lnTo>
                    <a:pt x="88753" y="2182"/>
                  </a:lnTo>
                  <a:lnTo>
                    <a:pt x="88585" y="1175"/>
                  </a:lnTo>
                  <a:lnTo>
                    <a:pt x="87411" y="169"/>
                  </a:lnTo>
                  <a:lnTo>
                    <a:pt x="8657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00" name="Google Shape;3600;p99"/>
            <p:cNvSpPr/>
            <p:nvPr/>
          </p:nvSpPr>
          <p:spPr>
            <a:xfrm>
              <a:off x="3954700" y="3539075"/>
              <a:ext cx="2218825" cy="318800"/>
            </a:xfrm>
            <a:custGeom>
              <a:rect b="b" l="l" r="r" t="t"/>
              <a:pathLst>
                <a:path extrusionOk="0" h="12752" w="88753">
                  <a:moveTo>
                    <a:pt x="1342" y="0"/>
                  </a:moveTo>
                  <a:lnTo>
                    <a:pt x="168" y="1175"/>
                  </a:lnTo>
                  <a:lnTo>
                    <a:pt x="0" y="2014"/>
                  </a:lnTo>
                  <a:lnTo>
                    <a:pt x="0" y="10570"/>
                  </a:lnTo>
                  <a:lnTo>
                    <a:pt x="168" y="11409"/>
                  </a:lnTo>
                  <a:lnTo>
                    <a:pt x="1342" y="12583"/>
                  </a:lnTo>
                  <a:lnTo>
                    <a:pt x="2181" y="12751"/>
                  </a:lnTo>
                  <a:lnTo>
                    <a:pt x="86572" y="12751"/>
                  </a:lnTo>
                  <a:lnTo>
                    <a:pt x="87411" y="12583"/>
                  </a:lnTo>
                  <a:lnTo>
                    <a:pt x="88585" y="11409"/>
                  </a:lnTo>
                  <a:lnTo>
                    <a:pt x="88753" y="10570"/>
                  </a:lnTo>
                  <a:lnTo>
                    <a:pt x="88753" y="2014"/>
                  </a:lnTo>
                  <a:lnTo>
                    <a:pt x="88585" y="1175"/>
                  </a:lnTo>
                  <a:lnTo>
                    <a:pt x="87411"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01" name="Google Shape;3601;p99"/>
            <p:cNvSpPr/>
            <p:nvPr/>
          </p:nvSpPr>
          <p:spPr>
            <a:xfrm>
              <a:off x="1643600" y="3144800"/>
              <a:ext cx="1807800" cy="1233175"/>
            </a:xfrm>
            <a:custGeom>
              <a:rect b="b" l="l" r="r" t="t"/>
              <a:pathLst>
                <a:path extrusionOk="0" h="49327" w="72312">
                  <a:moveTo>
                    <a:pt x="62916" y="1"/>
                  </a:moveTo>
                  <a:lnTo>
                    <a:pt x="62245" y="504"/>
                  </a:lnTo>
                  <a:lnTo>
                    <a:pt x="27180" y="32549"/>
                  </a:lnTo>
                  <a:lnTo>
                    <a:pt x="26677" y="32884"/>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8"/>
                  </a:lnTo>
                  <a:lnTo>
                    <a:pt x="22818" y="48487"/>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02" name="Google Shape;3602;p99"/>
            <p:cNvSpPr/>
            <p:nvPr/>
          </p:nvSpPr>
          <p:spPr>
            <a:xfrm>
              <a:off x="1643600" y="1152475"/>
              <a:ext cx="1807800" cy="1233175"/>
            </a:xfrm>
            <a:custGeom>
              <a:rect b="b" l="l" r="r" t="t"/>
              <a:pathLst>
                <a:path extrusionOk="0" h="49327" w="72312">
                  <a:moveTo>
                    <a:pt x="62916" y="1"/>
                  </a:moveTo>
                  <a:lnTo>
                    <a:pt x="62245" y="504"/>
                  </a:lnTo>
                  <a:lnTo>
                    <a:pt x="27180" y="32549"/>
                  </a:lnTo>
                  <a:lnTo>
                    <a:pt x="26677" y="32885"/>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9"/>
                  </a:lnTo>
                  <a:lnTo>
                    <a:pt x="22818" y="48488"/>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603" name="Google Shape;3603;p99"/>
          <p:cNvGrpSpPr/>
          <p:nvPr/>
        </p:nvGrpSpPr>
        <p:grpSpPr>
          <a:xfrm>
            <a:off x="6031312" y="1014068"/>
            <a:ext cx="228884" cy="249423"/>
            <a:chOff x="2012700" y="875650"/>
            <a:chExt cx="3598800" cy="3921750"/>
          </a:xfrm>
        </p:grpSpPr>
        <p:sp>
          <p:nvSpPr>
            <p:cNvPr id="3604" name="Google Shape;3604;p99"/>
            <p:cNvSpPr/>
            <p:nvPr/>
          </p:nvSpPr>
          <p:spPr>
            <a:xfrm>
              <a:off x="2994175" y="1836150"/>
              <a:ext cx="1635825" cy="2327900"/>
            </a:xfrm>
            <a:custGeom>
              <a:rect b="b" l="l" r="r" t="t"/>
              <a:pathLst>
                <a:path extrusionOk="0" h="93116" w="65433">
                  <a:moveTo>
                    <a:pt x="31207" y="1"/>
                  </a:moveTo>
                  <a:lnTo>
                    <a:pt x="27684" y="1008"/>
                  </a:lnTo>
                  <a:lnTo>
                    <a:pt x="25670" y="2685"/>
                  </a:lnTo>
                  <a:lnTo>
                    <a:pt x="24832" y="3860"/>
                  </a:lnTo>
                  <a:lnTo>
                    <a:pt x="1175" y="40938"/>
                  </a:lnTo>
                  <a:lnTo>
                    <a:pt x="169" y="42951"/>
                  </a:lnTo>
                  <a:lnTo>
                    <a:pt x="1" y="47146"/>
                  </a:lnTo>
                  <a:lnTo>
                    <a:pt x="2014" y="50837"/>
                  </a:lnTo>
                  <a:lnTo>
                    <a:pt x="5537" y="53018"/>
                  </a:lnTo>
                  <a:lnTo>
                    <a:pt x="7719" y="53185"/>
                  </a:lnTo>
                  <a:lnTo>
                    <a:pt x="26174" y="53185"/>
                  </a:lnTo>
                  <a:lnTo>
                    <a:pt x="26174" y="84895"/>
                  </a:lnTo>
                  <a:lnTo>
                    <a:pt x="26174" y="86405"/>
                  </a:lnTo>
                  <a:lnTo>
                    <a:pt x="27013" y="88921"/>
                  </a:lnTo>
                  <a:lnTo>
                    <a:pt x="29529" y="91606"/>
                  </a:lnTo>
                  <a:lnTo>
                    <a:pt x="34227" y="93116"/>
                  </a:lnTo>
                  <a:lnTo>
                    <a:pt x="37750" y="92109"/>
                  </a:lnTo>
                  <a:lnTo>
                    <a:pt x="39763" y="90431"/>
                  </a:lnTo>
                  <a:lnTo>
                    <a:pt x="40602" y="89257"/>
                  </a:lnTo>
                  <a:lnTo>
                    <a:pt x="64258" y="52179"/>
                  </a:lnTo>
                  <a:lnTo>
                    <a:pt x="65265" y="50165"/>
                  </a:lnTo>
                  <a:lnTo>
                    <a:pt x="65433" y="45971"/>
                  </a:lnTo>
                  <a:lnTo>
                    <a:pt x="63420" y="42448"/>
                  </a:lnTo>
                  <a:lnTo>
                    <a:pt x="59896" y="40099"/>
                  </a:lnTo>
                  <a:lnTo>
                    <a:pt x="57715" y="39931"/>
                  </a:lnTo>
                  <a:lnTo>
                    <a:pt x="39260" y="39931"/>
                  </a:lnTo>
                  <a:lnTo>
                    <a:pt x="39260" y="8222"/>
                  </a:lnTo>
                  <a:lnTo>
                    <a:pt x="39260" y="6712"/>
                  </a:lnTo>
                  <a:lnTo>
                    <a:pt x="38421" y="4195"/>
                  </a:lnTo>
                  <a:lnTo>
                    <a:pt x="35905" y="1511"/>
                  </a:lnTo>
                  <a:lnTo>
                    <a:pt x="3120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05" name="Google Shape;3605;p99"/>
            <p:cNvSpPr/>
            <p:nvPr/>
          </p:nvSpPr>
          <p:spPr>
            <a:xfrm>
              <a:off x="2012700" y="875650"/>
              <a:ext cx="3598800" cy="3921750"/>
            </a:xfrm>
            <a:custGeom>
              <a:rect b="b" l="l" r="r" t="t"/>
              <a:pathLst>
                <a:path extrusionOk="0" h="156870" w="143952">
                  <a:moveTo>
                    <a:pt x="82546" y="2853"/>
                  </a:moveTo>
                  <a:lnTo>
                    <a:pt x="80029" y="1511"/>
                  </a:lnTo>
                  <a:lnTo>
                    <a:pt x="74660" y="1"/>
                  </a:lnTo>
                  <a:lnTo>
                    <a:pt x="69292" y="1"/>
                  </a:lnTo>
                  <a:lnTo>
                    <a:pt x="63923" y="1511"/>
                  </a:lnTo>
                  <a:lnTo>
                    <a:pt x="61406" y="2853"/>
                  </a:lnTo>
                  <a:lnTo>
                    <a:pt x="10403" y="32717"/>
                  </a:lnTo>
                  <a:lnTo>
                    <a:pt x="8054" y="34227"/>
                  </a:lnTo>
                  <a:lnTo>
                    <a:pt x="4195" y="38253"/>
                  </a:lnTo>
                  <a:lnTo>
                    <a:pt x="1511" y="42783"/>
                  </a:lnTo>
                  <a:lnTo>
                    <a:pt x="169" y="48152"/>
                  </a:lnTo>
                  <a:lnTo>
                    <a:pt x="1" y="50836"/>
                  </a:lnTo>
                  <a:lnTo>
                    <a:pt x="1" y="135898"/>
                  </a:lnTo>
                  <a:lnTo>
                    <a:pt x="1" y="138079"/>
                  </a:lnTo>
                  <a:lnTo>
                    <a:pt x="840" y="142273"/>
                  </a:lnTo>
                  <a:lnTo>
                    <a:pt x="3524" y="147810"/>
                  </a:lnTo>
                  <a:lnTo>
                    <a:pt x="9228" y="153514"/>
                  </a:lnTo>
                  <a:lnTo>
                    <a:pt x="14765" y="156031"/>
                  </a:lnTo>
                  <a:lnTo>
                    <a:pt x="18791" y="156870"/>
                  </a:lnTo>
                  <a:lnTo>
                    <a:pt x="20973" y="156870"/>
                  </a:lnTo>
                  <a:lnTo>
                    <a:pt x="122979" y="156870"/>
                  </a:lnTo>
                  <a:lnTo>
                    <a:pt x="125160" y="156870"/>
                  </a:lnTo>
                  <a:lnTo>
                    <a:pt x="129187" y="156031"/>
                  </a:lnTo>
                  <a:lnTo>
                    <a:pt x="134723" y="153514"/>
                  </a:lnTo>
                  <a:lnTo>
                    <a:pt x="140428" y="147810"/>
                  </a:lnTo>
                  <a:lnTo>
                    <a:pt x="143112" y="142273"/>
                  </a:lnTo>
                  <a:lnTo>
                    <a:pt x="143951" y="138079"/>
                  </a:lnTo>
                  <a:lnTo>
                    <a:pt x="143951" y="135898"/>
                  </a:lnTo>
                  <a:lnTo>
                    <a:pt x="143951" y="50836"/>
                  </a:lnTo>
                  <a:lnTo>
                    <a:pt x="143783" y="48152"/>
                  </a:lnTo>
                  <a:lnTo>
                    <a:pt x="142441" y="42783"/>
                  </a:lnTo>
                  <a:lnTo>
                    <a:pt x="139757" y="38253"/>
                  </a:lnTo>
                  <a:lnTo>
                    <a:pt x="135898" y="34227"/>
                  </a:lnTo>
                  <a:lnTo>
                    <a:pt x="133549" y="32717"/>
                  </a:lnTo>
                  <a:close/>
                  <a:moveTo>
                    <a:pt x="67782" y="13590"/>
                  </a:moveTo>
                  <a:lnTo>
                    <a:pt x="69795" y="12752"/>
                  </a:lnTo>
                  <a:lnTo>
                    <a:pt x="74157" y="12752"/>
                  </a:lnTo>
                  <a:lnTo>
                    <a:pt x="76170" y="13590"/>
                  </a:lnTo>
                  <a:lnTo>
                    <a:pt x="127174" y="43622"/>
                  </a:lnTo>
                  <a:lnTo>
                    <a:pt x="129019" y="44964"/>
                  </a:lnTo>
                  <a:lnTo>
                    <a:pt x="131200" y="48655"/>
                  </a:lnTo>
                  <a:lnTo>
                    <a:pt x="131368" y="50836"/>
                  </a:lnTo>
                  <a:lnTo>
                    <a:pt x="131368" y="135898"/>
                  </a:lnTo>
                  <a:lnTo>
                    <a:pt x="131200" y="137743"/>
                  </a:lnTo>
                  <a:lnTo>
                    <a:pt x="130026" y="140763"/>
                  </a:lnTo>
                  <a:lnTo>
                    <a:pt x="127677" y="142944"/>
                  </a:lnTo>
                  <a:lnTo>
                    <a:pt x="124657" y="144287"/>
                  </a:lnTo>
                  <a:lnTo>
                    <a:pt x="122979" y="144287"/>
                  </a:lnTo>
                  <a:lnTo>
                    <a:pt x="20973" y="144287"/>
                  </a:lnTo>
                  <a:lnTo>
                    <a:pt x="19295" y="144287"/>
                  </a:lnTo>
                  <a:lnTo>
                    <a:pt x="16275" y="142944"/>
                  </a:lnTo>
                  <a:lnTo>
                    <a:pt x="13926" y="140763"/>
                  </a:lnTo>
                  <a:lnTo>
                    <a:pt x="12752" y="137743"/>
                  </a:lnTo>
                  <a:lnTo>
                    <a:pt x="12584" y="135898"/>
                  </a:lnTo>
                  <a:lnTo>
                    <a:pt x="12584" y="50836"/>
                  </a:lnTo>
                  <a:lnTo>
                    <a:pt x="12752" y="48655"/>
                  </a:lnTo>
                  <a:lnTo>
                    <a:pt x="14933" y="44964"/>
                  </a:lnTo>
                  <a:lnTo>
                    <a:pt x="16778" y="43622"/>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606" name="Google Shape;3606;p99"/>
          <p:cNvGrpSpPr/>
          <p:nvPr/>
        </p:nvGrpSpPr>
        <p:grpSpPr>
          <a:xfrm>
            <a:off x="5216842" y="1005398"/>
            <a:ext cx="273432" cy="266762"/>
            <a:chOff x="1664575" y="762400"/>
            <a:chExt cx="4299250" cy="4194375"/>
          </a:xfrm>
        </p:grpSpPr>
        <p:sp>
          <p:nvSpPr>
            <p:cNvPr id="3607" name="Google Shape;3607;p99"/>
            <p:cNvSpPr/>
            <p:nvPr/>
          </p:nvSpPr>
          <p:spPr>
            <a:xfrm>
              <a:off x="2973225" y="2704400"/>
              <a:ext cx="1732275" cy="1203800"/>
            </a:xfrm>
            <a:custGeom>
              <a:rect b="b" l="l" r="r" t="t"/>
              <a:pathLst>
                <a:path extrusionOk="0" h="48152" w="69291">
                  <a:moveTo>
                    <a:pt x="1174" y="0"/>
                  </a:moveTo>
                  <a:lnTo>
                    <a:pt x="168" y="1175"/>
                  </a:lnTo>
                  <a:lnTo>
                    <a:pt x="0" y="2014"/>
                  </a:lnTo>
                  <a:lnTo>
                    <a:pt x="0" y="25166"/>
                  </a:lnTo>
                  <a:lnTo>
                    <a:pt x="0" y="27515"/>
                  </a:lnTo>
                  <a:lnTo>
                    <a:pt x="1007" y="31877"/>
                  </a:lnTo>
                  <a:lnTo>
                    <a:pt x="2684" y="36072"/>
                  </a:lnTo>
                  <a:lnTo>
                    <a:pt x="5201" y="39763"/>
                  </a:lnTo>
                  <a:lnTo>
                    <a:pt x="8389" y="42950"/>
                  </a:lnTo>
                  <a:lnTo>
                    <a:pt x="12080" y="45467"/>
                  </a:lnTo>
                  <a:lnTo>
                    <a:pt x="16274" y="47145"/>
                  </a:lnTo>
                  <a:lnTo>
                    <a:pt x="20636" y="48151"/>
                  </a:lnTo>
                  <a:lnTo>
                    <a:pt x="48487" y="48151"/>
                  </a:lnTo>
                  <a:lnTo>
                    <a:pt x="53017" y="47145"/>
                  </a:lnTo>
                  <a:lnTo>
                    <a:pt x="57211" y="45467"/>
                  </a:lnTo>
                  <a:lnTo>
                    <a:pt x="60902" y="42950"/>
                  </a:lnTo>
                  <a:lnTo>
                    <a:pt x="63922" y="39763"/>
                  </a:lnTo>
                  <a:lnTo>
                    <a:pt x="66439" y="36072"/>
                  </a:lnTo>
                  <a:lnTo>
                    <a:pt x="68284" y="31877"/>
                  </a:lnTo>
                  <a:lnTo>
                    <a:pt x="69123" y="27515"/>
                  </a:lnTo>
                  <a:lnTo>
                    <a:pt x="69291" y="25166"/>
                  </a:lnTo>
                  <a:lnTo>
                    <a:pt x="69291" y="2014"/>
                  </a:lnTo>
                  <a:lnTo>
                    <a:pt x="69123" y="1175"/>
                  </a:lnTo>
                  <a:lnTo>
                    <a:pt x="67949" y="0"/>
                  </a:lnTo>
                  <a:lnTo>
                    <a:pt x="57882" y="0"/>
                  </a:lnTo>
                  <a:lnTo>
                    <a:pt x="56708" y="1175"/>
                  </a:lnTo>
                  <a:lnTo>
                    <a:pt x="56708" y="2014"/>
                  </a:lnTo>
                  <a:lnTo>
                    <a:pt x="56708" y="25166"/>
                  </a:lnTo>
                  <a:lnTo>
                    <a:pt x="56540" y="27180"/>
                  </a:lnTo>
                  <a:lnTo>
                    <a:pt x="54862" y="31038"/>
                  </a:lnTo>
                  <a:lnTo>
                    <a:pt x="52010" y="33891"/>
                  </a:lnTo>
                  <a:lnTo>
                    <a:pt x="48319" y="35401"/>
                  </a:lnTo>
                  <a:lnTo>
                    <a:pt x="46138" y="35568"/>
                  </a:lnTo>
                  <a:lnTo>
                    <a:pt x="23153" y="35568"/>
                  </a:lnTo>
                  <a:lnTo>
                    <a:pt x="20972" y="35401"/>
                  </a:lnTo>
                  <a:lnTo>
                    <a:pt x="17113" y="33891"/>
                  </a:lnTo>
                  <a:lnTo>
                    <a:pt x="14261" y="31038"/>
                  </a:lnTo>
                  <a:lnTo>
                    <a:pt x="12751" y="27180"/>
                  </a:lnTo>
                  <a:lnTo>
                    <a:pt x="12583" y="25166"/>
                  </a:lnTo>
                  <a:lnTo>
                    <a:pt x="12583" y="2014"/>
                  </a:lnTo>
                  <a:lnTo>
                    <a:pt x="12415" y="1175"/>
                  </a:lnTo>
                  <a:lnTo>
                    <a:pt x="11409"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08" name="Google Shape;3608;p99"/>
            <p:cNvSpPr/>
            <p:nvPr/>
          </p:nvSpPr>
          <p:spPr>
            <a:xfrm>
              <a:off x="1664575" y="762400"/>
              <a:ext cx="4299250" cy="4194375"/>
            </a:xfrm>
            <a:custGeom>
              <a:rect b="b" l="l" r="r" t="t"/>
              <a:pathLst>
                <a:path extrusionOk="0" h="167775" w="171970">
                  <a:moveTo>
                    <a:pt x="27515" y="8054"/>
                  </a:moveTo>
                  <a:lnTo>
                    <a:pt x="33388" y="6208"/>
                  </a:lnTo>
                  <a:lnTo>
                    <a:pt x="46809" y="3188"/>
                  </a:lnTo>
                  <a:lnTo>
                    <a:pt x="61574" y="1175"/>
                  </a:lnTo>
                  <a:lnTo>
                    <a:pt x="77512" y="169"/>
                  </a:lnTo>
                  <a:lnTo>
                    <a:pt x="85901" y="1"/>
                  </a:lnTo>
                  <a:lnTo>
                    <a:pt x="94290" y="169"/>
                  </a:lnTo>
                  <a:lnTo>
                    <a:pt x="110228" y="1175"/>
                  </a:lnTo>
                  <a:lnTo>
                    <a:pt x="124992" y="3188"/>
                  </a:lnTo>
                  <a:lnTo>
                    <a:pt x="138414" y="6208"/>
                  </a:lnTo>
                  <a:lnTo>
                    <a:pt x="144286" y="8054"/>
                  </a:lnTo>
                  <a:lnTo>
                    <a:pt x="149823" y="9899"/>
                  </a:lnTo>
                  <a:lnTo>
                    <a:pt x="159386" y="14597"/>
                  </a:lnTo>
                  <a:lnTo>
                    <a:pt x="163245" y="17282"/>
                  </a:lnTo>
                  <a:lnTo>
                    <a:pt x="166600" y="20301"/>
                  </a:lnTo>
                  <a:lnTo>
                    <a:pt x="170459" y="25838"/>
                  </a:lnTo>
                  <a:lnTo>
                    <a:pt x="171801" y="30200"/>
                  </a:lnTo>
                  <a:lnTo>
                    <a:pt x="171969" y="32549"/>
                  </a:lnTo>
                  <a:lnTo>
                    <a:pt x="171634" y="35904"/>
                  </a:lnTo>
                  <a:lnTo>
                    <a:pt x="170459" y="38924"/>
                  </a:lnTo>
                  <a:lnTo>
                    <a:pt x="148816" y="137072"/>
                  </a:lnTo>
                  <a:lnTo>
                    <a:pt x="148145" y="139924"/>
                  </a:lnTo>
                  <a:lnTo>
                    <a:pt x="146132" y="145629"/>
                  </a:lnTo>
                  <a:lnTo>
                    <a:pt x="142776" y="151165"/>
                  </a:lnTo>
                  <a:lnTo>
                    <a:pt x="138246" y="155863"/>
                  </a:lnTo>
                  <a:lnTo>
                    <a:pt x="135227" y="157876"/>
                  </a:lnTo>
                  <a:lnTo>
                    <a:pt x="130864" y="159890"/>
                  </a:lnTo>
                  <a:lnTo>
                    <a:pt x="120295" y="163581"/>
                  </a:lnTo>
                  <a:lnTo>
                    <a:pt x="107879" y="166265"/>
                  </a:lnTo>
                  <a:lnTo>
                    <a:pt x="93619" y="167607"/>
                  </a:lnTo>
                  <a:lnTo>
                    <a:pt x="85901" y="167775"/>
                  </a:lnTo>
                  <a:lnTo>
                    <a:pt x="77680" y="167607"/>
                  </a:lnTo>
                  <a:lnTo>
                    <a:pt x="62413" y="165594"/>
                  </a:lnTo>
                  <a:lnTo>
                    <a:pt x="49326" y="162071"/>
                  </a:lnTo>
                  <a:lnTo>
                    <a:pt x="38589" y="157205"/>
                  </a:lnTo>
                  <a:lnTo>
                    <a:pt x="34394" y="154353"/>
                  </a:lnTo>
                  <a:lnTo>
                    <a:pt x="31878" y="152508"/>
                  </a:lnTo>
                  <a:lnTo>
                    <a:pt x="28187" y="148145"/>
                  </a:lnTo>
                  <a:lnTo>
                    <a:pt x="24496" y="140596"/>
                  </a:lnTo>
                  <a:lnTo>
                    <a:pt x="23153" y="135730"/>
                  </a:lnTo>
                  <a:lnTo>
                    <a:pt x="0" y="34898"/>
                  </a:lnTo>
                  <a:lnTo>
                    <a:pt x="168" y="34898"/>
                  </a:lnTo>
                  <a:lnTo>
                    <a:pt x="0" y="33723"/>
                  </a:lnTo>
                  <a:lnTo>
                    <a:pt x="0" y="32549"/>
                  </a:lnTo>
                  <a:lnTo>
                    <a:pt x="0" y="30200"/>
                  </a:lnTo>
                  <a:lnTo>
                    <a:pt x="1343" y="25838"/>
                  </a:lnTo>
                  <a:lnTo>
                    <a:pt x="5201" y="20301"/>
                  </a:lnTo>
                  <a:lnTo>
                    <a:pt x="8557" y="17282"/>
                  </a:lnTo>
                  <a:lnTo>
                    <a:pt x="12416" y="14597"/>
                  </a:lnTo>
                  <a:lnTo>
                    <a:pt x="21979" y="9899"/>
                  </a:lnTo>
                  <a:close/>
                  <a:moveTo>
                    <a:pt x="16275" y="27348"/>
                  </a:moveTo>
                  <a:lnTo>
                    <a:pt x="14261" y="29193"/>
                  </a:lnTo>
                  <a:lnTo>
                    <a:pt x="12584" y="31710"/>
                  </a:lnTo>
                  <a:lnTo>
                    <a:pt x="12584" y="32549"/>
                  </a:lnTo>
                  <a:lnTo>
                    <a:pt x="12584" y="33220"/>
                  </a:lnTo>
                  <a:lnTo>
                    <a:pt x="14261" y="35904"/>
                  </a:lnTo>
                  <a:lnTo>
                    <a:pt x="16275" y="37750"/>
                  </a:lnTo>
                  <a:lnTo>
                    <a:pt x="18959" y="39595"/>
                  </a:lnTo>
                  <a:lnTo>
                    <a:pt x="26677" y="43287"/>
                  </a:lnTo>
                  <a:lnTo>
                    <a:pt x="31542" y="45132"/>
                  </a:lnTo>
                  <a:lnTo>
                    <a:pt x="36743" y="46642"/>
                  </a:lnTo>
                  <a:lnTo>
                    <a:pt x="48991" y="49326"/>
                  </a:lnTo>
                  <a:lnTo>
                    <a:pt x="62748" y="51340"/>
                  </a:lnTo>
                  <a:lnTo>
                    <a:pt x="77848" y="52346"/>
                  </a:lnTo>
                  <a:lnTo>
                    <a:pt x="85901" y="52514"/>
                  </a:lnTo>
                  <a:lnTo>
                    <a:pt x="93954" y="52346"/>
                  </a:lnTo>
                  <a:lnTo>
                    <a:pt x="109054" y="51340"/>
                  </a:lnTo>
                  <a:lnTo>
                    <a:pt x="122811" y="49326"/>
                  </a:lnTo>
                  <a:lnTo>
                    <a:pt x="135059" y="46642"/>
                  </a:lnTo>
                  <a:lnTo>
                    <a:pt x="140260" y="45132"/>
                  </a:lnTo>
                  <a:lnTo>
                    <a:pt x="145125" y="43287"/>
                  </a:lnTo>
                  <a:lnTo>
                    <a:pt x="152843" y="39595"/>
                  </a:lnTo>
                  <a:lnTo>
                    <a:pt x="155527" y="37750"/>
                  </a:lnTo>
                  <a:lnTo>
                    <a:pt x="157540" y="35904"/>
                  </a:lnTo>
                  <a:lnTo>
                    <a:pt x="159218" y="33220"/>
                  </a:lnTo>
                  <a:lnTo>
                    <a:pt x="159386" y="32549"/>
                  </a:lnTo>
                  <a:lnTo>
                    <a:pt x="159218" y="31710"/>
                  </a:lnTo>
                  <a:lnTo>
                    <a:pt x="157540" y="29193"/>
                  </a:lnTo>
                  <a:lnTo>
                    <a:pt x="155527" y="27348"/>
                  </a:lnTo>
                  <a:lnTo>
                    <a:pt x="152843" y="25335"/>
                  </a:lnTo>
                  <a:lnTo>
                    <a:pt x="145125" y="21644"/>
                  </a:lnTo>
                  <a:lnTo>
                    <a:pt x="140260" y="19966"/>
                  </a:lnTo>
                  <a:lnTo>
                    <a:pt x="135059" y="18288"/>
                  </a:lnTo>
                  <a:lnTo>
                    <a:pt x="122811" y="15604"/>
                  </a:lnTo>
                  <a:lnTo>
                    <a:pt x="109054" y="13758"/>
                  </a:lnTo>
                  <a:lnTo>
                    <a:pt x="93954" y="12752"/>
                  </a:lnTo>
                  <a:lnTo>
                    <a:pt x="85901" y="12584"/>
                  </a:lnTo>
                  <a:lnTo>
                    <a:pt x="77848" y="12752"/>
                  </a:lnTo>
                  <a:lnTo>
                    <a:pt x="62748" y="13758"/>
                  </a:lnTo>
                  <a:lnTo>
                    <a:pt x="48991" y="15604"/>
                  </a:lnTo>
                  <a:lnTo>
                    <a:pt x="36743" y="18288"/>
                  </a:lnTo>
                  <a:lnTo>
                    <a:pt x="31542" y="19966"/>
                  </a:lnTo>
                  <a:lnTo>
                    <a:pt x="26677" y="21644"/>
                  </a:lnTo>
                  <a:lnTo>
                    <a:pt x="18959" y="25335"/>
                  </a:lnTo>
                  <a:close/>
                  <a:moveTo>
                    <a:pt x="17113" y="52850"/>
                  </a:moveTo>
                  <a:lnTo>
                    <a:pt x="35569" y="132878"/>
                  </a:lnTo>
                  <a:lnTo>
                    <a:pt x="36407" y="136737"/>
                  </a:lnTo>
                  <a:lnTo>
                    <a:pt x="39427" y="142273"/>
                  </a:lnTo>
                  <a:lnTo>
                    <a:pt x="41608" y="144119"/>
                  </a:lnTo>
                  <a:lnTo>
                    <a:pt x="44796" y="146132"/>
                  </a:lnTo>
                  <a:lnTo>
                    <a:pt x="53688" y="150159"/>
                  </a:lnTo>
                  <a:lnTo>
                    <a:pt x="64929" y="153179"/>
                  </a:lnTo>
                  <a:lnTo>
                    <a:pt x="78351" y="155024"/>
                  </a:lnTo>
                  <a:lnTo>
                    <a:pt x="85901" y="155192"/>
                  </a:lnTo>
                  <a:lnTo>
                    <a:pt x="93115" y="155024"/>
                  </a:lnTo>
                  <a:lnTo>
                    <a:pt x="106034" y="153850"/>
                  </a:lnTo>
                  <a:lnTo>
                    <a:pt x="116939" y="151501"/>
                  </a:lnTo>
                  <a:lnTo>
                    <a:pt x="125831" y="148481"/>
                  </a:lnTo>
                  <a:lnTo>
                    <a:pt x="129187" y="146635"/>
                  </a:lnTo>
                  <a:lnTo>
                    <a:pt x="130529" y="145964"/>
                  </a:lnTo>
                  <a:lnTo>
                    <a:pt x="132710" y="143616"/>
                  </a:lnTo>
                  <a:lnTo>
                    <a:pt x="135394" y="138750"/>
                  </a:lnTo>
                  <a:lnTo>
                    <a:pt x="136569" y="134388"/>
                  </a:lnTo>
                  <a:lnTo>
                    <a:pt x="154521" y="52850"/>
                  </a:lnTo>
                  <a:lnTo>
                    <a:pt x="149655" y="55198"/>
                  </a:lnTo>
                  <a:lnTo>
                    <a:pt x="144286" y="57044"/>
                  </a:lnTo>
                  <a:lnTo>
                    <a:pt x="138414" y="58890"/>
                  </a:lnTo>
                  <a:lnTo>
                    <a:pt x="124992" y="61742"/>
                  </a:lnTo>
                  <a:lnTo>
                    <a:pt x="110228" y="63923"/>
                  </a:lnTo>
                  <a:lnTo>
                    <a:pt x="94290" y="64929"/>
                  </a:lnTo>
                  <a:lnTo>
                    <a:pt x="85901" y="65097"/>
                  </a:lnTo>
                  <a:lnTo>
                    <a:pt x="77512" y="64929"/>
                  </a:lnTo>
                  <a:lnTo>
                    <a:pt x="61574" y="63923"/>
                  </a:lnTo>
                  <a:lnTo>
                    <a:pt x="46809" y="61742"/>
                  </a:lnTo>
                  <a:lnTo>
                    <a:pt x="33388" y="58890"/>
                  </a:lnTo>
                  <a:lnTo>
                    <a:pt x="27515" y="57044"/>
                  </a:lnTo>
                  <a:lnTo>
                    <a:pt x="21979" y="5503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
        <p:nvSpPr>
          <p:cNvPr id="3609" name="Google Shape;3609;p99"/>
          <p:cNvSpPr txBox="1"/>
          <p:nvPr/>
        </p:nvSpPr>
        <p:spPr>
          <a:xfrm>
            <a:off x="3548091" y="1377937"/>
            <a:ext cx="437100" cy="17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Tag</a:t>
            </a:r>
            <a:endParaRPr sz="600">
              <a:solidFill>
                <a:srgbClr val="11567F"/>
              </a:solidFill>
              <a:latin typeface="Arial"/>
              <a:ea typeface="Arial"/>
              <a:cs typeface="Arial"/>
              <a:sym typeface="Arial"/>
            </a:endParaRPr>
          </a:p>
        </p:txBody>
      </p:sp>
      <p:sp>
        <p:nvSpPr>
          <p:cNvPr id="3610" name="Google Shape;3610;p99"/>
          <p:cNvSpPr txBox="1"/>
          <p:nvPr/>
        </p:nvSpPr>
        <p:spPr>
          <a:xfrm>
            <a:off x="5135083" y="1377937"/>
            <a:ext cx="437100" cy="17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Volume</a:t>
            </a:r>
            <a:endParaRPr sz="600">
              <a:solidFill>
                <a:srgbClr val="11567F"/>
              </a:solidFill>
              <a:latin typeface="Arial"/>
              <a:ea typeface="Arial"/>
              <a:cs typeface="Arial"/>
              <a:sym typeface="Arial"/>
            </a:endParaRPr>
          </a:p>
        </p:txBody>
      </p:sp>
      <p:sp>
        <p:nvSpPr>
          <p:cNvPr id="3611" name="Google Shape;3611;p99"/>
          <p:cNvSpPr txBox="1"/>
          <p:nvPr/>
        </p:nvSpPr>
        <p:spPr>
          <a:xfrm>
            <a:off x="5898696" y="1377937"/>
            <a:ext cx="494100" cy="17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Virtual</a:t>
            </a:r>
            <a:endParaRPr sz="600">
              <a:solidFill>
                <a:srgbClr val="11567F"/>
              </a:solidFill>
              <a:latin typeface="Arial"/>
              <a:ea typeface="Arial"/>
              <a:cs typeface="Arial"/>
              <a:sym typeface="Arial"/>
            </a:endParaRPr>
          </a:p>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Warehouse</a:t>
            </a:r>
            <a:endParaRPr sz="600">
              <a:solidFill>
                <a:srgbClr val="11567F"/>
              </a:solidFill>
              <a:latin typeface="Arial"/>
              <a:ea typeface="Arial"/>
              <a:cs typeface="Arial"/>
              <a:sym typeface="Arial"/>
            </a:endParaRPr>
          </a:p>
        </p:txBody>
      </p:sp>
      <p:sp>
        <p:nvSpPr>
          <p:cNvPr id="3612" name="Google Shape;3612;p99"/>
          <p:cNvSpPr txBox="1"/>
          <p:nvPr/>
        </p:nvSpPr>
        <p:spPr>
          <a:xfrm>
            <a:off x="4406023" y="1377937"/>
            <a:ext cx="310800" cy="92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Task</a:t>
            </a:r>
            <a:endParaRPr sz="600">
              <a:solidFill>
                <a:srgbClr val="11567F"/>
              </a:solidFill>
              <a:latin typeface="Arial"/>
              <a:ea typeface="Arial"/>
              <a:cs typeface="Arial"/>
              <a:sym typeface="Arial"/>
            </a:endParaRPr>
          </a:p>
        </p:txBody>
      </p:sp>
      <p:sp>
        <p:nvSpPr>
          <p:cNvPr id="3613" name="Google Shape;3613;p99"/>
          <p:cNvSpPr txBox="1"/>
          <p:nvPr/>
        </p:nvSpPr>
        <p:spPr>
          <a:xfrm>
            <a:off x="6719477" y="1377937"/>
            <a:ext cx="437100" cy="17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Pipe</a:t>
            </a:r>
            <a:endParaRPr sz="600">
              <a:solidFill>
                <a:srgbClr val="11567F"/>
              </a:solidFill>
              <a:latin typeface="Arial"/>
              <a:ea typeface="Arial"/>
              <a:cs typeface="Arial"/>
              <a:sym typeface="Arial"/>
            </a:endParaRPr>
          </a:p>
        </p:txBody>
      </p:sp>
      <p:sp>
        <p:nvSpPr>
          <p:cNvPr id="3614" name="Google Shape;3614;p99"/>
          <p:cNvSpPr/>
          <p:nvPr/>
        </p:nvSpPr>
        <p:spPr>
          <a:xfrm>
            <a:off x="6781248" y="1035427"/>
            <a:ext cx="313446" cy="206741"/>
          </a:xfrm>
          <a:custGeom>
            <a:rect b="b" l="l" r="r" t="t"/>
            <a:pathLst>
              <a:path extrusionOk="0" h="130026" w="197136">
                <a:moveTo>
                  <a:pt x="197135" y="64930"/>
                </a:moveTo>
                <a:lnTo>
                  <a:pt x="197135" y="64426"/>
                </a:lnTo>
                <a:lnTo>
                  <a:pt x="197135" y="63923"/>
                </a:lnTo>
                <a:lnTo>
                  <a:pt x="197135" y="58386"/>
                </a:lnTo>
                <a:lnTo>
                  <a:pt x="196296" y="47313"/>
                </a:lnTo>
                <a:lnTo>
                  <a:pt x="194619" y="36743"/>
                </a:lnTo>
                <a:lnTo>
                  <a:pt x="192102" y="26845"/>
                </a:lnTo>
                <a:lnTo>
                  <a:pt x="190592" y="22483"/>
                </a:lnTo>
                <a:lnTo>
                  <a:pt x="188747" y="18121"/>
                </a:lnTo>
                <a:lnTo>
                  <a:pt x="184217" y="10235"/>
                </a:lnTo>
                <a:lnTo>
                  <a:pt x="178009" y="4027"/>
                </a:lnTo>
                <a:lnTo>
                  <a:pt x="172473" y="1008"/>
                </a:lnTo>
                <a:lnTo>
                  <a:pt x="168110" y="169"/>
                </a:lnTo>
                <a:lnTo>
                  <a:pt x="165762" y="1"/>
                </a:lnTo>
                <a:lnTo>
                  <a:pt x="31542" y="1"/>
                </a:lnTo>
                <a:lnTo>
                  <a:pt x="29193" y="169"/>
                </a:lnTo>
                <a:lnTo>
                  <a:pt x="24831" y="1008"/>
                </a:lnTo>
                <a:lnTo>
                  <a:pt x="19295" y="4027"/>
                </a:lnTo>
                <a:lnTo>
                  <a:pt x="13087" y="10235"/>
                </a:lnTo>
                <a:lnTo>
                  <a:pt x="8557" y="18121"/>
                </a:lnTo>
                <a:lnTo>
                  <a:pt x="6712" y="22483"/>
                </a:lnTo>
                <a:lnTo>
                  <a:pt x="5202" y="27013"/>
                </a:lnTo>
                <a:lnTo>
                  <a:pt x="2685" y="37079"/>
                </a:lnTo>
                <a:lnTo>
                  <a:pt x="1007" y="47984"/>
                </a:lnTo>
                <a:lnTo>
                  <a:pt x="168" y="59393"/>
                </a:lnTo>
                <a:lnTo>
                  <a:pt x="1" y="64930"/>
                </a:lnTo>
                <a:lnTo>
                  <a:pt x="168" y="70634"/>
                </a:lnTo>
                <a:lnTo>
                  <a:pt x="1007" y="82043"/>
                </a:lnTo>
                <a:lnTo>
                  <a:pt x="2685" y="92948"/>
                </a:lnTo>
                <a:lnTo>
                  <a:pt x="5202" y="103014"/>
                </a:lnTo>
                <a:lnTo>
                  <a:pt x="6712" y="107544"/>
                </a:lnTo>
                <a:lnTo>
                  <a:pt x="8557" y="111906"/>
                </a:lnTo>
                <a:lnTo>
                  <a:pt x="13087" y="119792"/>
                </a:lnTo>
                <a:lnTo>
                  <a:pt x="19295" y="125999"/>
                </a:lnTo>
                <a:lnTo>
                  <a:pt x="24831" y="129019"/>
                </a:lnTo>
                <a:lnTo>
                  <a:pt x="29193" y="129858"/>
                </a:lnTo>
                <a:lnTo>
                  <a:pt x="31542" y="130026"/>
                </a:lnTo>
                <a:lnTo>
                  <a:pt x="165594" y="130026"/>
                </a:lnTo>
                <a:lnTo>
                  <a:pt x="165762" y="130026"/>
                </a:lnTo>
                <a:lnTo>
                  <a:pt x="165762" y="130026"/>
                </a:lnTo>
                <a:lnTo>
                  <a:pt x="165929" y="130026"/>
                </a:lnTo>
                <a:lnTo>
                  <a:pt x="165929" y="130026"/>
                </a:lnTo>
                <a:lnTo>
                  <a:pt x="168278" y="129858"/>
                </a:lnTo>
                <a:lnTo>
                  <a:pt x="172473" y="128852"/>
                </a:lnTo>
                <a:lnTo>
                  <a:pt x="178177" y="125999"/>
                </a:lnTo>
                <a:lnTo>
                  <a:pt x="184217" y="119792"/>
                </a:lnTo>
                <a:lnTo>
                  <a:pt x="188747" y="111906"/>
                </a:lnTo>
                <a:lnTo>
                  <a:pt x="190592" y="107544"/>
                </a:lnTo>
                <a:lnTo>
                  <a:pt x="192102" y="103182"/>
                </a:lnTo>
                <a:lnTo>
                  <a:pt x="194619" y="93283"/>
                </a:lnTo>
                <a:lnTo>
                  <a:pt x="196296" y="82714"/>
                </a:lnTo>
                <a:lnTo>
                  <a:pt x="197135" y="71641"/>
                </a:lnTo>
                <a:lnTo>
                  <a:pt x="197135" y="66104"/>
                </a:lnTo>
                <a:lnTo>
                  <a:pt x="197135" y="65601"/>
                </a:lnTo>
                <a:close/>
                <a:moveTo>
                  <a:pt x="165762" y="117443"/>
                </a:moveTo>
                <a:lnTo>
                  <a:pt x="164587" y="117275"/>
                </a:lnTo>
                <a:lnTo>
                  <a:pt x="161903" y="116101"/>
                </a:lnTo>
                <a:lnTo>
                  <a:pt x="160393" y="114591"/>
                </a:lnTo>
                <a:lnTo>
                  <a:pt x="158715" y="112745"/>
                </a:lnTo>
                <a:lnTo>
                  <a:pt x="155360" y="107544"/>
                </a:lnTo>
                <a:lnTo>
                  <a:pt x="153682" y="104021"/>
                </a:lnTo>
                <a:lnTo>
                  <a:pt x="152172" y="100330"/>
                </a:lnTo>
                <a:lnTo>
                  <a:pt x="149655" y="91606"/>
                </a:lnTo>
                <a:lnTo>
                  <a:pt x="147978" y="81707"/>
                </a:lnTo>
                <a:lnTo>
                  <a:pt x="146971" y="70802"/>
                </a:lnTo>
                <a:lnTo>
                  <a:pt x="146803" y="64930"/>
                </a:lnTo>
                <a:lnTo>
                  <a:pt x="146971" y="59225"/>
                </a:lnTo>
                <a:lnTo>
                  <a:pt x="147978" y="48320"/>
                </a:lnTo>
                <a:lnTo>
                  <a:pt x="149655" y="38421"/>
                </a:lnTo>
                <a:lnTo>
                  <a:pt x="152172" y="29697"/>
                </a:lnTo>
                <a:lnTo>
                  <a:pt x="153682" y="26006"/>
                </a:lnTo>
                <a:lnTo>
                  <a:pt x="155360" y="22483"/>
                </a:lnTo>
                <a:lnTo>
                  <a:pt x="158715" y="17282"/>
                </a:lnTo>
                <a:lnTo>
                  <a:pt x="160393" y="15436"/>
                </a:lnTo>
                <a:lnTo>
                  <a:pt x="162071" y="13926"/>
                </a:lnTo>
                <a:lnTo>
                  <a:pt x="164755" y="12584"/>
                </a:lnTo>
                <a:lnTo>
                  <a:pt x="165762" y="12584"/>
                </a:lnTo>
                <a:lnTo>
                  <a:pt x="166768" y="12584"/>
                </a:lnTo>
                <a:lnTo>
                  <a:pt x="169453" y="13926"/>
                </a:lnTo>
                <a:lnTo>
                  <a:pt x="171130" y="15436"/>
                </a:lnTo>
                <a:lnTo>
                  <a:pt x="172808" y="17282"/>
                </a:lnTo>
                <a:lnTo>
                  <a:pt x="176164" y="22483"/>
                </a:lnTo>
                <a:lnTo>
                  <a:pt x="177841" y="26006"/>
                </a:lnTo>
                <a:lnTo>
                  <a:pt x="179184" y="29697"/>
                </a:lnTo>
                <a:lnTo>
                  <a:pt x="181700" y="38086"/>
                </a:lnTo>
                <a:lnTo>
                  <a:pt x="183546" y="47817"/>
                </a:lnTo>
                <a:lnTo>
                  <a:pt x="184552" y="58386"/>
                </a:lnTo>
                <a:lnTo>
                  <a:pt x="184552" y="64091"/>
                </a:lnTo>
                <a:lnTo>
                  <a:pt x="184552" y="64594"/>
                </a:lnTo>
                <a:lnTo>
                  <a:pt x="184552" y="64930"/>
                </a:lnTo>
                <a:lnTo>
                  <a:pt x="184552" y="65433"/>
                </a:lnTo>
                <a:lnTo>
                  <a:pt x="184552" y="65936"/>
                </a:lnTo>
                <a:lnTo>
                  <a:pt x="184552" y="71641"/>
                </a:lnTo>
                <a:lnTo>
                  <a:pt x="183546" y="82210"/>
                </a:lnTo>
                <a:lnTo>
                  <a:pt x="181700" y="91941"/>
                </a:lnTo>
                <a:lnTo>
                  <a:pt x="179184" y="100330"/>
                </a:lnTo>
                <a:lnTo>
                  <a:pt x="177841" y="104021"/>
                </a:lnTo>
                <a:lnTo>
                  <a:pt x="176164" y="107544"/>
                </a:lnTo>
                <a:lnTo>
                  <a:pt x="172808" y="112745"/>
                </a:lnTo>
                <a:lnTo>
                  <a:pt x="171130" y="114591"/>
                </a:lnTo>
                <a:lnTo>
                  <a:pt x="169620" y="116101"/>
                </a:lnTo>
                <a:lnTo>
                  <a:pt x="166936" y="117275"/>
                </a:lnTo>
                <a:lnTo>
                  <a:pt x="165762" y="117443"/>
                </a:lnTo>
                <a:lnTo>
                  <a:pt x="165762" y="117443"/>
                </a:lnTo>
                <a:lnTo>
                  <a:pt x="165762" y="117443"/>
                </a:lnTo>
                <a:close/>
                <a:moveTo>
                  <a:pt x="146635" y="12584"/>
                </a:moveTo>
                <a:lnTo>
                  <a:pt x="144286" y="16611"/>
                </a:lnTo>
                <a:lnTo>
                  <a:pt x="142105" y="20973"/>
                </a:lnTo>
                <a:lnTo>
                  <a:pt x="140428" y="25503"/>
                </a:lnTo>
                <a:lnTo>
                  <a:pt x="137408" y="35569"/>
                </a:lnTo>
                <a:lnTo>
                  <a:pt x="135394" y="46642"/>
                </a:lnTo>
                <a:lnTo>
                  <a:pt x="134388" y="58722"/>
                </a:lnTo>
                <a:lnTo>
                  <a:pt x="134220" y="64930"/>
                </a:lnTo>
                <a:lnTo>
                  <a:pt x="134388" y="71305"/>
                </a:lnTo>
                <a:lnTo>
                  <a:pt x="135394" y="83385"/>
                </a:lnTo>
                <a:lnTo>
                  <a:pt x="137408" y="94458"/>
                </a:lnTo>
                <a:lnTo>
                  <a:pt x="140428" y="104524"/>
                </a:lnTo>
                <a:lnTo>
                  <a:pt x="142105" y="109054"/>
                </a:lnTo>
                <a:lnTo>
                  <a:pt x="144286" y="113416"/>
                </a:lnTo>
                <a:lnTo>
                  <a:pt x="146635" y="117443"/>
                </a:lnTo>
                <a:lnTo>
                  <a:pt x="31542" y="117443"/>
                </a:lnTo>
                <a:lnTo>
                  <a:pt x="30032" y="117275"/>
                </a:lnTo>
                <a:lnTo>
                  <a:pt x="26677" y="115765"/>
                </a:lnTo>
                <a:lnTo>
                  <a:pt x="23321" y="112410"/>
                </a:lnTo>
                <a:lnTo>
                  <a:pt x="20134" y="106873"/>
                </a:lnTo>
                <a:lnTo>
                  <a:pt x="18624" y="103182"/>
                </a:lnTo>
                <a:lnTo>
                  <a:pt x="17114" y="99323"/>
                </a:lnTo>
                <a:lnTo>
                  <a:pt x="14933" y="90431"/>
                </a:lnTo>
                <a:lnTo>
                  <a:pt x="12919" y="75667"/>
                </a:lnTo>
                <a:lnTo>
                  <a:pt x="12584" y="64930"/>
                </a:lnTo>
                <a:lnTo>
                  <a:pt x="12919" y="54360"/>
                </a:lnTo>
                <a:lnTo>
                  <a:pt x="14933" y="39596"/>
                </a:lnTo>
                <a:lnTo>
                  <a:pt x="17114" y="30704"/>
                </a:lnTo>
                <a:lnTo>
                  <a:pt x="18624" y="26845"/>
                </a:lnTo>
                <a:lnTo>
                  <a:pt x="20134" y="23154"/>
                </a:lnTo>
                <a:lnTo>
                  <a:pt x="23321" y="17617"/>
                </a:lnTo>
                <a:lnTo>
                  <a:pt x="26677" y="14262"/>
                </a:lnTo>
                <a:lnTo>
                  <a:pt x="30032" y="12752"/>
                </a:lnTo>
                <a:lnTo>
                  <a:pt x="31542" y="1258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615" name="Google Shape;3615;p99"/>
          <p:cNvSpPr txBox="1"/>
          <p:nvPr/>
        </p:nvSpPr>
        <p:spPr>
          <a:xfrm>
            <a:off x="378881" y="1377937"/>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Database</a:t>
            </a:r>
            <a:endParaRPr sz="1800">
              <a:solidFill>
                <a:srgbClr val="252525"/>
              </a:solidFill>
              <a:latin typeface="Arial"/>
              <a:ea typeface="Arial"/>
              <a:cs typeface="Arial"/>
              <a:sym typeface="Arial"/>
            </a:endParaRPr>
          </a:p>
        </p:txBody>
      </p:sp>
      <p:sp>
        <p:nvSpPr>
          <p:cNvPr id="3616" name="Google Shape;3616;p99"/>
          <p:cNvSpPr txBox="1"/>
          <p:nvPr/>
        </p:nvSpPr>
        <p:spPr>
          <a:xfrm>
            <a:off x="1171078" y="1377937"/>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Snowflake Database</a:t>
            </a:r>
            <a:endParaRPr sz="1800">
              <a:solidFill>
                <a:srgbClr val="252525"/>
              </a:solidFill>
              <a:latin typeface="Arial"/>
              <a:ea typeface="Arial"/>
              <a:cs typeface="Arial"/>
              <a:sym typeface="Arial"/>
            </a:endParaRPr>
          </a:p>
        </p:txBody>
      </p:sp>
      <p:sp>
        <p:nvSpPr>
          <p:cNvPr id="3617" name="Google Shape;3617;p99"/>
          <p:cNvSpPr txBox="1"/>
          <p:nvPr/>
        </p:nvSpPr>
        <p:spPr>
          <a:xfrm>
            <a:off x="1963275" y="1377937"/>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Schema</a:t>
            </a:r>
            <a:endParaRPr sz="600">
              <a:solidFill>
                <a:srgbClr val="11567F"/>
              </a:solidFill>
              <a:latin typeface="Arial"/>
              <a:ea typeface="Arial"/>
              <a:cs typeface="Arial"/>
              <a:sym typeface="Arial"/>
            </a:endParaRPr>
          </a:p>
        </p:txBody>
      </p:sp>
      <p:grpSp>
        <p:nvGrpSpPr>
          <p:cNvPr id="3618" name="Google Shape;3618;p99"/>
          <p:cNvGrpSpPr/>
          <p:nvPr/>
        </p:nvGrpSpPr>
        <p:grpSpPr>
          <a:xfrm>
            <a:off x="2797924" y="1724116"/>
            <a:ext cx="377290" cy="424186"/>
            <a:chOff x="1584875" y="263275"/>
            <a:chExt cx="4454425" cy="5008099"/>
          </a:xfrm>
        </p:grpSpPr>
        <p:sp>
          <p:nvSpPr>
            <p:cNvPr id="3619" name="Google Shape;3619;p99"/>
            <p:cNvSpPr/>
            <p:nvPr/>
          </p:nvSpPr>
          <p:spPr>
            <a:xfrm>
              <a:off x="2067225" y="263275"/>
              <a:ext cx="520125" cy="285250"/>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0" name="Google Shape;3620;p99"/>
            <p:cNvSpPr/>
            <p:nvPr/>
          </p:nvSpPr>
          <p:spPr>
            <a:xfrm>
              <a:off x="3078075" y="263275"/>
              <a:ext cx="490750" cy="264275"/>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1" name="Google Shape;3621;p99"/>
            <p:cNvSpPr/>
            <p:nvPr/>
          </p:nvSpPr>
          <p:spPr>
            <a:xfrm>
              <a:off x="4055350" y="263275"/>
              <a:ext cx="490775" cy="264275"/>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2" name="Google Shape;3622;p99"/>
            <p:cNvSpPr/>
            <p:nvPr/>
          </p:nvSpPr>
          <p:spPr>
            <a:xfrm>
              <a:off x="5036825" y="263275"/>
              <a:ext cx="520125" cy="285250"/>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3" name="Google Shape;3623;p99"/>
            <p:cNvSpPr/>
            <p:nvPr/>
          </p:nvSpPr>
          <p:spPr>
            <a:xfrm>
              <a:off x="1584875" y="749825"/>
              <a:ext cx="285250" cy="515925"/>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4" name="Google Shape;3624;p99"/>
            <p:cNvSpPr/>
            <p:nvPr/>
          </p:nvSpPr>
          <p:spPr>
            <a:xfrm>
              <a:off x="5754075" y="749825"/>
              <a:ext cx="285225" cy="515925"/>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5" name="Google Shape;3625;p99"/>
            <p:cNvSpPr/>
            <p:nvPr/>
          </p:nvSpPr>
          <p:spPr>
            <a:xfrm>
              <a:off x="1584875" y="1743875"/>
              <a:ext cx="260075" cy="482375"/>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6" name="Google Shape;3626;p99"/>
            <p:cNvSpPr/>
            <p:nvPr/>
          </p:nvSpPr>
          <p:spPr>
            <a:xfrm>
              <a:off x="5779250" y="1743875"/>
              <a:ext cx="260050" cy="482375"/>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7" name="Google Shape;3627;p99"/>
            <p:cNvSpPr/>
            <p:nvPr/>
          </p:nvSpPr>
          <p:spPr>
            <a:xfrm>
              <a:off x="1584875" y="2708600"/>
              <a:ext cx="260075" cy="478175"/>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8" name="Google Shape;3628;p99"/>
            <p:cNvSpPr/>
            <p:nvPr/>
          </p:nvSpPr>
          <p:spPr>
            <a:xfrm>
              <a:off x="5779250" y="2708600"/>
              <a:ext cx="260050" cy="478175"/>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29" name="Google Shape;3629;p99"/>
            <p:cNvSpPr/>
            <p:nvPr/>
          </p:nvSpPr>
          <p:spPr>
            <a:xfrm>
              <a:off x="1584875" y="3669100"/>
              <a:ext cx="285250" cy="515925"/>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0" name="Google Shape;3630;p99"/>
            <p:cNvSpPr/>
            <p:nvPr/>
          </p:nvSpPr>
          <p:spPr>
            <a:xfrm>
              <a:off x="5754075" y="3669100"/>
              <a:ext cx="285225" cy="515925"/>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1" name="Google Shape;3631;p99"/>
            <p:cNvSpPr/>
            <p:nvPr/>
          </p:nvSpPr>
          <p:spPr>
            <a:xfrm>
              <a:off x="1851211" y="3593599"/>
              <a:ext cx="3921748" cy="1677775"/>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FINANCE</a:t>
              </a:r>
              <a:endParaRPr b="1" sz="500">
                <a:solidFill>
                  <a:srgbClr val="FFFFFF"/>
                </a:solidFill>
                <a:latin typeface="Arial"/>
                <a:ea typeface="Arial"/>
                <a:cs typeface="Arial"/>
                <a:sym typeface="Arial"/>
              </a:endParaRPr>
            </a:p>
          </p:txBody>
        </p:sp>
        <p:sp>
          <p:nvSpPr>
            <p:cNvPr id="3632" name="Google Shape;3632;p99"/>
            <p:cNvSpPr/>
            <p:nvPr/>
          </p:nvSpPr>
          <p:spPr>
            <a:xfrm>
              <a:off x="3287800" y="1391550"/>
              <a:ext cx="1103125" cy="474000"/>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3" name="Google Shape;3633;p99"/>
            <p:cNvSpPr/>
            <p:nvPr/>
          </p:nvSpPr>
          <p:spPr>
            <a:xfrm>
              <a:off x="3287800" y="1815200"/>
              <a:ext cx="1103125" cy="994075"/>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634" name="Google Shape;3634;p99"/>
          <p:cNvGrpSpPr/>
          <p:nvPr/>
        </p:nvGrpSpPr>
        <p:grpSpPr>
          <a:xfrm>
            <a:off x="1996291" y="1724116"/>
            <a:ext cx="377290" cy="424186"/>
            <a:chOff x="1584875" y="263275"/>
            <a:chExt cx="4454425" cy="5008100"/>
          </a:xfrm>
        </p:grpSpPr>
        <p:sp>
          <p:nvSpPr>
            <p:cNvPr id="3635" name="Google Shape;3635;p99"/>
            <p:cNvSpPr/>
            <p:nvPr/>
          </p:nvSpPr>
          <p:spPr>
            <a:xfrm>
              <a:off x="2067225" y="263275"/>
              <a:ext cx="520125" cy="285250"/>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6" name="Google Shape;3636;p99"/>
            <p:cNvSpPr/>
            <p:nvPr/>
          </p:nvSpPr>
          <p:spPr>
            <a:xfrm>
              <a:off x="3078075" y="263275"/>
              <a:ext cx="490750" cy="264275"/>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7" name="Google Shape;3637;p99"/>
            <p:cNvSpPr/>
            <p:nvPr/>
          </p:nvSpPr>
          <p:spPr>
            <a:xfrm>
              <a:off x="4055350" y="263275"/>
              <a:ext cx="490775" cy="264275"/>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8" name="Google Shape;3638;p99"/>
            <p:cNvSpPr/>
            <p:nvPr/>
          </p:nvSpPr>
          <p:spPr>
            <a:xfrm>
              <a:off x="5036825" y="263275"/>
              <a:ext cx="520125" cy="285250"/>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39" name="Google Shape;3639;p99"/>
            <p:cNvSpPr/>
            <p:nvPr/>
          </p:nvSpPr>
          <p:spPr>
            <a:xfrm>
              <a:off x="1584875" y="749825"/>
              <a:ext cx="285250" cy="515925"/>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0" name="Google Shape;3640;p99"/>
            <p:cNvSpPr/>
            <p:nvPr/>
          </p:nvSpPr>
          <p:spPr>
            <a:xfrm>
              <a:off x="5754075" y="749825"/>
              <a:ext cx="285225" cy="515925"/>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1" name="Google Shape;3641;p99"/>
            <p:cNvSpPr/>
            <p:nvPr/>
          </p:nvSpPr>
          <p:spPr>
            <a:xfrm>
              <a:off x="1584875" y="1743875"/>
              <a:ext cx="260075" cy="482375"/>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2" name="Google Shape;3642;p99"/>
            <p:cNvSpPr/>
            <p:nvPr/>
          </p:nvSpPr>
          <p:spPr>
            <a:xfrm>
              <a:off x="5779250" y="1743875"/>
              <a:ext cx="260050" cy="482375"/>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3" name="Google Shape;3643;p99"/>
            <p:cNvSpPr/>
            <p:nvPr/>
          </p:nvSpPr>
          <p:spPr>
            <a:xfrm>
              <a:off x="1584875" y="2708600"/>
              <a:ext cx="260075" cy="478175"/>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4" name="Google Shape;3644;p99"/>
            <p:cNvSpPr/>
            <p:nvPr/>
          </p:nvSpPr>
          <p:spPr>
            <a:xfrm>
              <a:off x="5779250" y="2708600"/>
              <a:ext cx="260050" cy="478175"/>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5" name="Google Shape;3645;p99"/>
            <p:cNvSpPr/>
            <p:nvPr/>
          </p:nvSpPr>
          <p:spPr>
            <a:xfrm>
              <a:off x="1584875" y="3669100"/>
              <a:ext cx="285250" cy="515925"/>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6" name="Google Shape;3646;p99"/>
            <p:cNvSpPr/>
            <p:nvPr/>
          </p:nvSpPr>
          <p:spPr>
            <a:xfrm>
              <a:off x="5754075" y="3669100"/>
              <a:ext cx="285225" cy="515925"/>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7" name="Google Shape;3647;p99"/>
            <p:cNvSpPr/>
            <p:nvPr/>
          </p:nvSpPr>
          <p:spPr>
            <a:xfrm>
              <a:off x="2029475" y="3593600"/>
              <a:ext cx="3565225" cy="1677775"/>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IT</a:t>
              </a:r>
              <a:endParaRPr b="1" sz="500">
                <a:solidFill>
                  <a:srgbClr val="FFFFFF"/>
                </a:solidFill>
                <a:latin typeface="Arial"/>
                <a:ea typeface="Arial"/>
                <a:cs typeface="Arial"/>
                <a:sym typeface="Arial"/>
              </a:endParaRPr>
            </a:p>
          </p:txBody>
        </p:sp>
        <p:sp>
          <p:nvSpPr>
            <p:cNvPr id="3648" name="Google Shape;3648;p99"/>
            <p:cNvSpPr/>
            <p:nvPr/>
          </p:nvSpPr>
          <p:spPr>
            <a:xfrm>
              <a:off x="2293725" y="1970375"/>
              <a:ext cx="838900" cy="784375"/>
            </a:xfrm>
            <a:custGeom>
              <a:rect b="b" l="l" r="r" t="t"/>
              <a:pathLst>
                <a:path extrusionOk="0" h="31375" w="33556">
                  <a:moveTo>
                    <a:pt x="4195" y="1"/>
                  </a:moveTo>
                  <a:lnTo>
                    <a:pt x="2349" y="169"/>
                  </a:lnTo>
                  <a:lnTo>
                    <a:pt x="168" y="2350"/>
                  </a:lnTo>
                  <a:lnTo>
                    <a:pt x="1" y="4195"/>
                  </a:lnTo>
                  <a:lnTo>
                    <a:pt x="1" y="27180"/>
                  </a:lnTo>
                  <a:lnTo>
                    <a:pt x="168" y="28858"/>
                  </a:lnTo>
                  <a:lnTo>
                    <a:pt x="2349" y="31207"/>
                  </a:lnTo>
                  <a:lnTo>
                    <a:pt x="4195" y="31375"/>
                  </a:lnTo>
                  <a:lnTo>
                    <a:pt x="29361" y="31375"/>
                  </a:lnTo>
                  <a:lnTo>
                    <a:pt x="31039" y="31207"/>
                  </a:lnTo>
                  <a:lnTo>
                    <a:pt x="33220" y="28858"/>
                  </a:lnTo>
                  <a:lnTo>
                    <a:pt x="33555" y="27180"/>
                  </a:lnTo>
                  <a:lnTo>
                    <a:pt x="33555" y="4195"/>
                  </a:lnTo>
                  <a:lnTo>
                    <a:pt x="33220" y="2350"/>
                  </a:lnTo>
                  <a:lnTo>
                    <a:pt x="31039" y="169"/>
                  </a:lnTo>
                  <a:lnTo>
                    <a:pt x="29361"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49" name="Google Shape;3649;p99"/>
            <p:cNvSpPr/>
            <p:nvPr/>
          </p:nvSpPr>
          <p:spPr>
            <a:xfrm>
              <a:off x="3392650" y="1970375"/>
              <a:ext cx="838900" cy="784375"/>
            </a:xfrm>
            <a:custGeom>
              <a:rect b="b" l="l" r="r" t="t"/>
              <a:pathLst>
                <a:path extrusionOk="0" h="31375" w="33556">
                  <a:moveTo>
                    <a:pt x="4195" y="1"/>
                  </a:moveTo>
                  <a:lnTo>
                    <a:pt x="2517" y="169"/>
                  </a:lnTo>
                  <a:lnTo>
                    <a:pt x="168" y="2350"/>
                  </a:lnTo>
                  <a:lnTo>
                    <a:pt x="0" y="4195"/>
                  </a:lnTo>
                  <a:lnTo>
                    <a:pt x="0" y="27180"/>
                  </a:lnTo>
                  <a:lnTo>
                    <a:pt x="168" y="28858"/>
                  </a:lnTo>
                  <a:lnTo>
                    <a:pt x="2517" y="31207"/>
                  </a:lnTo>
                  <a:lnTo>
                    <a:pt x="4195" y="31375"/>
                  </a:lnTo>
                  <a:lnTo>
                    <a:pt x="29361" y="31375"/>
                  </a:lnTo>
                  <a:lnTo>
                    <a:pt x="31039" y="31207"/>
                  </a:lnTo>
                  <a:lnTo>
                    <a:pt x="33388" y="28858"/>
                  </a:lnTo>
                  <a:lnTo>
                    <a:pt x="33555" y="27180"/>
                  </a:lnTo>
                  <a:lnTo>
                    <a:pt x="33555" y="4195"/>
                  </a:lnTo>
                  <a:lnTo>
                    <a:pt x="33388" y="2350"/>
                  </a:lnTo>
                  <a:lnTo>
                    <a:pt x="31039" y="169"/>
                  </a:lnTo>
                  <a:lnTo>
                    <a:pt x="29361"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0" name="Google Shape;3650;p99"/>
            <p:cNvSpPr/>
            <p:nvPr/>
          </p:nvSpPr>
          <p:spPr>
            <a:xfrm>
              <a:off x="4495775" y="1970375"/>
              <a:ext cx="838875" cy="784375"/>
            </a:xfrm>
            <a:custGeom>
              <a:rect b="b" l="l" r="r" t="t"/>
              <a:pathLst>
                <a:path extrusionOk="0" h="31375" w="33555">
                  <a:moveTo>
                    <a:pt x="4194" y="1"/>
                  </a:moveTo>
                  <a:lnTo>
                    <a:pt x="2349" y="169"/>
                  </a:lnTo>
                  <a:lnTo>
                    <a:pt x="168" y="2350"/>
                  </a:lnTo>
                  <a:lnTo>
                    <a:pt x="0" y="4195"/>
                  </a:lnTo>
                  <a:lnTo>
                    <a:pt x="0" y="27180"/>
                  </a:lnTo>
                  <a:lnTo>
                    <a:pt x="168" y="28858"/>
                  </a:lnTo>
                  <a:lnTo>
                    <a:pt x="2349" y="31207"/>
                  </a:lnTo>
                  <a:lnTo>
                    <a:pt x="4194" y="31375"/>
                  </a:lnTo>
                  <a:lnTo>
                    <a:pt x="29361" y="31375"/>
                  </a:lnTo>
                  <a:lnTo>
                    <a:pt x="31038" y="31207"/>
                  </a:lnTo>
                  <a:lnTo>
                    <a:pt x="33219" y="28858"/>
                  </a:lnTo>
                  <a:lnTo>
                    <a:pt x="33555" y="27180"/>
                  </a:lnTo>
                  <a:lnTo>
                    <a:pt x="33555" y="4195"/>
                  </a:lnTo>
                  <a:lnTo>
                    <a:pt x="33219" y="2350"/>
                  </a:lnTo>
                  <a:lnTo>
                    <a:pt x="31038" y="169"/>
                  </a:lnTo>
                  <a:lnTo>
                    <a:pt x="29361"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651" name="Google Shape;3651;p99"/>
          <p:cNvGrpSpPr/>
          <p:nvPr/>
        </p:nvGrpSpPr>
        <p:grpSpPr>
          <a:xfrm>
            <a:off x="3545672" y="1724116"/>
            <a:ext cx="442121" cy="431290"/>
            <a:chOff x="1202171" y="263275"/>
            <a:chExt cx="5219846" cy="5091975"/>
          </a:xfrm>
        </p:grpSpPr>
        <p:sp>
          <p:nvSpPr>
            <p:cNvPr id="3652" name="Google Shape;3652;p99"/>
            <p:cNvSpPr/>
            <p:nvPr/>
          </p:nvSpPr>
          <p:spPr>
            <a:xfrm>
              <a:off x="2067225" y="263275"/>
              <a:ext cx="520125" cy="285250"/>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3" name="Google Shape;3653;p99"/>
            <p:cNvSpPr/>
            <p:nvPr/>
          </p:nvSpPr>
          <p:spPr>
            <a:xfrm>
              <a:off x="3078075" y="263275"/>
              <a:ext cx="490750" cy="264275"/>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4" name="Google Shape;3654;p99"/>
            <p:cNvSpPr/>
            <p:nvPr/>
          </p:nvSpPr>
          <p:spPr>
            <a:xfrm>
              <a:off x="4055350" y="263275"/>
              <a:ext cx="490775" cy="264275"/>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5" name="Google Shape;3655;p99"/>
            <p:cNvSpPr/>
            <p:nvPr/>
          </p:nvSpPr>
          <p:spPr>
            <a:xfrm>
              <a:off x="5036825" y="263275"/>
              <a:ext cx="520125" cy="285250"/>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6" name="Google Shape;3656;p99"/>
            <p:cNvSpPr/>
            <p:nvPr/>
          </p:nvSpPr>
          <p:spPr>
            <a:xfrm>
              <a:off x="1584875" y="749825"/>
              <a:ext cx="285250" cy="515925"/>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7" name="Google Shape;3657;p99"/>
            <p:cNvSpPr/>
            <p:nvPr/>
          </p:nvSpPr>
          <p:spPr>
            <a:xfrm>
              <a:off x="5754075" y="749825"/>
              <a:ext cx="285225" cy="515925"/>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8" name="Google Shape;3658;p99"/>
            <p:cNvSpPr/>
            <p:nvPr/>
          </p:nvSpPr>
          <p:spPr>
            <a:xfrm>
              <a:off x="1584875" y="1743875"/>
              <a:ext cx="260075" cy="482375"/>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59" name="Google Shape;3659;p99"/>
            <p:cNvSpPr/>
            <p:nvPr/>
          </p:nvSpPr>
          <p:spPr>
            <a:xfrm>
              <a:off x="5779250" y="1743875"/>
              <a:ext cx="260050" cy="482375"/>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0" name="Google Shape;3660;p99"/>
            <p:cNvSpPr/>
            <p:nvPr/>
          </p:nvSpPr>
          <p:spPr>
            <a:xfrm>
              <a:off x="1584875" y="2708600"/>
              <a:ext cx="260075" cy="478175"/>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1" name="Google Shape;3661;p99"/>
            <p:cNvSpPr/>
            <p:nvPr/>
          </p:nvSpPr>
          <p:spPr>
            <a:xfrm>
              <a:off x="5779250" y="2708600"/>
              <a:ext cx="260050" cy="478175"/>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2" name="Google Shape;3662;p99"/>
            <p:cNvSpPr/>
            <p:nvPr/>
          </p:nvSpPr>
          <p:spPr>
            <a:xfrm>
              <a:off x="1584875" y="3669100"/>
              <a:ext cx="285250" cy="515925"/>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3" name="Google Shape;3663;p99"/>
            <p:cNvSpPr/>
            <p:nvPr/>
          </p:nvSpPr>
          <p:spPr>
            <a:xfrm>
              <a:off x="5754075" y="3669100"/>
              <a:ext cx="285225" cy="515925"/>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4" name="Google Shape;3664;p99"/>
            <p:cNvSpPr/>
            <p:nvPr/>
          </p:nvSpPr>
          <p:spPr>
            <a:xfrm>
              <a:off x="1202171" y="3509697"/>
              <a:ext cx="5219846" cy="1845553"/>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l">
                <a:lnSpc>
                  <a:spcPct val="50000"/>
                </a:lnSpc>
                <a:spcBef>
                  <a:spcPts val="0"/>
                </a:spcBef>
                <a:spcAft>
                  <a:spcPts val="0"/>
                </a:spcAft>
                <a:buClr>
                  <a:srgbClr val="252525"/>
                </a:buClr>
                <a:buSzPts val="500"/>
                <a:buFont typeface="Arial"/>
                <a:buNone/>
              </a:pPr>
              <a:r>
                <a:t/>
              </a:r>
              <a:endParaRPr b="1" sz="500">
                <a:solidFill>
                  <a:srgbClr val="FFFFFF"/>
                </a:solidFill>
                <a:latin typeface="Arial"/>
                <a:ea typeface="Arial"/>
                <a:cs typeface="Arial"/>
                <a:sym typeface="Arial"/>
              </a:endParaRPr>
            </a:p>
            <a:p>
              <a:pPr indent="0" lvl="0" marL="0" marR="0" rtl="0" algn="ctr">
                <a:lnSpc>
                  <a:spcPct val="50000"/>
                </a:lnSpc>
                <a:spcBef>
                  <a:spcPts val="0"/>
                </a:spcBef>
                <a:spcAft>
                  <a:spcPts val="0"/>
                </a:spcAft>
                <a:buClr>
                  <a:srgbClr val="252525"/>
                </a:buClr>
                <a:buSzPts val="500"/>
                <a:buFont typeface="Arial"/>
                <a:buNone/>
              </a:pPr>
              <a:r>
                <a:t/>
              </a:r>
              <a:endParaRPr b="1" sz="500">
                <a:solidFill>
                  <a:srgbClr val="FFFFFF"/>
                </a:solidFill>
                <a:latin typeface="Arial"/>
                <a:ea typeface="Arial"/>
                <a:cs typeface="Arial"/>
                <a:sym typeface="Arial"/>
              </a:endParaRPr>
            </a:p>
            <a:p>
              <a:pPr indent="0" lvl="0" marL="0" marR="0" rtl="0" algn="ctr">
                <a:lnSpc>
                  <a:spcPct val="80000"/>
                </a:lnSpc>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GROUP SALES</a:t>
              </a:r>
              <a:endParaRPr sz="500">
                <a:solidFill>
                  <a:srgbClr val="252525"/>
                </a:solidFill>
                <a:latin typeface="Arial"/>
                <a:ea typeface="Arial"/>
                <a:cs typeface="Arial"/>
                <a:sym typeface="Arial"/>
              </a:endParaRPr>
            </a:p>
            <a:p>
              <a:pPr indent="0" lvl="0" marL="0" marR="0" rtl="0" algn="l">
                <a:lnSpc>
                  <a:spcPct val="50000"/>
                </a:lnSpc>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5" name="Google Shape;3665;p99"/>
            <p:cNvSpPr/>
            <p:nvPr/>
          </p:nvSpPr>
          <p:spPr>
            <a:xfrm>
              <a:off x="3287800" y="1391550"/>
              <a:ext cx="1103125" cy="474000"/>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6" name="Google Shape;3666;p99"/>
            <p:cNvSpPr/>
            <p:nvPr/>
          </p:nvSpPr>
          <p:spPr>
            <a:xfrm>
              <a:off x="3287800" y="1815200"/>
              <a:ext cx="1103125" cy="994075"/>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667" name="Google Shape;3667;p99"/>
          <p:cNvGrpSpPr/>
          <p:nvPr/>
        </p:nvGrpSpPr>
        <p:grpSpPr>
          <a:xfrm>
            <a:off x="411756" y="1699145"/>
            <a:ext cx="376986" cy="376986"/>
            <a:chOff x="1215775" y="263275"/>
            <a:chExt cx="5192650" cy="5192650"/>
          </a:xfrm>
        </p:grpSpPr>
        <p:sp>
          <p:nvSpPr>
            <p:cNvPr id="3668" name="Google Shape;3668;p99"/>
            <p:cNvSpPr/>
            <p:nvPr/>
          </p:nvSpPr>
          <p:spPr>
            <a:xfrm>
              <a:off x="1828150" y="263275"/>
              <a:ext cx="629175" cy="302025"/>
            </a:xfrm>
            <a:custGeom>
              <a:rect b="b" l="l" r="r" t="t"/>
              <a:pathLst>
                <a:path extrusionOk="0" h="12081" w="25167">
                  <a:moveTo>
                    <a:pt x="14429" y="1"/>
                  </a:moveTo>
                  <a:lnTo>
                    <a:pt x="10906" y="168"/>
                  </a:lnTo>
                  <a:lnTo>
                    <a:pt x="4531" y="1175"/>
                  </a:lnTo>
                  <a:lnTo>
                    <a:pt x="1511" y="2182"/>
                  </a:lnTo>
                  <a:lnTo>
                    <a:pt x="672" y="2685"/>
                  </a:lnTo>
                  <a:lnTo>
                    <a:pt x="1" y="4027"/>
                  </a:lnTo>
                  <a:lnTo>
                    <a:pt x="336" y="4866"/>
                  </a:lnTo>
                  <a:lnTo>
                    <a:pt x="2685" y="10738"/>
                  </a:lnTo>
                  <a:lnTo>
                    <a:pt x="3188" y="11409"/>
                  </a:lnTo>
                  <a:lnTo>
                    <a:pt x="4698" y="12080"/>
                  </a:lnTo>
                  <a:lnTo>
                    <a:pt x="5537" y="11913"/>
                  </a:lnTo>
                  <a:lnTo>
                    <a:pt x="9732" y="10738"/>
                  </a:lnTo>
                  <a:lnTo>
                    <a:pt x="14429" y="10570"/>
                  </a:lnTo>
                  <a:lnTo>
                    <a:pt x="23154" y="10570"/>
                  </a:lnTo>
                  <a:lnTo>
                    <a:pt x="23992" y="10403"/>
                  </a:lnTo>
                  <a:lnTo>
                    <a:pt x="24999" y="9228"/>
                  </a:lnTo>
                  <a:lnTo>
                    <a:pt x="25167" y="8389"/>
                  </a:lnTo>
                  <a:lnTo>
                    <a:pt x="25167" y="2182"/>
                  </a:lnTo>
                  <a:lnTo>
                    <a:pt x="24999" y="1343"/>
                  </a:lnTo>
                  <a:lnTo>
                    <a:pt x="23992" y="168"/>
                  </a:lnTo>
                  <a:lnTo>
                    <a:pt x="23154"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69" name="Google Shape;3669;p99"/>
            <p:cNvSpPr/>
            <p:nvPr/>
          </p:nvSpPr>
          <p:spPr>
            <a:xfrm>
              <a:off x="2998375" y="263275"/>
              <a:ext cx="541100" cy="264275"/>
            </a:xfrm>
            <a:custGeom>
              <a:rect b="b" l="l" r="r" t="t"/>
              <a:pathLst>
                <a:path extrusionOk="0" h="10571" w="21644">
                  <a:moveTo>
                    <a:pt x="2182" y="1"/>
                  </a:moveTo>
                  <a:lnTo>
                    <a:pt x="1343" y="168"/>
                  </a:lnTo>
                  <a:lnTo>
                    <a:pt x="168" y="1343"/>
                  </a:lnTo>
                  <a:lnTo>
                    <a:pt x="1" y="2182"/>
                  </a:lnTo>
                  <a:lnTo>
                    <a:pt x="1" y="8389"/>
                  </a:lnTo>
                  <a:lnTo>
                    <a:pt x="168" y="9228"/>
                  </a:lnTo>
                  <a:lnTo>
                    <a:pt x="1343" y="10403"/>
                  </a:lnTo>
                  <a:lnTo>
                    <a:pt x="2182" y="10570"/>
                  </a:lnTo>
                  <a:lnTo>
                    <a:pt x="19630" y="10570"/>
                  </a:lnTo>
                  <a:lnTo>
                    <a:pt x="20469" y="10403"/>
                  </a:lnTo>
                  <a:lnTo>
                    <a:pt x="21644" y="9228"/>
                  </a:lnTo>
                  <a:lnTo>
                    <a:pt x="21644" y="8389"/>
                  </a:lnTo>
                  <a:lnTo>
                    <a:pt x="21644" y="2182"/>
                  </a:lnTo>
                  <a:lnTo>
                    <a:pt x="21644" y="1343"/>
                  </a:lnTo>
                  <a:lnTo>
                    <a:pt x="20469" y="168"/>
                  </a:lnTo>
                  <a:lnTo>
                    <a:pt x="19630"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0" name="Google Shape;3670;p99"/>
            <p:cNvSpPr/>
            <p:nvPr/>
          </p:nvSpPr>
          <p:spPr>
            <a:xfrm>
              <a:off x="4084725" y="263275"/>
              <a:ext cx="541100" cy="264275"/>
            </a:xfrm>
            <a:custGeom>
              <a:rect b="b" l="l" r="r" t="t"/>
              <a:pathLst>
                <a:path extrusionOk="0" h="10571" w="21644">
                  <a:moveTo>
                    <a:pt x="2014" y="1"/>
                  </a:moveTo>
                  <a:lnTo>
                    <a:pt x="1175" y="168"/>
                  </a:lnTo>
                  <a:lnTo>
                    <a:pt x="0" y="1343"/>
                  </a:lnTo>
                  <a:lnTo>
                    <a:pt x="0" y="2182"/>
                  </a:lnTo>
                  <a:lnTo>
                    <a:pt x="0" y="8389"/>
                  </a:lnTo>
                  <a:lnTo>
                    <a:pt x="0" y="9228"/>
                  </a:lnTo>
                  <a:lnTo>
                    <a:pt x="1175" y="10403"/>
                  </a:lnTo>
                  <a:lnTo>
                    <a:pt x="2014" y="10570"/>
                  </a:lnTo>
                  <a:lnTo>
                    <a:pt x="19462" y="10570"/>
                  </a:lnTo>
                  <a:lnTo>
                    <a:pt x="20301" y="10403"/>
                  </a:lnTo>
                  <a:lnTo>
                    <a:pt x="21475" y="9228"/>
                  </a:lnTo>
                  <a:lnTo>
                    <a:pt x="21643" y="8389"/>
                  </a:lnTo>
                  <a:lnTo>
                    <a:pt x="21643" y="2182"/>
                  </a:lnTo>
                  <a:lnTo>
                    <a:pt x="21475" y="1343"/>
                  </a:lnTo>
                  <a:lnTo>
                    <a:pt x="20301" y="168"/>
                  </a:lnTo>
                  <a:lnTo>
                    <a:pt x="1946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1" name="Google Shape;3671;p99"/>
            <p:cNvSpPr/>
            <p:nvPr/>
          </p:nvSpPr>
          <p:spPr>
            <a:xfrm>
              <a:off x="5166850" y="263275"/>
              <a:ext cx="629200" cy="302025"/>
            </a:xfrm>
            <a:custGeom>
              <a:rect b="b" l="l" r="r" t="t"/>
              <a:pathLst>
                <a:path extrusionOk="0" h="12081" w="25168">
                  <a:moveTo>
                    <a:pt x="2014" y="1"/>
                  </a:moveTo>
                  <a:lnTo>
                    <a:pt x="1175" y="168"/>
                  </a:lnTo>
                  <a:lnTo>
                    <a:pt x="169" y="1343"/>
                  </a:lnTo>
                  <a:lnTo>
                    <a:pt x="1" y="2182"/>
                  </a:lnTo>
                  <a:lnTo>
                    <a:pt x="1" y="8389"/>
                  </a:lnTo>
                  <a:lnTo>
                    <a:pt x="169" y="9228"/>
                  </a:lnTo>
                  <a:lnTo>
                    <a:pt x="1175" y="10403"/>
                  </a:lnTo>
                  <a:lnTo>
                    <a:pt x="2014" y="10570"/>
                  </a:lnTo>
                  <a:lnTo>
                    <a:pt x="10906" y="10570"/>
                  </a:lnTo>
                  <a:lnTo>
                    <a:pt x="15436" y="10738"/>
                  </a:lnTo>
                  <a:lnTo>
                    <a:pt x="19631" y="11913"/>
                  </a:lnTo>
                  <a:lnTo>
                    <a:pt x="20469" y="12080"/>
                  </a:lnTo>
                  <a:lnTo>
                    <a:pt x="21979" y="11409"/>
                  </a:lnTo>
                  <a:lnTo>
                    <a:pt x="22483" y="10738"/>
                  </a:lnTo>
                  <a:lnTo>
                    <a:pt x="24832" y="4866"/>
                  </a:lnTo>
                  <a:lnTo>
                    <a:pt x="25167" y="4027"/>
                  </a:lnTo>
                  <a:lnTo>
                    <a:pt x="24496" y="2685"/>
                  </a:lnTo>
                  <a:lnTo>
                    <a:pt x="23657" y="2182"/>
                  </a:lnTo>
                  <a:lnTo>
                    <a:pt x="20637" y="1175"/>
                  </a:lnTo>
                  <a:lnTo>
                    <a:pt x="14262" y="168"/>
                  </a:lnTo>
                  <a:lnTo>
                    <a:pt x="10906"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2" name="Google Shape;3672;p99"/>
            <p:cNvSpPr/>
            <p:nvPr/>
          </p:nvSpPr>
          <p:spPr>
            <a:xfrm>
              <a:off x="1215775" y="875650"/>
              <a:ext cx="302025" cy="629175"/>
            </a:xfrm>
            <a:custGeom>
              <a:rect b="b" l="l" r="r" t="t"/>
              <a:pathLst>
                <a:path extrusionOk="0" h="25167" w="12081">
                  <a:moveTo>
                    <a:pt x="4027" y="1"/>
                  </a:moveTo>
                  <a:lnTo>
                    <a:pt x="2685" y="672"/>
                  </a:lnTo>
                  <a:lnTo>
                    <a:pt x="2182" y="1511"/>
                  </a:lnTo>
                  <a:lnTo>
                    <a:pt x="1175" y="4531"/>
                  </a:lnTo>
                  <a:lnTo>
                    <a:pt x="168" y="10906"/>
                  </a:lnTo>
                  <a:lnTo>
                    <a:pt x="1" y="14429"/>
                  </a:lnTo>
                  <a:lnTo>
                    <a:pt x="1" y="23154"/>
                  </a:lnTo>
                  <a:lnTo>
                    <a:pt x="168" y="23992"/>
                  </a:lnTo>
                  <a:lnTo>
                    <a:pt x="1343" y="24999"/>
                  </a:lnTo>
                  <a:lnTo>
                    <a:pt x="2182" y="25167"/>
                  </a:lnTo>
                  <a:lnTo>
                    <a:pt x="8389" y="25167"/>
                  </a:lnTo>
                  <a:lnTo>
                    <a:pt x="9228" y="24999"/>
                  </a:lnTo>
                  <a:lnTo>
                    <a:pt x="10403" y="23992"/>
                  </a:lnTo>
                  <a:lnTo>
                    <a:pt x="10570" y="23154"/>
                  </a:lnTo>
                  <a:lnTo>
                    <a:pt x="10570" y="14429"/>
                  </a:lnTo>
                  <a:lnTo>
                    <a:pt x="10738" y="9732"/>
                  </a:lnTo>
                  <a:lnTo>
                    <a:pt x="11913" y="5537"/>
                  </a:lnTo>
                  <a:lnTo>
                    <a:pt x="12080" y="4698"/>
                  </a:lnTo>
                  <a:lnTo>
                    <a:pt x="11409" y="3188"/>
                  </a:lnTo>
                  <a:lnTo>
                    <a:pt x="10738" y="2685"/>
                  </a:lnTo>
                  <a:lnTo>
                    <a:pt x="4866" y="336"/>
                  </a:lnTo>
                  <a:lnTo>
                    <a:pt x="402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3" name="Google Shape;3673;p99"/>
            <p:cNvSpPr/>
            <p:nvPr/>
          </p:nvSpPr>
          <p:spPr>
            <a:xfrm>
              <a:off x="6106400" y="875650"/>
              <a:ext cx="302025" cy="629175"/>
            </a:xfrm>
            <a:custGeom>
              <a:rect b="b" l="l" r="r" t="t"/>
              <a:pathLst>
                <a:path extrusionOk="0" h="25167" w="12081">
                  <a:moveTo>
                    <a:pt x="8054" y="1"/>
                  </a:moveTo>
                  <a:lnTo>
                    <a:pt x="7215" y="336"/>
                  </a:lnTo>
                  <a:lnTo>
                    <a:pt x="1343" y="2685"/>
                  </a:lnTo>
                  <a:lnTo>
                    <a:pt x="671" y="3188"/>
                  </a:lnTo>
                  <a:lnTo>
                    <a:pt x="0" y="4698"/>
                  </a:lnTo>
                  <a:lnTo>
                    <a:pt x="168" y="5537"/>
                  </a:lnTo>
                  <a:lnTo>
                    <a:pt x="1343" y="9732"/>
                  </a:lnTo>
                  <a:lnTo>
                    <a:pt x="1510" y="14429"/>
                  </a:lnTo>
                  <a:lnTo>
                    <a:pt x="1510" y="23154"/>
                  </a:lnTo>
                  <a:lnTo>
                    <a:pt x="1678" y="23992"/>
                  </a:lnTo>
                  <a:lnTo>
                    <a:pt x="2853" y="24999"/>
                  </a:lnTo>
                  <a:lnTo>
                    <a:pt x="3691" y="25167"/>
                  </a:lnTo>
                  <a:lnTo>
                    <a:pt x="9899" y="25167"/>
                  </a:lnTo>
                  <a:lnTo>
                    <a:pt x="10738" y="24999"/>
                  </a:lnTo>
                  <a:lnTo>
                    <a:pt x="11912" y="23992"/>
                  </a:lnTo>
                  <a:lnTo>
                    <a:pt x="12080" y="23154"/>
                  </a:lnTo>
                  <a:lnTo>
                    <a:pt x="12080" y="14429"/>
                  </a:lnTo>
                  <a:lnTo>
                    <a:pt x="11912" y="10906"/>
                  </a:lnTo>
                  <a:lnTo>
                    <a:pt x="10906" y="4531"/>
                  </a:lnTo>
                  <a:lnTo>
                    <a:pt x="9899" y="1511"/>
                  </a:lnTo>
                  <a:lnTo>
                    <a:pt x="9396" y="672"/>
                  </a:lnTo>
                  <a:lnTo>
                    <a:pt x="8054"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4" name="Google Shape;3674;p99"/>
            <p:cNvSpPr/>
            <p:nvPr/>
          </p:nvSpPr>
          <p:spPr>
            <a:xfrm>
              <a:off x="1215775" y="2045875"/>
              <a:ext cx="264275" cy="541100"/>
            </a:xfrm>
            <a:custGeom>
              <a:rect b="b" l="l" r="r" t="t"/>
              <a:pathLst>
                <a:path extrusionOk="0" h="21644" w="10571">
                  <a:moveTo>
                    <a:pt x="2182" y="1"/>
                  </a:moveTo>
                  <a:lnTo>
                    <a:pt x="1343" y="168"/>
                  </a:lnTo>
                  <a:lnTo>
                    <a:pt x="168" y="1343"/>
                  </a:lnTo>
                  <a:lnTo>
                    <a:pt x="1" y="2182"/>
                  </a:lnTo>
                  <a:lnTo>
                    <a:pt x="1" y="19630"/>
                  </a:lnTo>
                  <a:lnTo>
                    <a:pt x="168" y="20469"/>
                  </a:lnTo>
                  <a:lnTo>
                    <a:pt x="1343" y="21644"/>
                  </a:lnTo>
                  <a:lnTo>
                    <a:pt x="9228" y="21644"/>
                  </a:lnTo>
                  <a:lnTo>
                    <a:pt x="10403" y="20469"/>
                  </a:lnTo>
                  <a:lnTo>
                    <a:pt x="10570" y="19630"/>
                  </a:lnTo>
                  <a:lnTo>
                    <a:pt x="10570" y="2182"/>
                  </a:lnTo>
                  <a:lnTo>
                    <a:pt x="10403" y="1343"/>
                  </a:lnTo>
                  <a:lnTo>
                    <a:pt x="9228" y="168"/>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5" name="Google Shape;3675;p99"/>
            <p:cNvSpPr/>
            <p:nvPr/>
          </p:nvSpPr>
          <p:spPr>
            <a:xfrm>
              <a:off x="6144150" y="2045875"/>
              <a:ext cx="264275" cy="541100"/>
            </a:xfrm>
            <a:custGeom>
              <a:rect b="b" l="l" r="r" t="t"/>
              <a:pathLst>
                <a:path extrusionOk="0" h="21644" w="10571">
                  <a:moveTo>
                    <a:pt x="2181" y="1"/>
                  </a:moveTo>
                  <a:lnTo>
                    <a:pt x="1343" y="168"/>
                  </a:lnTo>
                  <a:lnTo>
                    <a:pt x="168" y="1343"/>
                  </a:lnTo>
                  <a:lnTo>
                    <a:pt x="0" y="2182"/>
                  </a:lnTo>
                  <a:lnTo>
                    <a:pt x="0" y="19630"/>
                  </a:lnTo>
                  <a:lnTo>
                    <a:pt x="168" y="20469"/>
                  </a:lnTo>
                  <a:lnTo>
                    <a:pt x="1343" y="21644"/>
                  </a:lnTo>
                  <a:lnTo>
                    <a:pt x="9228" y="21644"/>
                  </a:lnTo>
                  <a:lnTo>
                    <a:pt x="10402" y="20469"/>
                  </a:lnTo>
                  <a:lnTo>
                    <a:pt x="10570" y="19630"/>
                  </a:lnTo>
                  <a:lnTo>
                    <a:pt x="10570" y="2182"/>
                  </a:lnTo>
                  <a:lnTo>
                    <a:pt x="10402" y="1343"/>
                  </a:lnTo>
                  <a:lnTo>
                    <a:pt x="9228" y="168"/>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6" name="Google Shape;3676;p99"/>
            <p:cNvSpPr/>
            <p:nvPr/>
          </p:nvSpPr>
          <p:spPr>
            <a:xfrm>
              <a:off x="1215775" y="3132225"/>
              <a:ext cx="264275" cy="541100"/>
            </a:xfrm>
            <a:custGeom>
              <a:rect b="b" l="l" r="r" t="t"/>
              <a:pathLst>
                <a:path extrusionOk="0" h="21644" w="10571">
                  <a:moveTo>
                    <a:pt x="1343" y="0"/>
                  </a:moveTo>
                  <a:lnTo>
                    <a:pt x="168" y="1175"/>
                  </a:lnTo>
                  <a:lnTo>
                    <a:pt x="1" y="2014"/>
                  </a:lnTo>
                  <a:lnTo>
                    <a:pt x="1" y="19462"/>
                  </a:lnTo>
                  <a:lnTo>
                    <a:pt x="168" y="20301"/>
                  </a:lnTo>
                  <a:lnTo>
                    <a:pt x="1343" y="21475"/>
                  </a:lnTo>
                  <a:lnTo>
                    <a:pt x="2182" y="21643"/>
                  </a:lnTo>
                  <a:lnTo>
                    <a:pt x="8389" y="21643"/>
                  </a:lnTo>
                  <a:lnTo>
                    <a:pt x="9228" y="21475"/>
                  </a:lnTo>
                  <a:lnTo>
                    <a:pt x="10403" y="20301"/>
                  </a:lnTo>
                  <a:lnTo>
                    <a:pt x="10570" y="19462"/>
                  </a:lnTo>
                  <a:lnTo>
                    <a:pt x="10570"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7" name="Google Shape;3677;p99"/>
            <p:cNvSpPr/>
            <p:nvPr/>
          </p:nvSpPr>
          <p:spPr>
            <a:xfrm>
              <a:off x="6144150" y="3132225"/>
              <a:ext cx="264275" cy="541100"/>
            </a:xfrm>
            <a:custGeom>
              <a:rect b="b" l="l" r="r" t="t"/>
              <a:pathLst>
                <a:path extrusionOk="0" h="21644" w="10571">
                  <a:moveTo>
                    <a:pt x="1343" y="0"/>
                  </a:moveTo>
                  <a:lnTo>
                    <a:pt x="168" y="1175"/>
                  </a:lnTo>
                  <a:lnTo>
                    <a:pt x="0" y="2014"/>
                  </a:lnTo>
                  <a:lnTo>
                    <a:pt x="0" y="19462"/>
                  </a:lnTo>
                  <a:lnTo>
                    <a:pt x="168" y="20301"/>
                  </a:lnTo>
                  <a:lnTo>
                    <a:pt x="1343" y="21475"/>
                  </a:lnTo>
                  <a:lnTo>
                    <a:pt x="2181" y="21643"/>
                  </a:lnTo>
                  <a:lnTo>
                    <a:pt x="8389" y="21643"/>
                  </a:lnTo>
                  <a:lnTo>
                    <a:pt x="9228" y="21475"/>
                  </a:lnTo>
                  <a:lnTo>
                    <a:pt x="10402" y="20301"/>
                  </a:lnTo>
                  <a:lnTo>
                    <a:pt x="10570" y="19462"/>
                  </a:lnTo>
                  <a:lnTo>
                    <a:pt x="10570" y="2014"/>
                  </a:lnTo>
                  <a:lnTo>
                    <a:pt x="10402"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8" name="Google Shape;3678;p99"/>
            <p:cNvSpPr/>
            <p:nvPr/>
          </p:nvSpPr>
          <p:spPr>
            <a:xfrm>
              <a:off x="1215775" y="4214350"/>
              <a:ext cx="302025" cy="629200"/>
            </a:xfrm>
            <a:custGeom>
              <a:rect b="b" l="l" r="r" t="t"/>
              <a:pathLst>
                <a:path extrusionOk="0" h="25168" w="12081">
                  <a:moveTo>
                    <a:pt x="2182" y="1"/>
                  </a:moveTo>
                  <a:lnTo>
                    <a:pt x="1343" y="169"/>
                  </a:lnTo>
                  <a:lnTo>
                    <a:pt x="168" y="1175"/>
                  </a:lnTo>
                  <a:lnTo>
                    <a:pt x="1" y="2014"/>
                  </a:lnTo>
                  <a:lnTo>
                    <a:pt x="1" y="10906"/>
                  </a:lnTo>
                  <a:lnTo>
                    <a:pt x="168" y="14262"/>
                  </a:lnTo>
                  <a:lnTo>
                    <a:pt x="1175" y="20637"/>
                  </a:lnTo>
                  <a:lnTo>
                    <a:pt x="2182" y="23657"/>
                  </a:lnTo>
                  <a:lnTo>
                    <a:pt x="2685" y="24496"/>
                  </a:lnTo>
                  <a:lnTo>
                    <a:pt x="4027" y="25167"/>
                  </a:lnTo>
                  <a:lnTo>
                    <a:pt x="4866" y="24832"/>
                  </a:lnTo>
                  <a:lnTo>
                    <a:pt x="10738" y="22483"/>
                  </a:lnTo>
                  <a:lnTo>
                    <a:pt x="11409" y="21979"/>
                  </a:lnTo>
                  <a:lnTo>
                    <a:pt x="12080" y="20469"/>
                  </a:lnTo>
                  <a:lnTo>
                    <a:pt x="11913" y="19631"/>
                  </a:lnTo>
                  <a:lnTo>
                    <a:pt x="10738" y="15436"/>
                  </a:lnTo>
                  <a:lnTo>
                    <a:pt x="10570" y="10906"/>
                  </a:lnTo>
                  <a:lnTo>
                    <a:pt x="10570" y="2014"/>
                  </a:lnTo>
                  <a:lnTo>
                    <a:pt x="10403" y="1175"/>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79" name="Google Shape;3679;p99"/>
            <p:cNvSpPr/>
            <p:nvPr/>
          </p:nvSpPr>
          <p:spPr>
            <a:xfrm>
              <a:off x="6106400" y="4214350"/>
              <a:ext cx="302025" cy="629200"/>
            </a:xfrm>
            <a:custGeom>
              <a:rect b="b" l="l" r="r" t="t"/>
              <a:pathLst>
                <a:path extrusionOk="0" h="25168" w="12081">
                  <a:moveTo>
                    <a:pt x="3691" y="1"/>
                  </a:moveTo>
                  <a:lnTo>
                    <a:pt x="2853" y="169"/>
                  </a:lnTo>
                  <a:lnTo>
                    <a:pt x="1678" y="1175"/>
                  </a:lnTo>
                  <a:lnTo>
                    <a:pt x="1510" y="2014"/>
                  </a:lnTo>
                  <a:lnTo>
                    <a:pt x="1510" y="10906"/>
                  </a:lnTo>
                  <a:lnTo>
                    <a:pt x="1343" y="15436"/>
                  </a:lnTo>
                  <a:lnTo>
                    <a:pt x="168" y="19631"/>
                  </a:lnTo>
                  <a:lnTo>
                    <a:pt x="0" y="20469"/>
                  </a:lnTo>
                  <a:lnTo>
                    <a:pt x="671" y="21979"/>
                  </a:lnTo>
                  <a:lnTo>
                    <a:pt x="1343" y="22483"/>
                  </a:lnTo>
                  <a:lnTo>
                    <a:pt x="7215" y="24832"/>
                  </a:lnTo>
                  <a:lnTo>
                    <a:pt x="8054" y="25167"/>
                  </a:lnTo>
                  <a:lnTo>
                    <a:pt x="9396" y="24496"/>
                  </a:lnTo>
                  <a:lnTo>
                    <a:pt x="9899" y="23657"/>
                  </a:lnTo>
                  <a:lnTo>
                    <a:pt x="10906" y="20637"/>
                  </a:lnTo>
                  <a:lnTo>
                    <a:pt x="11912" y="14262"/>
                  </a:lnTo>
                  <a:lnTo>
                    <a:pt x="12080" y="10906"/>
                  </a:lnTo>
                  <a:lnTo>
                    <a:pt x="12080" y="2014"/>
                  </a:lnTo>
                  <a:lnTo>
                    <a:pt x="11912" y="1175"/>
                  </a:lnTo>
                  <a:lnTo>
                    <a:pt x="10738" y="169"/>
                  </a:lnTo>
                  <a:lnTo>
                    <a:pt x="989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0" name="Google Shape;3680;p99"/>
            <p:cNvSpPr/>
            <p:nvPr/>
          </p:nvSpPr>
          <p:spPr>
            <a:xfrm>
              <a:off x="1828150" y="5153900"/>
              <a:ext cx="629175" cy="302025"/>
            </a:xfrm>
            <a:custGeom>
              <a:rect b="b" l="l" r="r" t="t"/>
              <a:pathLst>
                <a:path extrusionOk="0" h="12081" w="25167">
                  <a:moveTo>
                    <a:pt x="4698" y="0"/>
                  </a:moveTo>
                  <a:lnTo>
                    <a:pt x="3188" y="671"/>
                  </a:lnTo>
                  <a:lnTo>
                    <a:pt x="2685" y="1343"/>
                  </a:lnTo>
                  <a:lnTo>
                    <a:pt x="336" y="7215"/>
                  </a:lnTo>
                  <a:lnTo>
                    <a:pt x="1" y="8054"/>
                  </a:lnTo>
                  <a:lnTo>
                    <a:pt x="672" y="9396"/>
                  </a:lnTo>
                  <a:lnTo>
                    <a:pt x="1511" y="9899"/>
                  </a:lnTo>
                  <a:lnTo>
                    <a:pt x="4531" y="10906"/>
                  </a:lnTo>
                  <a:lnTo>
                    <a:pt x="10906" y="11912"/>
                  </a:lnTo>
                  <a:lnTo>
                    <a:pt x="14429" y="12080"/>
                  </a:lnTo>
                  <a:lnTo>
                    <a:pt x="23154" y="12080"/>
                  </a:lnTo>
                  <a:lnTo>
                    <a:pt x="23992" y="11912"/>
                  </a:lnTo>
                  <a:lnTo>
                    <a:pt x="24999" y="10738"/>
                  </a:lnTo>
                  <a:lnTo>
                    <a:pt x="25167" y="9899"/>
                  </a:lnTo>
                  <a:lnTo>
                    <a:pt x="25167" y="3691"/>
                  </a:lnTo>
                  <a:lnTo>
                    <a:pt x="24999" y="2853"/>
                  </a:lnTo>
                  <a:lnTo>
                    <a:pt x="23992" y="1678"/>
                  </a:lnTo>
                  <a:lnTo>
                    <a:pt x="23154" y="1510"/>
                  </a:lnTo>
                  <a:lnTo>
                    <a:pt x="14429" y="1510"/>
                  </a:lnTo>
                  <a:lnTo>
                    <a:pt x="9732" y="1343"/>
                  </a:lnTo>
                  <a:lnTo>
                    <a:pt x="5537" y="168"/>
                  </a:lnTo>
                  <a:lnTo>
                    <a:pt x="469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1" name="Google Shape;3681;p99"/>
            <p:cNvSpPr/>
            <p:nvPr/>
          </p:nvSpPr>
          <p:spPr>
            <a:xfrm>
              <a:off x="5166850" y="5153900"/>
              <a:ext cx="629200" cy="302025"/>
            </a:xfrm>
            <a:custGeom>
              <a:rect b="b" l="l" r="r" t="t"/>
              <a:pathLst>
                <a:path extrusionOk="0" h="12081" w="25168">
                  <a:moveTo>
                    <a:pt x="20469" y="0"/>
                  </a:moveTo>
                  <a:lnTo>
                    <a:pt x="19631" y="168"/>
                  </a:lnTo>
                  <a:lnTo>
                    <a:pt x="15436" y="1343"/>
                  </a:lnTo>
                  <a:lnTo>
                    <a:pt x="10906" y="1510"/>
                  </a:lnTo>
                  <a:lnTo>
                    <a:pt x="2014" y="1510"/>
                  </a:lnTo>
                  <a:lnTo>
                    <a:pt x="1175" y="1678"/>
                  </a:lnTo>
                  <a:lnTo>
                    <a:pt x="169" y="2853"/>
                  </a:lnTo>
                  <a:lnTo>
                    <a:pt x="1" y="3691"/>
                  </a:lnTo>
                  <a:lnTo>
                    <a:pt x="1" y="9899"/>
                  </a:lnTo>
                  <a:lnTo>
                    <a:pt x="169" y="10738"/>
                  </a:lnTo>
                  <a:lnTo>
                    <a:pt x="1175" y="11912"/>
                  </a:lnTo>
                  <a:lnTo>
                    <a:pt x="2014" y="12080"/>
                  </a:lnTo>
                  <a:lnTo>
                    <a:pt x="10906" y="12080"/>
                  </a:lnTo>
                  <a:lnTo>
                    <a:pt x="14262" y="11912"/>
                  </a:lnTo>
                  <a:lnTo>
                    <a:pt x="20637" y="10906"/>
                  </a:lnTo>
                  <a:lnTo>
                    <a:pt x="23657" y="9899"/>
                  </a:lnTo>
                  <a:lnTo>
                    <a:pt x="24496" y="9396"/>
                  </a:lnTo>
                  <a:lnTo>
                    <a:pt x="25167" y="8054"/>
                  </a:lnTo>
                  <a:lnTo>
                    <a:pt x="24832" y="7215"/>
                  </a:lnTo>
                  <a:lnTo>
                    <a:pt x="22483" y="1343"/>
                  </a:lnTo>
                  <a:lnTo>
                    <a:pt x="21979" y="671"/>
                  </a:lnTo>
                  <a:lnTo>
                    <a:pt x="20469"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2" name="Google Shape;3682;p99"/>
            <p:cNvSpPr/>
            <p:nvPr/>
          </p:nvSpPr>
          <p:spPr>
            <a:xfrm>
              <a:off x="2998375" y="5191650"/>
              <a:ext cx="541100" cy="264275"/>
            </a:xfrm>
            <a:custGeom>
              <a:rect b="b" l="l" r="r" t="t"/>
              <a:pathLst>
                <a:path extrusionOk="0" h="10571" w="21644">
                  <a:moveTo>
                    <a:pt x="2182" y="0"/>
                  </a:moveTo>
                  <a:lnTo>
                    <a:pt x="1343" y="168"/>
                  </a:lnTo>
                  <a:lnTo>
                    <a:pt x="168" y="1343"/>
                  </a:lnTo>
                  <a:lnTo>
                    <a:pt x="1" y="2181"/>
                  </a:lnTo>
                  <a:lnTo>
                    <a:pt x="1" y="8389"/>
                  </a:lnTo>
                  <a:lnTo>
                    <a:pt x="168" y="9228"/>
                  </a:lnTo>
                  <a:lnTo>
                    <a:pt x="1343" y="10402"/>
                  </a:lnTo>
                  <a:lnTo>
                    <a:pt x="2182" y="10570"/>
                  </a:lnTo>
                  <a:lnTo>
                    <a:pt x="19630" y="10570"/>
                  </a:lnTo>
                  <a:lnTo>
                    <a:pt x="20469" y="10402"/>
                  </a:lnTo>
                  <a:lnTo>
                    <a:pt x="21644" y="9228"/>
                  </a:lnTo>
                  <a:lnTo>
                    <a:pt x="21644" y="8389"/>
                  </a:lnTo>
                  <a:lnTo>
                    <a:pt x="21644" y="2181"/>
                  </a:lnTo>
                  <a:lnTo>
                    <a:pt x="21644" y="1343"/>
                  </a:lnTo>
                  <a:lnTo>
                    <a:pt x="20469" y="168"/>
                  </a:lnTo>
                  <a:lnTo>
                    <a:pt x="1963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3" name="Google Shape;3683;p99"/>
            <p:cNvSpPr/>
            <p:nvPr/>
          </p:nvSpPr>
          <p:spPr>
            <a:xfrm>
              <a:off x="4084725" y="5191650"/>
              <a:ext cx="541100" cy="264275"/>
            </a:xfrm>
            <a:custGeom>
              <a:rect b="b" l="l" r="r" t="t"/>
              <a:pathLst>
                <a:path extrusionOk="0" h="10571" w="21644">
                  <a:moveTo>
                    <a:pt x="2014" y="0"/>
                  </a:moveTo>
                  <a:lnTo>
                    <a:pt x="1175" y="168"/>
                  </a:lnTo>
                  <a:lnTo>
                    <a:pt x="0" y="1343"/>
                  </a:lnTo>
                  <a:lnTo>
                    <a:pt x="0" y="2181"/>
                  </a:lnTo>
                  <a:lnTo>
                    <a:pt x="0" y="8389"/>
                  </a:lnTo>
                  <a:lnTo>
                    <a:pt x="0" y="9228"/>
                  </a:lnTo>
                  <a:lnTo>
                    <a:pt x="1175" y="10402"/>
                  </a:lnTo>
                  <a:lnTo>
                    <a:pt x="2014" y="10570"/>
                  </a:lnTo>
                  <a:lnTo>
                    <a:pt x="19462" y="10570"/>
                  </a:lnTo>
                  <a:lnTo>
                    <a:pt x="20301" y="10402"/>
                  </a:lnTo>
                  <a:lnTo>
                    <a:pt x="21475" y="9228"/>
                  </a:lnTo>
                  <a:lnTo>
                    <a:pt x="21643" y="8389"/>
                  </a:lnTo>
                  <a:lnTo>
                    <a:pt x="21643" y="2181"/>
                  </a:lnTo>
                  <a:lnTo>
                    <a:pt x="21475" y="1343"/>
                  </a:lnTo>
                  <a:lnTo>
                    <a:pt x="20301" y="168"/>
                  </a:lnTo>
                  <a:lnTo>
                    <a:pt x="1946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4" name="Google Shape;3684;p99"/>
            <p:cNvSpPr/>
            <p:nvPr/>
          </p:nvSpPr>
          <p:spPr>
            <a:xfrm>
              <a:off x="2293725" y="1236375"/>
              <a:ext cx="838900" cy="784375"/>
            </a:xfrm>
            <a:custGeom>
              <a:rect b="b" l="l" r="r" t="t"/>
              <a:pathLst>
                <a:path extrusionOk="0" h="31375" w="33556">
                  <a:moveTo>
                    <a:pt x="4195" y="0"/>
                  </a:moveTo>
                  <a:lnTo>
                    <a:pt x="2349" y="168"/>
                  </a:lnTo>
                  <a:lnTo>
                    <a:pt x="168" y="2349"/>
                  </a:lnTo>
                  <a:lnTo>
                    <a:pt x="1" y="4195"/>
                  </a:lnTo>
                  <a:lnTo>
                    <a:pt x="1" y="27180"/>
                  </a:lnTo>
                  <a:lnTo>
                    <a:pt x="168" y="28857"/>
                  </a:lnTo>
                  <a:lnTo>
                    <a:pt x="2349" y="31206"/>
                  </a:lnTo>
                  <a:lnTo>
                    <a:pt x="4195" y="31374"/>
                  </a:lnTo>
                  <a:lnTo>
                    <a:pt x="29361" y="31374"/>
                  </a:lnTo>
                  <a:lnTo>
                    <a:pt x="31039" y="31206"/>
                  </a:lnTo>
                  <a:lnTo>
                    <a:pt x="33220" y="28857"/>
                  </a:lnTo>
                  <a:lnTo>
                    <a:pt x="33555" y="27180"/>
                  </a:lnTo>
                  <a:lnTo>
                    <a:pt x="33555" y="4195"/>
                  </a:lnTo>
                  <a:lnTo>
                    <a:pt x="33220" y="2349"/>
                  </a:lnTo>
                  <a:lnTo>
                    <a:pt x="31039" y="168"/>
                  </a:lnTo>
                  <a:lnTo>
                    <a:pt x="29361"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5" name="Google Shape;3685;p99"/>
            <p:cNvSpPr/>
            <p:nvPr/>
          </p:nvSpPr>
          <p:spPr>
            <a:xfrm>
              <a:off x="3392650" y="1236375"/>
              <a:ext cx="838900" cy="784375"/>
            </a:xfrm>
            <a:custGeom>
              <a:rect b="b" l="l" r="r" t="t"/>
              <a:pathLst>
                <a:path extrusionOk="0" h="31375" w="33556">
                  <a:moveTo>
                    <a:pt x="4195" y="0"/>
                  </a:moveTo>
                  <a:lnTo>
                    <a:pt x="2517" y="168"/>
                  </a:lnTo>
                  <a:lnTo>
                    <a:pt x="168" y="2349"/>
                  </a:lnTo>
                  <a:lnTo>
                    <a:pt x="0" y="4195"/>
                  </a:lnTo>
                  <a:lnTo>
                    <a:pt x="0" y="27180"/>
                  </a:lnTo>
                  <a:lnTo>
                    <a:pt x="168" y="28857"/>
                  </a:lnTo>
                  <a:lnTo>
                    <a:pt x="2517" y="31206"/>
                  </a:lnTo>
                  <a:lnTo>
                    <a:pt x="4195" y="31374"/>
                  </a:lnTo>
                  <a:lnTo>
                    <a:pt x="29361" y="31374"/>
                  </a:lnTo>
                  <a:lnTo>
                    <a:pt x="31039" y="31206"/>
                  </a:lnTo>
                  <a:lnTo>
                    <a:pt x="33388" y="28857"/>
                  </a:lnTo>
                  <a:lnTo>
                    <a:pt x="33555" y="27180"/>
                  </a:lnTo>
                  <a:lnTo>
                    <a:pt x="33555" y="4195"/>
                  </a:lnTo>
                  <a:lnTo>
                    <a:pt x="33388" y="2349"/>
                  </a:lnTo>
                  <a:lnTo>
                    <a:pt x="31039" y="168"/>
                  </a:lnTo>
                  <a:lnTo>
                    <a:pt x="29361"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6" name="Google Shape;3686;p99"/>
            <p:cNvSpPr/>
            <p:nvPr/>
          </p:nvSpPr>
          <p:spPr>
            <a:xfrm>
              <a:off x="4495775" y="1236375"/>
              <a:ext cx="838875" cy="784375"/>
            </a:xfrm>
            <a:custGeom>
              <a:rect b="b" l="l" r="r" t="t"/>
              <a:pathLst>
                <a:path extrusionOk="0" h="31375" w="33555">
                  <a:moveTo>
                    <a:pt x="4194" y="0"/>
                  </a:moveTo>
                  <a:lnTo>
                    <a:pt x="2349" y="168"/>
                  </a:lnTo>
                  <a:lnTo>
                    <a:pt x="168" y="2349"/>
                  </a:lnTo>
                  <a:lnTo>
                    <a:pt x="0" y="4195"/>
                  </a:lnTo>
                  <a:lnTo>
                    <a:pt x="0" y="27180"/>
                  </a:lnTo>
                  <a:lnTo>
                    <a:pt x="168" y="28857"/>
                  </a:lnTo>
                  <a:lnTo>
                    <a:pt x="2349" y="31206"/>
                  </a:lnTo>
                  <a:lnTo>
                    <a:pt x="4194" y="31374"/>
                  </a:lnTo>
                  <a:lnTo>
                    <a:pt x="29361" y="31374"/>
                  </a:lnTo>
                  <a:lnTo>
                    <a:pt x="31038" y="31206"/>
                  </a:lnTo>
                  <a:lnTo>
                    <a:pt x="33219" y="28857"/>
                  </a:lnTo>
                  <a:lnTo>
                    <a:pt x="33555" y="27180"/>
                  </a:lnTo>
                  <a:lnTo>
                    <a:pt x="33555" y="4195"/>
                  </a:lnTo>
                  <a:lnTo>
                    <a:pt x="33219" y="2349"/>
                  </a:lnTo>
                  <a:lnTo>
                    <a:pt x="31038" y="168"/>
                  </a:lnTo>
                  <a:lnTo>
                    <a:pt x="29361"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7" name="Google Shape;3687;p99"/>
            <p:cNvSpPr/>
            <p:nvPr/>
          </p:nvSpPr>
          <p:spPr>
            <a:xfrm>
              <a:off x="2188875" y="2599525"/>
              <a:ext cx="1098950" cy="469800"/>
            </a:xfrm>
            <a:custGeom>
              <a:rect b="b" l="l" r="r" t="t"/>
              <a:pathLst>
                <a:path extrusionOk="0" h="18792" w="43958">
                  <a:moveTo>
                    <a:pt x="17281" y="1"/>
                  </a:moveTo>
                  <a:lnTo>
                    <a:pt x="9060" y="1679"/>
                  </a:lnTo>
                  <a:lnTo>
                    <a:pt x="5705" y="3021"/>
                  </a:lnTo>
                  <a:lnTo>
                    <a:pt x="3020" y="4699"/>
                  </a:lnTo>
                  <a:lnTo>
                    <a:pt x="168" y="7886"/>
                  </a:lnTo>
                  <a:lnTo>
                    <a:pt x="0" y="9396"/>
                  </a:lnTo>
                  <a:lnTo>
                    <a:pt x="168" y="10906"/>
                  </a:lnTo>
                  <a:lnTo>
                    <a:pt x="3020" y="14094"/>
                  </a:lnTo>
                  <a:lnTo>
                    <a:pt x="5705" y="15604"/>
                  </a:lnTo>
                  <a:lnTo>
                    <a:pt x="9060" y="16946"/>
                  </a:lnTo>
                  <a:lnTo>
                    <a:pt x="17281" y="18624"/>
                  </a:lnTo>
                  <a:lnTo>
                    <a:pt x="21979" y="18792"/>
                  </a:lnTo>
                  <a:lnTo>
                    <a:pt x="26676" y="18624"/>
                  </a:lnTo>
                  <a:lnTo>
                    <a:pt x="34897" y="16946"/>
                  </a:lnTo>
                  <a:lnTo>
                    <a:pt x="38085" y="15604"/>
                  </a:lnTo>
                  <a:lnTo>
                    <a:pt x="40937" y="14094"/>
                  </a:lnTo>
                  <a:lnTo>
                    <a:pt x="43789" y="10906"/>
                  </a:lnTo>
                  <a:lnTo>
                    <a:pt x="43957" y="9396"/>
                  </a:lnTo>
                  <a:lnTo>
                    <a:pt x="43789" y="7886"/>
                  </a:lnTo>
                  <a:lnTo>
                    <a:pt x="40937" y="4699"/>
                  </a:lnTo>
                  <a:lnTo>
                    <a:pt x="38085" y="3021"/>
                  </a:lnTo>
                  <a:lnTo>
                    <a:pt x="34897" y="1679"/>
                  </a:lnTo>
                  <a:lnTo>
                    <a:pt x="26676"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8" name="Google Shape;3688;p99"/>
            <p:cNvSpPr/>
            <p:nvPr/>
          </p:nvSpPr>
          <p:spPr>
            <a:xfrm>
              <a:off x="3237450" y="3383875"/>
              <a:ext cx="1098950" cy="474000"/>
            </a:xfrm>
            <a:custGeom>
              <a:rect b="b" l="l" r="r" t="t"/>
              <a:pathLst>
                <a:path extrusionOk="0" h="18960" w="43958">
                  <a:moveTo>
                    <a:pt x="21979" y="1"/>
                  </a:moveTo>
                  <a:lnTo>
                    <a:pt x="17282" y="168"/>
                  </a:lnTo>
                  <a:lnTo>
                    <a:pt x="9061" y="1846"/>
                  </a:lnTo>
                  <a:lnTo>
                    <a:pt x="5705" y="3188"/>
                  </a:lnTo>
                  <a:lnTo>
                    <a:pt x="3021" y="4698"/>
                  </a:lnTo>
                  <a:lnTo>
                    <a:pt x="169" y="7886"/>
                  </a:lnTo>
                  <a:lnTo>
                    <a:pt x="1" y="9396"/>
                  </a:lnTo>
                  <a:lnTo>
                    <a:pt x="169" y="10906"/>
                  </a:lnTo>
                  <a:lnTo>
                    <a:pt x="3021" y="14094"/>
                  </a:lnTo>
                  <a:lnTo>
                    <a:pt x="5705" y="15771"/>
                  </a:lnTo>
                  <a:lnTo>
                    <a:pt x="9061" y="17114"/>
                  </a:lnTo>
                  <a:lnTo>
                    <a:pt x="17282" y="18791"/>
                  </a:lnTo>
                  <a:lnTo>
                    <a:pt x="21979" y="18959"/>
                  </a:lnTo>
                  <a:lnTo>
                    <a:pt x="26677" y="18791"/>
                  </a:lnTo>
                  <a:lnTo>
                    <a:pt x="34898" y="17114"/>
                  </a:lnTo>
                  <a:lnTo>
                    <a:pt x="38086" y="15771"/>
                  </a:lnTo>
                  <a:lnTo>
                    <a:pt x="40938" y="14094"/>
                  </a:lnTo>
                  <a:lnTo>
                    <a:pt x="43790" y="10906"/>
                  </a:lnTo>
                  <a:lnTo>
                    <a:pt x="43958" y="9396"/>
                  </a:lnTo>
                  <a:lnTo>
                    <a:pt x="43790" y="7886"/>
                  </a:lnTo>
                  <a:lnTo>
                    <a:pt x="40938" y="4698"/>
                  </a:lnTo>
                  <a:lnTo>
                    <a:pt x="38086" y="3188"/>
                  </a:lnTo>
                  <a:lnTo>
                    <a:pt x="34898" y="1846"/>
                  </a:lnTo>
                  <a:lnTo>
                    <a:pt x="26677" y="168"/>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89" name="Google Shape;3689;p99"/>
            <p:cNvSpPr/>
            <p:nvPr/>
          </p:nvSpPr>
          <p:spPr>
            <a:xfrm>
              <a:off x="3237450" y="3807500"/>
              <a:ext cx="1098950" cy="994100"/>
            </a:xfrm>
            <a:custGeom>
              <a:rect b="b" l="l" r="r" t="t"/>
              <a:pathLst>
                <a:path extrusionOk="0" h="39764" w="43958">
                  <a:moveTo>
                    <a:pt x="1" y="1"/>
                  </a:moveTo>
                  <a:lnTo>
                    <a:pt x="1" y="29194"/>
                  </a:lnTo>
                  <a:lnTo>
                    <a:pt x="1" y="30200"/>
                  </a:lnTo>
                  <a:lnTo>
                    <a:pt x="840" y="32381"/>
                  </a:lnTo>
                  <a:lnTo>
                    <a:pt x="3524" y="35066"/>
                  </a:lnTo>
                  <a:lnTo>
                    <a:pt x="9564" y="37918"/>
                  </a:lnTo>
                  <a:lnTo>
                    <a:pt x="17449" y="39596"/>
                  </a:lnTo>
                  <a:lnTo>
                    <a:pt x="21979" y="39763"/>
                  </a:lnTo>
                  <a:lnTo>
                    <a:pt x="26509" y="39596"/>
                  </a:lnTo>
                  <a:lnTo>
                    <a:pt x="34395" y="37918"/>
                  </a:lnTo>
                  <a:lnTo>
                    <a:pt x="40267" y="35066"/>
                  </a:lnTo>
                  <a:lnTo>
                    <a:pt x="42951" y="32381"/>
                  </a:lnTo>
                  <a:lnTo>
                    <a:pt x="43958" y="30200"/>
                  </a:lnTo>
                  <a:lnTo>
                    <a:pt x="43958" y="29194"/>
                  </a:lnTo>
                  <a:lnTo>
                    <a:pt x="43958" y="1"/>
                  </a:lnTo>
                  <a:lnTo>
                    <a:pt x="42112" y="1343"/>
                  </a:lnTo>
                  <a:lnTo>
                    <a:pt x="39931" y="2517"/>
                  </a:lnTo>
                  <a:lnTo>
                    <a:pt x="36240" y="4195"/>
                  </a:lnTo>
                  <a:lnTo>
                    <a:pt x="27012" y="6041"/>
                  </a:lnTo>
                  <a:lnTo>
                    <a:pt x="21979" y="6209"/>
                  </a:lnTo>
                  <a:lnTo>
                    <a:pt x="16778" y="6041"/>
                  </a:lnTo>
                  <a:lnTo>
                    <a:pt x="7718" y="4195"/>
                  </a:lnTo>
                  <a:lnTo>
                    <a:pt x="4027" y="2517"/>
                  </a:lnTo>
                  <a:lnTo>
                    <a:pt x="1846" y="1343"/>
                  </a:lnTo>
                  <a:lnTo>
                    <a:pt x="1"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90" name="Google Shape;3690;p99"/>
            <p:cNvSpPr/>
            <p:nvPr/>
          </p:nvSpPr>
          <p:spPr>
            <a:xfrm>
              <a:off x="2188875" y="3023175"/>
              <a:ext cx="1098950" cy="989875"/>
            </a:xfrm>
            <a:custGeom>
              <a:rect b="b" l="l" r="r" t="t"/>
              <a:pathLst>
                <a:path extrusionOk="0" h="39595" w="43958">
                  <a:moveTo>
                    <a:pt x="0" y="0"/>
                  </a:moveTo>
                  <a:lnTo>
                    <a:pt x="0" y="29025"/>
                  </a:lnTo>
                  <a:lnTo>
                    <a:pt x="0" y="30199"/>
                  </a:lnTo>
                  <a:lnTo>
                    <a:pt x="839" y="32213"/>
                  </a:lnTo>
                  <a:lnTo>
                    <a:pt x="3524" y="35065"/>
                  </a:lnTo>
                  <a:lnTo>
                    <a:pt x="9563" y="37917"/>
                  </a:lnTo>
                  <a:lnTo>
                    <a:pt x="17449" y="39427"/>
                  </a:lnTo>
                  <a:lnTo>
                    <a:pt x="21979" y="39595"/>
                  </a:lnTo>
                  <a:lnTo>
                    <a:pt x="26509" y="39427"/>
                  </a:lnTo>
                  <a:lnTo>
                    <a:pt x="34562" y="37749"/>
                  </a:lnTo>
                  <a:lnTo>
                    <a:pt x="37749" y="36407"/>
                  </a:lnTo>
                  <a:lnTo>
                    <a:pt x="37749" y="22650"/>
                  </a:lnTo>
                  <a:lnTo>
                    <a:pt x="37749" y="22482"/>
                  </a:lnTo>
                  <a:lnTo>
                    <a:pt x="38421" y="20133"/>
                  </a:lnTo>
                  <a:lnTo>
                    <a:pt x="41608" y="16442"/>
                  </a:lnTo>
                  <a:lnTo>
                    <a:pt x="43957" y="14932"/>
                  </a:lnTo>
                  <a:lnTo>
                    <a:pt x="43957" y="0"/>
                  </a:lnTo>
                  <a:lnTo>
                    <a:pt x="42112" y="1342"/>
                  </a:lnTo>
                  <a:lnTo>
                    <a:pt x="39931" y="2517"/>
                  </a:lnTo>
                  <a:lnTo>
                    <a:pt x="36239" y="4027"/>
                  </a:lnTo>
                  <a:lnTo>
                    <a:pt x="27012" y="5872"/>
                  </a:lnTo>
                  <a:lnTo>
                    <a:pt x="21979" y="6040"/>
                  </a:lnTo>
                  <a:lnTo>
                    <a:pt x="16778" y="5872"/>
                  </a:lnTo>
                  <a:lnTo>
                    <a:pt x="7718" y="4027"/>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91" name="Google Shape;3691;p99"/>
            <p:cNvSpPr/>
            <p:nvPr/>
          </p:nvSpPr>
          <p:spPr>
            <a:xfrm>
              <a:off x="4286050" y="2599525"/>
              <a:ext cx="1098950" cy="469800"/>
            </a:xfrm>
            <a:custGeom>
              <a:rect b="b" l="l" r="r" t="t"/>
              <a:pathLst>
                <a:path extrusionOk="0" h="18792" w="43958">
                  <a:moveTo>
                    <a:pt x="17281" y="1"/>
                  </a:moveTo>
                  <a:lnTo>
                    <a:pt x="9060" y="1679"/>
                  </a:lnTo>
                  <a:lnTo>
                    <a:pt x="5705" y="3021"/>
                  </a:lnTo>
                  <a:lnTo>
                    <a:pt x="3020" y="4699"/>
                  </a:lnTo>
                  <a:lnTo>
                    <a:pt x="168" y="7886"/>
                  </a:lnTo>
                  <a:lnTo>
                    <a:pt x="0" y="9396"/>
                  </a:lnTo>
                  <a:lnTo>
                    <a:pt x="168" y="10906"/>
                  </a:lnTo>
                  <a:lnTo>
                    <a:pt x="3020" y="14094"/>
                  </a:lnTo>
                  <a:lnTo>
                    <a:pt x="5705" y="15604"/>
                  </a:lnTo>
                  <a:lnTo>
                    <a:pt x="9060" y="16946"/>
                  </a:lnTo>
                  <a:lnTo>
                    <a:pt x="17281" y="18624"/>
                  </a:lnTo>
                  <a:lnTo>
                    <a:pt x="21979" y="18792"/>
                  </a:lnTo>
                  <a:lnTo>
                    <a:pt x="26676" y="18624"/>
                  </a:lnTo>
                  <a:lnTo>
                    <a:pt x="34897" y="16946"/>
                  </a:lnTo>
                  <a:lnTo>
                    <a:pt x="38085" y="15604"/>
                  </a:lnTo>
                  <a:lnTo>
                    <a:pt x="40937" y="14094"/>
                  </a:lnTo>
                  <a:lnTo>
                    <a:pt x="43789" y="10906"/>
                  </a:lnTo>
                  <a:lnTo>
                    <a:pt x="43957" y="9396"/>
                  </a:lnTo>
                  <a:lnTo>
                    <a:pt x="43789" y="7886"/>
                  </a:lnTo>
                  <a:lnTo>
                    <a:pt x="40937" y="4699"/>
                  </a:lnTo>
                  <a:lnTo>
                    <a:pt x="38085" y="3021"/>
                  </a:lnTo>
                  <a:lnTo>
                    <a:pt x="34897" y="1679"/>
                  </a:lnTo>
                  <a:lnTo>
                    <a:pt x="26676"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92" name="Google Shape;3692;p99"/>
            <p:cNvSpPr/>
            <p:nvPr/>
          </p:nvSpPr>
          <p:spPr>
            <a:xfrm>
              <a:off x="4286050" y="3023175"/>
              <a:ext cx="1098950" cy="989875"/>
            </a:xfrm>
            <a:custGeom>
              <a:rect b="b" l="l" r="r" t="t"/>
              <a:pathLst>
                <a:path extrusionOk="0" h="39595" w="43958">
                  <a:moveTo>
                    <a:pt x="0" y="0"/>
                  </a:moveTo>
                  <a:lnTo>
                    <a:pt x="0" y="14932"/>
                  </a:lnTo>
                  <a:lnTo>
                    <a:pt x="2181" y="16442"/>
                  </a:lnTo>
                  <a:lnTo>
                    <a:pt x="5369" y="20133"/>
                  </a:lnTo>
                  <a:lnTo>
                    <a:pt x="6040" y="22482"/>
                  </a:lnTo>
                  <a:lnTo>
                    <a:pt x="6040" y="22650"/>
                  </a:lnTo>
                  <a:lnTo>
                    <a:pt x="6208" y="36407"/>
                  </a:lnTo>
                  <a:lnTo>
                    <a:pt x="9396" y="37749"/>
                  </a:lnTo>
                  <a:lnTo>
                    <a:pt x="17281" y="39427"/>
                  </a:lnTo>
                  <a:lnTo>
                    <a:pt x="21979" y="39595"/>
                  </a:lnTo>
                  <a:lnTo>
                    <a:pt x="26509" y="39427"/>
                  </a:lnTo>
                  <a:lnTo>
                    <a:pt x="34394" y="37917"/>
                  </a:lnTo>
                  <a:lnTo>
                    <a:pt x="40266" y="35065"/>
                  </a:lnTo>
                  <a:lnTo>
                    <a:pt x="42951" y="32213"/>
                  </a:lnTo>
                  <a:lnTo>
                    <a:pt x="43957" y="30199"/>
                  </a:lnTo>
                  <a:lnTo>
                    <a:pt x="43957" y="29025"/>
                  </a:lnTo>
                  <a:lnTo>
                    <a:pt x="43957" y="0"/>
                  </a:lnTo>
                  <a:lnTo>
                    <a:pt x="42112" y="1342"/>
                  </a:lnTo>
                  <a:lnTo>
                    <a:pt x="39931" y="2517"/>
                  </a:lnTo>
                  <a:lnTo>
                    <a:pt x="36240" y="4027"/>
                  </a:lnTo>
                  <a:lnTo>
                    <a:pt x="27012" y="5872"/>
                  </a:lnTo>
                  <a:lnTo>
                    <a:pt x="21979" y="6040"/>
                  </a:lnTo>
                  <a:lnTo>
                    <a:pt x="16778" y="5872"/>
                  </a:lnTo>
                  <a:lnTo>
                    <a:pt x="7718" y="4027"/>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693" name="Google Shape;3693;p99"/>
          <p:cNvGrpSpPr/>
          <p:nvPr/>
        </p:nvGrpSpPr>
        <p:grpSpPr>
          <a:xfrm>
            <a:off x="1204094" y="1726246"/>
            <a:ext cx="377290" cy="440338"/>
            <a:chOff x="1584875" y="263275"/>
            <a:chExt cx="4454425" cy="5198790"/>
          </a:xfrm>
        </p:grpSpPr>
        <p:sp>
          <p:nvSpPr>
            <p:cNvPr id="3694" name="Google Shape;3694;p99"/>
            <p:cNvSpPr/>
            <p:nvPr/>
          </p:nvSpPr>
          <p:spPr>
            <a:xfrm>
              <a:off x="1584875" y="263275"/>
              <a:ext cx="4454425" cy="4404100"/>
            </a:xfrm>
            <a:custGeom>
              <a:rect b="b" l="l" r="r" t="t"/>
              <a:pathLst>
                <a:path extrusionOk="0" h="176164" w="178177">
                  <a:moveTo>
                    <a:pt x="24664" y="11409"/>
                  </a:moveTo>
                  <a:lnTo>
                    <a:pt x="27516" y="10738"/>
                  </a:lnTo>
                  <a:lnTo>
                    <a:pt x="30368" y="10570"/>
                  </a:lnTo>
                  <a:lnTo>
                    <a:pt x="38086" y="10570"/>
                  </a:lnTo>
                  <a:lnTo>
                    <a:pt x="38924" y="10403"/>
                  </a:lnTo>
                  <a:lnTo>
                    <a:pt x="40099" y="9228"/>
                  </a:lnTo>
                  <a:lnTo>
                    <a:pt x="40099" y="8389"/>
                  </a:lnTo>
                  <a:lnTo>
                    <a:pt x="40099" y="2182"/>
                  </a:lnTo>
                  <a:lnTo>
                    <a:pt x="40099" y="1343"/>
                  </a:lnTo>
                  <a:lnTo>
                    <a:pt x="38924" y="168"/>
                  </a:lnTo>
                  <a:lnTo>
                    <a:pt x="38086" y="1"/>
                  </a:lnTo>
                  <a:lnTo>
                    <a:pt x="30368" y="1"/>
                  </a:lnTo>
                  <a:lnTo>
                    <a:pt x="27851" y="168"/>
                  </a:lnTo>
                  <a:lnTo>
                    <a:pt x="22986" y="840"/>
                  </a:lnTo>
                  <a:lnTo>
                    <a:pt x="20637" y="1678"/>
                  </a:lnTo>
                  <a:lnTo>
                    <a:pt x="19966" y="2014"/>
                  </a:lnTo>
                  <a:lnTo>
                    <a:pt x="19295" y="3524"/>
                  </a:lnTo>
                  <a:lnTo>
                    <a:pt x="19463" y="4363"/>
                  </a:lnTo>
                  <a:lnTo>
                    <a:pt x="21979" y="10067"/>
                  </a:lnTo>
                  <a:lnTo>
                    <a:pt x="22315" y="10906"/>
                  </a:lnTo>
                  <a:lnTo>
                    <a:pt x="23825" y="11409"/>
                  </a:lnTo>
                  <a:close/>
                  <a:moveTo>
                    <a:pt x="77177" y="10570"/>
                  </a:moveTo>
                  <a:lnTo>
                    <a:pt x="78016" y="10403"/>
                  </a:lnTo>
                  <a:lnTo>
                    <a:pt x="79190" y="9228"/>
                  </a:lnTo>
                  <a:lnTo>
                    <a:pt x="79358" y="8389"/>
                  </a:lnTo>
                  <a:lnTo>
                    <a:pt x="79358" y="2182"/>
                  </a:lnTo>
                  <a:lnTo>
                    <a:pt x="79190" y="1343"/>
                  </a:lnTo>
                  <a:lnTo>
                    <a:pt x="78016" y="168"/>
                  </a:lnTo>
                  <a:lnTo>
                    <a:pt x="77177" y="1"/>
                  </a:lnTo>
                  <a:lnTo>
                    <a:pt x="61909" y="1"/>
                  </a:lnTo>
                  <a:lnTo>
                    <a:pt x="60903" y="168"/>
                  </a:lnTo>
                  <a:lnTo>
                    <a:pt x="59896" y="1343"/>
                  </a:lnTo>
                  <a:lnTo>
                    <a:pt x="59728" y="2182"/>
                  </a:lnTo>
                  <a:lnTo>
                    <a:pt x="59728" y="8389"/>
                  </a:lnTo>
                  <a:lnTo>
                    <a:pt x="59896" y="9228"/>
                  </a:lnTo>
                  <a:lnTo>
                    <a:pt x="60903" y="10403"/>
                  </a:lnTo>
                  <a:lnTo>
                    <a:pt x="61909" y="10570"/>
                  </a:lnTo>
                  <a:close/>
                  <a:moveTo>
                    <a:pt x="116436" y="10570"/>
                  </a:moveTo>
                  <a:lnTo>
                    <a:pt x="117275" y="10403"/>
                  </a:lnTo>
                  <a:lnTo>
                    <a:pt x="118282" y="9228"/>
                  </a:lnTo>
                  <a:lnTo>
                    <a:pt x="118449" y="8389"/>
                  </a:lnTo>
                  <a:lnTo>
                    <a:pt x="118449" y="2182"/>
                  </a:lnTo>
                  <a:lnTo>
                    <a:pt x="118282" y="1343"/>
                  </a:lnTo>
                  <a:lnTo>
                    <a:pt x="117275" y="168"/>
                  </a:lnTo>
                  <a:lnTo>
                    <a:pt x="116436" y="1"/>
                  </a:lnTo>
                  <a:lnTo>
                    <a:pt x="101001" y="1"/>
                  </a:lnTo>
                  <a:lnTo>
                    <a:pt x="100162" y="168"/>
                  </a:lnTo>
                  <a:lnTo>
                    <a:pt x="98988" y="1343"/>
                  </a:lnTo>
                  <a:lnTo>
                    <a:pt x="98820" y="2182"/>
                  </a:lnTo>
                  <a:lnTo>
                    <a:pt x="98820" y="8389"/>
                  </a:lnTo>
                  <a:lnTo>
                    <a:pt x="98988" y="9228"/>
                  </a:lnTo>
                  <a:lnTo>
                    <a:pt x="100162" y="10403"/>
                  </a:lnTo>
                  <a:lnTo>
                    <a:pt x="101001" y="10570"/>
                  </a:lnTo>
                  <a:close/>
                  <a:moveTo>
                    <a:pt x="140092" y="10570"/>
                  </a:moveTo>
                  <a:lnTo>
                    <a:pt x="147810" y="10570"/>
                  </a:lnTo>
                  <a:lnTo>
                    <a:pt x="150662" y="10738"/>
                  </a:lnTo>
                  <a:lnTo>
                    <a:pt x="153514" y="11409"/>
                  </a:lnTo>
                  <a:lnTo>
                    <a:pt x="154353" y="11409"/>
                  </a:lnTo>
                  <a:lnTo>
                    <a:pt x="155863" y="10906"/>
                  </a:lnTo>
                  <a:lnTo>
                    <a:pt x="156199" y="10067"/>
                  </a:lnTo>
                  <a:lnTo>
                    <a:pt x="158715" y="4363"/>
                  </a:lnTo>
                  <a:lnTo>
                    <a:pt x="158883" y="3524"/>
                  </a:lnTo>
                  <a:lnTo>
                    <a:pt x="158212" y="2014"/>
                  </a:lnTo>
                  <a:lnTo>
                    <a:pt x="157541" y="1678"/>
                  </a:lnTo>
                  <a:lnTo>
                    <a:pt x="155192" y="840"/>
                  </a:lnTo>
                  <a:lnTo>
                    <a:pt x="150326" y="168"/>
                  </a:lnTo>
                  <a:lnTo>
                    <a:pt x="147810" y="1"/>
                  </a:lnTo>
                  <a:lnTo>
                    <a:pt x="140092" y="1"/>
                  </a:lnTo>
                  <a:lnTo>
                    <a:pt x="139253" y="168"/>
                  </a:lnTo>
                  <a:lnTo>
                    <a:pt x="138079" y="1343"/>
                  </a:lnTo>
                  <a:lnTo>
                    <a:pt x="138079" y="2182"/>
                  </a:lnTo>
                  <a:lnTo>
                    <a:pt x="138079" y="8389"/>
                  </a:lnTo>
                  <a:lnTo>
                    <a:pt x="138079" y="9228"/>
                  </a:lnTo>
                  <a:lnTo>
                    <a:pt x="139253" y="10403"/>
                  </a:lnTo>
                  <a:close/>
                  <a:moveTo>
                    <a:pt x="11242" y="24831"/>
                  </a:moveTo>
                  <a:lnTo>
                    <a:pt x="11409" y="23992"/>
                  </a:lnTo>
                  <a:lnTo>
                    <a:pt x="10738" y="22482"/>
                  </a:lnTo>
                  <a:lnTo>
                    <a:pt x="10067" y="21979"/>
                  </a:lnTo>
                  <a:lnTo>
                    <a:pt x="4195" y="19630"/>
                  </a:lnTo>
                  <a:lnTo>
                    <a:pt x="3356" y="19462"/>
                  </a:lnTo>
                  <a:lnTo>
                    <a:pt x="1846" y="19966"/>
                  </a:lnTo>
                  <a:lnTo>
                    <a:pt x="1511" y="20805"/>
                  </a:lnTo>
                  <a:lnTo>
                    <a:pt x="840" y="23153"/>
                  </a:lnTo>
                  <a:lnTo>
                    <a:pt x="1" y="27851"/>
                  </a:lnTo>
                  <a:lnTo>
                    <a:pt x="1" y="30536"/>
                  </a:lnTo>
                  <a:lnTo>
                    <a:pt x="1" y="37918"/>
                  </a:lnTo>
                  <a:lnTo>
                    <a:pt x="1" y="38756"/>
                  </a:lnTo>
                  <a:lnTo>
                    <a:pt x="1175" y="39931"/>
                  </a:lnTo>
                  <a:lnTo>
                    <a:pt x="2014" y="40099"/>
                  </a:lnTo>
                  <a:lnTo>
                    <a:pt x="8389" y="40099"/>
                  </a:lnTo>
                  <a:lnTo>
                    <a:pt x="9228" y="39931"/>
                  </a:lnTo>
                  <a:lnTo>
                    <a:pt x="10403" y="38756"/>
                  </a:lnTo>
                  <a:lnTo>
                    <a:pt x="10403" y="37918"/>
                  </a:lnTo>
                  <a:lnTo>
                    <a:pt x="10403" y="30536"/>
                  </a:lnTo>
                  <a:lnTo>
                    <a:pt x="10571" y="27516"/>
                  </a:lnTo>
                  <a:close/>
                  <a:moveTo>
                    <a:pt x="166936" y="24831"/>
                  </a:moveTo>
                  <a:lnTo>
                    <a:pt x="167607" y="27516"/>
                  </a:lnTo>
                  <a:lnTo>
                    <a:pt x="167775" y="30536"/>
                  </a:lnTo>
                  <a:lnTo>
                    <a:pt x="167775" y="37918"/>
                  </a:lnTo>
                  <a:lnTo>
                    <a:pt x="167775" y="38756"/>
                  </a:lnTo>
                  <a:lnTo>
                    <a:pt x="168949" y="39931"/>
                  </a:lnTo>
                  <a:lnTo>
                    <a:pt x="169788" y="40099"/>
                  </a:lnTo>
                  <a:lnTo>
                    <a:pt x="176164" y="40099"/>
                  </a:lnTo>
                  <a:lnTo>
                    <a:pt x="177003" y="39931"/>
                  </a:lnTo>
                  <a:lnTo>
                    <a:pt x="178177" y="38756"/>
                  </a:lnTo>
                  <a:lnTo>
                    <a:pt x="178177" y="37918"/>
                  </a:lnTo>
                  <a:lnTo>
                    <a:pt x="178177" y="30536"/>
                  </a:lnTo>
                  <a:lnTo>
                    <a:pt x="178177" y="27851"/>
                  </a:lnTo>
                  <a:lnTo>
                    <a:pt x="177338" y="23153"/>
                  </a:lnTo>
                  <a:lnTo>
                    <a:pt x="176667" y="20805"/>
                  </a:lnTo>
                  <a:lnTo>
                    <a:pt x="176331" y="19966"/>
                  </a:lnTo>
                  <a:lnTo>
                    <a:pt x="174822" y="19462"/>
                  </a:lnTo>
                  <a:lnTo>
                    <a:pt x="173983" y="19630"/>
                  </a:lnTo>
                  <a:lnTo>
                    <a:pt x="168111" y="21979"/>
                  </a:lnTo>
                  <a:lnTo>
                    <a:pt x="167439" y="22482"/>
                  </a:lnTo>
                  <a:lnTo>
                    <a:pt x="166768" y="23992"/>
                  </a:lnTo>
                  <a:close/>
                  <a:moveTo>
                    <a:pt x="10403" y="61406"/>
                  </a:moveTo>
                  <a:lnTo>
                    <a:pt x="10403" y="60567"/>
                  </a:lnTo>
                  <a:lnTo>
                    <a:pt x="9228" y="59393"/>
                  </a:lnTo>
                  <a:lnTo>
                    <a:pt x="8389" y="59225"/>
                  </a:lnTo>
                  <a:lnTo>
                    <a:pt x="2014" y="59225"/>
                  </a:lnTo>
                  <a:lnTo>
                    <a:pt x="1175" y="59393"/>
                  </a:lnTo>
                  <a:lnTo>
                    <a:pt x="1" y="60567"/>
                  </a:lnTo>
                  <a:lnTo>
                    <a:pt x="1" y="61406"/>
                  </a:lnTo>
                  <a:lnTo>
                    <a:pt x="1" y="76338"/>
                  </a:lnTo>
                  <a:lnTo>
                    <a:pt x="1" y="77177"/>
                  </a:lnTo>
                  <a:lnTo>
                    <a:pt x="1175" y="78351"/>
                  </a:lnTo>
                  <a:lnTo>
                    <a:pt x="2014" y="78519"/>
                  </a:lnTo>
                  <a:lnTo>
                    <a:pt x="8389" y="78519"/>
                  </a:lnTo>
                  <a:lnTo>
                    <a:pt x="9228" y="78351"/>
                  </a:lnTo>
                  <a:lnTo>
                    <a:pt x="10403" y="77177"/>
                  </a:lnTo>
                  <a:lnTo>
                    <a:pt x="10403" y="76338"/>
                  </a:lnTo>
                  <a:close/>
                  <a:moveTo>
                    <a:pt x="167775" y="76338"/>
                  </a:moveTo>
                  <a:lnTo>
                    <a:pt x="167775" y="77177"/>
                  </a:lnTo>
                  <a:lnTo>
                    <a:pt x="168949" y="78351"/>
                  </a:lnTo>
                  <a:lnTo>
                    <a:pt x="169788" y="78519"/>
                  </a:lnTo>
                  <a:lnTo>
                    <a:pt x="176164" y="78519"/>
                  </a:lnTo>
                  <a:lnTo>
                    <a:pt x="177003" y="78351"/>
                  </a:lnTo>
                  <a:lnTo>
                    <a:pt x="178177" y="77177"/>
                  </a:lnTo>
                  <a:lnTo>
                    <a:pt x="178177" y="76338"/>
                  </a:lnTo>
                  <a:lnTo>
                    <a:pt x="178177" y="61406"/>
                  </a:lnTo>
                  <a:lnTo>
                    <a:pt x="178177" y="60567"/>
                  </a:lnTo>
                  <a:lnTo>
                    <a:pt x="177003" y="59393"/>
                  </a:lnTo>
                  <a:lnTo>
                    <a:pt x="176164" y="59225"/>
                  </a:lnTo>
                  <a:lnTo>
                    <a:pt x="169788" y="59225"/>
                  </a:lnTo>
                  <a:lnTo>
                    <a:pt x="168949" y="59393"/>
                  </a:lnTo>
                  <a:lnTo>
                    <a:pt x="167775" y="60567"/>
                  </a:lnTo>
                  <a:lnTo>
                    <a:pt x="167775" y="61406"/>
                  </a:lnTo>
                  <a:close/>
                  <a:moveTo>
                    <a:pt x="10403" y="99826"/>
                  </a:moveTo>
                  <a:lnTo>
                    <a:pt x="10403" y="98987"/>
                  </a:lnTo>
                  <a:lnTo>
                    <a:pt x="9228" y="97813"/>
                  </a:lnTo>
                  <a:lnTo>
                    <a:pt x="8389" y="97813"/>
                  </a:lnTo>
                  <a:lnTo>
                    <a:pt x="2014" y="97813"/>
                  </a:lnTo>
                  <a:lnTo>
                    <a:pt x="1175" y="97813"/>
                  </a:lnTo>
                  <a:lnTo>
                    <a:pt x="1" y="98987"/>
                  </a:lnTo>
                  <a:lnTo>
                    <a:pt x="1" y="99826"/>
                  </a:lnTo>
                  <a:lnTo>
                    <a:pt x="1" y="114926"/>
                  </a:lnTo>
                  <a:lnTo>
                    <a:pt x="1" y="115765"/>
                  </a:lnTo>
                  <a:lnTo>
                    <a:pt x="1175" y="116772"/>
                  </a:lnTo>
                  <a:lnTo>
                    <a:pt x="2014" y="116939"/>
                  </a:lnTo>
                  <a:lnTo>
                    <a:pt x="8389" y="116939"/>
                  </a:lnTo>
                  <a:lnTo>
                    <a:pt x="9228" y="116772"/>
                  </a:lnTo>
                  <a:lnTo>
                    <a:pt x="10403" y="115765"/>
                  </a:lnTo>
                  <a:lnTo>
                    <a:pt x="10403" y="114926"/>
                  </a:lnTo>
                  <a:close/>
                  <a:moveTo>
                    <a:pt x="167775" y="114926"/>
                  </a:moveTo>
                  <a:lnTo>
                    <a:pt x="167775" y="115765"/>
                  </a:lnTo>
                  <a:lnTo>
                    <a:pt x="168949" y="116772"/>
                  </a:lnTo>
                  <a:lnTo>
                    <a:pt x="169788" y="116939"/>
                  </a:lnTo>
                  <a:lnTo>
                    <a:pt x="176164" y="116939"/>
                  </a:lnTo>
                  <a:lnTo>
                    <a:pt x="177003" y="116772"/>
                  </a:lnTo>
                  <a:lnTo>
                    <a:pt x="178177" y="115765"/>
                  </a:lnTo>
                  <a:lnTo>
                    <a:pt x="178177" y="114926"/>
                  </a:lnTo>
                  <a:lnTo>
                    <a:pt x="178177" y="99826"/>
                  </a:lnTo>
                  <a:lnTo>
                    <a:pt x="178177" y="98987"/>
                  </a:lnTo>
                  <a:lnTo>
                    <a:pt x="177003" y="97813"/>
                  </a:lnTo>
                  <a:lnTo>
                    <a:pt x="176164" y="97813"/>
                  </a:lnTo>
                  <a:lnTo>
                    <a:pt x="169788" y="97813"/>
                  </a:lnTo>
                  <a:lnTo>
                    <a:pt x="168949" y="97813"/>
                  </a:lnTo>
                  <a:lnTo>
                    <a:pt x="167775" y="98987"/>
                  </a:lnTo>
                  <a:lnTo>
                    <a:pt x="167775" y="99826"/>
                  </a:lnTo>
                  <a:close/>
                  <a:moveTo>
                    <a:pt x="10403" y="138247"/>
                  </a:moveTo>
                  <a:lnTo>
                    <a:pt x="10403" y="137408"/>
                  </a:lnTo>
                  <a:lnTo>
                    <a:pt x="9228" y="136233"/>
                  </a:lnTo>
                  <a:lnTo>
                    <a:pt x="8389" y="136233"/>
                  </a:lnTo>
                  <a:lnTo>
                    <a:pt x="2014" y="136233"/>
                  </a:lnTo>
                  <a:lnTo>
                    <a:pt x="1175" y="136233"/>
                  </a:lnTo>
                  <a:lnTo>
                    <a:pt x="1" y="137408"/>
                  </a:lnTo>
                  <a:lnTo>
                    <a:pt x="1" y="138247"/>
                  </a:lnTo>
                  <a:lnTo>
                    <a:pt x="1" y="145796"/>
                  </a:lnTo>
                  <a:lnTo>
                    <a:pt x="1" y="148313"/>
                  </a:lnTo>
                  <a:lnTo>
                    <a:pt x="840" y="153179"/>
                  </a:lnTo>
                  <a:lnTo>
                    <a:pt x="1511" y="155527"/>
                  </a:lnTo>
                  <a:lnTo>
                    <a:pt x="1846" y="156198"/>
                  </a:lnTo>
                  <a:lnTo>
                    <a:pt x="3356" y="156870"/>
                  </a:lnTo>
                  <a:lnTo>
                    <a:pt x="4195" y="156702"/>
                  </a:lnTo>
                  <a:lnTo>
                    <a:pt x="10067" y="154185"/>
                  </a:lnTo>
                  <a:lnTo>
                    <a:pt x="10738" y="153850"/>
                  </a:lnTo>
                  <a:lnTo>
                    <a:pt x="11409" y="152340"/>
                  </a:lnTo>
                  <a:lnTo>
                    <a:pt x="11242" y="151501"/>
                  </a:lnTo>
                  <a:lnTo>
                    <a:pt x="10571" y="148649"/>
                  </a:lnTo>
                  <a:lnTo>
                    <a:pt x="10403" y="145796"/>
                  </a:lnTo>
                  <a:close/>
                  <a:moveTo>
                    <a:pt x="167775" y="138247"/>
                  </a:moveTo>
                  <a:lnTo>
                    <a:pt x="167775" y="145796"/>
                  </a:lnTo>
                  <a:lnTo>
                    <a:pt x="167607" y="148649"/>
                  </a:lnTo>
                  <a:lnTo>
                    <a:pt x="166936" y="151501"/>
                  </a:lnTo>
                  <a:lnTo>
                    <a:pt x="166768" y="152340"/>
                  </a:lnTo>
                  <a:lnTo>
                    <a:pt x="167439" y="153850"/>
                  </a:lnTo>
                  <a:lnTo>
                    <a:pt x="168111" y="154185"/>
                  </a:lnTo>
                  <a:lnTo>
                    <a:pt x="173983" y="156702"/>
                  </a:lnTo>
                  <a:lnTo>
                    <a:pt x="174822" y="156870"/>
                  </a:lnTo>
                  <a:lnTo>
                    <a:pt x="176331" y="156198"/>
                  </a:lnTo>
                  <a:lnTo>
                    <a:pt x="176667" y="155527"/>
                  </a:lnTo>
                  <a:lnTo>
                    <a:pt x="177338" y="153179"/>
                  </a:lnTo>
                  <a:lnTo>
                    <a:pt x="178177" y="148313"/>
                  </a:lnTo>
                  <a:lnTo>
                    <a:pt x="178177" y="145796"/>
                  </a:lnTo>
                  <a:lnTo>
                    <a:pt x="178177" y="138247"/>
                  </a:lnTo>
                  <a:lnTo>
                    <a:pt x="178177" y="137408"/>
                  </a:lnTo>
                  <a:lnTo>
                    <a:pt x="177003" y="136233"/>
                  </a:lnTo>
                  <a:lnTo>
                    <a:pt x="176164" y="136233"/>
                  </a:lnTo>
                  <a:lnTo>
                    <a:pt x="169788" y="136233"/>
                  </a:lnTo>
                  <a:lnTo>
                    <a:pt x="168949" y="136233"/>
                  </a:lnTo>
                  <a:lnTo>
                    <a:pt x="167775" y="137408"/>
                  </a:lnTo>
                  <a:close/>
                  <a:moveTo>
                    <a:pt x="24664" y="164923"/>
                  </a:moveTo>
                  <a:lnTo>
                    <a:pt x="23825" y="164755"/>
                  </a:lnTo>
                  <a:lnTo>
                    <a:pt x="22315" y="165426"/>
                  </a:lnTo>
                  <a:lnTo>
                    <a:pt x="21979" y="166097"/>
                  </a:lnTo>
                  <a:lnTo>
                    <a:pt x="19463" y="171969"/>
                  </a:lnTo>
                  <a:lnTo>
                    <a:pt x="19295" y="172808"/>
                  </a:lnTo>
                  <a:lnTo>
                    <a:pt x="19966" y="174318"/>
                  </a:lnTo>
                  <a:lnTo>
                    <a:pt x="20637" y="174654"/>
                  </a:lnTo>
                  <a:lnTo>
                    <a:pt x="22986" y="175325"/>
                  </a:lnTo>
                  <a:lnTo>
                    <a:pt x="27851" y="176164"/>
                  </a:lnTo>
                  <a:lnTo>
                    <a:pt x="30368" y="176164"/>
                  </a:lnTo>
                  <a:lnTo>
                    <a:pt x="38086" y="176164"/>
                  </a:lnTo>
                  <a:lnTo>
                    <a:pt x="38924" y="176164"/>
                  </a:lnTo>
                  <a:lnTo>
                    <a:pt x="40099" y="174989"/>
                  </a:lnTo>
                  <a:lnTo>
                    <a:pt x="40099" y="174150"/>
                  </a:lnTo>
                  <a:lnTo>
                    <a:pt x="40099" y="167775"/>
                  </a:lnTo>
                  <a:lnTo>
                    <a:pt x="40099" y="166936"/>
                  </a:lnTo>
                  <a:lnTo>
                    <a:pt x="38924" y="165762"/>
                  </a:lnTo>
                  <a:lnTo>
                    <a:pt x="38086" y="165762"/>
                  </a:lnTo>
                  <a:lnTo>
                    <a:pt x="30368" y="165762"/>
                  </a:lnTo>
                  <a:lnTo>
                    <a:pt x="27516" y="165594"/>
                  </a:lnTo>
                  <a:close/>
                  <a:moveTo>
                    <a:pt x="153514" y="164923"/>
                  </a:moveTo>
                  <a:lnTo>
                    <a:pt x="150662" y="165594"/>
                  </a:lnTo>
                  <a:lnTo>
                    <a:pt x="147810" y="165762"/>
                  </a:lnTo>
                  <a:lnTo>
                    <a:pt x="140092" y="165762"/>
                  </a:lnTo>
                  <a:lnTo>
                    <a:pt x="139253" y="165762"/>
                  </a:lnTo>
                  <a:lnTo>
                    <a:pt x="138079" y="166936"/>
                  </a:lnTo>
                  <a:lnTo>
                    <a:pt x="138079" y="167775"/>
                  </a:lnTo>
                  <a:lnTo>
                    <a:pt x="138079" y="174150"/>
                  </a:lnTo>
                  <a:lnTo>
                    <a:pt x="138079" y="174989"/>
                  </a:lnTo>
                  <a:lnTo>
                    <a:pt x="139253" y="176164"/>
                  </a:lnTo>
                  <a:lnTo>
                    <a:pt x="140092" y="176164"/>
                  </a:lnTo>
                  <a:lnTo>
                    <a:pt x="147810" y="176164"/>
                  </a:lnTo>
                  <a:lnTo>
                    <a:pt x="150326" y="176164"/>
                  </a:lnTo>
                  <a:lnTo>
                    <a:pt x="155192" y="175325"/>
                  </a:lnTo>
                  <a:lnTo>
                    <a:pt x="157541" y="174654"/>
                  </a:lnTo>
                  <a:lnTo>
                    <a:pt x="158212" y="174318"/>
                  </a:lnTo>
                  <a:lnTo>
                    <a:pt x="158883" y="172808"/>
                  </a:lnTo>
                  <a:lnTo>
                    <a:pt x="158715" y="171969"/>
                  </a:lnTo>
                  <a:lnTo>
                    <a:pt x="156199" y="166097"/>
                  </a:lnTo>
                  <a:lnTo>
                    <a:pt x="155863" y="165426"/>
                  </a:lnTo>
                  <a:lnTo>
                    <a:pt x="154353" y="164755"/>
                  </a:lnTo>
                  <a:close/>
                  <a:moveTo>
                    <a:pt x="61909" y="165762"/>
                  </a:moveTo>
                  <a:lnTo>
                    <a:pt x="60903" y="165762"/>
                  </a:lnTo>
                  <a:lnTo>
                    <a:pt x="59896" y="166936"/>
                  </a:lnTo>
                  <a:lnTo>
                    <a:pt x="59728" y="167775"/>
                  </a:lnTo>
                  <a:lnTo>
                    <a:pt x="59728" y="174150"/>
                  </a:lnTo>
                  <a:lnTo>
                    <a:pt x="59896" y="174989"/>
                  </a:lnTo>
                  <a:lnTo>
                    <a:pt x="60903" y="176164"/>
                  </a:lnTo>
                  <a:lnTo>
                    <a:pt x="61909" y="176164"/>
                  </a:lnTo>
                  <a:lnTo>
                    <a:pt x="77177" y="176164"/>
                  </a:lnTo>
                  <a:lnTo>
                    <a:pt x="78016" y="176164"/>
                  </a:lnTo>
                  <a:lnTo>
                    <a:pt x="79190" y="174989"/>
                  </a:lnTo>
                  <a:lnTo>
                    <a:pt x="79358" y="174150"/>
                  </a:lnTo>
                  <a:lnTo>
                    <a:pt x="79358" y="167775"/>
                  </a:lnTo>
                  <a:lnTo>
                    <a:pt x="79190" y="166936"/>
                  </a:lnTo>
                  <a:lnTo>
                    <a:pt x="78016" y="165762"/>
                  </a:lnTo>
                  <a:lnTo>
                    <a:pt x="77177" y="165762"/>
                  </a:lnTo>
                  <a:close/>
                  <a:moveTo>
                    <a:pt x="101001" y="165762"/>
                  </a:moveTo>
                  <a:lnTo>
                    <a:pt x="100162" y="165762"/>
                  </a:lnTo>
                  <a:lnTo>
                    <a:pt x="98988" y="166936"/>
                  </a:lnTo>
                  <a:lnTo>
                    <a:pt x="98820" y="167775"/>
                  </a:lnTo>
                  <a:lnTo>
                    <a:pt x="98820" y="174150"/>
                  </a:lnTo>
                  <a:lnTo>
                    <a:pt x="98988" y="174989"/>
                  </a:lnTo>
                  <a:lnTo>
                    <a:pt x="100162" y="176164"/>
                  </a:lnTo>
                  <a:lnTo>
                    <a:pt x="101001" y="176164"/>
                  </a:lnTo>
                  <a:lnTo>
                    <a:pt x="116436" y="176164"/>
                  </a:lnTo>
                  <a:lnTo>
                    <a:pt x="117275" y="176164"/>
                  </a:lnTo>
                  <a:lnTo>
                    <a:pt x="118282" y="174989"/>
                  </a:lnTo>
                  <a:lnTo>
                    <a:pt x="118449" y="174150"/>
                  </a:lnTo>
                  <a:lnTo>
                    <a:pt x="118449" y="167775"/>
                  </a:lnTo>
                  <a:lnTo>
                    <a:pt x="118282" y="166936"/>
                  </a:lnTo>
                  <a:lnTo>
                    <a:pt x="117275" y="165762"/>
                  </a:lnTo>
                  <a:lnTo>
                    <a:pt x="116436" y="165762"/>
                  </a:lnTo>
                  <a:close/>
                  <a:moveTo>
                    <a:pt x="51340" y="31207"/>
                  </a:moveTo>
                  <a:lnTo>
                    <a:pt x="51507" y="30032"/>
                  </a:lnTo>
                  <a:lnTo>
                    <a:pt x="53521" y="27683"/>
                  </a:lnTo>
                  <a:lnTo>
                    <a:pt x="55702" y="26509"/>
                  </a:lnTo>
                  <a:lnTo>
                    <a:pt x="58051" y="25502"/>
                  </a:lnTo>
                  <a:lnTo>
                    <a:pt x="64091" y="24328"/>
                  </a:lnTo>
                  <a:lnTo>
                    <a:pt x="67614" y="24160"/>
                  </a:lnTo>
                  <a:lnTo>
                    <a:pt x="71137" y="24328"/>
                  </a:lnTo>
                  <a:lnTo>
                    <a:pt x="77177" y="25502"/>
                  </a:lnTo>
                  <a:lnTo>
                    <a:pt x="79694" y="26509"/>
                  </a:lnTo>
                  <a:lnTo>
                    <a:pt x="81707" y="27683"/>
                  </a:lnTo>
                  <a:lnTo>
                    <a:pt x="83888" y="30032"/>
                  </a:lnTo>
                  <a:lnTo>
                    <a:pt x="83888" y="31207"/>
                  </a:lnTo>
                  <a:lnTo>
                    <a:pt x="83888" y="32213"/>
                  </a:lnTo>
                  <a:lnTo>
                    <a:pt x="81707" y="34730"/>
                  </a:lnTo>
                  <a:lnTo>
                    <a:pt x="79694" y="35737"/>
                  </a:lnTo>
                  <a:lnTo>
                    <a:pt x="77177" y="36743"/>
                  </a:lnTo>
                  <a:lnTo>
                    <a:pt x="71137" y="38085"/>
                  </a:lnTo>
                  <a:lnTo>
                    <a:pt x="67614" y="38085"/>
                  </a:lnTo>
                  <a:lnTo>
                    <a:pt x="64091" y="38085"/>
                  </a:lnTo>
                  <a:lnTo>
                    <a:pt x="58051" y="36743"/>
                  </a:lnTo>
                  <a:lnTo>
                    <a:pt x="55702" y="35737"/>
                  </a:lnTo>
                  <a:lnTo>
                    <a:pt x="53521" y="34730"/>
                  </a:lnTo>
                  <a:lnTo>
                    <a:pt x="51507" y="32213"/>
                  </a:lnTo>
                  <a:close/>
                  <a:moveTo>
                    <a:pt x="51340" y="36743"/>
                  </a:moveTo>
                  <a:lnTo>
                    <a:pt x="52682" y="37750"/>
                  </a:lnTo>
                  <a:lnTo>
                    <a:pt x="54360" y="38589"/>
                  </a:lnTo>
                  <a:lnTo>
                    <a:pt x="57044" y="39763"/>
                  </a:lnTo>
                  <a:lnTo>
                    <a:pt x="63923" y="41105"/>
                  </a:lnTo>
                  <a:lnTo>
                    <a:pt x="67614" y="41273"/>
                  </a:lnTo>
                  <a:lnTo>
                    <a:pt x="71473" y="41105"/>
                  </a:lnTo>
                  <a:lnTo>
                    <a:pt x="78184" y="39763"/>
                  </a:lnTo>
                  <a:lnTo>
                    <a:pt x="81036" y="38589"/>
                  </a:lnTo>
                  <a:lnTo>
                    <a:pt x="82546" y="37750"/>
                  </a:lnTo>
                  <a:lnTo>
                    <a:pt x="83888" y="36743"/>
                  </a:lnTo>
                  <a:lnTo>
                    <a:pt x="83888" y="58386"/>
                  </a:lnTo>
                  <a:lnTo>
                    <a:pt x="83720" y="59896"/>
                  </a:lnTo>
                  <a:lnTo>
                    <a:pt x="81204" y="62748"/>
                  </a:lnTo>
                  <a:lnTo>
                    <a:pt x="76841" y="64761"/>
                  </a:lnTo>
                  <a:lnTo>
                    <a:pt x="70969" y="65936"/>
                  </a:lnTo>
                  <a:lnTo>
                    <a:pt x="67614" y="66104"/>
                  </a:lnTo>
                  <a:lnTo>
                    <a:pt x="64258" y="65936"/>
                  </a:lnTo>
                  <a:lnTo>
                    <a:pt x="58554" y="64761"/>
                  </a:lnTo>
                  <a:lnTo>
                    <a:pt x="54024" y="62748"/>
                  </a:lnTo>
                  <a:lnTo>
                    <a:pt x="51507" y="59896"/>
                  </a:lnTo>
                  <a:lnTo>
                    <a:pt x="51340" y="58386"/>
                  </a:lnTo>
                  <a:close/>
                  <a:moveTo>
                    <a:pt x="55702" y="81036"/>
                  </a:moveTo>
                  <a:lnTo>
                    <a:pt x="53521" y="82210"/>
                  </a:lnTo>
                  <a:lnTo>
                    <a:pt x="51507" y="84559"/>
                  </a:lnTo>
                  <a:lnTo>
                    <a:pt x="51340" y="85733"/>
                  </a:lnTo>
                  <a:lnTo>
                    <a:pt x="51507" y="86740"/>
                  </a:lnTo>
                  <a:lnTo>
                    <a:pt x="53521" y="89257"/>
                  </a:lnTo>
                  <a:lnTo>
                    <a:pt x="55702" y="90263"/>
                  </a:lnTo>
                  <a:lnTo>
                    <a:pt x="58051" y="91270"/>
                  </a:lnTo>
                  <a:lnTo>
                    <a:pt x="64091" y="92612"/>
                  </a:lnTo>
                  <a:lnTo>
                    <a:pt x="67614" y="92612"/>
                  </a:lnTo>
                  <a:lnTo>
                    <a:pt x="71137" y="92612"/>
                  </a:lnTo>
                  <a:lnTo>
                    <a:pt x="77177" y="91270"/>
                  </a:lnTo>
                  <a:lnTo>
                    <a:pt x="79694" y="90263"/>
                  </a:lnTo>
                  <a:lnTo>
                    <a:pt x="81707" y="89257"/>
                  </a:lnTo>
                  <a:lnTo>
                    <a:pt x="83888" y="86740"/>
                  </a:lnTo>
                  <a:lnTo>
                    <a:pt x="83888" y="85733"/>
                  </a:lnTo>
                  <a:lnTo>
                    <a:pt x="83888" y="84559"/>
                  </a:lnTo>
                  <a:lnTo>
                    <a:pt x="81707" y="82210"/>
                  </a:lnTo>
                  <a:lnTo>
                    <a:pt x="79694" y="81036"/>
                  </a:lnTo>
                  <a:lnTo>
                    <a:pt x="77177" y="80029"/>
                  </a:lnTo>
                  <a:lnTo>
                    <a:pt x="71137" y="78855"/>
                  </a:lnTo>
                  <a:lnTo>
                    <a:pt x="67614" y="78687"/>
                  </a:lnTo>
                  <a:lnTo>
                    <a:pt x="64091" y="78855"/>
                  </a:lnTo>
                  <a:lnTo>
                    <a:pt x="58051" y="80029"/>
                  </a:lnTo>
                  <a:close/>
                  <a:moveTo>
                    <a:pt x="51340" y="91270"/>
                  </a:moveTo>
                  <a:lnTo>
                    <a:pt x="52682" y="92276"/>
                  </a:lnTo>
                  <a:lnTo>
                    <a:pt x="54360" y="93115"/>
                  </a:lnTo>
                  <a:lnTo>
                    <a:pt x="57044" y="94290"/>
                  </a:lnTo>
                  <a:lnTo>
                    <a:pt x="63923" y="95632"/>
                  </a:lnTo>
                  <a:lnTo>
                    <a:pt x="67614" y="95800"/>
                  </a:lnTo>
                  <a:lnTo>
                    <a:pt x="71473" y="95632"/>
                  </a:lnTo>
                  <a:lnTo>
                    <a:pt x="78184" y="94290"/>
                  </a:lnTo>
                  <a:lnTo>
                    <a:pt x="81036" y="93115"/>
                  </a:lnTo>
                  <a:lnTo>
                    <a:pt x="82546" y="92276"/>
                  </a:lnTo>
                  <a:lnTo>
                    <a:pt x="83888" y="91270"/>
                  </a:lnTo>
                  <a:lnTo>
                    <a:pt x="83888" y="112913"/>
                  </a:lnTo>
                  <a:lnTo>
                    <a:pt x="83720" y="114423"/>
                  </a:lnTo>
                  <a:lnTo>
                    <a:pt x="81204" y="117275"/>
                  </a:lnTo>
                  <a:lnTo>
                    <a:pt x="76841" y="119288"/>
                  </a:lnTo>
                  <a:lnTo>
                    <a:pt x="70969" y="120463"/>
                  </a:lnTo>
                  <a:lnTo>
                    <a:pt x="67614" y="120630"/>
                  </a:lnTo>
                  <a:lnTo>
                    <a:pt x="64258" y="120463"/>
                  </a:lnTo>
                  <a:lnTo>
                    <a:pt x="58554" y="119288"/>
                  </a:lnTo>
                  <a:lnTo>
                    <a:pt x="54024" y="117275"/>
                  </a:lnTo>
                  <a:lnTo>
                    <a:pt x="51507" y="114423"/>
                  </a:lnTo>
                  <a:lnTo>
                    <a:pt x="51340" y="112913"/>
                  </a:lnTo>
                  <a:close/>
                  <a:moveTo>
                    <a:pt x="100833" y="26509"/>
                  </a:moveTo>
                  <a:lnTo>
                    <a:pt x="98820" y="27683"/>
                  </a:lnTo>
                  <a:lnTo>
                    <a:pt x="96639" y="30032"/>
                  </a:lnTo>
                  <a:lnTo>
                    <a:pt x="96471" y="31207"/>
                  </a:lnTo>
                  <a:lnTo>
                    <a:pt x="96639" y="32213"/>
                  </a:lnTo>
                  <a:lnTo>
                    <a:pt x="98820" y="34730"/>
                  </a:lnTo>
                  <a:lnTo>
                    <a:pt x="100833" y="35737"/>
                  </a:lnTo>
                  <a:lnTo>
                    <a:pt x="103350" y="36743"/>
                  </a:lnTo>
                  <a:lnTo>
                    <a:pt x="109390" y="38085"/>
                  </a:lnTo>
                  <a:lnTo>
                    <a:pt x="112913" y="38085"/>
                  </a:lnTo>
                  <a:lnTo>
                    <a:pt x="116436" y="38085"/>
                  </a:lnTo>
                  <a:lnTo>
                    <a:pt x="122476" y="36743"/>
                  </a:lnTo>
                  <a:lnTo>
                    <a:pt x="124825" y="35737"/>
                  </a:lnTo>
                  <a:lnTo>
                    <a:pt x="126838" y="34730"/>
                  </a:lnTo>
                  <a:lnTo>
                    <a:pt x="129019" y="32213"/>
                  </a:lnTo>
                  <a:lnTo>
                    <a:pt x="129187" y="31207"/>
                  </a:lnTo>
                  <a:lnTo>
                    <a:pt x="129019" y="30032"/>
                  </a:lnTo>
                  <a:lnTo>
                    <a:pt x="126838" y="27683"/>
                  </a:lnTo>
                  <a:lnTo>
                    <a:pt x="124825" y="26509"/>
                  </a:lnTo>
                  <a:lnTo>
                    <a:pt x="122476" y="25502"/>
                  </a:lnTo>
                  <a:lnTo>
                    <a:pt x="116436" y="24328"/>
                  </a:lnTo>
                  <a:lnTo>
                    <a:pt x="112913" y="24160"/>
                  </a:lnTo>
                  <a:lnTo>
                    <a:pt x="109390" y="24328"/>
                  </a:lnTo>
                  <a:lnTo>
                    <a:pt x="103350" y="25502"/>
                  </a:lnTo>
                  <a:close/>
                  <a:moveTo>
                    <a:pt x="96471" y="36743"/>
                  </a:moveTo>
                  <a:lnTo>
                    <a:pt x="97981" y="37750"/>
                  </a:lnTo>
                  <a:lnTo>
                    <a:pt x="99491" y="38589"/>
                  </a:lnTo>
                  <a:lnTo>
                    <a:pt x="102343" y="39763"/>
                  </a:lnTo>
                  <a:lnTo>
                    <a:pt x="109054" y="41105"/>
                  </a:lnTo>
                  <a:lnTo>
                    <a:pt x="112913" y="41273"/>
                  </a:lnTo>
                  <a:lnTo>
                    <a:pt x="116604" y="41105"/>
                  </a:lnTo>
                  <a:lnTo>
                    <a:pt x="123315" y="39763"/>
                  </a:lnTo>
                  <a:lnTo>
                    <a:pt x="126167" y="38589"/>
                  </a:lnTo>
                  <a:lnTo>
                    <a:pt x="127845" y="37750"/>
                  </a:lnTo>
                  <a:lnTo>
                    <a:pt x="129187" y="36743"/>
                  </a:lnTo>
                  <a:lnTo>
                    <a:pt x="129187" y="58386"/>
                  </a:lnTo>
                  <a:lnTo>
                    <a:pt x="129019" y="59896"/>
                  </a:lnTo>
                  <a:lnTo>
                    <a:pt x="126503" y="62748"/>
                  </a:lnTo>
                  <a:lnTo>
                    <a:pt x="121973" y="64761"/>
                  </a:lnTo>
                  <a:lnTo>
                    <a:pt x="116101" y="65936"/>
                  </a:lnTo>
                  <a:lnTo>
                    <a:pt x="112913" y="66104"/>
                  </a:lnTo>
                  <a:lnTo>
                    <a:pt x="109557" y="65936"/>
                  </a:lnTo>
                  <a:lnTo>
                    <a:pt x="103685" y="64761"/>
                  </a:lnTo>
                  <a:lnTo>
                    <a:pt x="99323" y="62748"/>
                  </a:lnTo>
                  <a:lnTo>
                    <a:pt x="96807" y="59896"/>
                  </a:lnTo>
                  <a:lnTo>
                    <a:pt x="96471" y="58386"/>
                  </a:lnTo>
                  <a:close/>
                  <a:moveTo>
                    <a:pt x="100833" y="81036"/>
                  </a:moveTo>
                  <a:lnTo>
                    <a:pt x="98820" y="82210"/>
                  </a:lnTo>
                  <a:lnTo>
                    <a:pt x="96639" y="84559"/>
                  </a:lnTo>
                  <a:lnTo>
                    <a:pt x="96471" y="85733"/>
                  </a:lnTo>
                  <a:lnTo>
                    <a:pt x="96639" y="86740"/>
                  </a:lnTo>
                  <a:lnTo>
                    <a:pt x="98820" y="89257"/>
                  </a:lnTo>
                  <a:lnTo>
                    <a:pt x="100833" y="90263"/>
                  </a:lnTo>
                  <a:lnTo>
                    <a:pt x="103350" y="91270"/>
                  </a:lnTo>
                  <a:lnTo>
                    <a:pt x="109390" y="92612"/>
                  </a:lnTo>
                  <a:lnTo>
                    <a:pt x="112913" y="92612"/>
                  </a:lnTo>
                  <a:lnTo>
                    <a:pt x="116436" y="92612"/>
                  </a:lnTo>
                  <a:lnTo>
                    <a:pt x="122476" y="91270"/>
                  </a:lnTo>
                  <a:lnTo>
                    <a:pt x="124825" y="90263"/>
                  </a:lnTo>
                  <a:lnTo>
                    <a:pt x="126838" y="89257"/>
                  </a:lnTo>
                  <a:lnTo>
                    <a:pt x="129019" y="86740"/>
                  </a:lnTo>
                  <a:lnTo>
                    <a:pt x="129187" y="85733"/>
                  </a:lnTo>
                  <a:lnTo>
                    <a:pt x="129019" y="84559"/>
                  </a:lnTo>
                  <a:lnTo>
                    <a:pt x="126838" y="82210"/>
                  </a:lnTo>
                  <a:lnTo>
                    <a:pt x="124825" y="81036"/>
                  </a:lnTo>
                  <a:lnTo>
                    <a:pt x="122476" y="80029"/>
                  </a:lnTo>
                  <a:lnTo>
                    <a:pt x="116436" y="78855"/>
                  </a:lnTo>
                  <a:lnTo>
                    <a:pt x="112913" y="78687"/>
                  </a:lnTo>
                  <a:lnTo>
                    <a:pt x="109390" y="78855"/>
                  </a:lnTo>
                  <a:lnTo>
                    <a:pt x="103350" y="80029"/>
                  </a:lnTo>
                  <a:close/>
                  <a:moveTo>
                    <a:pt x="96471" y="91270"/>
                  </a:moveTo>
                  <a:lnTo>
                    <a:pt x="97981" y="92276"/>
                  </a:lnTo>
                  <a:lnTo>
                    <a:pt x="99491" y="93115"/>
                  </a:lnTo>
                  <a:lnTo>
                    <a:pt x="102343" y="94290"/>
                  </a:lnTo>
                  <a:lnTo>
                    <a:pt x="109054" y="95632"/>
                  </a:lnTo>
                  <a:lnTo>
                    <a:pt x="112913" y="95800"/>
                  </a:lnTo>
                  <a:lnTo>
                    <a:pt x="116604" y="95632"/>
                  </a:lnTo>
                  <a:lnTo>
                    <a:pt x="123315" y="94290"/>
                  </a:lnTo>
                  <a:lnTo>
                    <a:pt x="126167" y="93115"/>
                  </a:lnTo>
                  <a:lnTo>
                    <a:pt x="127845" y="92276"/>
                  </a:lnTo>
                  <a:lnTo>
                    <a:pt x="129187" y="91270"/>
                  </a:lnTo>
                  <a:lnTo>
                    <a:pt x="129187" y="112913"/>
                  </a:lnTo>
                  <a:lnTo>
                    <a:pt x="129019" y="114423"/>
                  </a:lnTo>
                  <a:lnTo>
                    <a:pt x="126503" y="117275"/>
                  </a:lnTo>
                  <a:lnTo>
                    <a:pt x="121973" y="119288"/>
                  </a:lnTo>
                  <a:lnTo>
                    <a:pt x="116101" y="120463"/>
                  </a:lnTo>
                  <a:lnTo>
                    <a:pt x="112913" y="120630"/>
                  </a:lnTo>
                  <a:lnTo>
                    <a:pt x="109557" y="120463"/>
                  </a:lnTo>
                  <a:lnTo>
                    <a:pt x="103685" y="119288"/>
                  </a:lnTo>
                  <a:lnTo>
                    <a:pt x="99323" y="117275"/>
                  </a:lnTo>
                  <a:lnTo>
                    <a:pt x="96807" y="114423"/>
                  </a:lnTo>
                  <a:lnTo>
                    <a:pt x="96471" y="112913"/>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695" name="Google Shape;3695;p99"/>
            <p:cNvSpPr/>
            <p:nvPr/>
          </p:nvSpPr>
          <p:spPr>
            <a:xfrm>
              <a:off x="1848495" y="3731875"/>
              <a:ext cx="3981725" cy="1730190"/>
            </a:xfrm>
            <a:custGeom>
              <a:rect b="b" l="l" r="r" t="t"/>
              <a:pathLst>
                <a:path extrusionOk="0" h="62916" w="144790">
                  <a:moveTo>
                    <a:pt x="14765" y="0"/>
                  </a:moveTo>
                  <a:lnTo>
                    <a:pt x="11745" y="168"/>
                  </a:lnTo>
                  <a:lnTo>
                    <a:pt x="6376" y="2349"/>
                  </a:lnTo>
                  <a:lnTo>
                    <a:pt x="2350" y="6376"/>
                  </a:lnTo>
                  <a:lnTo>
                    <a:pt x="169" y="11577"/>
                  </a:lnTo>
                  <a:lnTo>
                    <a:pt x="1" y="14597"/>
                  </a:lnTo>
                  <a:lnTo>
                    <a:pt x="1" y="48152"/>
                  </a:lnTo>
                  <a:lnTo>
                    <a:pt x="169" y="51172"/>
                  </a:lnTo>
                  <a:lnTo>
                    <a:pt x="2350" y="56373"/>
                  </a:lnTo>
                  <a:lnTo>
                    <a:pt x="6376" y="60399"/>
                  </a:lnTo>
                  <a:lnTo>
                    <a:pt x="11745" y="62580"/>
                  </a:lnTo>
                  <a:lnTo>
                    <a:pt x="14765" y="62916"/>
                  </a:lnTo>
                  <a:lnTo>
                    <a:pt x="130026" y="62916"/>
                  </a:lnTo>
                  <a:lnTo>
                    <a:pt x="133046" y="62580"/>
                  </a:lnTo>
                  <a:lnTo>
                    <a:pt x="138247" y="60399"/>
                  </a:lnTo>
                  <a:lnTo>
                    <a:pt x="142273" y="56373"/>
                  </a:lnTo>
                  <a:lnTo>
                    <a:pt x="144454" y="51172"/>
                  </a:lnTo>
                  <a:lnTo>
                    <a:pt x="144790" y="48152"/>
                  </a:lnTo>
                  <a:lnTo>
                    <a:pt x="144790" y="14597"/>
                  </a:lnTo>
                  <a:lnTo>
                    <a:pt x="144454" y="11577"/>
                  </a:lnTo>
                  <a:lnTo>
                    <a:pt x="142273" y="6376"/>
                  </a:lnTo>
                  <a:lnTo>
                    <a:pt x="138247" y="2349"/>
                  </a:lnTo>
                  <a:lnTo>
                    <a:pt x="133046" y="168"/>
                  </a:lnTo>
                  <a:lnTo>
                    <a:pt x="130026"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DATA SCIENCE</a:t>
              </a:r>
              <a:endParaRPr b="1" sz="500">
                <a:solidFill>
                  <a:srgbClr val="FFFFFF"/>
                </a:solidFill>
                <a:latin typeface="Arial"/>
                <a:ea typeface="Arial"/>
                <a:cs typeface="Arial"/>
                <a:sym typeface="Arial"/>
              </a:endParaRPr>
            </a:p>
          </p:txBody>
        </p:sp>
      </p:grpSp>
      <p:sp>
        <p:nvSpPr>
          <p:cNvPr id="3696" name="Google Shape;3696;p99"/>
          <p:cNvSpPr txBox="1"/>
          <p:nvPr/>
        </p:nvSpPr>
        <p:spPr>
          <a:xfrm>
            <a:off x="378881" y="2160223"/>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Failover Group</a:t>
            </a:r>
            <a:endParaRPr sz="1800">
              <a:solidFill>
                <a:srgbClr val="252525"/>
              </a:solidFill>
              <a:latin typeface="Arial"/>
              <a:ea typeface="Arial"/>
              <a:cs typeface="Arial"/>
              <a:sym typeface="Arial"/>
            </a:endParaRPr>
          </a:p>
        </p:txBody>
      </p:sp>
      <p:sp>
        <p:nvSpPr>
          <p:cNvPr id="3697" name="Google Shape;3697;p99"/>
          <p:cNvSpPr txBox="1"/>
          <p:nvPr/>
        </p:nvSpPr>
        <p:spPr>
          <a:xfrm>
            <a:off x="354550" y="2494775"/>
            <a:ext cx="50337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400">
                <a:solidFill>
                  <a:srgbClr val="5B5B5B"/>
                </a:solidFill>
                <a:latin typeface="Arial"/>
                <a:ea typeface="Arial"/>
                <a:cs typeface="Arial"/>
                <a:sym typeface="Arial"/>
              </a:rPr>
              <a:t>Variable sub-categories</a:t>
            </a:r>
            <a:endParaRPr/>
          </a:p>
          <a:p>
            <a:pPr indent="0" lvl="0" marL="0" marR="0" rtl="0" algn="l">
              <a:spcBef>
                <a:spcPts val="0"/>
              </a:spcBef>
              <a:spcAft>
                <a:spcPts val="0"/>
              </a:spcAft>
              <a:buNone/>
            </a:pPr>
            <a:r>
              <a:rPr lang="en" sz="1000">
                <a:solidFill>
                  <a:srgbClr val="5B5B5B"/>
                </a:solidFill>
                <a:latin typeface="Arial"/>
                <a:ea typeface="Arial"/>
                <a:cs typeface="Arial"/>
                <a:sym typeface="Arial"/>
              </a:rPr>
              <a:t>Given the continued expanse of icon needs, the below variations are not exhaustive. For new variations, double click into the blue rectangle to edit the text.</a:t>
            </a:r>
            <a:endParaRPr/>
          </a:p>
        </p:txBody>
      </p:sp>
      <p:sp>
        <p:nvSpPr>
          <p:cNvPr id="3698" name="Google Shape;3698;p99"/>
          <p:cNvSpPr txBox="1"/>
          <p:nvPr/>
        </p:nvSpPr>
        <p:spPr>
          <a:xfrm>
            <a:off x="6773823" y="4467568"/>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Storage</a:t>
            </a:r>
            <a:endParaRPr sz="600">
              <a:solidFill>
                <a:srgbClr val="11567F"/>
              </a:solidFill>
              <a:latin typeface="Arial"/>
              <a:ea typeface="Arial"/>
              <a:cs typeface="Arial"/>
              <a:sym typeface="Arial"/>
            </a:endParaRPr>
          </a:p>
        </p:txBody>
      </p:sp>
      <p:grpSp>
        <p:nvGrpSpPr>
          <p:cNvPr id="3699" name="Google Shape;3699;p99"/>
          <p:cNvGrpSpPr/>
          <p:nvPr/>
        </p:nvGrpSpPr>
        <p:grpSpPr>
          <a:xfrm>
            <a:off x="7562653" y="4069171"/>
            <a:ext cx="335286" cy="363199"/>
            <a:chOff x="1444460" y="292650"/>
            <a:chExt cx="4789806" cy="5188557"/>
          </a:xfrm>
        </p:grpSpPr>
        <p:sp>
          <p:nvSpPr>
            <p:cNvPr id="3700" name="Google Shape;3700;p99"/>
            <p:cNvSpPr/>
            <p:nvPr/>
          </p:nvSpPr>
          <p:spPr>
            <a:xfrm>
              <a:off x="2880950" y="2205275"/>
              <a:ext cx="1912650" cy="314600"/>
            </a:xfrm>
            <a:custGeom>
              <a:rect b="b" l="l" r="r" t="t"/>
              <a:pathLst>
                <a:path extrusionOk="0" h="12584" w="76506">
                  <a:moveTo>
                    <a:pt x="1342" y="0"/>
                  </a:moveTo>
                  <a:lnTo>
                    <a:pt x="168" y="1175"/>
                  </a:lnTo>
                  <a:lnTo>
                    <a:pt x="0" y="2013"/>
                  </a:lnTo>
                  <a:lnTo>
                    <a:pt x="0" y="10402"/>
                  </a:lnTo>
                  <a:lnTo>
                    <a:pt x="168" y="11241"/>
                  </a:lnTo>
                  <a:lnTo>
                    <a:pt x="1342" y="12415"/>
                  </a:lnTo>
                  <a:lnTo>
                    <a:pt x="2181" y="12583"/>
                  </a:lnTo>
                  <a:lnTo>
                    <a:pt x="74492" y="12583"/>
                  </a:lnTo>
                  <a:lnTo>
                    <a:pt x="75331" y="12415"/>
                  </a:lnTo>
                  <a:lnTo>
                    <a:pt x="76337" y="11241"/>
                  </a:lnTo>
                  <a:lnTo>
                    <a:pt x="76505" y="10402"/>
                  </a:lnTo>
                  <a:lnTo>
                    <a:pt x="76505" y="2013"/>
                  </a:lnTo>
                  <a:lnTo>
                    <a:pt x="76337" y="1175"/>
                  </a:lnTo>
                  <a:lnTo>
                    <a:pt x="75331"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01" name="Google Shape;3701;p99"/>
            <p:cNvSpPr/>
            <p:nvPr/>
          </p:nvSpPr>
          <p:spPr>
            <a:xfrm>
              <a:off x="1610050" y="292650"/>
              <a:ext cx="4458625" cy="3179325"/>
            </a:xfrm>
            <a:custGeom>
              <a:rect b="b" l="l" r="r" t="t"/>
              <a:pathLst>
                <a:path extrusionOk="0" h="127173" w="178345">
                  <a:moveTo>
                    <a:pt x="178344" y="99994"/>
                  </a:moveTo>
                  <a:lnTo>
                    <a:pt x="178344" y="58553"/>
                  </a:lnTo>
                  <a:lnTo>
                    <a:pt x="178177" y="56204"/>
                  </a:lnTo>
                  <a:lnTo>
                    <a:pt x="177338" y="51339"/>
                  </a:lnTo>
                  <a:lnTo>
                    <a:pt x="175660" y="46809"/>
                  </a:lnTo>
                  <a:lnTo>
                    <a:pt x="173143" y="42782"/>
                  </a:lnTo>
                  <a:lnTo>
                    <a:pt x="171633" y="40769"/>
                  </a:lnTo>
                  <a:lnTo>
                    <a:pt x="144790" y="9395"/>
                  </a:lnTo>
                  <a:lnTo>
                    <a:pt x="142776" y="7214"/>
                  </a:lnTo>
                  <a:lnTo>
                    <a:pt x="138079" y="3691"/>
                  </a:lnTo>
                  <a:lnTo>
                    <a:pt x="132710" y="1342"/>
                  </a:lnTo>
                  <a:lnTo>
                    <a:pt x="127006" y="0"/>
                  </a:lnTo>
                  <a:lnTo>
                    <a:pt x="124153" y="0"/>
                  </a:lnTo>
                  <a:lnTo>
                    <a:pt x="54191" y="0"/>
                  </a:lnTo>
                  <a:lnTo>
                    <a:pt x="51172" y="0"/>
                  </a:lnTo>
                  <a:lnTo>
                    <a:pt x="45467" y="1342"/>
                  </a:lnTo>
                  <a:lnTo>
                    <a:pt x="40098" y="3691"/>
                  </a:lnTo>
                  <a:lnTo>
                    <a:pt x="35569" y="7214"/>
                  </a:lnTo>
                  <a:lnTo>
                    <a:pt x="33387" y="9395"/>
                  </a:lnTo>
                  <a:lnTo>
                    <a:pt x="6544" y="40769"/>
                  </a:lnTo>
                  <a:lnTo>
                    <a:pt x="5034" y="42782"/>
                  </a:lnTo>
                  <a:lnTo>
                    <a:pt x="2517" y="46809"/>
                  </a:lnTo>
                  <a:lnTo>
                    <a:pt x="1007" y="51339"/>
                  </a:lnTo>
                  <a:lnTo>
                    <a:pt x="0" y="56204"/>
                  </a:lnTo>
                  <a:lnTo>
                    <a:pt x="0" y="58553"/>
                  </a:lnTo>
                  <a:lnTo>
                    <a:pt x="0" y="99994"/>
                  </a:lnTo>
                  <a:lnTo>
                    <a:pt x="168" y="102678"/>
                  </a:lnTo>
                  <a:lnTo>
                    <a:pt x="1175" y="108047"/>
                  </a:lnTo>
                  <a:lnTo>
                    <a:pt x="3188" y="112912"/>
                  </a:lnTo>
                  <a:lnTo>
                    <a:pt x="6208" y="117274"/>
                  </a:lnTo>
                  <a:lnTo>
                    <a:pt x="9899" y="120965"/>
                  </a:lnTo>
                  <a:lnTo>
                    <a:pt x="14261" y="123985"/>
                  </a:lnTo>
                  <a:lnTo>
                    <a:pt x="19127" y="125999"/>
                  </a:lnTo>
                  <a:lnTo>
                    <a:pt x="24495" y="127173"/>
                  </a:lnTo>
                  <a:lnTo>
                    <a:pt x="27348" y="127173"/>
                  </a:lnTo>
                  <a:lnTo>
                    <a:pt x="150997" y="127173"/>
                  </a:lnTo>
                  <a:lnTo>
                    <a:pt x="153849" y="127173"/>
                  </a:lnTo>
                  <a:lnTo>
                    <a:pt x="159050" y="125999"/>
                  </a:lnTo>
                  <a:lnTo>
                    <a:pt x="164084" y="123985"/>
                  </a:lnTo>
                  <a:lnTo>
                    <a:pt x="168446" y="120965"/>
                  </a:lnTo>
                  <a:lnTo>
                    <a:pt x="172137" y="117274"/>
                  </a:lnTo>
                  <a:lnTo>
                    <a:pt x="174989" y="112912"/>
                  </a:lnTo>
                  <a:lnTo>
                    <a:pt x="177002" y="108047"/>
                  </a:lnTo>
                  <a:lnTo>
                    <a:pt x="178177" y="102678"/>
                  </a:lnTo>
                  <a:close/>
                  <a:moveTo>
                    <a:pt x="54191" y="12583"/>
                  </a:moveTo>
                  <a:lnTo>
                    <a:pt x="51004" y="12751"/>
                  </a:lnTo>
                  <a:lnTo>
                    <a:pt x="45299" y="15435"/>
                  </a:lnTo>
                  <a:lnTo>
                    <a:pt x="42951" y="17616"/>
                  </a:lnTo>
                  <a:lnTo>
                    <a:pt x="25334" y="38253"/>
                  </a:lnTo>
                  <a:lnTo>
                    <a:pt x="26341" y="38085"/>
                  </a:lnTo>
                  <a:lnTo>
                    <a:pt x="27348" y="38085"/>
                  </a:lnTo>
                  <a:lnTo>
                    <a:pt x="150997" y="38085"/>
                  </a:lnTo>
                  <a:lnTo>
                    <a:pt x="152004" y="38085"/>
                  </a:lnTo>
                  <a:lnTo>
                    <a:pt x="152843" y="38253"/>
                  </a:lnTo>
                  <a:lnTo>
                    <a:pt x="135226" y="17616"/>
                  </a:lnTo>
                  <a:lnTo>
                    <a:pt x="133045" y="15435"/>
                  </a:lnTo>
                  <a:lnTo>
                    <a:pt x="127341" y="12751"/>
                  </a:lnTo>
                  <a:lnTo>
                    <a:pt x="124153" y="12583"/>
                  </a:lnTo>
                  <a:close/>
                  <a:moveTo>
                    <a:pt x="12583" y="65432"/>
                  </a:moveTo>
                  <a:lnTo>
                    <a:pt x="12751" y="62412"/>
                  </a:lnTo>
                  <a:lnTo>
                    <a:pt x="15100" y="57211"/>
                  </a:lnTo>
                  <a:lnTo>
                    <a:pt x="18959" y="53184"/>
                  </a:lnTo>
                  <a:lnTo>
                    <a:pt x="24328" y="51003"/>
                  </a:lnTo>
                  <a:lnTo>
                    <a:pt x="27348" y="50668"/>
                  </a:lnTo>
                  <a:lnTo>
                    <a:pt x="150997" y="50668"/>
                  </a:lnTo>
                  <a:lnTo>
                    <a:pt x="154017" y="51003"/>
                  </a:lnTo>
                  <a:lnTo>
                    <a:pt x="159218" y="53184"/>
                  </a:lnTo>
                  <a:lnTo>
                    <a:pt x="163245" y="57211"/>
                  </a:lnTo>
                  <a:lnTo>
                    <a:pt x="165426" y="62412"/>
                  </a:lnTo>
                  <a:lnTo>
                    <a:pt x="165761" y="65432"/>
                  </a:lnTo>
                  <a:lnTo>
                    <a:pt x="165761" y="99994"/>
                  </a:lnTo>
                  <a:lnTo>
                    <a:pt x="165426" y="102846"/>
                  </a:lnTo>
                  <a:lnTo>
                    <a:pt x="163245" y="108214"/>
                  </a:lnTo>
                  <a:lnTo>
                    <a:pt x="159218" y="112241"/>
                  </a:lnTo>
                  <a:lnTo>
                    <a:pt x="154017" y="114422"/>
                  </a:lnTo>
                  <a:lnTo>
                    <a:pt x="150997" y="114590"/>
                  </a:lnTo>
                  <a:lnTo>
                    <a:pt x="27348" y="114590"/>
                  </a:lnTo>
                  <a:lnTo>
                    <a:pt x="24328" y="114422"/>
                  </a:lnTo>
                  <a:lnTo>
                    <a:pt x="18959" y="112241"/>
                  </a:lnTo>
                  <a:lnTo>
                    <a:pt x="15100" y="108214"/>
                  </a:lnTo>
                  <a:lnTo>
                    <a:pt x="12751" y="102846"/>
                  </a:lnTo>
                  <a:lnTo>
                    <a:pt x="12583" y="9999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02" name="Google Shape;3702;p99"/>
            <p:cNvSpPr/>
            <p:nvPr/>
          </p:nvSpPr>
          <p:spPr>
            <a:xfrm>
              <a:off x="1444460" y="3908150"/>
              <a:ext cx="4789806" cy="1573057"/>
            </a:xfrm>
            <a:custGeom>
              <a:rect b="b" l="l" r="r" t="t"/>
              <a:pathLst>
                <a:path extrusionOk="0" h="62916" w="165594">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50998" y="62916"/>
                  </a:lnTo>
                  <a:lnTo>
                    <a:pt x="153850" y="62748"/>
                  </a:lnTo>
                  <a:lnTo>
                    <a:pt x="159219" y="60567"/>
                  </a:lnTo>
                  <a:lnTo>
                    <a:pt x="163245" y="56540"/>
                  </a:lnTo>
                  <a:lnTo>
                    <a:pt x="165426" y="51172"/>
                  </a:lnTo>
                  <a:lnTo>
                    <a:pt x="165594" y="48319"/>
                  </a:lnTo>
                  <a:lnTo>
                    <a:pt x="165594" y="14765"/>
                  </a:lnTo>
                  <a:lnTo>
                    <a:pt x="165426" y="11745"/>
                  </a:lnTo>
                  <a:lnTo>
                    <a:pt x="163245" y="6376"/>
                  </a:lnTo>
                  <a:lnTo>
                    <a:pt x="159219" y="2349"/>
                  </a:lnTo>
                  <a:lnTo>
                    <a:pt x="153850" y="168"/>
                  </a:lnTo>
                  <a:lnTo>
                    <a:pt x="150998"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EXERNAL</a:t>
              </a:r>
              <a:endParaRPr b="1" sz="500">
                <a:solidFill>
                  <a:srgbClr val="FFFFFF"/>
                </a:solidFill>
                <a:latin typeface="Arial"/>
                <a:ea typeface="Arial"/>
                <a:cs typeface="Arial"/>
                <a:sym typeface="Arial"/>
              </a:endParaRPr>
            </a:p>
          </p:txBody>
        </p:sp>
      </p:grpSp>
      <p:grpSp>
        <p:nvGrpSpPr>
          <p:cNvPr id="3703" name="Google Shape;3703;p99"/>
          <p:cNvGrpSpPr/>
          <p:nvPr/>
        </p:nvGrpSpPr>
        <p:grpSpPr>
          <a:xfrm>
            <a:off x="6782192" y="4053926"/>
            <a:ext cx="311810" cy="222554"/>
            <a:chOff x="1559725" y="1236375"/>
            <a:chExt cx="4454425" cy="3179350"/>
          </a:xfrm>
        </p:grpSpPr>
        <p:sp>
          <p:nvSpPr>
            <p:cNvPr id="3704" name="Google Shape;3704;p99"/>
            <p:cNvSpPr/>
            <p:nvPr/>
          </p:nvSpPr>
          <p:spPr>
            <a:xfrm>
              <a:off x="2830600" y="3149000"/>
              <a:ext cx="1912650" cy="314600"/>
            </a:xfrm>
            <a:custGeom>
              <a:rect b="b" l="l" r="r" t="t"/>
              <a:pathLst>
                <a:path extrusionOk="0" h="12584" w="76506">
                  <a:moveTo>
                    <a:pt x="1175" y="0"/>
                  </a:moveTo>
                  <a:lnTo>
                    <a:pt x="168" y="1175"/>
                  </a:lnTo>
                  <a:lnTo>
                    <a:pt x="1" y="2014"/>
                  </a:lnTo>
                  <a:lnTo>
                    <a:pt x="1" y="10402"/>
                  </a:lnTo>
                  <a:lnTo>
                    <a:pt x="168" y="11241"/>
                  </a:lnTo>
                  <a:lnTo>
                    <a:pt x="1175" y="12416"/>
                  </a:lnTo>
                  <a:lnTo>
                    <a:pt x="2014" y="12583"/>
                  </a:lnTo>
                  <a:lnTo>
                    <a:pt x="74325" y="12583"/>
                  </a:lnTo>
                  <a:lnTo>
                    <a:pt x="75164" y="12416"/>
                  </a:lnTo>
                  <a:lnTo>
                    <a:pt x="76338" y="11241"/>
                  </a:lnTo>
                  <a:lnTo>
                    <a:pt x="76506" y="10402"/>
                  </a:lnTo>
                  <a:lnTo>
                    <a:pt x="76506" y="2014"/>
                  </a:lnTo>
                  <a:lnTo>
                    <a:pt x="76338" y="1175"/>
                  </a:lnTo>
                  <a:lnTo>
                    <a:pt x="7516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05" name="Google Shape;3705;p99"/>
            <p:cNvSpPr/>
            <p:nvPr/>
          </p:nvSpPr>
          <p:spPr>
            <a:xfrm>
              <a:off x="1559725" y="1236375"/>
              <a:ext cx="4454425" cy="3179350"/>
            </a:xfrm>
            <a:custGeom>
              <a:rect b="b" l="l" r="r" t="t"/>
              <a:pathLst>
                <a:path extrusionOk="0" h="127174" w="178177">
                  <a:moveTo>
                    <a:pt x="178176" y="99994"/>
                  </a:moveTo>
                  <a:lnTo>
                    <a:pt x="178176" y="58553"/>
                  </a:lnTo>
                  <a:lnTo>
                    <a:pt x="178176" y="56205"/>
                  </a:lnTo>
                  <a:lnTo>
                    <a:pt x="177170" y="51339"/>
                  </a:lnTo>
                  <a:lnTo>
                    <a:pt x="175660" y="46809"/>
                  </a:lnTo>
                  <a:lnTo>
                    <a:pt x="173143" y="42783"/>
                  </a:lnTo>
                  <a:lnTo>
                    <a:pt x="171633" y="40769"/>
                  </a:lnTo>
                  <a:lnTo>
                    <a:pt x="144789" y="9396"/>
                  </a:lnTo>
                  <a:lnTo>
                    <a:pt x="142608" y="7215"/>
                  </a:lnTo>
                  <a:lnTo>
                    <a:pt x="138078" y="3691"/>
                  </a:lnTo>
                  <a:lnTo>
                    <a:pt x="132710" y="1342"/>
                  </a:lnTo>
                  <a:lnTo>
                    <a:pt x="127005" y="0"/>
                  </a:lnTo>
                  <a:lnTo>
                    <a:pt x="123985" y="0"/>
                  </a:lnTo>
                  <a:lnTo>
                    <a:pt x="54023" y="0"/>
                  </a:lnTo>
                  <a:lnTo>
                    <a:pt x="51171" y="0"/>
                  </a:lnTo>
                  <a:lnTo>
                    <a:pt x="45467" y="1342"/>
                  </a:lnTo>
                  <a:lnTo>
                    <a:pt x="40098" y="3691"/>
                  </a:lnTo>
                  <a:lnTo>
                    <a:pt x="35400" y="7215"/>
                  </a:lnTo>
                  <a:lnTo>
                    <a:pt x="33387" y="9396"/>
                  </a:lnTo>
                  <a:lnTo>
                    <a:pt x="6543" y="40769"/>
                  </a:lnTo>
                  <a:lnTo>
                    <a:pt x="5033" y="42783"/>
                  </a:lnTo>
                  <a:lnTo>
                    <a:pt x="2517" y="46809"/>
                  </a:lnTo>
                  <a:lnTo>
                    <a:pt x="839" y="51339"/>
                  </a:lnTo>
                  <a:lnTo>
                    <a:pt x="0" y="56205"/>
                  </a:lnTo>
                  <a:lnTo>
                    <a:pt x="0" y="58553"/>
                  </a:lnTo>
                  <a:lnTo>
                    <a:pt x="0" y="99994"/>
                  </a:lnTo>
                  <a:lnTo>
                    <a:pt x="0" y="102678"/>
                  </a:lnTo>
                  <a:lnTo>
                    <a:pt x="1175" y="108047"/>
                  </a:lnTo>
                  <a:lnTo>
                    <a:pt x="3188" y="112912"/>
                  </a:lnTo>
                  <a:lnTo>
                    <a:pt x="6040" y="117274"/>
                  </a:lnTo>
                  <a:lnTo>
                    <a:pt x="9731" y="120965"/>
                  </a:lnTo>
                  <a:lnTo>
                    <a:pt x="14093" y="123985"/>
                  </a:lnTo>
                  <a:lnTo>
                    <a:pt x="19126" y="125999"/>
                  </a:lnTo>
                  <a:lnTo>
                    <a:pt x="24327" y="127173"/>
                  </a:lnTo>
                  <a:lnTo>
                    <a:pt x="27180" y="127173"/>
                  </a:lnTo>
                  <a:lnTo>
                    <a:pt x="150997" y="127173"/>
                  </a:lnTo>
                  <a:lnTo>
                    <a:pt x="153681" y="127173"/>
                  </a:lnTo>
                  <a:lnTo>
                    <a:pt x="159050" y="125999"/>
                  </a:lnTo>
                  <a:lnTo>
                    <a:pt x="163916" y="123985"/>
                  </a:lnTo>
                  <a:lnTo>
                    <a:pt x="168278" y="120965"/>
                  </a:lnTo>
                  <a:lnTo>
                    <a:pt x="171969" y="117274"/>
                  </a:lnTo>
                  <a:lnTo>
                    <a:pt x="174989" y="112912"/>
                  </a:lnTo>
                  <a:lnTo>
                    <a:pt x="177002" y="108047"/>
                  </a:lnTo>
                  <a:lnTo>
                    <a:pt x="178009" y="102678"/>
                  </a:lnTo>
                  <a:close/>
                  <a:moveTo>
                    <a:pt x="54023" y="12583"/>
                  </a:moveTo>
                  <a:lnTo>
                    <a:pt x="50836" y="12751"/>
                  </a:lnTo>
                  <a:lnTo>
                    <a:pt x="45131" y="15435"/>
                  </a:lnTo>
                  <a:lnTo>
                    <a:pt x="42950" y="17617"/>
                  </a:lnTo>
                  <a:lnTo>
                    <a:pt x="25334" y="38253"/>
                  </a:lnTo>
                  <a:lnTo>
                    <a:pt x="26173" y="38085"/>
                  </a:lnTo>
                  <a:lnTo>
                    <a:pt x="27180" y="38085"/>
                  </a:lnTo>
                  <a:lnTo>
                    <a:pt x="150997" y="38085"/>
                  </a:lnTo>
                  <a:lnTo>
                    <a:pt x="151836" y="38085"/>
                  </a:lnTo>
                  <a:lnTo>
                    <a:pt x="152842" y="38253"/>
                  </a:lnTo>
                  <a:lnTo>
                    <a:pt x="135226" y="17617"/>
                  </a:lnTo>
                  <a:lnTo>
                    <a:pt x="132877" y="15435"/>
                  </a:lnTo>
                  <a:lnTo>
                    <a:pt x="127173" y="12751"/>
                  </a:lnTo>
                  <a:lnTo>
                    <a:pt x="123985" y="12583"/>
                  </a:lnTo>
                  <a:close/>
                  <a:moveTo>
                    <a:pt x="12583" y="65432"/>
                  </a:moveTo>
                  <a:lnTo>
                    <a:pt x="12751" y="62412"/>
                  </a:lnTo>
                  <a:lnTo>
                    <a:pt x="14932" y="57211"/>
                  </a:lnTo>
                  <a:lnTo>
                    <a:pt x="18959" y="53185"/>
                  </a:lnTo>
                  <a:lnTo>
                    <a:pt x="24160" y="51004"/>
                  </a:lnTo>
                  <a:lnTo>
                    <a:pt x="27180" y="50668"/>
                  </a:lnTo>
                  <a:lnTo>
                    <a:pt x="150997" y="50668"/>
                  </a:lnTo>
                  <a:lnTo>
                    <a:pt x="153849" y="51004"/>
                  </a:lnTo>
                  <a:lnTo>
                    <a:pt x="159218" y="53185"/>
                  </a:lnTo>
                  <a:lnTo>
                    <a:pt x="163077" y="57211"/>
                  </a:lnTo>
                  <a:lnTo>
                    <a:pt x="165426" y="62412"/>
                  </a:lnTo>
                  <a:lnTo>
                    <a:pt x="165593" y="65432"/>
                  </a:lnTo>
                  <a:lnTo>
                    <a:pt x="165593" y="99994"/>
                  </a:lnTo>
                  <a:lnTo>
                    <a:pt x="165426" y="102846"/>
                  </a:lnTo>
                  <a:lnTo>
                    <a:pt x="163077" y="108215"/>
                  </a:lnTo>
                  <a:lnTo>
                    <a:pt x="159218" y="112241"/>
                  </a:lnTo>
                  <a:lnTo>
                    <a:pt x="153849" y="114422"/>
                  </a:lnTo>
                  <a:lnTo>
                    <a:pt x="150997" y="114590"/>
                  </a:lnTo>
                  <a:lnTo>
                    <a:pt x="27180" y="114590"/>
                  </a:lnTo>
                  <a:lnTo>
                    <a:pt x="24160" y="114422"/>
                  </a:lnTo>
                  <a:lnTo>
                    <a:pt x="18959" y="112241"/>
                  </a:lnTo>
                  <a:lnTo>
                    <a:pt x="14932" y="108215"/>
                  </a:lnTo>
                  <a:lnTo>
                    <a:pt x="12751" y="102846"/>
                  </a:lnTo>
                  <a:lnTo>
                    <a:pt x="12583" y="9999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706" name="Google Shape;3706;p99"/>
          <p:cNvGrpSpPr/>
          <p:nvPr/>
        </p:nvGrpSpPr>
        <p:grpSpPr>
          <a:xfrm>
            <a:off x="1175140" y="3249460"/>
            <a:ext cx="435197" cy="444078"/>
            <a:chOff x="1245150" y="238125"/>
            <a:chExt cx="5138100" cy="5242950"/>
          </a:xfrm>
        </p:grpSpPr>
        <p:sp>
          <p:nvSpPr>
            <p:cNvPr id="3707" name="Google Shape;3707;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08" name="Google Shape;3708;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09" name="Google Shape;3709;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10" name="Google Shape;3710;p99"/>
            <p:cNvSpPr/>
            <p:nvPr/>
          </p:nvSpPr>
          <p:spPr>
            <a:xfrm>
              <a:off x="1245150" y="3908175"/>
              <a:ext cx="5138100"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ORGADMIN</a:t>
              </a:r>
              <a:endParaRPr sz="500">
                <a:solidFill>
                  <a:srgbClr val="252525"/>
                </a:solidFill>
                <a:latin typeface="Arial"/>
                <a:ea typeface="Arial"/>
                <a:cs typeface="Arial"/>
                <a:sym typeface="Arial"/>
              </a:endParaRPr>
            </a:p>
          </p:txBody>
        </p:sp>
      </p:grpSp>
      <p:grpSp>
        <p:nvGrpSpPr>
          <p:cNvPr id="3711" name="Google Shape;3711;p99"/>
          <p:cNvGrpSpPr/>
          <p:nvPr/>
        </p:nvGrpSpPr>
        <p:grpSpPr>
          <a:xfrm>
            <a:off x="5182664" y="3249460"/>
            <a:ext cx="342118" cy="444078"/>
            <a:chOff x="1819775" y="238125"/>
            <a:chExt cx="4039175" cy="5242950"/>
          </a:xfrm>
        </p:grpSpPr>
        <p:sp>
          <p:nvSpPr>
            <p:cNvPr id="3712" name="Google Shape;3712;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13" name="Google Shape;3713;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14" name="Google Shape;3714;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15" name="Google Shape;3715;p99"/>
            <p:cNvSpPr/>
            <p:nvPr/>
          </p:nvSpPr>
          <p:spPr>
            <a:xfrm>
              <a:off x="1819775" y="3908175"/>
              <a:ext cx="4039175" cy="1572900"/>
            </a:xfrm>
            <a:custGeom>
              <a:rect b="b" l="l" r="r" t="t"/>
              <a:pathLst>
                <a:path extrusionOk="0" h="62916" w="161567">
                  <a:moveTo>
                    <a:pt x="14764" y="0"/>
                  </a:moveTo>
                  <a:lnTo>
                    <a:pt x="11744" y="168"/>
                  </a:lnTo>
                  <a:lnTo>
                    <a:pt x="6376" y="2349"/>
                  </a:lnTo>
                  <a:lnTo>
                    <a:pt x="2349" y="6376"/>
                  </a:lnTo>
                  <a:lnTo>
                    <a:pt x="168" y="11745"/>
                  </a:lnTo>
                  <a:lnTo>
                    <a:pt x="0" y="14765"/>
                  </a:lnTo>
                  <a:lnTo>
                    <a:pt x="0" y="48319"/>
                  </a:lnTo>
                  <a:lnTo>
                    <a:pt x="168" y="51172"/>
                  </a:lnTo>
                  <a:lnTo>
                    <a:pt x="2349" y="56540"/>
                  </a:lnTo>
                  <a:lnTo>
                    <a:pt x="6376" y="60567"/>
                  </a:lnTo>
                  <a:lnTo>
                    <a:pt x="11744" y="62748"/>
                  </a:lnTo>
                  <a:lnTo>
                    <a:pt x="14764" y="62916"/>
                  </a:lnTo>
                  <a:lnTo>
                    <a:pt x="146803" y="62916"/>
                  </a:lnTo>
                  <a:lnTo>
                    <a:pt x="149823" y="62748"/>
                  </a:lnTo>
                  <a:lnTo>
                    <a:pt x="155024" y="60567"/>
                  </a:lnTo>
                  <a:lnTo>
                    <a:pt x="159050" y="56540"/>
                  </a:lnTo>
                  <a:lnTo>
                    <a:pt x="161231" y="51172"/>
                  </a:lnTo>
                  <a:lnTo>
                    <a:pt x="161567" y="48319"/>
                  </a:lnTo>
                  <a:lnTo>
                    <a:pt x="161567" y="14765"/>
                  </a:lnTo>
                  <a:lnTo>
                    <a:pt x="161231" y="11745"/>
                  </a:lnTo>
                  <a:lnTo>
                    <a:pt x="159050" y="6376"/>
                  </a:lnTo>
                  <a:lnTo>
                    <a:pt x="155024" y="2349"/>
                  </a:lnTo>
                  <a:lnTo>
                    <a:pt x="149823" y="168"/>
                  </a:lnTo>
                  <a:lnTo>
                    <a:pt x="14680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PUBLIC</a:t>
              </a:r>
              <a:endParaRPr sz="500">
                <a:solidFill>
                  <a:srgbClr val="252525"/>
                </a:solidFill>
                <a:latin typeface="Arial"/>
                <a:ea typeface="Arial"/>
                <a:cs typeface="Arial"/>
                <a:sym typeface="Arial"/>
              </a:endParaRPr>
            </a:p>
          </p:txBody>
        </p:sp>
      </p:grpSp>
      <p:grpSp>
        <p:nvGrpSpPr>
          <p:cNvPr id="3716" name="Google Shape;3716;p99"/>
          <p:cNvGrpSpPr/>
          <p:nvPr/>
        </p:nvGrpSpPr>
        <p:grpSpPr>
          <a:xfrm>
            <a:off x="445114" y="3249469"/>
            <a:ext cx="310855" cy="387947"/>
            <a:chOff x="1979150" y="552700"/>
            <a:chExt cx="3670075" cy="4580250"/>
          </a:xfrm>
        </p:grpSpPr>
        <p:sp>
          <p:nvSpPr>
            <p:cNvPr id="3717" name="Google Shape;3717;p99"/>
            <p:cNvSpPr/>
            <p:nvPr/>
          </p:nvSpPr>
          <p:spPr>
            <a:xfrm>
              <a:off x="3359100" y="2079425"/>
              <a:ext cx="914400" cy="914400"/>
            </a:xfrm>
            <a:custGeom>
              <a:rect b="b" l="l" r="r" t="t"/>
              <a:pathLst>
                <a:path extrusionOk="0" h="36576" w="36576">
                  <a:moveTo>
                    <a:pt x="18288" y="1"/>
                  </a:moveTo>
                  <a:lnTo>
                    <a:pt x="14597" y="169"/>
                  </a:lnTo>
                  <a:lnTo>
                    <a:pt x="7886" y="3021"/>
                  </a:lnTo>
                  <a:lnTo>
                    <a:pt x="3020" y="7886"/>
                  </a:lnTo>
                  <a:lnTo>
                    <a:pt x="168" y="14429"/>
                  </a:lnTo>
                  <a:lnTo>
                    <a:pt x="0" y="18288"/>
                  </a:lnTo>
                  <a:lnTo>
                    <a:pt x="168" y="21979"/>
                  </a:lnTo>
                  <a:lnTo>
                    <a:pt x="3020" y="28523"/>
                  </a:lnTo>
                  <a:lnTo>
                    <a:pt x="7886" y="33556"/>
                  </a:lnTo>
                  <a:lnTo>
                    <a:pt x="14597" y="36240"/>
                  </a:lnTo>
                  <a:lnTo>
                    <a:pt x="18288" y="36576"/>
                  </a:lnTo>
                  <a:lnTo>
                    <a:pt x="21979" y="36240"/>
                  </a:lnTo>
                  <a:lnTo>
                    <a:pt x="28522" y="33556"/>
                  </a:lnTo>
                  <a:lnTo>
                    <a:pt x="33555" y="28523"/>
                  </a:lnTo>
                  <a:lnTo>
                    <a:pt x="36240" y="21979"/>
                  </a:lnTo>
                  <a:lnTo>
                    <a:pt x="36575" y="18288"/>
                  </a:lnTo>
                  <a:lnTo>
                    <a:pt x="36240" y="14429"/>
                  </a:lnTo>
                  <a:lnTo>
                    <a:pt x="33555" y="7886"/>
                  </a:lnTo>
                  <a:lnTo>
                    <a:pt x="28522" y="3021"/>
                  </a:lnTo>
                  <a:lnTo>
                    <a:pt x="21979" y="169"/>
                  </a:lnTo>
                  <a:lnTo>
                    <a:pt x="18288"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sp>
          <p:nvSpPr>
            <p:cNvPr id="3718" name="Google Shape;3718;p99"/>
            <p:cNvSpPr/>
            <p:nvPr/>
          </p:nvSpPr>
          <p:spPr>
            <a:xfrm>
              <a:off x="2893525" y="3308375"/>
              <a:ext cx="1832950" cy="910200"/>
            </a:xfrm>
            <a:custGeom>
              <a:rect b="b" l="l" r="r" t="t"/>
              <a:pathLst>
                <a:path extrusionOk="0" h="36408" w="73318">
                  <a:moveTo>
                    <a:pt x="36575" y="1"/>
                  </a:moveTo>
                  <a:lnTo>
                    <a:pt x="32381" y="169"/>
                  </a:lnTo>
                  <a:lnTo>
                    <a:pt x="24831" y="1511"/>
                  </a:lnTo>
                  <a:lnTo>
                    <a:pt x="18456" y="4027"/>
                  </a:lnTo>
                  <a:lnTo>
                    <a:pt x="13255" y="7551"/>
                  </a:lnTo>
                  <a:lnTo>
                    <a:pt x="8892" y="11577"/>
                  </a:lnTo>
                  <a:lnTo>
                    <a:pt x="5537" y="16107"/>
                  </a:lnTo>
                  <a:lnTo>
                    <a:pt x="1846" y="22986"/>
                  </a:lnTo>
                  <a:lnTo>
                    <a:pt x="336" y="27348"/>
                  </a:lnTo>
                  <a:lnTo>
                    <a:pt x="0" y="29193"/>
                  </a:lnTo>
                  <a:lnTo>
                    <a:pt x="839" y="32381"/>
                  </a:lnTo>
                  <a:lnTo>
                    <a:pt x="3020" y="34898"/>
                  </a:lnTo>
                  <a:lnTo>
                    <a:pt x="6208" y="36240"/>
                  </a:lnTo>
                  <a:lnTo>
                    <a:pt x="8221" y="36408"/>
                  </a:lnTo>
                  <a:lnTo>
                    <a:pt x="65265" y="36408"/>
                  </a:lnTo>
                  <a:lnTo>
                    <a:pt x="67110" y="36240"/>
                  </a:lnTo>
                  <a:lnTo>
                    <a:pt x="70298" y="34898"/>
                  </a:lnTo>
                  <a:lnTo>
                    <a:pt x="72647" y="32381"/>
                  </a:lnTo>
                  <a:lnTo>
                    <a:pt x="73318" y="29193"/>
                  </a:lnTo>
                  <a:lnTo>
                    <a:pt x="72982" y="27348"/>
                  </a:lnTo>
                  <a:lnTo>
                    <a:pt x="71640" y="22986"/>
                  </a:lnTo>
                  <a:lnTo>
                    <a:pt x="67781" y="16107"/>
                  </a:lnTo>
                  <a:lnTo>
                    <a:pt x="64426" y="11577"/>
                  </a:lnTo>
                  <a:lnTo>
                    <a:pt x="60064" y="7551"/>
                  </a:lnTo>
                  <a:lnTo>
                    <a:pt x="54695" y="4027"/>
                  </a:lnTo>
                  <a:lnTo>
                    <a:pt x="48319" y="1511"/>
                  </a:lnTo>
                  <a:lnTo>
                    <a:pt x="40769" y="169"/>
                  </a:lnTo>
                  <a:lnTo>
                    <a:pt x="3657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sp>
          <p:nvSpPr>
            <p:cNvPr id="3719" name="Google Shape;3719;p99"/>
            <p:cNvSpPr/>
            <p:nvPr/>
          </p:nvSpPr>
          <p:spPr>
            <a:xfrm>
              <a:off x="1979150" y="552700"/>
              <a:ext cx="3670075" cy="4580250"/>
            </a:xfrm>
            <a:custGeom>
              <a:rect b="b" l="l" r="r" t="t"/>
              <a:pathLst>
                <a:path extrusionOk="0" h="183210" w="146803">
                  <a:moveTo>
                    <a:pt x="66942" y="0"/>
                  </a:moveTo>
                  <a:lnTo>
                    <a:pt x="66942" y="24160"/>
                  </a:lnTo>
                  <a:lnTo>
                    <a:pt x="30535" y="24160"/>
                  </a:lnTo>
                  <a:lnTo>
                    <a:pt x="27516" y="24327"/>
                  </a:lnTo>
                  <a:lnTo>
                    <a:pt x="21476" y="25502"/>
                  </a:lnTo>
                  <a:lnTo>
                    <a:pt x="15939" y="27851"/>
                  </a:lnTo>
                  <a:lnTo>
                    <a:pt x="11074" y="31206"/>
                  </a:lnTo>
                  <a:lnTo>
                    <a:pt x="6879" y="35400"/>
                  </a:lnTo>
                  <a:lnTo>
                    <a:pt x="3524" y="40266"/>
                  </a:lnTo>
                  <a:lnTo>
                    <a:pt x="1175" y="45802"/>
                  </a:lnTo>
                  <a:lnTo>
                    <a:pt x="1" y="51675"/>
                  </a:lnTo>
                  <a:lnTo>
                    <a:pt x="1" y="54862"/>
                  </a:lnTo>
                  <a:lnTo>
                    <a:pt x="1" y="152507"/>
                  </a:lnTo>
                  <a:lnTo>
                    <a:pt x="1" y="155695"/>
                  </a:lnTo>
                  <a:lnTo>
                    <a:pt x="1175" y="161734"/>
                  </a:lnTo>
                  <a:lnTo>
                    <a:pt x="3524" y="167103"/>
                  </a:lnTo>
                  <a:lnTo>
                    <a:pt x="6879" y="172136"/>
                  </a:lnTo>
                  <a:lnTo>
                    <a:pt x="11074" y="176163"/>
                  </a:lnTo>
                  <a:lnTo>
                    <a:pt x="15939" y="179518"/>
                  </a:lnTo>
                  <a:lnTo>
                    <a:pt x="21476" y="181867"/>
                  </a:lnTo>
                  <a:lnTo>
                    <a:pt x="27516" y="183042"/>
                  </a:lnTo>
                  <a:lnTo>
                    <a:pt x="30535" y="183210"/>
                  </a:lnTo>
                  <a:lnTo>
                    <a:pt x="116100" y="183210"/>
                  </a:lnTo>
                  <a:lnTo>
                    <a:pt x="119120" y="183042"/>
                  </a:lnTo>
                  <a:lnTo>
                    <a:pt x="125160" y="181867"/>
                  </a:lnTo>
                  <a:lnTo>
                    <a:pt x="130697" y="179518"/>
                  </a:lnTo>
                  <a:lnTo>
                    <a:pt x="135562" y="176163"/>
                  </a:lnTo>
                  <a:lnTo>
                    <a:pt x="139756" y="172136"/>
                  </a:lnTo>
                  <a:lnTo>
                    <a:pt x="143112" y="167103"/>
                  </a:lnTo>
                  <a:lnTo>
                    <a:pt x="145461" y="161734"/>
                  </a:lnTo>
                  <a:lnTo>
                    <a:pt x="146635" y="155695"/>
                  </a:lnTo>
                  <a:lnTo>
                    <a:pt x="146803" y="152507"/>
                  </a:lnTo>
                  <a:lnTo>
                    <a:pt x="146803" y="54862"/>
                  </a:lnTo>
                  <a:lnTo>
                    <a:pt x="146635" y="51675"/>
                  </a:lnTo>
                  <a:lnTo>
                    <a:pt x="145461" y="45802"/>
                  </a:lnTo>
                  <a:lnTo>
                    <a:pt x="143112" y="40266"/>
                  </a:lnTo>
                  <a:lnTo>
                    <a:pt x="139756" y="35400"/>
                  </a:lnTo>
                  <a:lnTo>
                    <a:pt x="135562" y="31206"/>
                  </a:lnTo>
                  <a:lnTo>
                    <a:pt x="130697" y="27851"/>
                  </a:lnTo>
                  <a:lnTo>
                    <a:pt x="125160" y="25502"/>
                  </a:lnTo>
                  <a:lnTo>
                    <a:pt x="119120" y="24327"/>
                  </a:lnTo>
                  <a:lnTo>
                    <a:pt x="116100" y="24160"/>
                  </a:lnTo>
                  <a:lnTo>
                    <a:pt x="79526" y="24160"/>
                  </a:lnTo>
                  <a:lnTo>
                    <a:pt x="79526" y="0"/>
                  </a:lnTo>
                  <a:close/>
                  <a:moveTo>
                    <a:pt x="12584" y="54862"/>
                  </a:moveTo>
                  <a:lnTo>
                    <a:pt x="12751" y="51171"/>
                  </a:lnTo>
                  <a:lnTo>
                    <a:pt x="15436" y="44796"/>
                  </a:lnTo>
                  <a:lnTo>
                    <a:pt x="20469" y="39763"/>
                  </a:lnTo>
                  <a:lnTo>
                    <a:pt x="26844" y="37078"/>
                  </a:lnTo>
                  <a:lnTo>
                    <a:pt x="30535" y="36743"/>
                  </a:lnTo>
                  <a:lnTo>
                    <a:pt x="116100" y="36743"/>
                  </a:lnTo>
                  <a:lnTo>
                    <a:pt x="119791" y="37078"/>
                  </a:lnTo>
                  <a:lnTo>
                    <a:pt x="126167" y="39763"/>
                  </a:lnTo>
                  <a:lnTo>
                    <a:pt x="131200" y="44796"/>
                  </a:lnTo>
                  <a:lnTo>
                    <a:pt x="133884" y="51171"/>
                  </a:lnTo>
                  <a:lnTo>
                    <a:pt x="134220" y="54862"/>
                  </a:lnTo>
                  <a:lnTo>
                    <a:pt x="134220" y="152507"/>
                  </a:lnTo>
                  <a:lnTo>
                    <a:pt x="133884" y="156198"/>
                  </a:lnTo>
                  <a:lnTo>
                    <a:pt x="131200" y="162741"/>
                  </a:lnTo>
                  <a:lnTo>
                    <a:pt x="126167" y="167607"/>
                  </a:lnTo>
                  <a:lnTo>
                    <a:pt x="119791" y="170459"/>
                  </a:lnTo>
                  <a:lnTo>
                    <a:pt x="116100" y="170626"/>
                  </a:lnTo>
                  <a:lnTo>
                    <a:pt x="30535" y="170626"/>
                  </a:lnTo>
                  <a:lnTo>
                    <a:pt x="26844" y="170459"/>
                  </a:lnTo>
                  <a:lnTo>
                    <a:pt x="20469" y="167607"/>
                  </a:lnTo>
                  <a:lnTo>
                    <a:pt x="15436" y="162741"/>
                  </a:lnTo>
                  <a:lnTo>
                    <a:pt x="12751" y="156198"/>
                  </a:lnTo>
                  <a:lnTo>
                    <a:pt x="12584" y="152507"/>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grpSp>
      <p:grpSp>
        <p:nvGrpSpPr>
          <p:cNvPr id="3720" name="Google Shape;3720;p99"/>
          <p:cNvGrpSpPr/>
          <p:nvPr/>
        </p:nvGrpSpPr>
        <p:grpSpPr>
          <a:xfrm>
            <a:off x="1895311" y="3249460"/>
            <a:ext cx="579247" cy="444078"/>
            <a:chOff x="394791" y="238125"/>
            <a:chExt cx="6838811" cy="5242951"/>
          </a:xfrm>
        </p:grpSpPr>
        <p:sp>
          <p:nvSpPr>
            <p:cNvPr id="3721" name="Google Shape;3721;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2" name="Google Shape;3722;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3" name="Google Shape;3723;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4" name="Google Shape;3724;p99"/>
            <p:cNvSpPr/>
            <p:nvPr/>
          </p:nvSpPr>
          <p:spPr>
            <a:xfrm>
              <a:off x="394791" y="3908176"/>
              <a:ext cx="6838811"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ACCOUNTADMIN</a:t>
              </a:r>
              <a:endParaRPr sz="500">
                <a:solidFill>
                  <a:srgbClr val="252525"/>
                </a:solidFill>
                <a:latin typeface="Arial"/>
                <a:ea typeface="Arial"/>
                <a:cs typeface="Arial"/>
                <a:sym typeface="Arial"/>
              </a:endParaRPr>
            </a:p>
          </p:txBody>
        </p:sp>
      </p:grpSp>
      <p:grpSp>
        <p:nvGrpSpPr>
          <p:cNvPr id="3725" name="Google Shape;3725;p99"/>
          <p:cNvGrpSpPr/>
          <p:nvPr/>
        </p:nvGrpSpPr>
        <p:grpSpPr>
          <a:xfrm>
            <a:off x="2703625" y="3249460"/>
            <a:ext cx="565887" cy="444078"/>
            <a:chOff x="414430" y="238125"/>
            <a:chExt cx="6681071" cy="5242951"/>
          </a:xfrm>
        </p:grpSpPr>
        <p:sp>
          <p:nvSpPr>
            <p:cNvPr id="3726" name="Google Shape;3726;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7" name="Google Shape;3727;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8" name="Google Shape;3728;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29" name="Google Shape;3729;p99"/>
            <p:cNvSpPr/>
            <p:nvPr/>
          </p:nvSpPr>
          <p:spPr>
            <a:xfrm>
              <a:off x="414430" y="3908176"/>
              <a:ext cx="6681071"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SECURITYADMIN</a:t>
              </a:r>
              <a:endParaRPr sz="500">
                <a:solidFill>
                  <a:srgbClr val="252525"/>
                </a:solidFill>
                <a:latin typeface="Arial"/>
                <a:ea typeface="Arial"/>
                <a:cs typeface="Arial"/>
                <a:sym typeface="Arial"/>
              </a:endParaRPr>
            </a:p>
          </p:txBody>
        </p:sp>
      </p:grpSp>
      <p:grpSp>
        <p:nvGrpSpPr>
          <p:cNvPr id="3730" name="Google Shape;3730;p99"/>
          <p:cNvGrpSpPr/>
          <p:nvPr/>
        </p:nvGrpSpPr>
        <p:grpSpPr>
          <a:xfrm>
            <a:off x="3549133" y="3249460"/>
            <a:ext cx="435197" cy="444078"/>
            <a:chOff x="1245150" y="238125"/>
            <a:chExt cx="5138100" cy="5242950"/>
          </a:xfrm>
        </p:grpSpPr>
        <p:sp>
          <p:nvSpPr>
            <p:cNvPr id="3731" name="Google Shape;3731;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2" name="Google Shape;3732;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3" name="Google Shape;3733;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4" name="Google Shape;3734;p99"/>
            <p:cNvSpPr/>
            <p:nvPr/>
          </p:nvSpPr>
          <p:spPr>
            <a:xfrm>
              <a:off x="1245150" y="3908175"/>
              <a:ext cx="5138100"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USERADMIN</a:t>
              </a:r>
              <a:endParaRPr sz="500">
                <a:solidFill>
                  <a:srgbClr val="252525"/>
                </a:solidFill>
                <a:latin typeface="Arial"/>
                <a:ea typeface="Arial"/>
                <a:cs typeface="Arial"/>
                <a:sym typeface="Arial"/>
              </a:endParaRPr>
            </a:p>
          </p:txBody>
        </p:sp>
      </p:grpSp>
      <p:grpSp>
        <p:nvGrpSpPr>
          <p:cNvPr id="3735" name="Google Shape;3735;p99"/>
          <p:cNvGrpSpPr/>
          <p:nvPr/>
        </p:nvGrpSpPr>
        <p:grpSpPr>
          <a:xfrm>
            <a:off x="4343928" y="3249460"/>
            <a:ext cx="435197" cy="444078"/>
            <a:chOff x="1245150" y="238125"/>
            <a:chExt cx="5138100" cy="5242950"/>
          </a:xfrm>
        </p:grpSpPr>
        <p:sp>
          <p:nvSpPr>
            <p:cNvPr id="3736" name="Google Shape;3736;p99"/>
            <p:cNvSpPr/>
            <p:nvPr/>
          </p:nvSpPr>
          <p:spPr>
            <a:xfrm>
              <a:off x="3514275" y="1303475"/>
              <a:ext cx="641775" cy="641775"/>
            </a:xfrm>
            <a:custGeom>
              <a:rect b="b" l="l" r="r" t="t"/>
              <a:pathLst>
                <a:path extrusionOk="0" h="25671" w="25671">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7" name="Google Shape;3737;p99"/>
            <p:cNvSpPr/>
            <p:nvPr/>
          </p:nvSpPr>
          <p:spPr>
            <a:xfrm>
              <a:off x="3191325" y="2163325"/>
              <a:ext cx="1279300" cy="637575"/>
            </a:xfrm>
            <a:custGeom>
              <a:rect b="b" l="l" r="r" t="t"/>
              <a:pathLst>
                <a:path extrusionOk="0" h="25503" w="51172">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8" name="Google Shape;3738;p99"/>
            <p:cNvSpPr/>
            <p:nvPr/>
          </p:nvSpPr>
          <p:spPr>
            <a:xfrm>
              <a:off x="2503450" y="238125"/>
              <a:ext cx="2659250" cy="3250650"/>
            </a:xfrm>
            <a:custGeom>
              <a:rect b="b" l="l" r="r" t="t"/>
              <a:pathLst>
                <a:path extrusionOk="0" h="130026" w="10637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39" name="Google Shape;3739;p99"/>
            <p:cNvSpPr/>
            <p:nvPr/>
          </p:nvSpPr>
          <p:spPr>
            <a:xfrm>
              <a:off x="1245150" y="3908175"/>
              <a:ext cx="5138100"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SYSADMIN</a:t>
              </a:r>
              <a:endParaRPr sz="500">
                <a:solidFill>
                  <a:srgbClr val="252525"/>
                </a:solidFill>
                <a:latin typeface="Arial"/>
                <a:ea typeface="Arial"/>
                <a:cs typeface="Arial"/>
                <a:sym typeface="Arial"/>
              </a:endParaRPr>
            </a:p>
          </p:txBody>
        </p:sp>
      </p:grpSp>
      <p:sp>
        <p:nvSpPr>
          <p:cNvPr id="3740" name="Google Shape;3740;p99"/>
          <p:cNvSpPr txBox="1"/>
          <p:nvPr/>
        </p:nvSpPr>
        <p:spPr>
          <a:xfrm>
            <a:off x="436247" y="3692109"/>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Role</a:t>
            </a:r>
            <a:endParaRPr sz="600">
              <a:solidFill>
                <a:srgbClr val="11567F"/>
              </a:solidFill>
              <a:latin typeface="Arial"/>
              <a:ea typeface="Arial"/>
              <a:cs typeface="Arial"/>
              <a:sym typeface="Arial"/>
            </a:endParaRPr>
          </a:p>
        </p:txBody>
      </p:sp>
      <p:grpSp>
        <p:nvGrpSpPr>
          <p:cNvPr id="3741" name="Google Shape;3741;p99"/>
          <p:cNvGrpSpPr/>
          <p:nvPr/>
        </p:nvGrpSpPr>
        <p:grpSpPr>
          <a:xfrm>
            <a:off x="445778" y="4053888"/>
            <a:ext cx="353997" cy="354330"/>
            <a:chOff x="1190625" y="238125"/>
            <a:chExt cx="5228900" cy="5233825"/>
          </a:xfrm>
        </p:grpSpPr>
        <p:sp>
          <p:nvSpPr>
            <p:cNvPr id="3742" name="Google Shape;3742;p99"/>
            <p:cNvSpPr/>
            <p:nvPr/>
          </p:nvSpPr>
          <p:spPr>
            <a:xfrm>
              <a:off x="2113075" y="1249350"/>
              <a:ext cx="2219825" cy="370000"/>
            </a:xfrm>
            <a:custGeom>
              <a:rect b="b" l="l" r="r" t="t"/>
              <a:pathLst>
                <a:path extrusionOk="0" h="14800" w="88793">
                  <a:moveTo>
                    <a:pt x="1579" y="1"/>
                  </a:moveTo>
                  <a:lnTo>
                    <a:pt x="197" y="1382"/>
                  </a:lnTo>
                  <a:lnTo>
                    <a:pt x="0" y="2369"/>
                  </a:lnTo>
                  <a:lnTo>
                    <a:pt x="0" y="12234"/>
                  </a:lnTo>
                  <a:lnTo>
                    <a:pt x="197" y="13221"/>
                  </a:lnTo>
                  <a:lnTo>
                    <a:pt x="1579" y="14602"/>
                  </a:lnTo>
                  <a:lnTo>
                    <a:pt x="2565" y="14800"/>
                  </a:lnTo>
                  <a:lnTo>
                    <a:pt x="86425" y="14800"/>
                  </a:lnTo>
                  <a:lnTo>
                    <a:pt x="87411" y="14602"/>
                  </a:lnTo>
                  <a:lnTo>
                    <a:pt x="88793" y="13221"/>
                  </a:lnTo>
                  <a:lnTo>
                    <a:pt x="88793" y="12234"/>
                  </a:lnTo>
                  <a:lnTo>
                    <a:pt x="88793" y="2369"/>
                  </a:lnTo>
                  <a:lnTo>
                    <a:pt x="88793" y="1382"/>
                  </a:lnTo>
                  <a:lnTo>
                    <a:pt x="87411"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43" name="Google Shape;3743;p99"/>
            <p:cNvSpPr/>
            <p:nvPr/>
          </p:nvSpPr>
          <p:spPr>
            <a:xfrm>
              <a:off x="2113075" y="2152075"/>
              <a:ext cx="2219825" cy="370000"/>
            </a:xfrm>
            <a:custGeom>
              <a:rect b="b" l="l" r="r" t="t"/>
              <a:pathLst>
                <a:path extrusionOk="0" h="14800" w="88793">
                  <a:moveTo>
                    <a:pt x="2565" y="1"/>
                  </a:moveTo>
                  <a:lnTo>
                    <a:pt x="1579" y="198"/>
                  </a:lnTo>
                  <a:lnTo>
                    <a:pt x="197" y="1579"/>
                  </a:lnTo>
                  <a:lnTo>
                    <a:pt x="0" y="2566"/>
                  </a:lnTo>
                  <a:lnTo>
                    <a:pt x="0" y="12432"/>
                  </a:lnTo>
                  <a:lnTo>
                    <a:pt x="197" y="13418"/>
                  </a:lnTo>
                  <a:lnTo>
                    <a:pt x="1579" y="14799"/>
                  </a:lnTo>
                  <a:lnTo>
                    <a:pt x="87411" y="14799"/>
                  </a:lnTo>
                  <a:lnTo>
                    <a:pt x="88793" y="13418"/>
                  </a:lnTo>
                  <a:lnTo>
                    <a:pt x="88793" y="12432"/>
                  </a:lnTo>
                  <a:lnTo>
                    <a:pt x="88793" y="2566"/>
                  </a:lnTo>
                  <a:lnTo>
                    <a:pt x="88793" y="1579"/>
                  </a:lnTo>
                  <a:lnTo>
                    <a:pt x="87411" y="198"/>
                  </a:lnTo>
                  <a:lnTo>
                    <a:pt x="86425"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44" name="Google Shape;3744;p99"/>
            <p:cNvSpPr/>
            <p:nvPr/>
          </p:nvSpPr>
          <p:spPr>
            <a:xfrm>
              <a:off x="2113075" y="3035075"/>
              <a:ext cx="1287500" cy="370000"/>
            </a:xfrm>
            <a:custGeom>
              <a:rect b="b" l="l" r="r" t="t"/>
              <a:pathLst>
                <a:path extrusionOk="0" h="14800" w="51500">
                  <a:moveTo>
                    <a:pt x="2565" y="0"/>
                  </a:moveTo>
                  <a:lnTo>
                    <a:pt x="1579" y="198"/>
                  </a:lnTo>
                  <a:lnTo>
                    <a:pt x="197" y="1382"/>
                  </a:lnTo>
                  <a:lnTo>
                    <a:pt x="0" y="2368"/>
                  </a:lnTo>
                  <a:lnTo>
                    <a:pt x="0" y="12234"/>
                  </a:lnTo>
                  <a:lnTo>
                    <a:pt x="197" y="13221"/>
                  </a:lnTo>
                  <a:lnTo>
                    <a:pt x="1579" y="14602"/>
                  </a:lnTo>
                  <a:lnTo>
                    <a:pt x="2565" y="14799"/>
                  </a:lnTo>
                  <a:lnTo>
                    <a:pt x="48935" y="14799"/>
                  </a:lnTo>
                  <a:lnTo>
                    <a:pt x="49921" y="14602"/>
                  </a:lnTo>
                  <a:lnTo>
                    <a:pt x="51302" y="13221"/>
                  </a:lnTo>
                  <a:lnTo>
                    <a:pt x="51500" y="12234"/>
                  </a:lnTo>
                  <a:lnTo>
                    <a:pt x="51500" y="2368"/>
                  </a:lnTo>
                  <a:lnTo>
                    <a:pt x="51302" y="1382"/>
                  </a:lnTo>
                  <a:lnTo>
                    <a:pt x="49921" y="198"/>
                  </a:lnTo>
                  <a:lnTo>
                    <a:pt x="48935" y="0"/>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745" name="Google Shape;3745;p99"/>
            <p:cNvSpPr/>
            <p:nvPr/>
          </p:nvSpPr>
          <p:spPr>
            <a:xfrm>
              <a:off x="1190625" y="238125"/>
              <a:ext cx="5228900" cy="5233825"/>
            </a:xfrm>
            <a:custGeom>
              <a:rect b="b" l="l" r="r" t="t"/>
              <a:pathLst>
                <a:path extrusionOk="0" h="209353" w="209156">
                  <a:moveTo>
                    <a:pt x="0" y="39858"/>
                  </a:moveTo>
                  <a:lnTo>
                    <a:pt x="0" y="154696"/>
                  </a:lnTo>
                  <a:lnTo>
                    <a:pt x="197" y="158840"/>
                  </a:lnTo>
                  <a:lnTo>
                    <a:pt x="1579" y="166535"/>
                  </a:lnTo>
                  <a:lnTo>
                    <a:pt x="4341" y="173638"/>
                  </a:lnTo>
                  <a:lnTo>
                    <a:pt x="8287" y="179953"/>
                  </a:lnTo>
                  <a:lnTo>
                    <a:pt x="13023" y="185477"/>
                  </a:lnTo>
                  <a:lnTo>
                    <a:pt x="18745" y="189621"/>
                  </a:lnTo>
                  <a:lnTo>
                    <a:pt x="25257" y="192778"/>
                  </a:lnTo>
                  <a:lnTo>
                    <a:pt x="32163" y="194357"/>
                  </a:lnTo>
                  <a:lnTo>
                    <a:pt x="35912" y="194357"/>
                  </a:lnTo>
                  <a:lnTo>
                    <a:pt x="127072" y="194357"/>
                  </a:lnTo>
                  <a:lnTo>
                    <a:pt x="129045" y="194357"/>
                  </a:lnTo>
                  <a:lnTo>
                    <a:pt x="131215" y="194159"/>
                  </a:lnTo>
                  <a:lnTo>
                    <a:pt x="137332" y="199882"/>
                  </a:lnTo>
                  <a:lnTo>
                    <a:pt x="143252" y="203828"/>
                  </a:lnTo>
                  <a:lnTo>
                    <a:pt x="147001" y="206196"/>
                  </a:lnTo>
                  <a:lnTo>
                    <a:pt x="150158" y="207577"/>
                  </a:lnTo>
                  <a:lnTo>
                    <a:pt x="153315" y="208958"/>
                  </a:lnTo>
                  <a:lnTo>
                    <a:pt x="156867" y="209353"/>
                  </a:lnTo>
                  <a:lnTo>
                    <a:pt x="160616" y="208958"/>
                  </a:lnTo>
                  <a:lnTo>
                    <a:pt x="163575" y="207577"/>
                  </a:lnTo>
                  <a:lnTo>
                    <a:pt x="166930" y="206196"/>
                  </a:lnTo>
                  <a:lnTo>
                    <a:pt x="170679" y="203828"/>
                  </a:lnTo>
                  <a:lnTo>
                    <a:pt x="174625" y="201263"/>
                  </a:lnTo>
                  <a:lnTo>
                    <a:pt x="183110" y="193765"/>
                  </a:lnTo>
                  <a:lnTo>
                    <a:pt x="187451" y="189029"/>
                  </a:lnTo>
                  <a:lnTo>
                    <a:pt x="191594" y="183899"/>
                  </a:lnTo>
                  <a:lnTo>
                    <a:pt x="199487" y="171468"/>
                  </a:lnTo>
                  <a:lnTo>
                    <a:pt x="205406" y="156275"/>
                  </a:lnTo>
                  <a:lnTo>
                    <a:pt x="208169" y="143054"/>
                  </a:lnTo>
                  <a:lnTo>
                    <a:pt x="209155" y="133386"/>
                  </a:lnTo>
                  <a:lnTo>
                    <a:pt x="209155" y="128256"/>
                  </a:lnTo>
                  <a:lnTo>
                    <a:pt x="209155" y="126677"/>
                  </a:lnTo>
                  <a:lnTo>
                    <a:pt x="207971" y="123915"/>
                  </a:lnTo>
                  <a:lnTo>
                    <a:pt x="205998" y="121942"/>
                  </a:lnTo>
                  <a:lnTo>
                    <a:pt x="203236" y="120758"/>
                  </a:lnTo>
                  <a:lnTo>
                    <a:pt x="201855" y="120758"/>
                  </a:lnTo>
                  <a:lnTo>
                    <a:pt x="199684" y="120560"/>
                  </a:lnTo>
                  <a:lnTo>
                    <a:pt x="194554" y="119376"/>
                  </a:lnTo>
                  <a:lnTo>
                    <a:pt x="186069" y="115430"/>
                  </a:lnTo>
                  <a:lnTo>
                    <a:pt x="179953" y="111484"/>
                  </a:lnTo>
                  <a:lnTo>
                    <a:pt x="169297" y="103788"/>
                  </a:lnTo>
                  <a:lnTo>
                    <a:pt x="162786" y="97869"/>
                  </a:lnTo>
                  <a:lnTo>
                    <a:pt x="162786" y="39858"/>
                  </a:lnTo>
                  <a:lnTo>
                    <a:pt x="162786" y="35714"/>
                  </a:lnTo>
                  <a:lnTo>
                    <a:pt x="161207" y="27822"/>
                  </a:lnTo>
                  <a:lnTo>
                    <a:pt x="158445" y="20718"/>
                  </a:lnTo>
                  <a:lnTo>
                    <a:pt x="154696" y="14404"/>
                  </a:lnTo>
                  <a:lnTo>
                    <a:pt x="149763" y="9077"/>
                  </a:lnTo>
                  <a:lnTo>
                    <a:pt x="144041" y="4736"/>
                  </a:lnTo>
                  <a:lnTo>
                    <a:pt x="137727" y="1776"/>
                  </a:lnTo>
                  <a:lnTo>
                    <a:pt x="130623" y="197"/>
                  </a:lnTo>
                  <a:lnTo>
                    <a:pt x="126874" y="0"/>
                  </a:lnTo>
                  <a:lnTo>
                    <a:pt x="35912" y="0"/>
                  </a:lnTo>
                  <a:lnTo>
                    <a:pt x="32163" y="197"/>
                  </a:lnTo>
                  <a:lnTo>
                    <a:pt x="25059" y="1776"/>
                  </a:lnTo>
                  <a:lnTo>
                    <a:pt x="18745" y="4933"/>
                  </a:lnTo>
                  <a:lnTo>
                    <a:pt x="13023" y="9077"/>
                  </a:lnTo>
                  <a:lnTo>
                    <a:pt x="8090" y="14601"/>
                  </a:lnTo>
                  <a:lnTo>
                    <a:pt x="4341" y="20916"/>
                  </a:lnTo>
                  <a:lnTo>
                    <a:pt x="1579" y="28019"/>
                  </a:lnTo>
                  <a:lnTo>
                    <a:pt x="197" y="35912"/>
                  </a:lnTo>
                  <a:close/>
                  <a:moveTo>
                    <a:pt x="133978" y="111484"/>
                  </a:moveTo>
                  <a:lnTo>
                    <a:pt x="141870" y="105959"/>
                  </a:lnTo>
                  <a:lnTo>
                    <a:pt x="147987" y="100829"/>
                  </a:lnTo>
                  <a:lnTo>
                    <a:pt x="147790" y="39858"/>
                  </a:lnTo>
                  <a:lnTo>
                    <a:pt x="147790" y="36898"/>
                  </a:lnTo>
                  <a:lnTo>
                    <a:pt x="146803" y="31768"/>
                  </a:lnTo>
                  <a:lnTo>
                    <a:pt x="144041" y="25059"/>
                  </a:lnTo>
                  <a:lnTo>
                    <a:pt x="138121" y="18745"/>
                  </a:lnTo>
                  <a:lnTo>
                    <a:pt x="130821" y="15193"/>
                  </a:lnTo>
                  <a:lnTo>
                    <a:pt x="126874" y="14996"/>
                  </a:lnTo>
                  <a:lnTo>
                    <a:pt x="35912" y="14996"/>
                  </a:lnTo>
                  <a:lnTo>
                    <a:pt x="31965" y="15391"/>
                  </a:lnTo>
                  <a:lnTo>
                    <a:pt x="24665" y="18745"/>
                  </a:lnTo>
                  <a:lnTo>
                    <a:pt x="18745" y="25256"/>
                  </a:lnTo>
                  <a:lnTo>
                    <a:pt x="15983" y="31965"/>
                  </a:lnTo>
                  <a:lnTo>
                    <a:pt x="14996" y="37095"/>
                  </a:lnTo>
                  <a:lnTo>
                    <a:pt x="14996" y="39858"/>
                  </a:lnTo>
                  <a:lnTo>
                    <a:pt x="14996" y="154696"/>
                  </a:lnTo>
                  <a:lnTo>
                    <a:pt x="14996" y="157458"/>
                  </a:lnTo>
                  <a:lnTo>
                    <a:pt x="15983" y="162589"/>
                  </a:lnTo>
                  <a:lnTo>
                    <a:pt x="18942" y="169297"/>
                  </a:lnTo>
                  <a:lnTo>
                    <a:pt x="24862" y="175809"/>
                  </a:lnTo>
                  <a:lnTo>
                    <a:pt x="32163" y="179163"/>
                  </a:lnTo>
                  <a:lnTo>
                    <a:pt x="35912" y="179558"/>
                  </a:lnTo>
                  <a:lnTo>
                    <a:pt x="119179" y="179361"/>
                  </a:lnTo>
                  <a:lnTo>
                    <a:pt x="116219" y="174625"/>
                  </a:lnTo>
                  <a:lnTo>
                    <a:pt x="110892" y="163378"/>
                  </a:lnTo>
                  <a:lnTo>
                    <a:pt x="106945" y="150552"/>
                  </a:lnTo>
                  <a:lnTo>
                    <a:pt x="104775" y="136148"/>
                  </a:lnTo>
                  <a:lnTo>
                    <a:pt x="104578" y="128256"/>
                  </a:lnTo>
                  <a:lnTo>
                    <a:pt x="104775" y="126677"/>
                  </a:lnTo>
                  <a:lnTo>
                    <a:pt x="105762" y="123915"/>
                  </a:lnTo>
                  <a:lnTo>
                    <a:pt x="106748" y="122928"/>
                  </a:lnTo>
                  <a:lnTo>
                    <a:pt x="107932" y="121942"/>
                  </a:lnTo>
                  <a:lnTo>
                    <a:pt x="110694" y="120758"/>
                  </a:lnTo>
                  <a:lnTo>
                    <a:pt x="112076" y="120758"/>
                  </a:lnTo>
                  <a:lnTo>
                    <a:pt x="114246" y="120560"/>
                  </a:lnTo>
                  <a:lnTo>
                    <a:pt x="119179" y="119376"/>
                  </a:lnTo>
                  <a:lnTo>
                    <a:pt x="127861" y="115430"/>
                  </a:lnTo>
                  <a:close/>
                  <a:moveTo>
                    <a:pt x="137727" y="179361"/>
                  </a:moveTo>
                  <a:lnTo>
                    <a:pt x="134570" y="175414"/>
                  </a:lnTo>
                  <a:lnTo>
                    <a:pt x="128650" y="166338"/>
                  </a:lnTo>
                  <a:lnTo>
                    <a:pt x="123717" y="155091"/>
                  </a:lnTo>
                  <a:lnTo>
                    <a:pt x="120560" y="142068"/>
                  </a:lnTo>
                  <a:lnTo>
                    <a:pt x="119771" y="134767"/>
                  </a:lnTo>
                  <a:lnTo>
                    <a:pt x="125888" y="132991"/>
                  </a:lnTo>
                  <a:lnTo>
                    <a:pt x="137135" y="127269"/>
                  </a:lnTo>
                  <a:lnTo>
                    <a:pt x="142265" y="123915"/>
                  </a:lnTo>
                  <a:lnTo>
                    <a:pt x="150552" y="118193"/>
                  </a:lnTo>
                  <a:lnTo>
                    <a:pt x="156867" y="112668"/>
                  </a:lnTo>
                  <a:lnTo>
                    <a:pt x="163378" y="118193"/>
                  </a:lnTo>
                  <a:lnTo>
                    <a:pt x="171665" y="123915"/>
                  </a:lnTo>
                  <a:lnTo>
                    <a:pt x="176598" y="127269"/>
                  </a:lnTo>
                  <a:lnTo>
                    <a:pt x="188043" y="132991"/>
                  </a:lnTo>
                  <a:lnTo>
                    <a:pt x="194159" y="134767"/>
                  </a:lnTo>
                  <a:lnTo>
                    <a:pt x="193370" y="142068"/>
                  </a:lnTo>
                  <a:lnTo>
                    <a:pt x="190016" y="155091"/>
                  </a:lnTo>
                  <a:lnTo>
                    <a:pt x="185280" y="166338"/>
                  </a:lnTo>
                  <a:lnTo>
                    <a:pt x="179361" y="175414"/>
                  </a:lnTo>
                  <a:lnTo>
                    <a:pt x="176204" y="179361"/>
                  </a:lnTo>
                  <a:lnTo>
                    <a:pt x="172455" y="183307"/>
                  </a:lnTo>
                  <a:lnTo>
                    <a:pt x="165746" y="189226"/>
                  </a:lnTo>
                  <a:lnTo>
                    <a:pt x="162589" y="191200"/>
                  </a:lnTo>
                  <a:lnTo>
                    <a:pt x="159826" y="192975"/>
                  </a:lnTo>
                  <a:lnTo>
                    <a:pt x="157656" y="193962"/>
                  </a:lnTo>
                  <a:lnTo>
                    <a:pt x="157458" y="193962"/>
                  </a:lnTo>
                  <a:lnTo>
                    <a:pt x="157064" y="194159"/>
                  </a:lnTo>
                  <a:lnTo>
                    <a:pt x="157064" y="194159"/>
                  </a:lnTo>
                  <a:lnTo>
                    <a:pt x="156867" y="194159"/>
                  </a:lnTo>
                  <a:lnTo>
                    <a:pt x="156669" y="194159"/>
                  </a:lnTo>
                  <a:lnTo>
                    <a:pt x="156077" y="193962"/>
                  </a:lnTo>
                  <a:lnTo>
                    <a:pt x="154104" y="192975"/>
                  </a:lnTo>
                  <a:lnTo>
                    <a:pt x="151342" y="191200"/>
                  </a:lnTo>
                  <a:lnTo>
                    <a:pt x="148185" y="189226"/>
                  </a:lnTo>
                  <a:lnTo>
                    <a:pt x="141279" y="183307"/>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3746" name="Google Shape;3746;p99"/>
          <p:cNvGrpSpPr/>
          <p:nvPr/>
        </p:nvGrpSpPr>
        <p:grpSpPr>
          <a:xfrm>
            <a:off x="1134065" y="4053906"/>
            <a:ext cx="517396" cy="444002"/>
            <a:chOff x="682361" y="238125"/>
            <a:chExt cx="6051412" cy="5193010"/>
          </a:xfrm>
        </p:grpSpPr>
        <p:sp>
          <p:nvSpPr>
            <p:cNvPr id="3747" name="Google Shape;3747;p99"/>
            <p:cNvSpPr/>
            <p:nvPr/>
          </p:nvSpPr>
          <p:spPr>
            <a:xfrm>
              <a:off x="682361" y="3873185"/>
              <a:ext cx="6051412" cy="1557950"/>
            </a:xfrm>
            <a:custGeom>
              <a:rect b="b" l="l" r="r" t="t"/>
              <a:pathLst>
                <a:path extrusionOk="0" h="62318" w="164184">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ROW ACCESS</a:t>
              </a:r>
              <a:endParaRPr b="1" sz="500">
                <a:solidFill>
                  <a:srgbClr val="FFFFFF"/>
                </a:solidFill>
                <a:latin typeface="Arial"/>
                <a:ea typeface="Arial"/>
                <a:cs typeface="Arial"/>
                <a:sym typeface="Arial"/>
              </a:endParaRPr>
            </a:p>
          </p:txBody>
        </p:sp>
        <p:sp>
          <p:nvSpPr>
            <p:cNvPr id="3748" name="Google Shape;3748;p99"/>
            <p:cNvSpPr/>
            <p:nvPr/>
          </p:nvSpPr>
          <p:spPr>
            <a:xfrm>
              <a:off x="2902225" y="915275"/>
              <a:ext cx="1611950" cy="257600"/>
            </a:xfrm>
            <a:custGeom>
              <a:rect b="b" l="l" r="r" t="t"/>
              <a:pathLst>
                <a:path extrusionOk="0" h="10304" w="64478">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49" name="Google Shape;3749;p99"/>
            <p:cNvSpPr/>
            <p:nvPr/>
          </p:nvSpPr>
          <p:spPr>
            <a:xfrm>
              <a:off x="2902225" y="1484450"/>
              <a:ext cx="1611950" cy="261750"/>
            </a:xfrm>
            <a:custGeom>
              <a:rect b="b" l="l" r="r" t="t"/>
              <a:pathLst>
                <a:path extrusionOk="0" h="10470" w="64478">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50" name="Google Shape;3750;p99"/>
            <p:cNvSpPr/>
            <p:nvPr/>
          </p:nvSpPr>
          <p:spPr>
            <a:xfrm>
              <a:off x="2902225" y="2057750"/>
              <a:ext cx="830925" cy="257600"/>
            </a:xfrm>
            <a:custGeom>
              <a:rect b="b" l="l" r="r" t="t"/>
              <a:pathLst>
                <a:path extrusionOk="0" h="10304" w="33237">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51" name="Google Shape;3751;p99"/>
            <p:cNvSpPr/>
            <p:nvPr/>
          </p:nvSpPr>
          <p:spPr>
            <a:xfrm>
              <a:off x="2229225" y="238125"/>
              <a:ext cx="3269550" cy="3506350"/>
            </a:xfrm>
            <a:custGeom>
              <a:rect b="b" l="l" r="r" t="t"/>
              <a:pathLst>
                <a:path extrusionOk="0" h="140254" w="130782">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752" name="Google Shape;3752;p99"/>
          <p:cNvGrpSpPr/>
          <p:nvPr/>
        </p:nvGrpSpPr>
        <p:grpSpPr>
          <a:xfrm>
            <a:off x="1990598" y="4053906"/>
            <a:ext cx="388740" cy="444002"/>
            <a:chOff x="1434830" y="238125"/>
            <a:chExt cx="4546665" cy="5193004"/>
          </a:xfrm>
        </p:grpSpPr>
        <p:sp>
          <p:nvSpPr>
            <p:cNvPr id="3753" name="Google Shape;3753;p99"/>
            <p:cNvSpPr/>
            <p:nvPr/>
          </p:nvSpPr>
          <p:spPr>
            <a:xfrm>
              <a:off x="1434830" y="3873179"/>
              <a:ext cx="4546665" cy="1557950"/>
            </a:xfrm>
            <a:custGeom>
              <a:rect b="b" l="l" r="r" t="t"/>
              <a:pathLst>
                <a:path extrusionOk="0" h="62318" w="164184">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SESSION</a:t>
              </a:r>
              <a:endParaRPr b="1" sz="500">
                <a:solidFill>
                  <a:srgbClr val="FFFFFF"/>
                </a:solidFill>
                <a:latin typeface="Arial"/>
                <a:ea typeface="Arial"/>
                <a:cs typeface="Arial"/>
                <a:sym typeface="Arial"/>
              </a:endParaRPr>
            </a:p>
          </p:txBody>
        </p:sp>
        <p:sp>
          <p:nvSpPr>
            <p:cNvPr id="3754" name="Google Shape;3754;p99"/>
            <p:cNvSpPr/>
            <p:nvPr/>
          </p:nvSpPr>
          <p:spPr>
            <a:xfrm>
              <a:off x="2902225" y="915275"/>
              <a:ext cx="1611950" cy="257600"/>
            </a:xfrm>
            <a:custGeom>
              <a:rect b="b" l="l" r="r" t="t"/>
              <a:pathLst>
                <a:path extrusionOk="0" h="10304" w="64478">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55" name="Google Shape;3755;p99"/>
            <p:cNvSpPr/>
            <p:nvPr/>
          </p:nvSpPr>
          <p:spPr>
            <a:xfrm>
              <a:off x="2902225" y="1484450"/>
              <a:ext cx="1611950" cy="261750"/>
            </a:xfrm>
            <a:custGeom>
              <a:rect b="b" l="l" r="r" t="t"/>
              <a:pathLst>
                <a:path extrusionOk="0" h="10470" w="64478">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56" name="Google Shape;3756;p99"/>
            <p:cNvSpPr/>
            <p:nvPr/>
          </p:nvSpPr>
          <p:spPr>
            <a:xfrm>
              <a:off x="2902225" y="2057750"/>
              <a:ext cx="830925" cy="257600"/>
            </a:xfrm>
            <a:custGeom>
              <a:rect b="b" l="l" r="r" t="t"/>
              <a:pathLst>
                <a:path extrusionOk="0" h="10304" w="33237">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57" name="Google Shape;3757;p99"/>
            <p:cNvSpPr/>
            <p:nvPr/>
          </p:nvSpPr>
          <p:spPr>
            <a:xfrm>
              <a:off x="2229225" y="238125"/>
              <a:ext cx="3269550" cy="3506350"/>
            </a:xfrm>
            <a:custGeom>
              <a:rect b="b" l="l" r="r" t="t"/>
              <a:pathLst>
                <a:path extrusionOk="0" h="140254" w="130782">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758" name="Google Shape;3758;p99"/>
          <p:cNvGrpSpPr/>
          <p:nvPr/>
        </p:nvGrpSpPr>
        <p:grpSpPr>
          <a:xfrm>
            <a:off x="2792231" y="4053906"/>
            <a:ext cx="388740" cy="444002"/>
            <a:chOff x="1434830" y="238125"/>
            <a:chExt cx="4546665" cy="5193004"/>
          </a:xfrm>
        </p:grpSpPr>
        <p:sp>
          <p:nvSpPr>
            <p:cNvPr id="3759" name="Google Shape;3759;p99"/>
            <p:cNvSpPr/>
            <p:nvPr/>
          </p:nvSpPr>
          <p:spPr>
            <a:xfrm>
              <a:off x="1434830" y="3873179"/>
              <a:ext cx="4546665" cy="1557950"/>
            </a:xfrm>
            <a:custGeom>
              <a:rect b="b" l="l" r="r" t="t"/>
              <a:pathLst>
                <a:path extrusionOk="0" h="62318" w="164184">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NETWORK</a:t>
              </a:r>
              <a:endParaRPr b="1" sz="500">
                <a:solidFill>
                  <a:srgbClr val="FFFFFF"/>
                </a:solidFill>
                <a:latin typeface="Arial"/>
                <a:ea typeface="Arial"/>
                <a:cs typeface="Arial"/>
                <a:sym typeface="Arial"/>
              </a:endParaRPr>
            </a:p>
          </p:txBody>
        </p:sp>
        <p:sp>
          <p:nvSpPr>
            <p:cNvPr id="3760" name="Google Shape;3760;p99"/>
            <p:cNvSpPr/>
            <p:nvPr/>
          </p:nvSpPr>
          <p:spPr>
            <a:xfrm>
              <a:off x="2902225" y="915275"/>
              <a:ext cx="1611950" cy="257600"/>
            </a:xfrm>
            <a:custGeom>
              <a:rect b="b" l="l" r="r" t="t"/>
              <a:pathLst>
                <a:path extrusionOk="0" h="10304" w="64478">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1" name="Google Shape;3761;p99"/>
            <p:cNvSpPr/>
            <p:nvPr/>
          </p:nvSpPr>
          <p:spPr>
            <a:xfrm>
              <a:off x="2902225" y="1484450"/>
              <a:ext cx="1611950" cy="261750"/>
            </a:xfrm>
            <a:custGeom>
              <a:rect b="b" l="l" r="r" t="t"/>
              <a:pathLst>
                <a:path extrusionOk="0" h="10470" w="64478">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2" name="Google Shape;3762;p99"/>
            <p:cNvSpPr/>
            <p:nvPr/>
          </p:nvSpPr>
          <p:spPr>
            <a:xfrm>
              <a:off x="2902225" y="2057750"/>
              <a:ext cx="830925" cy="257600"/>
            </a:xfrm>
            <a:custGeom>
              <a:rect b="b" l="l" r="r" t="t"/>
              <a:pathLst>
                <a:path extrusionOk="0" h="10304" w="33237">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3" name="Google Shape;3763;p99"/>
            <p:cNvSpPr/>
            <p:nvPr/>
          </p:nvSpPr>
          <p:spPr>
            <a:xfrm>
              <a:off x="2229225" y="238125"/>
              <a:ext cx="3269550" cy="3506350"/>
            </a:xfrm>
            <a:custGeom>
              <a:rect b="b" l="l" r="r" t="t"/>
              <a:pathLst>
                <a:path extrusionOk="0" h="140254" w="130782">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764" name="Google Shape;3764;p99"/>
          <p:cNvGrpSpPr/>
          <p:nvPr/>
        </p:nvGrpSpPr>
        <p:grpSpPr>
          <a:xfrm>
            <a:off x="3572394" y="4053906"/>
            <a:ext cx="388740" cy="444002"/>
            <a:chOff x="1434830" y="238125"/>
            <a:chExt cx="4546665" cy="5193004"/>
          </a:xfrm>
        </p:grpSpPr>
        <p:sp>
          <p:nvSpPr>
            <p:cNvPr id="3765" name="Google Shape;3765;p99"/>
            <p:cNvSpPr/>
            <p:nvPr/>
          </p:nvSpPr>
          <p:spPr>
            <a:xfrm>
              <a:off x="1434830" y="3873179"/>
              <a:ext cx="4546665" cy="1557950"/>
            </a:xfrm>
            <a:custGeom>
              <a:rect b="b" l="l" r="r" t="t"/>
              <a:pathLst>
                <a:path extrusionOk="0" h="62318" w="164184">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MASKING</a:t>
              </a:r>
              <a:endParaRPr b="1" sz="500">
                <a:solidFill>
                  <a:srgbClr val="FFFFFF"/>
                </a:solidFill>
                <a:latin typeface="Arial"/>
                <a:ea typeface="Arial"/>
                <a:cs typeface="Arial"/>
                <a:sym typeface="Arial"/>
              </a:endParaRPr>
            </a:p>
          </p:txBody>
        </p:sp>
        <p:sp>
          <p:nvSpPr>
            <p:cNvPr id="3766" name="Google Shape;3766;p99"/>
            <p:cNvSpPr/>
            <p:nvPr/>
          </p:nvSpPr>
          <p:spPr>
            <a:xfrm>
              <a:off x="2902225" y="915275"/>
              <a:ext cx="1611950" cy="257600"/>
            </a:xfrm>
            <a:custGeom>
              <a:rect b="b" l="l" r="r" t="t"/>
              <a:pathLst>
                <a:path extrusionOk="0" h="10304" w="64478">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7" name="Google Shape;3767;p99"/>
            <p:cNvSpPr/>
            <p:nvPr/>
          </p:nvSpPr>
          <p:spPr>
            <a:xfrm>
              <a:off x="2902225" y="1484450"/>
              <a:ext cx="1611950" cy="261750"/>
            </a:xfrm>
            <a:custGeom>
              <a:rect b="b" l="l" r="r" t="t"/>
              <a:pathLst>
                <a:path extrusionOk="0" h="10470" w="64478">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8" name="Google Shape;3768;p99"/>
            <p:cNvSpPr/>
            <p:nvPr/>
          </p:nvSpPr>
          <p:spPr>
            <a:xfrm>
              <a:off x="2902225" y="2057750"/>
              <a:ext cx="830925" cy="257600"/>
            </a:xfrm>
            <a:custGeom>
              <a:rect b="b" l="l" r="r" t="t"/>
              <a:pathLst>
                <a:path extrusionOk="0" h="10304" w="33237">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69" name="Google Shape;3769;p99"/>
            <p:cNvSpPr/>
            <p:nvPr/>
          </p:nvSpPr>
          <p:spPr>
            <a:xfrm>
              <a:off x="2229225" y="238125"/>
              <a:ext cx="3269550" cy="3506350"/>
            </a:xfrm>
            <a:custGeom>
              <a:rect b="b" l="l" r="r" t="t"/>
              <a:pathLst>
                <a:path extrusionOk="0" h="140254" w="130782">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3770" name="Google Shape;3770;p99"/>
          <p:cNvSpPr txBox="1"/>
          <p:nvPr/>
        </p:nvSpPr>
        <p:spPr>
          <a:xfrm>
            <a:off x="436247" y="4467568"/>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Policy</a:t>
            </a:r>
            <a:endParaRPr sz="600">
              <a:solidFill>
                <a:srgbClr val="11567F"/>
              </a:solidFill>
              <a:latin typeface="Arial"/>
              <a:ea typeface="Arial"/>
              <a:cs typeface="Arial"/>
              <a:sym typeface="Arial"/>
            </a:endParaRPr>
          </a:p>
        </p:txBody>
      </p:sp>
      <p:grpSp>
        <p:nvGrpSpPr>
          <p:cNvPr id="3771" name="Google Shape;3771;p99"/>
          <p:cNvGrpSpPr/>
          <p:nvPr/>
        </p:nvGrpSpPr>
        <p:grpSpPr>
          <a:xfrm>
            <a:off x="5879822" y="4053905"/>
            <a:ext cx="532177" cy="399509"/>
            <a:chOff x="331251" y="292650"/>
            <a:chExt cx="6911384" cy="5188423"/>
          </a:xfrm>
        </p:grpSpPr>
        <p:sp>
          <p:nvSpPr>
            <p:cNvPr id="3772" name="Google Shape;3772;p99"/>
            <p:cNvSpPr/>
            <p:nvPr/>
          </p:nvSpPr>
          <p:spPr>
            <a:xfrm>
              <a:off x="331251" y="4172423"/>
              <a:ext cx="6911384" cy="1308650"/>
            </a:xfrm>
            <a:custGeom>
              <a:rect b="b" l="l" r="r" t="t"/>
              <a:pathLst>
                <a:path extrusionOk="0" h="52346" w="207705">
                  <a:moveTo>
                    <a:pt x="14764" y="0"/>
                  </a:moveTo>
                  <a:lnTo>
                    <a:pt x="11744" y="168"/>
                  </a:lnTo>
                  <a:lnTo>
                    <a:pt x="6375" y="2349"/>
                  </a:lnTo>
                  <a:lnTo>
                    <a:pt x="2349" y="6376"/>
                  </a:lnTo>
                  <a:lnTo>
                    <a:pt x="168" y="11577"/>
                  </a:lnTo>
                  <a:lnTo>
                    <a:pt x="0" y="14597"/>
                  </a:lnTo>
                  <a:lnTo>
                    <a:pt x="0" y="37749"/>
                  </a:lnTo>
                  <a:lnTo>
                    <a:pt x="168" y="40602"/>
                  </a:lnTo>
                  <a:lnTo>
                    <a:pt x="2349" y="45970"/>
                  </a:lnTo>
                  <a:lnTo>
                    <a:pt x="6375" y="49997"/>
                  </a:lnTo>
                  <a:lnTo>
                    <a:pt x="11744" y="52178"/>
                  </a:lnTo>
                  <a:lnTo>
                    <a:pt x="14764" y="52346"/>
                  </a:lnTo>
                  <a:lnTo>
                    <a:pt x="192940" y="52346"/>
                  </a:lnTo>
                  <a:lnTo>
                    <a:pt x="195960" y="52178"/>
                  </a:lnTo>
                  <a:lnTo>
                    <a:pt x="201161" y="49997"/>
                  </a:lnTo>
                  <a:lnTo>
                    <a:pt x="205188" y="45970"/>
                  </a:lnTo>
                  <a:lnTo>
                    <a:pt x="207369" y="40602"/>
                  </a:lnTo>
                  <a:lnTo>
                    <a:pt x="207704" y="37749"/>
                  </a:lnTo>
                  <a:lnTo>
                    <a:pt x="207704" y="14597"/>
                  </a:lnTo>
                  <a:lnTo>
                    <a:pt x="207369" y="11577"/>
                  </a:lnTo>
                  <a:lnTo>
                    <a:pt x="205188" y="6376"/>
                  </a:lnTo>
                  <a:lnTo>
                    <a:pt x="201161" y="2349"/>
                  </a:lnTo>
                  <a:lnTo>
                    <a:pt x="195960" y="168"/>
                  </a:lnTo>
                  <a:lnTo>
                    <a:pt x="19294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MATERIALIZED</a:t>
              </a:r>
              <a:endParaRPr sz="500">
                <a:solidFill>
                  <a:srgbClr val="252525"/>
                </a:solidFill>
                <a:latin typeface="Arial"/>
                <a:ea typeface="Arial"/>
                <a:cs typeface="Arial"/>
                <a:sym typeface="Arial"/>
              </a:endParaRPr>
            </a:p>
          </p:txBody>
        </p:sp>
        <p:sp>
          <p:nvSpPr>
            <p:cNvPr id="3773" name="Google Shape;3773;p99"/>
            <p:cNvSpPr/>
            <p:nvPr/>
          </p:nvSpPr>
          <p:spPr>
            <a:xfrm>
              <a:off x="1664575" y="292650"/>
              <a:ext cx="4278275" cy="3670075"/>
            </a:xfrm>
            <a:custGeom>
              <a:rect b="b" l="l" r="r" t="t"/>
              <a:pathLst>
                <a:path extrusionOk="0" h="146803" w="171131">
                  <a:moveTo>
                    <a:pt x="0" y="27179"/>
                  </a:moveTo>
                  <a:lnTo>
                    <a:pt x="0" y="24327"/>
                  </a:lnTo>
                  <a:lnTo>
                    <a:pt x="1175" y="19126"/>
                  </a:lnTo>
                  <a:lnTo>
                    <a:pt x="3188" y="14093"/>
                  </a:lnTo>
                  <a:lnTo>
                    <a:pt x="6040" y="9731"/>
                  </a:lnTo>
                  <a:lnTo>
                    <a:pt x="9731" y="6040"/>
                  </a:lnTo>
                  <a:lnTo>
                    <a:pt x="14094" y="3188"/>
                  </a:lnTo>
                  <a:lnTo>
                    <a:pt x="19127" y="1174"/>
                  </a:lnTo>
                  <a:lnTo>
                    <a:pt x="24328" y="0"/>
                  </a:lnTo>
                  <a:lnTo>
                    <a:pt x="27180" y="0"/>
                  </a:lnTo>
                  <a:lnTo>
                    <a:pt x="107208" y="0"/>
                  </a:lnTo>
                  <a:lnTo>
                    <a:pt x="110060" y="0"/>
                  </a:lnTo>
                  <a:lnTo>
                    <a:pt x="115429" y="1174"/>
                  </a:lnTo>
                  <a:lnTo>
                    <a:pt x="120295" y="3188"/>
                  </a:lnTo>
                  <a:lnTo>
                    <a:pt x="124657" y="6040"/>
                  </a:lnTo>
                  <a:lnTo>
                    <a:pt x="128348" y="9731"/>
                  </a:lnTo>
                  <a:lnTo>
                    <a:pt x="131200" y="14093"/>
                  </a:lnTo>
                  <a:lnTo>
                    <a:pt x="133381" y="19126"/>
                  </a:lnTo>
                  <a:lnTo>
                    <a:pt x="134388" y="24327"/>
                  </a:lnTo>
                  <a:lnTo>
                    <a:pt x="134555" y="27179"/>
                  </a:lnTo>
                  <a:lnTo>
                    <a:pt x="134555" y="36575"/>
                  </a:lnTo>
                  <a:lnTo>
                    <a:pt x="143783" y="36575"/>
                  </a:lnTo>
                  <a:lnTo>
                    <a:pt x="146635" y="36575"/>
                  </a:lnTo>
                  <a:lnTo>
                    <a:pt x="152004" y="37749"/>
                  </a:lnTo>
                  <a:lnTo>
                    <a:pt x="156869" y="39763"/>
                  </a:lnTo>
                  <a:lnTo>
                    <a:pt x="161232" y="42782"/>
                  </a:lnTo>
                  <a:lnTo>
                    <a:pt x="164923" y="46474"/>
                  </a:lnTo>
                  <a:lnTo>
                    <a:pt x="167942" y="50836"/>
                  </a:lnTo>
                  <a:lnTo>
                    <a:pt x="169956" y="55701"/>
                  </a:lnTo>
                  <a:lnTo>
                    <a:pt x="170962" y="60902"/>
                  </a:lnTo>
                  <a:lnTo>
                    <a:pt x="171130" y="63754"/>
                  </a:lnTo>
                  <a:lnTo>
                    <a:pt x="171130" y="119455"/>
                  </a:lnTo>
                  <a:lnTo>
                    <a:pt x="170962" y="122307"/>
                  </a:lnTo>
                  <a:lnTo>
                    <a:pt x="169956" y="127508"/>
                  </a:lnTo>
                  <a:lnTo>
                    <a:pt x="167942" y="132542"/>
                  </a:lnTo>
                  <a:lnTo>
                    <a:pt x="164923" y="136904"/>
                  </a:lnTo>
                  <a:lnTo>
                    <a:pt x="161232" y="140595"/>
                  </a:lnTo>
                  <a:lnTo>
                    <a:pt x="156869" y="143447"/>
                  </a:lnTo>
                  <a:lnTo>
                    <a:pt x="152004" y="145460"/>
                  </a:lnTo>
                  <a:lnTo>
                    <a:pt x="146635" y="146635"/>
                  </a:lnTo>
                  <a:lnTo>
                    <a:pt x="143783" y="146803"/>
                  </a:lnTo>
                  <a:lnTo>
                    <a:pt x="63755" y="146803"/>
                  </a:lnTo>
                  <a:lnTo>
                    <a:pt x="60903" y="146635"/>
                  </a:lnTo>
                  <a:lnTo>
                    <a:pt x="55702" y="145460"/>
                  </a:lnTo>
                  <a:lnTo>
                    <a:pt x="50836" y="143447"/>
                  </a:lnTo>
                  <a:lnTo>
                    <a:pt x="46474" y="140595"/>
                  </a:lnTo>
                  <a:lnTo>
                    <a:pt x="42783" y="136904"/>
                  </a:lnTo>
                  <a:lnTo>
                    <a:pt x="39763" y="132542"/>
                  </a:lnTo>
                  <a:lnTo>
                    <a:pt x="37750" y="127508"/>
                  </a:lnTo>
                  <a:lnTo>
                    <a:pt x="36575" y="122307"/>
                  </a:lnTo>
                  <a:lnTo>
                    <a:pt x="36575" y="119455"/>
                  </a:lnTo>
                  <a:lnTo>
                    <a:pt x="36575" y="110060"/>
                  </a:lnTo>
                  <a:lnTo>
                    <a:pt x="27180" y="110060"/>
                  </a:lnTo>
                  <a:lnTo>
                    <a:pt x="24328" y="110060"/>
                  </a:lnTo>
                  <a:lnTo>
                    <a:pt x="19127" y="108886"/>
                  </a:lnTo>
                  <a:lnTo>
                    <a:pt x="14094" y="106872"/>
                  </a:lnTo>
                  <a:lnTo>
                    <a:pt x="9731" y="103852"/>
                  </a:lnTo>
                  <a:lnTo>
                    <a:pt x="6040" y="100161"/>
                  </a:lnTo>
                  <a:lnTo>
                    <a:pt x="3188" y="95799"/>
                  </a:lnTo>
                  <a:lnTo>
                    <a:pt x="1175" y="90934"/>
                  </a:lnTo>
                  <a:lnTo>
                    <a:pt x="0" y="85733"/>
                  </a:lnTo>
                  <a:lnTo>
                    <a:pt x="0" y="82881"/>
                  </a:lnTo>
                  <a:close/>
                  <a:moveTo>
                    <a:pt x="121972" y="27179"/>
                  </a:moveTo>
                  <a:lnTo>
                    <a:pt x="121972" y="36575"/>
                  </a:lnTo>
                  <a:lnTo>
                    <a:pt x="63755" y="36575"/>
                  </a:lnTo>
                  <a:lnTo>
                    <a:pt x="60903" y="36575"/>
                  </a:lnTo>
                  <a:lnTo>
                    <a:pt x="55702" y="37749"/>
                  </a:lnTo>
                  <a:lnTo>
                    <a:pt x="50836" y="39763"/>
                  </a:lnTo>
                  <a:lnTo>
                    <a:pt x="46474" y="42782"/>
                  </a:lnTo>
                  <a:lnTo>
                    <a:pt x="42783" y="46474"/>
                  </a:lnTo>
                  <a:lnTo>
                    <a:pt x="39763" y="50836"/>
                  </a:lnTo>
                  <a:lnTo>
                    <a:pt x="37750" y="55701"/>
                  </a:lnTo>
                  <a:lnTo>
                    <a:pt x="36575" y="60902"/>
                  </a:lnTo>
                  <a:lnTo>
                    <a:pt x="36575" y="63754"/>
                  </a:lnTo>
                  <a:lnTo>
                    <a:pt x="36575" y="97477"/>
                  </a:lnTo>
                  <a:lnTo>
                    <a:pt x="27180" y="97477"/>
                  </a:lnTo>
                  <a:lnTo>
                    <a:pt x="24160" y="97309"/>
                  </a:lnTo>
                  <a:lnTo>
                    <a:pt x="18959" y="95128"/>
                  </a:lnTo>
                  <a:lnTo>
                    <a:pt x="14932" y="91101"/>
                  </a:lnTo>
                  <a:lnTo>
                    <a:pt x="12751" y="85900"/>
                  </a:lnTo>
                  <a:lnTo>
                    <a:pt x="12584" y="82881"/>
                  </a:lnTo>
                  <a:lnTo>
                    <a:pt x="12584" y="27179"/>
                  </a:lnTo>
                  <a:lnTo>
                    <a:pt x="12751" y="24160"/>
                  </a:lnTo>
                  <a:lnTo>
                    <a:pt x="14932" y="18959"/>
                  </a:lnTo>
                  <a:lnTo>
                    <a:pt x="18959" y="14932"/>
                  </a:lnTo>
                  <a:lnTo>
                    <a:pt x="24160" y="12751"/>
                  </a:lnTo>
                  <a:lnTo>
                    <a:pt x="27180" y="12583"/>
                  </a:lnTo>
                  <a:lnTo>
                    <a:pt x="107208" y="12583"/>
                  </a:lnTo>
                  <a:lnTo>
                    <a:pt x="110228" y="12751"/>
                  </a:lnTo>
                  <a:lnTo>
                    <a:pt x="115597" y="14932"/>
                  </a:lnTo>
                  <a:lnTo>
                    <a:pt x="119456" y="18959"/>
                  </a:lnTo>
                  <a:lnTo>
                    <a:pt x="121805" y="24160"/>
                  </a:lnTo>
                  <a:close/>
                  <a:moveTo>
                    <a:pt x="63755" y="49158"/>
                  </a:moveTo>
                  <a:lnTo>
                    <a:pt x="60735" y="49326"/>
                  </a:lnTo>
                  <a:lnTo>
                    <a:pt x="55534" y="51507"/>
                  </a:lnTo>
                  <a:lnTo>
                    <a:pt x="51507" y="55533"/>
                  </a:lnTo>
                  <a:lnTo>
                    <a:pt x="49326" y="60734"/>
                  </a:lnTo>
                  <a:lnTo>
                    <a:pt x="49158" y="63754"/>
                  </a:lnTo>
                  <a:lnTo>
                    <a:pt x="49158" y="68955"/>
                  </a:lnTo>
                  <a:lnTo>
                    <a:pt x="158547" y="68955"/>
                  </a:lnTo>
                  <a:lnTo>
                    <a:pt x="158547" y="63754"/>
                  </a:lnTo>
                  <a:lnTo>
                    <a:pt x="158379" y="60734"/>
                  </a:lnTo>
                  <a:lnTo>
                    <a:pt x="156031" y="55533"/>
                  </a:lnTo>
                  <a:lnTo>
                    <a:pt x="152172" y="51507"/>
                  </a:lnTo>
                  <a:lnTo>
                    <a:pt x="146803" y="49326"/>
                  </a:lnTo>
                  <a:lnTo>
                    <a:pt x="143783" y="49158"/>
                  </a:lnTo>
                  <a:close/>
                  <a:moveTo>
                    <a:pt x="158547" y="81538"/>
                  </a:moveTo>
                  <a:lnTo>
                    <a:pt x="49158" y="81538"/>
                  </a:lnTo>
                  <a:lnTo>
                    <a:pt x="49158" y="119455"/>
                  </a:lnTo>
                  <a:lnTo>
                    <a:pt x="49326" y="122475"/>
                  </a:lnTo>
                  <a:lnTo>
                    <a:pt x="51507" y="127676"/>
                  </a:lnTo>
                  <a:lnTo>
                    <a:pt x="55534" y="131703"/>
                  </a:lnTo>
                  <a:lnTo>
                    <a:pt x="60735" y="133884"/>
                  </a:lnTo>
                  <a:lnTo>
                    <a:pt x="63755" y="134219"/>
                  </a:lnTo>
                  <a:lnTo>
                    <a:pt x="143783" y="134219"/>
                  </a:lnTo>
                  <a:lnTo>
                    <a:pt x="146803" y="133884"/>
                  </a:lnTo>
                  <a:lnTo>
                    <a:pt x="152172" y="131703"/>
                  </a:lnTo>
                  <a:lnTo>
                    <a:pt x="156031" y="127676"/>
                  </a:lnTo>
                  <a:lnTo>
                    <a:pt x="158379" y="122475"/>
                  </a:lnTo>
                  <a:lnTo>
                    <a:pt x="158547" y="119455"/>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774" name="Google Shape;3774;p99"/>
          <p:cNvGrpSpPr/>
          <p:nvPr/>
        </p:nvGrpSpPr>
        <p:grpSpPr>
          <a:xfrm>
            <a:off x="5189000" y="4053905"/>
            <a:ext cx="329427" cy="399509"/>
            <a:chOff x="1664575" y="292650"/>
            <a:chExt cx="4278275" cy="5188423"/>
          </a:xfrm>
        </p:grpSpPr>
        <p:sp>
          <p:nvSpPr>
            <p:cNvPr id="3775" name="Google Shape;3775;p99"/>
            <p:cNvSpPr/>
            <p:nvPr/>
          </p:nvSpPr>
          <p:spPr>
            <a:xfrm>
              <a:off x="1735885" y="4172423"/>
              <a:ext cx="4152445" cy="1308650"/>
            </a:xfrm>
            <a:custGeom>
              <a:rect b="b" l="l" r="r" t="t"/>
              <a:pathLst>
                <a:path extrusionOk="0" h="52346" w="150998">
                  <a:moveTo>
                    <a:pt x="14765" y="0"/>
                  </a:moveTo>
                  <a:lnTo>
                    <a:pt x="11745" y="168"/>
                  </a:lnTo>
                  <a:lnTo>
                    <a:pt x="6376" y="2349"/>
                  </a:lnTo>
                  <a:lnTo>
                    <a:pt x="2349" y="6376"/>
                  </a:lnTo>
                  <a:lnTo>
                    <a:pt x="168" y="11577"/>
                  </a:lnTo>
                  <a:lnTo>
                    <a:pt x="0" y="14597"/>
                  </a:lnTo>
                  <a:lnTo>
                    <a:pt x="0" y="37749"/>
                  </a:lnTo>
                  <a:lnTo>
                    <a:pt x="168" y="40602"/>
                  </a:lnTo>
                  <a:lnTo>
                    <a:pt x="2349" y="45970"/>
                  </a:lnTo>
                  <a:lnTo>
                    <a:pt x="6376" y="49997"/>
                  </a:lnTo>
                  <a:lnTo>
                    <a:pt x="11745" y="52178"/>
                  </a:lnTo>
                  <a:lnTo>
                    <a:pt x="14765" y="52346"/>
                  </a:lnTo>
                  <a:lnTo>
                    <a:pt x="136401" y="52346"/>
                  </a:lnTo>
                  <a:lnTo>
                    <a:pt x="139253" y="52178"/>
                  </a:lnTo>
                  <a:lnTo>
                    <a:pt x="144622" y="49997"/>
                  </a:lnTo>
                  <a:lnTo>
                    <a:pt x="148648" y="45970"/>
                  </a:lnTo>
                  <a:lnTo>
                    <a:pt x="150830" y="40602"/>
                  </a:lnTo>
                  <a:lnTo>
                    <a:pt x="150997" y="37749"/>
                  </a:lnTo>
                  <a:lnTo>
                    <a:pt x="150997" y="14597"/>
                  </a:lnTo>
                  <a:lnTo>
                    <a:pt x="150830" y="11577"/>
                  </a:lnTo>
                  <a:lnTo>
                    <a:pt x="148648" y="6376"/>
                  </a:lnTo>
                  <a:lnTo>
                    <a:pt x="144622" y="2349"/>
                  </a:lnTo>
                  <a:lnTo>
                    <a:pt x="139253" y="168"/>
                  </a:lnTo>
                  <a:lnTo>
                    <a:pt x="13640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SECURE</a:t>
              </a:r>
              <a:endParaRPr sz="500">
                <a:solidFill>
                  <a:srgbClr val="252525"/>
                </a:solidFill>
                <a:latin typeface="Arial"/>
                <a:ea typeface="Arial"/>
                <a:cs typeface="Arial"/>
                <a:sym typeface="Arial"/>
              </a:endParaRPr>
            </a:p>
          </p:txBody>
        </p:sp>
        <p:sp>
          <p:nvSpPr>
            <p:cNvPr id="3776" name="Google Shape;3776;p99"/>
            <p:cNvSpPr/>
            <p:nvPr/>
          </p:nvSpPr>
          <p:spPr>
            <a:xfrm>
              <a:off x="1664575" y="292650"/>
              <a:ext cx="4278275" cy="3670075"/>
            </a:xfrm>
            <a:custGeom>
              <a:rect b="b" l="l" r="r" t="t"/>
              <a:pathLst>
                <a:path extrusionOk="0" h="146803" w="171131">
                  <a:moveTo>
                    <a:pt x="0" y="27179"/>
                  </a:moveTo>
                  <a:lnTo>
                    <a:pt x="0" y="24327"/>
                  </a:lnTo>
                  <a:lnTo>
                    <a:pt x="1175" y="19126"/>
                  </a:lnTo>
                  <a:lnTo>
                    <a:pt x="3188" y="14093"/>
                  </a:lnTo>
                  <a:lnTo>
                    <a:pt x="6040" y="9731"/>
                  </a:lnTo>
                  <a:lnTo>
                    <a:pt x="9731" y="6040"/>
                  </a:lnTo>
                  <a:lnTo>
                    <a:pt x="14094" y="3188"/>
                  </a:lnTo>
                  <a:lnTo>
                    <a:pt x="19127" y="1174"/>
                  </a:lnTo>
                  <a:lnTo>
                    <a:pt x="24328" y="0"/>
                  </a:lnTo>
                  <a:lnTo>
                    <a:pt x="27180" y="0"/>
                  </a:lnTo>
                  <a:lnTo>
                    <a:pt x="107208" y="0"/>
                  </a:lnTo>
                  <a:lnTo>
                    <a:pt x="110060" y="0"/>
                  </a:lnTo>
                  <a:lnTo>
                    <a:pt x="115429" y="1174"/>
                  </a:lnTo>
                  <a:lnTo>
                    <a:pt x="120295" y="3188"/>
                  </a:lnTo>
                  <a:lnTo>
                    <a:pt x="124657" y="6040"/>
                  </a:lnTo>
                  <a:lnTo>
                    <a:pt x="128348" y="9731"/>
                  </a:lnTo>
                  <a:lnTo>
                    <a:pt x="131200" y="14093"/>
                  </a:lnTo>
                  <a:lnTo>
                    <a:pt x="133381" y="19126"/>
                  </a:lnTo>
                  <a:lnTo>
                    <a:pt x="134388" y="24327"/>
                  </a:lnTo>
                  <a:lnTo>
                    <a:pt x="134555" y="27179"/>
                  </a:lnTo>
                  <a:lnTo>
                    <a:pt x="134555" y="36575"/>
                  </a:lnTo>
                  <a:lnTo>
                    <a:pt x="143783" y="36575"/>
                  </a:lnTo>
                  <a:lnTo>
                    <a:pt x="146635" y="36575"/>
                  </a:lnTo>
                  <a:lnTo>
                    <a:pt x="152004" y="37749"/>
                  </a:lnTo>
                  <a:lnTo>
                    <a:pt x="156869" y="39763"/>
                  </a:lnTo>
                  <a:lnTo>
                    <a:pt x="161232" y="42782"/>
                  </a:lnTo>
                  <a:lnTo>
                    <a:pt x="164923" y="46474"/>
                  </a:lnTo>
                  <a:lnTo>
                    <a:pt x="167942" y="50836"/>
                  </a:lnTo>
                  <a:lnTo>
                    <a:pt x="169956" y="55701"/>
                  </a:lnTo>
                  <a:lnTo>
                    <a:pt x="170962" y="60902"/>
                  </a:lnTo>
                  <a:lnTo>
                    <a:pt x="171130" y="63754"/>
                  </a:lnTo>
                  <a:lnTo>
                    <a:pt x="171130" y="119455"/>
                  </a:lnTo>
                  <a:lnTo>
                    <a:pt x="170962" y="122307"/>
                  </a:lnTo>
                  <a:lnTo>
                    <a:pt x="169956" y="127508"/>
                  </a:lnTo>
                  <a:lnTo>
                    <a:pt x="167942" y="132542"/>
                  </a:lnTo>
                  <a:lnTo>
                    <a:pt x="164923" y="136904"/>
                  </a:lnTo>
                  <a:lnTo>
                    <a:pt x="161232" y="140595"/>
                  </a:lnTo>
                  <a:lnTo>
                    <a:pt x="156869" y="143447"/>
                  </a:lnTo>
                  <a:lnTo>
                    <a:pt x="152004" y="145460"/>
                  </a:lnTo>
                  <a:lnTo>
                    <a:pt x="146635" y="146635"/>
                  </a:lnTo>
                  <a:lnTo>
                    <a:pt x="143783" y="146803"/>
                  </a:lnTo>
                  <a:lnTo>
                    <a:pt x="63755" y="146803"/>
                  </a:lnTo>
                  <a:lnTo>
                    <a:pt x="60903" y="146635"/>
                  </a:lnTo>
                  <a:lnTo>
                    <a:pt x="55702" y="145460"/>
                  </a:lnTo>
                  <a:lnTo>
                    <a:pt x="50836" y="143447"/>
                  </a:lnTo>
                  <a:lnTo>
                    <a:pt x="46474" y="140595"/>
                  </a:lnTo>
                  <a:lnTo>
                    <a:pt x="42783" y="136904"/>
                  </a:lnTo>
                  <a:lnTo>
                    <a:pt x="39763" y="132542"/>
                  </a:lnTo>
                  <a:lnTo>
                    <a:pt x="37750" y="127508"/>
                  </a:lnTo>
                  <a:lnTo>
                    <a:pt x="36575" y="122307"/>
                  </a:lnTo>
                  <a:lnTo>
                    <a:pt x="36575" y="119455"/>
                  </a:lnTo>
                  <a:lnTo>
                    <a:pt x="36575" y="110060"/>
                  </a:lnTo>
                  <a:lnTo>
                    <a:pt x="27180" y="110060"/>
                  </a:lnTo>
                  <a:lnTo>
                    <a:pt x="24328" y="110060"/>
                  </a:lnTo>
                  <a:lnTo>
                    <a:pt x="19127" y="108886"/>
                  </a:lnTo>
                  <a:lnTo>
                    <a:pt x="14094" y="106872"/>
                  </a:lnTo>
                  <a:lnTo>
                    <a:pt x="9731" y="103852"/>
                  </a:lnTo>
                  <a:lnTo>
                    <a:pt x="6040" y="100161"/>
                  </a:lnTo>
                  <a:lnTo>
                    <a:pt x="3188" y="95799"/>
                  </a:lnTo>
                  <a:lnTo>
                    <a:pt x="1175" y="90934"/>
                  </a:lnTo>
                  <a:lnTo>
                    <a:pt x="0" y="85733"/>
                  </a:lnTo>
                  <a:lnTo>
                    <a:pt x="0" y="82881"/>
                  </a:lnTo>
                  <a:close/>
                  <a:moveTo>
                    <a:pt x="121972" y="27179"/>
                  </a:moveTo>
                  <a:lnTo>
                    <a:pt x="121972" y="36575"/>
                  </a:lnTo>
                  <a:lnTo>
                    <a:pt x="63755" y="36575"/>
                  </a:lnTo>
                  <a:lnTo>
                    <a:pt x="60903" y="36575"/>
                  </a:lnTo>
                  <a:lnTo>
                    <a:pt x="55702" y="37749"/>
                  </a:lnTo>
                  <a:lnTo>
                    <a:pt x="50836" y="39763"/>
                  </a:lnTo>
                  <a:lnTo>
                    <a:pt x="46474" y="42782"/>
                  </a:lnTo>
                  <a:lnTo>
                    <a:pt x="42783" y="46474"/>
                  </a:lnTo>
                  <a:lnTo>
                    <a:pt x="39763" y="50836"/>
                  </a:lnTo>
                  <a:lnTo>
                    <a:pt x="37750" y="55701"/>
                  </a:lnTo>
                  <a:lnTo>
                    <a:pt x="36575" y="60902"/>
                  </a:lnTo>
                  <a:lnTo>
                    <a:pt x="36575" y="63754"/>
                  </a:lnTo>
                  <a:lnTo>
                    <a:pt x="36575" y="97477"/>
                  </a:lnTo>
                  <a:lnTo>
                    <a:pt x="27180" y="97477"/>
                  </a:lnTo>
                  <a:lnTo>
                    <a:pt x="24160" y="97309"/>
                  </a:lnTo>
                  <a:lnTo>
                    <a:pt x="18959" y="95128"/>
                  </a:lnTo>
                  <a:lnTo>
                    <a:pt x="14932" y="91101"/>
                  </a:lnTo>
                  <a:lnTo>
                    <a:pt x="12751" y="85900"/>
                  </a:lnTo>
                  <a:lnTo>
                    <a:pt x="12584" y="82881"/>
                  </a:lnTo>
                  <a:lnTo>
                    <a:pt x="12584" y="27179"/>
                  </a:lnTo>
                  <a:lnTo>
                    <a:pt x="12751" y="24160"/>
                  </a:lnTo>
                  <a:lnTo>
                    <a:pt x="14932" y="18959"/>
                  </a:lnTo>
                  <a:lnTo>
                    <a:pt x="18959" y="14932"/>
                  </a:lnTo>
                  <a:lnTo>
                    <a:pt x="24160" y="12751"/>
                  </a:lnTo>
                  <a:lnTo>
                    <a:pt x="27180" y="12583"/>
                  </a:lnTo>
                  <a:lnTo>
                    <a:pt x="107208" y="12583"/>
                  </a:lnTo>
                  <a:lnTo>
                    <a:pt x="110228" y="12751"/>
                  </a:lnTo>
                  <a:lnTo>
                    <a:pt x="115597" y="14932"/>
                  </a:lnTo>
                  <a:lnTo>
                    <a:pt x="119456" y="18959"/>
                  </a:lnTo>
                  <a:lnTo>
                    <a:pt x="121805" y="24160"/>
                  </a:lnTo>
                  <a:close/>
                  <a:moveTo>
                    <a:pt x="63755" y="49158"/>
                  </a:moveTo>
                  <a:lnTo>
                    <a:pt x="60735" y="49326"/>
                  </a:lnTo>
                  <a:lnTo>
                    <a:pt x="55534" y="51507"/>
                  </a:lnTo>
                  <a:lnTo>
                    <a:pt x="51507" y="55533"/>
                  </a:lnTo>
                  <a:lnTo>
                    <a:pt x="49326" y="60734"/>
                  </a:lnTo>
                  <a:lnTo>
                    <a:pt x="49158" y="63754"/>
                  </a:lnTo>
                  <a:lnTo>
                    <a:pt x="49158" y="68955"/>
                  </a:lnTo>
                  <a:lnTo>
                    <a:pt x="158547" y="68955"/>
                  </a:lnTo>
                  <a:lnTo>
                    <a:pt x="158547" y="63754"/>
                  </a:lnTo>
                  <a:lnTo>
                    <a:pt x="158379" y="60734"/>
                  </a:lnTo>
                  <a:lnTo>
                    <a:pt x="156031" y="55533"/>
                  </a:lnTo>
                  <a:lnTo>
                    <a:pt x="152172" y="51507"/>
                  </a:lnTo>
                  <a:lnTo>
                    <a:pt x="146803" y="49326"/>
                  </a:lnTo>
                  <a:lnTo>
                    <a:pt x="143783" y="49158"/>
                  </a:lnTo>
                  <a:close/>
                  <a:moveTo>
                    <a:pt x="158547" y="81538"/>
                  </a:moveTo>
                  <a:lnTo>
                    <a:pt x="49158" y="81538"/>
                  </a:lnTo>
                  <a:lnTo>
                    <a:pt x="49158" y="119455"/>
                  </a:lnTo>
                  <a:lnTo>
                    <a:pt x="49326" y="122475"/>
                  </a:lnTo>
                  <a:lnTo>
                    <a:pt x="51507" y="127676"/>
                  </a:lnTo>
                  <a:lnTo>
                    <a:pt x="55534" y="131703"/>
                  </a:lnTo>
                  <a:lnTo>
                    <a:pt x="60735" y="133884"/>
                  </a:lnTo>
                  <a:lnTo>
                    <a:pt x="63755" y="134219"/>
                  </a:lnTo>
                  <a:lnTo>
                    <a:pt x="143783" y="134219"/>
                  </a:lnTo>
                  <a:lnTo>
                    <a:pt x="146803" y="133884"/>
                  </a:lnTo>
                  <a:lnTo>
                    <a:pt x="152172" y="131703"/>
                  </a:lnTo>
                  <a:lnTo>
                    <a:pt x="156031" y="127676"/>
                  </a:lnTo>
                  <a:lnTo>
                    <a:pt x="158379" y="122475"/>
                  </a:lnTo>
                  <a:lnTo>
                    <a:pt x="158547" y="119455"/>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3777" name="Google Shape;3777;p99"/>
          <p:cNvSpPr/>
          <p:nvPr/>
        </p:nvSpPr>
        <p:spPr>
          <a:xfrm>
            <a:off x="4368026" y="4053897"/>
            <a:ext cx="386913" cy="331042"/>
          </a:xfrm>
          <a:custGeom>
            <a:rect b="b" l="l" r="r" t="t"/>
            <a:pathLst>
              <a:path extrusionOk="0" h="171970" w="200994">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3778" name="Google Shape;3778;p99"/>
          <p:cNvSpPr txBox="1"/>
          <p:nvPr/>
        </p:nvSpPr>
        <p:spPr>
          <a:xfrm>
            <a:off x="4397232" y="4467568"/>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View</a:t>
            </a:r>
            <a:endParaRPr sz="600">
              <a:solidFill>
                <a:srgbClr val="11567F"/>
              </a:solidFill>
              <a:latin typeface="Arial"/>
              <a:ea typeface="Arial"/>
              <a:cs typeface="Arial"/>
              <a:sym typeface="Arial"/>
            </a:endParaRPr>
          </a:p>
        </p:txBody>
      </p:sp>
      <p:sp>
        <p:nvSpPr>
          <p:cNvPr id="3779" name="Google Shape;3779;p99"/>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3" name="Shape 3783"/>
        <p:cNvGrpSpPr/>
        <p:nvPr/>
      </p:nvGrpSpPr>
      <p:grpSpPr>
        <a:xfrm>
          <a:off x="0" y="0"/>
          <a:ext cx="0" cy="0"/>
          <a:chOff x="0" y="0"/>
          <a:chExt cx="0" cy="0"/>
        </a:xfrm>
      </p:grpSpPr>
      <p:sp>
        <p:nvSpPr>
          <p:cNvPr id="3784" name="Google Shape;3784;p100"/>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Icons:  Reference Architecture</a:t>
            </a:r>
            <a:endParaRPr/>
          </a:p>
        </p:txBody>
      </p:sp>
      <p:sp>
        <p:nvSpPr>
          <p:cNvPr id="3785" name="Google Shape;3785;p100"/>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grpSp>
        <p:nvGrpSpPr>
          <p:cNvPr id="3786" name="Google Shape;3786;p100"/>
          <p:cNvGrpSpPr/>
          <p:nvPr/>
        </p:nvGrpSpPr>
        <p:grpSpPr>
          <a:xfrm>
            <a:off x="1208359" y="3282013"/>
            <a:ext cx="368765" cy="381908"/>
            <a:chOff x="1714900" y="552700"/>
            <a:chExt cx="4353775" cy="4508950"/>
          </a:xfrm>
        </p:grpSpPr>
        <p:sp>
          <p:nvSpPr>
            <p:cNvPr id="3787" name="Google Shape;3787;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788" name="Google Shape;3788;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JSON</a:t>
              </a:r>
              <a:endParaRPr sz="1100">
                <a:solidFill>
                  <a:srgbClr val="252525"/>
                </a:solidFill>
                <a:latin typeface="Arial"/>
                <a:ea typeface="Arial"/>
                <a:cs typeface="Arial"/>
                <a:sym typeface="Arial"/>
              </a:endParaRPr>
            </a:p>
          </p:txBody>
        </p:sp>
      </p:grpSp>
      <p:grpSp>
        <p:nvGrpSpPr>
          <p:cNvPr id="3789" name="Google Shape;3789;p100"/>
          <p:cNvGrpSpPr/>
          <p:nvPr/>
        </p:nvGrpSpPr>
        <p:grpSpPr>
          <a:xfrm>
            <a:off x="2000556" y="3282013"/>
            <a:ext cx="368765" cy="381908"/>
            <a:chOff x="1714900" y="552700"/>
            <a:chExt cx="4353775" cy="4508950"/>
          </a:xfrm>
        </p:grpSpPr>
        <p:sp>
          <p:nvSpPr>
            <p:cNvPr id="3790" name="Google Shape;3790;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791" name="Google Shape;3791;p100"/>
            <p:cNvSpPr/>
            <p:nvPr/>
          </p:nvSpPr>
          <p:spPr>
            <a:xfrm>
              <a:off x="1714900" y="2704400"/>
              <a:ext cx="3040950" cy="1572900"/>
            </a:xfrm>
            <a:custGeom>
              <a:rect b="b" l="l" r="r" t="t"/>
              <a:pathLst>
                <a:path extrusionOk="0" h="62916" w="121638">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XLW</a:t>
              </a:r>
              <a:endParaRPr sz="1100">
                <a:solidFill>
                  <a:srgbClr val="252525"/>
                </a:solidFill>
                <a:latin typeface="Arial"/>
                <a:ea typeface="Arial"/>
                <a:cs typeface="Arial"/>
                <a:sym typeface="Arial"/>
              </a:endParaRPr>
            </a:p>
          </p:txBody>
        </p:sp>
      </p:grpSp>
      <p:grpSp>
        <p:nvGrpSpPr>
          <p:cNvPr id="3792" name="Google Shape;3792;p100"/>
          <p:cNvGrpSpPr/>
          <p:nvPr/>
        </p:nvGrpSpPr>
        <p:grpSpPr>
          <a:xfrm>
            <a:off x="2802189" y="3282013"/>
            <a:ext cx="368765" cy="381908"/>
            <a:chOff x="1714900" y="552700"/>
            <a:chExt cx="4353775" cy="4508950"/>
          </a:xfrm>
        </p:grpSpPr>
        <p:sp>
          <p:nvSpPr>
            <p:cNvPr id="3793" name="Google Shape;3793;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794" name="Google Shape;3794;p100"/>
            <p:cNvSpPr/>
            <p:nvPr/>
          </p:nvSpPr>
          <p:spPr>
            <a:xfrm>
              <a:off x="1714900" y="2704400"/>
              <a:ext cx="3040950" cy="1572900"/>
            </a:xfrm>
            <a:custGeom>
              <a:rect b="b" l="l" r="r" t="t"/>
              <a:pathLst>
                <a:path extrusionOk="0" h="62916" w="121638">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XML</a:t>
              </a:r>
              <a:endParaRPr sz="1100">
                <a:solidFill>
                  <a:srgbClr val="252525"/>
                </a:solidFill>
                <a:latin typeface="Arial"/>
                <a:ea typeface="Arial"/>
                <a:cs typeface="Arial"/>
                <a:sym typeface="Arial"/>
              </a:endParaRPr>
            </a:p>
          </p:txBody>
        </p:sp>
      </p:grpSp>
      <p:grpSp>
        <p:nvGrpSpPr>
          <p:cNvPr id="3795" name="Google Shape;3795;p100"/>
          <p:cNvGrpSpPr/>
          <p:nvPr/>
        </p:nvGrpSpPr>
        <p:grpSpPr>
          <a:xfrm>
            <a:off x="3582352" y="3282013"/>
            <a:ext cx="368765" cy="381908"/>
            <a:chOff x="1714900" y="552700"/>
            <a:chExt cx="4353775" cy="4508950"/>
          </a:xfrm>
        </p:grpSpPr>
        <p:sp>
          <p:nvSpPr>
            <p:cNvPr id="3796" name="Google Shape;3796;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797" name="Google Shape;3797;p100"/>
            <p:cNvSpPr/>
            <p:nvPr/>
          </p:nvSpPr>
          <p:spPr>
            <a:xfrm>
              <a:off x="1714900" y="2704400"/>
              <a:ext cx="3040950" cy="1572900"/>
            </a:xfrm>
            <a:custGeom>
              <a:rect b="b" l="l" r="r" t="t"/>
              <a:pathLst>
                <a:path extrusionOk="0" h="62916" w="121638">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CSV</a:t>
              </a:r>
              <a:endParaRPr sz="1100">
                <a:solidFill>
                  <a:srgbClr val="252525"/>
                </a:solidFill>
                <a:latin typeface="Arial"/>
                <a:ea typeface="Arial"/>
                <a:cs typeface="Arial"/>
                <a:sym typeface="Arial"/>
              </a:endParaRPr>
            </a:p>
          </p:txBody>
        </p:sp>
      </p:grpSp>
      <p:grpSp>
        <p:nvGrpSpPr>
          <p:cNvPr id="3798" name="Google Shape;3798;p100"/>
          <p:cNvGrpSpPr/>
          <p:nvPr/>
        </p:nvGrpSpPr>
        <p:grpSpPr>
          <a:xfrm>
            <a:off x="4377147" y="3282013"/>
            <a:ext cx="368765" cy="381908"/>
            <a:chOff x="1714900" y="552700"/>
            <a:chExt cx="4353775" cy="4508950"/>
          </a:xfrm>
        </p:grpSpPr>
        <p:sp>
          <p:nvSpPr>
            <p:cNvPr id="3799" name="Google Shape;3799;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00" name="Google Shape;3800;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AVRO</a:t>
              </a:r>
              <a:endParaRPr sz="1100">
                <a:solidFill>
                  <a:srgbClr val="252525"/>
                </a:solidFill>
                <a:latin typeface="Arial"/>
                <a:ea typeface="Arial"/>
                <a:cs typeface="Arial"/>
                <a:sym typeface="Arial"/>
              </a:endParaRPr>
            </a:p>
          </p:txBody>
        </p:sp>
      </p:grpSp>
      <p:grpSp>
        <p:nvGrpSpPr>
          <p:cNvPr id="3801" name="Google Shape;3801;p100"/>
          <p:cNvGrpSpPr/>
          <p:nvPr/>
        </p:nvGrpSpPr>
        <p:grpSpPr>
          <a:xfrm>
            <a:off x="5169344" y="3282013"/>
            <a:ext cx="368765" cy="381908"/>
            <a:chOff x="1714900" y="552700"/>
            <a:chExt cx="4353775" cy="4508950"/>
          </a:xfrm>
        </p:grpSpPr>
        <p:sp>
          <p:nvSpPr>
            <p:cNvPr id="3802" name="Google Shape;3802;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03" name="Google Shape;3803;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grpSp>
        <p:nvGrpSpPr>
          <p:cNvPr id="3804" name="Google Shape;3804;p100"/>
          <p:cNvGrpSpPr/>
          <p:nvPr/>
        </p:nvGrpSpPr>
        <p:grpSpPr>
          <a:xfrm>
            <a:off x="5961541" y="3282013"/>
            <a:ext cx="368765" cy="381908"/>
            <a:chOff x="1714900" y="552700"/>
            <a:chExt cx="4353775" cy="4508950"/>
          </a:xfrm>
        </p:grpSpPr>
        <p:sp>
          <p:nvSpPr>
            <p:cNvPr id="3805" name="Google Shape;3805;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06" name="Google Shape;3806;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AUDIO</a:t>
              </a:r>
              <a:endParaRPr sz="1100">
                <a:solidFill>
                  <a:srgbClr val="252525"/>
                </a:solidFill>
                <a:latin typeface="Arial"/>
                <a:ea typeface="Arial"/>
                <a:cs typeface="Arial"/>
                <a:sym typeface="Arial"/>
              </a:endParaRPr>
            </a:p>
          </p:txBody>
        </p:sp>
      </p:grpSp>
      <p:grpSp>
        <p:nvGrpSpPr>
          <p:cNvPr id="3807" name="Google Shape;3807;p100"/>
          <p:cNvGrpSpPr/>
          <p:nvPr/>
        </p:nvGrpSpPr>
        <p:grpSpPr>
          <a:xfrm>
            <a:off x="6753738" y="3282013"/>
            <a:ext cx="368765" cy="381908"/>
            <a:chOff x="1714900" y="552700"/>
            <a:chExt cx="4353775" cy="4508950"/>
          </a:xfrm>
        </p:grpSpPr>
        <p:sp>
          <p:nvSpPr>
            <p:cNvPr id="3808" name="Google Shape;3808;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09" name="Google Shape;3809;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VIDEO</a:t>
              </a:r>
              <a:endParaRPr sz="1100">
                <a:solidFill>
                  <a:srgbClr val="252525"/>
                </a:solidFill>
                <a:latin typeface="Arial"/>
                <a:ea typeface="Arial"/>
                <a:cs typeface="Arial"/>
                <a:sym typeface="Arial"/>
              </a:endParaRPr>
            </a:p>
          </p:txBody>
        </p:sp>
      </p:grpSp>
      <p:grpSp>
        <p:nvGrpSpPr>
          <p:cNvPr id="3810" name="Google Shape;3810;p100"/>
          <p:cNvGrpSpPr/>
          <p:nvPr/>
        </p:nvGrpSpPr>
        <p:grpSpPr>
          <a:xfrm>
            <a:off x="7545935" y="3282013"/>
            <a:ext cx="368765" cy="381908"/>
            <a:chOff x="1714900" y="552700"/>
            <a:chExt cx="4353775" cy="4508950"/>
          </a:xfrm>
        </p:grpSpPr>
        <p:sp>
          <p:nvSpPr>
            <p:cNvPr id="3811" name="Google Shape;3811;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12" name="Google Shape;3812;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IMAGE</a:t>
              </a:r>
              <a:endParaRPr sz="1100">
                <a:solidFill>
                  <a:srgbClr val="252525"/>
                </a:solidFill>
                <a:latin typeface="Arial"/>
                <a:ea typeface="Arial"/>
                <a:cs typeface="Arial"/>
                <a:sym typeface="Arial"/>
              </a:endParaRPr>
            </a:p>
          </p:txBody>
        </p:sp>
      </p:grpSp>
      <p:grpSp>
        <p:nvGrpSpPr>
          <p:cNvPr id="3813" name="Google Shape;3813;p100"/>
          <p:cNvGrpSpPr/>
          <p:nvPr/>
        </p:nvGrpSpPr>
        <p:grpSpPr>
          <a:xfrm>
            <a:off x="8338133" y="3282013"/>
            <a:ext cx="368765" cy="381908"/>
            <a:chOff x="1714900" y="552700"/>
            <a:chExt cx="4353775" cy="4508950"/>
          </a:xfrm>
        </p:grpSpPr>
        <p:sp>
          <p:nvSpPr>
            <p:cNvPr id="3814" name="Google Shape;3814;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15" name="Google Shape;3815;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TEXT</a:t>
              </a:r>
              <a:endParaRPr sz="1100">
                <a:solidFill>
                  <a:srgbClr val="252525"/>
                </a:solidFill>
                <a:latin typeface="Arial"/>
                <a:ea typeface="Arial"/>
                <a:cs typeface="Arial"/>
                <a:sym typeface="Arial"/>
              </a:endParaRPr>
            </a:p>
          </p:txBody>
        </p:sp>
      </p:grpSp>
      <p:grpSp>
        <p:nvGrpSpPr>
          <p:cNvPr id="3816" name="Google Shape;3816;p100"/>
          <p:cNvGrpSpPr/>
          <p:nvPr/>
        </p:nvGrpSpPr>
        <p:grpSpPr>
          <a:xfrm>
            <a:off x="416162" y="3282013"/>
            <a:ext cx="368765" cy="381908"/>
            <a:chOff x="1714900" y="552700"/>
            <a:chExt cx="4353775" cy="4508950"/>
          </a:xfrm>
        </p:grpSpPr>
        <p:sp>
          <p:nvSpPr>
            <p:cNvPr id="3817" name="Google Shape;3817;p10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18" name="Google Shape;3818;p10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252525"/>
                </a:buClr>
                <a:buSzPts val="1000"/>
                <a:buFont typeface="Arial"/>
                <a:buNone/>
              </a:pPr>
              <a:r>
                <a:t/>
              </a:r>
              <a:endParaRPr sz="1000">
                <a:solidFill>
                  <a:srgbClr val="252525"/>
                </a:solidFill>
                <a:latin typeface="Arial"/>
                <a:ea typeface="Arial"/>
                <a:cs typeface="Arial"/>
                <a:sym typeface="Arial"/>
              </a:endParaRPr>
            </a:p>
          </p:txBody>
        </p:sp>
      </p:grpSp>
      <p:sp>
        <p:nvSpPr>
          <p:cNvPr id="3819" name="Google Shape;3819;p100"/>
          <p:cNvSpPr txBox="1"/>
          <p:nvPr/>
        </p:nvSpPr>
        <p:spPr>
          <a:xfrm>
            <a:off x="436247" y="3717158"/>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File</a:t>
            </a:r>
            <a:endParaRPr sz="600">
              <a:solidFill>
                <a:srgbClr val="11567F"/>
              </a:solidFill>
              <a:latin typeface="Arial"/>
              <a:ea typeface="Arial"/>
              <a:cs typeface="Arial"/>
              <a:sym typeface="Arial"/>
            </a:endParaRPr>
          </a:p>
        </p:txBody>
      </p:sp>
      <p:grpSp>
        <p:nvGrpSpPr>
          <p:cNvPr id="3820" name="Google Shape;3820;p100"/>
          <p:cNvGrpSpPr/>
          <p:nvPr/>
        </p:nvGrpSpPr>
        <p:grpSpPr>
          <a:xfrm>
            <a:off x="4426732" y="1762366"/>
            <a:ext cx="343318" cy="426317"/>
            <a:chOff x="1812717" y="447825"/>
            <a:chExt cx="4053336" cy="5033253"/>
          </a:xfrm>
        </p:grpSpPr>
        <p:sp>
          <p:nvSpPr>
            <p:cNvPr id="3821" name="Google Shape;3821;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22" name="Google Shape;3822;p100"/>
            <p:cNvSpPr/>
            <p:nvPr/>
          </p:nvSpPr>
          <p:spPr>
            <a:xfrm>
              <a:off x="1812717" y="3908178"/>
              <a:ext cx="4053336"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SYSTEM</a:t>
              </a:r>
              <a:endParaRPr sz="1100">
                <a:solidFill>
                  <a:srgbClr val="252525"/>
                </a:solidFill>
                <a:latin typeface="Arial"/>
                <a:ea typeface="Arial"/>
                <a:cs typeface="Arial"/>
                <a:sym typeface="Arial"/>
              </a:endParaRPr>
            </a:p>
          </p:txBody>
        </p:sp>
      </p:grpSp>
      <p:sp>
        <p:nvSpPr>
          <p:cNvPr id="3823" name="Google Shape;3823;p100"/>
          <p:cNvSpPr/>
          <p:nvPr/>
        </p:nvSpPr>
        <p:spPr>
          <a:xfrm>
            <a:off x="444451" y="1762353"/>
            <a:ext cx="311853" cy="281096"/>
          </a:xfrm>
          <a:custGeom>
            <a:rect b="b" l="l" r="r" t="t"/>
            <a:pathLst>
              <a:path extrusionOk="0" h="165594" w="183713">
                <a:moveTo>
                  <a:pt x="85229" y="0"/>
                </a:moveTo>
                <a:lnTo>
                  <a:pt x="79693" y="1175"/>
                </a:lnTo>
                <a:lnTo>
                  <a:pt x="74324" y="3188"/>
                </a:lnTo>
                <a:lnTo>
                  <a:pt x="69626" y="6208"/>
                </a:lnTo>
                <a:lnTo>
                  <a:pt x="65432" y="9899"/>
                </a:lnTo>
                <a:lnTo>
                  <a:pt x="62077" y="14429"/>
                </a:lnTo>
                <a:lnTo>
                  <a:pt x="59392" y="19462"/>
                </a:lnTo>
                <a:lnTo>
                  <a:pt x="57882" y="24999"/>
                </a:lnTo>
                <a:lnTo>
                  <a:pt x="57379" y="28019"/>
                </a:lnTo>
                <a:lnTo>
                  <a:pt x="54359" y="58218"/>
                </a:lnTo>
                <a:lnTo>
                  <a:pt x="54191" y="59057"/>
                </a:lnTo>
                <a:lnTo>
                  <a:pt x="53184" y="60064"/>
                </a:lnTo>
                <a:lnTo>
                  <a:pt x="52346" y="60231"/>
                </a:lnTo>
                <a:lnTo>
                  <a:pt x="30871" y="60231"/>
                </a:lnTo>
                <a:lnTo>
                  <a:pt x="29696" y="61406"/>
                </a:lnTo>
                <a:lnTo>
                  <a:pt x="29696" y="62245"/>
                </a:lnTo>
                <a:lnTo>
                  <a:pt x="29696" y="73150"/>
                </a:lnTo>
                <a:lnTo>
                  <a:pt x="29696" y="73989"/>
                </a:lnTo>
                <a:lnTo>
                  <a:pt x="30871" y="75163"/>
                </a:lnTo>
                <a:lnTo>
                  <a:pt x="50500" y="75163"/>
                </a:lnTo>
                <a:lnTo>
                  <a:pt x="51339" y="75331"/>
                </a:lnTo>
                <a:lnTo>
                  <a:pt x="52513" y="76673"/>
                </a:lnTo>
                <a:lnTo>
                  <a:pt x="52513" y="77512"/>
                </a:lnTo>
                <a:lnTo>
                  <a:pt x="46641" y="136065"/>
                </a:lnTo>
                <a:lnTo>
                  <a:pt x="46138" y="139085"/>
                </a:lnTo>
                <a:lnTo>
                  <a:pt x="43621" y="144286"/>
                </a:lnTo>
                <a:lnTo>
                  <a:pt x="39259" y="148145"/>
                </a:lnTo>
                <a:lnTo>
                  <a:pt x="33890" y="150326"/>
                </a:lnTo>
                <a:lnTo>
                  <a:pt x="30871" y="150494"/>
                </a:lnTo>
                <a:lnTo>
                  <a:pt x="29864" y="150494"/>
                </a:lnTo>
                <a:lnTo>
                  <a:pt x="27012" y="150326"/>
                </a:lnTo>
                <a:lnTo>
                  <a:pt x="22146" y="148481"/>
                </a:lnTo>
                <a:lnTo>
                  <a:pt x="18120" y="144957"/>
                </a:lnTo>
                <a:lnTo>
                  <a:pt x="15603" y="140260"/>
                </a:lnTo>
                <a:lnTo>
                  <a:pt x="15100" y="137575"/>
                </a:lnTo>
                <a:lnTo>
                  <a:pt x="14932" y="136736"/>
                </a:lnTo>
                <a:lnTo>
                  <a:pt x="13758" y="135562"/>
                </a:lnTo>
                <a:lnTo>
                  <a:pt x="12919" y="135394"/>
                </a:lnTo>
                <a:lnTo>
                  <a:pt x="2181" y="135394"/>
                </a:lnTo>
                <a:lnTo>
                  <a:pt x="1174" y="135562"/>
                </a:lnTo>
                <a:lnTo>
                  <a:pt x="168" y="136736"/>
                </a:lnTo>
                <a:lnTo>
                  <a:pt x="0" y="137575"/>
                </a:lnTo>
                <a:lnTo>
                  <a:pt x="336" y="140428"/>
                </a:lnTo>
                <a:lnTo>
                  <a:pt x="1846" y="145964"/>
                </a:lnTo>
                <a:lnTo>
                  <a:pt x="4194" y="150997"/>
                </a:lnTo>
                <a:lnTo>
                  <a:pt x="7550" y="155527"/>
                </a:lnTo>
                <a:lnTo>
                  <a:pt x="11576" y="159218"/>
                </a:lnTo>
                <a:lnTo>
                  <a:pt x="16106" y="162238"/>
                </a:lnTo>
                <a:lnTo>
                  <a:pt x="21307" y="164419"/>
                </a:lnTo>
                <a:lnTo>
                  <a:pt x="27012" y="165426"/>
                </a:lnTo>
                <a:lnTo>
                  <a:pt x="29864" y="165594"/>
                </a:lnTo>
                <a:lnTo>
                  <a:pt x="30871" y="165594"/>
                </a:lnTo>
                <a:lnTo>
                  <a:pt x="33890" y="165426"/>
                </a:lnTo>
                <a:lnTo>
                  <a:pt x="39427" y="164419"/>
                </a:lnTo>
                <a:lnTo>
                  <a:pt x="44796" y="162406"/>
                </a:lnTo>
                <a:lnTo>
                  <a:pt x="49493" y="159386"/>
                </a:lnTo>
                <a:lnTo>
                  <a:pt x="53520" y="155527"/>
                </a:lnTo>
                <a:lnTo>
                  <a:pt x="57043" y="151165"/>
                </a:lnTo>
                <a:lnTo>
                  <a:pt x="59560" y="146132"/>
                </a:lnTo>
                <a:lnTo>
                  <a:pt x="61238" y="140595"/>
                </a:lnTo>
                <a:lnTo>
                  <a:pt x="61573" y="137575"/>
                </a:lnTo>
                <a:lnTo>
                  <a:pt x="67613" y="77177"/>
                </a:lnTo>
                <a:lnTo>
                  <a:pt x="67781" y="76338"/>
                </a:lnTo>
                <a:lnTo>
                  <a:pt x="68955" y="75331"/>
                </a:lnTo>
                <a:lnTo>
                  <a:pt x="69626" y="75163"/>
                </a:lnTo>
                <a:lnTo>
                  <a:pt x="98484" y="75163"/>
                </a:lnTo>
                <a:lnTo>
                  <a:pt x="100832" y="75331"/>
                </a:lnTo>
                <a:lnTo>
                  <a:pt x="105362" y="76338"/>
                </a:lnTo>
                <a:lnTo>
                  <a:pt x="109724" y="78183"/>
                </a:lnTo>
                <a:lnTo>
                  <a:pt x="113415" y="81035"/>
                </a:lnTo>
                <a:lnTo>
                  <a:pt x="115093" y="82713"/>
                </a:lnTo>
                <a:lnTo>
                  <a:pt x="132038" y="101672"/>
                </a:lnTo>
                <a:lnTo>
                  <a:pt x="132542" y="102343"/>
                </a:lnTo>
                <a:lnTo>
                  <a:pt x="132374" y="103853"/>
                </a:lnTo>
                <a:lnTo>
                  <a:pt x="132038" y="104524"/>
                </a:lnTo>
                <a:lnTo>
                  <a:pt x="100497" y="136233"/>
                </a:lnTo>
                <a:lnTo>
                  <a:pt x="99994" y="136904"/>
                </a:lnTo>
                <a:lnTo>
                  <a:pt x="99994" y="138414"/>
                </a:lnTo>
                <a:lnTo>
                  <a:pt x="100497" y="139085"/>
                </a:lnTo>
                <a:lnTo>
                  <a:pt x="108214" y="146803"/>
                </a:lnTo>
                <a:lnTo>
                  <a:pt x="108886" y="147306"/>
                </a:lnTo>
                <a:lnTo>
                  <a:pt x="110396" y="147306"/>
                </a:lnTo>
                <a:lnTo>
                  <a:pt x="111067" y="146803"/>
                </a:lnTo>
                <a:lnTo>
                  <a:pt x="141769" y="115932"/>
                </a:lnTo>
                <a:lnTo>
                  <a:pt x="142440" y="115429"/>
                </a:lnTo>
                <a:lnTo>
                  <a:pt x="144118" y="115429"/>
                </a:lnTo>
                <a:lnTo>
                  <a:pt x="144789" y="115932"/>
                </a:lnTo>
                <a:lnTo>
                  <a:pt x="171969" y="146467"/>
                </a:lnTo>
                <a:lnTo>
                  <a:pt x="172640" y="146971"/>
                </a:lnTo>
                <a:lnTo>
                  <a:pt x="174317" y="147138"/>
                </a:lnTo>
                <a:lnTo>
                  <a:pt x="174989" y="146635"/>
                </a:lnTo>
                <a:lnTo>
                  <a:pt x="183042" y="139421"/>
                </a:lnTo>
                <a:lnTo>
                  <a:pt x="183545" y="138750"/>
                </a:lnTo>
                <a:lnTo>
                  <a:pt x="183713" y="137072"/>
                </a:lnTo>
                <a:lnTo>
                  <a:pt x="183210" y="136401"/>
                </a:lnTo>
                <a:lnTo>
                  <a:pt x="155191" y="105195"/>
                </a:lnTo>
                <a:lnTo>
                  <a:pt x="154856" y="104524"/>
                </a:lnTo>
                <a:lnTo>
                  <a:pt x="154856" y="102846"/>
                </a:lnTo>
                <a:lnTo>
                  <a:pt x="155359" y="102175"/>
                </a:lnTo>
                <a:lnTo>
                  <a:pt x="182874" y="74492"/>
                </a:lnTo>
                <a:lnTo>
                  <a:pt x="183377" y="73821"/>
                </a:lnTo>
                <a:lnTo>
                  <a:pt x="183377" y="72143"/>
                </a:lnTo>
                <a:lnTo>
                  <a:pt x="182874" y="71472"/>
                </a:lnTo>
                <a:lnTo>
                  <a:pt x="175156" y="63922"/>
                </a:lnTo>
                <a:lnTo>
                  <a:pt x="174485" y="63419"/>
                </a:lnTo>
                <a:lnTo>
                  <a:pt x="172975" y="63419"/>
                </a:lnTo>
                <a:lnTo>
                  <a:pt x="172304" y="63922"/>
                </a:lnTo>
                <a:lnTo>
                  <a:pt x="145460" y="90934"/>
                </a:lnTo>
                <a:lnTo>
                  <a:pt x="144789" y="91437"/>
                </a:lnTo>
                <a:lnTo>
                  <a:pt x="143111" y="91270"/>
                </a:lnTo>
                <a:lnTo>
                  <a:pt x="142440" y="90766"/>
                </a:lnTo>
                <a:lnTo>
                  <a:pt x="126166" y="72647"/>
                </a:lnTo>
                <a:lnTo>
                  <a:pt x="123482" y="69795"/>
                </a:lnTo>
                <a:lnTo>
                  <a:pt x="117106" y="65097"/>
                </a:lnTo>
                <a:lnTo>
                  <a:pt x="110060" y="61909"/>
                </a:lnTo>
                <a:lnTo>
                  <a:pt x="102510" y="60231"/>
                </a:lnTo>
                <a:lnTo>
                  <a:pt x="71640" y="60231"/>
                </a:lnTo>
                <a:lnTo>
                  <a:pt x="70633" y="60064"/>
                </a:lnTo>
                <a:lnTo>
                  <a:pt x="69459" y="58721"/>
                </a:lnTo>
                <a:lnTo>
                  <a:pt x="69459" y="57883"/>
                </a:lnTo>
                <a:lnTo>
                  <a:pt x="72311" y="29529"/>
                </a:lnTo>
                <a:lnTo>
                  <a:pt x="72814" y="26509"/>
                </a:lnTo>
                <a:lnTo>
                  <a:pt x="75498" y="21308"/>
                </a:lnTo>
                <a:lnTo>
                  <a:pt x="79693" y="17281"/>
                </a:lnTo>
                <a:lnTo>
                  <a:pt x="85229" y="15100"/>
                </a:lnTo>
                <a:lnTo>
                  <a:pt x="88249" y="14932"/>
                </a:lnTo>
                <a:lnTo>
                  <a:pt x="89927" y="14932"/>
                </a:lnTo>
                <a:lnTo>
                  <a:pt x="92611" y="15100"/>
                </a:lnTo>
                <a:lnTo>
                  <a:pt x="97477" y="17113"/>
                </a:lnTo>
                <a:lnTo>
                  <a:pt x="101336" y="20469"/>
                </a:lnTo>
                <a:lnTo>
                  <a:pt x="103685" y="25167"/>
                </a:lnTo>
                <a:lnTo>
                  <a:pt x="104188" y="27851"/>
                </a:lnTo>
                <a:lnTo>
                  <a:pt x="104356" y="28690"/>
                </a:lnTo>
                <a:lnTo>
                  <a:pt x="105530" y="29864"/>
                </a:lnTo>
                <a:lnTo>
                  <a:pt x="106369" y="29864"/>
                </a:lnTo>
                <a:lnTo>
                  <a:pt x="117106" y="30200"/>
                </a:lnTo>
                <a:lnTo>
                  <a:pt x="117945" y="30032"/>
                </a:lnTo>
                <a:lnTo>
                  <a:pt x="119120" y="28858"/>
                </a:lnTo>
                <a:lnTo>
                  <a:pt x="119288" y="28019"/>
                </a:lnTo>
                <a:lnTo>
                  <a:pt x="118952" y="25167"/>
                </a:lnTo>
                <a:lnTo>
                  <a:pt x="117610" y="19630"/>
                </a:lnTo>
                <a:lnTo>
                  <a:pt x="115261" y="14597"/>
                </a:lnTo>
                <a:lnTo>
                  <a:pt x="112073" y="10067"/>
                </a:lnTo>
                <a:lnTo>
                  <a:pt x="108214" y="6208"/>
                </a:lnTo>
                <a:lnTo>
                  <a:pt x="103517" y="3188"/>
                </a:lnTo>
                <a:lnTo>
                  <a:pt x="98316" y="1175"/>
                </a:lnTo>
                <a:lnTo>
                  <a:pt x="92779"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grpSp>
        <p:nvGrpSpPr>
          <p:cNvPr id="3824" name="Google Shape;3824;p100"/>
          <p:cNvGrpSpPr/>
          <p:nvPr/>
        </p:nvGrpSpPr>
        <p:grpSpPr>
          <a:xfrm>
            <a:off x="3114466" y="1762366"/>
            <a:ext cx="377646" cy="426316"/>
            <a:chOff x="1610050" y="447825"/>
            <a:chExt cx="4458625" cy="5033250"/>
          </a:xfrm>
        </p:grpSpPr>
        <p:sp>
          <p:nvSpPr>
            <p:cNvPr id="3825" name="Google Shape;3825;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26" name="Google Shape;3826;p100"/>
            <p:cNvSpPr/>
            <p:nvPr/>
          </p:nvSpPr>
          <p:spPr>
            <a:xfrm>
              <a:off x="1610050" y="3908175"/>
              <a:ext cx="4458625"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TABLE</a:t>
              </a:r>
              <a:endParaRPr b="1" sz="500">
                <a:solidFill>
                  <a:srgbClr val="FFFFFF"/>
                </a:solidFill>
                <a:latin typeface="Arial"/>
                <a:ea typeface="Arial"/>
                <a:cs typeface="Arial"/>
                <a:sym typeface="Arial"/>
              </a:endParaRPr>
            </a:p>
          </p:txBody>
        </p:sp>
      </p:grpSp>
      <p:grpSp>
        <p:nvGrpSpPr>
          <p:cNvPr id="3827" name="Google Shape;3827;p100"/>
          <p:cNvGrpSpPr/>
          <p:nvPr/>
        </p:nvGrpSpPr>
        <p:grpSpPr>
          <a:xfrm>
            <a:off x="2458336" y="1762366"/>
            <a:ext cx="377646" cy="426316"/>
            <a:chOff x="1610050" y="447825"/>
            <a:chExt cx="4458625" cy="5033250"/>
          </a:xfrm>
        </p:grpSpPr>
        <p:sp>
          <p:nvSpPr>
            <p:cNvPr id="3828" name="Google Shape;3828;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29" name="Google Shape;3829;p100"/>
            <p:cNvSpPr/>
            <p:nvPr/>
          </p:nvSpPr>
          <p:spPr>
            <a:xfrm>
              <a:off x="1610050" y="3908175"/>
              <a:ext cx="4458625"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WINDOW</a:t>
              </a:r>
              <a:endParaRPr b="1" sz="500">
                <a:solidFill>
                  <a:srgbClr val="FFFFFF"/>
                </a:solidFill>
                <a:latin typeface="Arial"/>
                <a:ea typeface="Arial"/>
                <a:cs typeface="Arial"/>
                <a:sym typeface="Arial"/>
              </a:endParaRPr>
            </a:p>
          </p:txBody>
        </p:sp>
      </p:grpSp>
      <p:grpSp>
        <p:nvGrpSpPr>
          <p:cNvPr id="3830" name="Google Shape;3830;p100"/>
          <p:cNvGrpSpPr/>
          <p:nvPr/>
        </p:nvGrpSpPr>
        <p:grpSpPr>
          <a:xfrm>
            <a:off x="1722913" y="1762366"/>
            <a:ext cx="456951" cy="426317"/>
            <a:chOff x="1141896" y="447825"/>
            <a:chExt cx="5394936" cy="5033253"/>
          </a:xfrm>
        </p:grpSpPr>
        <p:sp>
          <p:nvSpPr>
            <p:cNvPr id="3831" name="Google Shape;3831;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32" name="Google Shape;3832;p100"/>
            <p:cNvSpPr/>
            <p:nvPr/>
          </p:nvSpPr>
          <p:spPr>
            <a:xfrm>
              <a:off x="1141896" y="3908178"/>
              <a:ext cx="5394936"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AGGREGATE</a:t>
              </a:r>
              <a:endParaRPr b="1" sz="500">
                <a:solidFill>
                  <a:srgbClr val="FFFFFF"/>
                </a:solidFill>
                <a:latin typeface="Arial"/>
                <a:ea typeface="Arial"/>
                <a:cs typeface="Arial"/>
                <a:sym typeface="Arial"/>
              </a:endParaRPr>
            </a:p>
          </p:txBody>
        </p:sp>
      </p:grpSp>
      <p:grpSp>
        <p:nvGrpSpPr>
          <p:cNvPr id="3833" name="Google Shape;3833;p100"/>
          <p:cNvGrpSpPr/>
          <p:nvPr/>
        </p:nvGrpSpPr>
        <p:grpSpPr>
          <a:xfrm>
            <a:off x="1066797" y="1762366"/>
            <a:ext cx="377646" cy="426317"/>
            <a:chOff x="1610050" y="447825"/>
            <a:chExt cx="4458625" cy="5033253"/>
          </a:xfrm>
        </p:grpSpPr>
        <p:sp>
          <p:nvSpPr>
            <p:cNvPr id="3834" name="Google Shape;3834;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35" name="Google Shape;3835;p100"/>
            <p:cNvSpPr/>
            <p:nvPr/>
          </p:nvSpPr>
          <p:spPr>
            <a:xfrm>
              <a:off x="1610050" y="3908178"/>
              <a:ext cx="4458625"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SCALAR</a:t>
              </a:r>
              <a:endParaRPr b="1" sz="500">
                <a:solidFill>
                  <a:srgbClr val="FFFFFF"/>
                </a:solidFill>
                <a:latin typeface="Arial"/>
                <a:ea typeface="Arial"/>
                <a:cs typeface="Arial"/>
                <a:sym typeface="Arial"/>
              </a:endParaRPr>
            </a:p>
          </p:txBody>
        </p:sp>
      </p:grpSp>
      <p:grpSp>
        <p:nvGrpSpPr>
          <p:cNvPr id="3836" name="Google Shape;3836;p100"/>
          <p:cNvGrpSpPr/>
          <p:nvPr/>
        </p:nvGrpSpPr>
        <p:grpSpPr>
          <a:xfrm>
            <a:off x="3770596" y="1762366"/>
            <a:ext cx="377646" cy="426316"/>
            <a:chOff x="1610050" y="447825"/>
            <a:chExt cx="4458625" cy="5033250"/>
          </a:xfrm>
        </p:grpSpPr>
        <p:sp>
          <p:nvSpPr>
            <p:cNvPr id="3837" name="Google Shape;3837;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38" name="Google Shape;3838;p100"/>
            <p:cNvSpPr/>
            <p:nvPr/>
          </p:nvSpPr>
          <p:spPr>
            <a:xfrm>
              <a:off x="1610050" y="3908175"/>
              <a:ext cx="4458625" cy="1572900"/>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EXTERNAL</a:t>
              </a:r>
              <a:endParaRPr b="1" sz="500">
                <a:solidFill>
                  <a:srgbClr val="FFFFFF"/>
                </a:solidFill>
                <a:latin typeface="Arial"/>
                <a:ea typeface="Arial"/>
                <a:cs typeface="Arial"/>
                <a:sym typeface="Arial"/>
              </a:endParaRPr>
            </a:p>
          </p:txBody>
        </p:sp>
      </p:grpSp>
      <p:grpSp>
        <p:nvGrpSpPr>
          <p:cNvPr id="3839" name="Google Shape;3839;p100"/>
          <p:cNvGrpSpPr/>
          <p:nvPr/>
        </p:nvGrpSpPr>
        <p:grpSpPr>
          <a:xfrm>
            <a:off x="8254855" y="1762366"/>
            <a:ext cx="535313" cy="449959"/>
            <a:chOff x="679276" y="447825"/>
            <a:chExt cx="6320101" cy="5312390"/>
          </a:xfrm>
        </p:grpSpPr>
        <p:sp>
          <p:nvSpPr>
            <p:cNvPr id="3840" name="Google Shape;3840;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41" name="Google Shape;3841;p100"/>
            <p:cNvSpPr/>
            <p:nvPr/>
          </p:nvSpPr>
          <p:spPr>
            <a:xfrm>
              <a:off x="679276" y="3794247"/>
              <a:ext cx="6320101" cy="196596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USER-DEFINED PYTHON</a:t>
              </a:r>
              <a:endParaRPr b="1" sz="500">
                <a:solidFill>
                  <a:srgbClr val="FFFFFF"/>
                </a:solidFill>
                <a:latin typeface="Arial"/>
                <a:ea typeface="Arial"/>
                <a:cs typeface="Arial"/>
                <a:sym typeface="Arial"/>
              </a:endParaRPr>
            </a:p>
          </p:txBody>
        </p:sp>
      </p:grpSp>
      <p:grpSp>
        <p:nvGrpSpPr>
          <p:cNvPr id="3842" name="Google Shape;3842;p100"/>
          <p:cNvGrpSpPr/>
          <p:nvPr/>
        </p:nvGrpSpPr>
        <p:grpSpPr>
          <a:xfrm>
            <a:off x="7462657" y="1762366"/>
            <a:ext cx="535313" cy="449959"/>
            <a:chOff x="679276" y="447825"/>
            <a:chExt cx="6320101" cy="5312390"/>
          </a:xfrm>
        </p:grpSpPr>
        <p:sp>
          <p:nvSpPr>
            <p:cNvPr id="3843" name="Google Shape;3843;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44" name="Google Shape;3844;p100"/>
            <p:cNvSpPr/>
            <p:nvPr/>
          </p:nvSpPr>
          <p:spPr>
            <a:xfrm>
              <a:off x="679276" y="3794247"/>
              <a:ext cx="6320101" cy="196596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USER-DEFINED JAVASCRIPT</a:t>
              </a:r>
              <a:endParaRPr b="1" sz="500">
                <a:solidFill>
                  <a:srgbClr val="FFFFFF"/>
                </a:solidFill>
                <a:latin typeface="Arial"/>
                <a:ea typeface="Arial"/>
                <a:cs typeface="Arial"/>
                <a:sym typeface="Arial"/>
              </a:endParaRPr>
            </a:p>
          </p:txBody>
        </p:sp>
      </p:grpSp>
      <p:grpSp>
        <p:nvGrpSpPr>
          <p:cNvPr id="3845" name="Google Shape;3845;p100"/>
          <p:cNvGrpSpPr/>
          <p:nvPr/>
        </p:nvGrpSpPr>
        <p:grpSpPr>
          <a:xfrm>
            <a:off x="5813609" y="1762366"/>
            <a:ext cx="535313" cy="449959"/>
            <a:chOff x="679276" y="447825"/>
            <a:chExt cx="6320101" cy="5312390"/>
          </a:xfrm>
        </p:grpSpPr>
        <p:sp>
          <p:nvSpPr>
            <p:cNvPr id="3846" name="Google Shape;3846;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47" name="Google Shape;3847;p100"/>
            <p:cNvSpPr/>
            <p:nvPr/>
          </p:nvSpPr>
          <p:spPr>
            <a:xfrm>
              <a:off x="679276" y="3794247"/>
              <a:ext cx="6320101" cy="196596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USER-DEFINED </a:t>
              </a:r>
              <a:endParaRPr b="1" sz="500">
                <a:solidFill>
                  <a:srgbClr val="FFFFFF"/>
                </a:solidFill>
                <a:latin typeface="Arial"/>
                <a:ea typeface="Arial"/>
                <a:cs typeface="Arial"/>
                <a:sym typeface="Arial"/>
              </a:endParaRPr>
            </a:p>
            <a:p>
              <a:pPr indent="0" lvl="0" marL="0" marR="0" rtl="0" algn="ctr">
                <a:spcBef>
                  <a:spcPts val="0"/>
                </a:spcBef>
                <a:spcAft>
                  <a:spcPts val="0"/>
                </a:spcAft>
                <a:buNone/>
              </a:pPr>
              <a:r>
                <a:rPr b="1" lang="en" sz="500">
                  <a:solidFill>
                    <a:srgbClr val="FFFFFF"/>
                  </a:solidFill>
                  <a:latin typeface="Arial"/>
                  <a:ea typeface="Arial"/>
                  <a:cs typeface="Arial"/>
                  <a:sym typeface="Arial"/>
                </a:rPr>
                <a:t>TABLE</a:t>
              </a:r>
              <a:endParaRPr b="1" sz="500">
                <a:solidFill>
                  <a:srgbClr val="FFFFFF"/>
                </a:solidFill>
                <a:latin typeface="Arial"/>
                <a:ea typeface="Arial"/>
                <a:cs typeface="Arial"/>
                <a:sym typeface="Arial"/>
              </a:endParaRPr>
            </a:p>
          </p:txBody>
        </p:sp>
      </p:grpSp>
      <p:grpSp>
        <p:nvGrpSpPr>
          <p:cNvPr id="3848" name="Google Shape;3848;p100"/>
          <p:cNvGrpSpPr/>
          <p:nvPr/>
        </p:nvGrpSpPr>
        <p:grpSpPr>
          <a:xfrm>
            <a:off x="6627358" y="1762366"/>
            <a:ext cx="535313" cy="449959"/>
            <a:chOff x="679276" y="447825"/>
            <a:chExt cx="6320101" cy="5312390"/>
          </a:xfrm>
        </p:grpSpPr>
        <p:sp>
          <p:nvSpPr>
            <p:cNvPr id="3849" name="Google Shape;3849;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50" name="Google Shape;3850;p100"/>
            <p:cNvSpPr/>
            <p:nvPr/>
          </p:nvSpPr>
          <p:spPr>
            <a:xfrm>
              <a:off x="679276" y="3794247"/>
              <a:ext cx="6320101" cy="196596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USER-DEFINED SQL</a:t>
              </a:r>
              <a:endParaRPr b="1" sz="500">
                <a:solidFill>
                  <a:srgbClr val="FFFFFF"/>
                </a:solidFill>
                <a:latin typeface="Arial"/>
                <a:ea typeface="Arial"/>
                <a:cs typeface="Arial"/>
                <a:sym typeface="Arial"/>
              </a:endParaRPr>
            </a:p>
          </p:txBody>
        </p:sp>
      </p:grpSp>
      <p:grpSp>
        <p:nvGrpSpPr>
          <p:cNvPr id="3851" name="Google Shape;3851;p100"/>
          <p:cNvGrpSpPr/>
          <p:nvPr/>
        </p:nvGrpSpPr>
        <p:grpSpPr>
          <a:xfrm>
            <a:off x="5110398" y="1762366"/>
            <a:ext cx="486634" cy="449959"/>
            <a:chOff x="966553" y="447825"/>
            <a:chExt cx="5745384" cy="5312390"/>
          </a:xfrm>
        </p:grpSpPr>
        <p:sp>
          <p:nvSpPr>
            <p:cNvPr id="3852" name="Google Shape;3852;p100"/>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3853" name="Google Shape;3853;p100"/>
            <p:cNvSpPr/>
            <p:nvPr/>
          </p:nvSpPr>
          <p:spPr>
            <a:xfrm>
              <a:off x="966553" y="3794247"/>
              <a:ext cx="5745384" cy="196596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STORED PROCEDURE</a:t>
              </a:r>
              <a:endParaRPr b="1" sz="500">
                <a:solidFill>
                  <a:srgbClr val="FFFFFF"/>
                </a:solidFill>
                <a:latin typeface="Arial"/>
                <a:ea typeface="Arial"/>
                <a:cs typeface="Arial"/>
                <a:sym typeface="Arial"/>
              </a:endParaRPr>
            </a:p>
          </p:txBody>
        </p:sp>
      </p:grpSp>
      <p:sp>
        <p:nvSpPr>
          <p:cNvPr id="3854" name="Google Shape;3854;p100"/>
          <p:cNvSpPr txBox="1"/>
          <p:nvPr/>
        </p:nvSpPr>
        <p:spPr>
          <a:xfrm>
            <a:off x="436247" y="2166241"/>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Function</a:t>
            </a:r>
            <a:endParaRPr sz="600">
              <a:solidFill>
                <a:srgbClr val="11567F"/>
              </a:solidFill>
              <a:latin typeface="Arial"/>
              <a:ea typeface="Arial"/>
              <a:cs typeface="Arial"/>
              <a:sym typeface="Arial"/>
            </a:endParaRPr>
          </a:p>
        </p:txBody>
      </p:sp>
      <p:sp>
        <p:nvSpPr>
          <p:cNvPr id="3855" name="Google Shape;3855;p100"/>
          <p:cNvSpPr/>
          <p:nvPr/>
        </p:nvSpPr>
        <p:spPr>
          <a:xfrm>
            <a:off x="410799" y="2548827"/>
            <a:ext cx="413467" cy="317606"/>
          </a:xfrm>
          <a:custGeom>
            <a:rect b="b" l="l" r="r" t="t"/>
            <a:pathLst>
              <a:path extrusionOk="0" h="149991" w="179184">
                <a:moveTo>
                  <a:pt x="31542" y="0"/>
                </a:moveTo>
                <a:lnTo>
                  <a:pt x="28187" y="168"/>
                </a:lnTo>
                <a:lnTo>
                  <a:pt x="22147" y="1343"/>
                </a:lnTo>
                <a:lnTo>
                  <a:pt x="16443" y="3692"/>
                </a:lnTo>
                <a:lnTo>
                  <a:pt x="11409" y="7215"/>
                </a:lnTo>
                <a:lnTo>
                  <a:pt x="7215" y="11409"/>
                </a:lnTo>
                <a:lnTo>
                  <a:pt x="3860" y="16442"/>
                </a:lnTo>
                <a:lnTo>
                  <a:pt x="1343" y="22147"/>
                </a:lnTo>
                <a:lnTo>
                  <a:pt x="169" y="28187"/>
                </a:lnTo>
                <a:lnTo>
                  <a:pt x="1" y="31542"/>
                </a:lnTo>
                <a:lnTo>
                  <a:pt x="1" y="118449"/>
                </a:lnTo>
                <a:lnTo>
                  <a:pt x="169" y="121805"/>
                </a:lnTo>
                <a:lnTo>
                  <a:pt x="1343" y="127844"/>
                </a:lnTo>
                <a:lnTo>
                  <a:pt x="3860" y="133549"/>
                </a:lnTo>
                <a:lnTo>
                  <a:pt x="7215" y="138582"/>
                </a:lnTo>
                <a:lnTo>
                  <a:pt x="11409" y="142776"/>
                </a:lnTo>
                <a:lnTo>
                  <a:pt x="16443" y="146132"/>
                </a:lnTo>
                <a:lnTo>
                  <a:pt x="22147" y="148648"/>
                </a:lnTo>
                <a:lnTo>
                  <a:pt x="28187" y="149823"/>
                </a:lnTo>
                <a:lnTo>
                  <a:pt x="31542" y="149991"/>
                </a:lnTo>
                <a:lnTo>
                  <a:pt x="147810" y="149991"/>
                </a:lnTo>
                <a:lnTo>
                  <a:pt x="150998" y="149823"/>
                </a:lnTo>
                <a:lnTo>
                  <a:pt x="157205" y="148648"/>
                </a:lnTo>
                <a:lnTo>
                  <a:pt x="162910" y="146132"/>
                </a:lnTo>
                <a:lnTo>
                  <a:pt x="167775" y="142776"/>
                </a:lnTo>
                <a:lnTo>
                  <a:pt x="172137" y="138582"/>
                </a:lnTo>
                <a:lnTo>
                  <a:pt x="175493" y="133549"/>
                </a:lnTo>
                <a:lnTo>
                  <a:pt x="177841" y="127844"/>
                </a:lnTo>
                <a:lnTo>
                  <a:pt x="179184" y="121805"/>
                </a:lnTo>
                <a:lnTo>
                  <a:pt x="179184" y="118449"/>
                </a:lnTo>
                <a:lnTo>
                  <a:pt x="179184" y="31542"/>
                </a:lnTo>
                <a:lnTo>
                  <a:pt x="179184" y="28187"/>
                </a:lnTo>
                <a:lnTo>
                  <a:pt x="177841" y="22147"/>
                </a:lnTo>
                <a:lnTo>
                  <a:pt x="175493" y="16442"/>
                </a:lnTo>
                <a:lnTo>
                  <a:pt x="172137" y="11409"/>
                </a:lnTo>
                <a:lnTo>
                  <a:pt x="167775" y="7215"/>
                </a:lnTo>
                <a:lnTo>
                  <a:pt x="162910" y="3692"/>
                </a:lnTo>
                <a:lnTo>
                  <a:pt x="157205" y="1343"/>
                </a:lnTo>
                <a:lnTo>
                  <a:pt x="150998" y="168"/>
                </a:lnTo>
                <a:lnTo>
                  <a:pt x="147810" y="0"/>
                </a:lnTo>
                <a:close/>
                <a:moveTo>
                  <a:pt x="12584" y="31542"/>
                </a:moveTo>
                <a:lnTo>
                  <a:pt x="12919" y="27683"/>
                </a:lnTo>
                <a:lnTo>
                  <a:pt x="15772" y="20804"/>
                </a:lnTo>
                <a:lnTo>
                  <a:pt x="20805" y="15771"/>
                </a:lnTo>
                <a:lnTo>
                  <a:pt x="27684" y="12919"/>
                </a:lnTo>
                <a:lnTo>
                  <a:pt x="31542" y="12584"/>
                </a:lnTo>
                <a:lnTo>
                  <a:pt x="147810" y="12584"/>
                </a:lnTo>
                <a:lnTo>
                  <a:pt x="151669" y="12919"/>
                </a:lnTo>
                <a:lnTo>
                  <a:pt x="158380" y="15771"/>
                </a:lnTo>
                <a:lnTo>
                  <a:pt x="163581" y="20804"/>
                </a:lnTo>
                <a:lnTo>
                  <a:pt x="166433" y="27683"/>
                </a:lnTo>
                <a:lnTo>
                  <a:pt x="166601" y="31542"/>
                </a:lnTo>
                <a:lnTo>
                  <a:pt x="166601" y="40602"/>
                </a:lnTo>
                <a:lnTo>
                  <a:pt x="12584" y="40602"/>
                </a:lnTo>
                <a:close/>
                <a:moveTo>
                  <a:pt x="12584" y="53185"/>
                </a:moveTo>
                <a:lnTo>
                  <a:pt x="12584" y="118449"/>
                </a:lnTo>
                <a:lnTo>
                  <a:pt x="12919" y="122308"/>
                </a:lnTo>
                <a:lnTo>
                  <a:pt x="15772" y="129187"/>
                </a:lnTo>
                <a:lnTo>
                  <a:pt x="20805" y="134220"/>
                </a:lnTo>
                <a:lnTo>
                  <a:pt x="27684" y="137072"/>
                </a:lnTo>
                <a:lnTo>
                  <a:pt x="31542" y="137408"/>
                </a:lnTo>
                <a:lnTo>
                  <a:pt x="147810" y="137408"/>
                </a:lnTo>
                <a:lnTo>
                  <a:pt x="151669" y="137072"/>
                </a:lnTo>
                <a:lnTo>
                  <a:pt x="158380" y="134220"/>
                </a:lnTo>
                <a:lnTo>
                  <a:pt x="163581" y="129187"/>
                </a:lnTo>
                <a:lnTo>
                  <a:pt x="166433" y="122308"/>
                </a:lnTo>
                <a:lnTo>
                  <a:pt x="166601" y="118449"/>
                </a:lnTo>
                <a:lnTo>
                  <a:pt x="166601" y="53185"/>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nvGrpSpPr>
          <p:cNvPr id="3856" name="Google Shape;3856;p100"/>
          <p:cNvGrpSpPr/>
          <p:nvPr/>
        </p:nvGrpSpPr>
        <p:grpSpPr>
          <a:xfrm>
            <a:off x="2014052" y="2548849"/>
            <a:ext cx="341765" cy="439460"/>
            <a:chOff x="1769425" y="292650"/>
            <a:chExt cx="4035000" cy="5188425"/>
          </a:xfrm>
        </p:grpSpPr>
        <p:sp>
          <p:nvSpPr>
            <p:cNvPr id="3857" name="Google Shape;3857;p100"/>
            <p:cNvSpPr/>
            <p:nvPr/>
          </p:nvSpPr>
          <p:spPr>
            <a:xfrm>
              <a:off x="1769425" y="3908175"/>
              <a:ext cx="4035000" cy="1572900"/>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ICEBERG</a:t>
              </a:r>
              <a:endParaRPr b="1" sz="500">
                <a:solidFill>
                  <a:srgbClr val="FFFFFF"/>
                </a:solidFill>
                <a:latin typeface="Arial"/>
                <a:ea typeface="Arial"/>
                <a:cs typeface="Arial"/>
                <a:sym typeface="Arial"/>
              </a:endParaRPr>
            </a:p>
          </p:txBody>
        </p:sp>
        <p:sp>
          <p:nvSpPr>
            <p:cNvPr id="3858" name="Google Shape;3858;p100"/>
            <p:cNvSpPr/>
            <p:nvPr/>
          </p:nvSpPr>
          <p:spPr>
            <a:xfrm>
              <a:off x="1907850" y="292650"/>
              <a:ext cx="3812700" cy="3196125"/>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859" name="Google Shape;3859;p100"/>
          <p:cNvGrpSpPr/>
          <p:nvPr/>
        </p:nvGrpSpPr>
        <p:grpSpPr>
          <a:xfrm>
            <a:off x="2815685" y="2548849"/>
            <a:ext cx="341765" cy="439460"/>
            <a:chOff x="1769425" y="292650"/>
            <a:chExt cx="4035000" cy="5188425"/>
          </a:xfrm>
        </p:grpSpPr>
        <p:sp>
          <p:nvSpPr>
            <p:cNvPr id="3860" name="Google Shape;3860;p100"/>
            <p:cNvSpPr/>
            <p:nvPr/>
          </p:nvSpPr>
          <p:spPr>
            <a:xfrm>
              <a:off x="1769425" y="3908175"/>
              <a:ext cx="4035000" cy="1572900"/>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HYBRID</a:t>
              </a:r>
              <a:endParaRPr b="1" sz="500">
                <a:solidFill>
                  <a:srgbClr val="FFFFFF"/>
                </a:solidFill>
                <a:latin typeface="Arial"/>
                <a:ea typeface="Arial"/>
                <a:cs typeface="Arial"/>
                <a:sym typeface="Arial"/>
              </a:endParaRPr>
            </a:p>
          </p:txBody>
        </p:sp>
        <p:sp>
          <p:nvSpPr>
            <p:cNvPr id="3861" name="Google Shape;3861;p100"/>
            <p:cNvSpPr/>
            <p:nvPr/>
          </p:nvSpPr>
          <p:spPr>
            <a:xfrm>
              <a:off x="1907850" y="292650"/>
              <a:ext cx="3812700" cy="3196125"/>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862" name="Google Shape;3862;p100"/>
          <p:cNvGrpSpPr/>
          <p:nvPr/>
        </p:nvGrpSpPr>
        <p:grpSpPr>
          <a:xfrm>
            <a:off x="3549133" y="2548849"/>
            <a:ext cx="435197" cy="439460"/>
            <a:chOff x="1245150" y="292650"/>
            <a:chExt cx="5138100" cy="5188425"/>
          </a:xfrm>
        </p:grpSpPr>
        <p:sp>
          <p:nvSpPr>
            <p:cNvPr id="3863" name="Google Shape;3863;p100"/>
            <p:cNvSpPr/>
            <p:nvPr/>
          </p:nvSpPr>
          <p:spPr>
            <a:xfrm>
              <a:off x="1245150" y="3908175"/>
              <a:ext cx="5138100"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DIRECTORY</a:t>
              </a:r>
              <a:endParaRPr sz="500">
                <a:solidFill>
                  <a:srgbClr val="252525"/>
                </a:solidFill>
                <a:latin typeface="Arial"/>
                <a:ea typeface="Arial"/>
                <a:cs typeface="Arial"/>
                <a:sym typeface="Arial"/>
              </a:endParaRPr>
            </a:p>
          </p:txBody>
        </p:sp>
        <p:sp>
          <p:nvSpPr>
            <p:cNvPr id="3864" name="Google Shape;3864;p100"/>
            <p:cNvSpPr/>
            <p:nvPr/>
          </p:nvSpPr>
          <p:spPr>
            <a:xfrm>
              <a:off x="1924625" y="292650"/>
              <a:ext cx="3812700" cy="3196125"/>
            </a:xfrm>
            <a:custGeom>
              <a:rect b="b" l="l" r="r" t="t"/>
              <a:pathLst>
                <a:path extrusionOk="0" h="127845" w="152508">
                  <a:moveTo>
                    <a:pt x="27348" y="0"/>
                  </a:moveTo>
                  <a:lnTo>
                    <a:pt x="24496" y="0"/>
                  </a:lnTo>
                  <a:lnTo>
                    <a:pt x="19127" y="1174"/>
                  </a:lnTo>
                  <a:lnTo>
                    <a:pt x="14261" y="3188"/>
                  </a:lnTo>
                  <a:lnTo>
                    <a:pt x="9899" y="6040"/>
                  </a:lnTo>
                  <a:lnTo>
                    <a:pt x="6208" y="9731"/>
                  </a:lnTo>
                  <a:lnTo>
                    <a:pt x="3188" y="14093"/>
                  </a:lnTo>
                  <a:lnTo>
                    <a:pt x="1175" y="19126"/>
                  </a:lnTo>
                  <a:lnTo>
                    <a:pt x="168" y="24327"/>
                  </a:lnTo>
                  <a:lnTo>
                    <a:pt x="0" y="27179"/>
                  </a:lnTo>
                  <a:lnTo>
                    <a:pt x="0" y="100665"/>
                  </a:lnTo>
                  <a:lnTo>
                    <a:pt x="168" y="103349"/>
                  </a:lnTo>
                  <a:lnTo>
                    <a:pt x="1175" y="108718"/>
                  </a:lnTo>
                  <a:lnTo>
                    <a:pt x="3188" y="113583"/>
                  </a:lnTo>
                  <a:lnTo>
                    <a:pt x="6208" y="117945"/>
                  </a:lnTo>
                  <a:lnTo>
                    <a:pt x="9899" y="121636"/>
                  </a:lnTo>
                  <a:lnTo>
                    <a:pt x="14261" y="124656"/>
                  </a:lnTo>
                  <a:lnTo>
                    <a:pt x="19127" y="126670"/>
                  </a:lnTo>
                  <a:lnTo>
                    <a:pt x="24496" y="127676"/>
                  </a:lnTo>
                  <a:lnTo>
                    <a:pt x="27348" y="127844"/>
                  </a:lnTo>
                  <a:lnTo>
                    <a:pt x="125328" y="127844"/>
                  </a:lnTo>
                  <a:lnTo>
                    <a:pt x="128012" y="127676"/>
                  </a:lnTo>
                  <a:lnTo>
                    <a:pt x="133381" y="126670"/>
                  </a:lnTo>
                  <a:lnTo>
                    <a:pt x="138246" y="124656"/>
                  </a:lnTo>
                  <a:lnTo>
                    <a:pt x="142609" y="121636"/>
                  </a:lnTo>
                  <a:lnTo>
                    <a:pt x="146300" y="117945"/>
                  </a:lnTo>
                  <a:lnTo>
                    <a:pt x="149320" y="113583"/>
                  </a:lnTo>
                  <a:lnTo>
                    <a:pt x="151333" y="108718"/>
                  </a:lnTo>
                  <a:lnTo>
                    <a:pt x="152339" y="103349"/>
                  </a:lnTo>
                  <a:lnTo>
                    <a:pt x="152507" y="100665"/>
                  </a:lnTo>
                  <a:lnTo>
                    <a:pt x="152507" y="27179"/>
                  </a:lnTo>
                  <a:lnTo>
                    <a:pt x="152339" y="24327"/>
                  </a:lnTo>
                  <a:lnTo>
                    <a:pt x="151333" y="19126"/>
                  </a:lnTo>
                  <a:lnTo>
                    <a:pt x="149320" y="14093"/>
                  </a:lnTo>
                  <a:lnTo>
                    <a:pt x="146300" y="9731"/>
                  </a:lnTo>
                  <a:lnTo>
                    <a:pt x="142609" y="6040"/>
                  </a:lnTo>
                  <a:lnTo>
                    <a:pt x="138246" y="3188"/>
                  </a:lnTo>
                  <a:lnTo>
                    <a:pt x="133381" y="1174"/>
                  </a:lnTo>
                  <a:lnTo>
                    <a:pt x="128012" y="0"/>
                  </a:lnTo>
                  <a:lnTo>
                    <a:pt x="125328" y="0"/>
                  </a:lnTo>
                  <a:close/>
                  <a:moveTo>
                    <a:pt x="12584" y="27179"/>
                  </a:moveTo>
                  <a:lnTo>
                    <a:pt x="12751" y="24160"/>
                  </a:lnTo>
                  <a:lnTo>
                    <a:pt x="15100" y="18959"/>
                  </a:lnTo>
                  <a:lnTo>
                    <a:pt x="18959" y="14932"/>
                  </a:lnTo>
                  <a:lnTo>
                    <a:pt x="24328" y="12751"/>
                  </a:lnTo>
                  <a:lnTo>
                    <a:pt x="27348" y="12583"/>
                  </a:lnTo>
                  <a:lnTo>
                    <a:pt x="125328" y="12583"/>
                  </a:lnTo>
                  <a:lnTo>
                    <a:pt x="128180" y="12751"/>
                  </a:lnTo>
                  <a:lnTo>
                    <a:pt x="133549" y="14932"/>
                  </a:lnTo>
                  <a:lnTo>
                    <a:pt x="137575" y="18959"/>
                  </a:lnTo>
                  <a:lnTo>
                    <a:pt x="139756" y="24160"/>
                  </a:lnTo>
                  <a:lnTo>
                    <a:pt x="139924" y="27179"/>
                  </a:lnTo>
                  <a:lnTo>
                    <a:pt x="139924" y="33890"/>
                  </a:lnTo>
                  <a:lnTo>
                    <a:pt x="12584" y="33890"/>
                  </a:lnTo>
                  <a:close/>
                  <a:moveTo>
                    <a:pt x="12584" y="46474"/>
                  </a:moveTo>
                  <a:lnTo>
                    <a:pt x="12584" y="100665"/>
                  </a:lnTo>
                  <a:lnTo>
                    <a:pt x="12751" y="103517"/>
                  </a:lnTo>
                  <a:lnTo>
                    <a:pt x="15100" y="108886"/>
                  </a:lnTo>
                  <a:lnTo>
                    <a:pt x="18959" y="112744"/>
                  </a:lnTo>
                  <a:lnTo>
                    <a:pt x="24328" y="115093"/>
                  </a:lnTo>
                  <a:lnTo>
                    <a:pt x="27348" y="115261"/>
                  </a:lnTo>
                  <a:lnTo>
                    <a:pt x="125328" y="115261"/>
                  </a:lnTo>
                  <a:lnTo>
                    <a:pt x="128180" y="115093"/>
                  </a:lnTo>
                  <a:lnTo>
                    <a:pt x="133549" y="112744"/>
                  </a:lnTo>
                  <a:lnTo>
                    <a:pt x="137575"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865" name="Google Shape;3865;p100"/>
          <p:cNvGrpSpPr/>
          <p:nvPr/>
        </p:nvGrpSpPr>
        <p:grpSpPr>
          <a:xfrm>
            <a:off x="1185970" y="2548849"/>
            <a:ext cx="413535" cy="439460"/>
            <a:chOff x="1345751" y="292650"/>
            <a:chExt cx="4882350" cy="5188428"/>
          </a:xfrm>
        </p:grpSpPr>
        <p:sp>
          <p:nvSpPr>
            <p:cNvPr id="3866" name="Google Shape;3866;p100"/>
            <p:cNvSpPr/>
            <p:nvPr/>
          </p:nvSpPr>
          <p:spPr>
            <a:xfrm>
              <a:off x="1345751" y="3908178"/>
              <a:ext cx="4882350" cy="1572900"/>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EXTERNAL</a:t>
              </a:r>
              <a:endParaRPr b="1" sz="500">
                <a:solidFill>
                  <a:srgbClr val="FFFFFF"/>
                </a:solidFill>
                <a:latin typeface="Arial"/>
                <a:ea typeface="Arial"/>
                <a:cs typeface="Arial"/>
                <a:sym typeface="Arial"/>
              </a:endParaRPr>
            </a:p>
          </p:txBody>
        </p:sp>
        <p:sp>
          <p:nvSpPr>
            <p:cNvPr id="3867" name="Google Shape;3867;p100"/>
            <p:cNvSpPr/>
            <p:nvPr/>
          </p:nvSpPr>
          <p:spPr>
            <a:xfrm>
              <a:off x="1907850" y="292650"/>
              <a:ext cx="3812700" cy="3196125"/>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grpSp>
        <p:nvGrpSpPr>
          <p:cNvPr id="3868" name="Google Shape;3868;p100"/>
          <p:cNvGrpSpPr/>
          <p:nvPr/>
        </p:nvGrpSpPr>
        <p:grpSpPr>
          <a:xfrm>
            <a:off x="4343928" y="2548849"/>
            <a:ext cx="435197" cy="439460"/>
            <a:chOff x="1245150" y="292650"/>
            <a:chExt cx="5138100" cy="5188425"/>
          </a:xfrm>
        </p:grpSpPr>
        <p:sp>
          <p:nvSpPr>
            <p:cNvPr id="3869" name="Google Shape;3869;p100"/>
            <p:cNvSpPr/>
            <p:nvPr/>
          </p:nvSpPr>
          <p:spPr>
            <a:xfrm>
              <a:off x="1245150" y="3908175"/>
              <a:ext cx="5138100" cy="1572900"/>
            </a:xfrm>
            <a:custGeom>
              <a:rect b="b" l="l" r="r" t="t"/>
              <a:pathLst>
                <a:path extrusionOk="0" h="62916" w="205524">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500">
                  <a:solidFill>
                    <a:srgbClr val="FFFFFF"/>
                  </a:solidFill>
                  <a:latin typeface="Arial"/>
                  <a:ea typeface="Arial"/>
                  <a:cs typeface="Arial"/>
                  <a:sym typeface="Arial"/>
                </a:rPr>
                <a:t>DYNAMIC</a:t>
              </a:r>
              <a:endParaRPr sz="500">
                <a:solidFill>
                  <a:srgbClr val="252525"/>
                </a:solidFill>
                <a:latin typeface="Arial"/>
                <a:ea typeface="Arial"/>
                <a:cs typeface="Arial"/>
                <a:sym typeface="Arial"/>
              </a:endParaRPr>
            </a:p>
          </p:txBody>
        </p:sp>
        <p:sp>
          <p:nvSpPr>
            <p:cNvPr id="3870" name="Google Shape;3870;p100"/>
            <p:cNvSpPr/>
            <p:nvPr/>
          </p:nvSpPr>
          <p:spPr>
            <a:xfrm>
              <a:off x="1924625" y="292650"/>
              <a:ext cx="3812700" cy="3196125"/>
            </a:xfrm>
            <a:custGeom>
              <a:rect b="b" l="l" r="r" t="t"/>
              <a:pathLst>
                <a:path extrusionOk="0" h="127845" w="152508">
                  <a:moveTo>
                    <a:pt x="27348" y="0"/>
                  </a:moveTo>
                  <a:lnTo>
                    <a:pt x="24496" y="0"/>
                  </a:lnTo>
                  <a:lnTo>
                    <a:pt x="19127" y="1174"/>
                  </a:lnTo>
                  <a:lnTo>
                    <a:pt x="14261" y="3188"/>
                  </a:lnTo>
                  <a:lnTo>
                    <a:pt x="9899" y="6040"/>
                  </a:lnTo>
                  <a:lnTo>
                    <a:pt x="6208" y="9731"/>
                  </a:lnTo>
                  <a:lnTo>
                    <a:pt x="3188" y="14093"/>
                  </a:lnTo>
                  <a:lnTo>
                    <a:pt x="1175" y="19126"/>
                  </a:lnTo>
                  <a:lnTo>
                    <a:pt x="168" y="24327"/>
                  </a:lnTo>
                  <a:lnTo>
                    <a:pt x="0" y="27179"/>
                  </a:lnTo>
                  <a:lnTo>
                    <a:pt x="0" y="100665"/>
                  </a:lnTo>
                  <a:lnTo>
                    <a:pt x="168" y="103349"/>
                  </a:lnTo>
                  <a:lnTo>
                    <a:pt x="1175" y="108718"/>
                  </a:lnTo>
                  <a:lnTo>
                    <a:pt x="3188" y="113583"/>
                  </a:lnTo>
                  <a:lnTo>
                    <a:pt x="6208" y="117945"/>
                  </a:lnTo>
                  <a:lnTo>
                    <a:pt x="9899" y="121636"/>
                  </a:lnTo>
                  <a:lnTo>
                    <a:pt x="14261" y="124656"/>
                  </a:lnTo>
                  <a:lnTo>
                    <a:pt x="19127" y="126670"/>
                  </a:lnTo>
                  <a:lnTo>
                    <a:pt x="24496" y="127676"/>
                  </a:lnTo>
                  <a:lnTo>
                    <a:pt x="27348" y="127844"/>
                  </a:lnTo>
                  <a:lnTo>
                    <a:pt x="125328" y="127844"/>
                  </a:lnTo>
                  <a:lnTo>
                    <a:pt x="128012" y="127676"/>
                  </a:lnTo>
                  <a:lnTo>
                    <a:pt x="133381" y="126670"/>
                  </a:lnTo>
                  <a:lnTo>
                    <a:pt x="138246" y="124656"/>
                  </a:lnTo>
                  <a:lnTo>
                    <a:pt x="142609" y="121636"/>
                  </a:lnTo>
                  <a:lnTo>
                    <a:pt x="146300" y="117945"/>
                  </a:lnTo>
                  <a:lnTo>
                    <a:pt x="149320" y="113583"/>
                  </a:lnTo>
                  <a:lnTo>
                    <a:pt x="151333" y="108718"/>
                  </a:lnTo>
                  <a:lnTo>
                    <a:pt x="152339" y="103349"/>
                  </a:lnTo>
                  <a:lnTo>
                    <a:pt x="152507" y="100665"/>
                  </a:lnTo>
                  <a:lnTo>
                    <a:pt x="152507" y="27179"/>
                  </a:lnTo>
                  <a:lnTo>
                    <a:pt x="152339" y="24327"/>
                  </a:lnTo>
                  <a:lnTo>
                    <a:pt x="151333" y="19126"/>
                  </a:lnTo>
                  <a:lnTo>
                    <a:pt x="149320" y="14093"/>
                  </a:lnTo>
                  <a:lnTo>
                    <a:pt x="146300" y="9731"/>
                  </a:lnTo>
                  <a:lnTo>
                    <a:pt x="142609" y="6040"/>
                  </a:lnTo>
                  <a:lnTo>
                    <a:pt x="138246" y="3188"/>
                  </a:lnTo>
                  <a:lnTo>
                    <a:pt x="133381" y="1174"/>
                  </a:lnTo>
                  <a:lnTo>
                    <a:pt x="128012" y="0"/>
                  </a:lnTo>
                  <a:lnTo>
                    <a:pt x="125328" y="0"/>
                  </a:lnTo>
                  <a:close/>
                  <a:moveTo>
                    <a:pt x="12584" y="27179"/>
                  </a:moveTo>
                  <a:lnTo>
                    <a:pt x="12751" y="24160"/>
                  </a:lnTo>
                  <a:lnTo>
                    <a:pt x="15100" y="18959"/>
                  </a:lnTo>
                  <a:lnTo>
                    <a:pt x="18959" y="14932"/>
                  </a:lnTo>
                  <a:lnTo>
                    <a:pt x="24328" y="12751"/>
                  </a:lnTo>
                  <a:lnTo>
                    <a:pt x="27348" y="12583"/>
                  </a:lnTo>
                  <a:lnTo>
                    <a:pt x="125328" y="12583"/>
                  </a:lnTo>
                  <a:lnTo>
                    <a:pt x="128180" y="12751"/>
                  </a:lnTo>
                  <a:lnTo>
                    <a:pt x="133549" y="14932"/>
                  </a:lnTo>
                  <a:lnTo>
                    <a:pt x="137575" y="18959"/>
                  </a:lnTo>
                  <a:lnTo>
                    <a:pt x="139756" y="24160"/>
                  </a:lnTo>
                  <a:lnTo>
                    <a:pt x="139924" y="27179"/>
                  </a:lnTo>
                  <a:lnTo>
                    <a:pt x="139924" y="33890"/>
                  </a:lnTo>
                  <a:lnTo>
                    <a:pt x="12584" y="33890"/>
                  </a:lnTo>
                  <a:close/>
                  <a:moveTo>
                    <a:pt x="12584" y="46474"/>
                  </a:moveTo>
                  <a:lnTo>
                    <a:pt x="12584" y="100665"/>
                  </a:lnTo>
                  <a:lnTo>
                    <a:pt x="12751" y="103517"/>
                  </a:lnTo>
                  <a:lnTo>
                    <a:pt x="15100" y="108886"/>
                  </a:lnTo>
                  <a:lnTo>
                    <a:pt x="18959" y="112744"/>
                  </a:lnTo>
                  <a:lnTo>
                    <a:pt x="24328" y="115093"/>
                  </a:lnTo>
                  <a:lnTo>
                    <a:pt x="27348" y="115261"/>
                  </a:lnTo>
                  <a:lnTo>
                    <a:pt x="125328" y="115261"/>
                  </a:lnTo>
                  <a:lnTo>
                    <a:pt x="128180" y="115093"/>
                  </a:lnTo>
                  <a:lnTo>
                    <a:pt x="133549" y="112744"/>
                  </a:lnTo>
                  <a:lnTo>
                    <a:pt x="137575"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3871" name="Google Shape;3871;p100"/>
          <p:cNvSpPr txBox="1"/>
          <p:nvPr/>
        </p:nvSpPr>
        <p:spPr>
          <a:xfrm>
            <a:off x="436247" y="2941699"/>
            <a:ext cx="328500" cy="108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Table</a:t>
            </a:r>
            <a:endParaRPr sz="600">
              <a:solidFill>
                <a:srgbClr val="11567F"/>
              </a:solidFill>
              <a:latin typeface="Arial"/>
              <a:ea typeface="Arial"/>
              <a:cs typeface="Arial"/>
              <a:sym typeface="Arial"/>
            </a:endParaRPr>
          </a:p>
        </p:txBody>
      </p:sp>
      <p:sp>
        <p:nvSpPr>
          <p:cNvPr id="3872" name="Google Shape;3872;p100"/>
          <p:cNvSpPr txBox="1"/>
          <p:nvPr/>
        </p:nvSpPr>
        <p:spPr>
          <a:xfrm>
            <a:off x="354550" y="933375"/>
            <a:ext cx="50874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400">
                <a:solidFill>
                  <a:srgbClr val="5B5B5B"/>
                </a:solidFill>
                <a:latin typeface="Arial"/>
                <a:ea typeface="Arial"/>
                <a:cs typeface="Arial"/>
                <a:sym typeface="Arial"/>
              </a:rPr>
              <a:t>Variable sub-categories cont.</a:t>
            </a:r>
            <a:endParaRPr/>
          </a:p>
          <a:p>
            <a:pPr indent="0" lvl="0" marL="0" rtl="0" algn="l">
              <a:spcBef>
                <a:spcPts val="0"/>
              </a:spcBef>
              <a:spcAft>
                <a:spcPts val="0"/>
              </a:spcAft>
              <a:buNone/>
            </a:pPr>
            <a:r>
              <a:rPr lang="en" sz="1000">
                <a:solidFill>
                  <a:srgbClr val="5B5B5B"/>
                </a:solidFill>
              </a:rPr>
              <a:t>Given the continued expanse of icon needs, the below variations are not exhaustive. For new variations, double click into the blue rectangle to edit the text.</a:t>
            </a:r>
            <a:endParaRPr/>
          </a:p>
          <a:p>
            <a:pPr indent="0" lvl="0" marL="0" marR="0" rtl="0" algn="l">
              <a:spcBef>
                <a:spcPts val="0"/>
              </a:spcBef>
              <a:spcAft>
                <a:spcPts val="0"/>
              </a:spcAft>
              <a:buNone/>
            </a:pPr>
            <a:r>
              <a:t/>
            </a:r>
            <a:endParaRPr sz="1000">
              <a:solidFill>
                <a:srgbClr val="5B5B5B"/>
              </a:solidFill>
            </a:endParaRPr>
          </a:p>
        </p:txBody>
      </p:sp>
      <p:sp>
        <p:nvSpPr>
          <p:cNvPr id="3873" name="Google Shape;3873;p100"/>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rgbClr val="5B5B5B"/>
              </a:buClr>
              <a:buSzPts val="1600"/>
              <a:buFont typeface="Arial"/>
              <a:buNone/>
            </a:pPr>
            <a:r>
              <a:rPr lang="en" sz="600">
                <a:solidFill>
                  <a:srgbClr val="919191"/>
                </a:solidFill>
              </a:rPr>
              <a:t>REV 2.28.25</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7" name="Shape 3877"/>
        <p:cNvGrpSpPr/>
        <p:nvPr/>
      </p:nvGrpSpPr>
      <p:grpSpPr>
        <a:xfrm>
          <a:off x="0" y="0"/>
          <a:ext cx="0" cy="0"/>
          <a:chOff x="0" y="0"/>
          <a:chExt cx="0" cy="0"/>
        </a:xfrm>
      </p:grpSpPr>
      <p:sp>
        <p:nvSpPr>
          <p:cNvPr id="3878" name="Google Shape;3878;p101"/>
          <p:cNvSpPr txBox="1"/>
          <p:nvPr>
            <p:ph idx="1" type="body"/>
          </p:nvPr>
        </p:nvSpPr>
        <p:spPr>
          <a:xfrm>
            <a:off x="365750" y="1886350"/>
            <a:ext cx="7484400" cy="1357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7300"/>
              <a:t>THANK</a:t>
            </a:r>
            <a:endParaRPr sz="7300"/>
          </a:p>
          <a:p>
            <a:pPr indent="0" lvl="0" marL="0" rtl="0" algn="l">
              <a:spcBef>
                <a:spcPts val="0"/>
              </a:spcBef>
              <a:spcAft>
                <a:spcPts val="0"/>
              </a:spcAft>
              <a:buNone/>
            </a:pPr>
            <a:r>
              <a:rPr lang="en" sz="7300">
                <a:solidFill>
                  <a:schemeClr val="dk1"/>
                </a:solidFill>
              </a:rPr>
              <a:t>YOU</a:t>
            </a:r>
            <a:endParaRPr sz="7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